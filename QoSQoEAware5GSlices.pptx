
<file path=[Content_Types].xml><?xml version="1.0" encoding="utf-8"?>
<Types xmlns="http://schemas.openxmlformats.org/package/2006/content-types">
  <Default Extension="png" ContentType="image/png"/>
  <Default Extension="tmp"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6" r:id="rId2"/>
  </p:sldMasterIdLst>
  <p:notesMasterIdLst>
    <p:notesMasterId r:id="rId22"/>
  </p:notesMasterIdLst>
  <p:sldIdLst>
    <p:sldId id="273" r:id="rId3"/>
    <p:sldId id="266" r:id="rId4"/>
    <p:sldId id="274" r:id="rId5"/>
    <p:sldId id="275" r:id="rId6"/>
    <p:sldId id="257" r:id="rId7"/>
    <p:sldId id="283" r:id="rId8"/>
    <p:sldId id="281" r:id="rId9"/>
    <p:sldId id="279" r:id="rId10"/>
    <p:sldId id="280" r:id="rId11"/>
    <p:sldId id="284" r:id="rId12"/>
    <p:sldId id="286" r:id="rId13"/>
    <p:sldId id="288" r:id="rId14"/>
    <p:sldId id="287" r:id="rId15"/>
    <p:sldId id="277" r:id="rId16"/>
    <p:sldId id="289" r:id="rId17"/>
    <p:sldId id="290" r:id="rId18"/>
    <p:sldId id="291" r:id="rId19"/>
    <p:sldId id="292" r:id="rId20"/>
    <p:sldId id="29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pos="7296" userDrawn="1">
          <p15:clr>
            <a:srgbClr val="A4A3A4"/>
          </p15:clr>
        </p15:guide>
        <p15:guide id="4" pos="384" userDrawn="1">
          <p15:clr>
            <a:srgbClr val="A4A3A4"/>
          </p15:clr>
        </p15:guide>
        <p15:guide id="5" orient="horz" pos="504" userDrawn="1">
          <p15:clr>
            <a:srgbClr val="A4A3A4"/>
          </p15:clr>
        </p15:guide>
        <p15:guide id="6" orient="horz" pos="720" userDrawn="1">
          <p15:clr>
            <a:srgbClr val="A4A3A4"/>
          </p15:clr>
        </p15:guide>
        <p15:guide id="7" orient="horz" pos="374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338" autoAdjust="0"/>
    <p:restoredTop sz="85644" autoAdjust="0"/>
  </p:normalViewPr>
  <p:slideViewPr>
    <p:cSldViewPr snapToGrid="0" showGuides="1">
      <p:cViewPr varScale="1">
        <p:scale>
          <a:sx n="63" d="100"/>
          <a:sy n="63" d="100"/>
        </p:scale>
        <p:origin x="114" y="792"/>
      </p:cViewPr>
      <p:guideLst>
        <p:guide orient="horz" pos="2160"/>
        <p:guide pos="3840"/>
        <p:guide pos="7296"/>
        <p:guide pos="384"/>
        <p:guide orient="horz" pos="504"/>
        <p:guide orient="horz" pos="720"/>
        <p:guide orient="horz" pos="374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2B4FAE-0A65-4E77-8759-69D676CBEA77}" type="datetimeFigureOut">
              <a:rPr lang="en-ID" smtClean="0"/>
              <a:t>10/09/2019</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227324-3899-4D4D-AD61-B3F74C3D6C20}" type="slidenum">
              <a:rPr lang="en-ID" smtClean="0"/>
              <a:t>‹#›</a:t>
            </a:fld>
            <a:endParaRPr lang="en-ID"/>
          </a:p>
        </p:txBody>
      </p:sp>
    </p:spTree>
    <p:extLst>
      <p:ext uri="{BB962C8B-B14F-4D97-AF65-F5344CB8AC3E}">
        <p14:creationId xmlns:p14="http://schemas.microsoft.com/office/powerpoint/2010/main" val="96466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7446D3C-7248-4466-83D3-3CA300DE77F3}"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920886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b="0" i="0" kern="1200" dirty="0">
                <a:solidFill>
                  <a:schemeClr val="tx1"/>
                </a:solidFill>
                <a:effectLst/>
                <a:latin typeface="+mn-lt"/>
                <a:ea typeface="+mn-ea"/>
                <a:cs typeface="+mn-cs"/>
              </a:rPr>
              <a:t>是一種</a:t>
            </a:r>
            <a:r>
              <a:rPr lang="en-US" altLang="zh-TW" sz="1200" b="0" i="0" u="none" strike="noStrike" kern="1200" dirty="0">
                <a:solidFill>
                  <a:schemeClr val="tx1"/>
                </a:solidFill>
                <a:effectLst/>
                <a:latin typeface="+mn-lt"/>
                <a:ea typeface="+mn-ea"/>
                <a:cs typeface="+mn-cs"/>
              </a:rPr>
              <a:t>linking layer</a:t>
            </a:r>
            <a:r>
              <a:rPr lang="zh-TW" altLang="en-US" sz="1200" b="0" i="0" kern="1200" dirty="0">
                <a:solidFill>
                  <a:schemeClr val="tx1"/>
                </a:solidFill>
                <a:effectLst/>
                <a:latin typeface="+mn-lt"/>
                <a:ea typeface="+mn-ea"/>
                <a:cs typeface="+mn-cs"/>
              </a:rPr>
              <a:t>協定，網路裝置</a:t>
            </a:r>
            <a:r>
              <a:rPr lang="en-US" altLang="zh-TW" sz="1200" b="0" i="0" kern="1200" dirty="0">
                <a:solidFill>
                  <a:schemeClr val="tx1"/>
                </a:solidFill>
                <a:effectLst/>
                <a:latin typeface="+mn-lt"/>
                <a:ea typeface="+mn-ea"/>
                <a:cs typeface="+mn-cs"/>
              </a:rPr>
              <a:t>(Switch, router</a:t>
            </a:r>
            <a:r>
              <a:rPr lang="zh-TW" altLang="en-US" sz="1200" b="0" i="0" kern="1200" dirty="0">
                <a:solidFill>
                  <a:schemeClr val="tx1"/>
                </a:solidFill>
                <a:effectLst/>
                <a:latin typeface="+mn-lt"/>
                <a:ea typeface="+mn-ea"/>
                <a:cs typeface="+mn-cs"/>
              </a:rPr>
              <a:t>等</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可以通過在本地網路中傳送</a:t>
            </a:r>
            <a:r>
              <a:rPr lang="en-US" altLang="zh-TW" sz="1200" b="0" i="0" kern="1200" dirty="0">
                <a:solidFill>
                  <a:schemeClr val="tx1"/>
                </a:solidFill>
                <a:effectLst/>
                <a:latin typeface="+mn-lt"/>
                <a:ea typeface="+mn-ea"/>
                <a:cs typeface="+mn-cs"/>
              </a:rPr>
              <a:t>LLDPDU</a:t>
            </a:r>
            <a:r>
              <a:rPr lang="zh-TW" altLang="en-US" sz="1200" b="0" i="0" kern="1200" dirty="0">
                <a:solidFill>
                  <a:schemeClr val="tx1"/>
                </a:solidFill>
                <a:effectLst/>
                <a:latin typeface="+mn-lt"/>
                <a:ea typeface="+mn-ea"/>
                <a:cs typeface="+mn-cs"/>
              </a:rPr>
              <a:t>（</a:t>
            </a:r>
            <a:r>
              <a:rPr lang="en-US" altLang="zh-TW" sz="1200" b="0" i="0" kern="1200" dirty="0">
                <a:solidFill>
                  <a:schemeClr val="tx1"/>
                </a:solidFill>
                <a:effectLst/>
                <a:latin typeface="+mn-lt"/>
                <a:ea typeface="+mn-ea"/>
                <a:cs typeface="+mn-cs"/>
              </a:rPr>
              <a:t>Link Layer Discovery Protocol Data Unit</a:t>
            </a:r>
            <a:r>
              <a:rPr lang="zh-TW" altLang="en-US" sz="1200" b="0" i="0" kern="1200" dirty="0">
                <a:solidFill>
                  <a:schemeClr val="tx1"/>
                </a:solidFill>
                <a:effectLst/>
                <a:latin typeface="+mn-lt"/>
                <a:ea typeface="+mn-ea"/>
                <a:cs typeface="+mn-cs"/>
              </a:rPr>
              <a:t>）來通告其他裝置自身的狀態。是一種能夠使網路中的裝置互相發現並告知狀態資訊並且保存的協定。</a:t>
            </a:r>
            <a:endParaRPr lang="en-US" altLang="zh-TW"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封装有</a:t>
            </a:r>
            <a:r>
              <a:rPr lang="en-US" altLang="zh-CN" sz="1200" b="0" i="0" kern="1200" dirty="0">
                <a:solidFill>
                  <a:schemeClr val="tx1"/>
                </a:solidFill>
                <a:effectLst/>
                <a:latin typeface="+mn-lt"/>
                <a:ea typeface="+mn-ea"/>
                <a:cs typeface="+mn-cs"/>
              </a:rPr>
              <a:t>LLDPDU</a:t>
            </a:r>
            <a:r>
              <a:rPr lang="zh-CN" altLang="en-US" sz="1200" b="0" i="0" kern="1200" dirty="0">
                <a:solidFill>
                  <a:schemeClr val="tx1"/>
                </a:solidFill>
                <a:effectLst/>
                <a:latin typeface="+mn-lt"/>
                <a:ea typeface="+mn-ea"/>
                <a:cs typeface="+mn-cs"/>
              </a:rPr>
              <a:t>的</a:t>
            </a:r>
            <a:r>
              <a:rPr lang="en-US" altLang="zh-CN" sz="1200" b="0" i="0" u="none" strike="noStrike" kern="1200" dirty="0">
                <a:solidFill>
                  <a:schemeClr val="tx1"/>
                </a:solidFill>
                <a:effectLst/>
                <a:latin typeface="+mn-lt"/>
                <a:ea typeface="+mn-ea"/>
                <a:cs typeface="+mn-cs"/>
              </a:rPr>
              <a:t>Message</a:t>
            </a:r>
            <a:r>
              <a:rPr lang="zh-CN" altLang="en-US" sz="1200" b="0" i="0" kern="1200" dirty="0">
                <a:solidFill>
                  <a:schemeClr val="tx1"/>
                </a:solidFill>
                <a:effectLst/>
                <a:latin typeface="+mn-lt"/>
                <a:ea typeface="+mn-ea"/>
                <a:cs typeface="+mn-cs"/>
              </a:rPr>
              <a:t>称为</a:t>
            </a:r>
            <a:r>
              <a:rPr lang="en-US" altLang="zh-CN" sz="1200" b="0" i="0" kern="1200" dirty="0">
                <a:solidFill>
                  <a:schemeClr val="tx1"/>
                </a:solidFill>
                <a:effectLst/>
                <a:latin typeface="+mn-lt"/>
                <a:ea typeface="+mn-ea"/>
                <a:cs typeface="+mn-cs"/>
              </a:rPr>
              <a:t>LLDP Message </a:t>
            </a:r>
            <a:r>
              <a:rPr lang="zh-TW" altLang="en-US" sz="1200" b="0" i="0" kern="1200" dirty="0">
                <a:solidFill>
                  <a:schemeClr val="tx1"/>
                </a:solidFill>
                <a:effectLst/>
                <a:latin typeface="+mn-lt"/>
                <a:ea typeface="+mn-ea"/>
                <a:cs typeface="+mn-cs"/>
              </a:rPr>
              <a:t>，它將本地設備的信息組織成</a:t>
            </a:r>
            <a:r>
              <a:rPr lang="en-US" altLang="zh-TW" sz="1200" b="0" i="0" kern="1200" dirty="0">
                <a:solidFill>
                  <a:schemeClr val="tx1"/>
                </a:solidFill>
                <a:effectLst/>
                <a:latin typeface="+mn-lt"/>
                <a:ea typeface="+mn-ea"/>
                <a:cs typeface="+mn-cs"/>
              </a:rPr>
              <a:t>TLV</a:t>
            </a:r>
            <a:r>
              <a:rPr lang="zh-TW" altLang="en-US" sz="1200" b="0" i="0" kern="1200" dirty="0">
                <a:solidFill>
                  <a:schemeClr val="tx1"/>
                </a:solidFill>
                <a:effectLst/>
                <a:latin typeface="+mn-lt"/>
                <a:ea typeface="+mn-ea"/>
                <a:cs typeface="+mn-cs"/>
              </a:rPr>
              <a:t>（</a:t>
            </a:r>
            <a:r>
              <a:rPr lang="en-US" altLang="zh-TW" sz="1200" b="0" i="0" kern="1200" dirty="0">
                <a:solidFill>
                  <a:schemeClr val="tx1"/>
                </a:solidFill>
                <a:effectLst/>
                <a:latin typeface="+mn-lt"/>
                <a:ea typeface="+mn-ea"/>
                <a:cs typeface="+mn-cs"/>
              </a:rPr>
              <a:t>Type/Length/Value </a:t>
            </a:r>
            <a:r>
              <a:rPr lang="zh-TW" altLang="en-US" sz="1200" b="0" i="0" kern="1200" dirty="0">
                <a:solidFill>
                  <a:schemeClr val="tx1"/>
                </a:solidFill>
                <a:effectLst/>
                <a:latin typeface="+mn-lt"/>
                <a:ea typeface="+mn-ea"/>
                <a:cs typeface="+mn-cs"/>
              </a:rPr>
              <a:t>，類型</a:t>
            </a:r>
            <a:r>
              <a:rPr lang="en-US" altLang="zh-TW" sz="1200" b="0" i="0" kern="1200" dirty="0">
                <a:solidFill>
                  <a:schemeClr val="tx1"/>
                </a:solidFill>
                <a:effectLst/>
                <a:latin typeface="+mn-lt"/>
                <a:ea typeface="+mn-ea"/>
                <a:cs typeface="+mn-cs"/>
              </a:rPr>
              <a:t>/ </a:t>
            </a:r>
            <a:r>
              <a:rPr lang="zh-TW" altLang="en-US" sz="1200" b="0" i="0" kern="1200" dirty="0">
                <a:solidFill>
                  <a:schemeClr val="tx1"/>
                </a:solidFill>
                <a:effectLst/>
                <a:latin typeface="+mn-lt"/>
                <a:ea typeface="+mn-ea"/>
                <a:cs typeface="+mn-cs"/>
              </a:rPr>
              <a:t>長度</a:t>
            </a:r>
            <a:r>
              <a:rPr lang="en-US" altLang="zh-TW" sz="1200" b="0" i="0" kern="1200" dirty="0">
                <a:solidFill>
                  <a:schemeClr val="tx1"/>
                </a:solidFill>
                <a:effectLst/>
                <a:latin typeface="+mn-lt"/>
                <a:ea typeface="+mn-ea"/>
                <a:cs typeface="+mn-cs"/>
              </a:rPr>
              <a:t>/ </a:t>
            </a:r>
            <a:r>
              <a:rPr lang="zh-TW" altLang="en-US" sz="1200" b="0" i="0" kern="1200" dirty="0">
                <a:solidFill>
                  <a:schemeClr val="tx1"/>
                </a:solidFill>
                <a:effectLst/>
                <a:latin typeface="+mn-lt"/>
                <a:ea typeface="+mn-ea"/>
                <a:cs typeface="+mn-cs"/>
              </a:rPr>
              <a:t>值）封裝在</a:t>
            </a:r>
            <a:r>
              <a:rPr lang="en-US" altLang="zh-TW" sz="1200" b="0" i="0" kern="1200" dirty="0">
                <a:solidFill>
                  <a:schemeClr val="tx1"/>
                </a:solidFill>
                <a:effectLst/>
                <a:latin typeface="+mn-lt"/>
                <a:ea typeface="+mn-ea"/>
                <a:cs typeface="+mn-cs"/>
              </a:rPr>
              <a:t>LLDPDU</a:t>
            </a:r>
          </a:p>
          <a:p>
            <a:r>
              <a:rPr lang="en-US" altLang="zh-CN" sz="1200" b="0" i="0" kern="1200" dirty="0">
                <a:solidFill>
                  <a:schemeClr val="tx1"/>
                </a:solidFill>
                <a:effectLst/>
                <a:latin typeface="+mn-lt"/>
                <a:ea typeface="+mn-ea"/>
                <a:cs typeface="+mn-cs"/>
              </a:rPr>
              <a:t>TLV</a:t>
            </a:r>
            <a:r>
              <a:rPr lang="zh-CN" altLang="en-US" sz="1200" b="0" i="0" kern="1200" dirty="0">
                <a:solidFill>
                  <a:schemeClr val="tx1"/>
                </a:solidFill>
                <a:effectLst/>
                <a:latin typeface="+mn-lt"/>
                <a:ea typeface="+mn-ea"/>
                <a:cs typeface="+mn-cs"/>
              </a:rPr>
              <a:t>是组成 </a:t>
            </a:r>
            <a:r>
              <a:rPr lang="en-US" altLang="zh-CN" sz="1200" b="0" i="0" kern="1200" dirty="0">
                <a:solidFill>
                  <a:schemeClr val="tx1"/>
                </a:solidFill>
                <a:effectLst/>
                <a:latin typeface="+mn-lt"/>
                <a:ea typeface="+mn-ea"/>
                <a:cs typeface="+mn-cs"/>
              </a:rPr>
              <a:t>LLDPDU</a:t>
            </a:r>
            <a:r>
              <a:rPr lang="zh-CN" altLang="en-US" sz="1200" b="0" i="0" kern="1200" dirty="0">
                <a:solidFill>
                  <a:schemeClr val="tx1"/>
                </a:solidFill>
                <a:effectLst/>
                <a:latin typeface="+mn-lt"/>
                <a:ea typeface="+mn-ea"/>
                <a:cs typeface="+mn-cs"/>
              </a:rPr>
              <a:t>的单元，每个 </a:t>
            </a:r>
            <a:r>
              <a:rPr lang="en-US" altLang="zh-CN" sz="1200" b="0" i="0" kern="1200" dirty="0">
                <a:solidFill>
                  <a:schemeClr val="tx1"/>
                </a:solidFill>
                <a:effectLst/>
                <a:latin typeface="+mn-lt"/>
                <a:ea typeface="+mn-ea"/>
                <a:cs typeface="+mn-cs"/>
              </a:rPr>
              <a:t>TLV</a:t>
            </a:r>
            <a:r>
              <a:rPr lang="zh-CN" altLang="en-US" sz="1200" b="0" i="0" kern="1200" dirty="0">
                <a:solidFill>
                  <a:schemeClr val="tx1"/>
                </a:solidFill>
                <a:effectLst/>
                <a:latin typeface="+mn-lt"/>
                <a:ea typeface="+mn-ea"/>
                <a:cs typeface="+mn-cs"/>
              </a:rPr>
              <a:t>都代表一个信息。</a:t>
            </a:r>
            <a:endParaRPr lang="zh-TW" altLang="en-US" dirty="0"/>
          </a:p>
        </p:txBody>
      </p:sp>
      <p:sp>
        <p:nvSpPr>
          <p:cNvPr id="4" name="投影片編號版面配置區 3"/>
          <p:cNvSpPr>
            <a:spLocks noGrp="1"/>
          </p:cNvSpPr>
          <p:nvPr>
            <p:ph type="sldNum" sz="quarter" idx="5"/>
          </p:nvPr>
        </p:nvSpPr>
        <p:spPr/>
        <p:txBody>
          <a:bodyPr/>
          <a:lstStyle/>
          <a:p>
            <a:fld id="{08227324-3899-4D4D-AD61-B3F74C3D6C20}" type="slidenum">
              <a:rPr lang="en-ID" smtClean="0"/>
              <a:t>3</a:t>
            </a:fld>
            <a:endParaRPr lang="en-ID"/>
          </a:p>
        </p:txBody>
      </p:sp>
    </p:spTree>
    <p:extLst>
      <p:ext uri="{BB962C8B-B14F-4D97-AF65-F5344CB8AC3E}">
        <p14:creationId xmlns:p14="http://schemas.microsoft.com/office/powerpoint/2010/main" val="1581325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kern="1200" dirty="0">
                <a:solidFill>
                  <a:schemeClr val="tx1"/>
                </a:solidFill>
                <a:effectLst/>
                <a:latin typeface="+mn-lt"/>
                <a:ea typeface="+mn-ea"/>
                <a:cs typeface="+mn-cs"/>
              </a:rPr>
              <a:t>LLDPDU </a:t>
            </a:r>
            <a:r>
              <a:rPr lang="zh-TW" altLang="en-US" sz="1200" b="1" kern="1200" dirty="0">
                <a:solidFill>
                  <a:schemeClr val="tx1"/>
                </a:solidFill>
                <a:effectLst/>
                <a:latin typeface="+mn-lt"/>
                <a:ea typeface="+mn-ea"/>
                <a:cs typeface="+mn-cs"/>
              </a:rPr>
              <a:t>發送機制</a:t>
            </a:r>
            <a:endParaRPr lang="en-US" altLang="zh-TW" sz="1200" b="0" i="0" kern="1200" dirty="0">
              <a:solidFill>
                <a:schemeClr val="tx1"/>
              </a:solidFill>
              <a:effectLst/>
              <a:latin typeface="+mn-lt"/>
              <a:ea typeface="+mn-ea"/>
              <a:cs typeface="+mn-cs"/>
            </a:endParaRPr>
          </a:p>
          <a:p>
            <a:r>
              <a:rPr lang="zh-TW" altLang="en-US" sz="1200" b="0" i="0" kern="1200" dirty="0">
                <a:solidFill>
                  <a:schemeClr val="tx1"/>
                </a:solidFill>
                <a:effectLst/>
                <a:latin typeface="+mn-lt"/>
                <a:ea typeface="+mn-ea"/>
                <a:cs typeface="+mn-cs"/>
              </a:rPr>
              <a:t>當端口工作在</a:t>
            </a:r>
            <a:r>
              <a:rPr lang="en-US" altLang="zh-TW" sz="1200" b="0" i="0" kern="1200" dirty="0" err="1">
                <a:solidFill>
                  <a:schemeClr val="tx1"/>
                </a:solidFill>
                <a:effectLst/>
                <a:latin typeface="+mn-lt"/>
                <a:ea typeface="+mn-ea"/>
                <a:cs typeface="+mn-cs"/>
              </a:rPr>
              <a:t>TxRx</a:t>
            </a:r>
            <a:r>
              <a:rPr lang="en-US" altLang="zh-TW" sz="1200" b="0" i="0" kern="1200" dirty="0">
                <a:solidFill>
                  <a:schemeClr val="tx1"/>
                </a:solidFill>
                <a:effectLst/>
                <a:latin typeface="+mn-lt"/>
                <a:ea typeface="+mn-ea"/>
                <a:cs typeface="+mn-cs"/>
              </a:rPr>
              <a:t> </a:t>
            </a:r>
            <a:r>
              <a:rPr lang="zh-TW" altLang="en-US" sz="1200" b="0" i="0" kern="1200" dirty="0">
                <a:solidFill>
                  <a:schemeClr val="tx1"/>
                </a:solidFill>
                <a:effectLst/>
                <a:latin typeface="+mn-lt"/>
                <a:ea typeface="+mn-ea"/>
                <a:cs typeface="+mn-cs"/>
              </a:rPr>
              <a:t>或</a:t>
            </a:r>
            <a:r>
              <a:rPr lang="en-US" altLang="zh-TW" sz="1200" b="0" i="0" kern="1200" dirty="0">
                <a:solidFill>
                  <a:schemeClr val="tx1"/>
                </a:solidFill>
                <a:effectLst/>
                <a:latin typeface="+mn-lt"/>
                <a:ea typeface="+mn-ea"/>
                <a:cs typeface="+mn-cs"/>
              </a:rPr>
              <a:t>Tx </a:t>
            </a:r>
            <a:r>
              <a:rPr lang="zh-TW" altLang="en-US" sz="1200" b="0" i="0" kern="1200" dirty="0">
                <a:solidFill>
                  <a:schemeClr val="tx1"/>
                </a:solidFill>
                <a:effectLst/>
                <a:latin typeface="+mn-lt"/>
                <a:ea typeface="+mn-ea"/>
                <a:cs typeface="+mn-cs"/>
              </a:rPr>
              <a:t>模式時，將按照指定的時間間隔週期性的向鄰居設備發送</a:t>
            </a:r>
            <a:r>
              <a:rPr lang="en-US" altLang="zh-TW" sz="1200" b="0" i="0" kern="1200" dirty="0">
                <a:solidFill>
                  <a:schemeClr val="tx1"/>
                </a:solidFill>
                <a:effectLst/>
                <a:latin typeface="+mn-lt"/>
                <a:ea typeface="+mn-ea"/>
                <a:cs typeface="+mn-cs"/>
              </a:rPr>
              <a:t>LLDPDU </a:t>
            </a:r>
            <a:r>
              <a:rPr lang="zh-TW" altLang="en-US"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en-US" sz="1200" b="0" i="0" kern="1200" dirty="0">
                <a:solidFill>
                  <a:schemeClr val="tx1"/>
                </a:solidFill>
                <a:effectLst/>
                <a:latin typeface="+mn-lt"/>
                <a:ea typeface="+mn-ea"/>
                <a:cs typeface="+mn-cs"/>
              </a:rPr>
              <a:t>當發現一個新鄰居（即接收到一個新的</a:t>
            </a:r>
            <a:r>
              <a:rPr lang="en-US" altLang="zh-TW" sz="1200" b="0" i="0" kern="1200" dirty="0">
                <a:solidFill>
                  <a:schemeClr val="tx1"/>
                </a:solidFill>
                <a:effectLst/>
                <a:latin typeface="+mn-lt"/>
                <a:ea typeface="+mn-ea"/>
                <a:cs typeface="+mn-cs"/>
              </a:rPr>
              <a:t>LLDPDU </a:t>
            </a:r>
            <a:r>
              <a:rPr lang="zh-TW" altLang="en-US" sz="1200" b="0" i="0" kern="1200" dirty="0">
                <a:solidFill>
                  <a:schemeClr val="tx1"/>
                </a:solidFill>
                <a:effectLst/>
                <a:latin typeface="+mn-lt"/>
                <a:ea typeface="+mn-ea"/>
                <a:cs typeface="+mn-cs"/>
              </a:rPr>
              <a:t>且本地沒有保存發送該</a:t>
            </a:r>
            <a:r>
              <a:rPr lang="en-US" altLang="zh-TW" sz="1200" b="0" i="0" kern="1200" dirty="0">
                <a:solidFill>
                  <a:schemeClr val="tx1"/>
                </a:solidFill>
                <a:effectLst/>
                <a:latin typeface="+mn-lt"/>
                <a:ea typeface="+mn-ea"/>
                <a:cs typeface="+mn-cs"/>
              </a:rPr>
              <a:t>LLDPDU </a:t>
            </a:r>
            <a:r>
              <a:rPr lang="zh-TW" altLang="en-US" sz="1200" b="0" i="0" kern="1200" dirty="0">
                <a:solidFill>
                  <a:schemeClr val="tx1"/>
                </a:solidFill>
                <a:effectLst/>
                <a:latin typeface="+mn-lt"/>
                <a:ea typeface="+mn-ea"/>
                <a:cs typeface="+mn-cs"/>
              </a:rPr>
              <a:t>的設備的信息）或工作模式從</a:t>
            </a:r>
            <a:r>
              <a:rPr lang="en-US" altLang="zh-TW" sz="1200" b="0" i="0" kern="1200" dirty="0">
                <a:solidFill>
                  <a:schemeClr val="tx1"/>
                </a:solidFill>
                <a:effectLst/>
                <a:latin typeface="+mn-lt"/>
                <a:ea typeface="+mn-ea"/>
                <a:cs typeface="+mn-cs"/>
              </a:rPr>
              <a:t>Disable</a:t>
            </a:r>
            <a:r>
              <a:rPr lang="zh-TW" altLang="en-US" sz="1200" b="0" i="0" kern="1200" dirty="0">
                <a:solidFill>
                  <a:schemeClr val="tx1"/>
                </a:solidFill>
                <a:effectLst/>
                <a:latin typeface="+mn-lt"/>
                <a:ea typeface="+mn-ea"/>
                <a:cs typeface="+mn-cs"/>
              </a:rPr>
              <a:t>（或</a:t>
            </a:r>
            <a:r>
              <a:rPr lang="en-US" altLang="zh-TW" sz="1200" b="0" i="0" kern="1200" dirty="0">
                <a:solidFill>
                  <a:schemeClr val="tx1"/>
                </a:solidFill>
                <a:effectLst/>
                <a:latin typeface="+mn-lt"/>
                <a:ea typeface="+mn-ea"/>
                <a:cs typeface="+mn-cs"/>
              </a:rPr>
              <a:t>Rx </a:t>
            </a:r>
            <a:r>
              <a:rPr lang="zh-TW" altLang="en-US" sz="1200" b="0" i="0" kern="1200" dirty="0">
                <a:solidFill>
                  <a:schemeClr val="tx1"/>
                </a:solidFill>
                <a:effectLst/>
                <a:latin typeface="+mn-lt"/>
                <a:ea typeface="+mn-ea"/>
                <a:cs typeface="+mn-cs"/>
              </a:rPr>
              <a:t>）切換為</a:t>
            </a:r>
            <a:r>
              <a:rPr lang="en-US" altLang="zh-TW" sz="1200" b="0" i="0" kern="1200" dirty="0" err="1">
                <a:solidFill>
                  <a:schemeClr val="tx1"/>
                </a:solidFill>
                <a:effectLst/>
                <a:latin typeface="+mn-lt"/>
                <a:ea typeface="+mn-ea"/>
                <a:cs typeface="+mn-cs"/>
              </a:rPr>
              <a:t>TxRx</a:t>
            </a:r>
            <a:r>
              <a:rPr lang="en-US" altLang="zh-TW" sz="1200" b="0" i="0" kern="1200" dirty="0">
                <a:solidFill>
                  <a:schemeClr val="tx1"/>
                </a:solidFill>
                <a:effectLst/>
                <a:latin typeface="+mn-lt"/>
                <a:ea typeface="+mn-ea"/>
                <a:cs typeface="+mn-cs"/>
              </a:rPr>
              <a:t> </a:t>
            </a:r>
            <a:r>
              <a:rPr lang="zh-TW" altLang="en-US" sz="1200" b="0" i="0" kern="1200" dirty="0">
                <a:solidFill>
                  <a:schemeClr val="tx1"/>
                </a:solidFill>
                <a:effectLst/>
                <a:latin typeface="+mn-lt"/>
                <a:ea typeface="+mn-ea"/>
                <a:cs typeface="+mn-cs"/>
              </a:rPr>
              <a:t>（或</a:t>
            </a:r>
            <a:r>
              <a:rPr lang="en-US" altLang="zh-TW" sz="1200" b="0" i="0" kern="1200" dirty="0">
                <a:solidFill>
                  <a:schemeClr val="tx1"/>
                </a:solidFill>
                <a:effectLst/>
                <a:latin typeface="+mn-lt"/>
                <a:ea typeface="+mn-ea"/>
                <a:cs typeface="+mn-cs"/>
              </a:rPr>
              <a:t>Tx </a:t>
            </a:r>
            <a:r>
              <a:rPr lang="zh-TW" altLang="en-US" sz="1200" b="0" i="0" kern="1200" dirty="0">
                <a:solidFill>
                  <a:schemeClr val="tx1"/>
                </a:solidFill>
                <a:effectLst/>
                <a:latin typeface="+mn-lt"/>
                <a:ea typeface="+mn-ea"/>
                <a:cs typeface="+mn-cs"/>
              </a:rPr>
              <a:t>）時，為了讓其它設備盡快發現本設備，將啟用快速發送機制，即將</a:t>
            </a:r>
            <a:r>
              <a:rPr lang="en-US" altLang="zh-TW" sz="1200" b="0" i="0" kern="1200" dirty="0">
                <a:solidFill>
                  <a:schemeClr val="tx1"/>
                </a:solidFill>
                <a:effectLst/>
                <a:latin typeface="+mn-lt"/>
                <a:ea typeface="+mn-ea"/>
                <a:cs typeface="+mn-cs"/>
              </a:rPr>
              <a:t>LLDP </a:t>
            </a:r>
            <a:r>
              <a:rPr lang="zh-TW" altLang="en-US" sz="1200" b="0" i="0" kern="1200" dirty="0">
                <a:solidFill>
                  <a:schemeClr val="tx1"/>
                </a:solidFill>
                <a:effectLst/>
                <a:latin typeface="+mn-lt"/>
                <a:ea typeface="+mn-ea"/>
                <a:cs typeface="+mn-cs"/>
              </a:rPr>
              <a:t>報文的發送週期縮短為</a:t>
            </a:r>
            <a:r>
              <a:rPr lang="en-US" altLang="zh-TW" sz="1200" b="0" i="0" kern="1200" dirty="0">
                <a:solidFill>
                  <a:schemeClr val="tx1"/>
                </a:solidFill>
                <a:effectLst/>
                <a:latin typeface="+mn-lt"/>
                <a:ea typeface="+mn-ea"/>
                <a:cs typeface="+mn-cs"/>
              </a:rPr>
              <a:t>1 </a:t>
            </a:r>
            <a:r>
              <a:rPr lang="zh-TW" altLang="en-US" sz="1200" b="0" i="0" kern="1200" dirty="0">
                <a:solidFill>
                  <a:schemeClr val="tx1"/>
                </a:solidFill>
                <a:effectLst/>
                <a:latin typeface="+mn-lt"/>
                <a:ea typeface="+mn-ea"/>
                <a:cs typeface="+mn-cs"/>
              </a:rPr>
              <a:t>秒，並連續發送指定數量的</a:t>
            </a:r>
            <a:r>
              <a:rPr lang="en-US" altLang="zh-TW" sz="1200" b="0" i="0" kern="1200" dirty="0">
                <a:solidFill>
                  <a:schemeClr val="tx1"/>
                </a:solidFill>
                <a:effectLst/>
                <a:latin typeface="+mn-lt"/>
                <a:ea typeface="+mn-ea"/>
                <a:cs typeface="+mn-cs"/>
              </a:rPr>
              <a:t>LLDPDU </a:t>
            </a:r>
            <a:r>
              <a:rPr lang="zh-TW" altLang="en-US" sz="1200" b="0" i="0" kern="1200" dirty="0">
                <a:solidFill>
                  <a:schemeClr val="tx1"/>
                </a:solidFill>
                <a:effectLst/>
                <a:latin typeface="+mn-lt"/>
                <a:ea typeface="+mn-ea"/>
                <a:cs typeface="+mn-cs"/>
              </a:rPr>
              <a:t>後再恢復為正常的發送週期。</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kern="1200" dirty="0">
                <a:solidFill>
                  <a:schemeClr val="tx1"/>
                </a:solidFill>
                <a:effectLst/>
                <a:latin typeface="+mn-lt"/>
                <a:ea typeface="+mn-ea"/>
                <a:cs typeface="+mn-cs"/>
              </a:rPr>
              <a:t>LLDPDU </a:t>
            </a:r>
            <a:r>
              <a:rPr lang="zh-TW" altLang="en-US" sz="1200" b="1" kern="1200" dirty="0">
                <a:solidFill>
                  <a:schemeClr val="tx1"/>
                </a:solidFill>
                <a:effectLst/>
                <a:latin typeface="+mn-lt"/>
                <a:ea typeface="+mn-ea"/>
                <a:cs typeface="+mn-cs"/>
              </a:rPr>
              <a:t>接收機制</a:t>
            </a:r>
            <a:endParaRPr lang="en-US" altLang="zh-TW"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0" i="0" kern="1200" dirty="0">
                <a:solidFill>
                  <a:schemeClr val="tx1"/>
                </a:solidFill>
                <a:effectLst/>
                <a:latin typeface="+mn-lt"/>
                <a:ea typeface="+mn-ea"/>
                <a:cs typeface="+mn-cs"/>
              </a:rPr>
              <a:t>當端口工作在</a:t>
            </a:r>
            <a:r>
              <a:rPr lang="en-US" altLang="zh-TW" sz="1200" b="0" i="0" kern="1200" dirty="0" err="1">
                <a:solidFill>
                  <a:schemeClr val="tx1"/>
                </a:solidFill>
                <a:effectLst/>
                <a:latin typeface="+mn-lt"/>
                <a:ea typeface="+mn-ea"/>
                <a:cs typeface="+mn-cs"/>
              </a:rPr>
              <a:t>TxRx</a:t>
            </a:r>
            <a:r>
              <a:rPr lang="en-US" altLang="zh-TW" sz="1200" b="0" i="0" kern="1200" dirty="0">
                <a:solidFill>
                  <a:schemeClr val="tx1"/>
                </a:solidFill>
                <a:effectLst/>
                <a:latin typeface="+mn-lt"/>
                <a:ea typeface="+mn-ea"/>
                <a:cs typeface="+mn-cs"/>
              </a:rPr>
              <a:t> </a:t>
            </a:r>
            <a:r>
              <a:rPr lang="zh-TW" altLang="en-US" sz="1200" b="0" i="0" kern="1200" dirty="0">
                <a:solidFill>
                  <a:schemeClr val="tx1"/>
                </a:solidFill>
                <a:effectLst/>
                <a:latin typeface="+mn-lt"/>
                <a:ea typeface="+mn-ea"/>
                <a:cs typeface="+mn-cs"/>
              </a:rPr>
              <a:t>或</a:t>
            </a:r>
            <a:r>
              <a:rPr lang="en-US" altLang="zh-TW" sz="1200" b="0" i="0" kern="1200" dirty="0">
                <a:solidFill>
                  <a:schemeClr val="tx1"/>
                </a:solidFill>
                <a:effectLst/>
                <a:latin typeface="+mn-lt"/>
                <a:ea typeface="+mn-ea"/>
                <a:cs typeface="+mn-cs"/>
              </a:rPr>
              <a:t>Rx </a:t>
            </a:r>
            <a:r>
              <a:rPr lang="zh-TW" altLang="en-US" sz="1200" b="0" i="0" kern="1200" dirty="0">
                <a:solidFill>
                  <a:schemeClr val="tx1"/>
                </a:solidFill>
                <a:effectLst/>
                <a:latin typeface="+mn-lt"/>
                <a:ea typeface="+mn-ea"/>
                <a:cs typeface="+mn-cs"/>
              </a:rPr>
              <a:t>模式時，將對收到的</a:t>
            </a:r>
            <a:r>
              <a:rPr lang="en-US" altLang="zh-TW" sz="1200" b="0" i="0" kern="1200" dirty="0">
                <a:solidFill>
                  <a:schemeClr val="tx1"/>
                </a:solidFill>
                <a:effectLst/>
                <a:latin typeface="+mn-lt"/>
                <a:ea typeface="+mn-ea"/>
                <a:cs typeface="+mn-cs"/>
              </a:rPr>
              <a:t>LLDPDU </a:t>
            </a:r>
            <a:r>
              <a:rPr lang="zh-TW" altLang="en-US" sz="1200" b="0" i="0" kern="1200" dirty="0">
                <a:solidFill>
                  <a:schemeClr val="tx1"/>
                </a:solidFill>
                <a:effectLst/>
                <a:latin typeface="+mn-lt"/>
                <a:ea typeface="+mn-ea"/>
                <a:cs typeface="+mn-cs"/>
              </a:rPr>
              <a:t>及其攜帶的</a:t>
            </a:r>
            <a:r>
              <a:rPr lang="en-US" altLang="zh-TW" sz="1200" b="0" i="0" kern="1200" dirty="0">
                <a:solidFill>
                  <a:schemeClr val="tx1"/>
                </a:solidFill>
                <a:effectLst/>
                <a:latin typeface="+mn-lt"/>
                <a:ea typeface="+mn-ea"/>
                <a:cs typeface="+mn-cs"/>
              </a:rPr>
              <a:t>TLV </a:t>
            </a:r>
            <a:r>
              <a:rPr lang="zh-TW" altLang="en-US" sz="1200" b="0" i="0" kern="1200" dirty="0">
                <a:solidFill>
                  <a:schemeClr val="tx1"/>
                </a:solidFill>
                <a:effectLst/>
                <a:latin typeface="+mn-lt"/>
                <a:ea typeface="+mn-ea"/>
                <a:cs typeface="+mn-cs"/>
              </a:rPr>
              <a:t>進行有效性檢查。通過有效性檢查後，將鄰居信息保存到本地設備</a:t>
            </a:r>
            <a:endParaRPr lang="zh-TW" altLang="en-US" sz="1200" b="1"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08227324-3899-4D4D-AD61-B3F74C3D6C20}" type="slidenum">
              <a:rPr lang="en-ID" smtClean="0"/>
              <a:t>4</a:t>
            </a:fld>
            <a:endParaRPr lang="en-ID"/>
          </a:p>
        </p:txBody>
      </p:sp>
    </p:spTree>
    <p:extLst>
      <p:ext uri="{BB962C8B-B14F-4D97-AF65-F5344CB8AC3E}">
        <p14:creationId xmlns:p14="http://schemas.microsoft.com/office/powerpoint/2010/main" val="7401905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我們可以將</a:t>
            </a:r>
            <a:r>
              <a:rPr lang="en-US" altLang="zh-TW" dirty="0"/>
              <a:t>QoS</a:t>
            </a:r>
            <a:r>
              <a:rPr lang="zh-TW" altLang="en-US" dirty="0"/>
              <a:t>信息作為自定義</a:t>
            </a:r>
            <a:r>
              <a:rPr lang="en-US" altLang="zh-TW" dirty="0"/>
              <a:t>TLV</a:t>
            </a:r>
            <a:r>
              <a:rPr lang="zh-TW" altLang="en-US" dirty="0"/>
              <a:t>包含在</a:t>
            </a:r>
            <a:r>
              <a:rPr lang="en-US" altLang="zh-TW" dirty="0"/>
              <a:t>LLDP</a:t>
            </a:r>
            <a:r>
              <a:rPr lang="zh-TW" altLang="en-US" dirty="0"/>
              <a:t>數據包中。 以這種方式，</a:t>
            </a:r>
            <a:r>
              <a:rPr lang="en-US" altLang="zh-TW" dirty="0"/>
              <a:t>LLDP</a:t>
            </a:r>
            <a:r>
              <a:rPr lang="zh-TW" altLang="en-US" dirty="0"/>
              <a:t>可以被視為包含</a:t>
            </a:r>
            <a:r>
              <a:rPr lang="en-US" altLang="zh-TW" dirty="0"/>
              <a:t>QoS</a:t>
            </a:r>
            <a:r>
              <a:rPr lang="zh-TW" altLang="en-US" dirty="0"/>
              <a:t>信息（即，基於</a:t>
            </a:r>
            <a:r>
              <a:rPr lang="en-US" altLang="zh-TW" dirty="0"/>
              <a:t>LLDP</a:t>
            </a:r>
            <a:r>
              <a:rPr lang="zh-TW" altLang="en-US" dirty="0"/>
              <a:t>的</a:t>
            </a:r>
            <a:r>
              <a:rPr lang="en-US" altLang="zh-TW" dirty="0"/>
              <a:t>QoS</a:t>
            </a:r>
            <a:r>
              <a:rPr lang="zh-TW" altLang="en-US" dirty="0"/>
              <a:t>）和其他有用屬性作為其有效載荷的“渡輪”。 我們如圖所示定義</a:t>
            </a:r>
            <a:r>
              <a:rPr lang="en-US" altLang="zh-TW" dirty="0"/>
              <a:t>QoS TLV</a:t>
            </a:r>
            <a:r>
              <a:rPr lang="zh-TW" altLang="en-US" dirty="0"/>
              <a:t>。</a:t>
            </a:r>
            <a:endParaRPr lang="en-US" altLang="zh-TW" dirty="0"/>
          </a:p>
          <a:p>
            <a:endParaRPr lang="en-US" altLang="zh-TW" dirty="0"/>
          </a:p>
          <a:p>
            <a:endParaRPr lang="en-US" altLang="zh-TW" dirty="0"/>
          </a:p>
          <a:p>
            <a:r>
              <a:rPr lang="en-US" altLang="zh-TW" dirty="0"/>
              <a:t>(</a:t>
            </a:r>
            <a:r>
              <a:rPr lang="zh-TW" altLang="en-US" sz="1200" b="0" i="0" kern="1200" dirty="0">
                <a:solidFill>
                  <a:schemeClr val="tx1"/>
                </a:solidFill>
                <a:effectLst/>
                <a:latin typeface="+mn-lt"/>
                <a:ea typeface="+mn-ea"/>
                <a:cs typeface="+mn-cs"/>
              </a:rPr>
              <a:t>封包到達目的地的時間長短不一，稱為</a:t>
            </a:r>
            <a:r>
              <a:rPr lang="en-US" altLang="zh-TW" sz="1200" b="0" i="1" kern="1200" dirty="0">
                <a:solidFill>
                  <a:schemeClr val="tx1"/>
                </a:solidFill>
                <a:effectLst/>
                <a:latin typeface="+mn-lt"/>
                <a:ea typeface="+mn-ea"/>
                <a:cs typeface="+mn-cs"/>
              </a:rPr>
              <a:t>jitter</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抖動</a:t>
            </a:r>
            <a:r>
              <a:rPr lang="en-US" altLang="zh-TW" sz="1200" b="0" i="0" kern="1200" dirty="0">
                <a:solidFill>
                  <a:schemeClr val="tx1"/>
                </a:solidFill>
                <a:effectLst/>
                <a:latin typeface="+mn-lt"/>
                <a:ea typeface="+mn-ea"/>
                <a:cs typeface="+mn-cs"/>
              </a:rPr>
              <a:t>))</a:t>
            </a:r>
          </a:p>
          <a:p>
            <a:endParaRPr lang="zh-TW" altLang="en-US" dirty="0"/>
          </a:p>
        </p:txBody>
      </p:sp>
      <p:sp>
        <p:nvSpPr>
          <p:cNvPr id="4" name="投影片編號版面配置區 3"/>
          <p:cNvSpPr>
            <a:spLocks noGrp="1"/>
          </p:cNvSpPr>
          <p:nvPr>
            <p:ph type="sldNum" sz="quarter" idx="5"/>
          </p:nvPr>
        </p:nvSpPr>
        <p:spPr/>
        <p:txBody>
          <a:bodyPr/>
          <a:lstStyle/>
          <a:p>
            <a:fld id="{08227324-3899-4D4D-AD61-B3F74C3D6C20}" type="slidenum">
              <a:rPr lang="en-ID" smtClean="0"/>
              <a:t>5</a:t>
            </a:fld>
            <a:endParaRPr lang="en-ID"/>
          </a:p>
        </p:txBody>
      </p:sp>
    </p:spTree>
    <p:extLst>
      <p:ext uri="{BB962C8B-B14F-4D97-AF65-F5344CB8AC3E}">
        <p14:creationId xmlns:p14="http://schemas.microsoft.com/office/powerpoint/2010/main" val="23145012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可以在沒有事先存在的情況下按需實例化</a:t>
            </a:r>
            <a:r>
              <a:rPr lang="en-US" altLang="zh-TW" dirty="0"/>
              <a:t>VNF</a:t>
            </a:r>
            <a:r>
              <a:rPr lang="zh-TW" altLang="en-US" dirty="0"/>
              <a:t>實例。換句話說，只要有足夠的資源用於實例化，託管</a:t>
            </a:r>
            <a:r>
              <a:rPr lang="en-US" altLang="zh-TW" dirty="0"/>
              <a:t>VNF</a:t>
            </a:r>
            <a:r>
              <a:rPr lang="zh-TW" altLang="en-US" dirty="0"/>
              <a:t>實例的商品服務器的剩餘資源可以被視為潛在的</a:t>
            </a:r>
            <a:r>
              <a:rPr lang="en-US" altLang="zh-TW" dirty="0"/>
              <a:t>VNF</a:t>
            </a:r>
            <a:r>
              <a:rPr lang="zh-TW" altLang="en-US" dirty="0"/>
              <a:t>實例，這種實例化然後再選擇它 與只根據現有</a:t>
            </a:r>
            <a:r>
              <a:rPr lang="en-US" altLang="zh-TW" dirty="0"/>
              <a:t>VNF</a:t>
            </a:r>
            <a:r>
              <a:rPr lang="zh-TW" altLang="en-US" dirty="0"/>
              <a:t>實例的選擇不同，因為它會產生額外的啟動時間，額外的功耗，額外的操作活動等，這可以被視為運營支出（</a:t>
            </a:r>
            <a:r>
              <a:rPr lang="en-US" altLang="zh-TW" dirty="0"/>
              <a:t>OPEX</a:t>
            </a:r>
            <a:r>
              <a:rPr lang="zh-TW" altLang="en-US" dirty="0"/>
              <a:t>），</a:t>
            </a:r>
            <a:endParaRPr lang="en-US" altLang="zh-TW" dirty="0"/>
          </a:p>
          <a:p>
            <a:endParaRPr lang="en-US" altLang="zh-TW" dirty="0"/>
          </a:p>
          <a:p>
            <a:r>
              <a:rPr lang="zh-TW" altLang="en-US" dirty="0"/>
              <a:t>大</a:t>
            </a:r>
            <a:r>
              <a:rPr lang="en-US" altLang="zh-TW" dirty="0"/>
              <a:t>C</a:t>
            </a:r>
            <a:r>
              <a:rPr lang="zh-TW" altLang="en-US" dirty="0"/>
              <a:t>是符合要求條件的所有</a:t>
            </a:r>
            <a:r>
              <a:rPr lang="en-US" altLang="zh-TW" dirty="0"/>
              <a:t>SFC</a:t>
            </a:r>
          </a:p>
          <a:p>
            <a:endParaRPr lang="en-US" altLang="zh-TW" dirty="0"/>
          </a:p>
          <a:p>
            <a:r>
              <a:rPr lang="en-US" altLang="zh-TW" dirty="0"/>
              <a:t>F-SFC</a:t>
            </a:r>
            <a:r>
              <a:rPr lang="zh-TW" altLang="en-US" dirty="0"/>
              <a:t>在所有候選的</a:t>
            </a:r>
            <a:r>
              <a:rPr lang="en-US" altLang="zh-TW" dirty="0"/>
              <a:t>VNF</a:t>
            </a:r>
            <a:r>
              <a:rPr lang="zh-TW" altLang="en-US" dirty="0"/>
              <a:t>中挑選</a:t>
            </a:r>
            <a:r>
              <a:rPr lang="en-US" altLang="zh-TW" dirty="0" err="1"/>
              <a:t>QoE</a:t>
            </a:r>
            <a:r>
              <a:rPr lang="zh-TW" altLang="en-US" dirty="0"/>
              <a:t>最大的</a:t>
            </a:r>
          </a:p>
        </p:txBody>
      </p:sp>
      <p:sp>
        <p:nvSpPr>
          <p:cNvPr id="4" name="投影片編號版面配置區 3"/>
          <p:cNvSpPr>
            <a:spLocks noGrp="1"/>
          </p:cNvSpPr>
          <p:nvPr>
            <p:ph type="sldNum" sz="quarter" idx="5"/>
          </p:nvPr>
        </p:nvSpPr>
        <p:spPr/>
        <p:txBody>
          <a:bodyPr/>
          <a:lstStyle/>
          <a:p>
            <a:fld id="{08227324-3899-4D4D-AD61-B3F74C3D6C20}" type="slidenum">
              <a:rPr lang="en-ID" smtClean="0"/>
              <a:t>6</a:t>
            </a:fld>
            <a:endParaRPr lang="en-ID"/>
          </a:p>
        </p:txBody>
      </p:sp>
    </p:spTree>
    <p:extLst>
      <p:ext uri="{BB962C8B-B14F-4D97-AF65-F5344CB8AC3E}">
        <p14:creationId xmlns:p14="http://schemas.microsoft.com/office/powerpoint/2010/main" val="42528903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err="1"/>
              <a:t>QoE</a:t>
            </a:r>
            <a:r>
              <a:rPr lang="en-US" altLang="zh-TW" dirty="0"/>
              <a:t>/QoS-aware SFC Orchestration (Q2-SFC) is the </a:t>
            </a:r>
            <a:r>
              <a:rPr lang="en-US" altLang="zh-TW" dirty="0" err="1"/>
              <a:t>QoE</a:t>
            </a:r>
            <a:r>
              <a:rPr lang="en-US" altLang="zh-TW" dirty="0"/>
              <a:t>-SFC that satisﬁes the QoS constraints of the SFC request.</a:t>
            </a:r>
            <a:endParaRPr lang="zh-TW" altLang="en-US" dirty="0"/>
          </a:p>
        </p:txBody>
      </p:sp>
      <p:sp>
        <p:nvSpPr>
          <p:cNvPr id="4" name="投影片編號版面配置區 3"/>
          <p:cNvSpPr>
            <a:spLocks noGrp="1"/>
          </p:cNvSpPr>
          <p:nvPr>
            <p:ph type="sldNum" sz="quarter" idx="5"/>
          </p:nvPr>
        </p:nvSpPr>
        <p:spPr/>
        <p:txBody>
          <a:bodyPr/>
          <a:lstStyle/>
          <a:p>
            <a:fld id="{08227324-3899-4D4D-AD61-B3F74C3D6C20}" type="slidenum">
              <a:rPr lang="en-ID" smtClean="0"/>
              <a:t>7</a:t>
            </a:fld>
            <a:endParaRPr lang="en-ID"/>
          </a:p>
        </p:txBody>
      </p:sp>
    </p:spTree>
    <p:extLst>
      <p:ext uri="{BB962C8B-B14F-4D97-AF65-F5344CB8AC3E}">
        <p14:creationId xmlns:p14="http://schemas.microsoft.com/office/powerpoint/2010/main" val="23398085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希臘字母代表不變的常數 但是超出本篇範圍 作者不講 要讀者有興趣自己看數學</a:t>
            </a:r>
            <a:r>
              <a:rPr lang="en-US" altLang="zh-TW" dirty="0"/>
              <a:t>paper</a:t>
            </a:r>
          </a:p>
          <a:p>
            <a:r>
              <a:rPr lang="en-US" altLang="zh-TW" dirty="0"/>
              <a:t>WFL: </a:t>
            </a:r>
            <a:r>
              <a:rPr lang="zh-TW" altLang="en-US" dirty="0"/>
              <a:t>原本用戶的頻寬只有</a:t>
            </a:r>
            <a:r>
              <a:rPr lang="en-US" altLang="zh-TW" dirty="0"/>
              <a:t>10mbps</a:t>
            </a:r>
            <a:r>
              <a:rPr lang="zh-TW" altLang="en-US" dirty="0"/>
              <a:t> 現在給他</a:t>
            </a:r>
            <a:r>
              <a:rPr lang="en-US" altLang="zh-TW" dirty="0"/>
              <a:t>20mbps </a:t>
            </a:r>
            <a:r>
              <a:rPr lang="zh-TW" altLang="en-US" dirty="0"/>
              <a:t>用戶感覺不出有兩倍差異，但當我妹直接給他</a:t>
            </a:r>
            <a:r>
              <a:rPr lang="en-US" altLang="zh-TW" dirty="0"/>
              <a:t>100mpbs</a:t>
            </a:r>
            <a:r>
              <a:rPr lang="zh-TW" altLang="en-US" dirty="0"/>
              <a:t>，用戶就能感受到明顯差別。</a:t>
            </a:r>
            <a:endParaRPr lang="en-US" altLang="zh-TW" dirty="0"/>
          </a:p>
          <a:p>
            <a:endParaRPr lang="en-US" altLang="zh-TW" dirty="0"/>
          </a:p>
          <a:p>
            <a:r>
              <a:rPr lang="en-US" altLang="zh-TW" dirty="0"/>
              <a:t>IQX:</a:t>
            </a:r>
            <a:r>
              <a:rPr lang="zh-TW" altLang="en-US" dirty="0"/>
              <a:t>因為</a:t>
            </a:r>
            <a:r>
              <a:rPr lang="en-US" altLang="zh-TW" dirty="0"/>
              <a:t>packet</a:t>
            </a:r>
            <a:r>
              <a:rPr lang="zh-TW" altLang="en-US" dirty="0"/>
              <a:t>丟失導致影片出現故障或暫停，會影響用戶體驗，可能造成他們不耐煩的去刷新網頁</a:t>
            </a:r>
            <a:endParaRPr lang="en-US" altLang="zh-TW" dirty="0"/>
          </a:p>
        </p:txBody>
      </p:sp>
      <p:sp>
        <p:nvSpPr>
          <p:cNvPr id="4" name="投影片編號版面配置區 3"/>
          <p:cNvSpPr>
            <a:spLocks noGrp="1"/>
          </p:cNvSpPr>
          <p:nvPr>
            <p:ph type="sldNum" sz="quarter" idx="5"/>
          </p:nvPr>
        </p:nvSpPr>
        <p:spPr/>
        <p:txBody>
          <a:bodyPr/>
          <a:lstStyle/>
          <a:p>
            <a:fld id="{08227324-3899-4D4D-AD61-B3F74C3D6C20}" type="slidenum">
              <a:rPr lang="en-ID" smtClean="0"/>
              <a:t>10</a:t>
            </a:fld>
            <a:endParaRPr lang="en-ID"/>
          </a:p>
        </p:txBody>
      </p:sp>
    </p:spTree>
    <p:extLst>
      <p:ext uri="{BB962C8B-B14F-4D97-AF65-F5344CB8AC3E}">
        <p14:creationId xmlns:p14="http://schemas.microsoft.com/office/powerpoint/2010/main" val="26411874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有兩種策略來選擇</a:t>
            </a:r>
            <a:r>
              <a:rPr lang="en-US" altLang="zh-TW" dirty="0"/>
              <a:t>VNF</a:t>
            </a:r>
            <a:r>
              <a:rPr lang="zh-TW" altLang="en-US" dirty="0"/>
              <a:t>實例：</a:t>
            </a:r>
            <a:r>
              <a:rPr lang="en-US" altLang="zh-TW" dirty="0"/>
              <a:t>1</a:t>
            </a:r>
            <a:r>
              <a:rPr lang="zh-TW" altLang="en-US" dirty="0"/>
              <a:t>）它可能更喜歡選擇尚未執行的新</a:t>
            </a:r>
            <a:r>
              <a:rPr lang="en-US" altLang="zh-TW" dirty="0"/>
              <a:t>VNF</a:t>
            </a:r>
            <a:r>
              <a:rPr lang="zh-TW" altLang="en-US" dirty="0"/>
              <a:t>實例，增強對網絡情況（即探索）的感知並提高它們的概率 做出最佳決策</a:t>
            </a:r>
            <a:r>
              <a:rPr lang="en-US" altLang="zh-TW" dirty="0"/>
              <a:t>; </a:t>
            </a:r>
            <a:r>
              <a:rPr lang="zh-TW" altLang="en-US" dirty="0"/>
              <a:t>或者</a:t>
            </a:r>
            <a:r>
              <a:rPr lang="en-US" altLang="zh-TW" dirty="0"/>
              <a:t>2</a:t>
            </a:r>
            <a:r>
              <a:rPr lang="zh-TW" altLang="en-US" dirty="0"/>
              <a:t>）它還可能更喜歡根據當前網絡情況重複選擇當前已知的最佳</a:t>
            </a:r>
            <a:r>
              <a:rPr lang="en-US" altLang="zh-TW" dirty="0"/>
              <a:t>VNF</a:t>
            </a:r>
            <a:r>
              <a:rPr lang="zh-TW" altLang="en-US" dirty="0"/>
              <a:t>實例，並用相對保守的方法獲得最大已知回報 </a:t>
            </a:r>
            <a:endParaRPr lang="en-US" altLang="zh-TW" dirty="0"/>
          </a:p>
          <a:p>
            <a:r>
              <a:rPr lang="zh-TW" altLang="en-US" dirty="0"/>
              <a:t>而過度開採可能會失去發現更好的替代方案的機會</a:t>
            </a:r>
            <a:r>
              <a:rPr lang="en-US" altLang="zh-TW" dirty="0"/>
              <a:t>; </a:t>
            </a:r>
            <a:r>
              <a:rPr lang="zh-TW" altLang="en-US" dirty="0"/>
              <a:t>同時，可用資源也可能因過度利用而耗盡（例如，某些節點可能過載）。</a:t>
            </a:r>
          </a:p>
        </p:txBody>
      </p:sp>
      <p:sp>
        <p:nvSpPr>
          <p:cNvPr id="4" name="投影片編號版面配置區 3"/>
          <p:cNvSpPr>
            <a:spLocks noGrp="1"/>
          </p:cNvSpPr>
          <p:nvPr>
            <p:ph type="sldNum" sz="quarter" idx="5"/>
          </p:nvPr>
        </p:nvSpPr>
        <p:spPr/>
        <p:txBody>
          <a:bodyPr/>
          <a:lstStyle/>
          <a:p>
            <a:fld id="{08227324-3899-4D4D-AD61-B3F74C3D6C20}" type="slidenum">
              <a:rPr lang="en-ID" smtClean="0"/>
              <a:t>11</a:t>
            </a:fld>
            <a:endParaRPr lang="en-ID"/>
          </a:p>
        </p:txBody>
      </p:sp>
    </p:spTree>
    <p:extLst>
      <p:ext uri="{BB962C8B-B14F-4D97-AF65-F5344CB8AC3E}">
        <p14:creationId xmlns:p14="http://schemas.microsoft.com/office/powerpoint/2010/main" val="19065220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b="0" i="0" kern="1200" dirty="0">
                <a:solidFill>
                  <a:schemeClr val="tx1"/>
                </a:solidFill>
                <a:effectLst/>
                <a:latin typeface="+mn-lt"/>
                <a:ea typeface="+mn-ea"/>
                <a:cs typeface="+mn-cs"/>
              </a:rPr>
              <a:t>epsilon-Greedy</a:t>
            </a:r>
            <a:r>
              <a:rPr lang="zh-TW" altLang="en-US" sz="1200" b="0" i="0" kern="1200" dirty="0">
                <a:solidFill>
                  <a:schemeClr val="tx1"/>
                </a:solidFill>
                <a:effectLst/>
                <a:latin typeface="+mn-lt"/>
                <a:ea typeface="+mn-ea"/>
                <a:cs typeface="+mn-cs"/>
              </a:rPr>
              <a:t>算法（</a:t>
            </a:r>
            <a:r>
              <a:rPr lang="el-GR" altLang="zh-TW" sz="1200" b="0" i="0" u="none" strike="noStrike" kern="1200" dirty="0">
                <a:solidFill>
                  <a:schemeClr val="tx1"/>
                </a:solidFill>
                <a:effectLst/>
                <a:latin typeface="+mn-lt"/>
                <a:ea typeface="+mn-ea"/>
                <a:cs typeface="+mn-cs"/>
              </a:rPr>
              <a:t>ϵ</a:t>
            </a:r>
            <a:r>
              <a:rPr lang="el-GR"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贪婪算法）算是</a:t>
            </a:r>
            <a:r>
              <a:rPr lang="en-US" altLang="zh-TW" sz="1200" b="0" i="0" kern="1200" dirty="0">
                <a:solidFill>
                  <a:schemeClr val="tx1"/>
                </a:solidFill>
                <a:effectLst/>
                <a:latin typeface="+mn-lt"/>
                <a:ea typeface="+mn-ea"/>
                <a:cs typeface="+mn-cs"/>
              </a:rPr>
              <a:t>MBA(Multiarmed Bandit Algorithms)</a:t>
            </a:r>
            <a:r>
              <a:rPr lang="zh-TW" altLang="en-US" sz="1200" b="0" i="0" kern="1200" dirty="0">
                <a:solidFill>
                  <a:schemeClr val="tx1"/>
                </a:solidFill>
                <a:effectLst/>
                <a:latin typeface="+mn-lt"/>
                <a:ea typeface="+mn-ea"/>
                <a:cs typeface="+mn-cs"/>
              </a:rPr>
              <a:t>算法中最简单的一种，</a:t>
            </a:r>
            <a:endParaRPr lang="en-US" altLang="zh-TW" sz="1200" b="0" i="0" kern="1200" dirty="0">
              <a:solidFill>
                <a:schemeClr val="tx1"/>
              </a:solidFill>
              <a:effectLst/>
              <a:latin typeface="+mn-lt"/>
              <a:ea typeface="+mn-ea"/>
              <a:cs typeface="+mn-cs"/>
            </a:endParaRPr>
          </a:p>
          <a:p>
            <a:r>
              <a:rPr lang="zh-CN" altLang="en-US" dirty="0"/>
              <a:t>现在假如你面前有</a:t>
            </a:r>
            <a:r>
              <a:rPr lang="en-US" altLang="zh-CN" dirty="0"/>
              <a:t>n</a:t>
            </a:r>
            <a:r>
              <a:rPr lang="zh-CN" altLang="en-US" dirty="0"/>
              <a:t>台老虎机，每台老虎机吐钱的概率不一样。你并不清楚每台老虎机的吐钱的概率分布。那么，如果你想要最大化收益，你该怎么办呢？ 通常来说，你内心可能有两种好的决策：</a:t>
            </a:r>
            <a:r>
              <a:rPr lang="en-US" altLang="zh-CN" dirty="0"/>
              <a:t>1</a:t>
            </a:r>
            <a:r>
              <a:rPr lang="zh-CN" altLang="en-US" dirty="0"/>
              <a:t>、找到某一台收益还不错的老虎机，然后坚持摇这台老虎机；</a:t>
            </a:r>
            <a:r>
              <a:rPr lang="en-US" altLang="zh-CN" dirty="0"/>
              <a:t>2</a:t>
            </a:r>
            <a:r>
              <a:rPr lang="zh-CN" altLang="en-US" dirty="0"/>
              <a:t>、不断尝试探索新的老虎机。这个探索的过程中，可能发现更好的老虎机，当然也要承担摇差的老虎机带来损失的风险。显然，第一种对应的就是“</a:t>
            </a:r>
            <a:r>
              <a:rPr lang="en-US" altLang="zh-CN" dirty="0"/>
              <a:t>exploit”</a:t>
            </a:r>
            <a:r>
              <a:rPr lang="zh-CN" altLang="en-US" dirty="0"/>
              <a:t>，第二种对应“</a:t>
            </a:r>
            <a:r>
              <a:rPr lang="en-US" altLang="zh-CN" dirty="0"/>
              <a:t>explore”</a:t>
            </a:r>
            <a:r>
              <a:rPr lang="zh-CN" altLang="en-US" dirty="0"/>
              <a:t>，而</a:t>
            </a:r>
            <a:r>
              <a:rPr lang="en-US" altLang="zh-CN" dirty="0"/>
              <a:t>bandit</a:t>
            </a:r>
            <a:r>
              <a:rPr lang="zh-CN" altLang="en-US" dirty="0"/>
              <a:t>算法就是要解决这种</a:t>
            </a:r>
            <a:r>
              <a:rPr lang="en-US" altLang="zh-CN" dirty="0"/>
              <a:t>EE</a:t>
            </a:r>
            <a:r>
              <a:rPr lang="zh-CN" altLang="en-US" dirty="0"/>
              <a:t>问题，实现最大化收益。</a:t>
            </a:r>
            <a:endParaRPr lang="en-US" altLang="zh-CN" dirty="0"/>
          </a:p>
          <a:p>
            <a:r>
              <a:rPr lang="zh-CN" altLang="en-US" sz="1200" b="0" i="0" kern="1200" dirty="0">
                <a:solidFill>
                  <a:schemeClr val="tx1"/>
                </a:solidFill>
                <a:effectLst/>
                <a:latin typeface="+mn-lt"/>
                <a:ea typeface="+mn-ea"/>
                <a:cs typeface="+mn-cs"/>
              </a:rPr>
              <a:t>纯粹贪婪的算法，放到这种多臂老虎机的场景来看就是每次都选择当前那个最好的臂摇，即使从长远来看可能非常不好。</a:t>
            </a:r>
            <a:endParaRPr lang="en-US" altLang="zh-CN" sz="1200" b="0" i="0" kern="1200" dirty="0">
              <a:solidFill>
                <a:schemeClr val="tx1"/>
              </a:solidFill>
              <a:effectLst/>
              <a:latin typeface="+mn-lt"/>
              <a:ea typeface="+mn-ea"/>
              <a:cs typeface="+mn-cs"/>
            </a:endParaRPr>
          </a:p>
          <a:p>
            <a:r>
              <a:rPr lang="zh-CN" altLang="en-US" dirty="0"/>
              <a:t>区别仅仅就在这个</a:t>
            </a:r>
            <a:r>
              <a:rPr lang="en-US" altLang="zh-CN" dirty="0"/>
              <a:t>ϵϵ</a:t>
            </a:r>
            <a:r>
              <a:rPr lang="zh-CN" altLang="en-US" dirty="0"/>
              <a:t>。这个</a:t>
            </a:r>
            <a:r>
              <a:rPr lang="en-US" altLang="zh-CN" dirty="0"/>
              <a:t>ϵϵ</a:t>
            </a:r>
            <a:r>
              <a:rPr lang="zh-CN" altLang="en-US" dirty="0"/>
              <a:t>代表执行执行“探索”的概率。比如设置</a:t>
            </a:r>
            <a:r>
              <a:rPr lang="en-US" altLang="zh-CN" dirty="0"/>
              <a:t>ϵϵ=0.1</a:t>
            </a:r>
            <a:r>
              <a:rPr lang="zh-CN" altLang="en-US" dirty="0"/>
              <a:t>，那么就表示有</a:t>
            </a:r>
            <a:r>
              <a:rPr lang="en-US" altLang="zh-CN" dirty="0"/>
              <a:t>10%</a:t>
            </a:r>
            <a:r>
              <a:rPr lang="zh-CN" altLang="en-US" dirty="0"/>
              <a:t>的概率会进行“探索”操作，而</a:t>
            </a:r>
            <a:r>
              <a:rPr lang="en-US" altLang="zh-CN" dirty="0"/>
              <a:t>90%</a:t>
            </a:r>
            <a:r>
              <a:rPr lang="zh-CN" altLang="en-US" dirty="0"/>
              <a:t>会进行“利用”操作，也就是摇当前最好的臂。如果以摇老虎机臂的过程，用次数来算的话，也就是，每</a:t>
            </a:r>
            <a:r>
              <a:rPr lang="en-US" altLang="zh-CN" dirty="0"/>
              <a:t>10</a:t>
            </a:r>
            <a:r>
              <a:rPr lang="zh-CN" altLang="en-US" dirty="0"/>
              <a:t>次操作，仅有</a:t>
            </a:r>
            <a:r>
              <a:rPr lang="en-US" altLang="zh-CN" dirty="0"/>
              <a:t>1</a:t>
            </a:r>
            <a:r>
              <a:rPr lang="zh-CN" altLang="en-US" dirty="0"/>
              <a:t>次操作去进行探索</a:t>
            </a:r>
            <a:r>
              <a:rPr lang="en-US" altLang="zh-CN" dirty="0"/>
              <a:t>——</a:t>
            </a:r>
            <a:r>
              <a:rPr lang="zh-CN" altLang="en-US" dirty="0"/>
              <a:t>尝试其他的臂。</a:t>
            </a:r>
          </a:p>
        </p:txBody>
      </p:sp>
      <p:sp>
        <p:nvSpPr>
          <p:cNvPr id="4" name="投影片編號版面配置區 3"/>
          <p:cNvSpPr>
            <a:spLocks noGrp="1"/>
          </p:cNvSpPr>
          <p:nvPr>
            <p:ph type="sldNum" sz="quarter" idx="5"/>
          </p:nvPr>
        </p:nvSpPr>
        <p:spPr/>
        <p:txBody>
          <a:bodyPr/>
          <a:lstStyle/>
          <a:p>
            <a:fld id="{08227324-3899-4D4D-AD61-B3F74C3D6C20}" type="slidenum">
              <a:rPr lang="en-ID" smtClean="0"/>
              <a:t>12</a:t>
            </a:fld>
            <a:endParaRPr lang="en-ID"/>
          </a:p>
        </p:txBody>
      </p:sp>
    </p:spTree>
    <p:extLst>
      <p:ext uri="{BB962C8B-B14F-4D97-AF65-F5344CB8AC3E}">
        <p14:creationId xmlns:p14="http://schemas.microsoft.com/office/powerpoint/2010/main" val="22839596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使用</a:t>
            </a:r>
            <a:r>
              <a:rPr lang="en-US" altLang="zh-TW" dirty="0"/>
              <a:t>e-greedy</a:t>
            </a:r>
            <a:r>
              <a:rPr lang="zh-TW" altLang="en-US" dirty="0"/>
              <a:t>來接一個</a:t>
            </a:r>
            <a:r>
              <a:rPr lang="en-US" altLang="zh-TW" dirty="0"/>
              <a:t>instance</a:t>
            </a:r>
            <a:r>
              <a:rPr lang="zh-TW" altLang="en-US" dirty="0"/>
              <a:t>，</a:t>
            </a:r>
            <a:endParaRPr lang="en-US" altLang="zh-TW" dirty="0"/>
          </a:p>
          <a:p>
            <a:r>
              <a:rPr lang="zh-TW" altLang="en-US" dirty="0"/>
              <a:t>觀察在</a:t>
            </a:r>
            <a:r>
              <a:rPr lang="en-US" altLang="zh-TW" dirty="0"/>
              <a:t>LLDP</a:t>
            </a:r>
            <a:r>
              <a:rPr lang="zh-TW" altLang="en-US" dirty="0"/>
              <a:t>上的</a:t>
            </a:r>
            <a:r>
              <a:rPr lang="en-US" altLang="zh-TW" dirty="0"/>
              <a:t>QoS state and reward</a:t>
            </a:r>
            <a:r>
              <a:rPr lang="zh-TW" altLang="en-US" dirty="0"/>
              <a:t>，</a:t>
            </a:r>
            <a:endParaRPr lang="en-US" altLang="zh-TW" dirty="0"/>
          </a:p>
          <a:p>
            <a:r>
              <a:rPr lang="zh-TW" altLang="en-US" dirty="0"/>
              <a:t>直到</a:t>
            </a:r>
            <a:r>
              <a:rPr lang="en-US" altLang="zh-TW" dirty="0"/>
              <a:t>s</a:t>
            </a:r>
            <a:r>
              <a:rPr lang="zh-TW" altLang="en-US" dirty="0"/>
              <a:t>為</a:t>
            </a:r>
            <a:r>
              <a:rPr lang="en-US" altLang="zh-TW" dirty="0"/>
              <a:t>terminal state </a:t>
            </a:r>
          </a:p>
          <a:p>
            <a:r>
              <a:rPr lang="zh-TW" altLang="en-US" dirty="0"/>
              <a:t>最後再梯度下降更新</a:t>
            </a:r>
            <a:r>
              <a:rPr lang="en-US" altLang="zh-TW" dirty="0"/>
              <a:t>Q-table</a:t>
            </a:r>
            <a:endParaRPr lang="zh-TW" altLang="en-US" dirty="0"/>
          </a:p>
        </p:txBody>
      </p:sp>
      <p:sp>
        <p:nvSpPr>
          <p:cNvPr id="4" name="投影片編號版面配置區 3"/>
          <p:cNvSpPr>
            <a:spLocks noGrp="1"/>
          </p:cNvSpPr>
          <p:nvPr>
            <p:ph type="sldNum" sz="quarter" idx="5"/>
          </p:nvPr>
        </p:nvSpPr>
        <p:spPr/>
        <p:txBody>
          <a:bodyPr/>
          <a:lstStyle/>
          <a:p>
            <a:fld id="{08227324-3899-4D4D-AD61-B3F74C3D6C20}" type="slidenum">
              <a:rPr lang="en-ID" smtClean="0"/>
              <a:t>13</a:t>
            </a:fld>
            <a:endParaRPr lang="en-ID"/>
          </a:p>
        </p:txBody>
      </p:sp>
    </p:spTree>
    <p:extLst>
      <p:ext uri="{BB962C8B-B14F-4D97-AF65-F5344CB8AC3E}">
        <p14:creationId xmlns:p14="http://schemas.microsoft.com/office/powerpoint/2010/main" val="39792109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實驗目的是比較它們在</a:t>
            </a:r>
            <a:r>
              <a:rPr lang="en-US" altLang="zh-TW" dirty="0" err="1"/>
              <a:t>QoE</a:t>
            </a:r>
            <a:r>
              <a:rPr lang="zh-TW" altLang="en-US" dirty="0"/>
              <a:t>配置，</a:t>
            </a:r>
            <a:r>
              <a:rPr lang="en-US" altLang="zh-TW" dirty="0"/>
              <a:t>QoS constraint</a:t>
            </a:r>
            <a:r>
              <a:rPr lang="zh-TW" altLang="en-US" dirty="0"/>
              <a:t>，響應時間等方面的性能</a:t>
            </a:r>
            <a:endParaRPr lang="en-US" altLang="zh-TW" dirty="0"/>
          </a:p>
          <a:p>
            <a:r>
              <a:rPr lang="en-US" altLang="zh-TW" dirty="0" err="1"/>
              <a:t>QoE</a:t>
            </a:r>
            <a:r>
              <a:rPr lang="zh-TW" altLang="en-US" dirty="0"/>
              <a:t>有隨著時間慢慢增加</a:t>
            </a:r>
          </a:p>
        </p:txBody>
      </p:sp>
      <p:sp>
        <p:nvSpPr>
          <p:cNvPr id="4" name="投影片編號版面配置區 3"/>
          <p:cNvSpPr>
            <a:spLocks noGrp="1"/>
          </p:cNvSpPr>
          <p:nvPr>
            <p:ph type="sldNum" sz="quarter" idx="5"/>
          </p:nvPr>
        </p:nvSpPr>
        <p:spPr/>
        <p:txBody>
          <a:bodyPr/>
          <a:lstStyle/>
          <a:p>
            <a:fld id="{08227324-3899-4D4D-AD61-B3F74C3D6C20}" type="slidenum">
              <a:rPr lang="en-ID" smtClean="0"/>
              <a:t>15</a:t>
            </a:fld>
            <a:endParaRPr lang="en-ID"/>
          </a:p>
        </p:txBody>
      </p:sp>
    </p:spTree>
    <p:extLst>
      <p:ext uri="{BB962C8B-B14F-4D97-AF65-F5344CB8AC3E}">
        <p14:creationId xmlns:p14="http://schemas.microsoft.com/office/powerpoint/2010/main" val="40902587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實驗目的是比較它們在</a:t>
            </a:r>
            <a:r>
              <a:rPr lang="en-US" altLang="zh-TW" dirty="0" err="1"/>
              <a:t>QoE</a:t>
            </a:r>
            <a:r>
              <a:rPr lang="zh-TW" altLang="en-US" dirty="0"/>
              <a:t>配置，</a:t>
            </a:r>
            <a:r>
              <a:rPr lang="en-US" altLang="zh-TW" dirty="0"/>
              <a:t>QoS</a:t>
            </a:r>
            <a:r>
              <a:rPr lang="zh-TW" altLang="en-US" dirty="0"/>
              <a:t> </a:t>
            </a:r>
            <a:r>
              <a:rPr lang="en-US" altLang="zh-TW" dirty="0"/>
              <a:t>constraint</a:t>
            </a:r>
            <a:r>
              <a:rPr lang="zh-TW" altLang="en-US" dirty="0"/>
              <a:t>，響應時間等方面的性能</a:t>
            </a:r>
            <a:endParaRPr lang="en-US" altLang="zh-TW" dirty="0"/>
          </a:p>
          <a:p>
            <a:r>
              <a:rPr lang="en-US" altLang="zh-TW" dirty="0" err="1"/>
              <a:t>QoE</a:t>
            </a:r>
            <a:r>
              <a:rPr lang="zh-TW" altLang="en-US" dirty="0"/>
              <a:t>有隨著時間慢慢增加</a:t>
            </a:r>
            <a:endParaRPr lang="en-US" altLang="zh-TW" dirty="0"/>
          </a:p>
          <a:p>
            <a:r>
              <a:rPr lang="en-US" altLang="zh-TW" dirty="0"/>
              <a:t>Error</a:t>
            </a:r>
            <a:r>
              <a:rPr lang="zh-TW" altLang="en-US" dirty="0"/>
              <a:t>有隨著時間慢慢減少</a:t>
            </a:r>
          </a:p>
        </p:txBody>
      </p:sp>
      <p:sp>
        <p:nvSpPr>
          <p:cNvPr id="4" name="投影片編號版面配置區 3"/>
          <p:cNvSpPr>
            <a:spLocks noGrp="1"/>
          </p:cNvSpPr>
          <p:nvPr>
            <p:ph type="sldNum" sz="quarter" idx="5"/>
          </p:nvPr>
        </p:nvSpPr>
        <p:spPr/>
        <p:txBody>
          <a:bodyPr/>
          <a:lstStyle/>
          <a:p>
            <a:fld id="{08227324-3899-4D4D-AD61-B3F74C3D6C20}" type="slidenum">
              <a:rPr lang="en-ID" smtClean="0"/>
              <a:t>16</a:t>
            </a:fld>
            <a:endParaRPr lang="en-ID"/>
          </a:p>
        </p:txBody>
      </p:sp>
    </p:spTree>
    <p:extLst>
      <p:ext uri="{BB962C8B-B14F-4D97-AF65-F5344CB8AC3E}">
        <p14:creationId xmlns:p14="http://schemas.microsoft.com/office/powerpoint/2010/main" val="800753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Response time</a:t>
            </a:r>
            <a:r>
              <a:rPr lang="zh-TW" altLang="en-US" dirty="0"/>
              <a:t>就是請求一條可以使用的通道所耗費的時間</a:t>
            </a:r>
            <a:r>
              <a:rPr lang="en-US" altLang="zh-TW" dirty="0"/>
              <a:t>:</a:t>
            </a:r>
          </a:p>
          <a:p>
            <a:endParaRPr lang="en-US" altLang="zh-TW" dirty="0"/>
          </a:p>
          <a:p>
            <a:r>
              <a:rPr lang="zh-TW" altLang="en-US" dirty="0"/>
              <a:t>隨機搜索 最快 </a:t>
            </a:r>
            <a:endParaRPr lang="en-US" altLang="zh-TW" dirty="0"/>
          </a:p>
          <a:p>
            <a:endParaRPr lang="en-US" altLang="zh-TW" dirty="0"/>
          </a:p>
          <a:p>
            <a:r>
              <a:rPr lang="zh-TW" altLang="en-US" dirty="0"/>
              <a:t>暴力搜索算法最慢 因為要找出一條最好的</a:t>
            </a:r>
            <a:endParaRPr lang="en-US" altLang="zh-TW" dirty="0"/>
          </a:p>
          <a:p>
            <a:endParaRPr lang="en-US" altLang="zh-TW" dirty="0"/>
          </a:p>
          <a:p>
            <a:r>
              <a:rPr lang="en-US" altLang="zh-TW" dirty="0"/>
              <a:t>DQN</a:t>
            </a:r>
            <a:r>
              <a:rPr lang="zh-TW" altLang="en-US" dirty="0"/>
              <a:t>則在兩者之間</a:t>
            </a:r>
          </a:p>
        </p:txBody>
      </p:sp>
      <p:sp>
        <p:nvSpPr>
          <p:cNvPr id="4" name="投影片編號版面配置區 3"/>
          <p:cNvSpPr>
            <a:spLocks noGrp="1"/>
          </p:cNvSpPr>
          <p:nvPr>
            <p:ph type="sldNum" sz="quarter" idx="5"/>
          </p:nvPr>
        </p:nvSpPr>
        <p:spPr/>
        <p:txBody>
          <a:bodyPr/>
          <a:lstStyle/>
          <a:p>
            <a:fld id="{08227324-3899-4D4D-AD61-B3F74C3D6C20}" type="slidenum">
              <a:rPr lang="en-ID" smtClean="0"/>
              <a:t>17</a:t>
            </a:fld>
            <a:endParaRPr lang="en-ID"/>
          </a:p>
        </p:txBody>
      </p:sp>
    </p:spTree>
    <p:extLst>
      <p:ext uri="{BB962C8B-B14F-4D97-AF65-F5344CB8AC3E}">
        <p14:creationId xmlns:p14="http://schemas.microsoft.com/office/powerpoint/2010/main" val="40689768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基於</a:t>
            </a:r>
            <a:r>
              <a:rPr lang="en-US" altLang="zh-TW" dirty="0"/>
              <a:t>DQN</a:t>
            </a:r>
            <a:r>
              <a:rPr lang="zh-TW" altLang="en-US" dirty="0"/>
              <a:t>的</a:t>
            </a:r>
            <a:r>
              <a:rPr lang="en-US" altLang="zh-TW" dirty="0"/>
              <a:t>SFC</a:t>
            </a:r>
            <a:r>
              <a:rPr lang="zh-TW" altLang="en-US" dirty="0"/>
              <a:t>算法，它綜合考慮</a:t>
            </a:r>
            <a:r>
              <a:rPr lang="en-US" altLang="zh-TW" dirty="0"/>
              <a:t>QoS</a:t>
            </a:r>
            <a:r>
              <a:rPr lang="zh-TW" altLang="en-US" dirty="0"/>
              <a:t>和</a:t>
            </a:r>
            <a:r>
              <a:rPr lang="en-US" altLang="zh-TW" dirty="0" err="1"/>
              <a:t>QoE</a:t>
            </a:r>
            <a:r>
              <a:rPr lang="zh-TW" altLang="en-US" dirty="0"/>
              <a:t>作為製定獎勵的關鍵要素。實驗表明，它適用於</a:t>
            </a:r>
            <a:r>
              <a:rPr lang="en-US" altLang="zh-TW" dirty="0"/>
              <a:t>5</a:t>
            </a:r>
            <a:r>
              <a:rPr lang="zh-TW" altLang="en-US" dirty="0"/>
              <a:t>個核心網的動態</a:t>
            </a:r>
            <a:r>
              <a:rPr lang="en-US" altLang="zh-TW" dirty="0"/>
              <a:t>QoS</a:t>
            </a:r>
            <a:r>
              <a:rPr lang="zh-TW" altLang="en-US" dirty="0"/>
              <a:t>環境中的服務功能鏈。在實際場景中服務功能鏈可能涉及跨切片網絡功能，這可能會引入分層編排設計。</a:t>
            </a:r>
          </a:p>
        </p:txBody>
      </p:sp>
      <p:sp>
        <p:nvSpPr>
          <p:cNvPr id="4" name="投影片編號版面配置區 3"/>
          <p:cNvSpPr>
            <a:spLocks noGrp="1"/>
          </p:cNvSpPr>
          <p:nvPr>
            <p:ph type="sldNum" sz="quarter" idx="5"/>
          </p:nvPr>
        </p:nvSpPr>
        <p:spPr/>
        <p:txBody>
          <a:bodyPr/>
          <a:lstStyle/>
          <a:p>
            <a:fld id="{08227324-3899-4D4D-AD61-B3F74C3D6C20}" type="slidenum">
              <a:rPr lang="en-ID" smtClean="0"/>
              <a:t>19</a:t>
            </a:fld>
            <a:endParaRPr lang="en-ID"/>
          </a:p>
        </p:txBody>
      </p:sp>
    </p:spTree>
    <p:extLst>
      <p:ext uri="{BB962C8B-B14F-4D97-AF65-F5344CB8AC3E}">
        <p14:creationId xmlns:p14="http://schemas.microsoft.com/office/powerpoint/2010/main" val="35720739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1912C2A-B22B-448F-A288-E021474BDDEC}"/>
              </a:ext>
            </a:extLst>
          </p:cNvPr>
          <p:cNvSpPr/>
          <p:nvPr userDrawn="1"/>
        </p:nvSpPr>
        <p:spPr>
          <a:xfrm>
            <a:off x="6096000" y="0"/>
            <a:ext cx="6096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cxnSp>
        <p:nvCxnSpPr>
          <p:cNvPr id="10" name="Straight Connector 9">
            <a:extLst>
              <a:ext uri="{FF2B5EF4-FFF2-40B4-BE49-F238E27FC236}">
                <a16:creationId xmlns:a16="http://schemas.microsoft.com/office/drawing/2014/main" id="{059979A1-D35F-4ABE-8D4D-983F14280482}"/>
              </a:ext>
            </a:extLst>
          </p:cNvPr>
          <p:cNvCxnSpPr>
            <a:cxnSpLocks/>
          </p:cNvCxnSpPr>
          <p:nvPr userDrawn="1"/>
        </p:nvCxnSpPr>
        <p:spPr>
          <a:xfrm>
            <a:off x="6711043" y="4895580"/>
            <a:ext cx="657910" cy="0"/>
          </a:xfrm>
          <a:prstGeom prst="line">
            <a:avLst/>
          </a:prstGeom>
          <a:ln w="25400">
            <a:solidFill>
              <a:schemeClr val="bg2"/>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E1C9CA36-D0B5-4D38-9A4A-0B73D73C9B9A}"/>
              </a:ext>
            </a:extLst>
          </p:cNvPr>
          <p:cNvPicPr>
            <a:picLocks noChangeAspect="1"/>
          </p:cNvPicPr>
          <p:nvPr userDrawn="1"/>
        </p:nvPicPr>
        <p:blipFill rotWithShape="1">
          <a:blip r:embed="rId2">
            <a:extLst>
              <a:ext uri="{28A0092B-C50C-407E-A947-70E740481C1C}">
                <a14:useLocalDpi xmlns:a14="http://schemas.microsoft.com/office/drawing/2010/main"/>
              </a:ext>
            </a:extLst>
          </a:blip>
          <a:srcRect l="35690" t="44951" r="29720" b="44305"/>
          <a:stretch/>
        </p:blipFill>
        <p:spPr>
          <a:xfrm>
            <a:off x="6711043" y="2836636"/>
            <a:ext cx="1188357" cy="376464"/>
          </a:xfrm>
          <a:prstGeom prst="rect">
            <a:avLst/>
          </a:prstGeom>
          <a:effectLst/>
        </p:spPr>
      </p:pic>
      <p:sp>
        <p:nvSpPr>
          <p:cNvPr id="2" name="Title 1">
            <a:extLst>
              <a:ext uri="{FF2B5EF4-FFF2-40B4-BE49-F238E27FC236}">
                <a16:creationId xmlns:a16="http://schemas.microsoft.com/office/drawing/2014/main" id="{975F67BC-FC64-4CB9-8A47-C7ECDE86A7C6}"/>
              </a:ext>
            </a:extLst>
          </p:cNvPr>
          <p:cNvSpPr>
            <a:spLocks noGrp="1"/>
          </p:cNvSpPr>
          <p:nvPr>
            <p:ph type="ctrTitle"/>
          </p:nvPr>
        </p:nvSpPr>
        <p:spPr>
          <a:xfrm>
            <a:off x="6711042" y="3438520"/>
            <a:ext cx="4871357" cy="1329595"/>
          </a:xfrm>
        </p:spPr>
        <p:txBody>
          <a:bodyPr vert="horz" wrap="square" lIns="0" tIns="0" rIns="0" bIns="0" rtlCol="0" anchor="ctr">
            <a:spAutoFit/>
          </a:bodyPr>
          <a:lstStyle>
            <a:lvl1pPr>
              <a:defRPr lang="en-ID" sz="4800">
                <a:solidFill>
                  <a:schemeClr val="bg1"/>
                </a:solidFill>
              </a:defRPr>
            </a:lvl1pPr>
          </a:lstStyle>
          <a:p>
            <a:pPr marL="0" lvl="0"/>
            <a:r>
              <a:rPr lang="en-US" dirty="0"/>
              <a:t>Click to edit Master title style</a:t>
            </a:r>
            <a:endParaRPr lang="en-ID" dirty="0"/>
          </a:p>
        </p:txBody>
      </p:sp>
      <p:sp>
        <p:nvSpPr>
          <p:cNvPr id="3" name="Subtitle 2">
            <a:extLst>
              <a:ext uri="{FF2B5EF4-FFF2-40B4-BE49-F238E27FC236}">
                <a16:creationId xmlns:a16="http://schemas.microsoft.com/office/drawing/2014/main" id="{50C268F6-B020-445D-9AB5-BA8DD40ED247}"/>
              </a:ext>
            </a:extLst>
          </p:cNvPr>
          <p:cNvSpPr>
            <a:spLocks noGrp="1"/>
          </p:cNvSpPr>
          <p:nvPr>
            <p:ph type="subTitle" idx="1"/>
          </p:nvPr>
        </p:nvSpPr>
        <p:spPr>
          <a:xfrm>
            <a:off x="6711042" y="5023045"/>
            <a:ext cx="4871357" cy="387798"/>
          </a:xfrm>
        </p:spPr>
        <p:txBody>
          <a:bodyPr vert="horz" wrap="square" lIns="0" tIns="0" rIns="0" bIns="0" rtlCol="0">
            <a:spAutoFit/>
          </a:bodyPr>
          <a:lstStyle>
            <a:lvl1pPr marL="0" indent="0">
              <a:buNone/>
              <a:defRPr lang="en-ID">
                <a:solidFill>
                  <a:schemeClr val="bg1"/>
                </a:solidFill>
              </a:defRPr>
            </a:lvl1pPr>
          </a:lstStyle>
          <a:p>
            <a:pPr lvl="0"/>
            <a:r>
              <a:rPr lang="en-US" dirty="0"/>
              <a:t>Click to edit Master subtitle style</a:t>
            </a:r>
            <a:endParaRPr lang="en-ID" dirty="0"/>
          </a:p>
        </p:txBody>
      </p:sp>
      <p:sp>
        <p:nvSpPr>
          <p:cNvPr id="13" name="Picture Placeholder 12">
            <a:extLst>
              <a:ext uri="{FF2B5EF4-FFF2-40B4-BE49-F238E27FC236}">
                <a16:creationId xmlns:a16="http://schemas.microsoft.com/office/drawing/2014/main" id="{9D5B3D1E-D062-4490-AFA8-2A9F4EC54305}"/>
              </a:ext>
            </a:extLst>
          </p:cNvPr>
          <p:cNvSpPr>
            <a:spLocks noGrp="1"/>
          </p:cNvSpPr>
          <p:nvPr>
            <p:ph type="pic" sz="quarter" idx="10"/>
          </p:nvPr>
        </p:nvSpPr>
        <p:spPr>
          <a:xfrm>
            <a:off x="0" y="0"/>
            <a:ext cx="6096000" cy="6858000"/>
          </a:xfrm>
        </p:spPr>
        <p:txBody>
          <a:bodyPr/>
          <a:lstStyle/>
          <a:p>
            <a:endParaRPr lang="en-ID"/>
          </a:p>
        </p:txBody>
      </p:sp>
    </p:spTree>
    <p:extLst>
      <p:ext uri="{BB962C8B-B14F-4D97-AF65-F5344CB8AC3E}">
        <p14:creationId xmlns:p14="http://schemas.microsoft.com/office/powerpoint/2010/main" val="7789852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CAC92-5FD2-4804-8C8C-EA69998B39D3}"/>
              </a:ext>
            </a:extLst>
          </p:cNvPr>
          <p:cNvSpPr>
            <a:spLocks noGrp="1"/>
          </p:cNvSpPr>
          <p:nvPr>
            <p:ph type="title"/>
          </p:nvPr>
        </p:nvSpPr>
        <p:spPr>
          <a:xfrm>
            <a:off x="609600" y="88128"/>
            <a:ext cx="10972800" cy="706662"/>
          </a:xfrm>
        </p:spPr>
        <p:txBody>
          <a:bodyPr vert="horz" lIns="0" tIns="0" rIns="0" bIns="0" rtlCol="0" anchor="b">
            <a:normAutofit/>
          </a:bodyPr>
          <a:lstStyle>
            <a:lvl1pPr>
              <a:defRPr lang="en-ID" sz="3200">
                <a:solidFill>
                  <a:schemeClr val="tx2"/>
                </a:solidFill>
              </a:defRPr>
            </a:lvl1pPr>
          </a:lstStyle>
          <a:p>
            <a:pPr marL="0" lvl="0"/>
            <a:r>
              <a:rPr lang="en-US"/>
              <a:t>Click to edit Master title style</a:t>
            </a:r>
            <a:endParaRPr lang="en-ID"/>
          </a:p>
        </p:txBody>
      </p:sp>
      <p:sp>
        <p:nvSpPr>
          <p:cNvPr id="3" name="Content Placeholder 2">
            <a:extLst>
              <a:ext uri="{FF2B5EF4-FFF2-40B4-BE49-F238E27FC236}">
                <a16:creationId xmlns:a16="http://schemas.microsoft.com/office/drawing/2014/main" id="{A95BA649-F68C-4D5E-9DB9-AC1C3DB2EB63}"/>
              </a:ext>
            </a:extLst>
          </p:cNvPr>
          <p:cNvSpPr>
            <a:spLocks noGrp="1"/>
          </p:cNvSpPr>
          <p:nvPr>
            <p:ph idx="1"/>
          </p:nvPr>
        </p:nvSpPr>
        <p:spPr>
          <a:xfrm>
            <a:off x="609600" y="1008613"/>
            <a:ext cx="10972800" cy="5168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EC3AAEE7-4095-415E-ADD4-8F767E2C3608}"/>
              </a:ext>
            </a:extLst>
          </p:cNvPr>
          <p:cNvSpPr>
            <a:spLocks noGrp="1"/>
          </p:cNvSpPr>
          <p:nvPr>
            <p:ph type="dt" sz="half" idx="10"/>
          </p:nvPr>
        </p:nvSpPr>
        <p:spPr>
          <a:xfrm>
            <a:off x="10560050" y="6463283"/>
            <a:ext cx="1022350" cy="184666"/>
          </a:xfrm>
        </p:spPr>
        <p:txBody>
          <a:bodyPr vert="horz" wrap="square" lIns="0" tIns="0" rIns="0" bIns="0" rtlCol="0" anchor="ctr">
            <a:spAutoFit/>
          </a:bodyPr>
          <a:lstStyle>
            <a:lvl1pPr algn="r">
              <a:defRPr lang="en-ID" smtClean="0">
                <a:solidFill>
                  <a:schemeClr val="tx1">
                    <a:lumMod val="50000"/>
                    <a:lumOff val="50000"/>
                  </a:schemeClr>
                </a:solidFill>
                <a:latin typeface="+mn-lt"/>
              </a:defRPr>
            </a:lvl1pPr>
          </a:lstStyle>
          <a:p>
            <a:fld id="{43E2D749-843A-4CF2-BA5B-0BB9149F832F}" type="datetime1">
              <a:rPr lang="en-ID" smtClean="0"/>
              <a:t>10/09/2019</a:t>
            </a:fld>
            <a:endParaRPr lang="en-ID"/>
          </a:p>
        </p:txBody>
      </p:sp>
      <p:sp>
        <p:nvSpPr>
          <p:cNvPr id="9" name="Rectangle: Top Corners Rounded 8">
            <a:extLst>
              <a:ext uri="{FF2B5EF4-FFF2-40B4-BE49-F238E27FC236}">
                <a16:creationId xmlns:a16="http://schemas.microsoft.com/office/drawing/2014/main" id="{7025C961-B06B-4956-806B-BE834F6811D5}"/>
              </a:ext>
            </a:extLst>
          </p:cNvPr>
          <p:cNvSpPr/>
          <p:nvPr userDrawn="1"/>
        </p:nvSpPr>
        <p:spPr>
          <a:xfrm rot="5400000">
            <a:off x="284614" y="6056744"/>
            <a:ext cx="428514" cy="997745"/>
          </a:xfrm>
          <a:prstGeom prst="round2SameRect">
            <a:avLst>
              <a:gd name="adj1" fmla="val 50000"/>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10" name="Oval 9">
            <a:extLst>
              <a:ext uri="{FF2B5EF4-FFF2-40B4-BE49-F238E27FC236}">
                <a16:creationId xmlns:a16="http://schemas.microsoft.com/office/drawing/2014/main" id="{ECF2B506-E791-4E0A-8A3C-9D25AABC6D56}"/>
              </a:ext>
            </a:extLst>
          </p:cNvPr>
          <p:cNvSpPr/>
          <p:nvPr userDrawn="1"/>
        </p:nvSpPr>
        <p:spPr>
          <a:xfrm>
            <a:off x="609600" y="6384166"/>
            <a:ext cx="342900" cy="3429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D"/>
          </a:p>
        </p:txBody>
      </p:sp>
      <p:cxnSp>
        <p:nvCxnSpPr>
          <p:cNvPr id="11" name="Straight Connector 10">
            <a:extLst>
              <a:ext uri="{FF2B5EF4-FFF2-40B4-BE49-F238E27FC236}">
                <a16:creationId xmlns:a16="http://schemas.microsoft.com/office/drawing/2014/main" id="{4E9005DD-915C-4E7E-BF60-69091252018F}"/>
              </a:ext>
            </a:extLst>
          </p:cNvPr>
          <p:cNvCxnSpPr/>
          <p:nvPr userDrawn="1"/>
        </p:nvCxnSpPr>
        <p:spPr>
          <a:xfrm>
            <a:off x="609600" y="901701"/>
            <a:ext cx="477440" cy="0"/>
          </a:xfrm>
          <a:prstGeom prst="line">
            <a:avLst/>
          </a:prstGeom>
          <a:ln w="25400" cap="rnd">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D1B70B0-5FEC-49BA-A698-BEC51B8C4B6C}"/>
              </a:ext>
            </a:extLst>
          </p:cNvPr>
          <p:cNvSpPr>
            <a:spLocks noGrp="1"/>
          </p:cNvSpPr>
          <p:nvPr>
            <p:ph type="ftr" sz="quarter" idx="11"/>
          </p:nvPr>
        </p:nvSpPr>
        <p:spPr>
          <a:xfrm>
            <a:off x="1106090" y="6463283"/>
            <a:ext cx="4310460" cy="184666"/>
          </a:xfrm>
        </p:spPr>
        <p:txBody>
          <a:bodyPr vert="horz" wrap="square" lIns="0" tIns="0" rIns="0" bIns="0" rtlCol="0" anchor="ctr">
            <a:spAutoFit/>
          </a:bodyPr>
          <a:lstStyle>
            <a:lvl1pPr algn="l">
              <a:defRPr lang="en-ID" smtClean="0">
                <a:solidFill>
                  <a:schemeClr val="tx1">
                    <a:lumMod val="50000"/>
                    <a:lumOff val="50000"/>
                  </a:schemeClr>
                </a:solidFill>
                <a:latin typeface="+mj-lt"/>
              </a:defRPr>
            </a:lvl1pPr>
          </a:lstStyle>
          <a:p>
            <a:r>
              <a:rPr lang="en-ID"/>
              <a:t>Footer</a:t>
            </a:r>
          </a:p>
        </p:txBody>
      </p:sp>
      <p:sp>
        <p:nvSpPr>
          <p:cNvPr id="6" name="Slide Number Placeholder 5">
            <a:extLst>
              <a:ext uri="{FF2B5EF4-FFF2-40B4-BE49-F238E27FC236}">
                <a16:creationId xmlns:a16="http://schemas.microsoft.com/office/drawing/2014/main" id="{40F9F326-BA84-4729-AF08-57BF1C417D4B}"/>
              </a:ext>
            </a:extLst>
          </p:cNvPr>
          <p:cNvSpPr>
            <a:spLocks noGrp="1"/>
          </p:cNvSpPr>
          <p:nvPr>
            <p:ph type="sldNum" sz="quarter" idx="12"/>
          </p:nvPr>
        </p:nvSpPr>
        <p:spPr>
          <a:xfrm>
            <a:off x="667237" y="6463283"/>
            <a:ext cx="227626" cy="184666"/>
          </a:xfrm>
        </p:spPr>
        <p:txBody>
          <a:bodyPr vert="horz" wrap="none" lIns="0" tIns="0" rIns="0" bIns="0" rtlCol="0" anchor="ctr">
            <a:spAutoFit/>
          </a:bodyPr>
          <a:lstStyle>
            <a:lvl1pPr algn="ctr">
              <a:defRPr lang="en-ID" smtClean="0">
                <a:solidFill>
                  <a:schemeClr val="tx1">
                    <a:lumMod val="50000"/>
                    <a:lumOff val="50000"/>
                  </a:schemeClr>
                </a:solidFill>
                <a:latin typeface="+mj-lt"/>
              </a:defRPr>
            </a:lvl1pPr>
          </a:lstStyle>
          <a:p>
            <a:fld id="{20A13858-C2AA-4A16-A43A-77ABAD7631C2}" type="slidenum">
              <a:rPr lang="en-ID" smtClean="0"/>
              <a:pPr/>
              <a:t>‹#›</a:t>
            </a:fld>
            <a:endParaRPr lang="en-ID" dirty="0"/>
          </a:p>
        </p:txBody>
      </p:sp>
    </p:spTree>
    <p:extLst>
      <p:ext uri="{BB962C8B-B14F-4D97-AF65-F5344CB8AC3E}">
        <p14:creationId xmlns:p14="http://schemas.microsoft.com/office/powerpoint/2010/main" val="2456387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51875B76-8257-423E-819D-4BE4130B36F7}"/>
              </a:ext>
            </a:extLst>
          </p:cNvPr>
          <p:cNvSpPr/>
          <p:nvPr userDrawn="1"/>
        </p:nvSpPr>
        <p:spPr>
          <a:xfrm>
            <a:off x="0" y="0"/>
            <a:ext cx="48133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cxnSp>
        <p:nvCxnSpPr>
          <p:cNvPr id="19" name="Straight Connector 18">
            <a:extLst>
              <a:ext uri="{FF2B5EF4-FFF2-40B4-BE49-F238E27FC236}">
                <a16:creationId xmlns:a16="http://schemas.microsoft.com/office/drawing/2014/main" id="{B9038D0B-BB82-416A-8C81-3782C4AEB9F6}"/>
              </a:ext>
            </a:extLst>
          </p:cNvPr>
          <p:cNvCxnSpPr>
            <a:cxnSpLocks/>
          </p:cNvCxnSpPr>
          <p:nvPr userDrawn="1"/>
        </p:nvCxnSpPr>
        <p:spPr>
          <a:xfrm>
            <a:off x="609600" y="4375752"/>
            <a:ext cx="954881"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Rectangle: Top Corners Rounded 19">
            <a:extLst>
              <a:ext uri="{FF2B5EF4-FFF2-40B4-BE49-F238E27FC236}">
                <a16:creationId xmlns:a16="http://schemas.microsoft.com/office/drawing/2014/main" id="{AF6EC00C-C9EE-4333-8815-7869F2E4CBAE}"/>
              </a:ext>
            </a:extLst>
          </p:cNvPr>
          <p:cNvSpPr/>
          <p:nvPr userDrawn="1"/>
        </p:nvSpPr>
        <p:spPr>
          <a:xfrm rot="5400000">
            <a:off x="284614" y="6056744"/>
            <a:ext cx="428514" cy="997745"/>
          </a:xfrm>
          <a:prstGeom prst="round2SameRect">
            <a:avLst>
              <a:gd name="adj1" fmla="val 50000"/>
              <a:gd name="adj2" fmla="val 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21" name="Oval 20">
            <a:extLst>
              <a:ext uri="{FF2B5EF4-FFF2-40B4-BE49-F238E27FC236}">
                <a16:creationId xmlns:a16="http://schemas.microsoft.com/office/drawing/2014/main" id="{2095A911-B621-4070-9983-9A15A523CD93}"/>
              </a:ext>
            </a:extLst>
          </p:cNvPr>
          <p:cNvSpPr/>
          <p:nvPr userDrawn="1"/>
        </p:nvSpPr>
        <p:spPr>
          <a:xfrm>
            <a:off x="609600" y="6384166"/>
            <a:ext cx="342900" cy="34290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D"/>
          </a:p>
        </p:txBody>
      </p:sp>
      <p:sp>
        <p:nvSpPr>
          <p:cNvPr id="2" name="Title 1">
            <a:extLst>
              <a:ext uri="{FF2B5EF4-FFF2-40B4-BE49-F238E27FC236}">
                <a16:creationId xmlns:a16="http://schemas.microsoft.com/office/drawing/2014/main" id="{53DCAC92-5FD2-4804-8C8C-EA69998B39D3}"/>
              </a:ext>
            </a:extLst>
          </p:cNvPr>
          <p:cNvSpPr>
            <a:spLocks noGrp="1"/>
          </p:cNvSpPr>
          <p:nvPr>
            <p:ph type="title"/>
          </p:nvPr>
        </p:nvSpPr>
        <p:spPr>
          <a:xfrm>
            <a:off x="609600" y="3261872"/>
            <a:ext cx="3479800" cy="997196"/>
          </a:xfrm>
        </p:spPr>
        <p:txBody>
          <a:bodyPr vert="horz" wrap="square" lIns="0" tIns="0" rIns="0" bIns="0" rtlCol="0" anchor="b">
            <a:spAutoFit/>
          </a:bodyPr>
          <a:lstStyle>
            <a:lvl1pPr>
              <a:defRPr lang="en-ID" sz="3600">
                <a:solidFill>
                  <a:schemeClr val="bg1"/>
                </a:solidFill>
              </a:defRPr>
            </a:lvl1pPr>
          </a:lstStyle>
          <a:p>
            <a:pPr marL="0" lvl="0"/>
            <a:r>
              <a:rPr lang="en-US" dirty="0"/>
              <a:t>Click to edit Master title style</a:t>
            </a:r>
            <a:endParaRPr lang="en-ID" dirty="0"/>
          </a:p>
        </p:txBody>
      </p:sp>
      <p:sp>
        <p:nvSpPr>
          <p:cNvPr id="3" name="Content Placeholder 2">
            <a:extLst>
              <a:ext uri="{FF2B5EF4-FFF2-40B4-BE49-F238E27FC236}">
                <a16:creationId xmlns:a16="http://schemas.microsoft.com/office/drawing/2014/main" id="{A95BA649-F68C-4D5E-9DB9-AC1C3DB2EB63}"/>
              </a:ext>
            </a:extLst>
          </p:cNvPr>
          <p:cNvSpPr>
            <a:spLocks noGrp="1"/>
          </p:cNvSpPr>
          <p:nvPr>
            <p:ph idx="1"/>
          </p:nvPr>
        </p:nvSpPr>
        <p:spPr>
          <a:xfrm>
            <a:off x="5295900" y="667657"/>
            <a:ext cx="6286500" cy="550930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EC3AAEE7-4095-415E-ADD4-8F767E2C3608}"/>
              </a:ext>
            </a:extLst>
          </p:cNvPr>
          <p:cNvSpPr>
            <a:spLocks noGrp="1"/>
          </p:cNvSpPr>
          <p:nvPr>
            <p:ph type="dt" sz="half" idx="10"/>
          </p:nvPr>
        </p:nvSpPr>
        <p:spPr>
          <a:xfrm>
            <a:off x="10560050" y="6463283"/>
            <a:ext cx="1022350" cy="184666"/>
          </a:xfrm>
        </p:spPr>
        <p:txBody>
          <a:bodyPr vert="horz" wrap="square" lIns="0" tIns="0" rIns="0" bIns="0" rtlCol="0" anchor="ctr">
            <a:spAutoFit/>
          </a:bodyPr>
          <a:lstStyle>
            <a:lvl1pPr algn="r">
              <a:defRPr lang="en-ID" smtClean="0">
                <a:solidFill>
                  <a:schemeClr val="tx1">
                    <a:lumMod val="50000"/>
                    <a:lumOff val="50000"/>
                  </a:schemeClr>
                </a:solidFill>
                <a:latin typeface="+mn-lt"/>
              </a:defRPr>
            </a:lvl1pPr>
          </a:lstStyle>
          <a:p>
            <a:fld id="{43E2D749-843A-4CF2-BA5B-0BB9149F832F}" type="datetime1">
              <a:rPr lang="en-ID" smtClean="0"/>
              <a:t>10/09/2019</a:t>
            </a:fld>
            <a:endParaRPr lang="en-ID"/>
          </a:p>
        </p:txBody>
      </p:sp>
      <p:sp>
        <p:nvSpPr>
          <p:cNvPr id="5" name="Footer Placeholder 4">
            <a:extLst>
              <a:ext uri="{FF2B5EF4-FFF2-40B4-BE49-F238E27FC236}">
                <a16:creationId xmlns:a16="http://schemas.microsoft.com/office/drawing/2014/main" id="{0D1B70B0-5FEC-49BA-A698-BEC51B8C4B6C}"/>
              </a:ext>
            </a:extLst>
          </p:cNvPr>
          <p:cNvSpPr>
            <a:spLocks noGrp="1"/>
          </p:cNvSpPr>
          <p:nvPr>
            <p:ph type="ftr" sz="quarter" idx="11"/>
          </p:nvPr>
        </p:nvSpPr>
        <p:spPr>
          <a:xfrm>
            <a:off x="1106090" y="6463283"/>
            <a:ext cx="2871550" cy="184666"/>
          </a:xfrm>
        </p:spPr>
        <p:txBody>
          <a:bodyPr vert="horz" wrap="square" lIns="0" tIns="0" rIns="0" bIns="0" rtlCol="0" anchor="ctr">
            <a:spAutoFit/>
          </a:bodyPr>
          <a:lstStyle>
            <a:lvl1pPr algn="l">
              <a:defRPr lang="en-ID" smtClean="0">
                <a:solidFill>
                  <a:schemeClr val="bg1"/>
                </a:solidFill>
                <a:latin typeface="+mj-lt"/>
              </a:defRPr>
            </a:lvl1pPr>
          </a:lstStyle>
          <a:p>
            <a:r>
              <a:rPr lang="en-ID"/>
              <a:t>Footer</a:t>
            </a:r>
          </a:p>
        </p:txBody>
      </p:sp>
      <p:sp>
        <p:nvSpPr>
          <p:cNvPr id="6" name="Slide Number Placeholder 5">
            <a:extLst>
              <a:ext uri="{FF2B5EF4-FFF2-40B4-BE49-F238E27FC236}">
                <a16:creationId xmlns:a16="http://schemas.microsoft.com/office/drawing/2014/main" id="{40F9F326-BA84-4729-AF08-57BF1C417D4B}"/>
              </a:ext>
            </a:extLst>
          </p:cNvPr>
          <p:cNvSpPr>
            <a:spLocks noGrp="1"/>
          </p:cNvSpPr>
          <p:nvPr>
            <p:ph type="sldNum" sz="quarter" idx="12"/>
          </p:nvPr>
        </p:nvSpPr>
        <p:spPr>
          <a:xfrm>
            <a:off x="667237" y="6463283"/>
            <a:ext cx="227626" cy="184666"/>
          </a:xfrm>
        </p:spPr>
        <p:txBody>
          <a:bodyPr vert="horz" wrap="none" lIns="0" tIns="0" rIns="0" bIns="0" rtlCol="0" anchor="ctr">
            <a:spAutoFit/>
          </a:bodyPr>
          <a:lstStyle>
            <a:lvl1pPr algn="ctr">
              <a:defRPr lang="en-ID" smtClean="0">
                <a:solidFill>
                  <a:schemeClr val="bg1"/>
                </a:solidFill>
                <a:latin typeface="+mj-lt"/>
              </a:defRPr>
            </a:lvl1pPr>
          </a:lstStyle>
          <a:p>
            <a:fld id="{20A13858-C2AA-4A16-A43A-77ABAD7631C2}" type="slidenum">
              <a:rPr lang="en-ID" smtClean="0"/>
              <a:pPr/>
              <a:t>‹#›</a:t>
            </a:fld>
            <a:endParaRPr lang="en-ID" dirty="0"/>
          </a:p>
        </p:txBody>
      </p:sp>
    </p:spTree>
    <p:extLst>
      <p:ext uri="{BB962C8B-B14F-4D97-AF65-F5344CB8AC3E}">
        <p14:creationId xmlns:p14="http://schemas.microsoft.com/office/powerpoint/2010/main" val="29750672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CAC92-5FD2-4804-8C8C-EA69998B39D3}"/>
              </a:ext>
            </a:extLst>
          </p:cNvPr>
          <p:cNvSpPr>
            <a:spLocks noGrp="1"/>
          </p:cNvSpPr>
          <p:nvPr>
            <p:ph type="title"/>
          </p:nvPr>
        </p:nvSpPr>
        <p:spPr>
          <a:xfrm>
            <a:off x="609600" y="88128"/>
            <a:ext cx="10972800" cy="706662"/>
          </a:xfrm>
        </p:spPr>
        <p:txBody>
          <a:bodyPr vert="horz" lIns="0" tIns="0" rIns="0" bIns="0" rtlCol="0" anchor="b">
            <a:normAutofit/>
          </a:bodyPr>
          <a:lstStyle>
            <a:lvl1pPr>
              <a:defRPr lang="en-ID" sz="3200">
                <a:solidFill>
                  <a:schemeClr val="tx2"/>
                </a:solidFill>
              </a:defRPr>
            </a:lvl1pPr>
          </a:lstStyle>
          <a:p>
            <a:pPr marL="0" lvl="0"/>
            <a:r>
              <a:rPr lang="en-US"/>
              <a:t>Click to edit Master title style</a:t>
            </a:r>
            <a:endParaRPr lang="en-ID"/>
          </a:p>
        </p:txBody>
      </p:sp>
      <p:sp>
        <p:nvSpPr>
          <p:cNvPr id="3" name="Content Placeholder 2">
            <a:extLst>
              <a:ext uri="{FF2B5EF4-FFF2-40B4-BE49-F238E27FC236}">
                <a16:creationId xmlns:a16="http://schemas.microsoft.com/office/drawing/2014/main" id="{A95BA649-F68C-4D5E-9DB9-AC1C3DB2EB63}"/>
              </a:ext>
            </a:extLst>
          </p:cNvPr>
          <p:cNvSpPr>
            <a:spLocks noGrp="1"/>
          </p:cNvSpPr>
          <p:nvPr>
            <p:ph idx="1"/>
          </p:nvPr>
        </p:nvSpPr>
        <p:spPr>
          <a:xfrm>
            <a:off x="609600" y="1008613"/>
            <a:ext cx="5257800" cy="5168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EC3AAEE7-4095-415E-ADD4-8F767E2C3608}"/>
              </a:ext>
            </a:extLst>
          </p:cNvPr>
          <p:cNvSpPr>
            <a:spLocks noGrp="1"/>
          </p:cNvSpPr>
          <p:nvPr>
            <p:ph type="dt" sz="half" idx="10"/>
          </p:nvPr>
        </p:nvSpPr>
        <p:spPr>
          <a:xfrm>
            <a:off x="10560050" y="6463283"/>
            <a:ext cx="1022350" cy="184666"/>
          </a:xfrm>
        </p:spPr>
        <p:txBody>
          <a:bodyPr vert="horz" wrap="square" lIns="0" tIns="0" rIns="0" bIns="0" rtlCol="0" anchor="ctr">
            <a:spAutoFit/>
          </a:bodyPr>
          <a:lstStyle>
            <a:lvl1pPr algn="r">
              <a:defRPr lang="en-ID" smtClean="0">
                <a:solidFill>
                  <a:schemeClr val="tx1">
                    <a:lumMod val="50000"/>
                    <a:lumOff val="50000"/>
                  </a:schemeClr>
                </a:solidFill>
                <a:latin typeface="+mn-lt"/>
              </a:defRPr>
            </a:lvl1pPr>
          </a:lstStyle>
          <a:p>
            <a:fld id="{43E2D749-843A-4CF2-BA5B-0BB9149F832F}" type="datetime1">
              <a:rPr lang="en-ID" smtClean="0"/>
              <a:t>10/09/2019</a:t>
            </a:fld>
            <a:endParaRPr lang="en-ID"/>
          </a:p>
        </p:txBody>
      </p:sp>
      <p:sp>
        <p:nvSpPr>
          <p:cNvPr id="9" name="Rectangle: Top Corners Rounded 8">
            <a:extLst>
              <a:ext uri="{FF2B5EF4-FFF2-40B4-BE49-F238E27FC236}">
                <a16:creationId xmlns:a16="http://schemas.microsoft.com/office/drawing/2014/main" id="{7025C961-B06B-4956-806B-BE834F6811D5}"/>
              </a:ext>
            </a:extLst>
          </p:cNvPr>
          <p:cNvSpPr/>
          <p:nvPr userDrawn="1"/>
        </p:nvSpPr>
        <p:spPr>
          <a:xfrm rot="5400000">
            <a:off x="284614" y="6056744"/>
            <a:ext cx="428514" cy="997745"/>
          </a:xfrm>
          <a:prstGeom prst="round2SameRect">
            <a:avLst>
              <a:gd name="adj1" fmla="val 50000"/>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10" name="Oval 9">
            <a:extLst>
              <a:ext uri="{FF2B5EF4-FFF2-40B4-BE49-F238E27FC236}">
                <a16:creationId xmlns:a16="http://schemas.microsoft.com/office/drawing/2014/main" id="{ECF2B506-E791-4E0A-8A3C-9D25AABC6D56}"/>
              </a:ext>
            </a:extLst>
          </p:cNvPr>
          <p:cNvSpPr/>
          <p:nvPr userDrawn="1"/>
        </p:nvSpPr>
        <p:spPr>
          <a:xfrm>
            <a:off x="609600" y="6384166"/>
            <a:ext cx="342900" cy="3429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D"/>
          </a:p>
        </p:txBody>
      </p:sp>
      <p:cxnSp>
        <p:nvCxnSpPr>
          <p:cNvPr id="11" name="Straight Connector 10">
            <a:extLst>
              <a:ext uri="{FF2B5EF4-FFF2-40B4-BE49-F238E27FC236}">
                <a16:creationId xmlns:a16="http://schemas.microsoft.com/office/drawing/2014/main" id="{4E9005DD-915C-4E7E-BF60-69091252018F}"/>
              </a:ext>
            </a:extLst>
          </p:cNvPr>
          <p:cNvCxnSpPr/>
          <p:nvPr userDrawn="1"/>
        </p:nvCxnSpPr>
        <p:spPr>
          <a:xfrm>
            <a:off x="609600" y="901701"/>
            <a:ext cx="477440" cy="0"/>
          </a:xfrm>
          <a:prstGeom prst="line">
            <a:avLst/>
          </a:prstGeom>
          <a:ln w="25400" cap="rnd">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D1B70B0-5FEC-49BA-A698-BEC51B8C4B6C}"/>
              </a:ext>
            </a:extLst>
          </p:cNvPr>
          <p:cNvSpPr>
            <a:spLocks noGrp="1"/>
          </p:cNvSpPr>
          <p:nvPr>
            <p:ph type="ftr" sz="quarter" idx="11"/>
          </p:nvPr>
        </p:nvSpPr>
        <p:spPr>
          <a:xfrm>
            <a:off x="1106090" y="6463283"/>
            <a:ext cx="4310460" cy="184666"/>
          </a:xfrm>
        </p:spPr>
        <p:txBody>
          <a:bodyPr vert="horz" wrap="square" lIns="0" tIns="0" rIns="0" bIns="0" rtlCol="0" anchor="ctr">
            <a:spAutoFit/>
          </a:bodyPr>
          <a:lstStyle>
            <a:lvl1pPr algn="l">
              <a:defRPr lang="en-ID" smtClean="0">
                <a:solidFill>
                  <a:schemeClr val="tx1">
                    <a:lumMod val="50000"/>
                    <a:lumOff val="50000"/>
                  </a:schemeClr>
                </a:solidFill>
                <a:latin typeface="+mj-lt"/>
              </a:defRPr>
            </a:lvl1pPr>
          </a:lstStyle>
          <a:p>
            <a:r>
              <a:rPr lang="en-ID"/>
              <a:t>Footer</a:t>
            </a:r>
          </a:p>
        </p:txBody>
      </p:sp>
      <p:sp>
        <p:nvSpPr>
          <p:cNvPr id="6" name="Slide Number Placeholder 5">
            <a:extLst>
              <a:ext uri="{FF2B5EF4-FFF2-40B4-BE49-F238E27FC236}">
                <a16:creationId xmlns:a16="http://schemas.microsoft.com/office/drawing/2014/main" id="{40F9F326-BA84-4729-AF08-57BF1C417D4B}"/>
              </a:ext>
            </a:extLst>
          </p:cNvPr>
          <p:cNvSpPr>
            <a:spLocks noGrp="1"/>
          </p:cNvSpPr>
          <p:nvPr>
            <p:ph type="sldNum" sz="quarter" idx="12"/>
          </p:nvPr>
        </p:nvSpPr>
        <p:spPr>
          <a:xfrm>
            <a:off x="667237" y="6463283"/>
            <a:ext cx="227626" cy="184666"/>
          </a:xfrm>
        </p:spPr>
        <p:txBody>
          <a:bodyPr vert="horz" wrap="none" lIns="0" tIns="0" rIns="0" bIns="0" rtlCol="0" anchor="ctr">
            <a:spAutoFit/>
          </a:bodyPr>
          <a:lstStyle>
            <a:lvl1pPr algn="ctr">
              <a:defRPr lang="en-ID" smtClean="0">
                <a:solidFill>
                  <a:schemeClr val="tx1">
                    <a:lumMod val="50000"/>
                    <a:lumOff val="50000"/>
                  </a:schemeClr>
                </a:solidFill>
                <a:latin typeface="+mj-lt"/>
              </a:defRPr>
            </a:lvl1pPr>
          </a:lstStyle>
          <a:p>
            <a:fld id="{20A13858-C2AA-4A16-A43A-77ABAD7631C2}" type="slidenum">
              <a:rPr lang="en-ID" smtClean="0"/>
              <a:pPr/>
              <a:t>‹#›</a:t>
            </a:fld>
            <a:endParaRPr lang="en-ID" dirty="0"/>
          </a:p>
        </p:txBody>
      </p:sp>
      <p:sp>
        <p:nvSpPr>
          <p:cNvPr id="12" name="Content Placeholder 2">
            <a:extLst>
              <a:ext uri="{FF2B5EF4-FFF2-40B4-BE49-F238E27FC236}">
                <a16:creationId xmlns:a16="http://schemas.microsoft.com/office/drawing/2014/main" id="{49D02890-DF78-4B5C-836F-E6CA84457E35}"/>
              </a:ext>
            </a:extLst>
          </p:cNvPr>
          <p:cNvSpPr>
            <a:spLocks noGrp="1"/>
          </p:cNvSpPr>
          <p:nvPr>
            <p:ph idx="13"/>
          </p:nvPr>
        </p:nvSpPr>
        <p:spPr>
          <a:xfrm>
            <a:off x="6324600" y="1008613"/>
            <a:ext cx="5257800" cy="516835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D" dirty="0"/>
          </a:p>
        </p:txBody>
      </p:sp>
    </p:spTree>
    <p:extLst>
      <p:ext uri="{BB962C8B-B14F-4D97-AF65-F5344CB8AC3E}">
        <p14:creationId xmlns:p14="http://schemas.microsoft.com/office/powerpoint/2010/main" val="28461953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CAC92-5FD2-4804-8C8C-EA69998B39D3}"/>
              </a:ext>
            </a:extLst>
          </p:cNvPr>
          <p:cNvSpPr>
            <a:spLocks noGrp="1"/>
          </p:cNvSpPr>
          <p:nvPr>
            <p:ph type="title"/>
          </p:nvPr>
        </p:nvSpPr>
        <p:spPr>
          <a:xfrm>
            <a:off x="609600" y="88128"/>
            <a:ext cx="10972800" cy="706662"/>
          </a:xfrm>
        </p:spPr>
        <p:txBody>
          <a:bodyPr vert="horz" lIns="0" tIns="0" rIns="0" bIns="0" rtlCol="0" anchor="b">
            <a:normAutofit/>
          </a:bodyPr>
          <a:lstStyle>
            <a:lvl1pPr>
              <a:defRPr lang="en-ID" sz="3200">
                <a:solidFill>
                  <a:schemeClr val="tx2"/>
                </a:solidFill>
              </a:defRPr>
            </a:lvl1pPr>
          </a:lstStyle>
          <a:p>
            <a:pPr marL="0" lvl="0"/>
            <a:r>
              <a:rPr lang="en-US" dirty="0"/>
              <a:t>Click to edit Master title style</a:t>
            </a:r>
            <a:endParaRPr lang="en-ID" dirty="0"/>
          </a:p>
        </p:txBody>
      </p:sp>
      <p:sp>
        <p:nvSpPr>
          <p:cNvPr id="3" name="Content Placeholder 2">
            <a:extLst>
              <a:ext uri="{FF2B5EF4-FFF2-40B4-BE49-F238E27FC236}">
                <a16:creationId xmlns:a16="http://schemas.microsoft.com/office/drawing/2014/main" id="{A95BA649-F68C-4D5E-9DB9-AC1C3DB2EB63}"/>
              </a:ext>
            </a:extLst>
          </p:cNvPr>
          <p:cNvSpPr>
            <a:spLocks noGrp="1"/>
          </p:cNvSpPr>
          <p:nvPr>
            <p:ph idx="1"/>
          </p:nvPr>
        </p:nvSpPr>
        <p:spPr>
          <a:xfrm>
            <a:off x="609600" y="1832491"/>
            <a:ext cx="5257800" cy="434447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D" dirty="0"/>
          </a:p>
        </p:txBody>
      </p:sp>
      <p:sp>
        <p:nvSpPr>
          <p:cNvPr id="4" name="Date Placeholder 3">
            <a:extLst>
              <a:ext uri="{FF2B5EF4-FFF2-40B4-BE49-F238E27FC236}">
                <a16:creationId xmlns:a16="http://schemas.microsoft.com/office/drawing/2014/main" id="{EC3AAEE7-4095-415E-ADD4-8F767E2C3608}"/>
              </a:ext>
            </a:extLst>
          </p:cNvPr>
          <p:cNvSpPr>
            <a:spLocks noGrp="1"/>
          </p:cNvSpPr>
          <p:nvPr>
            <p:ph type="dt" sz="half" idx="10"/>
          </p:nvPr>
        </p:nvSpPr>
        <p:spPr>
          <a:xfrm>
            <a:off x="10560050" y="6463283"/>
            <a:ext cx="1022350" cy="184666"/>
          </a:xfrm>
        </p:spPr>
        <p:txBody>
          <a:bodyPr vert="horz" wrap="square" lIns="0" tIns="0" rIns="0" bIns="0" rtlCol="0" anchor="ctr">
            <a:spAutoFit/>
          </a:bodyPr>
          <a:lstStyle>
            <a:lvl1pPr algn="r">
              <a:defRPr lang="en-ID" smtClean="0">
                <a:solidFill>
                  <a:schemeClr val="tx1">
                    <a:lumMod val="50000"/>
                    <a:lumOff val="50000"/>
                  </a:schemeClr>
                </a:solidFill>
                <a:latin typeface="+mn-lt"/>
              </a:defRPr>
            </a:lvl1pPr>
          </a:lstStyle>
          <a:p>
            <a:fld id="{43E2D749-843A-4CF2-BA5B-0BB9149F832F}" type="datetime1">
              <a:rPr lang="en-ID" smtClean="0"/>
              <a:t>10/09/2019</a:t>
            </a:fld>
            <a:endParaRPr lang="en-ID"/>
          </a:p>
        </p:txBody>
      </p:sp>
      <p:sp>
        <p:nvSpPr>
          <p:cNvPr id="9" name="Rectangle: Top Corners Rounded 8">
            <a:extLst>
              <a:ext uri="{FF2B5EF4-FFF2-40B4-BE49-F238E27FC236}">
                <a16:creationId xmlns:a16="http://schemas.microsoft.com/office/drawing/2014/main" id="{7025C961-B06B-4956-806B-BE834F6811D5}"/>
              </a:ext>
            </a:extLst>
          </p:cNvPr>
          <p:cNvSpPr/>
          <p:nvPr userDrawn="1"/>
        </p:nvSpPr>
        <p:spPr>
          <a:xfrm rot="5400000">
            <a:off x="284614" y="6056744"/>
            <a:ext cx="428514" cy="997745"/>
          </a:xfrm>
          <a:prstGeom prst="round2SameRect">
            <a:avLst>
              <a:gd name="adj1" fmla="val 50000"/>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10" name="Oval 9">
            <a:extLst>
              <a:ext uri="{FF2B5EF4-FFF2-40B4-BE49-F238E27FC236}">
                <a16:creationId xmlns:a16="http://schemas.microsoft.com/office/drawing/2014/main" id="{ECF2B506-E791-4E0A-8A3C-9D25AABC6D56}"/>
              </a:ext>
            </a:extLst>
          </p:cNvPr>
          <p:cNvSpPr/>
          <p:nvPr userDrawn="1"/>
        </p:nvSpPr>
        <p:spPr>
          <a:xfrm>
            <a:off x="609600" y="6384166"/>
            <a:ext cx="342900" cy="3429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D"/>
          </a:p>
        </p:txBody>
      </p:sp>
      <p:cxnSp>
        <p:nvCxnSpPr>
          <p:cNvPr id="11" name="Straight Connector 10">
            <a:extLst>
              <a:ext uri="{FF2B5EF4-FFF2-40B4-BE49-F238E27FC236}">
                <a16:creationId xmlns:a16="http://schemas.microsoft.com/office/drawing/2014/main" id="{4E9005DD-915C-4E7E-BF60-69091252018F}"/>
              </a:ext>
            </a:extLst>
          </p:cNvPr>
          <p:cNvCxnSpPr/>
          <p:nvPr userDrawn="1"/>
        </p:nvCxnSpPr>
        <p:spPr>
          <a:xfrm>
            <a:off x="609600" y="901701"/>
            <a:ext cx="477440" cy="0"/>
          </a:xfrm>
          <a:prstGeom prst="line">
            <a:avLst/>
          </a:prstGeom>
          <a:ln w="25400" cap="rnd">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D1B70B0-5FEC-49BA-A698-BEC51B8C4B6C}"/>
              </a:ext>
            </a:extLst>
          </p:cNvPr>
          <p:cNvSpPr>
            <a:spLocks noGrp="1"/>
          </p:cNvSpPr>
          <p:nvPr>
            <p:ph type="ftr" sz="quarter" idx="11"/>
          </p:nvPr>
        </p:nvSpPr>
        <p:spPr>
          <a:xfrm>
            <a:off x="1106090" y="6463283"/>
            <a:ext cx="4310460" cy="184666"/>
          </a:xfrm>
        </p:spPr>
        <p:txBody>
          <a:bodyPr vert="horz" wrap="square" lIns="0" tIns="0" rIns="0" bIns="0" rtlCol="0" anchor="ctr">
            <a:spAutoFit/>
          </a:bodyPr>
          <a:lstStyle>
            <a:lvl1pPr algn="l">
              <a:defRPr lang="en-ID" smtClean="0">
                <a:solidFill>
                  <a:schemeClr val="tx1">
                    <a:lumMod val="50000"/>
                    <a:lumOff val="50000"/>
                  </a:schemeClr>
                </a:solidFill>
                <a:latin typeface="+mj-lt"/>
              </a:defRPr>
            </a:lvl1pPr>
          </a:lstStyle>
          <a:p>
            <a:r>
              <a:rPr lang="en-ID"/>
              <a:t>Footer</a:t>
            </a:r>
          </a:p>
        </p:txBody>
      </p:sp>
      <p:sp>
        <p:nvSpPr>
          <p:cNvPr id="6" name="Slide Number Placeholder 5">
            <a:extLst>
              <a:ext uri="{FF2B5EF4-FFF2-40B4-BE49-F238E27FC236}">
                <a16:creationId xmlns:a16="http://schemas.microsoft.com/office/drawing/2014/main" id="{40F9F326-BA84-4729-AF08-57BF1C417D4B}"/>
              </a:ext>
            </a:extLst>
          </p:cNvPr>
          <p:cNvSpPr>
            <a:spLocks noGrp="1"/>
          </p:cNvSpPr>
          <p:nvPr>
            <p:ph type="sldNum" sz="quarter" idx="12"/>
          </p:nvPr>
        </p:nvSpPr>
        <p:spPr>
          <a:xfrm>
            <a:off x="667237" y="6463283"/>
            <a:ext cx="227626" cy="184666"/>
          </a:xfrm>
        </p:spPr>
        <p:txBody>
          <a:bodyPr vert="horz" wrap="none" lIns="0" tIns="0" rIns="0" bIns="0" rtlCol="0" anchor="ctr">
            <a:spAutoFit/>
          </a:bodyPr>
          <a:lstStyle>
            <a:lvl1pPr algn="ctr">
              <a:defRPr lang="en-ID" smtClean="0">
                <a:solidFill>
                  <a:schemeClr val="tx1">
                    <a:lumMod val="50000"/>
                    <a:lumOff val="50000"/>
                  </a:schemeClr>
                </a:solidFill>
                <a:latin typeface="+mj-lt"/>
              </a:defRPr>
            </a:lvl1pPr>
          </a:lstStyle>
          <a:p>
            <a:fld id="{20A13858-C2AA-4A16-A43A-77ABAD7631C2}" type="slidenum">
              <a:rPr lang="en-ID" smtClean="0"/>
              <a:pPr/>
              <a:t>‹#›</a:t>
            </a:fld>
            <a:endParaRPr lang="en-ID" dirty="0"/>
          </a:p>
        </p:txBody>
      </p:sp>
      <p:sp>
        <p:nvSpPr>
          <p:cNvPr id="8" name="Text Placeholder 7">
            <a:extLst>
              <a:ext uri="{FF2B5EF4-FFF2-40B4-BE49-F238E27FC236}">
                <a16:creationId xmlns:a16="http://schemas.microsoft.com/office/drawing/2014/main" id="{0B8BED67-5E70-402F-AC94-5C442E76D4C9}"/>
              </a:ext>
            </a:extLst>
          </p:cNvPr>
          <p:cNvSpPr>
            <a:spLocks noGrp="1"/>
          </p:cNvSpPr>
          <p:nvPr>
            <p:ph type="body" sz="quarter" idx="15"/>
          </p:nvPr>
        </p:nvSpPr>
        <p:spPr>
          <a:xfrm>
            <a:off x="609600" y="1151775"/>
            <a:ext cx="5257800" cy="537554"/>
          </a:xfrm>
        </p:spPr>
        <p:txBody>
          <a:bodyPr vert="horz" lIns="0" tIns="0" rIns="0" bIns="0" rtlCol="0">
            <a:normAutofit/>
          </a:bodyPr>
          <a:lstStyle>
            <a:lvl1pPr>
              <a:defRPr lang="en-US" dirty="0" smtClean="0">
                <a:latin typeface="+mj-lt"/>
              </a:defRPr>
            </a:lvl1pPr>
            <a:lvl2pPr>
              <a:defRPr lang="en-US" dirty="0" smtClean="0"/>
            </a:lvl2pPr>
            <a:lvl3pPr>
              <a:defRPr lang="en-US" dirty="0" smtClean="0"/>
            </a:lvl3pPr>
            <a:lvl4pPr>
              <a:defRPr lang="en-US" dirty="0" smtClean="0"/>
            </a:lvl4pPr>
            <a:lvl5pPr>
              <a:defRPr lang="en-ID" dirty="0"/>
            </a:lvl5pPr>
          </a:lstStyle>
          <a:p>
            <a:pPr marL="0" lvl="0" indent="0">
              <a:buNone/>
            </a:pPr>
            <a:r>
              <a:rPr lang="en-US" dirty="0"/>
              <a:t>Click to edit Master text styles</a:t>
            </a:r>
          </a:p>
        </p:txBody>
      </p:sp>
      <p:sp>
        <p:nvSpPr>
          <p:cNvPr id="14" name="Content Placeholder 2">
            <a:extLst>
              <a:ext uri="{FF2B5EF4-FFF2-40B4-BE49-F238E27FC236}">
                <a16:creationId xmlns:a16="http://schemas.microsoft.com/office/drawing/2014/main" id="{EA4AEC0B-D192-4CA5-A88C-6A36C2B93906}"/>
              </a:ext>
            </a:extLst>
          </p:cNvPr>
          <p:cNvSpPr>
            <a:spLocks noGrp="1"/>
          </p:cNvSpPr>
          <p:nvPr>
            <p:ph idx="16"/>
          </p:nvPr>
        </p:nvSpPr>
        <p:spPr>
          <a:xfrm>
            <a:off x="6324600" y="1832491"/>
            <a:ext cx="5257800" cy="434447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D" dirty="0"/>
          </a:p>
        </p:txBody>
      </p:sp>
      <p:sp>
        <p:nvSpPr>
          <p:cNvPr id="15" name="Text Placeholder 7">
            <a:extLst>
              <a:ext uri="{FF2B5EF4-FFF2-40B4-BE49-F238E27FC236}">
                <a16:creationId xmlns:a16="http://schemas.microsoft.com/office/drawing/2014/main" id="{A77F52AD-1E1F-4D69-B089-D9DBE278D3A5}"/>
              </a:ext>
            </a:extLst>
          </p:cNvPr>
          <p:cNvSpPr>
            <a:spLocks noGrp="1"/>
          </p:cNvSpPr>
          <p:nvPr>
            <p:ph type="body" sz="quarter" idx="17"/>
          </p:nvPr>
        </p:nvSpPr>
        <p:spPr>
          <a:xfrm>
            <a:off x="6324600" y="1151775"/>
            <a:ext cx="5257800" cy="537554"/>
          </a:xfrm>
        </p:spPr>
        <p:txBody>
          <a:bodyPr vert="horz" lIns="0" tIns="0" rIns="0" bIns="0" rtlCol="0">
            <a:normAutofit/>
          </a:bodyPr>
          <a:lstStyle>
            <a:lvl1pPr>
              <a:defRPr lang="en-US" dirty="0" smtClean="0">
                <a:latin typeface="+mj-lt"/>
              </a:defRPr>
            </a:lvl1pPr>
            <a:lvl2pPr>
              <a:defRPr lang="en-US" dirty="0" smtClean="0"/>
            </a:lvl2pPr>
            <a:lvl3pPr>
              <a:defRPr lang="en-US" dirty="0" smtClean="0"/>
            </a:lvl3pPr>
            <a:lvl4pPr>
              <a:defRPr lang="en-US" dirty="0" smtClean="0"/>
            </a:lvl4pPr>
            <a:lvl5pPr>
              <a:defRPr lang="en-ID" dirty="0"/>
            </a:lvl5pPr>
          </a:lstStyle>
          <a:p>
            <a:pPr marL="0" lvl="0" indent="0">
              <a:buNone/>
            </a:pPr>
            <a:r>
              <a:rPr lang="en-US" dirty="0"/>
              <a:t>Click to edit Master text styles</a:t>
            </a:r>
          </a:p>
        </p:txBody>
      </p:sp>
    </p:spTree>
    <p:extLst>
      <p:ext uri="{BB962C8B-B14F-4D97-AF65-F5344CB8AC3E}">
        <p14:creationId xmlns:p14="http://schemas.microsoft.com/office/powerpoint/2010/main" val="3144220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CAC92-5FD2-4804-8C8C-EA69998B39D3}"/>
              </a:ext>
            </a:extLst>
          </p:cNvPr>
          <p:cNvSpPr>
            <a:spLocks noGrp="1"/>
          </p:cNvSpPr>
          <p:nvPr>
            <p:ph type="title"/>
          </p:nvPr>
        </p:nvSpPr>
        <p:spPr>
          <a:xfrm>
            <a:off x="609600" y="88128"/>
            <a:ext cx="10972800" cy="706662"/>
          </a:xfrm>
        </p:spPr>
        <p:txBody>
          <a:bodyPr vert="horz" lIns="0" tIns="0" rIns="0" bIns="0" rtlCol="0" anchor="b">
            <a:normAutofit/>
          </a:bodyPr>
          <a:lstStyle>
            <a:lvl1pPr>
              <a:defRPr lang="en-ID" sz="3200">
                <a:solidFill>
                  <a:schemeClr val="tx2"/>
                </a:solidFill>
              </a:defRPr>
            </a:lvl1pPr>
          </a:lstStyle>
          <a:p>
            <a:pPr marL="0" lvl="0"/>
            <a:r>
              <a:rPr lang="en-US" dirty="0"/>
              <a:t>Click to edit Master title style</a:t>
            </a:r>
            <a:endParaRPr lang="en-ID" dirty="0"/>
          </a:p>
        </p:txBody>
      </p:sp>
      <p:sp>
        <p:nvSpPr>
          <p:cNvPr id="4" name="Date Placeholder 3">
            <a:extLst>
              <a:ext uri="{FF2B5EF4-FFF2-40B4-BE49-F238E27FC236}">
                <a16:creationId xmlns:a16="http://schemas.microsoft.com/office/drawing/2014/main" id="{EC3AAEE7-4095-415E-ADD4-8F767E2C3608}"/>
              </a:ext>
            </a:extLst>
          </p:cNvPr>
          <p:cNvSpPr>
            <a:spLocks noGrp="1"/>
          </p:cNvSpPr>
          <p:nvPr>
            <p:ph type="dt" sz="half" idx="10"/>
          </p:nvPr>
        </p:nvSpPr>
        <p:spPr>
          <a:xfrm>
            <a:off x="10560050" y="6463283"/>
            <a:ext cx="1022350" cy="184666"/>
          </a:xfrm>
        </p:spPr>
        <p:txBody>
          <a:bodyPr vert="horz" wrap="square" lIns="0" tIns="0" rIns="0" bIns="0" rtlCol="0" anchor="ctr">
            <a:spAutoFit/>
          </a:bodyPr>
          <a:lstStyle>
            <a:lvl1pPr algn="r">
              <a:defRPr lang="en-ID" smtClean="0">
                <a:solidFill>
                  <a:schemeClr val="tx1">
                    <a:lumMod val="50000"/>
                    <a:lumOff val="50000"/>
                  </a:schemeClr>
                </a:solidFill>
                <a:latin typeface="+mn-lt"/>
              </a:defRPr>
            </a:lvl1pPr>
          </a:lstStyle>
          <a:p>
            <a:fld id="{43E2D749-843A-4CF2-BA5B-0BB9149F832F}" type="datetime1">
              <a:rPr lang="en-ID" smtClean="0"/>
              <a:t>10/09/2019</a:t>
            </a:fld>
            <a:endParaRPr lang="en-ID"/>
          </a:p>
        </p:txBody>
      </p:sp>
      <p:sp>
        <p:nvSpPr>
          <p:cNvPr id="9" name="Rectangle: Top Corners Rounded 8">
            <a:extLst>
              <a:ext uri="{FF2B5EF4-FFF2-40B4-BE49-F238E27FC236}">
                <a16:creationId xmlns:a16="http://schemas.microsoft.com/office/drawing/2014/main" id="{7025C961-B06B-4956-806B-BE834F6811D5}"/>
              </a:ext>
            </a:extLst>
          </p:cNvPr>
          <p:cNvSpPr/>
          <p:nvPr userDrawn="1"/>
        </p:nvSpPr>
        <p:spPr>
          <a:xfrm rot="5400000">
            <a:off x="284614" y="6056744"/>
            <a:ext cx="428514" cy="997745"/>
          </a:xfrm>
          <a:prstGeom prst="round2SameRect">
            <a:avLst>
              <a:gd name="adj1" fmla="val 50000"/>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10" name="Oval 9">
            <a:extLst>
              <a:ext uri="{FF2B5EF4-FFF2-40B4-BE49-F238E27FC236}">
                <a16:creationId xmlns:a16="http://schemas.microsoft.com/office/drawing/2014/main" id="{ECF2B506-E791-4E0A-8A3C-9D25AABC6D56}"/>
              </a:ext>
            </a:extLst>
          </p:cNvPr>
          <p:cNvSpPr/>
          <p:nvPr userDrawn="1"/>
        </p:nvSpPr>
        <p:spPr>
          <a:xfrm>
            <a:off x="609600" y="6384166"/>
            <a:ext cx="342900" cy="3429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D"/>
          </a:p>
        </p:txBody>
      </p:sp>
      <p:cxnSp>
        <p:nvCxnSpPr>
          <p:cNvPr id="11" name="Straight Connector 10">
            <a:extLst>
              <a:ext uri="{FF2B5EF4-FFF2-40B4-BE49-F238E27FC236}">
                <a16:creationId xmlns:a16="http://schemas.microsoft.com/office/drawing/2014/main" id="{4E9005DD-915C-4E7E-BF60-69091252018F}"/>
              </a:ext>
            </a:extLst>
          </p:cNvPr>
          <p:cNvCxnSpPr/>
          <p:nvPr userDrawn="1"/>
        </p:nvCxnSpPr>
        <p:spPr>
          <a:xfrm>
            <a:off x="609600" y="901701"/>
            <a:ext cx="477440" cy="0"/>
          </a:xfrm>
          <a:prstGeom prst="line">
            <a:avLst/>
          </a:prstGeom>
          <a:ln w="25400" cap="rnd">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D1B70B0-5FEC-49BA-A698-BEC51B8C4B6C}"/>
              </a:ext>
            </a:extLst>
          </p:cNvPr>
          <p:cNvSpPr>
            <a:spLocks noGrp="1"/>
          </p:cNvSpPr>
          <p:nvPr>
            <p:ph type="ftr" sz="quarter" idx="11"/>
          </p:nvPr>
        </p:nvSpPr>
        <p:spPr>
          <a:xfrm>
            <a:off x="1106090" y="6463283"/>
            <a:ext cx="4310460" cy="184666"/>
          </a:xfrm>
        </p:spPr>
        <p:txBody>
          <a:bodyPr vert="horz" wrap="square" lIns="0" tIns="0" rIns="0" bIns="0" rtlCol="0" anchor="ctr">
            <a:spAutoFit/>
          </a:bodyPr>
          <a:lstStyle>
            <a:lvl1pPr algn="l">
              <a:defRPr lang="en-ID" smtClean="0">
                <a:solidFill>
                  <a:schemeClr val="tx1">
                    <a:lumMod val="50000"/>
                    <a:lumOff val="50000"/>
                  </a:schemeClr>
                </a:solidFill>
                <a:latin typeface="+mj-lt"/>
              </a:defRPr>
            </a:lvl1pPr>
          </a:lstStyle>
          <a:p>
            <a:r>
              <a:rPr lang="en-ID"/>
              <a:t>Footer</a:t>
            </a:r>
          </a:p>
        </p:txBody>
      </p:sp>
      <p:sp>
        <p:nvSpPr>
          <p:cNvPr id="6" name="Slide Number Placeholder 5">
            <a:extLst>
              <a:ext uri="{FF2B5EF4-FFF2-40B4-BE49-F238E27FC236}">
                <a16:creationId xmlns:a16="http://schemas.microsoft.com/office/drawing/2014/main" id="{40F9F326-BA84-4729-AF08-57BF1C417D4B}"/>
              </a:ext>
            </a:extLst>
          </p:cNvPr>
          <p:cNvSpPr>
            <a:spLocks noGrp="1"/>
          </p:cNvSpPr>
          <p:nvPr>
            <p:ph type="sldNum" sz="quarter" idx="12"/>
          </p:nvPr>
        </p:nvSpPr>
        <p:spPr>
          <a:xfrm>
            <a:off x="667237" y="6463283"/>
            <a:ext cx="227626" cy="184666"/>
          </a:xfrm>
        </p:spPr>
        <p:txBody>
          <a:bodyPr vert="horz" wrap="none" lIns="0" tIns="0" rIns="0" bIns="0" rtlCol="0" anchor="ctr">
            <a:spAutoFit/>
          </a:bodyPr>
          <a:lstStyle>
            <a:lvl1pPr algn="ctr">
              <a:defRPr lang="en-ID" smtClean="0">
                <a:solidFill>
                  <a:schemeClr val="tx1">
                    <a:lumMod val="50000"/>
                    <a:lumOff val="50000"/>
                  </a:schemeClr>
                </a:solidFill>
                <a:latin typeface="+mj-lt"/>
              </a:defRPr>
            </a:lvl1pPr>
          </a:lstStyle>
          <a:p>
            <a:fld id="{20A13858-C2AA-4A16-A43A-77ABAD7631C2}" type="slidenum">
              <a:rPr lang="en-ID" smtClean="0"/>
              <a:pPr/>
              <a:t>‹#›</a:t>
            </a:fld>
            <a:endParaRPr lang="en-ID" dirty="0"/>
          </a:p>
        </p:txBody>
      </p:sp>
    </p:spTree>
    <p:extLst>
      <p:ext uri="{BB962C8B-B14F-4D97-AF65-F5344CB8AC3E}">
        <p14:creationId xmlns:p14="http://schemas.microsoft.com/office/powerpoint/2010/main" val="20005138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C3AAEE7-4095-415E-ADD4-8F767E2C3608}"/>
              </a:ext>
            </a:extLst>
          </p:cNvPr>
          <p:cNvSpPr>
            <a:spLocks noGrp="1"/>
          </p:cNvSpPr>
          <p:nvPr>
            <p:ph type="dt" sz="half" idx="10"/>
          </p:nvPr>
        </p:nvSpPr>
        <p:spPr>
          <a:xfrm>
            <a:off x="10560050" y="6463283"/>
            <a:ext cx="1022350" cy="184666"/>
          </a:xfrm>
        </p:spPr>
        <p:txBody>
          <a:bodyPr vert="horz" wrap="square" lIns="0" tIns="0" rIns="0" bIns="0" rtlCol="0" anchor="ctr">
            <a:spAutoFit/>
          </a:bodyPr>
          <a:lstStyle>
            <a:lvl1pPr algn="r">
              <a:defRPr lang="en-ID" smtClean="0">
                <a:solidFill>
                  <a:schemeClr val="tx1">
                    <a:lumMod val="50000"/>
                    <a:lumOff val="50000"/>
                  </a:schemeClr>
                </a:solidFill>
                <a:latin typeface="+mn-lt"/>
              </a:defRPr>
            </a:lvl1pPr>
          </a:lstStyle>
          <a:p>
            <a:fld id="{43E2D749-843A-4CF2-BA5B-0BB9149F832F}" type="datetime1">
              <a:rPr lang="en-ID" smtClean="0"/>
              <a:t>10/09/2019</a:t>
            </a:fld>
            <a:endParaRPr lang="en-ID"/>
          </a:p>
        </p:txBody>
      </p:sp>
      <p:sp>
        <p:nvSpPr>
          <p:cNvPr id="9" name="Rectangle: Top Corners Rounded 8">
            <a:extLst>
              <a:ext uri="{FF2B5EF4-FFF2-40B4-BE49-F238E27FC236}">
                <a16:creationId xmlns:a16="http://schemas.microsoft.com/office/drawing/2014/main" id="{7025C961-B06B-4956-806B-BE834F6811D5}"/>
              </a:ext>
            </a:extLst>
          </p:cNvPr>
          <p:cNvSpPr/>
          <p:nvPr userDrawn="1"/>
        </p:nvSpPr>
        <p:spPr>
          <a:xfrm rot="5400000">
            <a:off x="284614" y="6056744"/>
            <a:ext cx="428514" cy="997745"/>
          </a:xfrm>
          <a:prstGeom prst="round2SameRect">
            <a:avLst>
              <a:gd name="adj1" fmla="val 50000"/>
              <a:gd name="adj2" fmla="val 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10" name="Oval 9">
            <a:extLst>
              <a:ext uri="{FF2B5EF4-FFF2-40B4-BE49-F238E27FC236}">
                <a16:creationId xmlns:a16="http://schemas.microsoft.com/office/drawing/2014/main" id="{ECF2B506-E791-4E0A-8A3C-9D25AABC6D56}"/>
              </a:ext>
            </a:extLst>
          </p:cNvPr>
          <p:cNvSpPr/>
          <p:nvPr userDrawn="1"/>
        </p:nvSpPr>
        <p:spPr>
          <a:xfrm>
            <a:off x="609600" y="6384166"/>
            <a:ext cx="342900" cy="3429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ID"/>
          </a:p>
        </p:txBody>
      </p:sp>
      <p:sp>
        <p:nvSpPr>
          <p:cNvPr id="5" name="Footer Placeholder 4">
            <a:extLst>
              <a:ext uri="{FF2B5EF4-FFF2-40B4-BE49-F238E27FC236}">
                <a16:creationId xmlns:a16="http://schemas.microsoft.com/office/drawing/2014/main" id="{0D1B70B0-5FEC-49BA-A698-BEC51B8C4B6C}"/>
              </a:ext>
            </a:extLst>
          </p:cNvPr>
          <p:cNvSpPr>
            <a:spLocks noGrp="1"/>
          </p:cNvSpPr>
          <p:nvPr>
            <p:ph type="ftr" sz="quarter" idx="11"/>
          </p:nvPr>
        </p:nvSpPr>
        <p:spPr>
          <a:xfrm>
            <a:off x="1106090" y="6463283"/>
            <a:ext cx="4310460" cy="184666"/>
          </a:xfrm>
        </p:spPr>
        <p:txBody>
          <a:bodyPr vert="horz" wrap="square" lIns="0" tIns="0" rIns="0" bIns="0" rtlCol="0" anchor="ctr">
            <a:spAutoFit/>
          </a:bodyPr>
          <a:lstStyle>
            <a:lvl1pPr algn="l">
              <a:defRPr lang="en-ID" smtClean="0">
                <a:solidFill>
                  <a:schemeClr val="tx1">
                    <a:lumMod val="50000"/>
                    <a:lumOff val="50000"/>
                  </a:schemeClr>
                </a:solidFill>
                <a:latin typeface="+mj-lt"/>
              </a:defRPr>
            </a:lvl1pPr>
          </a:lstStyle>
          <a:p>
            <a:r>
              <a:rPr lang="en-ID"/>
              <a:t>Footer</a:t>
            </a:r>
          </a:p>
        </p:txBody>
      </p:sp>
      <p:sp>
        <p:nvSpPr>
          <p:cNvPr id="6" name="Slide Number Placeholder 5">
            <a:extLst>
              <a:ext uri="{FF2B5EF4-FFF2-40B4-BE49-F238E27FC236}">
                <a16:creationId xmlns:a16="http://schemas.microsoft.com/office/drawing/2014/main" id="{40F9F326-BA84-4729-AF08-57BF1C417D4B}"/>
              </a:ext>
            </a:extLst>
          </p:cNvPr>
          <p:cNvSpPr>
            <a:spLocks noGrp="1"/>
          </p:cNvSpPr>
          <p:nvPr>
            <p:ph type="sldNum" sz="quarter" idx="12"/>
          </p:nvPr>
        </p:nvSpPr>
        <p:spPr>
          <a:xfrm>
            <a:off x="667237" y="6463283"/>
            <a:ext cx="227626" cy="184666"/>
          </a:xfrm>
        </p:spPr>
        <p:txBody>
          <a:bodyPr vert="horz" wrap="none" lIns="0" tIns="0" rIns="0" bIns="0" rtlCol="0" anchor="ctr">
            <a:spAutoFit/>
          </a:bodyPr>
          <a:lstStyle>
            <a:lvl1pPr algn="ctr">
              <a:defRPr lang="en-ID" smtClean="0">
                <a:solidFill>
                  <a:schemeClr val="tx1">
                    <a:lumMod val="50000"/>
                    <a:lumOff val="50000"/>
                  </a:schemeClr>
                </a:solidFill>
                <a:latin typeface="+mj-lt"/>
              </a:defRPr>
            </a:lvl1pPr>
          </a:lstStyle>
          <a:p>
            <a:fld id="{20A13858-C2AA-4A16-A43A-77ABAD7631C2}" type="slidenum">
              <a:rPr lang="en-ID" smtClean="0"/>
              <a:pPr/>
              <a:t>‹#›</a:t>
            </a:fld>
            <a:endParaRPr lang="en-ID" dirty="0"/>
          </a:p>
        </p:txBody>
      </p:sp>
    </p:spTree>
    <p:extLst>
      <p:ext uri="{BB962C8B-B14F-4D97-AF65-F5344CB8AC3E}">
        <p14:creationId xmlns:p14="http://schemas.microsoft.com/office/powerpoint/2010/main" val="2129987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23" name="Picture 22" descr="A tall building&#10;&#10;Description automatically generated">
            <a:extLst>
              <a:ext uri="{FF2B5EF4-FFF2-40B4-BE49-F238E27FC236}">
                <a16:creationId xmlns:a16="http://schemas.microsoft.com/office/drawing/2014/main" id="{77B99B29-F885-4B15-B7D6-B1BBD3240DCD}"/>
              </a:ext>
            </a:extLst>
          </p:cNvPr>
          <p:cNvPicPr>
            <a:picLocks noChangeAspect="1"/>
          </p:cNvPicPr>
          <p:nvPr userDrawn="1"/>
        </p:nvPicPr>
        <p:blipFill rotWithShape="1">
          <a:blip r:embed="rId2">
            <a:grayscl/>
            <a:extLst>
              <a:ext uri="{28A0092B-C50C-407E-A947-70E740481C1C}">
                <a14:useLocalDpi xmlns:a14="http://schemas.microsoft.com/office/drawing/2010/main" val="0"/>
              </a:ext>
            </a:extLst>
          </a:blip>
          <a:srcRect l="3750" t="43495" b="10305"/>
          <a:stretch/>
        </p:blipFill>
        <p:spPr>
          <a:xfrm>
            <a:off x="4368799" y="1103539"/>
            <a:ext cx="7823201" cy="4470396"/>
          </a:xfrm>
          <a:prstGeom prst="rect">
            <a:avLst/>
          </a:prstGeom>
        </p:spPr>
      </p:pic>
      <p:sp>
        <p:nvSpPr>
          <p:cNvPr id="8" name="Rectangle 7">
            <a:extLst>
              <a:ext uri="{FF2B5EF4-FFF2-40B4-BE49-F238E27FC236}">
                <a16:creationId xmlns:a16="http://schemas.microsoft.com/office/drawing/2014/main" id="{5A4B4D18-8E8D-4FFC-83B0-8EB50F244CA6}"/>
              </a:ext>
            </a:extLst>
          </p:cNvPr>
          <p:cNvSpPr/>
          <p:nvPr userDrawn="1"/>
        </p:nvSpPr>
        <p:spPr>
          <a:xfrm>
            <a:off x="4368800" y="1103539"/>
            <a:ext cx="7823200" cy="4470396"/>
          </a:xfrm>
          <a:prstGeom prst="rect">
            <a:avLst/>
          </a:prstGeom>
          <a:solidFill>
            <a:schemeClr val="tx2">
              <a:lumMod val="75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9" name="TextBox 8">
            <a:extLst>
              <a:ext uri="{FF2B5EF4-FFF2-40B4-BE49-F238E27FC236}">
                <a16:creationId xmlns:a16="http://schemas.microsoft.com/office/drawing/2014/main" id="{50FA4430-96DD-4FAF-92BE-365CB96C9661}"/>
              </a:ext>
            </a:extLst>
          </p:cNvPr>
          <p:cNvSpPr txBox="1"/>
          <p:nvPr userDrawn="1"/>
        </p:nvSpPr>
        <p:spPr>
          <a:xfrm>
            <a:off x="1676400" y="2507740"/>
            <a:ext cx="2197100" cy="1661993"/>
          </a:xfrm>
          <a:prstGeom prst="rect">
            <a:avLst/>
          </a:prstGeom>
        </p:spPr>
        <p:txBody>
          <a:bodyPr vert="horz" wrap="square" lIns="0" tIns="0" rIns="0" bIns="0" rtlCol="0" anchor="ctr">
            <a:spAutoFit/>
          </a:bodyPr>
          <a:lstStyle>
            <a:lvl1pPr>
              <a:lnSpc>
                <a:spcPct val="90000"/>
              </a:lnSpc>
              <a:spcBef>
                <a:spcPct val="0"/>
              </a:spcBef>
              <a:buNone/>
              <a:defRPr lang="en-ID" sz="4800">
                <a:solidFill>
                  <a:schemeClr val="bg1"/>
                </a:solidFill>
                <a:latin typeface="+mj-lt"/>
                <a:ea typeface="+mj-ea"/>
                <a:cs typeface="+mj-cs"/>
              </a:defRPr>
            </a:lvl1pPr>
          </a:lstStyle>
          <a:p>
            <a:r>
              <a:rPr lang="id-ID" sz="6000" dirty="0">
                <a:solidFill>
                  <a:schemeClr val="tx1">
                    <a:lumMod val="75000"/>
                    <a:lumOff val="25000"/>
                  </a:schemeClr>
                </a:solidFill>
              </a:rPr>
              <a:t>Thank You</a:t>
            </a:r>
            <a:endParaRPr lang="en-ID" sz="6000" dirty="0">
              <a:solidFill>
                <a:schemeClr val="tx1">
                  <a:lumMod val="75000"/>
                  <a:lumOff val="25000"/>
                </a:schemeClr>
              </a:solidFill>
            </a:endParaRPr>
          </a:p>
        </p:txBody>
      </p:sp>
      <p:grpSp>
        <p:nvGrpSpPr>
          <p:cNvPr id="12" name="Group 11">
            <a:extLst>
              <a:ext uri="{FF2B5EF4-FFF2-40B4-BE49-F238E27FC236}">
                <a16:creationId xmlns:a16="http://schemas.microsoft.com/office/drawing/2014/main" id="{7018F584-6C2B-4EF8-8771-1BFD1C4BAB0C}"/>
              </a:ext>
            </a:extLst>
          </p:cNvPr>
          <p:cNvGrpSpPr/>
          <p:nvPr userDrawn="1"/>
        </p:nvGrpSpPr>
        <p:grpSpPr>
          <a:xfrm>
            <a:off x="2235200" y="1958340"/>
            <a:ext cx="2133600" cy="2760794"/>
            <a:chOff x="1676400" y="1968500"/>
            <a:chExt cx="4686300" cy="2324100"/>
          </a:xfrm>
        </p:grpSpPr>
        <p:cxnSp>
          <p:nvCxnSpPr>
            <p:cNvPr id="14" name="Straight Connector 13">
              <a:extLst>
                <a:ext uri="{FF2B5EF4-FFF2-40B4-BE49-F238E27FC236}">
                  <a16:creationId xmlns:a16="http://schemas.microsoft.com/office/drawing/2014/main" id="{CFED6973-47BD-4714-8C1D-C388965D0C3C}"/>
                </a:ext>
              </a:extLst>
            </p:cNvPr>
            <p:cNvCxnSpPr/>
            <p:nvPr/>
          </p:nvCxnSpPr>
          <p:spPr>
            <a:xfrm>
              <a:off x="1676400" y="1968500"/>
              <a:ext cx="4686300" cy="0"/>
            </a:xfrm>
            <a:prstGeom prst="line">
              <a:avLst/>
            </a:prstGeom>
            <a:ln w="34925" cap="sq">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ADEA8B6-809A-407E-ABE3-510CFD9ED446}"/>
                </a:ext>
              </a:extLst>
            </p:cNvPr>
            <p:cNvCxnSpPr/>
            <p:nvPr/>
          </p:nvCxnSpPr>
          <p:spPr>
            <a:xfrm>
              <a:off x="1676400" y="4292600"/>
              <a:ext cx="4686300" cy="0"/>
            </a:xfrm>
            <a:prstGeom prst="line">
              <a:avLst/>
            </a:prstGeom>
            <a:ln w="34925" cap="sq">
              <a:solidFill>
                <a:schemeClr val="bg2"/>
              </a:solidFill>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D171F7E2-5D94-4545-868D-2BAA3F63AA38}"/>
              </a:ext>
            </a:extLst>
          </p:cNvPr>
          <p:cNvGrpSpPr/>
          <p:nvPr userDrawn="1"/>
        </p:nvGrpSpPr>
        <p:grpSpPr>
          <a:xfrm>
            <a:off x="4368800" y="1958340"/>
            <a:ext cx="1257300" cy="2760794"/>
            <a:chOff x="1676400" y="1968500"/>
            <a:chExt cx="4686300" cy="2324100"/>
          </a:xfrm>
        </p:grpSpPr>
        <p:cxnSp>
          <p:nvCxnSpPr>
            <p:cNvPr id="17" name="Straight Connector 16">
              <a:extLst>
                <a:ext uri="{FF2B5EF4-FFF2-40B4-BE49-F238E27FC236}">
                  <a16:creationId xmlns:a16="http://schemas.microsoft.com/office/drawing/2014/main" id="{1D8363CC-CF6B-4FAF-AD37-D4E6F3BF39FA}"/>
                </a:ext>
              </a:extLst>
            </p:cNvPr>
            <p:cNvCxnSpPr/>
            <p:nvPr/>
          </p:nvCxnSpPr>
          <p:spPr>
            <a:xfrm>
              <a:off x="1676400" y="1968500"/>
              <a:ext cx="4686300" cy="0"/>
            </a:xfrm>
            <a:prstGeom prst="line">
              <a:avLst/>
            </a:prstGeom>
            <a:ln w="34925" cap="sq">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F0229F1-DDD1-4D24-A890-4114E3DD9B57}"/>
                </a:ext>
              </a:extLst>
            </p:cNvPr>
            <p:cNvCxnSpPr/>
            <p:nvPr/>
          </p:nvCxnSpPr>
          <p:spPr>
            <a:xfrm>
              <a:off x="1676400" y="4292600"/>
              <a:ext cx="4686300" cy="0"/>
            </a:xfrm>
            <a:prstGeom prst="line">
              <a:avLst/>
            </a:prstGeom>
            <a:ln w="34925" cap="sq">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19" name="Straight Connector 18">
            <a:extLst>
              <a:ext uri="{FF2B5EF4-FFF2-40B4-BE49-F238E27FC236}">
                <a16:creationId xmlns:a16="http://schemas.microsoft.com/office/drawing/2014/main" id="{891DFB4C-B1AC-4E40-8D6A-42D3E5C3E5B4}"/>
              </a:ext>
            </a:extLst>
          </p:cNvPr>
          <p:cNvCxnSpPr>
            <a:cxnSpLocks/>
          </p:cNvCxnSpPr>
          <p:nvPr userDrawn="1"/>
        </p:nvCxnSpPr>
        <p:spPr>
          <a:xfrm>
            <a:off x="2235200" y="1958340"/>
            <a:ext cx="0" cy="342900"/>
          </a:xfrm>
          <a:prstGeom prst="line">
            <a:avLst/>
          </a:prstGeom>
          <a:ln w="34925" cap="sq">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CF57582-BB79-421A-8148-A0A61637F42F}"/>
              </a:ext>
            </a:extLst>
          </p:cNvPr>
          <p:cNvCxnSpPr>
            <a:cxnSpLocks/>
          </p:cNvCxnSpPr>
          <p:nvPr userDrawn="1"/>
        </p:nvCxnSpPr>
        <p:spPr>
          <a:xfrm>
            <a:off x="2235200" y="4376234"/>
            <a:ext cx="0" cy="342900"/>
          </a:xfrm>
          <a:prstGeom prst="line">
            <a:avLst/>
          </a:prstGeom>
          <a:ln w="34925" cap="sq">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95CDAA5-2A03-4D02-AE2A-83FAC20AFB9B}"/>
              </a:ext>
            </a:extLst>
          </p:cNvPr>
          <p:cNvCxnSpPr>
            <a:cxnSpLocks/>
          </p:cNvCxnSpPr>
          <p:nvPr userDrawn="1"/>
        </p:nvCxnSpPr>
        <p:spPr>
          <a:xfrm>
            <a:off x="5626100" y="1958340"/>
            <a:ext cx="0" cy="2760794"/>
          </a:xfrm>
          <a:prstGeom prst="line">
            <a:avLst/>
          </a:prstGeom>
          <a:ln w="34925" cap="sq">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Picture 21">
            <a:extLst>
              <a:ext uri="{FF2B5EF4-FFF2-40B4-BE49-F238E27FC236}">
                <a16:creationId xmlns:a16="http://schemas.microsoft.com/office/drawing/2014/main" id="{311B427A-ADCF-4737-AF74-9D5E566BBFF8}"/>
              </a:ext>
            </a:extLst>
          </p:cNvPr>
          <p:cNvPicPr>
            <a:picLocks noChangeAspect="1"/>
          </p:cNvPicPr>
          <p:nvPr userDrawn="1"/>
        </p:nvPicPr>
        <p:blipFill rotWithShape="1">
          <a:blip r:embed="rId3">
            <a:extLst>
              <a:ext uri="{28A0092B-C50C-407E-A947-70E740481C1C}">
                <a14:useLocalDpi xmlns:a14="http://schemas.microsoft.com/office/drawing/2010/main"/>
              </a:ext>
            </a:extLst>
          </a:blip>
          <a:srcRect l="35690" t="44951" r="29720" b="44305"/>
          <a:stretch/>
        </p:blipFill>
        <p:spPr>
          <a:xfrm>
            <a:off x="10394043" y="5063269"/>
            <a:ext cx="1188357" cy="376464"/>
          </a:xfrm>
          <a:prstGeom prst="rect">
            <a:avLst/>
          </a:prstGeom>
          <a:effectLst/>
        </p:spPr>
      </p:pic>
    </p:spTree>
    <p:extLst>
      <p:ext uri="{BB962C8B-B14F-4D97-AF65-F5344CB8AC3E}">
        <p14:creationId xmlns:p14="http://schemas.microsoft.com/office/powerpoint/2010/main" val="225400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369DA85B-A1F7-4E51-8134-FAFAF227ECE2}" type="datetimeFigureOut">
              <a:rPr lang="en-US" smtClean="0"/>
              <a:t>9/10/2019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14305419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428625"/>
            <a:ext cx="10515600" cy="663575"/>
          </a:xfrm>
        </p:spPr>
        <p:txBody>
          <a:bodyPr>
            <a:normAutofit/>
          </a:bodyPr>
          <a:lstStyle>
            <a:lvl1pPr algn="ctr">
              <a:defRPr sz="3600" b="1">
                <a:solidFill>
                  <a:schemeClr val="tx1">
                    <a:lumMod val="85000"/>
                    <a:lumOff val="15000"/>
                  </a:schemeClr>
                </a:solidFill>
                <a:latin typeface="Century Gothic" panose="020B0502020202020204" pitchFamily="34" charset="0"/>
              </a:defRPr>
            </a:lvl1pPr>
          </a:lstStyle>
          <a:p>
            <a:r>
              <a:rPr lang="en-US" dirty="0"/>
              <a:t>Click to edit Master title style</a:t>
            </a:r>
          </a:p>
        </p:txBody>
      </p:sp>
      <p:sp>
        <p:nvSpPr>
          <p:cNvPr id="3" name="Content Placeholder 2"/>
          <p:cNvSpPr>
            <a:spLocks noGrp="1"/>
          </p:cNvSpPr>
          <p:nvPr>
            <p:ph idx="1"/>
          </p:nvPr>
        </p:nvSpPr>
        <p:spPr>
          <a:xfrm>
            <a:off x="838200" y="1422400"/>
            <a:ext cx="10515600" cy="4454526"/>
          </a:xfrm>
        </p:spPr>
        <p:txBody>
          <a:bodyPr>
            <a:normAutofit/>
          </a:bodyPr>
          <a:lstStyle>
            <a:lvl1pPr>
              <a:defRPr sz="2400"/>
            </a:lvl1pPr>
            <a:lvl2pPr>
              <a:defRPr sz="2000"/>
            </a:lvl2pPr>
            <a:lvl3pPr>
              <a:defRPr sz="1800"/>
            </a:lvl3pPr>
            <a:lvl4pPr>
              <a:defRPr sz="1600"/>
            </a:lvl4pPr>
            <a:lvl5pPr>
              <a:defRPr sz="16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369DA85B-A1F7-4E51-8134-FAFAF227ECE2}" type="datetimeFigureOut">
              <a:rPr lang="en-US" smtClean="0"/>
              <a:t>9/10/2019</a:t>
            </a:fld>
            <a:endParaRPr lang="en-US"/>
          </a:p>
        </p:txBody>
      </p:sp>
      <p:sp>
        <p:nvSpPr>
          <p:cNvPr id="5" name="Footer Placeholder 4"/>
          <p:cNvSpPr>
            <a:spLocks noGrp="1"/>
          </p:cNvSpPr>
          <p:nvPr>
            <p:ph type="ftr" sz="quarter" idx="11"/>
          </p:nvPr>
        </p:nvSpPr>
        <p:spPr/>
        <p:txBody>
          <a:bodyPr/>
          <a:lstStyle/>
          <a:p>
            <a:endParaRPr lang="en-US"/>
          </a:p>
        </p:txBody>
      </p:sp>
      <p:sp>
        <p:nvSpPr>
          <p:cNvPr id="7" name="Freeform 6"/>
          <p:cNvSpPr/>
          <p:nvPr userDrawn="1"/>
        </p:nvSpPr>
        <p:spPr>
          <a:xfrm>
            <a:off x="10975976" y="5998483"/>
            <a:ext cx="752474" cy="752474"/>
          </a:xfrm>
          <a:custGeom>
            <a:avLst/>
            <a:gdLst>
              <a:gd name="connsiteX0" fmla="*/ 409189 w 818378"/>
              <a:gd name="connsiteY0" fmla="*/ 0 h 818377"/>
              <a:gd name="connsiteX1" fmla="*/ 534424 w 818378"/>
              <a:gd name="connsiteY1" fmla="*/ 125235 h 818377"/>
              <a:gd name="connsiteX2" fmla="*/ 534424 w 818378"/>
              <a:gd name="connsiteY2" fmla="*/ 283953 h 818377"/>
              <a:gd name="connsiteX3" fmla="*/ 693143 w 818378"/>
              <a:gd name="connsiteY3" fmla="*/ 283954 h 818377"/>
              <a:gd name="connsiteX4" fmla="*/ 818378 w 818378"/>
              <a:gd name="connsiteY4" fmla="*/ 409189 h 818377"/>
              <a:gd name="connsiteX5" fmla="*/ 818377 w 818378"/>
              <a:gd name="connsiteY5" fmla="*/ 409188 h 818377"/>
              <a:gd name="connsiteX6" fmla="*/ 693142 w 818378"/>
              <a:gd name="connsiteY6" fmla="*/ 534423 h 818377"/>
              <a:gd name="connsiteX7" fmla="*/ 534423 w 818378"/>
              <a:gd name="connsiteY7" fmla="*/ 534423 h 818377"/>
              <a:gd name="connsiteX8" fmla="*/ 534423 w 818378"/>
              <a:gd name="connsiteY8" fmla="*/ 693142 h 818377"/>
              <a:gd name="connsiteX9" fmla="*/ 409188 w 818378"/>
              <a:gd name="connsiteY9" fmla="*/ 818377 h 818377"/>
              <a:gd name="connsiteX10" fmla="*/ 409189 w 818378"/>
              <a:gd name="connsiteY10" fmla="*/ 818376 h 818377"/>
              <a:gd name="connsiteX11" fmla="*/ 283954 w 818378"/>
              <a:gd name="connsiteY11" fmla="*/ 693141 h 818377"/>
              <a:gd name="connsiteX12" fmla="*/ 283954 w 818378"/>
              <a:gd name="connsiteY12" fmla="*/ 534423 h 818377"/>
              <a:gd name="connsiteX13" fmla="*/ 125235 w 818378"/>
              <a:gd name="connsiteY13" fmla="*/ 534423 h 818377"/>
              <a:gd name="connsiteX14" fmla="*/ 0 w 818378"/>
              <a:gd name="connsiteY14" fmla="*/ 409188 h 818377"/>
              <a:gd name="connsiteX15" fmla="*/ 125235 w 818378"/>
              <a:gd name="connsiteY15" fmla="*/ 283953 h 818377"/>
              <a:gd name="connsiteX16" fmla="*/ 283954 w 818378"/>
              <a:gd name="connsiteY16" fmla="*/ 283953 h 818377"/>
              <a:gd name="connsiteX17" fmla="*/ 283954 w 818378"/>
              <a:gd name="connsiteY17" fmla="*/ 125235 h 818377"/>
              <a:gd name="connsiteX18" fmla="*/ 409189 w 818378"/>
              <a:gd name="connsiteY18" fmla="*/ 0 h 818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18378" h="818377">
                <a:moveTo>
                  <a:pt x="409189" y="0"/>
                </a:moveTo>
                <a:cubicBezTo>
                  <a:pt x="478354" y="0"/>
                  <a:pt x="534424" y="56070"/>
                  <a:pt x="534424" y="125235"/>
                </a:cubicBezTo>
                <a:lnTo>
                  <a:pt x="534424" y="283953"/>
                </a:lnTo>
                <a:lnTo>
                  <a:pt x="693143" y="283954"/>
                </a:lnTo>
                <a:cubicBezTo>
                  <a:pt x="762308" y="283954"/>
                  <a:pt x="818378" y="340024"/>
                  <a:pt x="818378" y="409189"/>
                </a:cubicBezTo>
                <a:lnTo>
                  <a:pt x="818377" y="409188"/>
                </a:lnTo>
                <a:cubicBezTo>
                  <a:pt x="818377" y="478353"/>
                  <a:pt x="762307" y="534423"/>
                  <a:pt x="693142" y="534423"/>
                </a:cubicBezTo>
                <a:lnTo>
                  <a:pt x="534423" y="534423"/>
                </a:lnTo>
                <a:lnTo>
                  <a:pt x="534423" y="693142"/>
                </a:lnTo>
                <a:cubicBezTo>
                  <a:pt x="534423" y="762307"/>
                  <a:pt x="478353" y="818377"/>
                  <a:pt x="409188" y="818377"/>
                </a:cubicBezTo>
                <a:lnTo>
                  <a:pt x="409189" y="818376"/>
                </a:lnTo>
                <a:cubicBezTo>
                  <a:pt x="340024" y="818376"/>
                  <a:pt x="283954" y="762306"/>
                  <a:pt x="283954" y="693141"/>
                </a:cubicBezTo>
                <a:lnTo>
                  <a:pt x="283954" y="534423"/>
                </a:lnTo>
                <a:lnTo>
                  <a:pt x="125235" y="534423"/>
                </a:lnTo>
                <a:cubicBezTo>
                  <a:pt x="56070" y="534423"/>
                  <a:pt x="0" y="478353"/>
                  <a:pt x="0" y="409188"/>
                </a:cubicBezTo>
                <a:cubicBezTo>
                  <a:pt x="0" y="340023"/>
                  <a:pt x="56070" y="283953"/>
                  <a:pt x="125235" y="283953"/>
                </a:cubicBezTo>
                <a:lnTo>
                  <a:pt x="283954" y="283953"/>
                </a:lnTo>
                <a:lnTo>
                  <a:pt x="283954" y="125235"/>
                </a:lnTo>
                <a:cubicBezTo>
                  <a:pt x="283954" y="56070"/>
                  <a:pt x="340024" y="0"/>
                  <a:pt x="409189" y="0"/>
                </a:cubicBezTo>
                <a:close/>
              </a:path>
            </a:pathLst>
          </a:custGeom>
          <a:solidFill>
            <a:srgbClr val="14A4A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p:cNvSpPr>
            <a:spLocks noGrp="1"/>
          </p:cNvSpPr>
          <p:nvPr>
            <p:ph type="sldNum" sz="quarter" idx="12"/>
          </p:nvPr>
        </p:nvSpPr>
        <p:spPr>
          <a:xfrm>
            <a:off x="11133138" y="6192158"/>
            <a:ext cx="438150" cy="365125"/>
          </a:xfrm>
        </p:spPr>
        <p:txBody>
          <a:bodyPr/>
          <a:lstStyle>
            <a:lvl1pPr algn="ctr">
              <a:defRPr>
                <a:solidFill>
                  <a:schemeClr val="bg1"/>
                </a:solidFill>
              </a:defRPr>
            </a:lvl1pPr>
          </a:lstStyle>
          <a:p>
            <a:fld id="{4B654FAA-EE11-4340-9E4F-0FD740EF42A4}" type="slidenum">
              <a:rPr lang="en-US" smtClean="0"/>
              <a:pPr/>
              <a:t>‹#›</a:t>
            </a:fld>
            <a:endParaRPr lang="en-US" dirty="0"/>
          </a:p>
        </p:txBody>
      </p:sp>
      <p:sp>
        <p:nvSpPr>
          <p:cNvPr id="9" name="Oval 8"/>
          <p:cNvSpPr/>
          <p:nvPr userDrawn="1"/>
        </p:nvSpPr>
        <p:spPr>
          <a:xfrm>
            <a:off x="10772278" y="5881009"/>
            <a:ext cx="248085" cy="248085"/>
          </a:xfrm>
          <a:prstGeom prst="ellipse">
            <a:avLst/>
          </a:prstGeom>
          <a:noFill/>
          <a:ln w="114300">
            <a:solidFill>
              <a:srgbClr val="FFCC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p:cNvSpPr/>
          <p:nvPr userDrawn="1"/>
        </p:nvSpPr>
        <p:spPr>
          <a:xfrm>
            <a:off x="10688434" y="6460715"/>
            <a:ext cx="260760" cy="260760"/>
          </a:xfrm>
          <a:custGeom>
            <a:avLst/>
            <a:gdLst>
              <a:gd name="connsiteX0" fmla="*/ 409189 w 818378"/>
              <a:gd name="connsiteY0" fmla="*/ 0 h 818377"/>
              <a:gd name="connsiteX1" fmla="*/ 534424 w 818378"/>
              <a:gd name="connsiteY1" fmla="*/ 125235 h 818377"/>
              <a:gd name="connsiteX2" fmla="*/ 534424 w 818378"/>
              <a:gd name="connsiteY2" fmla="*/ 283953 h 818377"/>
              <a:gd name="connsiteX3" fmla="*/ 693143 w 818378"/>
              <a:gd name="connsiteY3" fmla="*/ 283954 h 818377"/>
              <a:gd name="connsiteX4" fmla="*/ 818378 w 818378"/>
              <a:gd name="connsiteY4" fmla="*/ 409189 h 818377"/>
              <a:gd name="connsiteX5" fmla="*/ 818377 w 818378"/>
              <a:gd name="connsiteY5" fmla="*/ 409188 h 818377"/>
              <a:gd name="connsiteX6" fmla="*/ 693142 w 818378"/>
              <a:gd name="connsiteY6" fmla="*/ 534423 h 818377"/>
              <a:gd name="connsiteX7" fmla="*/ 534423 w 818378"/>
              <a:gd name="connsiteY7" fmla="*/ 534423 h 818377"/>
              <a:gd name="connsiteX8" fmla="*/ 534423 w 818378"/>
              <a:gd name="connsiteY8" fmla="*/ 693142 h 818377"/>
              <a:gd name="connsiteX9" fmla="*/ 409188 w 818378"/>
              <a:gd name="connsiteY9" fmla="*/ 818377 h 818377"/>
              <a:gd name="connsiteX10" fmla="*/ 409189 w 818378"/>
              <a:gd name="connsiteY10" fmla="*/ 818376 h 818377"/>
              <a:gd name="connsiteX11" fmla="*/ 283954 w 818378"/>
              <a:gd name="connsiteY11" fmla="*/ 693141 h 818377"/>
              <a:gd name="connsiteX12" fmla="*/ 283954 w 818378"/>
              <a:gd name="connsiteY12" fmla="*/ 534423 h 818377"/>
              <a:gd name="connsiteX13" fmla="*/ 125235 w 818378"/>
              <a:gd name="connsiteY13" fmla="*/ 534423 h 818377"/>
              <a:gd name="connsiteX14" fmla="*/ 0 w 818378"/>
              <a:gd name="connsiteY14" fmla="*/ 409188 h 818377"/>
              <a:gd name="connsiteX15" fmla="*/ 125235 w 818378"/>
              <a:gd name="connsiteY15" fmla="*/ 283953 h 818377"/>
              <a:gd name="connsiteX16" fmla="*/ 283954 w 818378"/>
              <a:gd name="connsiteY16" fmla="*/ 283953 h 818377"/>
              <a:gd name="connsiteX17" fmla="*/ 283954 w 818378"/>
              <a:gd name="connsiteY17" fmla="*/ 125235 h 818377"/>
              <a:gd name="connsiteX18" fmla="*/ 409189 w 818378"/>
              <a:gd name="connsiteY18" fmla="*/ 0 h 818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18378" h="818377">
                <a:moveTo>
                  <a:pt x="409189" y="0"/>
                </a:moveTo>
                <a:cubicBezTo>
                  <a:pt x="478354" y="0"/>
                  <a:pt x="534424" y="56070"/>
                  <a:pt x="534424" y="125235"/>
                </a:cubicBezTo>
                <a:lnTo>
                  <a:pt x="534424" y="283953"/>
                </a:lnTo>
                <a:lnTo>
                  <a:pt x="693143" y="283954"/>
                </a:lnTo>
                <a:cubicBezTo>
                  <a:pt x="762308" y="283954"/>
                  <a:pt x="818378" y="340024"/>
                  <a:pt x="818378" y="409189"/>
                </a:cubicBezTo>
                <a:lnTo>
                  <a:pt x="818377" y="409188"/>
                </a:lnTo>
                <a:cubicBezTo>
                  <a:pt x="818377" y="478353"/>
                  <a:pt x="762307" y="534423"/>
                  <a:pt x="693142" y="534423"/>
                </a:cubicBezTo>
                <a:lnTo>
                  <a:pt x="534423" y="534423"/>
                </a:lnTo>
                <a:lnTo>
                  <a:pt x="534423" y="693142"/>
                </a:lnTo>
                <a:cubicBezTo>
                  <a:pt x="534423" y="762307"/>
                  <a:pt x="478353" y="818377"/>
                  <a:pt x="409188" y="818377"/>
                </a:cubicBezTo>
                <a:lnTo>
                  <a:pt x="409189" y="818376"/>
                </a:lnTo>
                <a:cubicBezTo>
                  <a:pt x="340024" y="818376"/>
                  <a:pt x="283954" y="762306"/>
                  <a:pt x="283954" y="693141"/>
                </a:cubicBezTo>
                <a:lnTo>
                  <a:pt x="283954" y="534423"/>
                </a:lnTo>
                <a:lnTo>
                  <a:pt x="125235" y="534423"/>
                </a:lnTo>
                <a:cubicBezTo>
                  <a:pt x="56070" y="534423"/>
                  <a:pt x="0" y="478353"/>
                  <a:pt x="0" y="409188"/>
                </a:cubicBezTo>
                <a:cubicBezTo>
                  <a:pt x="0" y="340023"/>
                  <a:pt x="56070" y="283953"/>
                  <a:pt x="125235" y="283953"/>
                </a:cubicBezTo>
                <a:lnTo>
                  <a:pt x="283954" y="283953"/>
                </a:lnTo>
                <a:lnTo>
                  <a:pt x="283954" y="125235"/>
                </a:lnTo>
                <a:cubicBezTo>
                  <a:pt x="283954" y="56070"/>
                  <a:pt x="340024" y="0"/>
                  <a:pt x="409189" y="0"/>
                </a:cubicBezTo>
                <a:close/>
              </a:path>
            </a:pathLst>
          </a:custGeom>
          <a:solidFill>
            <a:srgbClr val="1288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p:cNvGrpSpPr/>
          <p:nvPr userDrawn="1"/>
        </p:nvGrpSpPr>
        <p:grpSpPr>
          <a:xfrm>
            <a:off x="1" y="0"/>
            <a:ext cx="1427767" cy="1317687"/>
            <a:chOff x="1" y="0"/>
            <a:chExt cx="1427767" cy="1317687"/>
          </a:xfrm>
        </p:grpSpPr>
        <p:sp>
          <p:nvSpPr>
            <p:cNvPr id="11" name="Freeform 10"/>
            <p:cNvSpPr/>
            <p:nvPr userDrawn="1"/>
          </p:nvSpPr>
          <p:spPr>
            <a:xfrm flipV="1">
              <a:off x="1" y="0"/>
              <a:ext cx="1358900" cy="1317687"/>
            </a:xfrm>
            <a:custGeom>
              <a:avLst/>
              <a:gdLst>
                <a:gd name="connsiteX0" fmla="*/ 397917 w 1974490"/>
                <a:gd name="connsiteY0" fmla="*/ 0 h 1914608"/>
                <a:gd name="connsiteX1" fmla="*/ 1974490 w 1974490"/>
                <a:gd name="connsiteY1" fmla="*/ 1576573 h 1914608"/>
                <a:gd name="connsiteX2" fmla="*/ 1942460 w 1974490"/>
                <a:gd name="connsiteY2" fmla="*/ 1894308 h 1914608"/>
                <a:gd name="connsiteX3" fmla="*/ 1937240 w 1974490"/>
                <a:gd name="connsiteY3" fmla="*/ 1914608 h 1914608"/>
                <a:gd name="connsiteX4" fmla="*/ 1107324 w 1974490"/>
                <a:gd name="connsiteY4" fmla="*/ 1914608 h 1914608"/>
                <a:gd name="connsiteX5" fmla="*/ 1124258 w 1974490"/>
                <a:gd name="connsiteY5" fmla="*/ 1883410 h 1914608"/>
                <a:gd name="connsiteX6" fmla="*/ 1186205 w 1974490"/>
                <a:gd name="connsiteY6" fmla="*/ 1576573 h 1914608"/>
                <a:gd name="connsiteX7" fmla="*/ 397918 w 1974490"/>
                <a:gd name="connsiteY7" fmla="*/ 788286 h 1914608"/>
                <a:gd name="connsiteX8" fmla="*/ 91081 w 1974490"/>
                <a:gd name="connsiteY8" fmla="*/ 850234 h 1914608"/>
                <a:gd name="connsiteX9" fmla="*/ 0 w 1974490"/>
                <a:gd name="connsiteY9" fmla="*/ 899671 h 1914608"/>
                <a:gd name="connsiteX10" fmla="*/ 0 w 1974490"/>
                <a:gd name="connsiteY10" fmla="*/ 52648 h 1914608"/>
                <a:gd name="connsiteX11" fmla="*/ 80183 w 1974490"/>
                <a:gd name="connsiteY11" fmla="*/ 32031 h 1914608"/>
                <a:gd name="connsiteX12" fmla="*/ 397917 w 1974490"/>
                <a:gd name="connsiteY12" fmla="*/ 0 h 1914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74490" h="1914608">
                  <a:moveTo>
                    <a:pt x="397917" y="0"/>
                  </a:moveTo>
                  <a:cubicBezTo>
                    <a:pt x="1268634" y="0"/>
                    <a:pt x="1974490" y="705856"/>
                    <a:pt x="1974490" y="1576573"/>
                  </a:cubicBezTo>
                  <a:cubicBezTo>
                    <a:pt x="1974490" y="1685413"/>
                    <a:pt x="1963461" y="1791677"/>
                    <a:pt x="1942460" y="1894308"/>
                  </a:cubicBezTo>
                  <a:lnTo>
                    <a:pt x="1937240" y="1914608"/>
                  </a:lnTo>
                  <a:lnTo>
                    <a:pt x="1107324" y="1914608"/>
                  </a:lnTo>
                  <a:lnTo>
                    <a:pt x="1124258" y="1883410"/>
                  </a:lnTo>
                  <a:cubicBezTo>
                    <a:pt x="1164147" y="1789101"/>
                    <a:pt x="1186205" y="1685413"/>
                    <a:pt x="1186205" y="1576573"/>
                  </a:cubicBezTo>
                  <a:cubicBezTo>
                    <a:pt x="1186205" y="1141214"/>
                    <a:pt x="833277" y="788286"/>
                    <a:pt x="397918" y="788286"/>
                  </a:cubicBezTo>
                  <a:cubicBezTo>
                    <a:pt x="289078" y="788286"/>
                    <a:pt x="185390" y="810344"/>
                    <a:pt x="91081" y="850234"/>
                  </a:cubicBezTo>
                  <a:lnTo>
                    <a:pt x="0" y="899671"/>
                  </a:lnTo>
                  <a:lnTo>
                    <a:pt x="0" y="52648"/>
                  </a:lnTo>
                  <a:lnTo>
                    <a:pt x="80183" y="32031"/>
                  </a:lnTo>
                  <a:cubicBezTo>
                    <a:pt x="182814" y="11029"/>
                    <a:pt x="289077" y="0"/>
                    <a:pt x="397917" y="0"/>
                  </a:cubicBezTo>
                  <a:close/>
                </a:path>
              </a:pathLst>
            </a:custGeom>
            <a:gradFill>
              <a:gsLst>
                <a:gs pos="20000">
                  <a:srgbClr val="14A4A6"/>
                </a:gs>
                <a:gs pos="92000">
                  <a:srgbClr val="107476"/>
                </a:gs>
              </a:gsLst>
              <a:lin ang="5400000" scaled="1"/>
            </a:gradFill>
            <a:ln w="61913">
              <a:noFill/>
              <a:prstDash val="solid"/>
              <a:round/>
              <a:headEnd/>
              <a:tailEnd/>
            </a:ln>
          </p:spPr>
          <p:txBody>
            <a:bodyPr vert="horz" wrap="square" lIns="91440" tIns="45720" rIns="91440" bIns="45720" numCol="1" anchor="t" anchorCtr="0" compatLnSpc="1">
              <a:prstTxWarp prst="textNoShape">
                <a:avLst/>
              </a:prstTxWarp>
              <a:noAutofit/>
            </a:bodyPr>
            <a:lstStyle/>
            <a:p>
              <a:endParaRPr lang="en-US">
                <a:solidFill>
                  <a:schemeClr val="tx1"/>
                </a:solidFill>
              </a:endParaRPr>
            </a:p>
          </p:txBody>
        </p:sp>
        <p:sp>
          <p:nvSpPr>
            <p:cNvPr id="12" name="Oval 11"/>
            <p:cNvSpPr/>
            <p:nvPr userDrawn="1"/>
          </p:nvSpPr>
          <p:spPr>
            <a:xfrm>
              <a:off x="1169664" y="283481"/>
              <a:ext cx="258104" cy="258104"/>
            </a:xfrm>
            <a:prstGeom prst="ellipse">
              <a:avLst/>
            </a:prstGeom>
            <a:noFill/>
            <a:ln w="104775">
              <a:solidFill>
                <a:srgbClr val="FFCC4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079637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69DA85B-A1F7-4E51-8134-FAFAF227ECE2}" type="datetimeFigureOut">
              <a:rPr lang="en-US" smtClean="0"/>
              <a:t>9/10/2019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1437325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69DA85B-A1F7-4E51-8134-FAFAF227ECE2}" type="datetimeFigureOut">
              <a:rPr lang="en-US" smtClean="0"/>
              <a:t>9/10/2019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32208922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69DA85B-A1F7-4E51-8134-FAFAF227ECE2}" type="datetimeFigureOut">
              <a:rPr lang="en-US" smtClean="0"/>
              <a:t>9/10/2019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38815371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69DA85B-A1F7-4E51-8134-FAFAF227ECE2}" type="datetimeFigureOut">
              <a:rPr lang="en-US" smtClean="0"/>
              <a:t>9/10/2019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12785312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69DA85B-A1F7-4E51-8134-FAFAF227ECE2}" type="datetimeFigureOut">
              <a:rPr lang="en-US" smtClean="0"/>
              <a:t>9/10/2019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16883804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69DA85B-A1F7-4E51-8134-FAFAF227ECE2}" type="datetimeFigureOut">
              <a:rPr lang="en-US" smtClean="0"/>
              <a:t>9/10/2019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32502846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69DA85B-A1F7-4E51-8134-FAFAF227ECE2}" type="datetimeFigureOut">
              <a:rPr lang="en-US" smtClean="0"/>
              <a:t>9/10/2019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16998577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69DA85B-A1F7-4E51-8134-FAFAF227ECE2}" type="datetimeFigureOut">
              <a:rPr lang="en-US" smtClean="0"/>
              <a:t>9/10/2019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3302443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69DA85B-A1F7-4E51-8134-FAFAF227ECE2}" type="datetimeFigureOut">
              <a:rPr lang="en-US" smtClean="0"/>
              <a:t>9/10/2019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B654FAA-EE11-4340-9E4F-0FD740EF42A4}" type="slidenum">
              <a:rPr lang="en-US" smtClean="0"/>
              <a:t>‹#›</a:t>
            </a:fld>
            <a:endParaRPr lang="en-US"/>
          </a:p>
        </p:txBody>
      </p:sp>
    </p:spTree>
    <p:extLst>
      <p:ext uri="{BB962C8B-B14F-4D97-AF65-F5344CB8AC3E}">
        <p14:creationId xmlns:p14="http://schemas.microsoft.com/office/powerpoint/2010/main" val="203062716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2BFC978-B996-459D-BCF0-F22C2E413C01}"/>
              </a:ext>
            </a:extLst>
          </p:cNvPr>
          <p:cNvGrpSpPr/>
          <p:nvPr userDrawn="1"/>
        </p:nvGrpSpPr>
        <p:grpSpPr>
          <a:xfrm>
            <a:off x="-593721" y="3690907"/>
            <a:ext cx="3604881" cy="4440403"/>
            <a:chOff x="-593721" y="3690907"/>
            <a:chExt cx="3604881" cy="4440403"/>
          </a:xfrm>
        </p:grpSpPr>
        <p:sp>
          <p:nvSpPr>
            <p:cNvPr id="8" name="Rectangle: Rounded Corners 7">
              <a:extLst>
                <a:ext uri="{FF2B5EF4-FFF2-40B4-BE49-F238E27FC236}">
                  <a16:creationId xmlns:a16="http://schemas.microsoft.com/office/drawing/2014/main" id="{A553C576-F934-4166-AB17-344413522F1F}"/>
                </a:ext>
              </a:extLst>
            </p:cNvPr>
            <p:cNvSpPr/>
            <p:nvPr/>
          </p:nvSpPr>
          <p:spPr>
            <a:xfrm rot="18900000">
              <a:off x="-593721" y="4583741"/>
              <a:ext cx="1354347" cy="1354347"/>
            </a:xfrm>
            <a:prstGeom prst="roundRect">
              <a:avLst/>
            </a:prstGeom>
            <a:no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C5B5652C-1DC8-4D78-B762-3A80D5B57344}"/>
                </a:ext>
              </a:extLst>
            </p:cNvPr>
            <p:cNvSpPr/>
            <p:nvPr/>
          </p:nvSpPr>
          <p:spPr>
            <a:xfrm rot="18900000">
              <a:off x="-593720" y="6369410"/>
              <a:ext cx="1354347" cy="1354347"/>
            </a:xfrm>
            <a:prstGeom prst="roundRect">
              <a:avLst/>
            </a:prstGeom>
            <a:no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EDA7A6C2-4EEE-4AC8-9A1B-741C1DE2E446}"/>
                </a:ext>
              </a:extLst>
            </p:cNvPr>
            <p:cNvSpPr/>
            <p:nvPr/>
          </p:nvSpPr>
          <p:spPr>
            <a:xfrm rot="18900000">
              <a:off x="531546" y="3690907"/>
              <a:ext cx="1354347" cy="1354347"/>
            </a:xfrm>
            <a:prstGeom prst="roundRect">
              <a:avLst/>
            </a:prstGeom>
            <a:no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0BE8859B-D620-4D3F-88BD-169E8E728135}"/>
                </a:ext>
              </a:extLst>
            </p:cNvPr>
            <p:cNvSpPr/>
            <p:nvPr/>
          </p:nvSpPr>
          <p:spPr>
            <a:xfrm rot="18900000">
              <a:off x="531547" y="5476576"/>
              <a:ext cx="1354347" cy="1354347"/>
            </a:xfrm>
            <a:prstGeom prst="roundRect">
              <a:avLst/>
            </a:prstGeom>
            <a:noFill/>
            <a:ln>
              <a:solidFill>
                <a:srgbClr val="1AA39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Rectangle: Rounded Corners 11">
              <a:extLst>
                <a:ext uri="{FF2B5EF4-FFF2-40B4-BE49-F238E27FC236}">
                  <a16:creationId xmlns:a16="http://schemas.microsoft.com/office/drawing/2014/main" id="{A08C0260-EDCE-41B7-A5E8-932C42F5D4ED}"/>
                </a:ext>
              </a:extLst>
            </p:cNvPr>
            <p:cNvSpPr/>
            <p:nvPr/>
          </p:nvSpPr>
          <p:spPr>
            <a:xfrm rot="18900000">
              <a:off x="1656812" y="4583741"/>
              <a:ext cx="1354347" cy="1354347"/>
            </a:xfrm>
            <a:prstGeom prst="roundRect">
              <a:avLst/>
            </a:prstGeom>
            <a:no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E6FAD573-7540-407E-A530-DB6CA6A80BDC}"/>
                </a:ext>
              </a:extLst>
            </p:cNvPr>
            <p:cNvSpPr/>
            <p:nvPr/>
          </p:nvSpPr>
          <p:spPr>
            <a:xfrm rot="18900000">
              <a:off x="1656813" y="6369410"/>
              <a:ext cx="1354347" cy="1354347"/>
            </a:xfrm>
            <a:prstGeom prst="roundRect">
              <a:avLst/>
            </a:prstGeom>
            <a:no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BC9E3436-BF30-4145-A538-A38F2EF9D385}"/>
                </a:ext>
              </a:extLst>
            </p:cNvPr>
            <p:cNvSpPr/>
            <p:nvPr/>
          </p:nvSpPr>
          <p:spPr>
            <a:xfrm rot="18900000">
              <a:off x="123991" y="5961858"/>
              <a:ext cx="2169452" cy="2169452"/>
            </a:xfrm>
            <a:prstGeom prst="roundRect">
              <a:avLst/>
            </a:prstGeom>
            <a:no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EF9B11AE-6FB6-4B87-8E89-E1D065DB0E34}"/>
              </a:ext>
            </a:extLst>
          </p:cNvPr>
          <p:cNvSpPr/>
          <p:nvPr userDrawn="1"/>
        </p:nvSpPr>
        <p:spPr>
          <a:xfrm>
            <a:off x="0" y="3429000"/>
            <a:ext cx="4432300" cy="3429000"/>
          </a:xfrm>
          <a:prstGeom prst="rect">
            <a:avLst/>
          </a:prstGeom>
          <a:solidFill>
            <a:schemeClr val="bg1">
              <a:alpha val="6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a:extLst>
              <a:ext uri="{FF2B5EF4-FFF2-40B4-BE49-F238E27FC236}">
                <a16:creationId xmlns:a16="http://schemas.microsoft.com/office/drawing/2014/main" id="{B6437C02-0FE9-4694-A7B5-DAA2E7F92826}"/>
              </a:ext>
            </a:extLst>
          </p:cNvPr>
          <p:cNvSpPr>
            <a:spLocks noGrp="1"/>
          </p:cNvSpPr>
          <p:nvPr>
            <p:ph type="dt" sz="half" idx="10"/>
          </p:nvPr>
        </p:nvSpPr>
        <p:spPr/>
        <p:txBody>
          <a:bodyPr/>
          <a:lstStyle/>
          <a:p>
            <a:fld id="{93E9C760-6439-437F-BBB1-C3856724A8A8}" type="datetime1">
              <a:rPr lang="en-US" smtClean="0"/>
              <a:t>9/10/2019</a:t>
            </a:fld>
            <a:endParaRPr lang="en-US"/>
          </a:p>
        </p:txBody>
      </p:sp>
      <p:sp>
        <p:nvSpPr>
          <p:cNvPr id="5" name="Footer Placeholder 4">
            <a:extLst>
              <a:ext uri="{FF2B5EF4-FFF2-40B4-BE49-F238E27FC236}">
                <a16:creationId xmlns:a16="http://schemas.microsoft.com/office/drawing/2014/main" id="{B6259E44-CD78-4CC7-8AA4-C4FF8D3688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53EE96-960C-45FC-BB52-209ED2441814}"/>
              </a:ext>
            </a:extLst>
          </p:cNvPr>
          <p:cNvSpPr>
            <a:spLocks noGrp="1"/>
          </p:cNvSpPr>
          <p:nvPr>
            <p:ph type="sldNum" sz="quarter" idx="12"/>
          </p:nvPr>
        </p:nvSpPr>
        <p:spPr/>
        <p:txBody>
          <a:bodyPr/>
          <a:lstStyle/>
          <a:p>
            <a:fld id="{313DEBBE-1EFA-4D2E-88F5-083B206EF4A4}" type="slidenum">
              <a:rPr lang="en-US" smtClean="0"/>
              <a:t>‹#›</a:t>
            </a:fld>
            <a:endParaRPr lang="en-US"/>
          </a:p>
        </p:txBody>
      </p:sp>
      <p:sp>
        <p:nvSpPr>
          <p:cNvPr id="15" name="Rectangle 14">
            <a:extLst>
              <a:ext uri="{FF2B5EF4-FFF2-40B4-BE49-F238E27FC236}">
                <a16:creationId xmlns:a16="http://schemas.microsoft.com/office/drawing/2014/main" id="{7D2EF540-DE6E-4F6A-A782-50F96103DA3E}"/>
              </a:ext>
            </a:extLst>
          </p:cNvPr>
          <p:cNvSpPr/>
          <p:nvPr userDrawn="1"/>
        </p:nvSpPr>
        <p:spPr>
          <a:xfrm>
            <a:off x="11747500" y="366740"/>
            <a:ext cx="444500" cy="444500"/>
          </a:xfrm>
          <a:prstGeom prst="rect">
            <a:avLst/>
          </a:prstGeom>
          <a:solidFill>
            <a:srgbClr val="F6AF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905820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theme" Target="../theme/theme2.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0" Type="http://schemas.openxmlformats.org/officeDocument/2006/relationships/slideLayout" Target="../slideLayouts/slideLayout18.xml"/><Relationship Id="rId4" Type="http://schemas.openxmlformats.org/officeDocument/2006/relationships/slideLayout" Target="../slideLayouts/slideLayout12.xml"/><Relationship Id="rId9"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1F7715-3D28-49B7-8D14-7DC1F9D1B782}"/>
              </a:ext>
            </a:extLst>
          </p:cNvPr>
          <p:cNvSpPr>
            <a:spLocks noGrp="1"/>
          </p:cNvSpPr>
          <p:nvPr>
            <p:ph type="title"/>
          </p:nvPr>
        </p:nvSpPr>
        <p:spPr>
          <a:xfrm>
            <a:off x="838200" y="365125"/>
            <a:ext cx="10515600" cy="1325563"/>
          </a:xfrm>
          <a:prstGeom prst="rect">
            <a:avLst/>
          </a:prstGeom>
        </p:spPr>
        <p:txBody>
          <a:bodyPr vert="horz" lIns="0" tIns="0" rIns="0" bIns="0" rtlCol="0" anchor="ctr">
            <a:normAutofit/>
          </a:bodyPr>
          <a:lstStyle/>
          <a:p>
            <a:r>
              <a:rPr lang="en-US" dirty="0"/>
              <a:t>Click to edit Master title style</a:t>
            </a:r>
            <a:endParaRPr lang="en-ID" dirty="0"/>
          </a:p>
        </p:txBody>
      </p:sp>
      <p:sp>
        <p:nvSpPr>
          <p:cNvPr id="3" name="Text Placeholder 2">
            <a:extLst>
              <a:ext uri="{FF2B5EF4-FFF2-40B4-BE49-F238E27FC236}">
                <a16:creationId xmlns:a16="http://schemas.microsoft.com/office/drawing/2014/main" id="{0374315F-B19E-4EC7-A6CE-6C3BBEDF060F}"/>
              </a:ext>
            </a:extLst>
          </p:cNvPr>
          <p:cNvSpPr>
            <a:spLocks noGrp="1"/>
          </p:cNvSpPr>
          <p:nvPr>
            <p:ph type="body" idx="1"/>
          </p:nvPr>
        </p:nvSpPr>
        <p:spPr>
          <a:xfrm>
            <a:off x="838200" y="1825625"/>
            <a:ext cx="10515600"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6F4765A3-F703-4A4A-A183-B03215C5A678}"/>
              </a:ext>
            </a:extLst>
          </p:cNvPr>
          <p:cNvSpPr>
            <a:spLocks noGrp="1"/>
          </p:cNvSpPr>
          <p:nvPr>
            <p:ph type="dt" sz="half" idx="2"/>
          </p:nvPr>
        </p:nvSpPr>
        <p:spPr>
          <a:xfrm>
            <a:off x="838200" y="6356350"/>
            <a:ext cx="2743200" cy="365125"/>
          </a:xfrm>
          <a:prstGeom prst="rect">
            <a:avLst/>
          </a:prstGeom>
        </p:spPr>
        <p:txBody>
          <a:bodyPr vert="horz" lIns="0" tIns="0" rIns="0" bIns="0" rtlCol="0" anchor="ctr"/>
          <a:lstStyle>
            <a:lvl1pPr algn="l">
              <a:defRPr sz="1200">
                <a:solidFill>
                  <a:schemeClr val="tx1">
                    <a:tint val="75000"/>
                  </a:schemeClr>
                </a:solidFill>
              </a:defRPr>
            </a:lvl1pPr>
          </a:lstStyle>
          <a:p>
            <a:fld id="{2254059E-35E9-4665-B055-F38C1A590830}" type="datetime1">
              <a:rPr lang="en-ID" smtClean="0"/>
              <a:t>10/09/2019</a:t>
            </a:fld>
            <a:endParaRPr lang="en-ID"/>
          </a:p>
        </p:txBody>
      </p:sp>
      <p:sp>
        <p:nvSpPr>
          <p:cNvPr id="5" name="Footer Placeholder 4">
            <a:extLst>
              <a:ext uri="{FF2B5EF4-FFF2-40B4-BE49-F238E27FC236}">
                <a16:creationId xmlns:a16="http://schemas.microsoft.com/office/drawing/2014/main" id="{0B34C58C-7145-4375-96A0-8423F1ECA3EB}"/>
              </a:ext>
            </a:extLst>
          </p:cNvPr>
          <p:cNvSpPr>
            <a:spLocks noGrp="1"/>
          </p:cNvSpPr>
          <p:nvPr>
            <p:ph type="ftr" sz="quarter" idx="3"/>
          </p:nvPr>
        </p:nvSpPr>
        <p:spPr>
          <a:xfrm>
            <a:off x="4038600" y="6356350"/>
            <a:ext cx="4114800" cy="365125"/>
          </a:xfrm>
          <a:prstGeom prst="rect">
            <a:avLst/>
          </a:prstGeom>
        </p:spPr>
        <p:txBody>
          <a:bodyPr vert="horz" lIns="0" tIns="0" rIns="0" bIns="0" rtlCol="0" anchor="ctr"/>
          <a:lstStyle>
            <a:lvl1pPr algn="ctr">
              <a:defRPr sz="1200">
                <a:solidFill>
                  <a:schemeClr val="tx1">
                    <a:tint val="75000"/>
                  </a:schemeClr>
                </a:solidFill>
              </a:defRPr>
            </a:lvl1pPr>
          </a:lstStyle>
          <a:p>
            <a:r>
              <a:rPr lang="en-ID"/>
              <a:t>Footer</a:t>
            </a:r>
          </a:p>
        </p:txBody>
      </p:sp>
      <p:sp>
        <p:nvSpPr>
          <p:cNvPr id="6" name="Slide Number Placeholder 5">
            <a:extLst>
              <a:ext uri="{FF2B5EF4-FFF2-40B4-BE49-F238E27FC236}">
                <a16:creationId xmlns:a16="http://schemas.microsoft.com/office/drawing/2014/main" id="{19C8BE6F-2A63-41B3-B1F7-C56B103E0B93}"/>
              </a:ext>
            </a:extLst>
          </p:cNvPr>
          <p:cNvSpPr>
            <a:spLocks noGrp="1"/>
          </p:cNvSpPr>
          <p:nvPr>
            <p:ph type="sldNum" sz="quarter" idx="4"/>
          </p:nvPr>
        </p:nvSpPr>
        <p:spPr>
          <a:xfrm>
            <a:off x="8610600" y="6356350"/>
            <a:ext cx="2743200" cy="365125"/>
          </a:xfrm>
          <a:prstGeom prst="rect">
            <a:avLst/>
          </a:prstGeom>
        </p:spPr>
        <p:txBody>
          <a:bodyPr vert="horz" lIns="0" tIns="0" rIns="0" bIns="0" rtlCol="0" anchor="ctr"/>
          <a:lstStyle>
            <a:lvl1pPr algn="r">
              <a:defRPr sz="1200">
                <a:solidFill>
                  <a:schemeClr val="tx1">
                    <a:tint val="75000"/>
                  </a:schemeClr>
                </a:solidFill>
              </a:defRPr>
            </a:lvl1pPr>
          </a:lstStyle>
          <a:p>
            <a:fld id="{20A13858-C2AA-4A16-A43A-77ABAD7631C2}" type="slidenum">
              <a:rPr lang="en-ID" smtClean="0"/>
              <a:t>‹#›</a:t>
            </a:fld>
            <a:endParaRPr lang="en-ID"/>
          </a:p>
        </p:txBody>
      </p:sp>
    </p:spTree>
    <p:extLst>
      <p:ext uri="{BB962C8B-B14F-4D97-AF65-F5344CB8AC3E}">
        <p14:creationId xmlns:p14="http://schemas.microsoft.com/office/powerpoint/2010/main" val="32314455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60" r:id="rId4"/>
    <p:sldLayoutId id="2147483661" r:id="rId5"/>
    <p:sldLayoutId id="2147483662" r:id="rId6"/>
    <p:sldLayoutId id="2147483663" r:id="rId7"/>
    <p:sldLayoutId id="2147483665" r:id="rId8"/>
  </p:sldLayoutIdLst>
  <p:hf hdr="0"/>
  <p:txStyles>
    <p:titleStyle>
      <a:lvl1pPr algn="l" defTabSz="914400" rtl="0" eaLnBrk="1" latinLnBrk="0" hangingPunct="1">
        <a:lnSpc>
          <a:spcPct val="90000"/>
        </a:lnSpc>
        <a:spcBef>
          <a:spcPct val="0"/>
        </a:spcBef>
        <a:buNone/>
        <a:defRPr sz="4400" kern="120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69DA85B-A1F7-4E51-8134-FAFAF227ECE2}" type="datetimeFigureOut">
              <a:rPr lang="en-US" smtClean="0"/>
              <a:t>9/10/2019</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B654FAA-EE11-4340-9E4F-0FD740EF42A4}" type="slidenum">
              <a:rPr lang="en-US" smtClean="0"/>
              <a:t>‹#›</a:t>
            </a:fld>
            <a:endParaRPr lang="en-US"/>
          </a:p>
        </p:txBody>
      </p:sp>
    </p:spTree>
    <p:extLst>
      <p:ext uri="{BB962C8B-B14F-4D97-AF65-F5344CB8AC3E}">
        <p14:creationId xmlns:p14="http://schemas.microsoft.com/office/powerpoint/2010/main" val="374560370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3.tmp"/><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4.tmp"/></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5.tmp"/><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tmp"/></Relationships>
</file>

<file path=ppt/slides/_rels/slide6.xml.rels><?xml version="1.0" encoding="UTF-8" standalone="yes"?>
<Relationships xmlns="http://schemas.openxmlformats.org/package/2006/relationships"><Relationship Id="rId3" Type="http://schemas.openxmlformats.org/officeDocument/2006/relationships/image" Target="../media/image6.tmp"/><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7.tmp"/></Relationships>
</file>

<file path=ppt/slides/_rels/slide7.xml.rels><?xml version="1.0" encoding="UTF-8" standalone="yes"?>
<Relationships xmlns="http://schemas.openxmlformats.org/package/2006/relationships"><Relationship Id="rId3" Type="http://schemas.openxmlformats.org/officeDocument/2006/relationships/image" Target="../media/image8.tmp"/><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5.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tmp"/><Relationship Id="rId2" Type="http://schemas.openxmlformats.org/officeDocument/2006/relationships/notesSlide" Target="../notesSlides/notesSlide7.xml"/><Relationship Id="rId1" Type="http://schemas.openxmlformats.org/officeDocument/2006/relationships/slideLayout" Target="../slideLayouts/slideLayout15.xml"/><Relationship Id="rId4" Type="http://schemas.openxmlformats.org/officeDocument/2006/relationships/image" Target="../media/image15.tmp"/></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6.tmp"/><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7.tmp"/></Relationships>
</file>

<file path=ppt/slides/_rels/slide13.xml.rels><?xml version="1.0" encoding="UTF-8" standalone="yes"?>
<Relationships xmlns="http://schemas.openxmlformats.org/package/2006/relationships"><Relationship Id="rId3" Type="http://schemas.openxmlformats.org/officeDocument/2006/relationships/image" Target="../media/image18.tmp"/><Relationship Id="rId2" Type="http://schemas.openxmlformats.org/officeDocument/2006/relationships/notesSlide" Target="../notesSlides/notesSlide10.xml"/><Relationship Id="rId1" Type="http://schemas.openxmlformats.org/officeDocument/2006/relationships/slideLayout" Target="../slideLayouts/slideLayout10.xml"/><Relationship Id="rId6" Type="http://schemas.openxmlformats.org/officeDocument/2006/relationships/image" Target="../media/image20.tmp"/><Relationship Id="rId5" Type="http://schemas.openxmlformats.org/officeDocument/2006/relationships/image" Target="../media/image17.tmp"/><Relationship Id="rId4" Type="http://schemas.openxmlformats.org/officeDocument/2006/relationships/image" Target="../media/image19.tmp"/></Relationships>
</file>

<file path=ppt/slides/_rels/slide14.xml.rels><?xml version="1.0" encoding="UTF-8" standalone="yes"?>
<Relationships xmlns="http://schemas.openxmlformats.org/package/2006/relationships"><Relationship Id="rId2" Type="http://schemas.openxmlformats.org/officeDocument/2006/relationships/image" Target="../media/image21.tmp"/><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tmp"/><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tmp"/><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字版面配置區 1">
            <a:extLst>
              <a:ext uri="{FF2B5EF4-FFF2-40B4-BE49-F238E27FC236}">
                <a16:creationId xmlns:a16="http://schemas.microsoft.com/office/drawing/2014/main" id="{C4A1E4F9-EAC4-4252-9341-784CBB7CD1FD}"/>
              </a:ext>
            </a:extLst>
          </p:cNvPr>
          <p:cNvSpPr txBox="1">
            <a:spLocks/>
          </p:cNvSpPr>
          <p:nvPr/>
        </p:nvSpPr>
        <p:spPr>
          <a:xfrm>
            <a:off x="1164443" y="1672658"/>
            <a:ext cx="9863114" cy="1819572"/>
          </a:xfrm>
          <a:prstGeom prst="rect">
            <a:avLst/>
          </a:prstGeom>
        </p:spPr>
        <p:txBody>
          <a:bodyPr vert="horz" lIns="91440" tIns="45720" rIns="91440" bIns="45720" rtlCol="0" anchor="ct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TW" sz="3600" b="1" dirty="0">
                <a:solidFill>
                  <a:schemeClr val="bg2">
                    <a:lumMod val="50000"/>
                  </a:schemeClr>
                </a:solidFill>
              </a:rPr>
              <a:t>Reinforcement</a:t>
            </a:r>
            <a:r>
              <a:rPr lang="zh-TW" altLang="en-US" sz="3600" b="1" dirty="0">
                <a:solidFill>
                  <a:schemeClr val="bg2">
                    <a:lumMod val="50000"/>
                  </a:schemeClr>
                </a:solidFill>
              </a:rPr>
              <a:t> </a:t>
            </a:r>
            <a:r>
              <a:rPr lang="en-US" altLang="zh-TW" sz="3600" b="1" dirty="0">
                <a:solidFill>
                  <a:schemeClr val="bg2">
                    <a:lumMod val="50000"/>
                  </a:schemeClr>
                </a:solidFill>
              </a:rPr>
              <a:t>Learning</a:t>
            </a:r>
            <a:r>
              <a:rPr lang="zh-TW" altLang="en-US" sz="3600" b="1" dirty="0">
                <a:solidFill>
                  <a:schemeClr val="bg2">
                    <a:lumMod val="50000"/>
                  </a:schemeClr>
                </a:solidFill>
              </a:rPr>
              <a:t> </a:t>
            </a:r>
            <a:r>
              <a:rPr lang="en-US" altLang="zh-TW" sz="3600" b="1" dirty="0">
                <a:solidFill>
                  <a:schemeClr val="bg2">
                    <a:lumMod val="50000"/>
                  </a:schemeClr>
                </a:solidFill>
              </a:rPr>
              <a:t>based</a:t>
            </a:r>
            <a:r>
              <a:rPr lang="zh-TW" altLang="en-US" sz="3600" b="1" dirty="0">
                <a:solidFill>
                  <a:schemeClr val="bg2">
                    <a:lumMod val="50000"/>
                  </a:schemeClr>
                </a:solidFill>
              </a:rPr>
              <a:t> </a:t>
            </a:r>
            <a:r>
              <a:rPr lang="en-US" altLang="zh-TW" sz="3600" b="1" dirty="0">
                <a:solidFill>
                  <a:schemeClr val="bg2">
                    <a:lumMod val="50000"/>
                  </a:schemeClr>
                </a:solidFill>
              </a:rPr>
              <a:t>QoS/</a:t>
            </a:r>
            <a:r>
              <a:rPr lang="en-US" altLang="zh-TW" sz="3600" b="1" dirty="0" err="1">
                <a:solidFill>
                  <a:schemeClr val="bg2">
                    <a:lumMod val="50000"/>
                  </a:schemeClr>
                </a:solidFill>
              </a:rPr>
              <a:t>QoE</a:t>
            </a:r>
            <a:r>
              <a:rPr lang="en-US" altLang="zh-TW" sz="3600" b="1" dirty="0">
                <a:solidFill>
                  <a:schemeClr val="bg2">
                    <a:lumMod val="50000"/>
                  </a:schemeClr>
                </a:solidFill>
              </a:rPr>
              <a:t>-aware</a:t>
            </a:r>
          </a:p>
          <a:p>
            <a:pPr algn="ctr"/>
            <a:r>
              <a:rPr lang="zh-TW" altLang="en-US" sz="3600" b="1" dirty="0">
                <a:solidFill>
                  <a:schemeClr val="bg2">
                    <a:lumMod val="50000"/>
                  </a:schemeClr>
                </a:solidFill>
              </a:rPr>
              <a:t> </a:t>
            </a:r>
            <a:r>
              <a:rPr lang="en-US" altLang="zh-TW" sz="3600" b="1" dirty="0">
                <a:solidFill>
                  <a:schemeClr val="bg2">
                    <a:lumMod val="50000"/>
                  </a:schemeClr>
                </a:solidFill>
              </a:rPr>
              <a:t>Service</a:t>
            </a:r>
            <a:r>
              <a:rPr lang="zh-TW" altLang="en-US" sz="3600" b="1" dirty="0">
                <a:solidFill>
                  <a:schemeClr val="bg2">
                    <a:lumMod val="50000"/>
                  </a:schemeClr>
                </a:solidFill>
              </a:rPr>
              <a:t> </a:t>
            </a:r>
            <a:r>
              <a:rPr lang="en-US" altLang="zh-TW" sz="3600" b="1" dirty="0">
                <a:solidFill>
                  <a:schemeClr val="bg2">
                    <a:lumMod val="50000"/>
                  </a:schemeClr>
                </a:solidFill>
              </a:rPr>
              <a:t>Function Chaining</a:t>
            </a:r>
            <a:r>
              <a:rPr lang="zh-TW" altLang="en-US" sz="3600" b="1" dirty="0">
                <a:solidFill>
                  <a:schemeClr val="bg2">
                    <a:lumMod val="50000"/>
                  </a:schemeClr>
                </a:solidFill>
              </a:rPr>
              <a:t> </a:t>
            </a:r>
            <a:r>
              <a:rPr lang="en-US" altLang="zh-TW" sz="3600" b="1" dirty="0">
                <a:solidFill>
                  <a:schemeClr val="bg2">
                    <a:lumMod val="50000"/>
                  </a:schemeClr>
                </a:solidFill>
              </a:rPr>
              <a:t>in</a:t>
            </a:r>
            <a:r>
              <a:rPr lang="zh-TW" altLang="en-US" sz="3600" b="1" dirty="0">
                <a:solidFill>
                  <a:schemeClr val="bg2">
                    <a:lumMod val="50000"/>
                  </a:schemeClr>
                </a:solidFill>
              </a:rPr>
              <a:t> </a:t>
            </a:r>
            <a:r>
              <a:rPr lang="en-US" altLang="zh-TW" sz="3600" b="1" dirty="0">
                <a:solidFill>
                  <a:schemeClr val="bg2">
                    <a:lumMod val="50000"/>
                  </a:schemeClr>
                </a:solidFill>
              </a:rPr>
              <a:t>Software-Driven</a:t>
            </a:r>
            <a:r>
              <a:rPr lang="zh-TW" altLang="en-US" sz="3600" b="1" dirty="0">
                <a:solidFill>
                  <a:schemeClr val="bg2">
                    <a:lumMod val="50000"/>
                  </a:schemeClr>
                </a:solidFill>
              </a:rPr>
              <a:t> </a:t>
            </a:r>
            <a:endParaRPr lang="en-US" altLang="zh-TW" sz="3600" b="1" dirty="0">
              <a:solidFill>
                <a:schemeClr val="bg2">
                  <a:lumMod val="50000"/>
                </a:schemeClr>
              </a:solidFill>
            </a:endParaRPr>
          </a:p>
          <a:p>
            <a:pPr algn="ctr"/>
            <a:r>
              <a:rPr lang="en-US" altLang="zh-TW" sz="3600" b="1" dirty="0">
                <a:solidFill>
                  <a:schemeClr val="bg2">
                    <a:lumMod val="50000"/>
                  </a:schemeClr>
                </a:solidFill>
              </a:rPr>
              <a:t>5G</a:t>
            </a:r>
            <a:r>
              <a:rPr lang="zh-TW" altLang="en-US" sz="3600" b="1" dirty="0">
                <a:solidFill>
                  <a:schemeClr val="bg2">
                    <a:lumMod val="50000"/>
                  </a:schemeClr>
                </a:solidFill>
              </a:rPr>
              <a:t> </a:t>
            </a:r>
            <a:r>
              <a:rPr lang="en-US" altLang="zh-TW" sz="3600" b="1" dirty="0">
                <a:solidFill>
                  <a:schemeClr val="bg2">
                    <a:lumMod val="50000"/>
                  </a:schemeClr>
                </a:solidFill>
              </a:rPr>
              <a:t>Slices</a:t>
            </a:r>
          </a:p>
        </p:txBody>
      </p:sp>
      <p:sp>
        <p:nvSpPr>
          <p:cNvPr id="3" name="文字版面配置區 2">
            <a:extLst>
              <a:ext uri="{FF2B5EF4-FFF2-40B4-BE49-F238E27FC236}">
                <a16:creationId xmlns:a16="http://schemas.microsoft.com/office/drawing/2014/main" id="{66247379-AE19-4380-B5C4-5D284FA86842}"/>
              </a:ext>
            </a:extLst>
          </p:cNvPr>
          <p:cNvSpPr txBox="1">
            <a:spLocks/>
          </p:cNvSpPr>
          <p:nvPr/>
        </p:nvSpPr>
        <p:spPr>
          <a:xfrm>
            <a:off x="1809345" y="3818107"/>
            <a:ext cx="9144000" cy="1697476"/>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TW" sz="1800" b="1" dirty="0"/>
              <a:t>Authors: </a:t>
            </a:r>
            <a:r>
              <a:rPr lang="en-US" altLang="zh-TW" sz="1800" dirty="0"/>
              <a:t>	Xi Chen, </a:t>
            </a:r>
            <a:r>
              <a:rPr lang="en-US" altLang="zh-TW" sz="1800" dirty="0" err="1"/>
              <a:t>Zonghang</a:t>
            </a:r>
            <a:r>
              <a:rPr lang="en-US" altLang="zh-TW" sz="1800" dirty="0"/>
              <a:t> Li, </a:t>
            </a:r>
            <a:r>
              <a:rPr lang="en-US" altLang="zh-TW" sz="1800" dirty="0" err="1"/>
              <a:t>Yupeng</a:t>
            </a:r>
            <a:r>
              <a:rPr lang="en-US" altLang="zh-TW" sz="1800" dirty="0"/>
              <a:t> Zhang, </a:t>
            </a:r>
            <a:r>
              <a:rPr lang="en-US" altLang="zh-TW" sz="1800" dirty="0" err="1"/>
              <a:t>Ruiming</a:t>
            </a:r>
            <a:r>
              <a:rPr lang="en-US" altLang="zh-TW" sz="1800" dirty="0"/>
              <a:t> Long, </a:t>
            </a:r>
            <a:r>
              <a:rPr lang="en-US" altLang="zh-TW" sz="1800" dirty="0" err="1"/>
              <a:t>Hongfang</a:t>
            </a:r>
            <a:r>
              <a:rPr lang="en-US" altLang="zh-TW" sz="1800" dirty="0"/>
              <a:t> Yu, </a:t>
            </a:r>
            <a:r>
              <a:rPr lang="en-US" altLang="zh-TW" sz="1800" dirty="0" err="1"/>
              <a:t>Xiaojiang</a:t>
            </a:r>
            <a:r>
              <a:rPr lang="en-US" altLang="zh-TW" sz="1800" dirty="0"/>
              <a:t> Du, 	Mohsen </a:t>
            </a:r>
            <a:r>
              <a:rPr lang="en-US" altLang="zh-TW" sz="1800" dirty="0" err="1"/>
              <a:t>Guizani</a:t>
            </a:r>
            <a:endParaRPr lang="en-US" altLang="zh-TW" sz="1800" dirty="0"/>
          </a:p>
          <a:p>
            <a:pPr algn="l"/>
            <a:r>
              <a:rPr lang="en-US" altLang="zh-TW" sz="1800" b="1" dirty="0"/>
              <a:t>Publish on </a:t>
            </a:r>
            <a:r>
              <a:rPr lang="en-US" altLang="zh-TW" sz="1800" dirty="0"/>
              <a:t>WILEY </a:t>
            </a:r>
            <a:r>
              <a:rPr lang="fr-FR" altLang="zh-TW" sz="1800" dirty="0"/>
              <a:t>Transactions on Emerging Telecommunications Technologies</a:t>
            </a:r>
            <a:r>
              <a:rPr lang="en-US" altLang="zh-TW" sz="1800" dirty="0"/>
              <a:t>,</a:t>
            </a:r>
            <a:r>
              <a:rPr lang="zh-TW" altLang="en-US" sz="1800" dirty="0"/>
              <a:t> </a:t>
            </a:r>
            <a:r>
              <a:rPr lang="en-US" altLang="zh-TW" sz="1800" dirty="0"/>
              <a:t>April 2018</a:t>
            </a:r>
          </a:p>
          <a:p>
            <a:pPr algn="l"/>
            <a:r>
              <a:rPr lang="en-US" altLang="zh-TW" sz="1800" b="1" dirty="0"/>
              <a:t>Presenter:</a:t>
            </a:r>
            <a:r>
              <a:rPr lang="en-US" altLang="zh-TW" sz="1800" dirty="0"/>
              <a:t> </a:t>
            </a:r>
            <a:r>
              <a:rPr lang="en-US" altLang="zh-TW" sz="1800" dirty="0" err="1"/>
              <a:t>ChiYuan</a:t>
            </a:r>
            <a:r>
              <a:rPr lang="en-US" altLang="zh-TW" sz="1800" dirty="0"/>
              <a:t> Huang</a:t>
            </a:r>
            <a:endParaRPr lang="fr-FR" altLang="zh-TW" sz="1800" dirty="0"/>
          </a:p>
        </p:txBody>
      </p:sp>
    </p:spTree>
    <p:extLst>
      <p:ext uri="{BB962C8B-B14F-4D97-AF65-F5344CB8AC3E}">
        <p14:creationId xmlns:p14="http://schemas.microsoft.com/office/powerpoint/2010/main" val="903972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 name="Group 81">
            <a:extLst>
              <a:ext uri="{FF2B5EF4-FFF2-40B4-BE49-F238E27FC236}">
                <a16:creationId xmlns:a16="http://schemas.microsoft.com/office/drawing/2014/main" id="{714A87C3-3EFB-4722-BF0D-17138DEB6B2B}"/>
              </a:ext>
            </a:extLst>
          </p:cNvPr>
          <p:cNvGrpSpPr/>
          <p:nvPr/>
        </p:nvGrpSpPr>
        <p:grpSpPr>
          <a:xfrm>
            <a:off x="0" y="4957979"/>
            <a:ext cx="12192000" cy="1909138"/>
            <a:chOff x="0" y="4948862"/>
            <a:chExt cx="12192000" cy="1909138"/>
          </a:xfrm>
        </p:grpSpPr>
        <p:sp>
          <p:nvSpPr>
            <p:cNvPr id="83" name="Freeform: Shape 82">
              <a:extLst>
                <a:ext uri="{FF2B5EF4-FFF2-40B4-BE49-F238E27FC236}">
                  <a16:creationId xmlns:a16="http://schemas.microsoft.com/office/drawing/2014/main" id="{EC99197A-1F6B-4498-BD1A-1E735D7E4EB6}"/>
                </a:ext>
              </a:extLst>
            </p:cNvPr>
            <p:cNvSpPr/>
            <p:nvPr/>
          </p:nvSpPr>
          <p:spPr>
            <a:xfrm>
              <a:off x="0" y="4948862"/>
              <a:ext cx="12192000" cy="1909138"/>
            </a:xfrm>
            <a:custGeom>
              <a:avLst/>
              <a:gdLst>
                <a:gd name="connsiteX0" fmla="*/ 0 w 12192000"/>
                <a:gd name="connsiteY0" fmla="*/ 0 h 1909138"/>
                <a:gd name="connsiteX1" fmla="*/ 227719 w 12192000"/>
                <a:gd name="connsiteY1" fmla="*/ 142350 h 1909138"/>
                <a:gd name="connsiteX2" fmla="*/ 6096001 w 12192000"/>
                <a:gd name="connsiteY2" fmla="*/ 1628919 h 1909138"/>
                <a:gd name="connsiteX3" fmla="*/ 11964283 w 12192000"/>
                <a:gd name="connsiteY3" fmla="*/ 142350 h 1909138"/>
                <a:gd name="connsiteX4" fmla="*/ 12192000 w 12192000"/>
                <a:gd name="connsiteY4" fmla="*/ 1 h 1909138"/>
                <a:gd name="connsiteX5" fmla="*/ 12192000 w 12192000"/>
                <a:gd name="connsiteY5" fmla="*/ 1909138 h 1909138"/>
                <a:gd name="connsiteX6" fmla="*/ 0 w 12192000"/>
                <a:gd name="connsiteY6" fmla="*/ 1909138 h 1909138"/>
                <a:gd name="connsiteX7" fmla="*/ 0 w 12192000"/>
                <a:gd name="connsiteY7" fmla="*/ 0 h 1909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909138">
                  <a:moveTo>
                    <a:pt x="0" y="0"/>
                  </a:moveTo>
                  <a:lnTo>
                    <a:pt x="227719" y="142350"/>
                  </a:lnTo>
                  <a:cubicBezTo>
                    <a:pt x="1777640" y="1065981"/>
                    <a:pt x="3836554" y="1628919"/>
                    <a:pt x="6096001" y="1628919"/>
                  </a:cubicBezTo>
                  <a:cubicBezTo>
                    <a:pt x="8355448" y="1628919"/>
                    <a:pt x="10414362" y="1065981"/>
                    <a:pt x="11964283" y="142350"/>
                  </a:cubicBezTo>
                  <a:lnTo>
                    <a:pt x="12192000" y="1"/>
                  </a:lnTo>
                  <a:lnTo>
                    <a:pt x="12192000" y="1909138"/>
                  </a:lnTo>
                  <a:lnTo>
                    <a:pt x="0" y="1909138"/>
                  </a:lnTo>
                  <a:lnTo>
                    <a:pt x="0" y="0"/>
                  </a:lnTo>
                  <a:close/>
                </a:path>
              </a:pathLst>
            </a:custGeom>
            <a:solidFill>
              <a:srgbClr val="E8F1F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 name="Freeform: Shape 83">
              <a:extLst>
                <a:ext uri="{FF2B5EF4-FFF2-40B4-BE49-F238E27FC236}">
                  <a16:creationId xmlns:a16="http://schemas.microsoft.com/office/drawing/2014/main" id="{F9C80C8E-5A49-482B-8FB1-2FEACFCA5ACA}"/>
                </a:ext>
              </a:extLst>
            </p:cNvPr>
            <p:cNvSpPr/>
            <p:nvPr/>
          </p:nvSpPr>
          <p:spPr>
            <a:xfrm>
              <a:off x="0" y="5563852"/>
              <a:ext cx="12192000" cy="1294147"/>
            </a:xfrm>
            <a:custGeom>
              <a:avLst/>
              <a:gdLst>
                <a:gd name="connsiteX0" fmla="*/ 0 w 12192000"/>
                <a:gd name="connsiteY0" fmla="*/ 0 h 1909138"/>
                <a:gd name="connsiteX1" fmla="*/ 227719 w 12192000"/>
                <a:gd name="connsiteY1" fmla="*/ 142350 h 1909138"/>
                <a:gd name="connsiteX2" fmla="*/ 6096001 w 12192000"/>
                <a:gd name="connsiteY2" fmla="*/ 1628919 h 1909138"/>
                <a:gd name="connsiteX3" fmla="*/ 11964283 w 12192000"/>
                <a:gd name="connsiteY3" fmla="*/ 142350 h 1909138"/>
                <a:gd name="connsiteX4" fmla="*/ 12192000 w 12192000"/>
                <a:gd name="connsiteY4" fmla="*/ 1 h 1909138"/>
                <a:gd name="connsiteX5" fmla="*/ 12192000 w 12192000"/>
                <a:gd name="connsiteY5" fmla="*/ 1909138 h 1909138"/>
                <a:gd name="connsiteX6" fmla="*/ 0 w 12192000"/>
                <a:gd name="connsiteY6" fmla="*/ 1909138 h 1909138"/>
                <a:gd name="connsiteX7" fmla="*/ 0 w 12192000"/>
                <a:gd name="connsiteY7" fmla="*/ 0 h 1909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909138">
                  <a:moveTo>
                    <a:pt x="0" y="0"/>
                  </a:moveTo>
                  <a:lnTo>
                    <a:pt x="227719" y="142350"/>
                  </a:lnTo>
                  <a:cubicBezTo>
                    <a:pt x="1777640" y="1065981"/>
                    <a:pt x="3836554" y="1628919"/>
                    <a:pt x="6096001" y="1628919"/>
                  </a:cubicBezTo>
                  <a:cubicBezTo>
                    <a:pt x="8355448" y="1628919"/>
                    <a:pt x="10414362" y="1065981"/>
                    <a:pt x="11964283" y="142350"/>
                  </a:cubicBezTo>
                  <a:lnTo>
                    <a:pt x="12192000" y="1"/>
                  </a:lnTo>
                  <a:lnTo>
                    <a:pt x="12192000" y="1909138"/>
                  </a:lnTo>
                  <a:lnTo>
                    <a:pt x="0" y="1909138"/>
                  </a:lnTo>
                  <a:lnTo>
                    <a:pt x="0" y="0"/>
                  </a:lnTo>
                  <a:close/>
                </a:path>
              </a:pathLst>
            </a:custGeom>
            <a:solidFill>
              <a:srgbClr val="7AC2F9">
                <a:alpha val="11000"/>
              </a:srgbClr>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23842960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51706B3-A3F4-4C3E-AFE5-901210C6EA13}"/>
              </a:ext>
            </a:extLst>
          </p:cNvPr>
          <p:cNvSpPr>
            <a:spLocks noGrp="1"/>
          </p:cNvSpPr>
          <p:nvPr>
            <p:ph type="title"/>
          </p:nvPr>
        </p:nvSpPr>
        <p:spPr>
          <a:xfrm>
            <a:off x="1585608" y="428625"/>
            <a:ext cx="9768191" cy="663575"/>
          </a:xfrm>
        </p:spPr>
        <p:txBody>
          <a:bodyPr/>
          <a:lstStyle/>
          <a:p>
            <a:pPr algn="l"/>
            <a:r>
              <a:rPr lang="en-US" altLang="zh-TW" dirty="0">
                <a:solidFill>
                  <a:schemeClr val="bg2">
                    <a:lumMod val="50000"/>
                  </a:schemeClr>
                </a:solidFill>
                <a:latin typeface="+mn-lt"/>
              </a:rPr>
              <a:t>LLDP (Link Layer Discovery Protocol)</a:t>
            </a:r>
            <a:endParaRPr lang="zh-TW" altLang="en-US" dirty="0">
              <a:solidFill>
                <a:schemeClr val="bg2">
                  <a:lumMod val="50000"/>
                </a:schemeClr>
              </a:solidFill>
              <a:latin typeface="+mn-lt"/>
            </a:endParaRPr>
          </a:p>
        </p:txBody>
      </p:sp>
      <p:sp>
        <p:nvSpPr>
          <p:cNvPr id="3" name="內容版面配置區 2">
            <a:extLst>
              <a:ext uri="{FF2B5EF4-FFF2-40B4-BE49-F238E27FC236}">
                <a16:creationId xmlns:a16="http://schemas.microsoft.com/office/drawing/2014/main" id="{A630FDE5-6156-4E04-BC87-0EB970F38FE6}"/>
              </a:ext>
            </a:extLst>
          </p:cNvPr>
          <p:cNvSpPr>
            <a:spLocks noGrp="1"/>
          </p:cNvSpPr>
          <p:nvPr>
            <p:ph idx="1"/>
          </p:nvPr>
        </p:nvSpPr>
        <p:spPr>
          <a:xfrm>
            <a:off x="449932" y="1428339"/>
            <a:ext cx="11452508" cy="4454526"/>
          </a:xfrm>
        </p:spPr>
        <p:txBody>
          <a:bodyPr/>
          <a:lstStyle/>
          <a:p>
            <a:r>
              <a:rPr lang="en-US" altLang="zh-TW" dirty="0"/>
              <a:t>A link layer protocol used by network devices for advertising their identity, capabilities, and neighbors on a local area network based on IEEE 802 technology, principally wired Ethernet.</a:t>
            </a:r>
            <a:endParaRPr lang="zh-TW" altLang="en-US" dirty="0"/>
          </a:p>
        </p:txBody>
      </p:sp>
      <p:pic>
        <p:nvPicPr>
          <p:cNvPr id="6" name="圖片 5">
            <a:extLst>
              <a:ext uri="{FF2B5EF4-FFF2-40B4-BE49-F238E27FC236}">
                <a16:creationId xmlns:a16="http://schemas.microsoft.com/office/drawing/2014/main" id="{68C294D0-9D0C-4806-AE0A-12FCF5A40A8B}"/>
              </a:ext>
            </a:extLst>
          </p:cNvPr>
          <p:cNvPicPr>
            <a:picLocks noChangeAspect="1"/>
          </p:cNvPicPr>
          <p:nvPr/>
        </p:nvPicPr>
        <p:blipFill rotWithShape="1">
          <a:blip r:embed="rId3">
            <a:extLst>
              <a:ext uri="{28A0092B-C50C-407E-A947-70E740481C1C}">
                <a14:useLocalDpi xmlns:a14="http://schemas.microsoft.com/office/drawing/2010/main" val="0"/>
              </a:ext>
            </a:extLst>
          </a:blip>
          <a:srcRect l="6321" r="13788"/>
          <a:stretch/>
        </p:blipFill>
        <p:spPr>
          <a:xfrm>
            <a:off x="582126" y="5181426"/>
            <a:ext cx="11105567" cy="1247949"/>
          </a:xfrm>
          <a:prstGeom prst="rect">
            <a:avLst/>
          </a:prstGeom>
        </p:spPr>
      </p:pic>
      <p:sp>
        <p:nvSpPr>
          <p:cNvPr id="7" name="矩形 6">
            <a:extLst>
              <a:ext uri="{FF2B5EF4-FFF2-40B4-BE49-F238E27FC236}">
                <a16:creationId xmlns:a16="http://schemas.microsoft.com/office/drawing/2014/main" id="{9032C575-1214-4C12-B08A-64755461D8A7}"/>
              </a:ext>
            </a:extLst>
          </p:cNvPr>
          <p:cNvSpPr/>
          <p:nvPr/>
        </p:nvSpPr>
        <p:spPr>
          <a:xfrm>
            <a:off x="6352074" y="4475955"/>
            <a:ext cx="2752035" cy="369332"/>
          </a:xfrm>
          <a:prstGeom prst="rect">
            <a:avLst/>
          </a:prstGeom>
        </p:spPr>
        <p:txBody>
          <a:bodyPr wrap="none">
            <a:spAutoFit/>
          </a:bodyPr>
          <a:lstStyle/>
          <a:p>
            <a:pPr marL="396240">
              <a:spcBef>
                <a:spcPts val="800"/>
              </a:spcBef>
              <a:spcAft>
                <a:spcPts val="800"/>
              </a:spcAft>
            </a:pPr>
            <a:r>
              <a:rPr lang="en-US" altLang="zh-TW" b="1" dirty="0">
                <a:solidFill>
                  <a:srgbClr val="800000"/>
                </a:solidFill>
                <a:latin typeface="Arial" panose="020B0604020202020204" pitchFamily="34" charset="0"/>
              </a:rPr>
              <a:t>LLDPDU</a:t>
            </a:r>
            <a:r>
              <a:rPr lang="zh-TW" altLang="en-US" b="1" dirty="0">
                <a:solidFill>
                  <a:srgbClr val="800000"/>
                </a:solidFill>
                <a:latin typeface="Arial" panose="020B0604020202020204" pitchFamily="34" charset="0"/>
              </a:rPr>
              <a:t> </a:t>
            </a:r>
            <a:r>
              <a:rPr lang="en-US" altLang="zh-TW" b="1" dirty="0">
                <a:solidFill>
                  <a:srgbClr val="800000"/>
                </a:solidFill>
                <a:latin typeface="Arial" panose="020B0604020202020204" pitchFamily="34" charset="0"/>
              </a:rPr>
              <a:t>(Data Unit)</a:t>
            </a:r>
          </a:p>
        </p:txBody>
      </p:sp>
      <p:sp>
        <p:nvSpPr>
          <p:cNvPr id="8" name="矩形 7">
            <a:extLst>
              <a:ext uri="{FF2B5EF4-FFF2-40B4-BE49-F238E27FC236}">
                <a16:creationId xmlns:a16="http://schemas.microsoft.com/office/drawing/2014/main" id="{1C5A6FBD-CAD1-447C-999A-369C88996EB5}"/>
              </a:ext>
            </a:extLst>
          </p:cNvPr>
          <p:cNvSpPr/>
          <p:nvPr/>
        </p:nvSpPr>
        <p:spPr>
          <a:xfrm>
            <a:off x="116645" y="2645722"/>
            <a:ext cx="3235053" cy="369332"/>
          </a:xfrm>
          <a:prstGeom prst="rect">
            <a:avLst/>
          </a:prstGeom>
        </p:spPr>
        <p:txBody>
          <a:bodyPr wrap="none">
            <a:spAutoFit/>
          </a:bodyPr>
          <a:lstStyle/>
          <a:p>
            <a:pPr marL="396240">
              <a:spcBef>
                <a:spcPts val="800"/>
              </a:spcBef>
              <a:spcAft>
                <a:spcPts val="800"/>
              </a:spcAft>
            </a:pPr>
            <a:r>
              <a:rPr lang="en-US" altLang="zh-TW" b="1" dirty="0">
                <a:solidFill>
                  <a:srgbClr val="800000"/>
                </a:solidFill>
                <a:latin typeface="Arial" panose="020B0604020202020204" pitchFamily="34" charset="0"/>
              </a:rPr>
              <a:t>TLV</a:t>
            </a:r>
            <a:r>
              <a:rPr lang="zh-TW" altLang="en-US" b="1" dirty="0">
                <a:solidFill>
                  <a:srgbClr val="800000"/>
                </a:solidFill>
                <a:latin typeface="Arial" panose="020B0604020202020204" pitchFamily="34" charset="0"/>
              </a:rPr>
              <a:t> </a:t>
            </a:r>
            <a:r>
              <a:rPr lang="en-US" altLang="zh-TW" b="1" dirty="0">
                <a:solidFill>
                  <a:srgbClr val="800000"/>
                </a:solidFill>
                <a:latin typeface="Arial" panose="020B0604020202020204" pitchFamily="34" charset="0"/>
              </a:rPr>
              <a:t>(type, length, value)</a:t>
            </a:r>
          </a:p>
        </p:txBody>
      </p:sp>
      <p:pic>
        <p:nvPicPr>
          <p:cNvPr id="10" name="圖片 9">
            <a:extLst>
              <a:ext uri="{FF2B5EF4-FFF2-40B4-BE49-F238E27FC236}">
                <a16:creationId xmlns:a16="http://schemas.microsoft.com/office/drawing/2014/main" id="{DD15AF85-435E-4B5D-94B4-DE40DCB972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3287" y="3179721"/>
            <a:ext cx="3323583" cy="1326452"/>
          </a:xfrm>
          <a:prstGeom prst="rect">
            <a:avLst/>
          </a:prstGeom>
        </p:spPr>
      </p:pic>
      <p:cxnSp>
        <p:nvCxnSpPr>
          <p:cNvPr id="12" name="直線接點 11">
            <a:extLst>
              <a:ext uri="{FF2B5EF4-FFF2-40B4-BE49-F238E27FC236}">
                <a16:creationId xmlns:a16="http://schemas.microsoft.com/office/drawing/2014/main" id="{57DA6EB0-B4E5-4FA1-9C16-56EEE554E9D5}"/>
              </a:ext>
            </a:extLst>
          </p:cNvPr>
          <p:cNvCxnSpPr>
            <a:cxnSpLocks/>
          </p:cNvCxnSpPr>
          <p:nvPr/>
        </p:nvCxnSpPr>
        <p:spPr>
          <a:xfrm flipV="1">
            <a:off x="4495070" y="4705007"/>
            <a:ext cx="1600930" cy="4764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直線接點 14">
            <a:extLst>
              <a:ext uri="{FF2B5EF4-FFF2-40B4-BE49-F238E27FC236}">
                <a16:creationId xmlns:a16="http://schemas.microsoft.com/office/drawing/2014/main" id="{3D66CA36-85CE-421D-A223-75F98973A60F}"/>
              </a:ext>
            </a:extLst>
          </p:cNvPr>
          <p:cNvCxnSpPr>
            <a:cxnSpLocks/>
          </p:cNvCxnSpPr>
          <p:nvPr/>
        </p:nvCxnSpPr>
        <p:spPr>
          <a:xfrm>
            <a:off x="9589869" y="4705007"/>
            <a:ext cx="1763930" cy="514866"/>
          </a:xfrm>
          <a:prstGeom prst="line">
            <a:avLst/>
          </a:prstGeom>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90576522-6979-4547-97BE-056C41A7598A}"/>
              </a:ext>
            </a:extLst>
          </p:cNvPr>
          <p:cNvSpPr/>
          <p:nvPr/>
        </p:nvSpPr>
        <p:spPr>
          <a:xfrm>
            <a:off x="172884" y="4812094"/>
            <a:ext cx="2222083" cy="369332"/>
          </a:xfrm>
          <a:prstGeom prst="rect">
            <a:avLst/>
          </a:prstGeom>
        </p:spPr>
        <p:txBody>
          <a:bodyPr wrap="none">
            <a:spAutoFit/>
          </a:bodyPr>
          <a:lstStyle/>
          <a:p>
            <a:pPr marL="396240">
              <a:spcBef>
                <a:spcPts val="800"/>
              </a:spcBef>
              <a:spcAft>
                <a:spcPts val="800"/>
              </a:spcAft>
            </a:pPr>
            <a:r>
              <a:rPr lang="en-US" altLang="zh-TW" b="1" dirty="0">
                <a:solidFill>
                  <a:srgbClr val="800000"/>
                </a:solidFill>
                <a:latin typeface="Arial" panose="020B0604020202020204" pitchFamily="34" charset="0"/>
              </a:rPr>
              <a:t>LLDP</a:t>
            </a:r>
            <a:r>
              <a:rPr lang="zh-TW" altLang="en-US" b="1" dirty="0">
                <a:solidFill>
                  <a:srgbClr val="800000"/>
                </a:solidFill>
                <a:latin typeface="Arial" panose="020B0604020202020204" pitchFamily="34" charset="0"/>
              </a:rPr>
              <a:t> </a:t>
            </a:r>
            <a:r>
              <a:rPr lang="en-US" altLang="zh-TW" b="1" dirty="0">
                <a:solidFill>
                  <a:srgbClr val="800000"/>
                </a:solidFill>
                <a:latin typeface="Arial" panose="020B0604020202020204" pitchFamily="34" charset="0"/>
              </a:rPr>
              <a:t>Message</a:t>
            </a:r>
          </a:p>
        </p:txBody>
      </p:sp>
    </p:spTree>
    <p:extLst>
      <p:ext uri="{BB962C8B-B14F-4D97-AF65-F5344CB8AC3E}">
        <p14:creationId xmlns:p14="http://schemas.microsoft.com/office/powerpoint/2010/main" val="39793708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84B026B-91DF-41AD-8CB4-28B2A9D6BCF7}"/>
              </a:ext>
            </a:extLst>
          </p:cNvPr>
          <p:cNvSpPr>
            <a:spLocks noGrp="1"/>
          </p:cNvSpPr>
          <p:nvPr>
            <p:ph type="title"/>
          </p:nvPr>
        </p:nvSpPr>
        <p:spPr>
          <a:xfrm>
            <a:off x="1556426" y="428625"/>
            <a:ext cx="9797374" cy="663575"/>
          </a:xfrm>
        </p:spPr>
        <p:txBody>
          <a:bodyPr>
            <a:normAutofit/>
          </a:bodyPr>
          <a:lstStyle/>
          <a:p>
            <a:pPr algn="l"/>
            <a:r>
              <a:rPr lang="en-US" altLang="zh-TW" dirty="0">
                <a:solidFill>
                  <a:schemeClr val="bg1">
                    <a:lumMod val="50000"/>
                  </a:schemeClr>
                </a:solidFill>
                <a:latin typeface="+mn-lt"/>
              </a:rPr>
              <a:t>LLDP working model</a:t>
            </a:r>
            <a:endParaRPr lang="zh-TW" altLang="en-US" dirty="0">
              <a:solidFill>
                <a:schemeClr val="bg1">
                  <a:lumMod val="50000"/>
                </a:schemeClr>
              </a:solidFill>
              <a:latin typeface="+mn-lt"/>
            </a:endParaRPr>
          </a:p>
        </p:txBody>
      </p:sp>
      <p:sp>
        <p:nvSpPr>
          <p:cNvPr id="3" name="內容版面配置區 2">
            <a:extLst>
              <a:ext uri="{FF2B5EF4-FFF2-40B4-BE49-F238E27FC236}">
                <a16:creationId xmlns:a16="http://schemas.microsoft.com/office/drawing/2014/main" id="{A4E61719-8447-4479-A769-E189629034B6}"/>
              </a:ext>
            </a:extLst>
          </p:cNvPr>
          <p:cNvSpPr>
            <a:spLocks noGrp="1"/>
          </p:cNvSpPr>
          <p:nvPr>
            <p:ph idx="1"/>
          </p:nvPr>
        </p:nvSpPr>
        <p:spPr>
          <a:xfrm>
            <a:off x="838200" y="1422400"/>
            <a:ext cx="10515600" cy="4201160"/>
          </a:xfrm>
        </p:spPr>
        <p:txBody>
          <a:bodyPr>
            <a:normAutofit/>
          </a:bodyPr>
          <a:lstStyle/>
          <a:p>
            <a:r>
              <a:rPr lang="en-US" altLang="zh-TW" dirty="0" err="1"/>
              <a:t>TxRx</a:t>
            </a:r>
            <a:r>
              <a:rPr lang="en-US" altLang="zh-TW" dirty="0"/>
              <a:t> </a:t>
            </a:r>
            <a:r>
              <a:rPr lang="zh-TW" altLang="en-US" dirty="0"/>
              <a:t>    ：</a:t>
            </a:r>
            <a:r>
              <a:rPr lang="en-US" altLang="zh-TW" dirty="0"/>
              <a:t>Send &amp; Receive LLDPDU</a:t>
            </a:r>
          </a:p>
          <a:p>
            <a:r>
              <a:rPr lang="en-US" altLang="zh-TW" dirty="0"/>
              <a:t>Tx 	</a:t>
            </a:r>
            <a:r>
              <a:rPr lang="zh-TW" altLang="en-US" dirty="0"/>
              <a:t>   ：</a:t>
            </a:r>
            <a:r>
              <a:rPr lang="en-US" altLang="zh-TW" dirty="0"/>
              <a:t>Only Send LLDPDU</a:t>
            </a:r>
          </a:p>
          <a:p>
            <a:r>
              <a:rPr lang="en-US" altLang="zh-TW" dirty="0"/>
              <a:t>Rx 	</a:t>
            </a:r>
            <a:r>
              <a:rPr lang="zh-TW" altLang="en-US" dirty="0"/>
              <a:t>   ：</a:t>
            </a:r>
            <a:r>
              <a:rPr lang="en-US" altLang="zh-TW" dirty="0"/>
              <a:t>Only Receive LLDPDU</a:t>
            </a:r>
          </a:p>
          <a:p>
            <a:r>
              <a:rPr lang="en-US" altLang="zh-TW" dirty="0"/>
              <a:t>Disable</a:t>
            </a:r>
            <a:r>
              <a:rPr lang="zh-TW" altLang="en-US" dirty="0"/>
              <a:t>：</a:t>
            </a:r>
            <a:r>
              <a:rPr lang="en-US" altLang="zh-TW" dirty="0"/>
              <a:t>Either Send nor </a:t>
            </a:r>
            <a:r>
              <a:rPr lang="en-US" altLang="zh-TW" dirty="0" err="1"/>
              <a:t>Resceive</a:t>
            </a:r>
            <a:r>
              <a:rPr lang="en-US" altLang="zh-TW" dirty="0"/>
              <a:t> LLDPDU</a:t>
            </a:r>
          </a:p>
          <a:p>
            <a:pPr marL="0" indent="0">
              <a:buNone/>
            </a:pPr>
            <a:endParaRPr lang="en-US" altLang="zh-TW" dirty="0"/>
          </a:p>
          <a:p>
            <a:pPr marL="0" indent="0">
              <a:buNone/>
            </a:pPr>
            <a:r>
              <a:rPr lang="en-US" altLang="zh-TW" sz="2800" dirty="0"/>
              <a:t>Sending mechanism :</a:t>
            </a:r>
          </a:p>
          <a:p>
            <a:pPr lvl="1"/>
            <a:r>
              <a:rPr lang="en-US" altLang="zh-TW" sz="2400" dirty="0"/>
              <a:t>	Send LLDP Message periodicity</a:t>
            </a:r>
          </a:p>
          <a:p>
            <a:pPr lvl="1"/>
            <a:r>
              <a:rPr lang="en-US" altLang="zh-TW" sz="2400" dirty="0"/>
              <a:t>	When discover a new neighbor, or Disable/Rx model change to </a:t>
            </a:r>
            <a:r>
              <a:rPr lang="en-US" altLang="zh-TW" sz="2400" dirty="0" err="1"/>
              <a:t>TxRx</a:t>
            </a:r>
            <a:r>
              <a:rPr lang="en-US" altLang="zh-TW" sz="2400" dirty="0"/>
              <a:t>/Tx  	model, in order to inform other devices asap, it will send a number of 	LLDPDU periodicity in a short </a:t>
            </a:r>
            <a:r>
              <a:rPr lang="en-US" altLang="zh-TW" sz="2400" dirty="0" err="1"/>
              <a:t>time.Sending</a:t>
            </a:r>
            <a:r>
              <a:rPr lang="en-US" altLang="zh-TW" sz="2400" dirty="0"/>
              <a:t> mechanism :</a:t>
            </a:r>
          </a:p>
          <a:p>
            <a:pPr marL="457200" lvl="1" indent="0">
              <a:buNone/>
            </a:pPr>
            <a:endParaRPr lang="en-US" altLang="zh-TW" sz="2400" dirty="0"/>
          </a:p>
        </p:txBody>
      </p:sp>
      <p:sp>
        <p:nvSpPr>
          <p:cNvPr id="6" name="矩形 5">
            <a:extLst>
              <a:ext uri="{FF2B5EF4-FFF2-40B4-BE49-F238E27FC236}">
                <a16:creationId xmlns:a16="http://schemas.microsoft.com/office/drawing/2014/main" id="{1221873E-4442-4372-B76B-D9216CDFBFFA}"/>
              </a:ext>
            </a:extLst>
          </p:cNvPr>
          <p:cNvSpPr/>
          <p:nvPr/>
        </p:nvSpPr>
        <p:spPr>
          <a:xfrm>
            <a:off x="838200" y="5692150"/>
            <a:ext cx="8511625" cy="892552"/>
          </a:xfrm>
          <a:prstGeom prst="rect">
            <a:avLst/>
          </a:prstGeom>
        </p:spPr>
        <p:txBody>
          <a:bodyPr wrap="none">
            <a:spAutoFit/>
          </a:bodyPr>
          <a:lstStyle/>
          <a:p>
            <a:r>
              <a:rPr lang="en-US" altLang="zh-TW" sz="2800" dirty="0"/>
              <a:t>Receiving mechanism :</a:t>
            </a:r>
          </a:p>
          <a:p>
            <a:pPr marL="914400" lvl="1" indent="-457200">
              <a:buFont typeface="Arial" panose="020B0604020202020204" pitchFamily="34" charset="0"/>
              <a:buChar char="•"/>
            </a:pPr>
            <a:r>
              <a:rPr lang="en-US" altLang="zh-TW" sz="2400" dirty="0"/>
              <a:t>Check the validation of LLDPDU &amp;</a:t>
            </a:r>
            <a:r>
              <a:rPr lang="zh-TW" altLang="en-US" sz="2400" dirty="0"/>
              <a:t> </a:t>
            </a:r>
            <a:r>
              <a:rPr lang="en-US" altLang="zh-TW" sz="2400" dirty="0"/>
              <a:t>TLV</a:t>
            </a:r>
            <a:r>
              <a:rPr lang="zh-TW" altLang="en-US" sz="2400" dirty="0"/>
              <a:t> </a:t>
            </a:r>
            <a:r>
              <a:rPr lang="en-US" altLang="zh-TW" sz="2400" dirty="0"/>
              <a:t>and save it in devices</a:t>
            </a:r>
            <a:endParaRPr lang="en-US" altLang="zh-TW" sz="2800" dirty="0"/>
          </a:p>
        </p:txBody>
      </p:sp>
      <p:sp>
        <p:nvSpPr>
          <p:cNvPr id="7" name="矩形 6">
            <a:extLst>
              <a:ext uri="{FF2B5EF4-FFF2-40B4-BE49-F238E27FC236}">
                <a16:creationId xmlns:a16="http://schemas.microsoft.com/office/drawing/2014/main" id="{D8C8A7A1-951F-4014-9695-AFD2F492EB2A}"/>
              </a:ext>
            </a:extLst>
          </p:cNvPr>
          <p:cNvSpPr/>
          <p:nvPr/>
        </p:nvSpPr>
        <p:spPr>
          <a:xfrm>
            <a:off x="7928923" y="1353810"/>
            <a:ext cx="2841804" cy="369332"/>
          </a:xfrm>
          <a:prstGeom prst="rect">
            <a:avLst/>
          </a:prstGeom>
        </p:spPr>
        <p:txBody>
          <a:bodyPr wrap="none">
            <a:spAutoFit/>
          </a:bodyPr>
          <a:lstStyle/>
          <a:p>
            <a:pPr marL="396240">
              <a:spcBef>
                <a:spcPts val="800"/>
              </a:spcBef>
              <a:spcAft>
                <a:spcPts val="800"/>
              </a:spcAft>
            </a:pPr>
            <a:r>
              <a:rPr lang="en-US" altLang="zh-TW" b="1" dirty="0">
                <a:solidFill>
                  <a:schemeClr val="bg2">
                    <a:lumMod val="90000"/>
                  </a:schemeClr>
                </a:solidFill>
                <a:latin typeface="Arial" panose="020B0604020202020204" pitchFamily="34" charset="0"/>
              </a:rPr>
              <a:t>*LLDPDU</a:t>
            </a:r>
            <a:r>
              <a:rPr lang="zh-TW" altLang="en-US" b="1" dirty="0">
                <a:solidFill>
                  <a:schemeClr val="bg2">
                    <a:lumMod val="90000"/>
                  </a:schemeClr>
                </a:solidFill>
                <a:latin typeface="Arial" panose="020B0604020202020204" pitchFamily="34" charset="0"/>
              </a:rPr>
              <a:t> </a:t>
            </a:r>
            <a:r>
              <a:rPr lang="en-US" altLang="zh-TW" b="1" dirty="0">
                <a:solidFill>
                  <a:schemeClr val="bg2">
                    <a:lumMod val="90000"/>
                  </a:schemeClr>
                </a:solidFill>
                <a:latin typeface="Arial" panose="020B0604020202020204" pitchFamily="34" charset="0"/>
              </a:rPr>
              <a:t>(Data Unit)</a:t>
            </a:r>
          </a:p>
        </p:txBody>
      </p:sp>
    </p:spTree>
    <p:extLst>
      <p:ext uri="{BB962C8B-B14F-4D97-AF65-F5344CB8AC3E}">
        <p14:creationId xmlns:p14="http://schemas.microsoft.com/office/powerpoint/2010/main" val="39010598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Footer Placeholder 21">
            <a:extLst>
              <a:ext uri="{FF2B5EF4-FFF2-40B4-BE49-F238E27FC236}">
                <a16:creationId xmlns:a16="http://schemas.microsoft.com/office/drawing/2014/main" id="{636DA5F5-5D6F-404B-8BA5-2CF6B935D002}"/>
              </a:ext>
            </a:extLst>
          </p:cNvPr>
          <p:cNvSpPr>
            <a:spLocks noGrp="1"/>
          </p:cNvSpPr>
          <p:nvPr>
            <p:ph type="ftr" sz="quarter" idx="11"/>
          </p:nvPr>
        </p:nvSpPr>
        <p:spPr/>
        <p:txBody>
          <a:bodyPr wrap="square">
            <a:spAutoFit/>
          </a:bodyPr>
          <a:lstStyle/>
          <a:p>
            <a:pPr algn="l"/>
            <a:r>
              <a:rPr lang="en-ID" dirty="0">
                <a:solidFill>
                  <a:schemeClr val="bg1"/>
                </a:solidFill>
                <a:latin typeface="+mj-lt"/>
              </a:rPr>
              <a:t>Footer</a:t>
            </a:r>
          </a:p>
        </p:txBody>
      </p:sp>
      <p:sp>
        <p:nvSpPr>
          <p:cNvPr id="4" name="Slide Number Placeholder 3">
            <a:extLst>
              <a:ext uri="{FF2B5EF4-FFF2-40B4-BE49-F238E27FC236}">
                <a16:creationId xmlns:a16="http://schemas.microsoft.com/office/drawing/2014/main" id="{1A165F3E-D55E-40DA-8C0F-B22B760739E9}"/>
              </a:ext>
            </a:extLst>
          </p:cNvPr>
          <p:cNvSpPr>
            <a:spLocks noGrp="1"/>
          </p:cNvSpPr>
          <p:nvPr>
            <p:ph type="sldNum" sz="quarter" idx="12"/>
          </p:nvPr>
        </p:nvSpPr>
        <p:spPr/>
        <p:txBody>
          <a:bodyPr/>
          <a:lstStyle/>
          <a:p>
            <a:fld id="{20A13858-C2AA-4A16-A43A-77ABAD7631C2}" type="slidenum">
              <a:rPr lang="en-ID" smtClean="0">
                <a:solidFill>
                  <a:schemeClr val="bg1"/>
                </a:solidFill>
              </a:rPr>
              <a:pPr/>
              <a:t>5</a:t>
            </a:fld>
            <a:endParaRPr lang="en-ID" dirty="0">
              <a:solidFill>
                <a:schemeClr val="bg1"/>
              </a:solidFill>
            </a:endParaRPr>
          </a:p>
        </p:txBody>
      </p:sp>
      <p:cxnSp>
        <p:nvCxnSpPr>
          <p:cNvPr id="7" name="Straight Connector 6">
            <a:extLst>
              <a:ext uri="{FF2B5EF4-FFF2-40B4-BE49-F238E27FC236}">
                <a16:creationId xmlns:a16="http://schemas.microsoft.com/office/drawing/2014/main" id="{881E63D9-0008-438E-86B3-8126E100E6C6}"/>
              </a:ext>
            </a:extLst>
          </p:cNvPr>
          <p:cNvCxnSpPr>
            <a:cxnSpLocks/>
          </p:cNvCxnSpPr>
          <p:nvPr/>
        </p:nvCxnSpPr>
        <p:spPr>
          <a:xfrm>
            <a:off x="609600" y="4375752"/>
            <a:ext cx="954881"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81E044B-4157-4D84-A9F6-2CC20FC52E62}"/>
              </a:ext>
            </a:extLst>
          </p:cNvPr>
          <p:cNvSpPr txBox="1"/>
          <p:nvPr/>
        </p:nvSpPr>
        <p:spPr>
          <a:xfrm>
            <a:off x="5205812" y="447794"/>
            <a:ext cx="6159500" cy="369332"/>
          </a:xfrm>
          <a:prstGeom prst="rect">
            <a:avLst/>
          </a:prstGeom>
          <a:noFill/>
        </p:spPr>
        <p:txBody>
          <a:bodyPr wrap="square" lIns="0" tIns="0" rIns="0" bIns="0" rtlCol="0">
            <a:spAutoFit/>
          </a:bodyPr>
          <a:lstStyle/>
          <a:p>
            <a:r>
              <a:rPr lang="da-DK" sz="2400" b="1" dirty="0">
                <a:solidFill>
                  <a:schemeClr val="accent3">
                    <a:lumMod val="75000"/>
                  </a:schemeClr>
                </a:solidFill>
                <a:latin typeface="+mj-lt"/>
              </a:rPr>
              <a:t>QoS over LLDP</a:t>
            </a:r>
            <a:endParaRPr lang="en-ID" sz="2400" b="1" dirty="0">
              <a:solidFill>
                <a:schemeClr val="accent3">
                  <a:lumMod val="75000"/>
                </a:schemeClr>
              </a:solidFill>
              <a:latin typeface="+mj-lt"/>
            </a:endParaRPr>
          </a:p>
        </p:txBody>
      </p:sp>
      <p:grpSp>
        <p:nvGrpSpPr>
          <p:cNvPr id="47" name="Group 4">
            <a:extLst>
              <a:ext uri="{FF2B5EF4-FFF2-40B4-BE49-F238E27FC236}">
                <a16:creationId xmlns:a16="http://schemas.microsoft.com/office/drawing/2014/main" id="{2FB7CDC3-1112-4A2F-ADF8-FBA72A5D80FD}"/>
              </a:ext>
            </a:extLst>
          </p:cNvPr>
          <p:cNvGrpSpPr>
            <a:grpSpLocks noChangeAspect="1"/>
          </p:cNvGrpSpPr>
          <p:nvPr/>
        </p:nvGrpSpPr>
        <p:grpSpPr bwMode="auto">
          <a:xfrm>
            <a:off x="467745" y="758388"/>
            <a:ext cx="554038" cy="577850"/>
            <a:chOff x="392" y="1682"/>
            <a:chExt cx="349" cy="364"/>
          </a:xfrm>
        </p:grpSpPr>
        <p:sp>
          <p:nvSpPr>
            <p:cNvPr id="49" name="Rectangle 5">
              <a:extLst>
                <a:ext uri="{FF2B5EF4-FFF2-40B4-BE49-F238E27FC236}">
                  <a16:creationId xmlns:a16="http://schemas.microsoft.com/office/drawing/2014/main" id="{D6580F0E-E66E-4F0E-A1E6-F100AEF412EB}"/>
                </a:ext>
              </a:extLst>
            </p:cNvPr>
            <p:cNvSpPr>
              <a:spLocks noChangeArrowheads="1"/>
            </p:cNvSpPr>
            <p:nvPr/>
          </p:nvSpPr>
          <p:spPr bwMode="auto">
            <a:xfrm>
              <a:off x="392" y="1682"/>
              <a:ext cx="349" cy="47"/>
            </a:xfrm>
            <a:prstGeom prst="rect">
              <a:avLst/>
            </a:prstGeom>
            <a:noFill/>
            <a:ln w="19050" cap="flat">
              <a:solidFill>
                <a:schemeClr val="bg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0" name="Line 6">
              <a:extLst>
                <a:ext uri="{FF2B5EF4-FFF2-40B4-BE49-F238E27FC236}">
                  <a16:creationId xmlns:a16="http://schemas.microsoft.com/office/drawing/2014/main" id="{909107A3-0C4A-440C-90CD-B37FED4E8108}"/>
                </a:ext>
              </a:extLst>
            </p:cNvPr>
            <p:cNvSpPr>
              <a:spLocks noChangeShapeType="1"/>
            </p:cNvSpPr>
            <p:nvPr/>
          </p:nvSpPr>
          <p:spPr bwMode="auto">
            <a:xfrm>
              <a:off x="392" y="1951"/>
              <a:ext cx="349" cy="0"/>
            </a:xfrm>
            <a:prstGeom prst="line">
              <a:avLst/>
            </a:prstGeom>
            <a:noFill/>
            <a:ln w="19050" cap="rnd">
              <a:solidFill>
                <a:schemeClr val="bg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1" name="Rectangle 7">
              <a:extLst>
                <a:ext uri="{FF2B5EF4-FFF2-40B4-BE49-F238E27FC236}">
                  <a16:creationId xmlns:a16="http://schemas.microsoft.com/office/drawing/2014/main" id="{6AFEFE77-C5B8-41FA-BEE5-AFB604E28AB5}"/>
                </a:ext>
              </a:extLst>
            </p:cNvPr>
            <p:cNvSpPr>
              <a:spLocks noChangeArrowheads="1"/>
            </p:cNvSpPr>
            <p:nvPr/>
          </p:nvSpPr>
          <p:spPr bwMode="auto">
            <a:xfrm>
              <a:off x="424" y="1729"/>
              <a:ext cx="285" cy="222"/>
            </a:xfrm>
            <a:prstGeom prst="rect">
              <a:avLst/>
            </a:prstGeom>
            <a:noFill/>
            <a:ln w="19050" cap="flat">
              <a:solidFill>
                <a:schemeClr val="bg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2" name="Line 8">
              <a:extLst>
                <a:ext uri="{FF2B5EF4-FFF2-40B4-BE49-F238E27FC236}">
                  <a16:creationId xmlns:a16="http://schemas.microsoft.com/office/drawing/2014/main" id="{290060A7-550A-416C-8085-A0CBEFA67B94}"/>
                </a:ext>
              </a:extLst>
            </p:cNvPr>
            <p:cNvSpPr>
              <a:spLocks noChangeShapeType="1"/>
            </p:cNvSpPr>
            <p:nvPr/>
          </p:nvSpPr>
          <p:spPr bwMode="auto">
            <a:xfrm>
              <a:off x="567" y="1951"/>
              <a:ext cx="0" cy="48"/>
            </a:xfrm>
            <a:prstGeom prst="line">
              <a:avLst/>
            </a:prstGeom>
            <a:noFill/>
            <a:ln w="19050" cap="flat">
              <a:solidFill>
                <a:schemeClr val="bg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3" name="Oval 9">
              <a:extLst>
                <a:ext uri="{FF2B5EF4-FFF2-40B4-BE49-F238E27FC236}">
                  <a16:creationId xmlns:a16="http://schemas.microsoft.com/office/drawing/2014/main" id="{A73FB624-81FC-4271-B864-AFDCF44521ED}"/>
                </a:ext>
              </a:extLst>
            </p:cNvPr>
            <p:cNvSpPr>
              <a:spLocks noChangeArrowheads="1"/>
            </p:cNvSpPr>
            <p:nvPr/>
          </p:nvSpPr>
          <p:spPr bwMode="auto">
            <a:xfrm>
              <a:off x="543" y="1999"/>
              <a:ext cx="47" cy="47"/>
            </a:xfrm>
            <a:prstGeom prst="ellipse">
              <a:avLst/>
            </a:prstGeom>
            <a:noFill/>
            <a:ln w="19050" cap="flat">
              <a:solidFill>
                <a:schemeClr val="bg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4" name="Rectangle 10">
              <a:extLst>
                <a:ext uri="{FF2B5EF4-FFF2-40B4-BE49-F238E27FC236}">
                  <a16:creationId xmlns:a16="http://schemas.microsoft.com/office/drawing/2014/main" id="{FB59B439-1E14-4B36-B211-C567B040DB41}"/>
                </a:ext>
              </a:extLst>
            </p:cNvPr>
            <p:cNvSpPr>
              <a:spLocks noChangeArrowheads="1"/>
            </p:cNvSpPr>
            <p:nvPr/>
          </p:nvSpPr>
          <p:spPr bwMode="auto">
            <a:xfrm>
              <a:off x="567" y="1856"/>
              <a:ext cx="31" cy="63"/>
            </a:xfrm>
            <a:prstGeom prst="rect">
              <a:avLst/>
            </a:prstGeom>
            <a:noFill/>
            <a:ln w="19050" cap="rnd">
              <a:solidFill>
                <a:schemeClr val="bg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5" name="Rectangle 11">
              <a:extLst>
                <a:ext uri="{FF2B5EF4-FFF2-40B4-BE49-F238E27FC236}">
                  <a16:creationId xmlns:a16="http://schemas.microsoft.com/office/drawing/2014/main" id="{18B575BF-A42B-472F-BF66-1DDA0066B88A}"/>
                </a:ext>
              </a:extLst>
            </p:cNvPr>
            <p:cNvSpPr>
              <a:spLocks noChangeArrowheads="1"/>
            </p:cNvSpPr>
            <p:nvPr/>
          </p:nvSpPr>
          <p:spPr bwMode="auto">
            <a:xfrm>
              <a:off x="630" y="1777"/>
              <a:ext cx="32" cy="142"/>
            </a:xfrm>
            <a:prstGeom prst="rect">
              <a:avLst/>
            </a:prstGeom>
            <a:noFill/>
            <a:ln w="19050" cap="rnd">
              <a:solidFill>
                <a:schemeClr val="bg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6" name="Freeform 12">
              <a:extLst>
                <a:ext uri="{FF2B5EF4-FFF2-40B4-BE49-F238E27FC236}">
                  <a16:creationId xmlns:a16="http://schemas.microsoft.com/office/drawing/2014/main" id="{6AD10DD2-05BE-4274-A64F-E1829D48E9E9}"/>
                </a:ext>
              </a:extLst>
            </p:cNvPr>
            <p:cNvSpPr>
              <a:spLocks/>
            </p:cNvSpPr>
            <p:nvPr/>
          </p:nvSpPr>
          <p:spPr bwMode="auto">
            <a:xfrm>
              <a:off x="459" y="1777"/>
              <a:ext cx="56" cy="107"/>
            </a:xfrm>
            <a:custGeom>
              <a:avLst/>
              <a:gdLst>
                <a:gd name="T0" fmla="*/ 0 w 14"/>
                <a:gd name="T1" fmla="*/ 21 h 27"/>
                <a:gd name="T2" fmla="*/ 7 w 14"/>
                <a:gd name="T3" fmla="*/ 27 h 27"/>
                <a:gd name="T4" fmla="*/ 14 w 14"/>
                <a:gd name="T5" fmla="*/ 21 h 27"/>
                <a:gd name="T6" fmla="*/ 7 w 14"/>
                <a:gd name="T7" fmla="*/ 14 h 27"/>
                <a:gd name="T8" fmla="*/ 0 w 14"/>
                <a:gd name="T9" fmla="*/ 7 h 27"/>
                <a:gd name="T10" fmla="*/ 7 w 14"/>
                <a:gd name="T11" fmla="*/ 0 h 27"/>
                <a:gd name="T12" fmla="*/ 14 w 14"/>
                <a:gd name="T13" fmla="*/ 7 h 27"/>
              </a:gdLst>
              <a:ahLst/>
              <a:cxnLst>
                <a:cxn ang="0">
                  <a:pos x="T0" y="T1"/>
                </a:cxn>
                <a:cxn ang="0">
                  <a:pos x="T2" y="T3"/>
                </a:cxn>
                <a:cxn ang="0">
                  <a:pos x="T4" y="T5"/>
                </a:cxn>
                <a:cxn ang="0">
                  <a:pos x="T6" y="T7"/>
                </a:cxn>
                <a:cxn ang="0">
                  <a:pos x="T8" y="T9"/>
                </a:cxn>
                <a:cxn ang="0">
                  <a:pos x="T10" y="T11"/>
                </a:cxn>
                <a:cxn ang="0">
                  <a:pos x="T12" y="T13"/>
                </a:cxn>
              </a:cxnLst>
              <a:rect l="0" t="0" r="r" b="b"/>
              <a:pathLst>
                <a:path w="14" h="27">
                  <a:moveTo>
                    <a:pt x="0" y="21"/>
                  </a:moveTo>
                  <a:cubicBezTo>
                    <a:pt x="0" y="24"/>
                    <a:pt x="3" y="27"/>
                    <a:pt x="7" y="27"/>
                  </a:cubicBezTo>
                  <a:cubicBezTo>
                    <a:pt x="11" y="27"/>
                    <a:pt x="14" y="24"/>
                    <a:pt x="14" y="21"/>
                  </a:cubicBezTo>
                  <a:cubicBezTo>
                    <a:pt x="14" y="17"/>
                    <a:pt x="11" y="14"/>
                    <a:pt x="7" y="14"/>
                  </a:cubicBezTo>
                  <a:cubicBezTo>
                    <a:pt x="3" y="14"/>
                    <a:pt x="0" y="11"/>
                    <a:pt x="0" y="7"/>
                  </a:cubicBezTo>
                  <a:cubicBezTo>
                    <a:pt x="0" y="4"/>
                    <a:pt x="3" y="0"/>
                    <a:pt x="7" y="0"/>
                  </a:cubicBezTo>
                  <a:cubicBezTo>
                    <a:pt x="11" y="0"/>
                    <a:pt x="14" y="4"/>
                    <a:pt x="14" y="7"/>
                  </a:cubicBezTo>
                </a:path>
              </a:pathLst>
            </a:custGeom>
            <a:noFill/>
            <a:ln w="19050" cap="rnd">
              <a:solidFill>
                <a:schemeClr val="bg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7" name="Line 13">
              <a:extLst>
                <a:ext uri="{FF2B5EF4-FFF2-40B4-BE49-F238E27FC236}">
                  <a16:creationId xmlns:a16="http://schemas.microsoft.com/office/drawing/2014/main" id="{E5498485-E12D-486E-B73D-CF8075786A2C}"/>
                </a:ext>
              </a:extLst>
            </p:cNvPr>
            <p:cNvSpPr>
              <a:spLocks noChangeShapeType="1"/>
            </p:cNvSpPr>
            <p:nvPr/>
          </p:nvSpPr>
          <p:spPr bwMode="auto">
            <a:xfrm>
              <a:off x="487" y="1884"/>
              <a:ext cx="0" cy="20"/>
            </a:xfrm>
            <a:prstGeom prst="line">
              <a:avLst/>
            </a:prstGeom>
            <a:noFill/>
            <a:ln w="19050" cap="rnd">
              <a:solidFill>
                <a:schemeClr val="bg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ID"/>
            </a:p>
          </p:txBody>
        </p:sp>
        <p:sp>
          <p:nvSpPr>
            <p:cNvPr id="58" name="Line 14">
              <a:extLst>
                <a:ext uri="{FF2B5EF4-FFF2-40B4-BE49-F238E27FC236}">
                  <a16:creationId xmlns:a16="http://schemas.microsoft.com/office/drawing/2014/main" id="{B480868E-C6C4-4801-8DC3-92B68CEE5A93}"/>
                </a:ext>
              </a:extLst>
            </p:cNvPr>
            <p:cNvSpPr>
              <a:spLocks noChangeShapeType="1"/>
            </p:cNvSpPr>
            <p:nvPr/>
          </p:nvSpPr>
          <p:spPr bwMode="auto">
            <a:xfrm>
              <a:off x="487" y="1761"/>
              <a:ext cx="0" cy="16"/>
            </a:xfrm>
            <a:prstGeom prst="line">
              <a:avLst/>
            </a:prstGeom>
            <a:noFill/>
            <a:ln w="19050" cap="rnd">
              <a:solidFill>
                <a:schemeClr val="bg1"/>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en-ID"/>
            </a:p>
          </p:txBody>
        </p:sp>
      </p:grpSp>
      <p:pic>
        <p:nvPicPr>
          <p:cNvPr id="6" name="圖片 5">
            <a:extLst>
              <a:ext uri="{FF2B5EF4-FFF2-40B4-BE49-F238E27FC236}">
                <a16:creationId xmlns:a16="http://schemas.microsoft.com/office/drawing/2014/main" id="{F3ACFCCD-3097-4EA6-8782-3A5D0D893001}"/>
              </a:ext>
            </a:extLst>
          </p:cNvPr>
          <p:cNvPicPr>
            <a:picLocks noChangeAspect="1"/>
          </p:cNvPicPr>
          <p:nvPr/>
        </p:nvPicPr>
        <p:blipFill rotWithShape="1">
          <a:blip r:embed="rId3">
            <a:extLst>
              <a:ext uri="{28A0092B-C50C-407E-A947-70E740481C1C}">
                <a14:useLocalDpi xmlns:a14="http://schemas.microsoft.com/office/drawing/2010/main" val="0"/>
              </a:ext>
            </a:extLst>
          </a:blip>
          <a:srcRect l="3670" r="2666"/>
          <a:stretch/>
        </p:blipFill>
        <p:spPr>
          <a:xfrm>
            <a:off x="4919990" y="2611758"/>
            <a:ext cx="7146280" cy="2907157"/>
          </a:xfrm>
          <a:prstGeom prst="rect">
            <a:avLst/>
          </a:prstGeom>
        </p:spPr>
      </p:pic>
      <p:sp>
        <p:nvSpPr>
          <p:cNvPr id="46" name="矩形 45">
            <a:extLst>
              <a:ext uri="{FF2B5EF4-FFF2-40B4-BE49-F238E27FC236}">
                <a16:creationId xmlns:a16="http://schemas.microsoft.com/office/drawing/2014/main" id="{520456C0-BCD3-489B-BEB2-469B0838B1FB}"/>
              </a:ext>
            </a:extLst>
          </p:cNvPr>
          <p:cNvSpPr/>
          <p:nvPr/>
        </p:nvSpPr>
        <p:spPr>
          <a:xfrm>
            <a:off x="125730" y="2404117"/>
            <a:ext cx="3526478" cy="400110"/>
          </a:xfrm>
          <a:prstGeom prst="rect">
            <a:avLst/>
          </a:prstGeom>
        </p:spPr>
        <p:txBody>
          <a:bodyPr wrap="none">
            <a:spAutoFit/>
          </a:bodyPr>
          <a:lstStyle/>
          <a:p>
            <a:pPr marL="396240">
              <a:spcBef>
                <a:spcPts val="800"/>
              </a:spcBef>
              <a:spcAft>
                <a:spcPts val="800"/>
              </a:spcAft>
            </a:pPr>
            <a:r>
              <a:rPr lang="en-US" altLang="zh-TW" sz="2000" b="1" dirty="0">
                <a:solidFill>
                  <a:schemeClr val="accent3">
                    <a:lumMod val="20000"/>
                    <a:lumOff val="80000"/>
                  </a:schemeClr>
                </a:solidFill>
                <a:latin typeface="Arial" panose="020B0604020202020204" pitchFamily="34" charset="0"/>
              </a:rPr>
              <a:t>TLV</a:t>
            </a:r>
            <a:r>
              <a:rPr lang="zh-TW" altLang="en-US" sz="2000" b="1" dirty="0">
                <a:solidFill>
                  <a:schemeClr val="accent3">
                    <a:lumMod val="20000"/>
                    <a:lumOff val="80000"/>
                  </a:schemeClr>
                </a:solidFill>
                <a:latin typeface="Arial" panose="020B0604020202020204" pitchFamily="34" charset="0"/>
              </a:rPr>
              <a:t> </a:t>
            </a:r>
            <a:r>
              <a:rPr lang="en-US" altLang="zh-TW" sz="2000" b="1" dirty="0">
                <a:solidFill>
                  <a:schemeClr val="accent3">
                    <a:lumMod val="20000"/>
                    <a:lumOff val="80000"/>
                  </a:schemeClr>
                </a:solidFill>
                <a:latin typeface="Arial" panose="020B0604020202020204" pitchFamily="34" charset="0"/>
              </a:rPr>
              <a:t>(type, length, value)</a:t>
            </a:r>
          </a:p>
        </p:txBody>
      </p:sp>
      <p:pic>
        <p:nvPicPr>
          <p:cNvPr id="48" name="圖片 47">
            <a:extLst>
              <a:ext uri="{FF2B5EF4-FFF2-40B4-BE49-F238E27FC236}">
                <a16:creationId xmlns:a16="http://schemas.microsoft.com/office/drawing/2014/main" id="{395EE8FA-237E-45B6-9CD4-EDC640BEF1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4108" y="3107410"/>
            <a:ext cx="3323583" cy="1326452"/>
          </a:xfrm>
          <a:prstGeom prst="rect">
            <a:avLst/>
          </a:prstGeom>
        </p:spPr>
      </p:pic>
    </p:spTree>
    <p:extLst>
      <p:ext uri="{BB962C8B-B14F-4D97-AF65-F5344CB8AC3E}">
        <p14:creationId xmlns:p14="http://schemas.microsoft.com/office/powerpoint/2010/main" val="14343707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24BD970-3514-4653-A1D3-79F622405F91}"/>
              </a:ext>
            </a:extLst>
          </p:cNvPr>
          <p:cNvSpPr>
            <a:spLocks noGrp="1"/>
          </p:cNvSpPr>
          <p:nvPr>
            <p:ph type="title"/>
          </p:nvPr>
        </p:nvSpPr>
        <p:spPr>
          <a:xfrm>
            <a:off x="1645920" y="428625"/>
            <a:ext cx="9707880" cy="663575"/>
          </a:xfrm>
        </p:spPr>
        <p:txBody>
          <a:bodyPr/>
          <a:lstStyle/>
          <a:p>
            <a:pPr algn="l"/>
            <a:r>
              <a:rPr lang="en-US" altLang="zh-TW" dirty="0" err="1">
                <a:solidFill>
                  <a:schemeClr val="tx1">
                    <a:lumMod val="50000"/>
                    <a:lumOff val="50000"/>
                  </a:schemeClr>
                </a:solidFill>
              </a:rPr>
              <a:t>QoE</a:t>
            </a:r>
            <a:r>
              <a:rPr lang="en-US" altLang="zh-TW" dirty="0">
                <a:solidFill>
                  <a:schemeClr val="tx1">
                    <a:lumMod val="50000"/>
                    <a:lumOff val="50000"/>
                  </a:schemeClr>
                </a:solidFill>
              </a:rPr>
              <a:t>-aware SFC Orchestration</a:t>
            </a:r>
            <a:r>
              <a:rPr lang="zh-TW" altLang="en-US" dirty="0">
                <a:solidFill>
                  <a:schemeClr val="tx1">
                    <a:lumMod val="50000"/>
                    <a:lumOff val="50000"/>
                  </a:schemeClr>
                </a:solidFill>
              </a:rPr>
              <a:t> </a:t>
            </a:r>
            <a:r>
              <a:rPr lang="en-US" altLang="zh-TW" dirty="0">
                <a:solidFill>
                  <a:schemeClr val="tx1">
                    <a:lumMod val="50000"/>
                    <a:lumOff val="50000"/>
                  </a:schemeClr>
                </a:solidFill>
              </a:rPr>
              <a:t>(</a:t>
            </a:r>
            <a:r>
              <a:rPr lang="en-US" altLang="zh-TW" dirty="0" err="1">
                <a:solidFill>
                  <a:schemeClr val="tx1">
                    <a:lumMod val="50000"/>
                    <a:lumOff val="50000"/>
                  </a:schemeClr>
                </a:solidFill>
              </a:rPr>
              <a:t>QoE</a:t>
            </a:r>
            <a:r>
              <a:rPr lang="en-US" altLang="zh-TW" dirty="0">
                <a:solidFill>
                  <a:schemeClr val="tx1">
                    <a:lumMod val="50000"/>
                    <a:lumOff val="50000"/>
                  </a:schemeClr>
                </a:solidFill>
              </a:rPr>
              <a:t>-SFC)</a:t>
            </a:r>
            <a:endParaRPr lang="zh-TW" altLang="en-US" dirty="0">
              <a:solidFill>
                <a:schemeClr val="tx1">
                  <a:lumMod val="50000"/>
                  <a:lumOff val="50000"/>
                </a:schemeClr>
              </a:solidFill>
            </a:endParaRPr>
          </a:p>
        </p:txBody>
      </p:sp>
      <p:pic>
        <p:nvPicPr>
          <p:cNvPr id="15" name="內容版面配置區 14">
            <a:extLst>
              <a:ext uri="{FF2B5EF4-FFF2-40B4-BE49-F238E27FC236}">
                <a16:creationId xmlns:a16="http://schemas.microsoft.com/office/drawing/2014/main" id="{75A0A472-A570-46C8-97C5-D444AACF26A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4979" y="3889725"/>
            <a:ext cx="4929723" cy="2419635"/>
          </a:xfrm>
        </p:spPr>
      </p:pic>
      <p:sp>
        <p:nvSpPr>
          <p:cNvPr id="16" name="矩形 15">
            <a:extLst>
              <a:ext uri="{FF2B5EF4-FFF2-40B4-BE49-F238E27FC236}">
                <a16:creationId xmlns:a16="http://schemas.microsoft.com/office/drawing/2014/main" id="{2FE4C0EA-EF90-40B1-B63C-680221B4C498}"/>
              </a:ext>
            </a:extLst>
          </p:cNvPr>
          <p:cNvSpPr/>
          <p:nvPr/>
        </p:nvSpPr>
        <p:spPr>
          <a:xfrm>
            <a:off x="1348740" y="1659965"/>
            <a:ext cx="9494520" cy="830997"/>
          </a:xfrm>
          <a:prstGeom prst="rect">
            <a:avLst/>
          </a:prstGeom>
        </p:spPr>
        <p:txBody>
          <a:bodyPr wrap="square">
            <a:spAutoFit/>
          </a:bodyPr>
          <a:lstStyle/>
          <a:p>
            <a:r>
              <a:rPr lang="zh-TW" altLang="en-US" sz="2400" dirty="0"/>
              <a:t>Let 𝐶 denote the set of all service function chains that can functionally satisfy the SFC request</a:t>
            </a:r>
          </a:p>
        </p:txBody>
      </p:sp>
      <p:sp>
        <p:nvSpPr>
          <p:cNvPr id="17" name="矩形 16">
            <a:extLst>
              <a:ext uri="{FF2B5EF4-FFF2-40B4-BE49-F238E27FC236}">
                <a16:creationId xmlns:a16="http://schemas.microsoft.com/office/drawing/2014/main" id="{0C8BBFA8-EFCC-4FEE-A450-6E2F7DABFF61}"/>
              </a:ext>
            </a:extLst>
          </p:cNvPr>
          <p:cNvSpPr/>
          <p:nvPr/>
        </p:nvSpPr>
        <p:spPr>
          <a:xfrm>
            <a:off x="1348740" y="3058727"/>
            <a:ext cx="8862060" cy="830997"/>
          </a:xfrm>
          <a:prstGeom prst="rect">
            <a:avLst/>
          </a:prstGeom>
        </p:spPr>
        <p:txBody>
          <a:bodyPr wrap="square">
            <a:spAutoFit/>
          </a:bodyPr>
          <a:lstStyle/>
          <a:p>
            <a:r>
              <a:rPr lang="zh-TW" altLang="en-US" sz="2400" dirty="0"/>
              <a:t> Let 𝑞𝑜𝑒𝑐 denote the the end</a:t>
            </a:r>
            <a:r>
              <a:rPr lang="en-US" altLang="zh-TW" sz="2400" dirty="0"/>
              <a:t>-</a:t>
            </a:r>
            <a:r>
              <a:rPr lang="zh-TW" altLang="en-US" sz="2400" dirty="0"/>
              <a:t>to-end QoE of service function chain </a:t>
            </a:r>
            <a:endParaRPr lang="en-US" altLang="zh-TW" sz="2400" dirty="0"/>
          </a:p>
          <a:p>
            <a:r>
              <a:rPr lang="zh-TW" altLang="en-US" sz="2400" dirty="0"/>
              <a:t>𝑐 ∈ 𝐶</a:t>
            </a:r>
          </a:p>
        </p:txBody>
      </p:sp>
      <p:pic>
        <p:nvPicPr>
          <p:cNvPr id="19" name="圖片 18">
            <a:extLst>
              <a:ext uri="{FF2B5EF4-FFF2-40B4-BE49-F238E27FC236}">
                <a16:creationId xmlns:a16="http://schemas.microsoft.com/office/drawing/2014/main" id="{93BF5870-7E22-42DF-94D1-449F0B46126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83871" y="7160803"/>
            <a:ext cx="4991797" cy="1314633"/>
          </a:xfrm>
          <a:prstGeom prst="rect">
            <a:avLst/>
          </a:prstGeom>
        </p:spPr>
      </p:pic>
    </p:spTree>
    <p:extLst>
      <p:ext uri="{BB962C8B-B14F-4D97-AF65-F5344CB8AC3E}">
        <p14:creationId xmlns:p14="http://schemas.microsoft.com/office/powerpoint/2010/main" val="14157370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24BD970-3514-4653-A1D3-79F622405F91}"/>
              </a:ext>
            </a:extLst>
          </p:cNvPr>
          <p:cNvSpPr>
            <a:spLocks noGrp="1"/>
          </p:cNvSpPr>
          <p:nvPr>
            <p:ph type="title"/>
          </p:nvPr>
        </p:nvSpPr>
        <p:spPr>
          <a:xfrm>
            <a:off x="1645920" y="428625"/>
            <a:ext cx="9707880" cy="663575"/>
          </a:xfrm>
        </p:spPr>
        <p:txBody>
          <a:bodyPr>
            <a:normAutofit fontScale="90000"/>
          </a:bodyPr>
          <a:lstStyle/>
          <a:p>
            <a:pPr algn="l"/>
            <a:r>
              <a:rPr lang="en-US" altLang="zh-TW" dirty="0" err="1">
                <a:solidFill>
                  <a:schemeClr val="tx1">
                    <a:lumMod val="50000"/>
                    <a:lumOff val="50000"/>
                  </a:schemeClr>
                </a:solidFill>
              </a:rPr>
              <a:t>QoE</a:t>
            </a:r>
            <a:r>
              <a:rPr lang="en-US" altLang="zh-TW" dirty="0">
                <a:solidFill>
                  <a:schemeClr val="tx1">
                    <a:lumMod val="50000"/>
                    <a:lumOff val="50000"/>
                  </a:schemeClr>
                </a:solidFill>
              </a:rPr>
              <a:t>/QoS-aware SFC Orchestration</a:t>
            </a:r>
            <a:r>
              <a:rPr lang="zh-TW" altLang="en-US" dirty="0">
                <a:solidFill>
                  <a:schemeClr val="tx1">
                    <a:lumMod val="50000"/>
                    <a:lumOff val="50000"/>
                  </a:schemeClr>
                </a:solidFill>
              </a:rPr>
              <a:t> </a:t>
            </a:r>
            <a:r>
              <a:rPr lang="en-US" altLang="zh-TW" dirty="0">
                <a:solidFill>
                  <a:schemeClr val="tx1">
                    <a:lumMod val="50000"/>
                    <a:lumOff val="50000"/>
                  </a:schemeClr>
                </a:solidFill>
              </a:rPr>
              <a:t>(Q2-SFC)</a:t>
            </a:r>
            <a:endParaRPr lang="zh-TW" altLang="en-US" dirty="0">
              <a:solidFill>
                <a:schemeClr val="tx1">
                  <a:lumMod val="50000"/>
                  <a:lumOff val="50000"/>
                </a:schemeClr>
              </a:solidFill>
            </a:endParaRPr>
          </a:p>
        </p:txBody>
      </p:sp>
      <p:sp>
        <p:nvSpPr>
          <p:cNvPr id="20" name="矩形 19">
            <a:extLst>
              <a:ext uri="{FF2B5EF4-FFF2-40B4-BE49-F238E27FC236}">
                <a16:creationId xmlns:a16="http://schemas.microsoft.com/office/drawing/2014/main" id="{12C3DDEF-08D7-44EC-B13C-A47916447BF9}"/>
              </a:ext>
            </a:extLst>
          </p:cNvPr>
          <p:cNvSpPr/>
          <p:nvPr/>
        </p:nvSpPr>
        <p:spPr>
          <a:xfrm>
            <a:off x="1645920" y="1375298"/>
            <a:ext cx="8191501" cy="830997"/>
          </a:xfrm>
          <a:prstGeom prst="rect">
            <a:avLst/>
          </a:prstGeom>
        </p:spPr>
        <p:txBody>
          <a:bodyPr wrap="square">
            <a:spAutoFit/>
          </a:bodyPr>
          <a:lstStyle/>
          <a:p>
            <a:r>
              <a:rPr lang="zh-TW" altLang="en-US" sz="2400" dirty="0"/>
              <a:t>Let 𝑞𝑜𝑠𝑐 denotean 𝐿 dimensional vector that indicates the QoS </a:t>
            </a:r>
            <a:r>
              <a:rPr lang="en-US" altLang="zh-TW" sz="2400" dirty="0"/>
              <a:t>metrics of service function chain</a:t>
            </a:r>
            <a:endParaRPr lang="zh-TW" altLang="en-US" sz="2400" dirty="0"/>
          </a:p>
        </p:txBody>
      </p:sp>
      <p:sp>
        <p:nvSpPr>
          <p:cNvPr id="21" name="矩形 20">
            <a:extLst>
              <a:ext uri="{FF2B5EF4-FFF2-40B4-BE49-F238E27FC236}">
                <a16:creationId xmlns:a16="http://schemas.microsoft.com/office/drawing/2014/main" id="{1586C9AF-BE8C-4ACE-8000-160F7EA2725B}"/>
              </a:ext>
            </a:extLst>
          </p:cNvPr>
          <p:cNvSpPr/>
          <p:nvPr/>
        </p:nvSpPr>
        <p:spPr>
          <a:xfrm>
            <a:off x="1645921" y="2420443"/>
            <a:ext cx="9159240" cy="830997"/>
          </a:xfrm>
          <a:prstGeom prst="rect">
            <a:avLst/>
          </a:prstGeom>
        </p:spPr>
        <p:txBody>
          <a:bodyPr wrap="square">
            <a:spAutoFit/>
          </a:bodyPr>
          <a:lstStyle/>
          <a:p>
            <a:r>
              <a:rPr lang="en-US" altLang="zh-TW" sz="2400" dirty="0"/>
              <a:t>Let </a:t>
            </a:r>
            <a:r>
              <a:rPr lang="en-US" altLang="zh-TW" sz="2400" dirty="0" err="1"/>
              <a:t>qcon</a:t>
            </a:r>
            <a:r>
              <a:rPr lang="en-US" altLang="zh-TW" sz="2400" dirty="0"/>
              <a:t> denote an </a:t>
            </a:r>
            <a:r>
              <a:rPr lang="zh-TW" altLang="en-US" sz="2400" dirty="0"/>
              <a:t>𝐿 dimensional vector that indicates the QoS constraints </a:t>
            </a:r>
            <a:r>
              <a:rPr lang="en-US" altLang="zh-TW" sz="2400" dirty="0"/>
              <a:t>of the SFC request</a:t>
            </a:r>
            <a:endParaRPr lang="zh-TW" altLang="en-US" sz="2400" dirty="0"/>
          </a:p>
        </p:txBody>
      </p:sp>
      <p:pic>
        <p:nvPicPr>
          <p:cNvPr id="31" name="內容版面配置區 30">
            <a:extLst>
              <a:ext uri="{FF2B5EF4-FFF2-40B4-BE49-F238E27FC236}">
                <a16:creationId xmlns:a16="http://schemas.microsoft.com/office/drawing/2014/main" id="{1F1A511D-0548-4473-A178-7411CF3B6DD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425406" y="3372560"/>
            <a:ext cx="6963747" cy="3258005"/>
          </a:xfrm>
        </p:spPr>
      </p:pic>
    </p:spTree>
    <p:extLst>
      <p:ext uri="{BB962C8B-B14F-4D97-AF65-F5344CB8AC3E}">
        <p14:creationId xmlns:p14="http://schemas.microsoft.com/office/powerpoint/2010/main" val="9915966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048E110-AD2D-474A-9284-CCBA9093EB1F}"/>
              </a:ext>
            </a:extLst>
          </p:cNvPr>
          <p:cNvSpPr>
            <a:spLocks noGrp="1"/>
          </p:cNvSpPr>
          <p:nvPr>
            <p:ph type="title"/>
          </p:nvPr>
        </p:nvSpPr>
        <p:spPr/>
        <p:txBody>
          <a:bodyPr>
            <a:normAutofit/>
          </a:bodyPr>
          <a:lstStyle/>
          <a:p>
            <a:r>
              <a:rPr lang="en-US" altLang="zh-TW" dirty="0">
                <a:solidFill>
                  <a:schemeClr val="tx1">
                    <a:lumMod val="65000"/>
                    <a:lumOff val="35000"/>
                  </a:schemeClr>
                </a:solidFill>
              </a:rPr>
              <a:t>What is QoS/</a:t>
            </a:r>
            <a:r>
              <a:rPr lang="en-US" altLang="zh-TW" dirty="0" err="1">
                <a:solidFill>
                  <a:schemeClr val="tx1">
                    <a:lumMod val="65000"/>
                    <a:lumOff val="35000"/>
                  </a:schemeClr>
                </a:solidFill>
              </a:rPr>
              <a:t>QoE</a:t>
            </a:r>
            <a:r>
              <a:rPr lang="en-US" altLang="zh-TW" dirty="0">
                <a:solidFill>
                  <a:schemeClr val="tx1">
                    <a:lumMod val="65000"/>
                    <a:lumOff val="35000"/>
                  </a:schemeClr>
                </a:solidFill>
              </a:rPr>
              <a:t>?</a:t>
            </a:r>
            <a:endParaRPr lang="zh-TW" altLang="en-US" dirty="0">
              <a:solidFill>
                <a:schemeClr val="tx1">
                  <a:lumMod val="65000"/>
                  <a:lumOff val="35000"/>
                </a:schemeClr>
              </a:solidFill>
            </a:endParaRPr>
          </a:p>
        </p:txBody>
      </p:sp>
      <p:sp>
        <p:nvSpPr>
          <p:cNvPr id="3" name="日期版面配置區 2">
            <a:extLst>
              <a:ext uri="{FF2B5EF4-FFF2-40B4-BE49-F238E27FC236}">
                <a16:creationId xmlns:a16="http://schemas.microsoft.com/office/drawing/2014/main" id="{EC34B505-730C-444B-996C-E4E80B4B21F1}"/>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4" name="頁尾版面配置區 3">
            <a:extLst>
              <a:ext uri="{FF2B5EF4-FFF2-40B4-BE49-F238E27FC236}">
                <a16:creationId xmlns:a16="http://schemas.microsoft.com/office/drawing/2014/main" id="{5AAAEB7F-6E8C-49CA-8142-DC753C0566F8}"/>
              </a:ext>
            </a:extLst>
          </p:cNvPr>
          <p:cNvSpPr>
            <a:spLocks noGrp="1"/>
          </p:cNvSpPr>
          <p:nvPr>
            <p:ph type="ftr" sz="quarter" idx="11"/>
          </p:nvPr>
        </p:nvSpPr>
        <p:spPr/>
        <p:txBody>
          <a:bodyPr/>
          <a:lstStyle/>
          <a:p>
            <a:r>
              <a:rPr lang="en-ID"/>
              <a:t>Footer</a:t>
            </a:r>
          </a:p>
        </p:txBody>
      </p:sp>
      <p:sp>
        <p:nvSpPr>
          <p:cNvPr id="5" name="投影片編號版面配置區 4">
            <a:extLst>
              <a:ext uri="{FF2B5EF4-FFF2-40B4-BE49-F238E27FC236}">
                <a16:creationId xmlns:a16="http://schemas.microsoft.com/office/drawing/2014/main" id="{02239899-8E34-49E7-9A36-E99826949343}"/>
              </a:ext>
            </a:extLst>
          </p:cNvPr>
          <p:cNvSpPr>
            <a:spLocks noGrp="1"/>
          </p:cNvSpPr>
          <p:nvPr>
            <p:ph type="sldNum" sz="quarter" idx="12"/>
          </p:nvPr>
        </p:nvSpPr>
        <p:spPr/>
        <p:txBody>
          <a:bodyPr/>
          <a:lstStyle/>
          <a:p>
            <a:fld id="{20A13858-C2AA-4A16-A43A-77ABAD7631C2}" type="slidenum">
              <a:rPr lang="en-ID" smtClean="0"/>
              <a:pPr/>
              <a:t>8</a:t>
            </a:fld>
            <a:endParaRPr lang="en-ID" dirty="0"/>
          </a:p>
        </p:txBody>
      </p:sp>
      <p:sp>
        <p:nvSpPr>
          <p:cNvPr id="7" name="矩形 6">
            <a:extLst>
              <a:ext uri="{FF2B5EF4-FFF2-40B4-BE49-F238E27FC236}">
                <a16:creationId xmlns:a16="http://schemas.microsoft.com/office/drawing/2014/main" id="{169C8E3D-088D-4DD7-A880-5ADCB14CFB4C}"/>
              </a:ext>
            </a:extLst>
          </p:cNvPr>
          <p:cNvSpPr/>
          <p:nvPr/>
        </p:nvSpPr>
        <p:spPr>
          <a:xfrm>
            <a:off x="609600" y="1415767"/>
            <a:ext cx="11752729" cy="3416320"/>
          </a:xfrm>
          <a:prstGeom prst="rect">
            <a:avLst/>
          </a:prstGeom>
        </p:spPr>
        <p:txBody>
          <a:bodyPr wrap="square">
            <a:spAutoFit/>
          </a:bodyPr>
          <a:lstStyle/>
          <a:p>
            <a:r>
              <a:rPr lang="en-US" altLang="zh-TW" sz="3600" dirty="0">
                <a:solidFill>
                  <a:srgbClr val="3269AC"/>
                </a:solidFill>
                <a:latin typeface="arial" panose="020B0604020202020204" pitchFamily="34" charset="0"/>
              </a:rPr>
              <a:t>QoS : </a:t>
            </a:r>
            <a:r>
              <a:rPr lang="en-US" altLang="zh-TW" sz="3600" dirty="0">
                <a:solidFill>
                  <a:srgbClr val="DD4B39"/>
                </a:solidFill>
                <a:latin typeface="arial" panose="020B0604020202020204" pitchFamily="34" charset="0"/>
              </a:rPr>
              <a:t>Quality of Service</a:t>
            </a:r>
          </a:p>
          <a:p>
            <a:endParaRPr lang="en-US" altLang="zh-TW" sz="3600" dirty="0">
              <a:solidFill>
                <a:srgbClr val="DD4B39"/>
              </a:solidFill>
              <a:latin typeface="arial" panose="020B0604020202020204" pitchFamily="34" charset="0"/>
            </a:endParaRPr>
          </a:p>
          <a:p>
            <a:r>
              <a:rPr lang="en-US" altLang="zh-TW" sz="3600" dirty="0" err="1">
                <a:solidFill>
                  <a:srgbClr val="3269AC"/>
                </a:solidFill>
                <a:latin typeface="arial" panose="020B0604020202020204" pitchFamily="34" charset="0"/>
              </a:rPr>
              <a:t>QoE</a:t>
            </a:r>
            <a:r>
              <a:rPr lang="en-US" altLang="zh-TW" sz="3600" dirty="0">
                <a:solidFill>
                  <a:srgbClr val="3269AC"/>
                </a:solidFill>
                <a:latin typeface="arial" panose="020B0604020202020204" pitchFamily="34" charset="0"/>
              </a:rPr>
              <a:t> :</a:t>
            </a:r>
            <a:r>
              <a:rPr lang="en-US" altLang="zh-TW" sz="3600" dirty="0">
                <a:solidFill>
                  <a:srgbClr val="DD4B39"/>
                </a:solidFill>
                <a:latin typeface="arial" panose="020B0604020202020204" pitchFamily="34" charset="0"/>
              </a:rPr>
              <a:t> Quality of Experience</a:t>
            </a:r>
          </a:p>
          <a:p>
            <a:endParaRPr lang="en-US" altLang="zh-TW" sz="3600" dirty="0">
              <a:solidFill>
                <a:srgbClr val="DD4B39"/>
              </a:solidFill>
              <a:latin typeface="arial" panose="020B0604020202020204" pitchFamily="34" charset="0"/>
            </a:endParaRPr>
          </a:p>
          <a:p>
            <a:r>
              <a:rPr lang="en-US" altLang="zh-TW" sz="3600" dirty="0">
                <a:solidFill>
                  <a:srgbClr val="3269AC"/>
                </a:solidFill>
                <a:latin typeface="arial" panose="020B0604020202020204" pitchFamily="34" charset="0"/>
              </a:rPr>
              <a:t>IQX  :</a:t>
            </a:r>
            <a:r>
              <a:rPr lang="en-US" altLang="zh-TW" sz="3600" dirty="0">
                <a:solidFill>
                  <a:srgbClr val="DD4B39"/>
                </a:solidFill>
                <a:latin typeface="arial" panose="020B0604020202020204" pitchFamily="34" charset="0"/>
              </a:rPr>
              <a:t> Exponential Interdependency of </a:t>
            </a:r>
            <a:r>
              <a:rPr lang="en-US" altLang="zh-TW" sz="3600" dirty="0" err="1">
                <a:solidFill>
                  <a:srgbClr val="DD4B39"/>
                </a:solidFill>
                <a:latin typeface="arial" panose="020B0604020202020204" pitchFamily="34" charset="0"/>
              </a:rPr>
              <a:t>QoE</a:t>
            </a:r>
            <a:r>
              <a:rPr lang="en-US" altLang="zh-TW" sz="3600" dirty="0">
                <a:solidFill>
                  <a:srgbClr val="DD4B39"/>
                </a:solidFill>
                <a:latin typeface="arial" panose="020B0604020202020204" pitchFamily="34" charset="0"/>
              </a:rPr>
              <a:t> and QoS</a:t>
            </a:r>
          </a:p>
          <a:p>
            <a:endParaRPr lang="zh-TW" altLang="en-US" sz="3600" dirty="0"/>
          </a:p>
        </p:txBody>
      </p:sp>
    </p:spTree>
    <p:extLst>
      <p:ext uri="{BB962C8B-B14F-4D97-AF65-F5344CB8AC3E}">
        <p14:creationId xmlns:p14="http://schemas.microsoft.com/office/powerpoint/2010/main" val="19294399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BFCB5721-B475-47E2-B06A-47A0DF53B90F}"/>
              </a:ext>
            </a:extLst>
          </p:cNvPr>
          <p:cNvSpPr/>
          <p:nvPr/>
        </p:nvSpPr>
        <p:spPr>
          <a:xfrm>
            <a:off x="861930" y="620899"/>
            <a:ext cx="2118946" cy="37806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矩形 2">
            <a:extLst>
              <a:ext uri="{FF2B5EF4-FFF2-40B4-BE49-F238E27FC236}">
                <a16:creationId xmlns:a16="http://schemas.microsoft.com/office/drawing/2014/main" id="{E12BBEEE-5135-4670-BBA7-FAB13716D049}"/>
              </a:ext>
            </a:extLst>
          </p:cNvPr>
          <p:cNvSpPr/>
          <p:nvPr/>
        </p:nvSpPr>
        <p:spPr>
          <a:xfrm>
            <a:off x="838463" y="568080"/>
            <a:ext cx="5047604" cy="707886"/>
          </a:xfrm>
          <a:prstGeom prst="rect">
            <a:avLst/>
          </a:prstGeom>
        </p:spPr>
        <p:txBody>
          <a:bodyPr wrap="square">
            <a:spAutoFit/>
          </a:bodyPr>
          <a:lstStyle/>
          <a:p>
            <a:r>
              <a:rPr lang="en-US" altLang="zh-TW" sz="4000" b="1" dirty="0">
                <a:latin typeface="Arial" panose="020B0604020202020204" pitchFamily="34" charset="0"/>
              </a:rPr>
              <a:t>Weber-Fechner Law</a:t>
            </a:r>
            <a:endParaRPr lang="zh-TW" altLang="en-US" sz="4000" b="1" dirty="0"/>
          </a:p>
        </p:txBody>
      </p:sp>
      <mc:AlternateContent xmlns:mc="http://schemas.openxmlformats.org/markup-compatibility/2006">
        <mc:Choice xmlns:a14="http://schemas.microsoft.com/office/drawing/2010/main" Requires="a14">
          <p:sp>
            <p:nvSpPr>
              <p:cNvPr id="4" name="文字方塊 3">
                <a:extLst>
                  <a:ext uri="{FF2B5EF4-FFF2-40B4-BE49-F238E27FC236}">
                    <a16:creationId xmlns:a16="http://schemas.microsoft.com/office/drawing/2014/main" id="{94F7FF7B-5402-40AF-8FFB-7D462A516628}"/>
                  </a:ext>
                </a:extLst>
              </p:cNvPr>
              <p:cNvSpPr txBox="1"/>
              <p:nvPr/>
            </p:nvSpPr>
            <p:spPr>
              <a:xfrm>
                <a:off x="1287232" y="4333788"/>
                <a:ext cx="2735451" cy="115672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zh-TW" altLang="en-US" sz="4000" i="1" smtClean="0">
                              <a:latin typeface="Cambria Math" panose="02040503050406030204" pitchFamily="18" charset="0"/>
                            </a:rPr>
                          </m:ctrlPr>
                        </m:sSubPr>
                        <m:e>
                          <m:r>
                            <m:rPr>
                              <m:sty m:val="p"/>
                            </m:rPr>
                            <a:rPr lang="zh-TW" altLang="en-US" sz="4000" i="1" smtClean="0">
                              <a:latin typeface="Cambria Math" panose="02040503050406030204" pitchFamily="18" charset="0"/>
                            </a:rPr>
                            <m:t>Δ</m:t>
                          </m:r>
                        </m:e>
                        <m:sub>
                          <m:r>
                            <a:rPr lang="zh-TW" altLang="en-US" sz="4000" i="1" smtClean="0">
                              <a:latin typeface="Cambria Math" panose="02040503050406030204" pitchFamily="18" charset="0"/>
                            </a:rPr>
                            <m:t>𝑃</m:t>
                          </m:r>
                        </m:sub>
                      </m:sSub>
                      <m:r>
                        <a:rPr lang="zh-TW" altLang="en-US" sz="4000" i="1" smtClean="0">
                          <a:latin typeface="Cambria Math" panose="02040503050406030204" pitchFamily="18" charset="0"/>
                        </a:rPr>
                        <m:t>=</m:t>
                      </m:r>
                      <m:r>
                        <a:rPr lang="zh-TW" altLang="en-US" sz="4000" i="1" smtClean="0">
                          <a:latin typeface="Cambria Math" panose="02040503050406030204" pitchFamily="18" charset="0"/>
                        </a:rPr>
                        <m:t>𝑘</m:t>
                      </m:r>
                      <m:f>
                        <m:fPr>
                          <m:ctrlPr>
                            <a:rPr lang="zh-TW" altLang="en-US" sz="4000" i="1" smtClean="0">
                              <a:latin typeface="Cambria Math" panose="02040503050406030204" pitchFamily="18" charset="0"/>
                            </a:rPr>
                          </m:ctrlPr>
                        </m:fPr>
                        <m:num>
                          <m:r>
                            <m:rPr>
                              <m:sty m:val="p"/>
                            </m:rPr>
                            <a:rPr lang="zh-TW" altLang="en-US" sz="4000" i="1" smtClean="0">
                              <a:latin typeface="Cambria Math" panose="02040503050406030204" pitchFamily="18" charset="0"/>
                            </a:rPr>
                            <m:t>Δ</m:t>
                          </m:r>
                          <m:r>
                            <a:rPr lang="zh-TW" altLang="en-US" sz="4000" i="1" smtClean="0">
                              <a:latin typeface="Cambria Math" panose="02040503050406030204" pitchFamily="18" charset="0"/>
                            </a:rPr>
                            <m:t>𝑠</m:t>
                          </m:r>
                        </m:num>
                        <m:den>
                          <m:r>
                            <a:rPr lang="zh-TW" altLang="en-US" sz="4000" i="1" smtClean="0">
                              <a:latin typeface="Cambria Math" panose="02040503050406030204" pitchFamily="18" charset="0"/>
                            </a:rPr>
                            <m:t>𝑠</m:t>
                          </m:r>
                        </m:den>
                      </m:f>
                    </m:oMath>
                  </m:oMathPara>
                </a14:m>
                <a:endParaRPr lang="zh-TW" altLang="en-US" sz="4000" dirty="0"/>
              </a:p>
            </p:txBody>
          </p:sp>
        </mc:Choice>
        <mc:Fallback>
          <p:sp>
            <p:nvSpPr>
              <p:cNvPr id="4" name="文字方塊 3">
                <a:extLst>
                  <a:ext uri="{FF2B5EF4-FFF2-40B4-BE49-F238E27FC236}">
                    <a16:creationId xmlns:a16="http://schemas.microsoft.com/office/drawing/2014/main" id="{94F7FF7B-5402-40AF-8FFB-7D462A516628}"/>
                  </a:ext>
                </a:extLst>
              </p:cNvPr>
              <p:cNvSpPr txBox="1">
                <a:spLocks noRot="1" noChangeAspect="1" noMove="1" noResize="1" noEditPoints="1" noAdjustHandles="1" noChangeArrowheads="1" noChangeShapeType="1" noTextEdit="1"/>
              </p:cNvSpPr>
              <p:nvPr/>
            </p:nvSpPr>
            <p:spPr>
              <a:xfrm>
                <a:off x="1287232" y="4333788"/>
                <a:ext cx="2735451" cy="1156727"/>
              </a:xfrm>
              <a:prstGeom prst="rect">
                <a:avLst/>
              </a:prstGeom>
              <a:blipFill>
                <a:blip r:embed="rId2"/>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5" name="文字方塊 4">
                <a:extLst>
                  <a:ext uri="{FF2B5EF4-FFF2-40B4-BE49-F238E27FC236}">
                    <a16:creationId xmlns:a16="http://schemas.microsoft.com/office/drawing/2014/main" id="{81862C60-839C-4ACC-9A24-BCBA0CE21271}"/>
                  </a:ext>
                </a:extLst>
              </p:cNvPr>
              <p:cNvSpPr txBox="1"/>
              <p:nvPr/>
            </p:nvSpPr>
            <p:spPr>
              <a:xfrm>
                <a:off x="7343425" y="922023"/>
                <a:ext cx="3433563" cy="105201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zh-TW" altLang="en-US" sz="3600" i="1" smtClean="0">
                          <a:latin typeface="Cambria Math" panose="02040503050406030204" pitchFamily="18" charset="0"/>
                        </a:rPr>
                        <m:t>ⅆ</m:t>
                      </m:r>
                      <m:r>
                        <a:rPr lang="zh-TW" altLang="en-US" sz="3600" i="1" smtClean="0">
                          <a:latin typeface="Cambria Math" panose="02040503050406030204" pitchFamily="18" charset="0"/>
                        </a:rPr>
                        <m:t>𝑝</m:t>
                      </m:r>
                      <m:r>
                        <a:rPr lang="zh-TW" altLang="en-US" sz="3600" i="1" smtClean="0">
                          <a:latin typeface="Cambria Math" panose="02040503050406030204" pitchFamily="18" charset="0"/>
                        </a:rPr>
                        <m:t>=</m:t>
                      </m:r>
                      <m:r>
                        <a:rPr lang="zh-TW" altLang="en-US" sz="3600" i="1" smtClean="0">
                          <a:latin typeface="Cambria Math" panose="02040503050406030204" pitchFamily="18" charset="0"/>
                        </a:rPr>
                        <m:t>𝑘</m:t>
                      </m:r>
                      <m:f>
                        <m:fPr>
                          <m:ctrlPr>
                            <a:rPr lang="zh-TW" altLang="en-US" sz="3600" i="1" smtClean="0">
                              <a:latin typeface="Cambria Math" panose="02040503050406030204" pitchFamily="18" charset="0"/>
                            </a:rPr>
                          </m:ctrlPr>
                        </m:fPr>
                        <m:num>
                          <m:r>
                            <a:rPr lang="zh-TW" altLang="en-US" sz="3600" i="1" smtClean="0">
                              <a:latin typeface="Cambria Math" panose="02040503050406030204" pitchFamily="18" charset="0"/>
                            </a:rPr>
                            <m:t>ⅆ</m:t>
                          </m:r>
                          <m:r>
                            <a:rPr lang="zh-TW" altLang="en-US" sz="3600" i="1" smtClean="0">
                              <a:latin typeface="Cambria Math" panose="02040503050406030204" pitchFamily="18" charset="0"/>
                            </a:rPr>
                            <m:t>𝑠</m:t>
                          </m:r>
                        </m:num>
                        <m:den>
                          <m:r>
                            <a:rPr lang="zh-TW" altLang="en-US" sz="3600" i="1" smtClean="0">
                              <a:latin typeface="Cambria Math" panose="02040503050406030204" pitchFamily="18" charset="0"/>
                            </a:rPr>
                            <m:t>𝑠</m:t>
                          </m:r>
                        </m:den>
                      </m:f>
                    </m:oMath>
                  </m:oMathPara>
                </a14:m>
                <a:endParaRPr lang="zh-TW" altLang="en-US" sz="3600" dirty="0"/>
              </a:p>
            </p:txBody>
          </p:sp>
        </mc:Choice>
        <mc:Fallback>
          <p:sp>
            <p:nvSpPr>
              <p:cNvPr id="5" name="文字方塊 4">
                <a:extLst>
                  <a:ext uri="{FF2B5EF4-FFF2-40B4-BE49-F238E27FC236}">
                    <a16:creationId xmlns:a16="http://schemas.microsoft.com/office/drawing/2014/main" id="{81862C60-839C-4ACC-9A24-BCBA0CE21271}"/>
                  </a:ext>
                </a:extLst>
              </p:cNvPr>
              <p:cNvSpPr txBox="1">
                <a:spLocks noRot="1" noChangeAspect="1" noMove="1" noResize="1" noEditPoints="1" noAdjustHandles="1" noChangeArrowheads="1" noChangeShapeType="1" noTextEdit="1"/>
              </p:cNvSpPr>
              <p:nvPr/>
            </p:nvSpPr>
            <p:spPr>
              <a:xfrm>
                <a:off x="7343425" y="922023"/>
                <a:ext cx="3433563" cy="1052019"/>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6" name="文字方塊 5">
                <a:extLst>
                  <a:ext uri="{FF2B5EF4-FFF2-40B4-BE49-F238E27FC236}">
                    <a16:creationId xmlns:a16="http://schemas.microsoft.com/office/drawing/2014/main" id="{D952C0FA-F8A4-4270-8FE3-2A801F9E2E1E}"/>
                  </a:ext>
                </a:extLst>
              </p:cNvPr>
              <p:cNvSpPr txBox="1"/>
              <p:nvPr/>
            </p:nvSpPr>
            <p:spPr>
              <a:xfrm>
                <a:off x="7534583" y="2533285"/>
                <a:ext cx="3051246" cy="102463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limLoc m:val="subSup"/>
                          <m:grow m:val="on"/>
                          <m:ctrlPr>
                            <a:rPr lang="zh-TW" altLang="en-US" sz="2800" i="1" smtClean="0">
                              <a:latin typeface="Cambria Math" panose="02040503050406030204" pitchFamily="18" charset="0"/>
                            </a:rPr>
                          </m:ctrlPr>
                        </m:naryPr>
                        <m:sub>
                          <m:r>
                            <a:rPr lang="zh-TW" altLang="en-US" sz="2800" i="1" smtClean="0">
                              <a:latin typeface="Cambria Math" panose="02040503050406030204" pitchFamily="18" charset="0"/>
                            </a:rPr>
                            <m:t>0</m:t>
                          </m:r>
                        </m:sub>
                        <m:sup>
                          <m:r>
                            <a:rPr lang="zh-TW" altLang="en-US" sz="2800" i="1" smtClean="0">
                              <a:latin typeface="Cambria Math" panose="02040503050406030204" pitchFamily="18" charset="0"/>
                            </a:rPr>
                            <m:t>𝑝</m:t>
                          </m:r>
                        </m:sup>
                        <m:e>
                          <m:r>
                            <a:rPr lang="zh-TW" altLang="en-US" sz="2800" i="1" smtClean="0">
                              <a:latin typeface="Cambria Math" panose="02040503050406030204" pitchFamily="18" charset="0"/>
                            </a:rPr>
                            <m:t>ⅆ</m:t>
                          </m:r>
                          <m:r>
                            <a:rPr lang="zh-TW" altLang="en-US" sz="2800" i="1" smtClean="0">
                              <a:latin typeface="Cambria Math" panose="02040503050406030204" pitchFamily="18" charset="0"/>
                            </a:rPr>
                            <m:t>𝑃</m:t>
                          </m:r>
                        </m:e>
                      </m:nary>
                      <m:r>
                        <a:rPr lang="zh-TW" altLang="en-US" sz="2800" i="1" smtClean="0">
                          <a:latin typeface="Cambria Math" panose="02040503050406030204" pitchFamily="18" charset="0"/>
                        </a:rPr>
                        <m:t>=</m:t>
                      </m:r>
                      <m:r>
                        <a:rPr lang="zh-TW" altLang="en-US" sz="2800" i="1" smtClean="0">
                          <a:latin typeface="Cambria Math" panose="02040503050406030204" pitchFamily="18" charset="0"/>
                        </a:rPr>
                        <m:t>𝑘</m:t>
                      </m:r>
                      <m:nary>
                        <m:naryPr>
                          <m:limLoc m:val="subSup"/>
                          <m:grow m:val="on"/>
                          <m:ctrlPr>
                            <a:rPr lang="zh-TW" altLang="en-US" sz="2800" i="1" smtClean="0">
                              <a:latin typeface="Cambria Math" panose="02040503050406030204" pitchFamily="18" charset="0"/>
                            </a:rPr>
                          </m:ctrlPr>
                        </m:naryPr>
                        <m:sub>
                          <m:sSub>
                            <m:sSubPr>
                              <m:ctrlPr>
                                <a:rPr lang="zh-TW" altLang="en-US" sz="2800" i="1" smtClean="0">
                                  <a:latin typeface="Cambria Math" panose="02040503050406030204" pitchFamily="18" charset="0"/>
                                </a:rPr>
                              </m:ctrlPr>
                            </m:sSubPr>
                            <m:e>
                              <m:r>
                                <a:rPr lang="zh-TW" altLang="en-US" sz="2800" i="1" smtClean="0">
                                  <a:latin typeface="Cambria Math" panose="02040503050406030204" pitchFamily="18" charset="0"/>
                                </a:rPr>
                                <m:t>𝑆</m:t>
                              </m:r>
                            </m:e>
                            <m:sub>
                              <m:r>
                                <a:rPr lang="zh-TW" altLang="en-US" sz="2800" i="1" smtClean="0">
                                  <a:latin typeface="Cambria Math" panose="02040503050406030204" pitchFamily="18" charset="0"/>
                                </a:rPr>
                                <m:t>0</m:t>
                              </m:r>
                            </m:sub>
                          </m:sSub>
                        </m:sub>
                        <m:sup>
                          <m:r>
                            <a:rPr lang="zh-TW" altLang="en-US" sz="2800" i="1" smtClean="0">
                              <a:latin typeface="Cambria Math" panose="02040503050406030204" pitchFamily="18" charset="0"/>
                            </a:rPr>
                            <m:t>𝑆</m:t>
                          </m:r>
                        </m:sup>
                        <m:e>
                          <m:f>
                            <m:fPr>
                              <m:ctrlPr>
                                <a:rPr lang="zh-TW" altLang="en-US" sz="2800" i="1" smtClean="0">
                                  <a:latin typeface="Cambria Math" panose="02040503050406030204" pitchFamily="18" charset="0"/>
                                </a:rPr>
                              </m:ctrlPr>
                            </m:fPr>
                            <m:num>
                              <m:r>
                                <a:rPr lang="zh-TW" altLang="en-US" sz="2800" i="1" smtClean="0">
                                  <a:latin typeface="Cambria Math" panose="02040503050406030204" pitchFamily="18" charset="0"/>
                                </a:rPr>
                                <m:t>ⅆ</m:t>
                              </m:r>
                              <m:r>
                                <a:rPr lang="zh-TW" altLang="en-US" sz="2800" i="1" smtClean="0">
                                  <a:latin typeface="Cambria Math" panose="02040503050406030204" pitchFamily="18" charset="0"/>
                                </a:rPr>
                                <m:t>𝑆</m:t>
                              </m:r>
                            </m:num>
                            <m:den>
                              <m:r>
                                <a:rPr lang="zh-TW" altLang="en-US" sz="2800" i="1" smtClean="0">
                                  <a:latin typeface="Cambria Math" panose="02040503050406030204" pitchFamily="18" charset="0"/>
                                </a:rPr>
                                <m:t>𝑆</m:t>
                              </m:r>
                            </m:den>
                          </m:f>
                        </m:e>
                      </m:nary>
                    </m:oMath>
                  </m:oMathPara>
                </a14:m>
                <a:endParaRPr lang="zh-TW" altLang="en-US" dirty="0"/>
              </a:p>
            </p:txBody>
          </p:sp>
        </mc:Choice>
        <mc:Fallback>
          <p:sp>
            <p:nvSpPr>
              <p:cNvPr id="6" name="文字方塊 5">
                <a:extLst>
                  <a:ext uri="{FF2B5EF4-FFF2-40B4-BE49-F238E27FC236}">
                    <a16:creationId xmlns:a16="http://schemas.microsoft.com/office/drawing/2014/main" id="{D952C0FA-F8A4-4270-8FE3-2A801F9E2E1E}"/>
                  </a:ext>
                </a:extLst>
              </p:cNvPr>
              <p:cNvSpPr txBox="1">
                <a:spLocks noRot="1" noChangeAspect="1" noMove="1" noResize="1" noEditPoints="1" noAdjustHandles="1" noChangeArrowheads="1" noChangeShapeType="1" noTextEdit="1"/>
              </p:cNvSpPr>
              <p:nvPr/>
            </p:nvSpPr>
            <p:spPr>
              <a:xfrm>
                <a:off x="7534583" y="2533285"/>
                <a:ext cx="3051246" cy="1024639"/>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7" name="文字方塊 6">
                <a:extLst>
                  <a:ext uri="{FF2B5EF4-FFF2-40B4-BE49-F238E27FC236}">
                    <a16:creationId xmlns:a16="http://schemas.microsoft.com/office/drawing/2014/main" id="{C785C206-CCE3-4270-BC48-81118C5B8BD6}"/>
                  </a:ext>
                </a:extLst>
              </p:cNvPr>
              <p:cNvSpPr txBox="1"/>
              <p:nvPr/>
            </p:nvSpPr>
            <p:spPr>
              <a:xfrm>
                <a:off x="7343425" y="4117167"/>
                <a:ext cx="3611035" cy="110652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zh-TW" altLang="en-US" sz="3200" i="1" smtClean="0">
                          <a:latin typeface="Cambria Math" panose="02040503050406030204" pitchFamily="18" charset="0"/>
                        </a:rPr>
                        <m:t>𝑝</m:t>
                      </m:r>
                      <m:r>
                        <a:rPr lang="zh-TW" altLang="en-US" sz="3200" i="1" smtClean="0">
                          <a:latin typeface="Cambria Math" panose="02040503050406030204" pitchFamily="18" charset="0"/>
                        </a:rPr>
                        <m:t>=</m:t>
                      </m:r>
                      <m:r>
                        <a:rPr lang="zh-TW" altLang="en-US" sz="3200" i="1" smtClean="0">
                          <a:latin typeface="Cambria Math" panose="02040503050406030204" pitchFamily="18" charset="0"/>
                        </a:rPr>
                        <m:t>𝑘</m:t>
                      </m:r>
                      <m:func>
                        <m:funcPr>
                          <m:ctrlPr>
                            <a:rPr lang="zh-TW" altLang="en-US" sz="3200" i="1" smtClean="0">
                              <a:latin typeface="Cambria Math" panose="02040503050406030204" pitchFamily="18" charset="0"/>
                            </a:rPr>
                          </m:ctrlPr>
                        </m:funcPr>
                        <m:fName>
                          <m:r>
                            <m:rPr>
                              <m:sty m:val="p"/>
                            </m:rPr>
                            <a:rPr lang="zh-TW" altLang="en-US" sz="3200" i="1" smtClean="0">
                              <a:latin typeface="Cambria Math" panose="02040503050406030204" pitchFamily="18" charset="0"/>
                            </a:rPr>
                            <m:t>ln</m:t>
                          </m:r>
                        </m:fName>
                        <m:e>
                          <m:d>
                            <m:dPr>
                              <m:ctrlPr>
                                <a:rPr lang="zh-TW" altLang="en-US" sz="3200" i="1" smtClean="0">
                                  <a:latin typeface="Cambria Math" panose="02040503050406030204" pitchFamily="18" charset="0"/>
                                </a:rPr>
                              </m:ctrlPr>
                            </m:dPr>
                            <m:e>
                              <m:f>
                                <m:fPr>
                                  <m:ctrlPr>
                                    <a:rPr lang="zh-TW" altLang="en-US" sz="3200" i="1" smtClean="0">
                                      <a:latin typeface="Cambria Math" panose="02040503050406030204" pitchFamily="18" charset="0"/>
                                    </a:rPr>
                                  </m:ctrlPr>
                                </m:fPr>
                                <m:num>
                                  <m:r>
                                    <a:rPr lang="zh-TW" altLang="en-US" sz="3200" i="1" smtClean="0">
                                      <a:latin typeface="Cambria Math" panose="02040503050406030204" pitchFamily="18" charset="0"/>
                                    </a:rPr>
                                    <m:t>𝑠</m:t>
                                  </m:r>
                                </m:num>
                                <m:den>
                                  <m:sSub>
                                    <m:sSubPr>
                                      <m:ctrlPr>
                                        <a:rPr lang="zh-TW" altLang="en-US" sz="3200" i="1" smtClean="0">
                                          <a:latin typeface="Cambria Math" panose="02040503050406030204" pitchFamily="18" charset="0"/>
                                        </a:rPr>
                                      </m:ctrlPr>
                                    </m:sSubPr>
                                    <m:e>
                                      <m:r>
                                        <a:rPr lang="zh-TW" altLang="en-US" sz="3200" i="1" smtClean="0">
                                          <a:latin typeface="Cambria Math" panose="02040503050406030204" pitchFamily="18" charset="0"/>
                                        </a:rPr>
                                        <m:t>𝑠</m:t>
                                      </m:r>
                                    </m:e>
                                    <m:sub>
                                      <m:r>
                                        <a:rPr lang="zh-TW" altLang="en-US" sz="3200" i="1" smtClean="0">
                                          <a:latin typeface="Cambria Math" panose="02040503050406030204" pitchFamily="18" charset="0"/>
                                        </a:rPr>
                                        <m:t>0</m:t>
                                      </m:r>
                                    </m:sub>
                                  </m:sSub>
                                </m:den>
                              </m:f>
                            </m:e>
                          </m:d>
                        </m:e>
                      </m:func>
                    </m:oMath>
                  </m:oMathPara>
                </a14:m>
                <a:endParaRPr lang="zh-TW" altLang="en-US" sz="3200" dirty="0"/>
              </a:p>
            </p:txBody>
          </p:sp>
        </mc:Choice>
        <mc:Fallback>
          <p:sp>
            <p:nvSpPr>
              <p:cNvPr id="7" name="文字方塊 6">
                <a:extLst>
                  <a:ext uri="{FF2B5EF4-FFF2-40B4-BE49-F238E27FC236}">
                    <a16:creationId xmlns:a16="http://schemas.microsoft.com/office/drawing/2014/main" id="{C785C206-CCE3-4270-BC48-81118C5B8BD6}"/>
                  </a:ext>
                </a:extLst>
              </p:cNvPr>
              <p:cNvSpPr txBox="1">
                <a:spLocks noRot="1" noChangeAspect="1" noMove="1" noResize="1" noEditPoints="1" noAdjustHandles="1" noChangeArrowheads="1" noChangeShapeType="1" noTextEdit="1"/>
              </p:cNvSpPr>
              <p:nvPr/>
            </p:nvSpPr>
            <p:spPr>
              <a:xfrm>
                <a:off x="7343425" y="4117167"/>
                <a:ext cx="3611035" cy="1106521"/>
              </a:xfrm>
              <a:prstGeom prst="rect">
                <a:avLst/>
              </a:prstGeom>
              <a:blipFill>
                <a:blip r:embed="rId5"/>
                <a:stretch>
                  <a:fillRect/>
                </a:stretch>
              </a:blipFill>
            </p:spPr>
            <p:txBody>
              <a:bodyPr/>
              <a:lstStyle/>
              <a:p>
                <a:r>
                  <a:rPr lang="zh-TW" altLang="en-US">
                    <a:noFill/>
                  </a:rPr>
                  <a:t> </a:t>
                </a:r>
              </a:p>
            </p:txBody>
          </p:sp>
        </mc:Fallback>
      </mc:AlternateContent>
      <p:pic>
        <p:nvPicPr>
          <p:cNvPr id="8" name="Picture 2" descr="https://upload.wikimedia.org/wikipedia/commons/thumb/5/51/Weber-Fechner_law_demo_-_dots.png/220px-Weber-Fechner_law_demo_-_dots.png">
            <a:extLst>
              <a:ext uri="{FF2B5EF4-FFF2-40B4-BE49-F238E27FC236}">
                <a16:creationId xmlns:a16="http://schemas.microsoft.com/office/drawing/2014/main" id="{2DE8B381-4A4F-4239-885D-7C8470E211C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13583" y="728088"/>
            <a:ext cx="5144593" cy="5401823"/>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圓角 8">
            <a:extLst>
              <a:ext uri="{FF2B5EF4-FFF2-40B4-BE49-F238E27FC236}">
                <a16:creationId xmlns:a16="http://schemas.microsoft.com/office/drawing/2014/main" id="{8B8D5CCD-5261-40FF-8E8D-9F1BA503D7A9}"/>
              </a:ext>
            </a:extLst>
          </p:cNvPr>
          <p:cNvSpPr/>
          <p:nvPr/>
        </p:nvSpPr>
        <p:spPr>
          <a:xfrm>
            <a:off x="5948061" y="620898"/>
            <a:ext cx="2735452" cy="5616207"/>
          </a:xfrm>
          <a:prstGeom prst="roundRect">
            <a:avLst/>
          </a:prstGeom>
          <a:noFill/>
          <a:ln>
            <a:solidFill>
              <a:srgbClr val="00B0F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TW" altLang="en-US"/>
          </a:p>
        </p:txBody>
      </p:sp>
      <p:sp>
        <p:nvSpPr>
          <p:cNvPr id="10" name="矩形: 圓角 9">
            <a:extLst>
              <a:ext uri="{FF2B5EF4-FFF2-40B4-BE49-F238E27FC236}">
                <a16:creationId xmlns:a16="http://schemas.microsoft.com/office/drawing/2014/main" id="{99755D00-0B71-4EF7-9BF4-4F3DA33AB330}"/>
              </a:ext>
            </a:extLst>
          </p:cNvPr>
          <p:cNvSpPr/>
          <p:nvPr/>
        </p:nvSpPr>
        <p:spPr>
          <a:xfrm>
            <a:off x="8888245" y="620897"/>
            <a:ext cx="2735452" cy="5616207"/>
          </a:xfrm>
          <a:prstGeom prst="roundRect">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TW" altLang="en-US"/>
          </a:p>
        </p:txBody>
      </p:sp>
    </p:spTree>
    <p:extLst>
      <p:ext uri="{BB962C8B-B14F-4D97-AF65-F5344CB8AC3E}">
        <p14:creationId xmlns:p14="http://schemas.microsoft.com/office/powerpoint/2010/main" val="1543383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02A597A2-2108-4FD5-9F91-91B05A467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6496" y="2387961"/>
            <a:ext cx="10247658" cy="2459439"/>
          </a:xfrm>
          <a:prstGeom prst="rect">
            <a:avLst/>
          </a:prstGeom>
        </p:spPr>
      </p:pic>
      <p:sp>
        <p:nvSpPr>
          <p:cNvPr id="4" name="矩形 3">
            <a:extLst>
              <a:ext uri="{FF2B5EF4-FFF2-40B4-BE49-F238E27FC236}">
                <a16:creationId xmlns:a16="http://schemas.microsoft.com/office/drawing/2014/main" id="{4D8075D9-666B-4ECE-AE10-6B667AB3D255}"/>
              </a:ext>
            </a:extLst>
          </p:cNvPr>
          <p:cNvSpPr/>
          <p:nvPr/>
        </p:nvSpPr>
        <p:spPr>
          <a:xfrm>
            <a:off x="870930" y="1889055"/>
            <a:ext cx="5321868" cy="461665"/>
          </a:xfrm>
          <a:prstGeom prst="rect">
            <a:avLst/>
          </a:prstGeom>
        </p:spPr>
        <p:txBody>
          <a:bodyPr wrap="square">
            <a:spAutoFit/>
          </a:bodyPr>
          <a:lstStyle/>
          <a:p>
            <a:r>
              <a:rPr lang="zh-TW" altLang="en-US" sz="2400" dirty="0"/>
              <a:t> For positive QoS metrics </a:t>
            </a:r>
            <a:r>
              <a:rPr lang="en-US" altLang="zh-TW" sz="2400" dirty="0"/>
              <a:t>we use</a:t>
            </a:r>
            <a:r>
              <a:rPr lang="zh-TW" altLang="en-US" sz="2400" dirty="0"/>
              <a:t> </a:t>
            </a:r>
            <a:r>
              <a:rPr lang="en-US" altLang="zh-TW" sz="2400" dirty="0"/>
              <a:t>WFL</a:t>
            </a:r>
            <a:r>
              <a:rPr lang="zh-TW" altLang="en-US" sz="2400" dirty="0"/>
              <a:t> </a:t>
            </a:r>
          </a:p>
        </p:txBody>
      </p:sp>
      <p:sp>
        <p:nvSpPr>
          <p:cNvPr id="5" name="矩形 4">
            <a:extLst>
              <a:ext uri="{FF2B5EF4-FFF2-40B4-BE49-F238E27FC236}">
                <a16:creationId xmlns:a16="http://schemas.microsoft.com/office/drawing/2014/main" id="{B56C0EFA-6E9F-47B5-AA1E-65F5D8BE1B6A}"/>
              </a:ext>
            </a:extLst>
          </p:cNvPr>
          <p:cNvSpPr/>
          <p:nvPr/>
        </p:nvSpPr>
        <p:spPr>
          <a:xfrm>
            <a:off x="870930" y="3617680"/>
            <a:ext cx="4826193" cy="461665"/>
          </a:xfrm>
          <a:prstGeom prst="rect">
            <a:avLst/>
          </a:prstGeom>
        </p:spPr>
        <p:txBody>
          <a:bodyPr wrap="none">
            <a:spAutoFit/>
          </a:bodyPr>
          <a:lstStyle/>
          <a:p>
            <a:r>
              <a:rPr lang="zh-TW" altLang="en-US" sz="2400" dirty="0"/>
              <a:t> For </a:t>
            </a:r>
            <a:r>
              <a:rPr lang="en-US" altLang="zh-TW" sz="2400" dirty="0"/>
              <a:t>negative</a:t>
            </a:r>
            <a:r>
              <a:rPr lang="zh-TW" altLang="en-US" sz="2400" dirty="0"/>
              <a:t> QoS metrics </a:t>
            </a:r>
            <a:r>
              <a:rPr lang="en-US" altLang="zh-TW" sz="2400" dirty="0"/>
              <a:t>we use IQX</a:t>
            </a:r>
            <a:endParaRPr lang="zh-TW" altLang="en-US" sz="2400" dirty="0"/>
          </a:p>
        </p:txBody>
      </p:sp>
      <p:sp>
        <p:nvSpPr>
          <p:cNvPr id="6" name="矩形 5">
            <a:extLst>
              <a:ext uri="{FF2B5EF4-FFF2-40B4-BE49-F238E27FC236}">
                <a16:creationId xmlns:a16="http://schemas.microsoft.com/office/drawing/2014/main" id="{AE5897A2-64BF-4DD7-A970-37B5D5BBED22}"/>
              </a:ext>
            </a:extLst>
          </p:cNvPr>
          <p:cNvSpPr/>
          <p:nvPr/>
        </p:nvSpPr>
        <p:spPr>
          <a:xfrm>
            <a:off x="829994" y="752629"/>
            <a:ext cx="5720925" cy="707886"/>
          </a:xfrm>
          <a:prstGeom prst="rect">
            <a:avLst/>
          </a:prstGeom>
        </p:spPr>
        <p:txBody>
          <a:bodyPr wrap="none">
            <a:spAutoFit/>
          </a:bodyPr>
          <a:lstStyle/>
          <a:p>
            <a:r>
              <a:rPr lang="en-US" altLang="zh-TW" sz="4000" dirty="0"/>
              <a:t>D</a:t>
            </a:r>
            <a:r>
              <a:rPr lang="zh-TW" altLang="en-US" sz="4000" dirty="0"/>
              <a:t>iﬀerential v.s.</a:t>
            </a:r>
            <a:r>
              <a:rPr lang="en-US" altLang="zh-TW" sz="4000" dirty="0"/>
              <a:t>E</a:t>
            </a:r>
            <a:r>
              <a:rPr lang="zh-TW" altLang="en-US" sz="4000" dirty="0"/>
              <a:t>xponential</a:t>
            </a:r>
          </a:p>
        </p:txBody>
      </p:sp>
      <p:pic>
        <p:nvPicPr>
          <p:cNvPr id="7" name="圖片 6">
            <a:extLst>
              <a:ext uri="{FF2B5EF4-FFF2-40B4-BE49-F238E27FC236}">
                <a16:creationId xmlns:a16="http://schemas.microsoft.com/office/drawing/2014/main" id="{0B399CB9-C800-4686-8CF8-2C27085F61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496" y="4914488"/>
            <a:ext cx="7966273" cy="1720716"/>
          </a:xfrm>
          <a:prstGeom prst="rect">
            <a:avLst/>
          </a:prstGeom>
        </p:spPr>
      </p:pic>
    </p:spTree>
    <p:extLst>
      <p:ext uri="{BB962C8B-B14F-4D97-AF65-F5344CB8AC3E}">
        <p14:creationId xmlns:p14="http://schemas.microsoft.com/office/powerpoint/2010/main" val="7380028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59021B0-2DBA-4100-807A-2C148EA9EAFA}"/>
              </a:ext>
            </a:extLst>
          </p:cNvPr>
          <p:cNvSpPr>
            <a:spLocks noGrp="1"/>
          </p:cNvSpPr>
          <p:nvPr>
            <p:ph type="title"/>
          </p:nvPr>
        </p:nvSpPr>
        <p:spPr>
          <a:xfrm>
            <a:off x="1493520" y="428625"/>
            <a:ext cx="9860280" cy="663575"/>
          </a:xfrm>
        </p:spPr>
        <p:txBody>
          <a:bodyPr/>
          <a:lstStyle/>
          <a:p>
            <a:pPr algn="l"/>
            <a:r>
              <a:rPr lang="en-US" altLang="zh-TW" dirty="0">
                <a:solidFill>
                  <a:schemeClr val="tx1">
                    <a:lumMod val="50000"/>
                    <a:lumOff val="50000"/>
                  </a:schemeClr>
                </a:solidFill>
              </a:rPr>
              <a:t>VNF</a:t>
            </a:r>
            <a:r>
              <a:rPr lang="zh-TW" altLang="en-US" dirty="0">
                <a:solidFill>
                  <a:schemeClr val="tx1">
                    <a:lumMod val="50000"/>
                    <a:lumOff val="50000"/>
                  </a:schemeClr>
                </a:solidFill>
              </a:rPr>
              <a:t> </a:t>
            </a:r>
            <a:r>
              <a:rPr lang="en-US" altLang="zh-TW" dirty="0">
                <a:solidFill>
                  <a:schemeClr val="tx1">
                    <a:lumMod val="50000"/>
                    <a:lumOff val="50000"/>
                  </a:schemeClr>
                </a:solidFill>
              </a:rPr>
              <a:t>Instances</a:t>
            </a:r>
            <a:r>
              <a:rPr lang="zh-TW" altLang="en-US" dirty="0">
                <a:solidFill>
                  <a:schemeClr val="tx1">
                    <a:lumMod val="50000"/>
                    <a:lumOff val="50000"/>
                  </a:schemeClr>
                </a:solidFill>
              </a:rPr>
              <a:t> </a:t>
            </a:r>
            <a:r>
              <a:rPr lang="en-US" altLang="zh-TW" dirty="0">
                <a:solidFill>
                  <a:schemeClr val="tx1">
                    <a:lumMod val="50000"/>
                    <a:lumOff val="50000"/>
                  </a:schemeClr>
                </a:solidFill>
              </a:rPr>
              <a:t>Selection</a:t>
            </a:r>
            <a:endParaRPr lang="zh-TW" altLang="en-US" dirty="0">
              <a:solidFill>
                <a:schemeClr val="tx1">
                  <a:lumMod val="50000"/>
                  <a:lumOff val="50000"/>
                </a:schemeClr>
              </a:solidFill>
            </a:endParaRPr>
          </a:p>
        </p:txBody>
      </p:sp>
      <p:sp>
        <p:nvSpPr>
          <p:cNvPr id="3" name="內容版面配置區 2">
            <a:extLst>
              <a:ext uri="{FF2B5EF4-FFF2-40B4-BE49-F238E27FC236}">
                <a16:creationId xmlns:a16="http://schemas.microsoft.com/office/drawing/2014/main" id="{9D97DDD3-E128-4A4C-946E-4E80B83A9CF1}"/>
              </a:ext>
            </a:extLst>
          </p:cNvPr>
          <p:cNvSpPr>
            <a:spLocks noGrp="1"/>
          </p:cNvSpPr>
          <p:nvPr>
            <p:ph idx="1"/>
          </p:nvPr>
        </p:nvSpPr>
        <p:spPr>
          <a:xfrm>
            <a:off x="838200" y="1666240"/>
            <a:ext cx="10515600" cy="1259840"/>
          </a:xfrm>
        </p:spPr>
        <p:txBody>
          <a:bodyPr>
            <a:normAutofit fontScale="92500" lnSpcReduction="10000"/>
          </a:bodyPr>
          <a:lstStyle/>
          <a:p>
            <a:r>
              <a:rPr lang="en-US" altLang="zh-TW" sz="3200" dirty="0"/>
              <a:t>New VNF instances</a:t>
            </a:r>
          </a:p>
          <a:p>
            <a:pPr lvl="1"/>
            <a:r>
              <a:rPr lang="en-US" altLang="zh-TW" sz="2800" dirty="0"/>
              <a:t>Enhancing the perception of the network situation</a:t>
            </a:r>
          </a:p>
          <a:p>
            <a:pPr lvl="1"/>
            <a:r>
              <a:rPr lang="en-US" altLang="zh-TW" sz="2800" dirty="0"/>
              <a:t>Improving their probability of making optimal decisions</a:t>
            </a:r>
          </a:p>
        </p:txBody>
      </p:sp>
      <p:sp>
        <p:nvSpPr>
          <p:cNvPr id="4" name="矩形 3">
            <a:extLst>
              <a:ext uri="{FF2B5EF4-FFF2-40B4-BE49-F238E27FC236}">
                <a16:creationId xmlns:a16="http://schemas.microsoft.com/office/drawing/2014/main" id="{8DD7790A-8E59-42B4-9DA2-E03BB72136FF}"/>
              </a:ext>
            </a:extLst>
          </p:cNvPr>
          <p:cNvSpPr/>
          <p:nvPr/>
        </p:nvSpPr>
        <p:spPr>
          <a:xfrm>
            <a:off x="838200" y="3500120"/>
            <a:ext cx="6529993" cy="584775"/>
          </a:xfrm>
          <a:prstGeom prst="rect">
            <a:avLst/>
          </a:prstGeom>
        </p:spPr>
        <p:txBody>
          <a:bodyPr wrap="none">
            <a:spAutoFit/>
          </a:bodyPr>
          <a:lstStyle/>
          <a:p>
            <a:pPr marL="342900" indent="-342900">
              <a:buFont typeface="Arial" panose="020B0604020202020204" pitchFamily="34" charset="0"/>
              <a:buChar char="•"/>
            </a:pPr>
            <a:r>
              <a:rPr lang="en-US" altLang="zh-TW" sz="3200" dirty="0"/>
              <a:t>C</a:t>
            </a:r>
            <a:r>
              <a:rPr lang="zh-TW" altLang="en-US" sz="3200" dirty="0"/>
              <a:t>urrently known best VNF instances</a:t>
            </a:r>
          </a:p>
        </p:txBody>
      </p:sp>
      <p:sp>
        <p:nvSpPr>
          <p:cNvPr id="5" name="矩形 4">
            <a:extLst>
              <a:ext uri="{FF2B5EF4-FFF2-40B4-BE49-F238E27FC236}">
                <a16:creationId xmlns:a16="http://schemas.microsoft.com/office/drawing/2014/main" id="{443804D8-02E1-4D6F-8D61-5A025CC46A41}"/>
              </a:ext>
            </a:extLst>
          </p:cNvPr>
          <p:cNvSpPr/>
          <p:nvPr/>
        </p:nvSpPr>
        <p:spPr>
          <a:xfrm>
            <a:off x="979597" y="4822428"/>
            <a:ext cx="8286323" cy="1938992"/>
          </a:xfrm>
          <a:prstGeom prst="rect">
            <a:avLst/>
          </a:prstGeom>
        </p:spPr>
        <p:txBody>
          <a:bodyPr wrap="square">
            <a:spAutoFit/>
          </a:bodyPr>
          <a:lstStyle/>
          <a:p>
            <a:r>
              <a:rPr lang="en-US" altLang="zh-TW" sz="3200" dirty="0">
                <a:solidFill>
                  <a:srgbClr val="FF0000"/>
                </a:solidFill>
              </a:rPr>
              <a:t>Explore-Exploit</a:t>
            </a:r>
            <a:r>
              <a:rPr lang="zh-TW" altLang="en-US" sz="3200" dirty="0">
                <a:solidFill>
                  <a:srgbClr val="FF0000"/>
                </a:solidFill>
              </a:rPr>
              <a:t> Dilemma</a:t>
            </a:r>
            <a:r>
              <a:rPr lang="en-US" altLang="zh-TW" sz="3200" dirty="0">
                <a:solidFill>
                  <a:srgbClr val="FF0000"/>
                </a:solidFill>
              </a:rPr>
              <a:t>:</a:t>
            </a:r>
          </a:p>
          <a:p>
            <a:pPr marL="457200" indent="-457200">
              <a:buFont typeface="Arial" panose="020B0604020202020204" pitchFamily="34" charset="0"/>
              <a:buChar char="•"/>
            </a:pPr>
            <a:r>
              <a:rPr lang="en-US" altLang="zh-TW" sz="2800" dirty="0">
                <a:solidFill>
                  <a:schemeClr val="bg2">
                    <a:lumMod val="10000"/>
                  </a:schemeClr>
                </a:solidFill>
              </a:rPr>
              <a:t>discovering better alternatives</a:t>
            </a:r>
          </a:p>
          <a:p>
            <a:pPr marL="457200" indent="-457200">
              <a:buFont typeface="Arial" panose="020B0604020202020204" pitchFamily="34" charset="0"/>
              <a:buChar char="•"/>
            </a:pPr>
            <a:r>
              <a:rPr lang="en-US" altLang="zh-TW" sz="2800" dirty="0">
                <a:solidFill>
                  <a:schemeClr val="bg2">
                    <a:lumMod val="10000"/>
                  </a:schemeClr>
                </a:solidFill>
              </a:rPr>
              <a:t>available resources may also be exhausted</a:t>
            </a:r>
          </a:p>
          <a:p>
            <a:r>
              <a:rPr lang="en-US" altLang="zh-TW" sz="3200" dirty="0">
                <a:solidFill>
                  <a:srgbClr val="FF0000"/>
                </a:solidFill>
              </a:rPr>
              <a:t>	</a:t>
            </a:r>
            <a:endParaRPr lang="zh-TW" altLang="en-US" sz="3200" dirty="0">
              <a:solidFill>
                <a:srgbClr val="FF0000"/>
              </a:solidFill>
            </a:endParaRPr>
          </a:p>
        </p:txBody>
      </p:sp>
    </p:spTree>
    <p:extLst>
      <p:ext uri="{BB962C8B-B14F-4D97-AF65-F5344CB8AC3E}">
        <p14:creationId xmlns:p14="http://schemas.microsoft.com/office/powerpoint/2010/main" val="12973857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D18BB69-7F9A-4F17-B6FC-C7E28A35AC7B}"/>
              </a:ext>
            </a:extLst>
          </p:cNvPr>
          <p:cNvSpPr>
            <a:spLocks noGrp="1"/>
          </p:cNvSpPr>
          <p:nvPr>
            <p:ph type="title"/>
          </p:nvPr>
        </p:nvSpPr>
        <p:spPr>
          <a:xfrm>
            <a:off x="667237" y="1698010"/>
            <a:ext cx="3479800" cy="2492990"/>
          </a:xfrm>
        </p:spPr>
        <p:txBody>
          <a:bodyPr/>
          <a:lstStyle/>
          <a:p>
            <a:pPr algn="ctr"/>
            <a:r>
              <a:rPr lang="en-US" altLang="zh-TW" dirty="0"/>
              <a:t>epsilon-Greedy</a:t>
            </a:r>
            <a:br>
              <a:rPr lang="en-US" altLang="zh-TW" dirty="0"/>
            </a:br>
            <a:br>
              <a:rPr lang="en-US" altLang="zh-TW" dirty="0"/>
            </a:br>
            <a:r>
              <a:rPr lang="el-GR" altLang="zh-TW" dirty="0"/>
              <a:t>ϵ</a:t>
            </a:r>
            <a:r>
              <a:rPr lang="en-US" altLang="zh-TW" dirty="0"/>
              <a:t> - Greedy</a:t>
            </a:r>
            <a:br>
              <a:rPr lang="el-GR" altLang="zh-TW" dirty="0"/>
            </a:br>
            <a:br>
              <a:rPr lang="en-US" altLang="zh-TW" dirty="0"/>
            </a:br>
            <a:endParaRPr lang="zh-TW" altLang="en-US" dirty="0"/>
          </a:p>
        </p:txBody>
      </p:sp>
      <p:sp>
        <p:nvSpPr>
          <p:cNvPr id="4" name="日期版面配置區 3">
            <a:extLst>
              <a:ext uri="{FF2B5EF4-FFF2-40B4-BE49-F238E27FC236}">
                <a16:creationId xmlns:a16="http://schemas.microsoft.com/office/drawing/2014/main" id="{33DE057B-8BAA-4FC3-A6A9-1B5B48012806}"/>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5" name="頁尾版面配置區 4">
            <a:extLst>
              <a:ext uri="{FF2B5EF4-FFF2-40B4-BE49-F238E27FC236}">
                <a16:creationId xmlns:a16="http://schemas.microsoft.com/office/drawing/2014/main" id="{13DF50D3-623E-475D-B8E1-1303633BFFEA}"/>
              </a:ext>
            </a:extLst>
          </p:cNvPr>
          <p:cNvSpPr>
            <a:spLocks noGrp="1"/>
          </p:cNvSpPr>
          <p:nvPr>
            <p:ph type="ftr" sz="quarter" idx="11"/>
          </p:nvPr>
        </p:nvSpPr>
        <p:spPr/>
        <p:txBody>
          <a:bodyPr/>
          <a:lstStyle/>
          <a:p>
            <a:r>
              <a:rPr lang="en-ID"/>
              <a:t>Footer</a:t>
            </a:r>
          </a:p>
        </p:txBody>
      </p:sp>
      <p:sp>
        <p:nvSpPr>
          <p:cNvPr id="6" name="投影片編號版面配置區 5">
            <a:extLst>
              <a:ext uri="{FF2B5EF4-FFF2-40B4-BE49-F238E27FC236}">
                <a16:creationId xmlns:a16="http://schemas.microsoft.com/office/drawing/2014/main" id="{B3A7DF33-4062-4BF3-966E-0D6FC6B7EAB1}"/>
              </a:ext>
            </a:extLst>
          </p:cNvPr>
          <p:cNvSpPr>
            <a:spLocks noGrp="1"/>
          </p:cNvSpPr>
          <p:nvPr>
            <p:ph type="sldNum" sz="quarter" idx="12"/>
          </p:nvPr>
        </p:nvSpPr>
        <p:spPr/>
        <p:txBody>
          <a:bodyPr/>
          <a:lstStyle/>
          <a:p>
            <a:fld id="{20A13858-C2AA-4A16-A43A-77ABAD7631C2}" type="slidenum">
              <a:rPr lang="en-ID" smtClean="0"/>
              <a:pPr/>
              <a:t>12</a:t>
            </a:fld>
            <a:endParaRPr lang="en-ID" dirty="0"/>
          </a:p>
        </p:txBody>
      </p:sp>
      <p:pic>
        <p:nvPicPr>
          <p:cNvPr id="12" name="內容版面配置區 11">
            <a:extLst>
              <a:ext uri="{FF2B5EF4-FFF2-40B4-BE49-F238E27FC236}">
                <a16:creationId xmlns:a16="http://schemas.microsoft.com/office/drawing/2014/main" id="{14AE046B-EABF-4A72-8F14-21889E279BF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202203" y="841037"/>
            <a:ext cx="6651535" cy="1896825"/>
          </a:xfrm>
        </p:spPr>
      </p:pic>
      <p:sp>
        <p:nvSpPr>
          <p:cNvPr id="13" name="矩形 12">
            <a:extLst>
              <a:ext uri="{FF2B5EF4-FFF2-40B4-BE49-F238E27FC236}">
                <a16:creationId xmlns:a16="http://schemas.microsoft.com/office/drawing/2014/main" id="{C47B27C0-6FFF-49B0-BCBE-9E26E1301418}"/>
              </a:ext>
            </a:extLst>
          </p:cNvPr>
          <p:cNvSpPr/>
          <p:nvPr/>
        </p:nvSpPr>
        <p:spPr>
          <a:xfrm>
            <a:off x="5638800" y="1789450"/>
            <a:ext cx="2697480" cy="75563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r>
              <a:rPr lang="zh-TW" altLang="en-US" sz="2400" dirty="0"/>
              <a:t>隨機選擇一項活動</a:t>
            </a:r>
          </a:p>
        </p:txBody>
      </p:sp>
      <p:pic>
        <p:nvPicPr>
          <p:cNvPr id="15" name="圖片 14">
            <a:extLst>
              <a:ext uri="{FF2B5EF4-FFF2-40B4-BE49-F238E27FC236}">
                <a16:creationId xmlns:a16="http://schemas.microsoft.com/office/drawing/2014/main" id="{27011B02-5675-47A9-BB25-7F92374C9FCA}"/>
              </a:ext>
            </a:extLst>
          </p:cNvPr>
          <p:cNvPicPr>
            <a:picLocks noChangeAspect="1"/>
          </p:cNvPicPr>
          <p:nvPr/>
        </p:nvPicPr>
        <p:blipFill rotWithShape="1">
          <a:blip r:embed="rId4">
            <a:extLst>
              <a:ext uri="{28A0092B-C50C-407E-A947-70E740481C1C}">
                <a14:useLocalDpi xmlns:a14="http://schemas.microsoft.com/office/drawing/2010/main" val="0"/>
              </a:ext>
            </a:extLst>
          </a:blip>
          <a:srcRect l="5527"/>
          <a:stretch/>
        </p:blipFill>
        <p:spPr>
          <a:xfrm>
            <a:off x="4995546" y="4343401"/>
            <a:ext cx="7064851" cy="1362265"/>
          </a:xfrm>
          <a:prstGeom prst="rect">
            <a:avLst/>
          </a:prstGeom>
        </p:spPr>
      </p:pic>
    </p:spTree>
    <p:extLst>
      <p:ext uri="{BB962C8B-B14F-4D97-AF65-F5344CB8AC3E}">
        <p14:creationId xmlns:p14="http://schemas.microsoft.com/office/powerpoint/2010/main" val="1025297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EA36E3E-86E7-43F9-8EFC-E5B12672311D}"/>
              </a:ext>
            </a:extLst>
          </p:cNvPr>
          <p:cNvSpPr>
            <a:spLocks noGrp="1"/>
          </p:cNvSpPr>
          <p:nvPr>
            <p:ph type="title"/>
          </p:nvPr>
        </p:nvSpPr>
        <p:spPr>
          <a:xfrm>
            <a:off x="1813560" y="428625"/>
            <a:ext cx="9540240" cy="663575"/>
          </a:xfrm>
        </p:spPr>
        <p:txBody>
          <a:bodyPr/>
          <a:lstStyle/>
          <a:p>
            <a:pPr algn="l"/>
            <a:r>
              <a:rPr lang="en-US" altLang="zh-TW" dirty="0">
                <a:solidFill>
                  <a:schemeClr val="tx1">
                    <a:lumMod val="65000"/>
                    <a:lumOff val="35000"/>
                  </a:schemeClr>
                </a:solidFill>
              </a:rPr>
              <a:t>QoS/</a:t>
            </a:r>
            <a:r>
              <a:rPr lang="en-US" altLang="zh-TW" dirty="0" err="1">
                <a:solidFill>
                  <a:schemeClr val="tx1">
                    <a:lumMod val="65000"/>
                    <a:lumOff val="35000"/>
                  </a:schemeClr>
                </a:solidFill>
              </a:rPr>
              <a:t>QoE</a:t>
            </a:r>
            <a:r>
              <a:rPr lang="en-US" altLang="zh-TW" dirty="0">
                <a:solidFill>
                  <a:schemeClr val="tx1">
                    <a:lumMod val="65000"/>
                    <a:lumOff val="35000"/>
                  </a:schemeClr>
                </a:solidFill>
              </a:rPr>
              <a:t>-aware</a:t>
            </a:r>
            <a:r>
              <a:rPr lang="zh-TW" altLang="en-US" dirty="0">
                <a:solidFill>
                  <a:schemeClr val="tx1">
                    <a:lumMod val="65000"/>
                    <a:lumOff val="35000"/>
                  </a:schemeClr>
                </a:solidFill>
              </a:rPr>
              <a:t> </a:t>
            </a:r>
            <a:r>
              <a:rPr lang="en-US" altLang="zh-TW" dirty="0">
                <a:solidFill>
                  <a:schemeClr val="tx1">
                    <a:lumMod val="65000"/>
                    <a:lumOff val="35000"/>
                  </a:schemeClr>
                </a:solidFill>
              </a:rPr>
              <a:t>SFC</a:t>
            </a:r>
            <a:r>
              <a:rPr lang="zh-TW" altLang="en-US" dirty="0">
                <a:solidFill>
                  <a:schemeClr val="tx1">
                    <a:lumMod val="65000"/>
                    <a:lumOff val="35000"/>
                  </a:schemeClr>
                </a:solidFill>
              </a:rPr>
              <a:t> </a:t>
            </a:r>
            <a:r>
              <a:rPr lang="en-US" altLang="zh-TW" dirty="0">
                <a:solidFill>
                  <a:schemeClr val="tx1">
                    <a:lumMod val="65000"/>
                    <a:lumOff val="35000"/>
                  </a:schemeClr>
                </a:solidFill>
              </a:rPr>
              <a:t>Algorithm</a:t>
            </a:r>
            <a:endParaRPr lang="zh-TW" altLang="en-US" dirty="0">
              <a:solidFill>
                <a:schemeClr val="tx1">
                  <a:lumMod val="65000"/>
                  <a:lumOff val="35000"/>
                </a:schemeClr>
              </a:solidFill>
            </a:endParaRPr>
          </a:p>
        </p:txBody>
      </p:sp>
      <p:pic>
        <p:nvPicPr>
          <p:cNvPr id="9" name="內容版面配置區 8">
            <a:extLst>
              <a:ext uri="{FF2B5EF4-FFF2-40B4-BE49-F238E27FC236}">
                <a16:creationId xmlns:a16="http://schemas.microsoft.com/office/drawing/2014/main" id="{9D5676F5-E93A-4669-9009-AEBB2F8AF89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695792" y="1092200"/>
            <a:ext cx="4960527" cy="5754212"/>
          </a:xfrm>
        </p:spPr>
      </p:pic>
      <p:pic>
        <p:nvPicPr>
          <p:cNvPr id="11" name="圖片 10">
            <a:extLst>
              <a:ext uri="{FF2B5EF4-FFF2-40B4-BE49-F238E27FC236}">
                <a16:creationId xmlns:a16="http://schemas.microsoft.com/office/drawing/2014/main" id="{2577CDBB-DC14-4DC7-9200-7407B6B135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4136" y="3807084"/>
            <a:ext cx="2969127" cy="993516"/>
          </a:xfrm>
          <a:prstGeom prst="rect">
            <a:avLst/>
          </a:prstGeom>
        </p:spPr>
      </p:pic>
      <p:cxnSp>
        <p:nvCxnSpPr>
          <p:cNvPr id="13" name="直線單箭頭接點 12">
            <a:extLst>
              <a:ext uri="{FF2B5EF4-FFF2-40B4-BE49-F238E27FC236}">
                <a16:creationId xmlns:a16="http://schemas.microsoft.com/office/drawing/2014/main" id="{722296CF-2206-4EDA-B81A-961068EE6673}"/>
              </a:ext>
            </a:extLst>
          </p:cNvPr>
          <p:cNvCxnSpPr>
            <a:stCxn id="11" idx="3"/>
          </p:cNvCxnSpPr>
          <p:nvPr/>
        </p:nvCxnSpPr>
        <p:spPr>
          <a:xfrm flipV="1">
            <a:off x="3163263" y="4282440"/>
            <a:ext cx="768657" cy="21402"/>
          </a:xfrm>
          <a:prstGeom prst="straightConnector1">
            <a:avLst/>
          </a:prstGeom>
          <a:ln w="381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95046734-1045-42A9-8594-01A5EABC651F}"/>
              </a:ext>
            </a:extLst>
          </p:cNvPr>
          <p:cNvPicPr>
            <a:picLocks noChangeAspect="1"/>
          </p:cNvPicPr>
          <p:nvPr/>
        </p:nvPicPr>
        <p:blipFill rotWithShape="1">
          <a:blip r:embed="rId5">
            <a:extLst>
              <a:ext uri="{28A0092B-C50C-407E-A947-70E740481C1C}">
                <a14:useLocalDpi xmlns:a14="http://schemas.microsoft.com/office/drawing/2010/main" val="0"/>
              </a:ext>
            </a:extLst>
          </a:blip>
          <a:srcRect l="5527"/>
          <a:stretch/>
        </p:blipFill>
        <p:spPr>
          <a:xfrm>
            <a:off x="8559323" y="2099410"/>
            <a:ext cx="3632677" cy="700463"/>
          </a:xfrm>
          <a:prstGeom prst="rect">
            <a:avLst/>
          </a:prstGeom>
        </p:spPr>
      </p:pic>
      <p:cxnSp>
        <p:nvCxnSpPr>
          <p:cNvPr id="16" name="接點: 肘形 15">
            <a:extLst>
              <a:ext uri="{FF2B5EF4-FFF2-40B4-BE49-F238E27FC236}">
                <a16:creationId xmlns:a16="http://schemas.microsoft.com/office/drawing/2014/main" id="{13436BC6-FEA6-4202-9865-E2B992648016}"/>
              </a:ext>
            </a:extLst>
          </p:cNvPr>
          <p:cNvCxnSpPr>
            <a:stCxn id="14" idx="2"/>
          </p:cNvCxnSpPr>
          <p:nvPr/>
        </p:nvCxnSpPr>
        <p:spPr>
          <a:xfrm rot="5400000">
            <a:off x="9022571" y="2265982"/>
            <a:ext cx="819201" cy="1886982"/>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8" name="圖片 17">
            <a:extLst>
              <a:ext uri="{FF2B5EF4-FFF2-40B4-BE49-F238E27FC236}">
                <a16:creationId xmlns:a16="http://schemas.microsoft.com/office/drawing/2014/main" id="{BEE63E3A-3F50-4C1D-9311-22416FDD9E8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62550" y="4478902"/>
            <a:ext cx="3426221" cy="847844"/>
          </a:xfrm>
          <a:prstGeom prst="rect">
            <a:avLst/>
          </a:prstGeom>
        </p:spPr>
      </p:pic>
      <p:cxnSp>
        <p:nvCxnSpPr>
          <p:cNvPr id="19" name="接點: 肘形 18">
            <a:extLst>
              <a:ext uri="{FF2B5EF4-FFF2-40B4-BE49-F238E27FC236}">
                <a16:creationId xmlns:a16="http://schemas.microsoft.com/office/drawing/2014/main" id="{1CE52900-EAB1-4116-B665-E8BC1853C685}"/>
              </a:ext>
            </a:extLst>
          </p:cNvPr>
          <p:cNvCxnSpPr/>
          <p:nvPr/>
        </p:nvCxnSpPr>
        <p:spPr>
          <a:xfrm rot="5400000">
            <a:off x="9022570" y="4792856"/>
            <a:ext cx="819201" cy="1886982"/>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640597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E78D81A-0797-4ADA-B080-001AC8F13A1C}"/>
              </a:ext>
            </a:extLst>
          </p:cNvPr>
          <p:cNvSpPr>
            <a:spLocks noGrp="1"/>
          </p:cNvSpPr>
          <p:nvPr>
            <p:ph type="title"/>
          </p:nvPr>
        </p:nvSpPr>
        <p:spPr/>
        <p:txBody>
          <a:bodyPr/>
          <a:lstStyle/>
          <a:p>
            <a:r>
              <a:rPr lang="en-US" altLang="zh-TW" dirty="0">
                <a:solidFill>
                  <a:schemeClr val="tx1">
                    <a:lumMod val="65000"/>
                    <a:lumOff val="35000"/>
                  </a:schemeClr>
                </a:solidFill>
              </a:rPr>
              <a:t>EXPERIMENT</a:t>
            </a:r>
            <a:endParaRPr lang="zh-TW" altLang="en-US" dirty="0">
              <a:solidFill>
                <a:schemeClr val="tx1">
                  <a:lumMod val="65000"/>
                  <a:lumOff val="35000"/>
                </a:schemeClr>
              </a:solidFill>
            </a:endParaRPr>
          </a:p>
        </p:txBody>
      </p:sp>
      <p:sp>
        <p:nvSpPr>
          <p:cNvPr id="3" name="內容版面配置區 2">
            <a:extLst>
              <a:ext uri="{FF2B5EF4-FFF2-40B4-BE49-F238E27FC236}">
                <a16:creationId xmlns:a16="http://schemas.microsoft.com/office/drawing/2014/main" id="{BD9A0020-390A-4814-8F89-ECDD726AF32E}"/>
              </a:ext>
            </a:extLst>
          </p:cNvPr>
          <p:cNvSpPr>
            <a:spLocks noGrp="1"/>
          </p:cNvSpPr>
          <p:nvPr>
            <p:ph idx="1"/>
          </p:nvPr>
        </p:nvSpPr>
        <p:spPr>
          <a:xfrm>
            <a:off x="532595" y="1044861"/>
            <a:ext cx="10972800" cy="5168350"/>
          </a:xfrm>
        </p:spPr>
        <p:txBody>
          <a:bodyPr/>
          <a:lstStyle/>
          <a:p>
            <a:r>
              <a:rPr lang="en-US" altLang="zh-TW" dirty="0">
                <a:solidFill>
                  <a:schemeClr val="tx1">
                    <a:lumMod val="65000"/>
                    <a:lumOff val="35000"/>
                  </a:schemeClr>
                </a:solidFill>
                <a:latin typeface="+mn-ea"/>
              </a:rPr>
              <a:t>Experiments on</a:t>
            </a:r>
            <a:r>
              <a:rPr lang="zh-TW" altLang="en-US" dirty="0">
                <a:solidFill>
                  <a:schemeClr val="tx1">
                    <a:lumMod val="65000"/>
                    <a:lumOff val="35000"/>
                  </a:schemeClr>
                </a:solidFill>
                <a:latin typeface="+mn-ea"/>
              </a:rPr>
              <a:t> </a:t>
            </a:r>
            <a:r>
              <a:rPr lang="en-US" altLang="zh-TW" dirty="0">
                <a:solidFill>
                  <a:schemeClr val="tx1">
                    <a:lumMod val="65000"/>
                    <a:lumOff val="35000"/>
                  </a:schemeClr>
                </a:solidFill>
                <a:latin typeface="+mn-ea"/>
              </a:rPr>
              <a:t>QoS</a:t>
            </a:r>
            <a:r>
              <a:rPr lang="zh-TW" altLang="en-US" dirty="0">
                <a:solidFill>
                  <a:schemeClr val="tx1">
                    <a:lumMod val="65000"/>
                    <a:lumOff val="35000"/>
                  </a:schemeClr>
                </a:solidFill>
                <a:latin typeface="+mn-ea"/>
              </a:rPr>
              <a:t> </a:t>
            </a:r>
            <a:r>
              <a:rPr lang="en-US" altLang="zh-TW" dirty="0">
                <a:solidFill>
                  <a:schemeClr val="tx1">
                    <a:lumMod val="65000"/>
                    <a:lumOff val="35000"/>
                  </a:schemeClr>
                </a:solidFill>
                <a:latin typeface="+mn-ea"/>
              </a:rPr>
              <a:t>over</a:t>
            </a:r>
            <a:r>
              <a:rPr lang="zh-TW" altLang="en-US" dirty="0">
                <a:solidFill>
                  <a:schemeClr val="tx1">
                    <a:lumMod val="65000"/>
                    <a:lumOff val="35000"/>
                  </a:schemeClr>
                </a:solidFill>
                <a:latin typeface="+mn-ea"/>
              </a:rPr>
              <a:t> </a:t>
            </a:r>
            <a:r>
              <a:rPr lang="en-US" altLang="zh-TW" dirty="0">
                <a:solidFill>
                  <a:schemeClr val="tx1">
                    <a:lumMod val="65000"/>
                    <a:lumOff val="35000"/>
                  </a:schemeClr>
                </a:solidFill>
                <a:latin typeface="+mn-ea"/>
              </a:rPr>
              <a:t>LLDP</a:t>
            </a:r>
          </a:p>
          <a:p>
            <a:endParaRPr lang="zh-TW" altLang="en-US" dirty="0">
              <a:solidFill>
                <a:schemeClr val="tx1">
                  <a:lumMod val="65000"/>
                  <a:lumOff val="35000"/>
                </a:schemeClr>
              </a:solidFill>
              <a:latin typeface="+mn-ea"/>
            </a:endParaRPr>
          </a:p>
        </p:txBody>
      </p:sp>
      <p:sp>
        <p:nvSpPr>
          <p:cNvPr id="4" name="日期版面配置區 3">
            <a:extLst>
              <a:ext uri="{FF2B5EF4-FFF2-40B4-BE49-F238E27FC236}">
                <a16:creationId xmlns:a16="http://schemas.microsoft.com/office/drawing/2014/main" id="{610CBDA1-92CA-4416-A14D-E56DAD4EB89B}"/>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5" name="頁尾版面配置區 4">
            <a:extLst>
              <a:ext uri="{FF2B5EF4-FFF2-40B4-BE49-F238E27FC236}">
                <a16:creationId xmlns:a16="http://schemas.microsoft.com/office/drawing/2014/main" id="{F26B3602-A45B-44B6-A0B4-F19F0AC21A28}"/>
              </a:ext>
            </a:extLst>
          </p:cNvPr>
          <p:cNvSpPr>
            <a:spLocks noGrp="1"/>
          </p:cNvSpPr>
          <p:nvPr>
            <p:ph type="ftr" sz="quarter" idx="11"/>
          </p:nvPr>
        </p:nvSpPr>
        <p:spPr/>
        <p:txBody>
          <a:bodyPr/>
          <a:lstStyle/>
          <a:p>
            <a:r>
              <a:rPr lang="en-ID"/>
              <a:t>Footer</a:t>
            </a:r>
          </a:p>
        </p:txBody>
      </p:sp>
      <p:sp>
        <p:nvSpPr>
          <p:cNvPr id="6" name="投影片編號版面配置區 5">
            <a:extLst>
              <a:ext uri="{FF2B5EF4-FFF2-40B4-BE49-F238E27FC236}">
                <a16:creationId xmlns:a16="http://schemas.microsoft.com/office/drawing/2014/main" id="{6C296DA6-5EC6-465F-8C7A-52FCBCEE3665}"/>
              </a:ext>
            </a:extLst>
          </p:cNvPr>
          <p:cNvSpPr>
            <a:spLocks noGrp="1"/>
          </p:cNvSpPr>
          <p:nvPr>
            <p:ph type="sldNum" sz="quarter" idx="12"/>
          </p:nvPr>
        </p:nvSpPr>
        <p:spPr/>
        <p:txBody>
          <a:bodyPr/>
          <a:lstStyle/>
          <a:p>
            <a:fld id="{20A13858-C2AA-4A16-A43A-77ABAD7631C2}" type="slidenum">
              <a:rPr lang="en-ID" smtClean="0"/>
              <a:pPr/>
              <a:t>14</a:t>
            </a:fld>
            <a:endParaRPr lang="en-ID" dirty="0"/>
          </a:p>
        </p:txBody>
      </p:sp>
      <p:pic>
        <p:nvPicPr>
          <p:cNvPr id="11" name="圖片 10">
            <a:extLst>
              <a:ext uri="{FF2B5EF4-FFF2-40B4-BE49-F238E27FC236}">
                <a16:creationId xmlns:a16="http://schemas.microsoft.com/office/drawing/2014/main" id="{9F174225-09F4-4493-A613-F9AB8AB80B1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605" y="3105959"/>
            <a:ext cx="10818790" cy="2471881"/>
          </a:xfrm>
          <a:prstGeom prst="rect">
            <a:avLst/>
          </a:prstGeom>
        </p:spPr>
      </p:pic>
    </p:spTree>
    <p:extLst>
      <p:ext uri="{BB962C8B-B14F-4D97-AF65-F5344CB8AC3E}">
        <p14:creationId xmlns:p14="http://schemas.microsoft.com/office/powerpoint/2010/main" val="23147581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E78D81A-0797-4ADA-B080-001AC8F13A1C}"/>
              </a:ext>
            </a:extLst>
          </p:cNvPr>
          <p:cNvSpPr>
            <a:spLocks noGrp="1"/>
          </p:cNvSpPr>
          <p:nvPr>
            <p:ph type="title"/>
          </p:nvPr>
        </p:nvSpPr>
        <p:spPr/>
        <p:txBody>
          <a:bodyPr/>
          <a:lstStyle/>
          <a:p>
            <a:r>
              <a:rPr lang="en-US" altLang="zh-TW" dirty="0">
                <a:solidFill>
                  <a:schemeClr val="tx1">
                    <a:lumMod val="65000"/>
                    <a:lumOff val="35000"/>
                  </a:schemeClr>
                </a:solidFill>
              </a:rPr>
              <a:t>EXPERIMENT</a:t>
            </a:r>
            <a:endParaRPr lang="zh-TW" altLang="en-US" dirty="0">
              <a:solidFill>
                <a:schemeClr val="tx1">
                  <a:lumMod val="65000"/>
                  <a:lumOff val="35000"/>
                </a:schemeClr>
              </a:solidFill>
            </a:endParaRPr>
          </a:p>
        </p:txBody>
      </p:sp>
      <p:sp>
        <p:nvSpPr>
          <p:cNvPr id="3" name="內容版面配置區 2">
            <a:extLst>
              <a:ext uri="{FF2B5EF4-FFF2-40B4-BE49-F238E27FC236}">
                <a16:creationId xmlns:a16="http://schemas.microsoft.com/office/drawing/2014/main" id="{BD9A0020-390A-4814-8F89-ECDD726AF32E}"/>
              </a:ext>
            </a:extLst>
          </p:cNvPr>
          <p:cNvSpPr>
            <a:spLocks noGrp="1"/>
          </p:cNvSpPr>
          <p:nvPr>
            <p:ph idx="1"/>
          </p:nvPr>
        </p:nvSpPr>
        <p:spPr>
          <a:xfrm>
            <a:off x="532595" y="1044861"/>
            <a:ext cx="10972800" cy="5168350"/>
          </a:xfrm>
        </p:spPr>
        <p:txBody>
          <a:bodyPr>
            <a:normAutofit/>
          </a:bodyPr>
          <a:lstStyle/>
          <a:p>
            <a:r>
              <a:rPr lang="en-US" altLang="zh-TW" sz="2400" dirty="0">
                <a:solidFill>
                  <a:schemeClr val="tx1">
                    <a:lumMod val="65000"/>
                    <a:lumOff val="35000"/>
                  </a:schemeClr>
                </a:solidFill>
                <a:latin typeface="+mn-ea"/>
              </a:rPr>
              <a:t>Experiments</a:t>
            </a:r>
            <a:r>
              <a:rPr lang="zh-TW" altLang="en-US" sz="2400" dirty="0">
                <a:solidFill>
                  <a:schemeClr val="tx1">
                    <a:lumMod val="65000"/>
                    <a:lumOff val="35000"/>
                  </a:schemeClr>
                </a:solidFill>
                <a:latin typeface="+mn-ea"/>
              </a:rPr>
              <a:t> </a:t>
            </a:r>
            <a:r>
              <a:rPr lang="en-US" altLang="zh-TW" sz="2400" dirty="0">
                <a:solidFill>
                  <a:schemeClr val="tx1">
                    <a:lumMod val="65000"/>
                    <a:lumOff val="35000"/>
                  </a:schemeClr>
                </a:solidFill>
                <a:latin typeface="+mn-ea"/>
              </a:rPr>
              <a:t>on DQN-based QoS/</a:t>
            </a:r>
            <a:r>
              <a:rPr lang="en-US" altLang="zh-TW" sz="2400" dirty="0" err="1">
                <a:solidFill>
                  <a:schemeClr val="tx1">
                    <a:lumMod val="65000"/>
                    <a:lumOff val="35000"/>
                  </a:schemeClr>
                </a:solidFill>
                <a:latin typeface="+mn-ea"/>
              </a:rPr>
              <a:t>QoE</a:t>
            </a:r>
            <a:r>
              <a:rPr lang="en-US" altLang="zh-TW" sz="2400" dirty="0">
                <a:solidFill>
                  <a:schemeClr val="tx1">
                    <a:lumMod val="65000"/>
                    <a:lumOff val="35000"/>
                  </a:schemeClr>
                </a:solidFill>
                <a:latin typeface="+mn-ea"/>
              </a:rPr>
              <a:t>-aware Service Function Chaining</a:t>
            </a:r>
            <a:endParaRPr lang="zh-TW" altLang="en-US" sz="2400" dirty="0">
              <a:solidFill>
                <a:schemeClr val="tx1">
                  <a:lumMod val="65000"/>
                  <a:lumOff val="35000"/>
                </a:schemeClr>
              </a:solidFill>
              <a:latin typeface="+mn-ea"/>
            </a:endParaRPr>
          </a:p>
        </p:txBody>
      </p:sp>
      <p:sp>
        <p:nvSpPr>
          <p:cNvPr id="4" name="日期版面配置區 3">
            <a:extLst>
              <a:ext uri="{FF2B5EF4-FFF2-40B4-BE49-F238E27FC236}">
                <a16:creationId xmlns:a16="http://schemas.microsoft.com/office/drawing/2014/main" id="{610CBDA1-92CA-4416-A14D-E56DAD4EB89B}"/>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5" name="頁尾版面配置區 4">
            <a:extLst>
              <a:ext uri="{FF2B5EF4-FFF2-40B4-BE49-F238E27FC236}">
                <a16:creationId xmlns:a16="http://schemas.microsoft.com/office/drawing/2014/main" id="{F26B3602-A45B-44B6-A0B4-F19F0AC21A28}"/>
              </a:ext>
            </a:extLst>
          </p:cNvPr>
          <p:cNvSpPr>
            <a:spLocks noGrp="1"/>
          </p:cNvSpPr>
          <p:nvPr>
            <p:ph type="ftr" sz="quarter" idx="11"/>
          </p:nvPr>
        </p:nvSpPr>
        <p:spPr/>
        <p:txBody>
          <a:bodyPr/>
          <a:lstStyle/>
          <a:p>
            <a:r>
              <a:rPr lang="en-ID"/>
              <a:t>Footer</a:t>
            </a:r>
          </a:p>
        </p:txBody>
      </p:sp>
      <p:sp>
        <p:nvSpPr>
          <p:cNvPr id="6" name="投影片編號版面配置區 5">
            <a:extLst>
              <a:ext uri="{FF2B5EF4-FFF2-40B4-BE49-F238E27FC236}">
                <a16:creationId xmlns:a16="http://schemas.microsoft.com/office/drawing/2014/main" id="{6C296DA6-5EC6-465F-8C7A-52FCBCEE3665}"/>
              </a:ext>
            </a:extLst>
          </p:cNvPr>
          <p:cNvSpPr>
            <a:spLocks noGrp="1"/>
          </p:cNvSpPr>
          <p:nvPr>
            <p:ph type="sldNum" sz="quarter" idx="12"/>
          </p:nvPr>
        </p:nvSpPr>
        <p:spPr/>
        <p:txBody>
          <a:bodyPr/>
          <a:lstStyle/>
          <a:p>
            <a:fld id="{20A13858-C2AA-4A16-A43A-77ABAD7631C2}" type="slidenum">
              <a:rPr lang="en-ID" smtClean="0"/>
              <a:pPr/>
              <a:t>15</a:t>
            </a:fld>
            <a:endParaRPr lang="en-ID" dirty="0"/>
          </a:p>
        </p:txBody>
      </p:sp>
      <p:pic>
        <p:nvPicPr>
          <p:cNvPr id="8" name="圖片 7">
            <a:extLst>
              <a:ext uri="{FF2B5EF4-FFF2-40B4-BE49-F238E27FC236}">
                <a16:creationId xmlns:a16="http://schemas.microsoft.com/office/drawing/2014/main" id="{80B984B6-07FA-4794-B9F6-B9D56B5C58A0}"/>
              </a:ext>
            </a:extLst>
          </p:cNvPr>
          <p:cNvPicPr>
            <a:picLocks noChangeAspect="1"/>
          </p:cNvPicPr>
          <p:nvPr/>
        </p:nvPicPr>
        <p:blipFill rotWithShape="1">
          <a:blip r:embed="rId3"/>
          <a:srcRect t="10970" r="7800"/>
          <a:stretch/>
        </p:blipFill>
        <p:spPr>
          <a:xfrm>
            <a:off x="2244936" y="1536952"/>
            <a:ext cx="6765682" cy="5232920"/>
          </a:xfrm>
          <a:prstGeom prst="rect">
            <a:avLst/>
          </a:prstGeom>
        </p:spPr>
      </p:pic>
    </p:spTree>
    <p:extLst>
      <p:ext uri="{BB962C8B-B14F-4D97-AF65-F5344CB8AC3E}">
        <p14:creationId xmlns:p14="http://schemas.microsoft.com/office/powerpoint/2010/main" val="35338842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E78D81A-0797-4ADA-B080-001AC8F13A1C}"/>
              </a:ext>
            </a:extLst>
          </p:cNvPr>
          <p:cNvSpPr>
            <a:spLocks noGrp="1"/>
          </p:cNvSpPr>
          <p:nvPr>
            <p:ph type="title"/>
          </p:nvPr>
        </p:nvSpPr>
        <p:spPr/>
        <p:txBody>
          <a:bodyPr/>
          <a:lstStyle/>
          <a:p>
            <a:r>
              <a:rPr lang="en-US" altLang="zh-TW" dirty="0">
                <a:solidFill>
                  <a:schemeClr val="tx1">
                    <a:lumMod val="65000"/>
                    <a:lumOff val="35000"/>
                  </a:schemeClr>
                </a:solidFill>
              </a:rPr>
              <a:t>EXPERIMENT</a:t>
            </a:r>
            <a:endParaRPr lang="zh-TW" altLang="en-US" dirty="0">
              <a:solidFill>
                <a:schemeClr val="tx1">
                  <a:lumMod val="65000"/>
                  <a:lumOff val="35000"/>
                </a:schemeClr>
              </a:solidFill>
            </a:endParaRPr>
          </a:p>
        </p:txBody>
      </p:sp>
      <p:sp>
        <p:nvSpPr>
          <p:cNvPr id="3" name="內容版面配置區 2">
            <a:extLst>
              <a:ext uri="{FF2B5EF4-FFF2-40B4-BE49-F238E27FC236}">
                <a16:creationId xmlns:a16="http://schemas.microsoft.com/office/drawing/2014/main" id="{BD9A0020-390A-4814-8F89-ECDD726AF32E}"/>
              </a:ext>
            </a:extLst>
          </p:cNvPr>
          <p:cNvSpPr>
            <a:spLocks noGrp="1"/>
          </p:cNvSpPr>
          <p:nvPr>
            <p:ph idx="1"/>
          </p:nvPr>
        </p:nvSpPr>
        <p:spPr>
          <a:xfrm>
            <a:off x="532595" y="1044861"/>
            <a:ext cx="10972800" cy="5168350"/>
          </a:xfrm>
        </p:spPr>
        <p:txBody>
          <a:bodyPr>
            <a:normAutofit/>
          </a:bodyPr>
          <a:lstStyle/>
          <a:p>
            <a:r>
              <a:rPr lang="en-US" altLang="zh-TW" sz="2400" dirty="0">
                <a:solidFill>
                  <a:schemeClr val="tx1">
                    <a:lumMod val="65000"/>
                    <a:lumOff val="35000"/>
                  </a:schemeClr>
                </a:solidFill>
                <a:latin typeface="+mn-ea"/>
              </a:rPr>
              <a:t>Experiments</a:t>
            </a:r>
            <a:r>
              <a:rPr lang="zh-TW" altLang="en-US" sz="2400" dirty="0">
                <a:solidFill>
                  <a:schemeClr val="tx1">
                    <a:lumMod val="65000"/>
                    <a:lumOff val="35000"/>
                  </a:schemeClr>
                </a:solidFill>
                <a:latin typeface="+mn-ea"/>
              </a:rPr>
              <a:t> </a:t>
            </a:r>
            <a:r>
              <a:rPr lang="en-US" altLang="zh-TW" sz="2400" dirty="0">
                <a:solidFill>
                  <a:schemeClr val="tx1">
                    <a:lumMod val="65000"/>
                    <a:lumOff val="35000"/>
                  </a:schemeClr>
                </a:solidFill>
                <a:latin typeface="+mn-ea"/>
              </a:rPr>
              <a:t>on DQN-based QoS/</a:t>
            </a:r>
            <a:r>
              <a:rPr lang="en-US" altLang="zh-TW" sz="2400" dirty="0" err="1">
                <a:solidFill>
                  <a:schemeClr val="tx1">
                    <a:lumMod val="65000"/>
                    <a:lumOff val="35000"/>
                  </a:schemeClr>
                </a:solidFill>
                <a:latin typeface="+mn-ea"/>
              </a:rPr>
              <a:t>QoE</a:t>
            </a:r>
            <a:r>
              <a:rPr lang="en-US" altLang="zh-TW" sz="2400" dirty="0">
                <a:solidFill>
                  <a:schemeClr val="tx1">
                    <a:lumMod val="65000"/>
                    <a:lumOff val="35000"/>
                  </a:schemeClr>
                </a:solidFill>
                <a:latin typeface="+mn-ea"/>
              </a:rPr>
              <a:t>-aware Service Function Chaining</a:t>
            </a:r>
            <a:endParaRPr lang="zh-TW" altLang="en-US" sz="2400" dirty="0">
              <a:solidFill>
                <a:schemeClr val="tx1">
                  <a:lumMod val="65000"/>
                  <a:lumOff val="35000"/>
                </a:schemeClr>
              </a:solidFill>
              <a:latin typeface="+mn-ea"/>
            </a:endParaRPr>
          </a:p>
        </p:txBody>
      </p:sp>
      <p:sp>
        <p:nvSpPr>
          <p:cNvPr id="4" name="日期版面配置區 3">
            <a:extLst>
              <a:ext uri="{FF2B5EF4-FFF2-40B4-BE49-F238E27FC236}">
                <a16:creationId xmlns:a16="http://schemas.microsoft.com/office/drawing/2014/main" id="{610CBDA1-92CA-4416-A14D-E56DAD4EB89B}"/>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5" name="頁尾版面配置區 4">
            <a:extLst>
              <a:ext uri="{FF2B5EF4-FFF2-40B4-BE49-F238E27FC236}">
                <a16:creationId xmlns:a16="http://schemas.microsoft.com/office/drawing/2014/main" id="{F26B3602-A45B-44B6-A0B4-F19F0AC21A28}"/>
              </a:ext>
            </a:extLst>
          </p:cNvPr>
          <p:cNvSpPr>
            <a:spLocks noGrp="1"/>
          </p:cNvSpPr>
          <p:nvPr>
            <p:ph type="ftr" sz="quarter" idx="11"/>
          </p:nvPr>
        </p:nvSpPr>
        <p:spPr/>
        <p:txBody>
          <a:bodyPr/>
          <a:lstStyle/>
          <a:p>
            <a:r>
              <a:rPr lang="en-ID"/>
              <a:t>Footer</a:t>
            </a:r>
          </a:p>
        </p:txBody>
      </p:sp>
      <p:sp>
        <p:nvSpPr>
          <p:cNvPr id="6" name="投影片編號版面配置區 5">
            <a:extLst>
              <a:ext uri="{FF2B5EF4-FFF2-40B4-BE49-F238E27FC236}">
                <a16:creationId xmlns:a16="http://schemas.microsoft.com/office/drawing/2014/main" id="{6C296DA6-5EC6-465F-8C7A-52FCBCEE3665}"/>
              </a:ext>
            </a:extLst>
          </p:cNvPr>
          <p:cNvSpPr>
            <a:spLocks noGrp="1"/>
          </p:cNvSpPr>
          <p:nvPr>
            <p:ph type="sldNum" sz="quarter" idx="12"/>
          </p:nvPr>
        </p:nvSpPr>
        <p:spPr/>
        <p:txBody>
          <a:bodyPr/>
          <a:lstStyle/>
          <a:p>
            <a:fld id="{20A13858-C2AA-4A16-A43A-77ABAD7631C2}" type="slidenum">
              <a:rPr lang="en-ID" smtClean="0"/>
              <a:pPr/>
              <a:t>16</a:t>
            </a:fld>
            <a:endParaRPr lang="en-ID" dirty="0"/>
          </a:p>
        </p:txBody>
      </p:sp>
      <p:pic>
        <p:nvPicPr>
          <p:cNvPr id="9" name="圖片 8">
            <a:extLst>
              <a:ext uri="{FF2B5EF4-FFF2-40B4-BE49-F238E27FC236}">
                <a16:creationId xmlns:a16="http://schemas.microsoft.com/office/drawing/2014/main" id="{910E4563-149D-4791-8D41-A2D88D7154BB}"/>
              </a:ext>
            </a:extLst>
          </p:cNvPr>
          <p:cNvPicPr>
            <a:picLocks noChangeAspect="1"/>
          </p:cNvPicPr>
          <p:nvPr/>
        </p:nvPicPr>
        <p:blipFill rotWithShape="1">
          <a:blip r:embed="rId3">
            <a:extLst>
              <a:ext uri="{28A0092B-C50C-407E-A947-70E740481C1C}">
                <a14:useLocalDpi xmlns:a14="http://schemas.microsoft.com/office/drawing/2010/main" val="0"/>
              </a:ext>
            </a:extLst>
          </a:blip>
          <a:srcRect l="1548" t="6660" r="5396" b="4661"/>
          <a:stretch/>
        </p:blipFill>
        <p:spPr>
          <a:xfrm>
            <a:off x="2682240" y="1588002"/>
            <a:ext cx="6827520" cy="5168350"/>
          </a:xfrm>
          <a:prstGeom prst="rect">
            <a:avLst/>
          </a:prstGeom>
        </p:spPr>
      </p:pic>
    </p:spTree>
    <p:extLst>
      <p:ext uri="{BB962C8B-B14F-4D97-AF65-F5344CB8AC3E}">
        <p14:creationId xmlns:p14="http://schemas.microsoft.com/office/powerpoint/2010/main" val="9781117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E78D81A-0797-4ADA-B080-001AC8F13A1C}"/>
              </a:ext>
            </a:extLst>
          </p:cNvPr>
          <p:cNvSpPr>
            <a:spLocks noGrp="1"/>
          </p:cNvSpPr>
          <p:nvPr>
            <p:ph type="title"/>
          </p:nvPr>
        </p:nvSpPr>
        <p:spPr/>
        <p:txBody>
          <a:bodyPr/>
          <a:lstStyle/>
          <a:p>
            <a:r>
              <a:rPr lang="en-US" altLang="zh-TW" dirty="0">
                <a:solidFill>
                  <a:schemeClr val="tx1">
                    <a:lumMod val="65000"/>
                    <a:lumOff val="35000"/>
                  </a:schemeClr>
                </a:solidFill>
              </a:rPr>
              <a:t>EXPERIMENT</a:t>
            </a:r>
            <a:endParaRPr lang="zh-TW" altLang="en-US" dirty="0">
              <a:solidFill>
                <a:schemeClr val="tx1">
                  <a:lumMod val="65000"/>
                  <a:lumOff val="35000"/>
                </a:schemeClr>
              </a:solidFill>
            </a:endParaRPr>
          </a:p>
        </p:txBody>
      </p:sp>
      <p:sp>
        <p:nvSpPr>
          <p:cNvPr id="3" name="內容版面配置區 2">
            <a:extLst>
              <a:ext uri="{FF2B5EF4-FFF2-40B4-BE49-F238E27FC236}">
                <a16:creationId xmlns:a16="http://schemas.microsoft.com/office/drawing/2014/main" id="{BD9A0020-390A-4814-8F89-ECDD726AF32E}"/>
              </a:ext>
            </a:extLst>
          </p:cNvPr>
          <p:cNvSpPr>
            <a:spLocks noGrp="1"/>
          </p:cNvSpPr>
          <p:nvPr>
            <p:ph idx="1"/>
          </p:nvPr>
        </p:nvSpPr>
        <p:spPr>
          <a:xfrm>
            <a:off x="532595" y="1044861"/>
            <a:ext cx="10972800" cy="5168350"/>
          </a:xfrm>
        </p:spPr>
        <p:txBody>
          <a:bodyPr>
            <a:normAutofit/>
          </a:bodyPr>
          <a:lstStyle/>
          <a:p>
            <a:r>
              <a:rPr lang="en-US" altLang="zh-TW" sz="2400" dirty="0">
                <a:solidFill>
                  <a:schemeClr val="tx1">
                    <a:lumMod val="65000"/>
                    <a:lumOff val="35000"/>
                  </a:schemeClr>
                </a:solidFill>
                <a:latin typeface="+mn-ea"/>
              </a:rPr>
              <a:t>Experiments</a:t>
            </a:r>
            <a:r>
              <a:rPr lang="zh-TW" altLang="en-US" sz="2400" dirty="0">
                <a:solidFill>
                  <a:schemeClr val="tx1">
                    <a:lumMod val="65000"/>
                    <a:lumOff val="35000"/>
                  </a:schemeClr>
                </a:solidFill>
                <a:latin typeface="+mn-ea"/>
              </a:rPr>
              <a:t> </a:t>
            </a:r>
            <a:r>
              <a:rPr lang="en-US" altLang="zh-TW" sz="2400" dirty="0">
                <a:solidFill>
                  <a:schemeClr val="tx1">
                    <a:lumMod val="65000"/>
                    <a:lumOff val="35000"/>
                  </a:schemeClr>
                </a:solidFill>
                <a:latin typeface="+mn-ea"/>
              </a:rPr>
              <a:t>on DQN-based QoS/</a:t>
            </a:r>
            <a:r>
              <a:rPr lang="en-US" altLang="zh-TW" sz="2400" dirty="0" err="1">
                <a:solidFill>
                  <a:schemeClr val="tx1">
                    <a:lumMod val="65000"/>
                    <a:lumOff val="35000"/>
                  </a:schemeClr>
                </a:solidFill>
                <a:latin typeface="+mn-ea"/>
              </a:rPr>
              <a:t>QoE</a:t>
            </a:r>
            <a:r>
              <a:rPr lang="en-US" altLang="zh-TW" sz="2400" dirty="0">
                <a:solidFill>
                  <a:schemeClr val="tx1">
                    <a:lumMod val="65000"/>
                    <a:lumOff val="35000"/>
                  </a:schemeClr>
                </a:solidFill>
                <a:latin typeface="+mn-ea"/>
              </a:rPr>
              <a:t>-aware Service Function Chaining</a:t>
            </a:r>
            <a:endParaRPr lang="zh-TW" altLang="en-US" sz="2400" dirty="0">
              <a:solidFill>
                <a:schemeClr val="tx1">
                  <a:lumMod val="65000"/>
                  <a:lumOff val="35000"/>
                </a:schemeClr>
              </a:solidFill>
              <a:latin typeface="+mn-ea"/>
            </a:endParaRPr>
          </a:p>
        </p:txBody>
      </p:sp>
      <p:sp>
        <p:nvSpPr>
          <p:cNvPr id="4" name="日期版面配置區 3">
            <a:extLst>
              <a:ext uri="{FF2B5EF4-FFF2-40B4-BE49-F238E27FC236}">
                <a16:creationId xmlns:a16="http://schemas.microsoft.com/office/drawing/2014/main" id="{610CBDA1-92CA-4416-A14D-E56DAD4EB89B}"/>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5" name="頁尾版面配置區 4">
            <a:extLst>
              <a:ext uri="{FF2B5EF4-FFF2-40B4-BE49-F238E27FC236}">
                <a16:creationId xmlns:a16="http://schemas.microsoft.com/office/drawing/2014/main" id="{F26B3602-A45B-44B6-A0B4-F19F0AC21A28}"/>
              </a:ext>
            </a:extLst>
          </p:cNvPr>
          <p:cNvSpPr>
            <a:spLocks noGrp="1"/>
          </p:cNvSpPr>
          <p:nvPr>
            <p:ph type="ftr" sz="quarter" idx="11"/>
          </p:nvPr>
        </p:nvSpPr>
        <p:spPr/>
        <p:txBody>
          <a:bodyPr/>
          <a:lstStyle/>
          <a:p>
            <a:r>
              <a:rPr lang="en-ID"/>
              <a:t>Footer</a:t>
            </a:r>
          </a:p>
        </p:txBody>
      </p:sp>
      <p:sp>
        <p:nvSpPr>
          <p:cNvPr id="6" name="投影片編號版面配置區 5">
            <a:extLst>
              <a:ext uri="{FF2B5EF4-FFF2-40B4-BE49-F238E27FC236}">
                <a16:creationId xmlns:a16="http://schemas.microsoft.com/office/drawing/2014/main" id="{6C296DA6-5EC6-465F-8C7A-52FCBCEE3665}"/>
              </a:ext>
            </a:extLst>
          </p:cNvPr>
          <p:cNvSpPr>
            <a:spLocks noGrp="1"/>
          </p:cNvSpPr>
          <p:nvPr>
            <p:ph type="sldNum" sz="quarter" idx="12"/>
          </p:nvPr>
        </p:nvSpPr>
        <p:spPr/>
        <p:txBody>
          <a:bodyPr/>
          <a:lstStyle/>
          <a:p>
            <a:fld id="{20A13858-C2AA-4A16-A43A-77ABAD7631C2}" type="slidenum">
              <a:rPr lang="en-ID" smtClean="0"/>
              <a:pPr/>
              <a:t>17</a:t>
            </a:fld>
            <a:endParaRPr lang="en-ID" dirty="0"/>
          </a:p>
        </p:txBody>
      </p:sp>
      <p:pic>
        <p:nvPicPr>
          <p:cNvPr id="8" name="圖片 7">
            <a:extLst>
              <a:ext uri="{FF2B5EF4-FFF2-40B4-BE49-F238E27FC236}">
                <a16:creationId xmlns:a16="http://schemas.microsoft.com/office/drawing/2014/main" id="{01BC5742-B285-4DDC-8B98-519C2D3B2F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61344" y="1815345"/>
            <a:ext cx="8515301" cy="3997794"/>
          </a:xfrm>
          <a:prstGeom prst="rect">
            <a:avLst/>
          </a:prstGeom>
        </p:spPr>
      </p:pic>
    </p:spTree>
    <p:extLst>
      <p:ext uri="{BB962C8B-B14F-4D97-AF65-F5344CB8AC3E}">
        <p14:creationId xmlns:p14="http://schemas.microsoft.com/office/powerpoint/2010/main" val="24096987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F3DC988-E581-431C-8828-8989C9ABCCEF}"/>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E213C5D3-F352-4F8B-907E-D57E00459BC6}"/>
              </a:ext>
            </a:extLst>
          </p:cNvPr>
          <p:cNvSpPr>
            <a:spLocks noGrp="1"/>
          </p:cNvSpPr>
          <p:nvPr>
            <p:ph idx="1"/>
          </p:nvPr>
        </p:nvSpPr>
        <p:spPr/>
        <p:txBody>
          <a:bodyPr/>
          <a:lstStyle/>
          <a:p>
            <a:endParaRPr lang="zh-TW" altLang="en-US"/>
          </a:p>
        </p:txBody>
      </p:sp>
      <p:sp>
        <p:nvSpPr>
          <p:cNvPr id="4" name="日期版面配置區 3">
            <a:extLst>
              <a:ext uri="{FF2B5EF4-FFF2-40B4-BE49-F238E27FC236}">
                <a16:creationId xmlns:a16="http://schemas.microsoft.com/office/drawing/2014/main" id="{A5417D15-4F90-4841-9FD2-087C9AB70062}"/>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5" name="頁尾版面配置區 4">
            <a:extLst>
              <a:ext uri="{FF2B5EF4-FFF2-40B4-BE49-F238E27FC236}">
                <a16:creationId xmlns:a16="http://schemas.microsoft.com/office/drawing/2014/main" id="{FE15C6A9-68A4-4042-9B2B-0C2FAB921AB1}"/>
              </a:ext>
            </a:extLst>
          </p:cNvPr>
          <p:cNvSpPr>
            <a:spLocks noGrp="1"/>
          </p:cNvSpPr>
          <p:nvPr>
            <p:ph type="ftr" sz="quarter" idx="11"/>
          </p:nvPr>
        </p:nvSpPr>
        <p:spPr/>
        <p:txBody>
          <a:bodyPr/>
          <a:lstStyle/>
          <a:p>
            <a:r>
              <a:rPr lang="en-ID"/>
              <a:t>Footer</a:t>
            </a:r>
          </a:p>
        </p:txBody>
      </p:sp>
      <p:sp>
        <p:nvSpPr>
          <p:cNvPr id="6" name="投影片編號版面配置區 5">
            <a:extLst>
              <a:ext uri="{FF2B5EF4-FFF2-40B4-BE49-F238E27FC236}">
                <a16:creationId xmlns:a16="http://schemas.microsoft.com/office/drawing/2014/main" id="{D50BF339-94D0-47B4-879D-CF06B71BD8B8}"/>
              </a:ext>
            </a:extLst>
          </p:cNvPr>
          <p:cNvSpPr>
            <a:spLocks noGrp="1"/>
          </p:cNvSpPr>
          <p:nvPr>
            <p:ph type="sldNum" sz="quarter" idx="12"/>
          </p:nvPr>
        </p:nvSpPr>
        <p:spPr/>
        <p:txBody>
          <a:bodyPr/>
          <a:lstStyle/>
          <a:p>
            <a:fld id="{20A13858-C2AA-4A16-A43A-77ABAD7631C2}" type="slidenum">
              <a:rPr lang="en-ID" smtClean="0"/>
              <a:pPr/>
              <a:t>18</a:t>
            </a:fld>
            <a:endParaRPr lang="en-ID" dirty="0"/>
          </a:p>
        </p:txBody>
      </p:sp>
    </p:spTree>
    <p:extLst>
      <p:ext uri="{BB962C8B-B14F-4D97-AF65-F5344CB8AC3E}">
        <p14:creationId xmlns:p14="http://schemas.microsoft.com/office/powerpoint/2010/main" val="18389827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2B32375-BCBC-4D94-B4CB-B0144E8BFB21}"/>
              </a:ext>
            </a:extLst>
          </p:cNvPr>
          <p:cNvSpPr>
            <a:spLocks noGrp="1"/>
          </p:cNvSpPr>
          <p:nvPr>
            <p:ph type="title"/>
          </p:nvPr>
        </p:nvSpPr>
        <p:spPr>
          <a:xfrm>
            <a:off x="609600" y="3760470"/>
            <a:ext cx="3479800" cy="498598"/>
          </a:xfrm>
        </p:spPr>
        <p:txBody>
          <a:bodyPr/>
          <a:lstStyle/>
          <a:p>
            <a:r>
              <a:rPr lang="en-US" altLang="zh-TW" dirty="0"/>
              <a:t>Conclusion:</a:t>
            </a:r>
            <a:endParaRPr lang="zh-TW" altLang="en-US" dirty="0"/>
          </a:p>
        </p:txBody>
      </p:sp>
      <p:sp>
        <p:nvSpPr>
          <p:cNvPr id="3" name="內容版面配置區 2">
            <a:extLst>
              <a:ext uri="{FF2B5EF4-FFF2-40B4-BE49-F238E27FC236}">
                <a16:creationId xmlns:a16="http://schemas.microsoft.com/office/drawing/2014/main" id="{B96936D5-E992-4460-B46C-8B0663840694}"/>
              </a:ext>
            </a:extLst>
          </p:cNvPr>
          <p:cNvSpPr>
            <a:spLocks noGrp="1"/>
          </p:cNvSpPr>
          <p:nvPr>
            <p:ph idx="1"/>
          </p:nvPr>
        </p:nvSpPr>
        <p:spPr/>
        <p:txBody>
          <a:bodyPr/>
          <a:lstStyle/>
          <a:p>
            <a:r>
              <a:rPr lang="en-US" altLang="zh-TW" dirty="0"/>
              <a:t>In a service outsourcing scenario, a service function chain might involve trans-slice network functions, which are likely to introduce hierarchical orchestration design. We consider this as a future work direction. </a:t>
            </a:r>
          </a:p>
          <a:p>
            <a:endParaRPr lang="en-US" altLang="zh-TW" dirty="0"/>
          </a:p>
          <a:p>
            <a:r>
              <a:rPr lang="en-US" altLang="zh-TW" dirty="0"/>
              <a:t>Our next step will also address to coordinate MEC in 5G edge networks with SFC in 5G core networks to bring end-to-end </a:t>
            </a:r>
            <a:r>
              <a:rPr lang="en-US" altLang="zh-TW" dirty="0" err="1"/>
              <a:t>QoE</a:t>
            </a:r>
            <a:r>
              <a:rPr lang="en-US" altLang="zh-TW" dirty="0"/>
              <a:t>-satisfactory services is also our next step work.</a:t>
            </a:r>
            <a:endParaRPr lang="zh-TW" altLang="en-US" dirty="0"/>
          </a:p>
        </p:txBody>
      </p:sp>
      <p:sp>
        <p:nvSpPr>
          <p:cNvPr id="4" name="日期版面配置區 3">
            <a:extLst>
              <a:ext uri="{FF2B5EF4-FFF2-40B4-BE49-F238E27FC236}">
                <a16:creationId xmlns:a16="http://schemas.microsoft.com/office/drawing/2014/main" id="{28F87CEB-EB4E-4A0C-9BC1-1BA606C4886B}"/>
              </a:ext>
            </a:extLst>
          </p:cNvPr>
          <p:cNvSpPr>
            <a:spLocks noGrp="1"/>
          </p:cNvSpPr>
          <p:nvPr>
            <p:ph type="dt" sz="half" idx="10"/>
          </p:nvPr>
        </p:nvSpPr>
        <p:spPr/>
        <p:txBody>
          <a:bodyPr/>
          <a:lstStyle/>
          <a:p>
            <a:fld id="{43E2D749-843A-4CF2-BA5B-0BB9149F832F}" type="datetime1">
              <a:rPr lang="en-ID" smtClean="0"/>
              <a:t>10/09/2019</a:t>
            </a:fld>
            <a:endParaRPr lang="en-ID"/>
          </a:p>
        </p:txBody>
      </p:sp>
      <p:sp>
        <p:nvSpPr>
          <p:cNvPr id="5" name="頁尾版面配置區 4">
            <a:extLst>
              <a:ext uri="{FF2B5EF4-FFF2-40B4-BE49-F238E27FC236}">
                <a16:creationId xmlns:a16="http://schemas.microsoft.com/office/drawing/2014/main" id="{E4203F4B-823E-4BC8-91BF-39B468171C5E}"/>
              </a:ext>
            </a:extLst>
          </p:cNvPr>
          <p:cNvSpPr>
            <a:spLocks noGrp="1"/>
          </p:cNvSpPr>
          <p:nvPr>
            <p:ph type="ftr" sz="quarter" idx="11"/>
          </p:nvPr>
        </p:nvSpPr>
        <p:spPr/>
        <p:txBody>
          <a:bodyPr/>
          <a:lstStyle/>
          <a:p>
            <a:r>
              <a:rPr lang="en-ID"/>
              <a:t>Footer</a:t>
            </a:r>
          </a:p>
        </p:txBody>
      </p:sp>
      <p:sp>
        <p:nvSpPr>
          <p:cNvPr id="6" name="投影片編號版面配置區 5">
            <a:extLst>
              <a:ext uri="{FF2B5EF4-FFF2-40B4-BE49-F238E27FC236}">
                <a16:creationId xmlns:a16="http://schemas.microsoft.com/office/drawing/2014/main" id="{D2C1CAB2-7A27-402B-AA18-EFAB6E0479F7}"/>
              </a:ext>
            </a:extLst>
          </p:cNvPr>
          <p:cNvSpPr>
            <a:spLocks noGrp="1"/>
          </p:cNvSpPr>
          <p:nvPr>
            <p:ph type="sldNum" sz="quarter" idx="12"/>
          </p:nvPr>
        </p:nvSpPr>
        <p:spPr/>
        <p:txBody>
          <a:bodyPr/>
          <a:lstStyle/>
          <a:p>
            <a:fld id="{20A13858-C2AA-4A16-A43A-77ABAD7631C2}" type="slidenum">
              <a:rPr lang="en-ID" smtClean="0"/>
              <a:pPr/>
              <a:t>19</a:t>
            </a:fld>
            <a:endParaRPr lang="en-ID" dirty="0"/>
          </a:p>
        </p:txBody>
      </p:sp>
    </p:spTree>
    <p:extLst>
      <p:ext uri="{BB962C8B-B14F-4D97-AF65-F5344CB8AC3E}">
        <p14:creationId xmlns:p14="http://schemas.microsoft.com/office/powerpoint/2010/main" val="4083936690"/>
      </p:ext>
    </p:extLst>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91B5B5"/>
      </a:dk2>
      <a:lt2>
        <a:srgbClr val="C9E9E7"/>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7">
      <a:majorFont>
        <a:latin typeface="Georgia"/>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defRPr>
            <a:solidFill>
              <a:schemeClr val="tx1">
                <a:lumMod val="75000"/>
                <a:lumOff val="25000"/>
              </a:schemeClr>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DFE9F7"/>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7389</TotalTime>
  <Words>1487</Words>
  <Application>Microsoft Office PowerPoint</Application>
  <PresentationFormat>寬螢幕</PresentationFormat>
  <Paragraphs>156</Paragraphs>
  <Slides>19</Slides>
  <Notes>14</Notes>
  <HiddenSlides>0</HiddenSlides>
  <MMClips>0</MMClips>
  <ScaleCrop>false</ScaleCrop>
  <HeadingPairs>
    <vt:vector size="6" baseType="variant">
      <vt:variant>
        <vt:lpstr>使用字型</vt:lpstr>
      </vt:variant>
      <vt:variant>
        <vt:i4>9</vt:i4>
      </vt:variant>
      <vt:variant>
        <vt:lpstr>佈景主題</vt:lpstr>
      </vt:variant>
      <vt:variant>
        <vt:i4>2</vt:i4>
      </vt:variant>
      <vt:variant>
        <vt:lpstr>投影片標題</vt:lpstr>
      </vt:variant>
      <vt:variant>
        <vt:i4>19</vt:i4>
      </vt:variant>
    </vt:vector>
  </HeadingPairs>
  <TitlesOfParts>
    <vt:vector size="30" baseType="lpstr">
      <vt:lpstr>等线</vt:lpstr>
      <vt:lpstr>新細明體</vt:lpstr>
      <vt:lpstr>Arial</vt:lpstr>
      <vt:lpstr>Arial</vt:lpstr>
      <vt:lpstr>Calibri</vt:lpstr>
      <vt:lpstr>Calibri Light</vt:lpstr>
      <vt:lpstr>Cambria Math</vt:lpstr>
      <vt:lpstr>Century Gothic</vt:lpstr>
      <vt:lpstr>Georgia</vt:lpstr>
      <vt:lpstr>Office Theme</vt:lpstr>
      <vt:lpstr>1_Office Theme</vt:lpstr>
      <vt:lpstr>PowerPoint 簡報</vt:lpstr>
      <vt:lpstr>PowerPoint 簡報</vt:lpstr>
      <vt:lpstr>LLDP (Link Layer Discovery Protocol)</vt:lpstr>
      <vt:lpstr>LLDP working model</vt:lpstr>
      <vt:lpstr>PowerPoint 簡報</vt:lpstr>
      <vt:lpstr>QoE-aware SFC Orchestration (QoE-SFC)</vt:lpstr>
      <vt:lpstr>QoE/QoS-aware SFC Orchestration (Q2-SFC)</vt:lpstr>
      <vt:lpstr>What is QoS/QoE?</vt:lpstr>
      <vt:lpstr>PowerPoint 簡報</vt:lpstr>
      <vt:lpstr>PowerPoint 簡報</vt:lpstr>
      <vt:lpstr>VNF Instances Selection</vt:lpstr>
      <vt:lpstr>epsilon-Greedy  ϵ - Greedy  </vt:lpstr>
      <vt:lpstr>QoS/QoE-aware SFC Algorithm</vt:lpstr>
      <vt:lpstr>EXPERIMENT</vt:lpstr>
      <vt:lpstr>EXPERIMENT</vt:lpstr>
      <vt:lpstr>EXPERIMENT</vt:lpstr>
      <vt:lpstr>EXPERIMENT</vt:lpstr>
      <vt:lpstr>PowerPoint 簡報</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aidul firdaus</dc:creator>
  <cp:lastModifiedBy>Albert</cp:lastModifiedBy>
  <cp:revision>140</cp:revision>
  <dcterms:created xsi:type="dcterms:W3CDTF">2019-07-04T05:19:40Z</dcterms:created>
  <dcterms:modified xsi:type="dcterms:W3CDTF">2019-09-10T08:40:09Z</dcterms:modified>
</cp:coreProperties>
</file>