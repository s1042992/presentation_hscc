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4"/>
  </p:sldMasterIdLst>
  <p:notesMasterIdLst>
    <p:notesMasterId r:id="rId31"/>
  </p:notesMasterIdLst>
  <p:sldIdLst>
    <p:sldId id="256" r:id="rId5"/>
    <p:sldId id="287" r:id="rId6"/>
    <p:sldId id="288" r:id="rId7"/>
    <p:sldId id="310" r:id="rId8"/>
    <p:sldId id="289" r:id="rId9"/>
    <p:sldId id="259" r:id="rId10"/>
    <p:sldId id="260" r:id="rId11"/>
    <p:sldId id="261" r:id="rId12"/>
    <p:sldId id="311" r:id="rId13"/>
    <p:sldId id="312" r:id="rId14"/>
    <p:sldId id="290" r:id="rId15"/>
    <p:sldId id="291" r:id="rId16"/>
    <p:sldId id="313" r:id="rId17"/>
    <p:sldId id="314" r:id="rId18"/>
    <p:sldId id="293" r:id="rId19"/>
    <p:sldId id="315" r:id="rId20"/>
    <p:sldId id="316" r:id="rId21"/>
    <p:sldId id="263" r:id="rId22"/>
    <p:sldId id="294" r:id="rId23"/>
    <p:sldId id="295" r:id="rId24"/>
    <p:sldId id="317" r:id="rId25"/>
    <p:sldId id="318" r:id="rId26"/>
    <p:sldId id="319" r:id="rId27"/>
    <p:sldId id="320" r:id="rId28"/>
    <p:sldId id="296" r:id="rId29"/>
    <p:sldId id="283" r:id="rId30"/>
  </p:sldIdLst>
  <p:sldSz cx="9144000" cy="5143500" type="screen16x9"/>
  <p:notesSz cx="6858000" cy="9144000"/>
  <p:embeddedFontLst>
    <p:embeddedFont>
      <p:font typeface="Sniglet" panose="020B0604020202020204" charset="0"/>
      <p:regular r:id="rId32"/>
    </p:embeddedFont>
    <p:embeddedFont>
      <p:font typeface="Dosis" panose="020B0604020202020204" charset="0"/>
      <p:regular r:id="rId33"/>
      <p:bold r:id="rId34"/>
    </p:embeddedFont>
    <p:embeddedFont>
      <p:font typeface="Cambria Math" panose="02040503050406030204" pitchFamily="18" charset="0"/>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2204"/>
    <a:srgbClr val="EFCF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F8DE9D0-E018-4009-AB81-B7AC5898530D}">
  <a:tblStyle styleId="{EF8DE9D0-E018-4009-AB81-B7AC5898530D}"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461" autoAdjust="0"/>
  </p:normalViewPr>
  <p:slideViewPr>
    <p:cSldViewPr snapToGrid="0">
      <p:cViewPr varScale="1">
        <p:scale>
          <a:sx n="116" d="100"/>
          <a:sy n="116" d="100"/>
        </p:scale>
        <p:origin x="146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3.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2.fntdata"/><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1.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ffice office" userId="1fb67316-98c9-4fa2-b370-65ef411ad83e" providerId="ADAL" clId="{41A59672-5B7A-4E63-96CD-BCD405591535}"/>
    <pc:docChg chg="undo custSel addSld delSld modSld sldOrd">
      <pc:chgData name="office office" userId="1fb67316-98c9-4fa2-b370-65ef411ad83e" providerId="ADAL" clId="{41A59672-5B7A-4E63-96CD-BCD405591535}" dt="2020-11-19T09:46:47.873" v="10448" actId="2696"/>
      <pc:docMkLst>
        <pc:docMk/>
      </pc:docMkLst>
      <pc:sldChg chg="modSp">
        <pc:chgData name="office office" userId="1fb67316-98c9-4fa2-b370-65ef411ad83e" providerId="ADAL" clId="{41A59672-5B7A-4E63-96CD-BCD405591535}" dt="2020-11-18T09:45:24.572" v="2686"/>
        <pc:sldMkLst>
          <pc:docMk/>
          <pc:sldMk cId="0" sldId="259"/>
        </pc:sldMkLst>
        <pc:spChg chg="mod">
          <ac:chgData name="office office" userId="1fb67316-98c9-4fa2-b370-65ef411ad83e" providerId="ADAL" clId="{41A59672-5B7A-4E63-96CD-BCD405591535}" dt="2020-11-18T09:45:24.572" v="2686"/>
          <ac:spMkLst>
            <pc:docMk/>
            <pc:sldMk cId="0" sldId="259"/>
            <ac:spMk id="547" creationId="{00000000-0000-0000-0000-000000000000}"/>
          </ac:spMkLst>
        </pc:spChg>
      </pc:sldChg>
      <pc:sldChg chg="addSp delSp">
        <pc:chgData name="office office" userId="1fb67316-98c9-4fa2-b370-65ef411ad83e" providerId="ADAL" clId="{41A59672-5B7A-4E63-96CD-BCD405591535}" dt="2020-11-18T09:46:08.835" v="2690"/>
        <pc:sldMkLst>
          <pc:docMk/>
          <pc:sldMk cId="0" sldId="260"/>
        </pc:sldMkLst>
        <pc:spChg chg="add del">
          <ac:chgData name="office office" userId="1fb67316-98c9-4fa2-b370-65ef411ad83e" providerId="ADAL" clId="{41A59672-5B7A-4E63-96CD-BCD405591535}" dt="2020-11-18T09:46:08.801" v="2689"/>
          <ac:spMkLst>
            <pc:docMk/>
            <pc:sldMk cId="0" sldId="260"/>
            <ac:spMk id="2" creationId="{C7C9C863-FF99-4019-8DEA-C675DF543E29}"/>
          </ac:spMkLst>
        </pc:spChg>
        <pc:picChg chg="add">
          <ac:chgData name="office office" userId="1fb67316-98c9-4fa2-b370-65ef411ad83e" providerId="ADAL" clId="{41A59672-5B7A-4E63-96CD-BCD405591535}" dt="2020-11-18T09:46:08.835" v="2690"/>
          <ac:picMkLst>
            <pc:docMk/>
            <pc:sldMk cId="0" sldId="260"/>
            <ac:picMk id="3" creationId="{08620D9C-8E15-4C5B-892E-0A37EB149574}"/>
          </ac:picMkLst>
        </pc:picChg>
        <pc:picChg chg="del">
          <ac:chgData name="office office" userId="1fb67316-98c9-4fa2-b370-65ef411ad83e" providerId="ADAL" clId="{41A59672-5B7A-4E63-96CD-BCD405591535}" dt="2020-11-18T09:46:03.116" v="2687" actId="478"/>
          <ac:picMkLst>
            <pc:docMk/>
            <pc:sldMk cId="0" sldId="260"/>
            <ac:picMk id="5" creationId="{6744E572-EBBF-4AF2-ACA1-2E8B1DB6E349}"/>
          </ac:picMkLst>
        </pc:picChg>
      </pc:sldChg>
      <pc:sldChg chg="addSp delSp modSp modNotesTx">
        <pc:chgData name="office office" userId="1fb67316-98c9-4fa2-b370-65ef411ad83e" providerId="ADAL" clId="{41A59672-5B7A-4E63-96CD-BCD405591535}" dt="2020-11-19T09:27:03.388" v="9349" actId="20577"/>
        <pc:sldMkLst>
          <pc:docMk/>
          <pc:sldMk cId="0" sldId="263"/>
        </pc:sldMkLst>
        <pc:spChg chg="add del">
          <ac:chgData name="office office" userId="1fb67316-98c9-4fa2-b370-65ef411ad83e" providerId="ADAL" clId="{41A59672-5B7A-4E63-96CD-BCD405591535}" dt="2020-11-19T08:30:55.853" v="7574"/>
          <ac:spMkLst>
            <pc:docMk/>
            <pc:sldMk cId="0" sldId="263"/>
            <ac:spMk id="2" creationId="{25C1CA09-8C0B-4874-83FE-64B5C91B48F5}"/>
          </ac:spMkLst>
        </pc:spChg>
        <pc:spChg chg="del">
          <ac:chgData name="office office" userId="1fb67316-98c9-4fa2-b370-65ef411ad83e" providerId="ADAL" clId="{41A59672-5B7A-4E63-96CD-BCD405591535}" dt="2020-11-19T08:30:36.192" v="7570" actId="478"/>
          <ac:spMkLst>
            <pc:docMk/>
            <pc:sldMk cId="0" sldId="263"/>
            <ac:spMk id="12" creationId="{29276A32-5E16-441C-B246-06A25923E720}"/>
          </ac:spMkLst>
        </pc:spChg>
        <pc:picChg chg="add mod">
          <ac:chgData name="office office" userId="1fb67316-98c9-4fa2-b370-65ef411ad83e" providerId="ADAL" clId="{41A59672-5B7A-4E63-96CD-BCD405591535}" dt="2020-11-19T08:31:05.327" v="7577" actId="1076"/>
          <ac:picMkLst>
            <pc:docMk/>
            <pc:sldMk cId="0" sldId="263"/>
            <ac:picMk id="3" creationId="{3FE6FB3E-B8B8-4C02-8E16-416ED0E60E32}"/>
          </ac:picMkLst>
        </pc:picChg>
        <pc:picChg chg="del">
          <ac:chgData name="office office" userId="1fb67316-98c9-4fa2-b370-65ef411ad83e" providerId="ADAL" clId="{41A59672-5B7A-4E63-96CD-BCD405591535}" dt="2020-11-19T08:30:33.754" v="7568" actId="478"/>
          <ac:picMkLst>
            <pc:docMk/>
            <pc:sldMk cId="0" sldId="263"/>
            <ac:picMk id="9" creationId="{F2EEC2E6-3914-4ED1-AAB9-7A754031A25B}"/>
          </ac:picMkLst>
        </pc:picChg>
        <pc:picChg chg="del">
          <ac:chgData name="office office" userId="1fb67316-98c9-4fa2-b370-65ef411ad83e" providerId="ADAL" clId="{41A59672-5B7A-4E63-96CD-BCD405591535}" dt="2020-11-19T08:30:34.423" v="7569" actId="478"/>
          <ac:picMkLst>
            <pc:docMk/>
            <pc:sldMk cId="0" sldId="263"/>
            <ac:picMk id="11" creationId="{BB68EEE7-0C43-4EF0-B5EC-674C99030BDC}"/>
          </ac:picMkLst>
        </pc:picChg>
      </pc:sldChg>
      <pc:sldChg chg="add del">
        <pc:chgData name="office office" userId="1fb67316-98c9-4fa2-b370-65ef411ad83e" providerId="ADAL" clId="{41A59672-5B7A-4E63-96CD-BCD405591535}" dt="2020-11-19T09:46:47.873" v="10448" actId="2696"/>
        <pc:sldMkLst>
          <pc:docMk/>
          <pc:sldMk cId="0" sldId="283"/>
        </pc:sldMkLst>
      </pc:sldChg>
      <pc:sldChg chg="modSp modNotesTx">
        <pc:chgData name="office office" userId="1fb67316-98c9-4fa2-b370-65ef411ad83e" providerId="ADAL" clId="{41A59672-5B7A-4E63-96CD-BCD405591535}" dt="2020-11-18T06:41:14.711" v="169" actId="20577"/>
        <pc:sldMkLst>
          <pc:docMk/>
          <pc:sldMk cId="3661298008" sldId="287"/>
        </pc:sldMkLst>
        <pc:spChg chg="mod">
          <ac:chgData name="office office" userId="1fb67316-98c9-4fa2-b370-65ef411ad83e" providerId="ADAL" clId="{41A59672-5B7A-4E63-96CD-BCD405591535}" dt="2020-11-18T06:38:31.274" v="167" actId="20577"/>
          <ac:spMkLst>
            <pc:docMk/>
            <pc:sldMk cId="3661298008" sldId="287"/>
            <ac:spMk id="531" creationId="{00000000-0000-0000-0000-000000000000}"/>
          </ac:spMkLst>
        </pc:spChg>
      </pc:sldChg>
      <pc:sldChg chg="addSp delSp modSp modNotesTx">
        <pc:chgData name="office office" userId="1fb67316-98c9-4fa2-b370-65ef411ad83e" providerId="ADAL" clId="{41A59672-5B7A-4E63-96CD-BCD405591535}" dt="2020-11-18T07:45:22.122" v="1248" actId="20577"/>
        <pc:sldMkLst>
          <pc:docMk/>
          <pc:sldMk cId="2863964299" sldId="288"/>
        </pc:sldMkLst>
        <pc:spChg chg="add del">
          <ac:chgData name="office office" userId="1fb67316-98c9-4fa2-b370-65ef411ad83e" providerId="ADAL" clId="{41A59672-5B7A-4E63-96CD-BCD405591535}" dt="2020-11-18T06:57:25.868" v="174"/>
          <ac:spMkLst>
            <pc:docMk/>
            <pc:sldMk cId="2863964299" sldId="288"/>
            <ac:spMk id="2" creationId="{77408B2D-678A-42E8-BBD9-81EB4E55E6FA}"/>
          </ac:spMkLst>
        </pc:spChg>
        <pc:spChg chg="mod">
          <ac:chgData name="office office" userId="1fb67316-98c9-4fa2-b370-65ef411ad83e" providerId="ADAL" clId="{41A59672-5B7A-4E63-96CD-BCD405591535}" dt="2020-11-18T06:57:20.298" v="172" actId="1076"/>
          <ac:spMkLst>
            <pc:docMk/>
            <pc:sldMk cId="2863964299" sldId="288"/>
            <ac:spMk id="531" creationId="{00000000-0000-0000-0000-000000000000}"/>
          </ac:spMkLst>
        </pc:spChg>
        <pc:picChg chg="add mod">
          <ac:chgData name="office office" userId="1fb67316-98c9-4fa2-b370-65ef411ad83e" providerId="ADAL" clId="{41A59672-5B7A-4E63-96CD-BCD405591535}" dt="2020-11-18T06:57:31.809" v="180" actId="1076"/>
          <ac:picMkLst>
            <pc:docMk/>
            <pc:sldMk cId="2863964299" sldId="288"/>
            <ac:picMk id="3" creationId="{E1B3724E-3014-44CB-9E8E-609D64B247CA}"/>
          </ac:picMkLst>
        </pc:picChg>
      </pc:sldChg>
      <pc:sldChg chg="modSp modNotesTx">
        <pc:chgData name="office office" userId="1fb67316-98c9-4fa2-b370-65ef411ad83e" providerId="ADAL" clId="{41A59672-5B7A-4E63-96CD-BCD405591535}" dt="2020-11-18T09:45:07.777" v="2685"/>
        <pc:sldMkLst>
          <pc:docMk/>
          <pc:sldMk cId="615756639" sldId="289"/>
        </pc:sldMkLst>
        <pc:spChg chg="mod">
          <ac:chgData name="office office" userId="1fb67316-98c9-4fa2-b370-65ef411ad83e" providerId="ADAL" clId="{41A59672-5B7A-4E63-96CD-BCD405591535}" dt="2020-11-18T09:45:07.777" v="2685"/>
          <ac:spMkLst>
            <pc:docMk/>
            <pc:sldMk cId="615756639" sldId="289"/>
            <ac:spMk id="530" creationId="{00000000-0000-0000-0000-000000000000}"/>
          </ac:spMkLst>
        </pc:spChg>
        <pc:spChg chg="mod">
          <ac:chgData name="office office" userId="1fb67316-98c9-4fa2-b370-65ef411ad83e" providerId="ADAL" clId="{41A59672-5B7A-4E63-96CD-BCD405591535}" dt="2020-11-18T09:42:22.207" v="2447" actId="20577"/>
          <ac:spMkLst>
            <pc:docMk/>
            <pc:sldMk cId="615756639" sldId="289"/>
            <ac:spMk id="531" creationId="{00000000-0000-0000-0000-000000000000}"/>
          </ac:spMkLst>
        </pc:spChg>
      </pc:sldChg>
      <pc:sldChg chg="modSp modNotesTx">
        <pc:chgData name="office office" userId="1fb67316-98c9-4fa2-b370-65ef411ad83e" providerId="ADAL" clId="{41A59672-5B7A-4E63-96CD-BCD405591535}" dt="2020-11-19T06:28:00.159" v="4422" actId="20577"/>
        <pc:sldMkLst>
          <pc:docMk/>
          <pc:sldMk cId="3322284416" sldId="290"/>
        </pc:sldMkLst>
        <pc:spChg chg="mod">
          <ac:chgData name="office office" userId="1fb67316-98c9-4fa2-b370-65ef411ad83e" providerId="ADAL" clId="{41A59672-5B7A-4E63-96CD-BCD405591535}" dt="2020-11-19T05:59:41.232" v="3755"/>
          <ac:spMkLst>
            <pc:docMk/>
            <pc:sldMk cId="3322284416" sldId="290"/>
            <ac:spMk id="559" creationId="{00000000-0000-0000-0000-000000000000}"/>
          </ac:spMkLst>
        </pc:spChg>
        <pc:spChg chg="mod">
          <ac:chgData name="office office" userId="1fb67316-98c9-4fa2-b370-65ef411ad83e" providerId="ADAL" clId="{41A59672-5B7A-4E63-96CD-BCD405591535}" dt="2020-11-19T06:26:10.771" v="4300"/>
          <ac:spMkLst>
            <pc:docMk/>
            <pc:sldMk cId="3322284416" sldId="290"/>
            <ac:spMk id="560" creationId="{00000000-0000-0000-0000-000000000000}"/>
          </ac:spMkLst>
        </pc:spChg>
      </pc:sldChg>
      <pc:sldChg chg="addSp modSp modNotesTx">
        <pc:chgData name="office office" userId="1fb67316-98c9-4fa2-b370-65ef411ad83e" providerId="ADAL" clId="{41A59672-5B7A-4E63-96CD-BCD405591535}" dt="2020-11-19T07:29:21.936" v="5693"/>
        <pc:sldMkLst>
          <pc:docMk/>
          <pc:sldMk cId="1322467102" sldId="291"/>
        </pc:sldMkLst>
        <pc:spChg chg="mod">
          <ac:chgData name="office office" userId="1fb67316-98c9-4fa2-b370-65ef411ad83e" providerId="ADAL" clId="{41A59672-5B7A-4E63-96CD-BCD405591535}" dt="2020-11-19T07:29:21.936" v="5693"/>
          <ac:spMkLst>
            <pc:docMk/>
            <pc:sldMk cId="1322467102" sldId="291"/>
            <ac:spMk id="559" creationId="{00000000-0000-0000-0000-000000000000}"/>
          </ac:spMkLst>
        </pc:spChg>
        <pc:spChg chg="mod">
          <ac:chgData name="office office" userId="1fb67316-98c9-4fa2-b370-65ef411ad83e" providerId="ADAL" clId="{41A59672-5B7A-4E63-96CD-BCD405591535}" dt="2020-11-19T06:48:34.426" v="4923" actId="20577"/>
          <ac:spMkLst>
            <pc:docMk/>
            <pc:sldMk cId="1322467102" sldId="291"/>
            <ac:spMk id="560" creationId="{00000000-0000-0000-0000-000000000000}"/>
          </ac:spMkLst>
        </pc:spChg>
        <pc:picChg chg="add mod">
          <ac:chgData name="office office" userId="1fb67316-98c9-4fa2-b370-65ef411ad83e" providerId="ADAL" clId="{41A59672-5B7A-4E63-96CD-BCD405591535}" dt="2020-11-19T06:54:42.508" v="4928" actId="1076"/>
          <ac:picMkLst>
            <pc:docMk/>
            <pc:sldMk cId="1322467102" sldId="291"/>
            <ac:picMk id="2" creationId="{00606E7A-8931-4025-BD7B-2A21461A8E26}"/>
          </ac:picMkLst>
        </pc:picChg>
      </pc:sldChg>
      <pc:sldChg chg="del">
        <pc:chgData name="office office" userId="1fb67316-98c9-4fa2-b370-65ef411ad83e" providerId="ADAL" clId="{41A59672-5B7A-4E63-96CD-BCD405591535}" dt="2020-11-19T07:13:59.791" v="5155" actId="2696"/>
        <pc:sldMkLst>
          <pc:docMk/>
          <pc:sldMk cId="758065184" sldId="292"/>
        </pc:sldMkLst>
      </pc:sldChg>
      <pc:sldChg chg="modSp modNotesTx">
        <pc:chgData name="office office" userId="1fb67316-98c9-4fa2-b370-65ef411ad83e" providerId="ADAL" clId="{41A59672-5B7A-4E63-96CD-BCD405591535}" dt="2020-11-19T07:51:51.168" v="6872" actId="20577"/>
        <pc:sldMkLst>
          <pc:docMk/>
          <pc:sldMk cId="4271019434" sldId="293"/>
        </pc:sldMkLst>
        <pc:spChg chg="mod">
          <ac:chgData name="office office" userId="1fb67316-98c9-4fa2-b370-65ef411ad83e" providerId="ADAL" clId="{41A59672-5B7A-4E63-96CD-BCD405591535}" dt="2020-11-19T07:51:21.441" v="6819" actId="14100"/>
          <ac:spMkLst>
            <pc:docMk/>
            <pc:sldMk cId="4271019434" sldId="293"/>
            <ac:spMk id="547" creationId="{00000000-0000-0000-0000-000000000000}"/>
          </ac:spMkLst>
        </pc:spChg>
      </pc:sldChg>
      <pc:sldChg chg="modSp">
        <pc:chgData name="office office" userId="1fb67316-98c9-4fa2-b370-65ef411ad83e" providerId="ADAL" clId="{41A59672-5B7A-4E63-96CD-BCD405591535}" dt="2020-11-19T09:27:20.223" v="9350"/>
        <pc:sldMkLst>
          <pc:docMk/>
          <pc:sldMk cId="3556733299" sldId="294"/>
        </pc:sldMkLst>
        <pc:spChg chg="mod">
          <ac:chgData name="office office" userId="1fb67316-98c9-4fa2-b370-65ef411ad83e" providerId="ADAL" clId="{41A59672-5B7A-4E63-96CD-BCD405591535}" dt="2020-11-19T09:27:20.223" v="9350"/>
          <ac:spMkLst>
            <pc:docMk/>
            <pc:sldMk cId="3556733299" sldId="294"/>
            <ac:spMk id="547" creationId="{00000000-0000-0000-0000-000000000000}"/>
          </ac:spMkLst>
        </pc:spChg>
      </pc:sldChg>
      <pc:sldChg chg="addSp delSp modSp modNotesTx">
        <pc:chgData name="office office" userId="1fb67316-98c9-4fa2-b370-65ef411ad83e" providerId="ADAL" clId="{41A59672-5B7A-4E63-96CD-BCD405591535}" dt="2020-11-19T09:33:01.409" v="9862" actId="20577"/>
        <pc:sldMkLst>
          <pc:docMk/>
          <pc:sldMk cId="1191423139" sldId="295"/>
        </pc:sldMkLst>
        <pc:spChg chg="add del mod">
          <ac:chgData name="office office" userId="1fb67316-98c9-4fa2-b370-65ef411ad83e" providerId="ADAL" clId="{41A59672-5B7A-4E63-96CD-BCD405591535}" dt="2020-11-19T09:27:57.070" v="9353"/>
          <ac:spMkLst>
            <pc:docMk/>
            <pc:sldMk cId="1191423139" sldId="295"/>
            <ac:spMk id="2" creationId="{D9855C0B-306D-4C0F-9647-76AD1877F1B7}"/>
          </ac:spMkLst>
        </pc:spChg>
        <pc:spChg chg="add del">
          <ac:chgData name="office office" userId="1fb67316-98c9-4fa2-b370-65ef411ad83e" providerId="ADAL" clId="{41A59672-5B7A-4E63-96CD-BCD405591535}" dt="2020-11-19T09:28:03.466" v="9358"/>
          <ac:spMkLst>
            <pc:docMk/>
            <pc:sldMk cId="1191423139" sldId="295"/>
            <ac:spMk id="4" creationId="{C5EA15C1-3045-4793-8516-343ACE598E69}"/>
          </ac:spMkLst>
        </pc:spChg>
        <pc:spChg chg="add del mod">
          <ac:chgData name="office office" userId="1fb67316-98c9-4fa2-b370-65ef411ad83e" providerId="ADAL" clId="{41A59672-5B7A-4E63-96CD-BCD405591535}" dt="2020-11-19T09:28:00.463" v="9356" actId="478"/>
          <ac:spMkLst>
            <pc:docMk/>
            <pc:sldMk cId="1191423139" sldId="295"/>
            <ac:spMk id="5" creationId="{50D6632B-E974-4D9A-8B03-647B83BBADA3}"/>
          </ac:spMkLst>
        </pc:spChg>
        <pc:spChg chg="add del">
          <ac:chgData name="office office" userId="1fb67316-98c9-4fa2-b370-65ef411ad83e" providerId="ADAL" clId="{41A59672-5B7A-4E63-96CD-BCD405591535}" dt="2020-11-19T09:29:25.144" v="9502"/>
          <ac:spMkLst>
            <pc:docMk/>
            <pc:sldMk cId="1191423139" sldId="295"/>
            <ac:spMk id="7" creationId="{AD7A6169-4800-4A07-A249-BD8876700D31}"/>
          </ac:spMkLst>
        </pc:spChg>
        <pc:spChg chg="mod">
          <ac:chgData name="office office" userId="1fb67316-98c9-4fa2-b370-65ef411ad83e" providerId="ADAL" clId="{41A59672-5B7A-4E63-96CD-BCD405591535}" dt="2020-11-19T09:29:49.263" v="9511" actId="1076"/>
          <ac:spMkLst>
            <pc:docMk/>
            <pc:sldMk cId="1191423139" sldId="295"/>
            <ac:spMk id="8" creationId="{CD8AC658-503B-4DBA-B7CF-425BFA631EF4}"/>
          </ac:spMkLst>
        </pc:spChg>
        <pc:picChg chg="add del">
          <ac:chgData name="office office" userId="1fb67316-98c9-4fa2-b370-65ef411ad83e" providerId="ADAL" clId="{41A59672-5B7A-4E63-96CD-BCD405591535}" dt="2020-11-19T09:27:58.737" v="9355"/>
          <ac:picMkLst>
            <pc:docMk/>
            <pc:sldMk cId="1191423139" sldId="295"/>
            <ac:picMk id="3" creationId="{F1EDCBB7-72B1-4710-B0DE-4E4ADED36BDB}"/>
          </ac:picMkLst>
        </pc:picChg>
        <pc:picChg chg="add mod">
          <ac:chgData name="office office" userId="1fb67316-98c9-4fa2-b370-65ef411ad83e" providerId="ADAL" clId="{41A59672-5B7A-4E63-96CD-BCD405591535}" dt="2020-11-19T09:29:54.791" v="9514" actId="1076"/>
          <ac:picMkLst>
            <pc:docMk/>
            <pc:sldMk cId="1191423139" sldId="295"/>
            <ac:picMk id="6" creationId="{6C4CEF69-7F05-4009-8871-12BC53E88716}"/>
          </ac:picMkLst>
        </pc:picChg>
        <pc:picChg chg="add mod">
          <ac:chgData name="office office" userId="1fb67316-98c9-4fa2-b370-65ef411ad83e" providerId="ADAL" clId="{41A59672-5B7A-4E63-96CD-BCD405591535}" dt="2020-11-19T09:29:53.281" v="9513" actId="1076"/>
          <ac:picMkLst>
            <pc:docMk/>
            <pc:sldMk cId="1191423139" sldId="295"/>
            <ac:picMk id="9" creationId="{4243713C-3E3C-4F4F-ABAC-F1599F5843EF}"/>
          </ac:picMkLst>
        </pc:picChg>
      </pc:sldChg>
      <pc:sldChg chg="modSp modNotesTx">
        <pc:chgData name="office office" userId="1fb67316-98c9-4fa2-b370-65ef411ad83e" providerId="ADAL" clId="{41A59672-5B7A-4E63-96CD-BCD405591535}" dt="2020-11-19T09:46:36.993" v="10432" actId="20577"/>
        <pc:sldMkLst>
          <pc:docMk/>
          <pc:sldMk cId="2847761621" sldId="296"/>
        </pc:sldMkLst>
        <pc:spChg chg="mod">
          <ac:chgData name="office office" userId="1fb67316-98c9-4fa2-b370-65ef411ad83e" providerId="ADAL" clId="{41A59672-5B7A-4E63-96CD-BCD405591535}" dt="2020-11-19T09:44:24.326" v="10110" actId="20577"/>
          <ac:spMkLst>
            <pc:docMk/>
            <pc:sldMk cId="2847761621" sldId="296"/>
            <ac:spMk id="5" creationId="{50D6632B-E974-4D9A-8B03-647B83BBADA3}"/>
          </ac:spMkLst>
        </pc:spChg>
        <pc:spChg chg="mod">
          <ac:chgData name="office office" userId="1fb67316-98c9-4fa2-b370-65ef411ad83e" providerId="ADAL" clId="{41A59672-5B7A-4E63-96CD-BCD405591535}" dt="2020-11-19T09:43:53.423" v="10099"/>
          <ac:spMkLst>
            <pc:docMk/>
            <pc:sldMk cId="2847761621" sldId="296"/>
            <ac:spMk id="8" creationId="{CD8AC658-503B-4DBA-B7CF-425BFA631EF4}"/>
          </ac:spMkLst>
        </pc:spChg>
      </pc:sldChg>
      <pc:sldChg chg="del">
        <pc:chgData name="office office" userId="1fb67316-98c9-4fa2-b370-65ef411ad83e" providerId="ADAL" clId="{41A59672-5B7A-4E63-96CD-BCD405591535}" dt="2020-11-19T09:46:39.699" v="10433" actId="2696"/>
        <pc:sldMkLst>
          <pc:docMk/>
          <pc:sldMk cId="3359061914" sldId="298"/>
        </pc:sldMkLst>
      </pc:sldChg>
      <pc:sldChg chg="del">
        <pc:chgData name="office office" userId="1fb67316-98c9-4fa2-b370-65ef411ad83e" providerId="ADAL" clId="{41A59672-5B7A-4E63-96CD-BCD405591535}" dt="2020-11-19T09:46:40.262" v="10434" actId="2696"/>
        <pc:sldMkLst>
          <pc:docMk/>
          <pc:sldMk cId="61428532" sldId="299"/>
        </pc:sldMkLst>
      </pc:sldChg>
      <pc:sldChg chg="del">
        <pc:chgData name="office office" userId="1fb67316-98c9-4fa2-b370-65ef411ad83e" providerId="ADAL" clId="{41A59672-5B7A-4E63-96CD-BCD405591535}" dt="2020-11-19T09:46:40.859" v="10435" actId="2696"/>
        <pc:sldMkLst>
          <pc:docMk/>
          <pc:sldMk cId="2135309403" sldId="300"/>
        </pc:sldMkLst>
      </pc:sldChg>
      <pc:sldChg chg="del">
        <pc:chgData name="office office" userId="1fb67316-98c9-4fa2-b370-65ef411ad83e" providerId="ADAL" clId="{41A59672-5B7A-4E63-96CD-BCD405591535}" dt="2020-11-19T09:46:41.380" v="10436" actId="2696"/>
        <pc:sldMkLst>
          <pc:docMk/>
          <pc:sldMk cId="836512083" sldId="301"/>
        </pc:sldMkLst>
      </pc:sldChg>
      <pc:sldChg chg="del">
        <pc:chgData name="office office" userId="1fb67316-98c9-4fa2-b370-65ef411ad83e" providerId="ADAL" clId="{41A59672-5B7A-4E63-96CD-BCD405591535}" dt="2020-11-19T09:46:41.882" v="10437" actId="2696"/>
        <pc:sldMkLst>
          <pc:docMk/>
          <pc:sldMk cId="3206981586" sldId="302"/>
        </pc:sldMkLst>
      </pc:sldChg>
      <pc:sldChg chg="del">
        <pc:chgData name="office office" userId="1fb67316-98c9-4fa2-b370-65ef411ad83e" providerId="ADAL" clId="{41A59672-5B7A-4E63-96CD-BCD405591535}" dt="2020-11-19T09:46:42.266" v="10438" actId="2696"/>
        <pc:sldMkLst>
          <pc:docMk/>
          <pc:sldMk cId="1043918014" sldId="303"/>
        </pc:sldMkLst>
      </pc:sldChg>
      <pc:sldChg chg="del">
        <pc:chgData name="office office" userId="1fb67316-98c9-4fa2-b370-65ef411ad83e" providerId="ADAL" clId="{41A59672-5B7A-4E63-96CD-BCD405591535}" dt="2020-11-19T09:46:42.786" v="10439" actId="2696"/>
        <pc:sldMkLst>
          <pc:docMk/>
          <pc:sldMk cId="885555693" sldId="304"/>
        </pc:sldMkLst>
      </pc:sldChg>
      <pc:sldChg chg="del">
        <pc:chgData name="office office" userId="1fb67316-98c9-4fa2-b370-65ef411ad83e" providerId="ADAL" clId="{41A59672-5B7A-4E63-96CD-BCD405591535}" dt="2020-11-19T09:46:43.356" v="10440" actId="2696"/>
        <pc:sldMkLst>
          <pc:docMk/>
          <pc:sldMk cId="1918467269" sldId="305"/>
        </pc:sldMkLst>
      </pc:sldChg>
      <pc:sldChg chg="del">
        <pc:chgData name="office office" userId="1fb67316-98c9-4fa2-b370-65ef411ad83e" providerId="ADAL" clId="{41A59672-5B7A-4E63-96CD-BCD405591535}" dt="2020-11-19T09:46:44.081" v="10441" actId="2696"/>
        <pc:sldMkLst>
          <pc:docMk/>
          <pc:sldMk cId="1362368651" sldId="306"/>
        </pc:sldMkLst>
      </pc:sldChg>
      <pc:sldChg chg="del">
        <pc:chgData name="office office" userId="1fb67316-98c9-4fa2-b370-65ef411ad83e" providerId="ADAL" clId="{41A59672-5B7A-4E63-96CD-BCD405591535}" dt="2020-11-19T09:46:44.489" v="10442" actId="2696"/>
        <pc:sldMkLst>
          <pc:docMk/>
          <pc:sldMk cId="2152495305" sldId="307"/>
        </pc:sldMkLst>
      </pc:sldChg>
      <pc:sldChg chg="del">
        <pc:chgData name="office office" userId="1fb67316-98c9-4fa2-b370-65ef411ad83e" providerId="ADAL" clId="{41A59672-5B7A-4E63-96CD-BCD405591535}" dt="2020-11-19T09:46:45.042" v="10443" actId="2696"/>
        <pc:sldMkLst>
          <pc:docMk/>
          <pc:sldMk cId="1927177757" sldId="308"/>
        </pc:sldMkLst>
      </pc:sldChg>
      <pc:sldChg chg="del">
        <pc:chgData name="office office" userId="1fb67316-98c9-4fa2-b370-65ef411ad83e" providerId="ADAL" clId="{41A59672-5B7A-4E63-96CD-BCD405591535}" dt="2020-11-19T09:46:45.539" v="10444" actId="2696"/>
        <pc:sldMkLst>
          <pc:docMk/>
          <pc:sldMk cId="1314685432" sldId="309"/>
        </pc:sldMkLst>
      </pc:sldChg>
      <pc:sldChg chg="modSp add ord modNotesTx">
        <pc:chgData name="office office" userId="1fb67316-98c9-4fa2-b370-65ef411ad83e" providerId="ADAL" clId="{41A59672-5B7A-4E63-96CD-BCD405591535}" dt="2020-11-18T09:16:00.223" v="2019" actId="207"/>
        <pc:sldMkLst>
          <pc:docMk/>
          <pc:sldMk cId="2850570235" sldId="310"/>
        </pc:sldMkLst>
        <pc:spChg chg="mod">
          <ac:chgData name="office office" userId="1fb67316-98c9-4fa2-b370-65ef411ad83e" providerId="ADAL" clId="{41A59672-5B7A-4E63-96CD-BCD405591535}" dt="2020-11-18T09:16:00.223" v="2019" actId="207"/>
          <ac:spMkLst>
            <pc:docMk/>
            <pc:sldMk cId="2850570235" sldId="310"/>
            <ac:spMk id="531" creationId="{00000000-0000-0000-0000-000000000000}"/>
          </ac:spMkLst>
        </pc:spChg>
      </pc:sldChg>
      <pc:sldChg chg="addSp modSp modNotesTx">
        <pc:chgData name="office office" userId="1fb67316-98c9-4fa2-b370-65ef411ad83e" providerId="ADAL" clId="{41A59672-5B7A-4E63-96CD-BCD405591535}" dt="2020-11-19T05:59:19.145" v="3751" actId="20577"/>
        <pc:sldMkLst>
          <pc:docMk/>
          <pc:sldMk cId="3622045023" sldId="312"/>
        </pc:sldMkLst>
        <pc:spChg chg="add mod">
          <ac:chgData name="office office" userId="1fb67316-98c9-4fa2-b370-65ef411ad83e" providerId="ADAL" clId="{41A59672-5B7A-4E63-96CD-BCD405591535}" dt="2020-11-19T05:39:23.868" v="3037" actId="20577"/>
          <ac:spMkLst>
            <pc:docMk/>
            <pc:sldMk cId="3622045023" sldId="312"/>
            <ac:spMk id="2" creationId="{7FF94F6D-53F8-4719-93D6-6841C3DF2D9C}"/>
          </ac:spMkLst>
        </pc:spChg>
      </pc:sldChg>
      <pc:sldChg chg="addSp delSp modSp add modNotesTx">
        <pc:chgData name="office office" userId="1fb67316-98c9-4fa2-b370-65ef411ad83e" providerId="ADAL" clId="{41A59672-5B7A-4E63-96CD-BCD405591535}" dt="2020-11-19T07:29:23.834" v="5694"/>
        <pc:sldMkLst>
          <pc:docMk/>
          <pc:sldMk cId="1336198199" sldId="313"/>
        </pc:sldMkLst>
        <pc:spChg chg="mod">
          <ac:chgData name="office office" userId="1fb67316-98c9-4fa2-b370-65ef411ad83e" providerId="ADAL" clId="{41A59672-5B7A-4E63-96CD-BCD405591535}" dt="2020-11-19T07:29:23.834" v="5694"/>
          <ac:spMkLst>
            <pc:docMk/>
            <pc:sldMk cId="1336198199" sldId="313"/>
            <ac:spMk id="559" creationId="{00000000-0000-0000-0000-000000000000}"/>
          </ac:spMkLst>
        </pc:spChg>
        <pc:spChg chg="mod">
          <ac:chgData name="office office" userId="1fb67316-98c9-4fa2-b370-65ef411ad83e" providerId="ADAL" clId="{41A59672-5B7A-4E63-96CD-BCD405591535}" dt="2020-11-19T07:22:52.275" v="5304"/>
          <ac:spMkLst>
            <pc:docMk/>
            <pc:sldMk cId="1336198199" sldId="313"/>
            <ac:spMk id="560" creationId="{00000000-0000-0000-0000-000000000000}"/>
          </ac:spMkLst>
        </pc:spChg>
        <pc:picChg chg="del">
          <ac:chgData name="office office" userId="1fb67316-98c9-4fa2-b370-65ef411ad83e" providerId="ADAL" clId="{41A59672-5B7A-4E63-96CD-BCD405591535}" dt="2020-11-19T07:14:32.540" v="5156" actId="478"/>
          <ac:picMkLst>
            <pc:docMk/>
            <pc:sldMk cId="1336198199" sldId="313"/>
            <ac:picMk id="2" creationId="{00606E7A-8931-4025-BD7B-2A21461A8E26}"/>
          </ac:picMkLst>
        </pc:picChg>
        <pc:picChg chg="add mod">
          <ac:chgData name="office office" userId="1fb67316-98c9-4fa2-b370-65ef411ad83e" providerId="ADAL" clId="{41A59672-5B7A-4E63-96CD-BCD405591535}" dt="2020-11-19T07:14:40.949" v="5160" actId="1076"/>
          <ac:picMkLst>
            <pc:docMk/>
            <pc:sldMk cId="1336198199" sldId="313"/>
            <ac:picMk id="3" creationId="{E73A44E5-F988-4A63-9B60-7EBC9A6F4A0B}"/>
          </ac:picMkLst>
        </pc:picChg>
      </pc:sldChg>
      <pc:sldChg chg="add del">
        <pc:chgData name="office office" userId="1fb67316-98c9-4fa2-b370-65ef411ad83e" providerId="ADAL" clId="{41A59672-5B7A-4E63-96CD-BCD405591535}" dt="2020-11-19T05:59:25.972" v="3753" actId="2696"/>
        <pc:sldMkLst>
          <pc:docMk/>
          <pc:sldMk cId="2315363196" sldId="313"/>
        </pc:sldMkLst>
      </pc:sldChg>
      <pc:sldChg chg="addSp delSp modSp add modNotesTx">
        <pc:chgData name="office office" userId="1fb67316-98c9-4fa2-b370-65ef411ad83e" providerId="ADAL" clId="{41A59672-5B7A-4E63-96CD-BCD405591535}" dt="2020-11-19T07:50:52.450" v="6812" actId="20577"/>
        <pc:sldMkLst>
          <pc:docMk/>
          <pc:sldMk cId="3894534775" sldId="314"/>
        </pc:sldMkLst>
        <pc:spChg chg="mod">
          <ac:chgData name="office office" userId="1fb67316-98c9-4fa2-b370-65ef411ad83e" providerId="ADAL" clId="{41A59672-5B7A-4E63-96CD-BCD405591535}" dt="2020-11-19T07:37:17.911" v="5699" actId="403"/>
          <ac:spMkLst>
            <pc:docMk/>
            <pc:sldMk cId="3894534775" sldId="314"/>
            <ac:spMk id="2" creationId="{B0CA05DE-EAE1-4875-8676-68205C23DB73}"/>
          </ac:spMkLst>
        </pc:spChg>
        <pc:spChg chg="del">
          <ac:chgData name="office office" userId="1fb67316-98c9-4fa2-b370-65ef411ad83e" providerId="ADAL" clId="{41A59672-5B7A-4E63-96CD-BCD405591535}" dt="2020-11-19T07:29:11.202" v="5690" actId="478"/>
          <ac:spMkLst>
            <pc:docMk/>
            <pc:sldMk cId="3894534775" sldId="314"/>
            <ac:spMk id="3" creationId="{AEF04F1D-DDE4-469E-96A3-0FE5711C4A4E}"/>
          </ac:spMkLst>
        </pc:spChg>
        <pc:spChg chg="add del">
          <ac:chgData name="office office" userId="1fb67316-98c9-4fa2-b370-65ef411ad83e" providerId="ADAL" clId="{41A59672-5B7A-4E63-96CD-BCD405591535}" dt="2020-11-19T07:37:06.817" v="5696"/>
          <ac:spMkLst>
            <pc:docMk/>
            <pc:sldMk cId="3894534775" sldId="314"/>
            <ac:spMk id="7" creationId="{67DE7820-174E-4182-A29E-263D493D0B9E}"/>
          </ac:spMkLst>
        </pc:spChg>
        <pc:spChg chg="add del">
          <ac:chgData name="office office" userId="1fb67316-98c9-4fa2-b370-65ef411ad83e" providerId="ADAL" clId="{41A59672-5B7A-4E63-96CD-BCD405591535}" dt="2020-11-19T07:37:58.027" v="5701"/>
          <ac:spMkLst>
            <pc:docMk/>
            <pc:sldMk cId="3894534775" sldId="314"/>
            <ac:spMk id="8" creationId="{5109F76D-C8DB-46B5-B888-372BB5A7F8DD}"/>
          </ac:spMkLst>
        </pc:spChg>
        <pc:spChg chg="add mod">
          <ac:chgData name="office office" userId="1fb67316-98c9-4fa2-b370-65ef411ad83e" providerId="ADAL" clId="{41A59672-5B7A-4E63-96CD-BCD405591535}" dt="2020-11-19T07:46:39.633" v="6433" actId="20577"/>
          <ac:spMkLst>
            <pc:docMk/>
            <pc:sldMk cId="3894534775" sldId="314"/>
            <ac:spMk id="9" creationId="{5FBBCD1B-B7D1-4C1A-AAB7-F5DB7F40F7A5}"/>
          </ac:spMkLst>
        </pc:spChg>
        <pc:picChg chg="add del">
          <ac:chgData name="office office" userId="1fb67316-98c9-4fa2-b370-65ef411ad83e" providerId="ADAL" clId="{41A59672-5B7A-4E63-96CD-BCD405591535}" dt="2020-11-19T07:29:07.550" v="5688"/>
          <ac:picMkLst>
            <pc:docMk/>
            <pc:sldMk cId="3894534775" sldId="314"/>
            <ac:picMk id="5" creationId="{D4B2DA2D-A11B-4BCC-B90D-2A1E5FDD8881}"/>
          </ac:picMkLst>
        </pc:picChg>
        <pc:picChg chg="add mod">
          <ac:chgData name="office office" userId="1fb67316-98c9-4fa2-b370-65ef411ad83e" providerId="ADAL" clId="{41A59672-5B7A-4E63-96CD-BCD405591535}" dt="2020-11-19T07:38:04.211" v="5703" actId="1076"/>
          <ac:picMkLst>
            <pc:docMk/>
            <pc:sldMk cId="3894534775" sldId="314"/>
            <ac:picMk id="6" creationId="{95F7327D-4017-456E-BD65-4603698DBB58}"/>
          </ac:picMkLst>
        </pc:picChg>
        <pc:picChg chg="add mod">
          <ac:chgData name="office office" userId="1fb67316-98c9-4fa2-b370-65ef411ad83e" providerId="ADAL" clId="{41A59672-5B7A-4E63-96CD-BCD405591535}" dt="2020-11-19T07:48:42.700" v="6544" actId="14100"/>
          <ac:picMkLst>
            <pc:docMk/>
            <pc:sldMk cId="3894534775" sldId="314"/>
            <ac:picMk id="10" creationId="{F0F6928B-8998-4056-AF03-7218E4CEA099}"/>
          </ac:picMkLst>
        </pc:picChg>
      </pc:sldChg>
      <pc:sldChg chg="delSp modSp add modNotesTx">
        <pc:chgData name="office office" userId="1fb67316-98c9-4fa2-b370-65ef411ad83e" providerId="ADAL" clId="{41A59672-5B7A-4E63-96CD-BCD405591535}" dt="2020-11-19T08:32:34.883" v="7628" actId="20577"/>
        <pc:sldMkLst>
          <pc:docMk/>
          <pc:sldMk cId="3533932012" sldId="315"/>
        </pc:sldMkLst>
        <pc:spChg chg="mod">
          <ac:chgData name="office office" userId="1fb67316-98c9-4fa2-b370-65ef411ad83e" providerId="ADAL" clId="{41A59672-5B7A-4E63-96CD-BCD405591535}" dt="2020-11-19T07:53:29.546" v="6874"/>
          <ac:spMkLst>
            <pc:docMk/>
            <pc:sldMk cId="3533932012" sldId="315"/>
            <ac:spMk id="559" creationId="{00000000-0000-0000-0000-000000000000}"/>
          </ac:spMkLst>
        </pc:spChg>
        <pc:spChg chg="mod">
          <ac:chgData name="office office" userId="1fb67316-98c9-4fa2-b370-65ef411ad83e" providerId="ADAL" clId="{41A59672-5B7A-4E63-96CD-BCD405591535}" dt="2020-11-19T08:32:34.883" v="7628" actId="20577"/>
          <ac:spMkLst>
            <pc:docMk/>
            <pc:sldMk cId="3533932012" sldId="315"/>
            <ac:spMk id="560" creationId="{00000000-0000-0000-0000-000000000000}"/>
          </ac:spMkLst>
        </pc:spChg>
        <pc:picChg chg="del">
          <ac:chgData name="office office" userId="1fb67316-98c9-4fa2-b370-65ef411ad83e" providerId="ADAL" clId="{41A59672-5B7A-4E63-96CD-BCD405591535}" dt="2020-11-19T08:07:21.784" v="6905" actId="478"/>
          <ac:picMkLst>
            <pc:docMk/>
            <pc:sldMk cId="3533932012" sldId="315"/>
            <ac:picMk id="2" creationId="{00606E7A-8931-4025-BD7B-2A21461A8E26}"/>
          </ac:picMkLst>
        </pc:picChg>
      </pc:sldChg>
      <pc:sldChg chg="addSp delSp modSp add modNotesTx">
        <pc:chgData name="office office" userId="1fb67316-98c9-4fa2-b370-65ef411ad83e" providerId="ADAL" clId="{41A59672-5B7A-4E63-96CD-BCD405591535}" dt="2020-11-19T09:18:15.672" v="8856" actId="20577"/>
        <pc:sldMkLst>
          <pc:docMk/>
          <pc:sldMk cId="1971247792" sldId="316"/>
        </pc:sldMkLst>
        <pc:spChg chg="add del">
          <ac:chgData name="office office" userId="1fb67316-98c9-4fa2-b370-65ef411ad83e" providerId="ADAL" clId="{41A59672-5B7A-4E63-96CD-BCD405591535}" dt="2020-11-19T08:40:03.864" v="8073"/>
          <ac:spMkLst>
            <pc:docMk/>
            <pc:sldMk cId="1971247792" sldId="316"/>
            <ac:spMk id="2" creationId="{BF720B5B-EA21-4489-BE84-C8AFAE958E0A}"/>
          </ac:spMkLst>
        </pc:spChg>
        <pc:spChg chg="add mod">
          <ac:chgData name="office office" userId="1fb67316-98c9-4fa2-b370-65ef411ad83e" providerId="ADAL" clId="{41A59672-5B7A-4E63-96CD-BCD405591535}" dt="2020-11-19T09:15:51.724" v="8610" actId="20577"/>
          <ac:spMkLst>
            <pc:docMk/>
            <pc:sldMk cId="1971247792" sldId="316"/>
            <ac:spMk id="4" creationId="{30128D74-A332-4266-9733-1C026C1F2243}"/>
          </ac:spMkLst>
        </pc:spChg>
        <pc:spChg chg="mod">
          <ac:chgData name="office office" userId="1fb67316-98c9-4fa2-b370-65ef411ad83e" providerId="ADAL" clId="{41A59672-5B7A-4E63-96CD-BCD405591535}" dt="2020-11-19T08:39:49.577" v="8071"/>
          <ac:spMkLst>
            <pc:docMk/>
            <pc:sldMk cId="1971247792" sldId="316"/>
            <ac:spMk id="560" creationId="{00000000-0000-0000-0000-000000000000}"/>
          </ac:spMkLst>
        </pc:spChg>
        <pc:picChg chg="add mod">
          <ac:chgData name="office office" userId="1fb67316-98c9-4fa2-b370-65ef411ad83e" providerId="ADAL" clId="{41A59672-5B7A-4E63-96CD-BCD405591535}" dt="2020-11-19T08:40:12.718" v="8079" actId="1076"/>
          <ac:picMkLst>
            <pc:docMk/>
            <pc:sldMk cId="1971247792" sldId="316"/>
            <ac:picMk id="3" creationId="{53CFEDD6-5A37-4B34-9D25-2C237809BBD7}"/>
          </ac:picMkLst>
        </pc:picChg>
      </pc:sldChg>
      <pc:sldChg chg="addSp delSp modSp add">
        <pc:chgData name="office office" userId="1fb67316-98c9-4fa2-b370-65ef411ad83e" providerId="ADAL" clId="{41A59672-5B7A-4E63-96CD-BCD405591535}" dt="2020-11-19T09:30:28.594" v="9521" actId="1076"/>
        <pc:sldMkLst>
          <pc:docMk/>
          <pc:sldMk cId="705611354" sldId="317"/>
        </pc:sldMkLst>
        <pc:spChg chg="del">
          <ac:chgData name="office office" userId="1fb67316-98c9-4fa2-b370-65ef411ad83e" providerId="ADAL" clId="{41A59672-5B7A-4E63-96CD-BCD405591535}" dt="2020-11-19T09:30:22.030" v="9517" actId="478"/>
          <ac:spMkLst>
            <pc:docMk/>
            <pc:sldMk cId="705611354" sldId="317"/>
            <ac:spMk id="3" creationId="{5B914D25-F423-48C7-8885-069A423556F6}"/>
          </ac:spMkLst>
        </pc:spChg>
        <pc:spChg chg="del">
          <ac:chgData name="office office" userId="1fb67316-98c9-4fa2-b370-65ef411ad83e" providerId="ADAL" clId="{41A59672-5B7A-4E63-96CD-BCD405591535}" dt="2020-11-19T09:30:21.593" v="9516" actId="478"/>
          <ac:spMkLst>
            <pc:docMk/>
            <pc:sldMk cId="705611354" sldId="317"/>
            <ac:spMk id="4" creationId="{C27AB661-92A6-4D9B-8431-5F80CA45F5CC}"/>
          </ac:spMkLst>
        </pc:spChg>
        <pc:spChg chg="add del">
          <ac:chgData name="office office" userId="1fb67316-98c9-4fa2-b370-65ef411ad83e" providerId="ADAL" clId="{41A59672-5B7A-4E63-96CD-BCD405591535}" dt="2020-11-19T09:30:26.667" v="9519"/>
          <ac:spMkLst>
            <pc:docMk/>
            <pc:sldMk cId="705611354" sldId="317"/>
            <ac:spMk id="6" creationId="{D8B53DF1-73D4-4A38-B581-42ED3D004B23}"/>
          </ac:spMkLst>
        </pc:spChg>
        <pc:picChg chg="add mod">
          <ac:chgData name="office office" userId="1fb67316-98c9-4fa2-b370-65ef411ad83e" providerId="ADAL" clId="{41A59672-5B7A-4E63-96CD-BCD405591535}" dt="2020-11-19T09:30:28.594" v="9521" actId="1076"/>
          <ac:picMkLst>
            <pc:docMk/>
            <pc:sldMk cId="705611354" sldId="317"/>
            <ac:picMk id="7" creationId="{ED4D8C87-4771-4E78-BB25-64583947BAC2}"/>
          </ac:picMkLst>
        </pc:picChg>
      </pc:sldChg>
      <pc:sldChg chg="addSp delSp modSp add">
        <pc:chgData name="office office" userId="1fb67316-98c9-4fa2-b370-65ef411ad83e" providerId="ADAL" clId="{41A59672-5B7A-4E63-96CD-BCD405591535}" dt="2020-11-19T09:35:20.102" v="9871" actId="1076"/>
        <pc:sldMkLst>
          <pc:docMk/>
          <pc:sldMk cId="2870660903" sldId="318"/>
        </pc:sldMkLst>
        <pc:spChg chg="add del">
          <ac:chgData name="office office" userId="1fb67316-98c9-4fa2-b370-65ef411ad83e" providerId="ADAL" clId="{41A59672-5B7A-4E63-96CD-BCD405591535}" dt="2020-11-19T09:33:23.694" v="9866"/>
          <ac:spMkLst>
            <pc:docMk/>
            <pc:sldMk cId="2870660903" sldId="318"/>
            <ac:spMk id="3" creationId="{199C0B39-5500-4D1A-89F4-7823D8037B81}"/>
          </ac:spMkLst>
        </pc:spChg>
        <pc:picChg chg="add mod">
          <ac:chgData name="office office" userId="1fb67316-98c9-4fa2-b370-65ef411ad83e" providerId="ADAL" clId="{41A59672-5B7A-4E63-96CD-BCD405591535}" dt="2020-11-19T09:35:20.102" v="9871" actId="1076"/>
          <ac:picMkLst>
            <pc:docMk/>
            <pc:sldMk cId="2870660903" sldId="318"/>
            <ac:picMk id="4" creationId="{D8FC7818-686B-44E2-8AFD-304564E1652A}"/>
          </ac:picMkLst>
        </pc:picChg>
        <pc:picChg chg="del">
          <ac:chgData name="office office" userId="1fb67316-98c9-4fa2-b370-65ef411ad83e" providerId="ADAL" clId="{41A59672-5B7A-4E63-96CD-BCD405591535}" dt="2020-11-19T09:33:21.212" v="9864" actId="478"/>
          <ac:picMkLst>
            <pc:docMk/>
            <pc:sldMk cId="2870660903" sldId="318"/>
            <ac:picMk id="7" creationId="{ED4D8C87-4771-4E78-BB25-64583947BAC2}"/>
          </ac:picMkLst>
        </pc:picChg>
      </pc:sldChg>
      <pc:sldChg chg="addSp delSp modSp add modNotesTx">
        <pc:chgData name="office office" userId="1fb67316-98c9-4fa2-b370-65ef411ad83e" providerId="ADAL" clId="{41A59672-5B7A-4E63-96CD-BCD405591535}" dt="2020-11-19T09:37:44.981" v="10030" actId="20577"/>
        <pc:sldMkLst>
          <pc:docMk/>
          <pc:sldMk cId="2997259970" sldId="319"/>
        </pc:sldMkLst>
        <pc:spChg chg="add del">
          <ac:chgData name="office office" userId="1fb67316-98c9-4fa2-b370-65ef411ad83e" providerId="ADAL" clId="{41A59672-5B7A-4E63-96CD-BCD405591535}" dt="2020-11-19T09:36:00.184" v="9875"/>
          <ac:spMkLst>
            <pc:docMk/>
            <pc:sldMk cId="2997259970" sldId="319"/>
            <ac:spMk id="3" creationId="{E8531B27-0952-42F7-9EB0-71D4980A93DF}"/>
          </ac:spMkLst>
        </pc:spChg>
        <pc:spChg chg="add del">
          <ac:chgData name="office office" userId="1fb67316-98c9-4fa2-b370-65ef411ad83e" providerId="ADAL" clId="{41A59672-5B7A-4E63-96CD-BCD405591535}" dt="2020-11-19T09:36:10.180" v="9880"/>
          <ac:spMkLst>
            <pc:docMk/>
            <pc:sldMk cId="2997259970" sldId="319"/>
            <ac:spMk id="7" creationId="{BBEDD546-E918-46AF-A4C3-A3A87C6EDEE4}"/>
          </ac:spMkLst>
        </pc:spChg>
        <pc:picChg chg="del">
          <ac:chgData name="office office" userId="1fb67316-98c9-4fa2-b370-65ef411ad83e" providerId="ADAL" clId="{41A59672-5B7A-4E63-96CD-BCD405591535}" dt="2020-11-19T09:35:58.378" v="9873" actId="478"/>
          <ac:picMkLst>
            <pc:docMk/>
            <pc:sldMk cId="2997259970" sldId="319"/>
            <ac:picMk id="4" creationId="{D8FC7818-686B-44E2-8AFD-304564E1652A}"/>
          </ac:picMkLst>
        </pc:picChg>
        <pc:picChg chg="add del mod">
          <ac:chgData name="office office" userId="1fb67316-98c9-4fa2-b370-65ef411ad83e" providerId="ADAL" clId="{41A59672-5B7A-4E63-96CD-BCD405591535}" dt="2020-11-19T09:36:05.105" v="9878" actId="478"/>
          <ac:picMkLst>
            <pc:docMk/>
            <pc:sldMk cId="2997259970" sldId="319"/>
            <ac:picMk id="6" creationId="{C519E336-4EE0-4C97-ACA2-9D7BC24C2763}"/>
          </ac:picMkLst>
        </pc:picChg>
        <pc:picChg chg="add mod">
          <ac:chgData name="office office" userId="1fb67316-98c9-4fa2-b370-65ef411ad83e" providerId="ADAL" clId="{41A59672-5B7A-4E63-96CD-BCD405591535}" dt="2020-11-19T09:36:13.821" v="9884" actId="1076"/>
          <ac:picMkLst>
            <pc:docMk/>
            <pc:sldMk cId="2997259970" sldId="319"/>
            <ac:picMk id="8" creationId="{1F5ED2C7-055F-48C2-AB1E-D3F081BAD658}"/>
          </ac:picMkLst>
        </pc:picChg>
      </pc:sldChg>
      <pc:sldChg chg="addSp delSp modSp add modNotesTx">
        <pc:chgData name="office office" userId="1fb67316-98c9-4fa2-b370-65ef411ad83e" providerId="ADAL" clId="{41A59672-5B7A-4E63-96CD-BCD405591535}" dt="2020-11-19T09:43:29.854" v="10097" actId="20577"/>
        <pc:sldMkLst>
          <pc:docMk/>
          <pc:sldMk cId="2973515882" sldId="320"/>
        </pc:sldMkLst>
        <pc:spChg chg="add del">
          <ac:chgData name="office office" userId="1fb67316-98c9-4fa2-b370-65ef411ad83e" providerId="ADAL" clId="{41A59672-5B7A-4E63-96CD-BCD405591535}" dt="2020-11-19T09:38:45.210" v="10034"/>
          <ac:spMkLst>
            <pc:docMk/>
            <pc:sldMk cId="2973515882" sldId="320"/>
            <ac:spMk id="3" creationId="{7F64DF0B-03AF-4128-A238-08880EA12253}"/>
          </ac:spMkLst>
        </pc:spChg>
        <pc:picChg chg="add mod">
          <ac:chgData name="office office" userId="1fb67316-98c9-4fa2-b370-65ef411ad83e" providerId="ADAL" clId="{41A59672-5B7A-4E63-96CD-BCD405591535}" dt="2020-11-19T09:38:50.168" v="10038" actId="1076"/>
          <ac:picMkLst>
            <pc:docMk/>
            <pc:sldMk cId="2973515882" sldId="320"/>
            <ac:picMk id="4" creationId="{CBC9D55D-76AE-43AA-8598-1F27ADAA51BB}"/>
          </ac:picMkLst>
        </pc:picChg>
        <pc:picChg chg="del">
          <ac:chgData name="office office" userId="1fb67316-98c9-4fa2-b370-65ef411ad83e" providerId="ADAL" clId="{41A59672-5B7A-4E63-96CD-BCD405591535}" dt="2020-11-19T09:38:40.064" v="10032" actId="478"/>
          <ac:picMkLst>
            <pc:docMk/>
            <pc:sldMk cId="2973515882" sldId="320"/>
            <ac:picMk id="8" creationId="{1F5ED2C7-055F-48C2-AB1E-D3F081BAD658}"/>
          </ac:picMkLst>
        </pc:picChg>
      </pc:sldChg>
      <pc:sldMasterChg chg="addSldLayout delSldLayout">
        <pc:chgData name="office office" userId="1fb67316-98c9-4fa2-b370-65ef411ad83e" providerId="ADAL" clId="{41A59672-5B7A-4E63-96CD-BCD405591535}" dt="2020-11-19T09:46:47.861" v="10447" actId="2696"/>
        <pc:sldMasterMkLst>
          <pc:docMk/>
          <pc:sldMasterMk cId="0" sldId="2147483658"/>
        </pc:sldMasterMkLst>
        <pc:sldLayoutChg chg="add del">
          <pc:chgData name="office office" userId="1fb67316-98c9-4fa2-b370-65ef411ad83e" providerId="ADAL" clId="{41A59672-5B7A-4E63-96CD-BCD405591535}" dt="2020-11-19T09:46:47.861" v="10447" actId="2696"/>
          <pc:sldLayoutMkLst>
            <pc:docMk/>
            <pc:sldMasterMk cId="0" sldId="2147483658"/>
            <pc:sldLayoutMk cId="0" sldId="214748365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94840649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3" name="Google Shape;523;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這篇針對</a:t>
            </a:r>
            <a:r>
              <a:rPr lang="en-US" altLang="zh-TW" dirty="0"/>
              <a:t>BMSN</a:t>
            </a:r>
            <a:r>
              <a:rPr lang="zh-TW" altLang="en-US" dirty="0"/>
              <a:t>也就是寬帶多波束衛星網路中，不同波束之間流量需求不均衡的負載問題，這篇使用數學分析並提出了一個負載均衡的演算法來提高系統資源分配的效率</a:t>
            </a:r>
            <a:endParaRPr lang="en-US" altLang="zh-TW" dirty="0"/>
          </a:p>
        </p:txBody>
      </p:sp>
    </p:spTree>
    <p:extLst>
      <p:ext uri="{BB962C8B-B14F-4D97-AF65-F5344CB8AC3E}">
        <p14:creationId xmlns:p14="http://schemas.microsoft.com/office/powerpoint/2010/main" val="2118697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目前的</a:t>
            </a:r>
            <a:r>
              <a:rPr lang="en-US" altLang="zh-TW" sz="1100" b="0" i="0" u="none" strike="noStrike" cap="none" dirty="0">
                <a:solidFill>
                  <a:srgbClr val="000000"/>
                </a:solidFill>
                <a:effectLst/>
                <a:latin typeface="Arial"/>
                <a:ea typeface="Arial"/>
                <a:cs typeface="Arial"/>
                <a:sym typeface="Arial"/>
              </a:rPr>
              <a:t>BMSN</a:t>
            </a:r>
            <a:r>
              <a:rPr lang="zh-TW" altLang="en-US" sz="1100" b="0" i="0" u="none" strike="noStrike" cap="none" dirty="0">
                <a:solidFill>
                  <a:srgbClr val="000000"/>
                </a:solidFill>
                <a:effectLst/>
                <a:latin typeface="Arial"/>
                <a:ea typeface="Arial"/>
                <a:cs typeface="Arial"/>
                <a:sym typeface="Arial"/>
              </a:rPr>
              <a:t>採用統一的資源分配策略</a:t>
            </a:r>
            <a:r>
              <a:rPr lang="zh-TW" altLang="en-US" sz="1100" b="0" i="0" u="none" strike="noStrike" cap="none" dirty="0" smtClean="0">
                <a:solidFill>
                  <a:srgbClr val="000000"/>
                </a:solidFill>
                <a:effectLst/>
                <a:latin typeface="Arial"/>
                <a:ea typeface="Arial"/>
                <a:cs typeface="Arial"/>
                <a:sym typeface="Arial"/>
              </a:rPr>
              <a:t>，在整個</a:t>
            </a:r>
            <a:r>
              <a:rPr lang="zh-TW" altLang="en-US" sz="1100" b="0" i="0" u="none" strike="noStrike" cap="none" dirty="0">
                <a:solidFill>
                  <a:srgbClr val="000000"/>
                </a:solidFill>
                <a:effectLst/>
                <a:latin typeface="Arial"/>
                <a:ea typeface="Arial"/>
                <a:cs typeface="Arial"/>
                <a:sym typeface="Arial"/>
              </a:rPr>
              <a:t>覆蓋範圍內進行規律</a:t>
            </a:r>
            <a:r>
              <a:rPr lang="zh-TW" altLang="en-US" sz="1100" b="0" i="0" u="none" strike="noStrike" cap="none" dirty="0" smtClean="0">
                <a:solidFill>
                  <a:srgbClr val="000000"/>
                </a:solidFill>
                <a:effectLst/>
                <a:latin typeface="Arial"/>
                <a:ea typeface="Arial"/>
                <a:cs typeface="Arial"/>
                <a:sym typeface="Arial"/>
              </a:rPr>
              <a:t>的</a:t>
            </a:r>
            <a:r>
              <a:rPr lang="en-US" altLang="zh-TW" sz="1100" b="0" i="0" u="none" strike="noStrike" cap="none" dirty="0" smtClean="0">
                <a:solidFill>
                  <a:srgbClr val="000000"/>
                </a:solidFill>
                <a:effectLst/>
                <a:latin typeface="Arial"/>
                <a:ea typeface="Arial"/>
                <a:cs typeface="Arial"/>
                <a:sym typeface="Arial"/>
              </a:rPr>
              <a:t>frequency reuse</a:t>
            </a:r>
            <a:r>
              <a:rPr lang="zh-TW" altLang="en-US" sz="1100" b="0" i="0" u="none" strike="noStrike" cap="none" dirty="0" smtClean="0">
                <a:solidFill>
                  <a:srgbClr val="000000"/>
                </a:solidFill>
                <a:effectLst/>
                <a:latin typeface="Arial"/>
                <a:ea typeface="Arial"/>
                <a:cs typeface="Arial"/>
                <a:sym typeface="Arial"/>
              </a:rPr>
              <a:t>跟</a:t>
            </a:r>
            <a:r>
              <a:rPr lang="zh-TW" altLang="en-US" sz="1100" b="0" i="0" u="none" strike="noStrike" cap="none" dirty="0">
                <a:solidFill>
                  <a:srgbClr val="000000"/>
                </a:solidFill>
                <a:effectLst/>
                <a:latin typeface="Arial"/>
                <a:ea typeface="Arial"/>
                <a:cs typeface="Arial"/>
                <a:sym typeface="Arial"/>
              </a:rPr>
              <a:t>統一的功率分配，但</a:t>
            </a:r>
            <a:r>
              <a:rPr lang="zh-TW" altLang="en-US" sz="1100" b="0" i="0" u="none" strike="noStrike" cap="none" dirty="0" smtClean="0">
                <a:solidFill>
                  <a:srgbClr val="000000"/>
                </a:solidFill>
                <a:effectLst/>
                <a:latin typeface="Arial"/>
                <a:ea typeface="Arial"/>
                <a:cs typeface="Arial"/>
                <a:sym typeface="Arial"/>
              </a:rPr>
              <a:t>在實際情況下，衛星覆蓋範圍</a:t>
            </a:r>
            <a:r>
              <a:rPr lang="zh-TW" altLang="en-US" sz="1100" b="0" i="0" u="none" strike="noStrike" cap="none" dirty="0">
                <a:solidFill>
                  <a:srgbClr val="000000"/>
                </a:solidFill>
                <a:effectLst/>
                <a:latin typeface="Arial"/>
                <a:ea typeface="Arial"/>
                <a:cs typeface="Arial"/>
                <a:sym typeface="Arial"/>
              </a:rPr>
              <a:t>內的通訊需求非常不平均。因此，當處理這種不平衡和不可預測的業務模式時</a:t>
            </a:r>
            <a:r>
              <a:rPr lang="zh-TW" altLang="en-US" sz="1100" b="0" i="0" u="none" strike="noStrike" cap="none" dirty="0" smtClean="0">
                <a:solidFill>
                  <a:srgbClr val="000000"/>
                </a:solidFill>
                <a:effectLst/>
                <a:latin typeface="Arial"/>
                <a:ea typeface="Arial"/>
                <a:cs typeface="Arial"/>
                <a:sym typeface="Arial"/>
              </a:rPr>
              <a:t>，目前</a:t>
            </a:r>
            <a:r>
              <a:rPr lang="zh-TW" altLang="en-US" sz="1100" b="0" i="0" u="none" strike="noStrike" cap="none" dirty="0">
                <a:solidFill>
                  <a:srgbClr val="000000"/>
                </a:solidFill>
                <a:effectLst/>
                <a:latin typeface="Arial"/>
                <a:ea typeface="Arial"/>
                <a:cs typeface="Arial"/>
                <a:sym typeface="Arial"/>
              </a:rPr>
              <a:t>衛星網絡的資源分配能力很差。</a:t>
            </a:r>
            <a:endParaRPr lang="en-US" altLang="zh-TW"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lang="en-US" altLang="zh-TW"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zh-TW" altLang="en-US" sz="1100" b="0" i="0" u="none" strike="noStrike" cap="none" dirty="0" smtClean="0">
                <a:solidFill>
                  <a:srgbClr val="000000"/>
                </a:solidFill>
                <a:effectLst/>
                <a:latin typeface="Arial"/>
                <a:ea typeface="Arial"/>
                <a:cs typeface="Arial"/>
                <a:sym typeface="Arial"/>
              </a:rPr>
              <a:t>那對於</a:t>
            </a:r>
            <a:r>
              <a:rPr lang="zh-TW" altLang="en-US" sz="1100" b="0" i="0" u="none" strike="noStrike" cap="none" dirty="0">
                <a:solidFill>
                  <a:srgbClr val="000000"/>
                </a:solidFill>
                <a:effectLst/>
                <a:latin typeface="Arial"/>
                <a:ea typeface="Arial"/>
                <a:cs typeface="Arial"/>
                <a:sym typeface="Arial"/>
              </a:rPr>
              <a:t>用戶密集分佈的區域，分</a:t>
            </a:r>
            <a:r>
              <a:rPr lang="zh-TW" altLang="en-US" sz="1100" b="0" i="0" u="none" strike="noStrike" cap="none" dirty="0" smtClean="0">
                <a:solidFill>
                  <a:srgbClr val="000000"/>
                </a:solidFill>
                <a:effectLst/>
                <a:latin typeface="Arial"/>
                <a:ea typeface="Arial"/>
                <a:cs typeface="Arial"/>
                <a:sym typeface="Arial"/>
              </a:rPr>
              <a:t>配給</a:t>
            </a:r>
            <a:r>
              <a:rPr lang="en-US" altLang="zh-TW" sz="1100" b="0" i="0" u="none" strike="noStrike" cap="none" dirty="0" smtClean="0">
                <a:solidFill>
                  <a:srgbClr val="000000"/>
                </a:solidFill>
                <a:effectLst/>
                <a:latin typeface="Arial"/>
                <a:ea typeface="Arial"/>
                <a:cs typeface="Arial"/>
                <a:sym typeface="Arial"/>
              </a:rPr>
              <a:t>beam</a:t>
            </a:r>
            <a:r>
              <a:rPr lang="zh-TW" altLang="en-US" sz="1100" b="0" i="0" u="none" strike="noStrike" cap="none" dirty="0" smtClean="0">
                <a:solidFill>
                  <a:srgbClr val="000000"/>
                </a:solidFill>
                <a:effectLst/>
                <a:latin typeface="Arial"/>
                <a:ea typeface="Arial"/>
                <a:cs typeface="Arial"/>
                <a:sym typeface="Arial"/>
              </a:rPr>
              <a:t>的</a:t>
            </a:r>
            <a:r>
              <a:rPr lang="zh-TW" altLang="en-US" sz="1100" b="0" i="0" u="none" strike="noStrike" cap="none" dirty="0">
                <a:solidFill>
                  <a:srgbClr val="000000"/>
                </a:solidFill>
                <a:effectLst/>
                <a:latin typeface="Arial"/>
                <a:ea typeface="Arial"/>
                <a:cs typeface="Arial"/>
                <a:sym typeface="Arial"/>
              </a:rPr>
              <a:t>最大功率</a:t>
            </a:r>
            <a:r>
              <a:rPr lang="zh-TW" altLang="en-US" sz="1100" b="0" i="0" u="none" strike="noStrike" cap="none" dirty="0" smtClean="0">
                <a:solidFill>
                  <a:srgbClr val="000000"/>
                </a:solidFill>
                <a:effectLst/>
                <a:latin typeface="Arial"/>
                <a:ea typeface="Arial"/>
                <a:cs typeface="Arial"/>
                <a:sym typeface="Arial"/>
              </a:rPr>
              <a:t>和頻寬是</a:t>
            </a:r>
            <a:r>
              <a:rPr lang="zh-TW" altLang="en-US" sz="1100" b="0" i="0" u="none" strike="noStrike" cap="none" dirty="0">
                <a:solidFill>
                  <a:srgbClr val="000000"/>
                </a:solidFill>
                <a:effectLst/>
                <a:latin typeface="Arial"/>
                <a:ea typeface="Arial"/>
                <a:cs typeface="Arial"/>
                <a:sym typeface="Arial"/>
              </a:rPr>
              <a:t>有限的。如果流量需求超出</a:t>
            </a:r>
            <a:r>
              <a:rPr lang="zh-TW" altLang="en-US" sz="1100" b="0" i="0" u="none" strike="noStrike" cap="none" dirty="0" smtClean="0">
                <a:solidFill>
                  <a:srgbClr val="000000"/>
                </a:solidFill>
                <a:effectLst/>
                <a:latin typeface="Arial"/>
                <a:ea typeface="Arial"/>
                <a:cs typeface="Arial"/>
                <a:sym typeface="Arial"/>
              </a:rPr>
              <a:t>了</a:t>
            </a:r>
            <a:r>
              <a:rPr lang="en-US" altLang="zh-TW" sz="1100" b="0" i="0" u="none" strike="noStrike" cap="none" dirty="0" smtClean="0">
                <a:solidFill>
                  <a:srgbClr val="000000"/>
                </a:solidFill>
                <a:effectLst/>
                <a:latin typeface="Arial"/>
                <a:ea typeface="Arial"/>
                <a:cs typeface="Arial"/>
                <a:sym typeface="Arial"/>
              </a:rPr>
              <a:t>beam</a:t>
            </a:r>
            <a:r>
              <a:rPr lang="zh-TW" altLang="en-US" sz="1100" b="0" i="0" u="none" strike="noStrike" cap="none" dirty="0" smtClean="0">
                <a:solidFill>
                  <a:srgbClr val="000000"/>
                </a:solidFill>
                <a:effectLst/>
                <a:latin typeface="Arial"/>
                <a:ea typeface="Arial"/>
                <a:cs typeface="Arial"/>
                <a:sym typeface="Arial"/>
              </a:rPr>
              <a:t>的</a:t>
            </a:r>
            <a:r>
              <a:rPr lang="zh-TW" altLang="en-US" sz="1100" b="0" i="0" u="none" strike="noStrike" cap="none" dirty="0">
                <a:solidFill>
                  <a:srgbClr val="000000"/>
                </a:solidFill>
                <a:effectLst/>
                <a:latin typeface="Arial"/>
                <a:ea typeface="Arial"/>
                <a:cs typeface="Arial"/>
                <a:sym typeface="Arial"/>
              </a:rPr>
              <a:t>容量</a:t>
            </a:r>
            <a:r>
              <a:rPr lang="zh-TW" altLang="en-US" sz="1100" b="0" i="0" u="none" strike="noStrike" cap="none" dirty="0" smtClean="0">
                <a:solidFill>
                  <a:srgbClr val="000000"/>
                </a:solidFill>
                <a:effectLst/>
                <a:latin typeface="Arial"/>
                <a:ea typeface="Arial"/>
                <a:cs typeface="Arial"/>
                <a:sym typeface="Arial"/>
              </a:rPr>
              <a:t>，就無法</a:t>
            </a:r>
            <a:r>
              <a:rPr lang="zh-TW" altLang="en-US" sz="1100" b="0" i="0" u="none" strike="noStrike" cap="none" dirty="0">
                <a:solidFill>
                  <a:srgbClr val="000000"/>
                </a:solidFill>
                <a:effectLst/>
                <a:latin typeface="Arial"/>
                <a:ea typeface="Arial"/>
                <a:cs typeface="Arial"/>
                <a:sym typeface="Arial"/>
              </a:rPr>
              <a:t>保證用戶的</a:t>
            </a:r>
            <a:r>
              <a:rPr lang="zh-TW" altLang="en-US" sz="1100" b="0" i="0" u="none" strike="noStrike" cap="none" dirty="0" smtClean="0">
                <a:solidFill>
                  <a:srgbClr val="000000"/>
                </a:solidFill>
                <a:effectLst/>
                <a:latin typeface="Arial"/>
                <a:ea typeface="Arial"/>
                <a:cs typeface="Arial"/>
                <a:sym typeface="Arial"/>
              </a:rPr>
              <a:t>服務品質（也就是</a:t>
            </a:r>
            <a:r>
              <a:rPr lang="en-US" altLang="zh-TW" sz="1100" b="0" i="0" u="none" strike="noStrike" cap="none" dirty="0" err="1" smtClean="0">
                <a:solidFill>
                  <a:srgbClr val="000000"/>
                </a:solidFill>
                <a:effectLst/>
                <a:latin typeface="Arial"/>
                <a:ea typeface="Arial"/>
                <a:cs typeface="Arial"/>
                <a:sym typeface="Arial"/>
              </a:rPr>
              <a:t>QoS</a:t>
            </a:r>
            <a:r>
              <a:rPr lang="zh-TW" altLang="en-US" sz="1100" b="0" i="0" u="none" strike="noStrike" cap="none" dirty="0">
                <a:solidFill>
                  <a:srgbClr val="000000"/>
                </a:solidFill>
                <a:effectLst/>
                <a:latin typeface="Arial"/>
                <a:ea typeface="Arial"/>
                <a:cs typeface="Arial"/>
                <a:sym typeface="Arial"/>
              </a:rPr>
              <a:t>）。同時，對於用戶稀疏的區域</a:t>
            </a:r>
            <a:r>
              <a:rPr lang="zh-TW" altLang="en-US" sz="1100" b="0" i="0" u="none" strike="noStrike" cap="none" dirty="0" smtClean="0">
                <a:solidFill>
                  <a:srgbClr val="000000"/>
                </a:solidFill>
                <a:effectLst/>
                <a:latin typeface="Arial"/>
                <a:ea typeface="Arial"/>
                <a:cs typeface="Arial"/>
                <a:sym typeface="Arial"/>
              </a:rPr>
              <a:t>，也會浪費一部分頻寬</a:t>
            </a:r>
            <a:r>
              <a:rPr lang="zh-TW" altLang="en-US" sz="1100" b="0" i="0" u="none" strike="noStrike" cap="none" dirty="0">
                <a:solidFill>
                  <a:srgbClr val="000000"/>
                </a:solidFill>
                <a:effectLst/>
                <a:latin typeface="Arial"/>
                <a:ea typeface="Arial"/>
                <a:cs typeface="Arial"/>
                <a:sym typeface="Arial"/>
              </a:rPr>
              <a:t>和電力資源。</a:t>
            </a:r>
            <a:endParaRPr dirty="0"/>
          </a:p>
        </p:txBody>
      </p:sp>
    </p:spTree>
    <p:extLst>
      <p:ext uri="{BB962C8B-B14F-4D97-AF65-F5344CB8AC3E}">
        <p14:creationId xmlns:p14="http://schemas.microsoft.com/office/powerpoint/2010/main" val="923650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因此，在</a:t>
            </a:r>
            <a:r>
              <a:rPr lang="en-US" altLang="zh-TW" sz="1100" b="0" i="0" u="none" strike="noStrike" cap="none" dirty="0">
                <a:solidFill>
                  <a:srgbClr val="000000"/>
                </a:solidFill>
                <a:effectLst/>
                <a:latin typeface="Arial"/>
                <a:ea typeface="Arial"/>
                <a:cs typeface="Arial"/>
                <a:sym typeface="Arial"/>
              </a:rPr>
              <a:t>BMSN</a:t>
            </a:r>
            <a:r>
              <a:rPr lang="zh-TW" altLang="en-US" sz="1100" b="0" i="0" u="none" strike="noStrike" cap="none" dirty="0">
                <a:solidFill>
                  <a:srgbClr val="000000"/>
                </a:solidFill>
                <a:effectLst/>
                <a:latin typeface="Arial"/>
                <a:ea typeface="Arial"/>
                <a:cs typeface="Arial"/>
                <a:sym typeface="Arial"/>
              </a:rPr>
              <a:t>中進行資源管理時</a:t>
            </a:r>
            <a:r>
              <a:rPr lang="zh-TW" altLang="en-US" sz="1100" b="0" i="0" u="none" strike="noStrike" cap="none" dirty="0" smtClean="0">
                <a:solidFill>
                  <a:srgbClr val="000000"/>
                </a:solidFill>
                <a:effectLst/>
                <a:latin typeface="Arial"/>
                <a:ea typeface="Arial"/>
                <a:cs typeface="Arial"/>
                <a:sym typeface="Arial"/>
              </a:rPr>
              <a:t>應該要考慮</a:t>
            </a:r>
            <a:r>
              <a:rPr lang="en-US" altLang="zh-TW" sz="1100" b="0" i="0" u="none" strike="noStrike" cap="none" dirty="0" smtClean="0">
                <a:solidFill>
                  <a:srgbClr val="000000"/>
                </a:solidFill>
                <a:effectLst/>
                <a:latin typeface="Arial"/>
                <a:ea typeface="Arial"/>
                <a:cs typeface="Arial"/>
                <a:sym typeface="Arial"/>
              </a:rPr>
              <a:t>load</a:t>
            </a:r>
            <a:r>
              <a:rPr lang="en-US" altLang="zh-TW" sz="1100" b="0" i="0" u="none" strike="noStrike" cap="none" baseline="0" dirty="0" smtClean="0">
                <a:solidFill>
                  <a:srgbClr val="000000"/>
                </a:solidFill>
                <a:effectLst/>
                <a:latin typeface="Arial"/>
                <a:ea typeface="Arial"/>
                <a:cs typeface="Arial"/>
                <a:sym typeface="Arial"/>
              </a:rPr>
              <a:t> balance</a:t>
            </a:r>
            <a:r>
              <a:rPr lang="zh-TW" altLang="en-US" sz="1100" b="0" i="0" u="none" strike="noStrike" cap="none" dirty="0" smtClean="0">
                <a:solidFill>
                  <a:srgbClr val="000000"/>
                </a:solidFill>
                <a:effectLst/>
                <a:latin typeface="Arial"/>
                <a:ea typeface="Arial"/>
                <a:cs typeface="Arial"/>
                <a:sym typeface="Arial"/>
              </a:rPr>
              <a:t>。目前已經有人提出</a:t>
            </a:r>
            <a:r>
              <a:rPr lang="zh-TW" altLang="en-US" sz="1100" b="0" i="0" u="none" strike="noStrike" cap="none" dirty="0">
                <a:solidFill>
                  <a:srgbClr val="000000"/>
                </a:solidFill>
                <a:effectLst/>
                <a:latin typeface="Arial"/>
                <a:ea typeface="Arial"/>
                <a:cs typeface="Arial"/>
                <a:sym typeface="Arial"/>
              </a:rPr>
              <a:t>了各種方法來解決負載不平衡問題。有人提出了如圖</a:t>
            </a:r>
            <a:r>
              <a:rPr lang="en-US" altLang="zh-TW" sz="1100" b="0" i="0" u="none" strike="noStrike" cap="none" dirty="0">
                <a:solidFill>
                  <a:srgbClr val="000000"/>
                </a:solidFill>
                <a:effectLst/>
                <a:latin typeface="Arial"/>
                <a:ea typeface="Arial"/>
                <a:cs typeface="Arial"/>
                <a:sym typeface="Arial"/>
              </a:rPr>
              <a:t>A</a:t>
            </a:r>
            <a:r>
              <a:rPr lang="zh-TW" altLang="en-US" sz="1100" b="0" i="0" u="none" strike="noStrike" cap="none" dirty="0">
                <a:solidFill>
                  <a:srgbClr val="000000"/>
                </a:solidFill>
                <a:effectLst/>
                <a:latin typeface="Arial"/>
                <a:ea typeface="Arial"/>
                <a:cs typeface="Arial"/>
                <a:sym typeface="Arial"/>
              </a:rPr>
              <a:t>一樣，高度重疊的</a:t>
            </a:r>
            <a:r>
              <a:rPr lang="en-US" altLang="zh-TW" sz="1100" b="0" i="0" u="none" strike="noStrike" cap="none" dirty="0">
                <a:solidFill>
                  <a:srgbClr val="000000"/>
                </a:solidFill>
                <a:effectLst/>
                <a:latin typeface="Arial"/>
                <a:ea typeface="Arial"/>
                <a:cs typeface="Arial"/>
                <a:sym typeface="Arial"/>
              </a:rPr>
              <a:t>beam</a:t>
            </a:r>
            <a:r>
              <a:rPr lang="zh-TW" altLang="en-US" sz="1100" b="0" i="0" u="none" strike="noStrike" cap="none" dirty="0">
                <a:solidFill>
                  <a:srgbClr val="000000"/>
                </a:solidFill>
                <a:effectLst/>
                <a:latin typeface="Arial"/>
                <a:ea typeface="Arial"/>
                <a:cs typeface="Arial"/>
                <a:sym typeface="Arial"/>
              </a:rPr>
              <a:t>，因此每個用戶擁有多個傳輸路徑，</a:t>
            </a:r>
            <a:r>
              <a:rPr lang="zh-TW" altLang="en-US" sz="1100" b="0" i="0" u="none" strike="noStrike" cap="none" dirty="0" smtClean="0">
                <a:solidFill>
                  <a:srgbClr val="000000"/>
                </a:solidFill>
                <a:effectLst/>
                <a:latin typeface="Arial"/>
                <a:ea typeface="Arial"/>
                <a:cs typeface="Arial"/>
                <a:sym typeface="Arial"/>
              </a:rPr>
              <a:t>但在實際上</a:t>
            </a:r>
            <a:r>
              <a:rPr lang="zh-TW" altLang="en-US" sz="1100" b="0" i="0" u="none" strike="noStrike" cap="none" dirty="0">
                <a:solidFill>
                  <a:srgbClr val="000000"/>
                </a:solidFill>
                <a:effectLst/>
                <a:latin typeface="Arial"/>
                <a:ea typeface="Arial"/>
                <a:cs typeface="Arial"/>
                <a:sym typeface="Arial"/>
              </a:rPr>
              <a:t>，重疊的部分太大，</a:t>
            </a:r>
            <a:r>
              <a:rPr lang="en-US" altLang="zh-TW" sz="1100" b="0" i="0" u="none" strike="noStrike" cap="none" dirty="0">
                <a:solidFill>
                  <a:srgbClr val="000000"/>
                </a:solidFill>
                <a:effectLst/>
                <a:latin typeface="Arial"/>
                <a:ea typeface="Arial"/>
                <a:cs typeface="Arial"/>
                <a:sym typeface="Arial"/>
              </a:rPr>
              <a:t>beam</a:t>
            </a:r>
            <a:r>
              <a:rPr lang="zh-TW" altLang="en-US" sz="1100" b="0" i="0" u="none" strike="noStrike" cap="none" dirty="0">
                <a:solidFill>
                  <a:srgbClr val="000000"/>
                </a:solidFill>
                <a:effectLst/>
                <a:latin typeface="Arial"/>
                <a:ea typeface="Arial"/>
                <a:cs typeface="Arial"/>
                <a:sym typeface="Arial"/>
              </a:rPr>
              <a:t>之間的干擾會很嚴重，所以實際上的配置還是像圖</a:t>
            </a:r>
            <a:r>
              <a:rPr lang="en-US" altLang="zh-TW" sz="1100" b="0" i="0" u="none" strike="noStrike" cap="none" dirty="0">
                <a:solidFill>
                  <a:srgbClr val="000000"/>
                </a:solidFill>
                <a:effectLst/>
                <a:latin typeface="Arial"/>
                <a:ea typeface="Arial"/>
                <a:cs typeface="Arial"/>
                <a:sym typeface="Arial"/>
              </a:rPr>
              <a:t>C</a:t>
            </a:r>
            <a:r>
              <a:rPr lang="zh-TW" altLang="en-US" sz="1100" b="0" i="0" u="none" strike="noStrike" cap="none" dirty="0">
                <a:solidFill>
                  <a:srgbClr val="000000"/>
                </a:solidFill>
                <a:effectLst/>
                <a:latin typeface="Arial"/>
                <a:ea typeface="Arial"/>
                <a:cs typeface="Arial"/>
                <a:sym typeface="Arial"/>
              </a:rPr>
              <a:t>一樣，只有少部分區域會重疊。另外有有人提出如圖</a:t>
            </a:r>
            <a:r>
              <a:rPr lang="en-US" altLang="zh-TW" sz="1100" b="0" i="0" u="none" strike="noStrike" cap="none" dirty="0">
                <a:solidFill>
                  <a:srgbClr val="000000"/>
                </a:solidFill>
                <a:effectLst/>
                <a:latin typeface="Arial"/>
                <a:ea typeface="Arial"/>
                <a:cs typeface="Arial"/>
                <a:sym typeface="Arial"/>
              </a:rPr>
              <a:t>B</a:t>
            </a:r>
            <a:r>
              <a:rPr lang="zh-TW" altLang="en-US" sz="1100" b="0" i="0" u="none" strike="noStrike" cap="none" dirty="0" smtClean="0">
                <a:solidFill>
                  <a:srgbClr val="000000"/>
                </a:solidFill>
                <a:effectLst/>
                <a:latin typeface="Arial"/>
                <a:ea typeface="Arial"/>
                <a:cs typeface="Arial"/>
                <a:sym typeface="Arial"/>
              </a:rPr>
              <a:t>的</a:t>
            </a:r>
            <a:r>
              <a:rPr lang="en-US" altLang="zh-TW" sz="1100" b="0" i="0" u="none" strike="noStrike" cap="none" dirty="0" smtClean="0">
                <a:solidFill>
                  <a:srgbClr val="000000"/>
                </a:solidFill>
                <a:effectLst/>
                <a:latin typeface="Arial"/>
                <a:ea typeface="Arial"/>
                <a:cs typeface="Arial"/>
                <a:sym typeface="Arial"/>
              </a:rPr>
              <a:t>model</a:t>
            </a:r>
            <a:r>
              <a:rPr lang="zh-TW" altLang="en-US" sz="1100" b="0" i="0" u="none" strike="noStrike" cap="none" dirty="0" smtClean="0">
                <a:solidFill>
                  <a:srgbClr val="000000"/>
                </a:solidFill>
                <a:effectLst/>
                <a:latin typeface="Arial"/>
                <a:ea typeface="Arial"/>
                <a:cs typeface="Arial"/>
                <a:sym typeface="Arial"/>
              </a:rPr>
              <a:t>，</a:t>
            </a:r>
            <a:r>
              <a:rPr lang="zh-TW" altLang="en-US" sz="1100" b="0" i="0" u="none" strike="noStrike" cap="none" dirty="0">
                <a:solidFill>
                  <a:srgbClr val="000000"/>
                </a:solidFill>
                <a:effectLst/>
                <a:latin typeface="Arial"/>
                <a:ea typeface="Arial"/>
                <a:cs typeface="Arial"/>
                <a:sym typeface="Arial"/>
              </a:rPr>
              <a:t>也就是使用不同尺寸的</a:t>
            </a:r>
            <a:r>
              <a:rPr lang="en-US" altLang="zh-TW" sz="1100" b="0" i="0" u="none" strike="noStrike" cap="none" dirty="0">
                <a:solidFill>
                  <a:srgbClr val="000000"/>
                </a:solidFill>
                <a:effectLst/>
                <a:latin typeface="Arial"/>
                <a:ea typeface="Arial"/>
                <a:cs typeface="Arial"/>
                <a:sym typeface="Arial"/>
              </a:rPr>
              <a:t>beam</a:t>
            </a:r>
            <a:r>
              <a:rPr lang="zh-TW" altLang="en-US" sz="1100" b="0" i="0" u="none" strike="noStrike" cap="none" dirty="0">
                <a:solidFill>
                  <a:srgbClr val="000000"/>
                </a:solidFill>
                <a:effectLst/>
                <a:latin typeface="Arial"/>
                <a:ea typeface="Arial"/>
                <a:cs typeface="Arial"/>
                <a:sym typeface="Arial"/>
              </a:rPr>
              <a:t>來應對不均勻的通訊需求，他讓比較小，並且</a:t>
            </a:r>
            <a:r>
              <a:rPr lang="zh-TW" altLang="en-US" sz="1100" b="0" i="0" u="none" strike="noStrike" cap="none" dirty="0" smtClean="0">
                <a:solidFill>
                  <a:srgbClr val="000000"/>
                </a:solidFill>
                <a:effectLst/>
                <a:latin typeface="Arial"/>
                <a:ea typeface="Arial"/>
                <a:cs typeface="Arial"/>
                <a:sym typeface="Arial"/>
              </a:rPr>
              <a:t>有</a:t>
            </a:r>
            <a:r>
              <a:rPr lang="en-US" altLang="zh-TW" sz="1100" b="0" i="0" u="none" strike="noStrike" cap="none" dirty="0" smtClean="0">
                <a:solidFill>
                  <a:srgbClr val="000000"/>
                </a:solidFill>
                <a:effectLst/>
                <a:latin typeface="Arial"/>
                <a:ea typeface="Arial"/>
                <a:cs typeface="Arial"/>
                <a:sym typeface="Arial"/>
              </a:rPr>
              <a:t>antenna</a:t>
            </a:r>
            <a:r>
              <a:rPr lang="zh-TW" altLang="en-US" sz="1100" b="0" i="0" u="none" strike="noStrike" cap="none" dirty="0" smtClean="0">
                <a:solidFill>
                  <a:srgbClr val="000000"/>
                </a:solidFill>
                <a:effectLst/>
                <a:latin typeface="Arial"/>
                <a:ea typeface="Arial"/>
                <a:cs typeface="Arial"/>
                <a:sym typeface="Arial"/>
              </a:rPr>
              <a:t> </a:t>
            </a:r>
            <a:r>
              <a:rPr lang="en-US" altLang="zh-TW" sz="1100" b="0" i="0" u="none" strike="noStrike" cap="none" dirty="0" smtClean="0">
                <a:solidFill>
                  <a:srgbClr val="000000"/>
                </a:solidFill>
                <a:effectLst/>
                <a:latin typeface="Arial"/>
                <a:ea typeface="Arial"/>
                <a:cs typeface="Arial"/>
                <a:sym typeface="Arial"/>
              </a:rPr>
              <a:t>gain</a:t>
            </a:r>
            <a:r>
              <a:rPr lang="zh-TW" altLang="en-US" sz="1100" b="0" i="0" u="none" strike="noStrike" cap="none" dirty="0" smtClean="0">
                <a:solidFill>
                  <a:srgbClr val="000000"/>
                </a:solidFill>
                <a:effectLst/>
                <a:latin typeface="Arial"/>
                <a:ea typeface="Arial"/>
                <a:cs typeface="Arial"/>
                <a:sym typeface="Arial"/>
              </a:rPr>
              <a:t>的</a:t>
            </a:r>
            <a:r>
              <a:rPr lang="en-US" altLang="zh-TW" sz="1100" b="0" i="0" u="none" strike="noStrike" cap="none" dirty="0">
                <a:solidFill>
                  <a:srgbClr val="000000"/>
                </a:solidFill>
                <a:effectLst/>
                <a:latin typeface="Arial"/>
                <a:ea typeface="Arial"/>
                <a:cs typeface="Arial"/>
                <a:sym typeface="Arial"/>
              </a:rPr>
              <a:t>beam</a:t>
            </a:r>
            <a:r>
              <a:rPr lang="zh-TW" altLang="en-US" sz="1100" b="0" i="0" u="none" strike="noStrike" cap="none" dirty="0">
                <a:solidFill>
                  <a:srgbClr val="000000"/>
                </a:solidFill>
                <a:effectLst/>
                <a:latin typeface="Arial"/>
                <a:ea typeface="Arial"/>
                <a:cs typeface="Arial"/>
                <a:sym typeface="Arial"/>
              </a:rPr>
              <a:t>覆蓋在通訊需求高的地方，然後用大的</a:t>
            </a:r>
            <a:r>
              <a:rPr lang="en-US" altLang="zh-TW" sz="1100" b="0" i="0" u="none" strike="noStrike" cap="none" dirty="0">
                <a:solidFill>
                  <a:srgbClr val="000000"/>
                </a:solidFill>
                <a:effectLst/>
                <a:latin typeface="Arial"/>
                <a:ea typeface="Arial"/>
                <a:cs typeface="Arial"/>
                <a:sym typeface="Arial"/>
              </a:rPr>
              <a:t>beam</a:t>
            </a:r>
            <a:r>
              <a:rPr lang="zh-TW" altLang="en-US" sz="1100" b="0" i="0" u="none" strike="noStrike" cap="none" dirty="0">
                <a:solidFill>
                  <a:srgbClr val="000000"/>
                </a:solidFill>
                <a:effectLst/>
                <a:latin typeface="Arial"/>
                <a:ea typeface="Arial"/>
                <a:cs typeface="Arial"/>
                <a:sym typeface="Arial"/>
              </a:rPr>
              <a:t>蓋在人口稀疏的地方，但是由於硬體限制，衛星上的</a:t>
            </a:r>
            <a:r>
              <a:rPr lang="en-US" altLang="zh-TW" sz="1100" b="0" i="0" u="none" strike="noStrike" cap="none" dirty="0">
                <a:solidFill>
                  <a:srgbClr val="000000"/>
                </a:solidFill>
                <a:effectLst/>
                <a:latin typeface="Arial"/>
                <a:ea typeface="Arial"/>
                <a:cs typeface="Arial"/>
                <a:sym typeface="Arial"/>
              </a:rPr>
              <a:t>reflector</a:t>
            </a:r>
            <a:r>
              <a:rPr lang="zh-TW" altLang="en-US" sz="1100" b="0" i="0" u="none" strike="noStrike" cap="none" dirty="0">
                <a:solidFill>
                  <a:srgbClr val="000000"/>
                </a:solidFill>
                <a:effectLst/>
                <a:latin typeface="Arial"/>
                <a:ea typeface="Arial"/>
                <a:cs typeface="Arial"/>
                <a:sym typeface="Arial"/>
              </a:rPr>
              <a:t>只能打出兩種大小不同的</a:t>
            </a:r>
            <a:r>
              <a:rPr lang="en-US" altLang="zh-TW" sz="1100" b="0" i="0" u="none" strike="noStrike" cap="none" dirty="0">
                <a:solidFill>
                  <a:srgbClr val="000000"/>
                </a:solidFill>
                <a:effectLst/>
                <a:latin typeface="Arial"/>
                <a:ea typeface="Arial"/>
                <a:cs typeface="Arial"/>
                <a:sym typeface="Arial"/>
              </a:rPr>
              <a:t>beam</a:t>
            </a:r>
            <a:r>
              <a:rPr lang="zh-TW" altLang="en-US" sz="1100" b="0" i="0" u="none" strike="noStrike" cap="none" dirty="0">
                <a:solidFill>
                  <a:srgbClr val="000000"/>
                </a:solidFill>
                <a:effectLst/>
                <a:latin typeface="Arial"/>
                <a:ea typeface="Arial"/>
                <a:cs typeface="Arial"/>
                <a:sym typeface="Arial"/>
              </a:rPr>
              <a:t>。考慮到有限的重疊區域與有限的</a:t>
            </a:r>
            <a:r>
              <a:rPr lang="en-US" altLang="zh-TW" sz="1100" b="0" i="0" u="none" strike="noStrike" cap="none" dirty="0">
                <a:solidFill>
                  <a:srgbClr val="000000"/>
                </a:solidFill>
                <a:effectLst/>
                <a:latin typeface="Arial"/>
                <a:ea typeface="Arial"/>
                <a:cs typeface="Arial"/>
                <a:sym typeface="Arial"/>
              </a:rPr>
              <a:t>beam</a:t>
            </a:r>
            <a:r>
              <a:rPr lang="zh-TW" altLang="en-US" sz="1100" b="0" i="0" u="none" strike="noStrike" cap="none" dirty="0">
                <a:solidFill>
                  <a:srgbClr val="000000"/>
                </a:solidFill>
                <a:effectLst/>
                <a:latin typeface="Arial"/>
                <a:ea typeface="Arial"/>
                <a:cs typeface="Arial"/>
                <a:sym typeface="Arial"/>
              </a:rPr>
              <a:t>尺寸限制，目前的方案無法很好的解決</a:t>
            </a:r>
            <a:r>
              <a:rPr lang="en-US" altLang="zh-TW" sz="1100" b="0" i="0" u="none" strike="noStrike" cap="none" dirty="0">
                <a:solidFill>
                  <a:srgbClr val="000000"/>
                </a:solidFill>
                <a:effectLst/>
                <a:latin typeface="Arial"/>
                <a:ea typeface="Arial"/>
                <a:cs typeface="Arial"/>
                <a:sym typeface="Arial"/>
              </a:rPr>
              <a:t>load balance</a:t>
            </a:r>
            <a:r>
              <a:rPr lang="zh-TW" altLang="en-US" sz="1100" b="0" i="0" u="none" strike="noStrike" cap="none" dirty="0">
                <a:solidFill>
                  <a:srgbClr val="000000"/>
                </a:solidFill>
                <a:effectLst/>
                <a:latin typeface="Arial"/>
                <a:ea typeface="Arial"/>
                <a:cs typeface="Arial"/>
                <a:sym typeface="Arial"/>
              </a:rPr>
              <a:t>的問題而且也沒有保證</a:t>
            </a:r>
            <a:r>
              <a:rPr lang="en-US" altLang="zh-TW" sz="1100" b="0" i="0" u="none" strike="noStrike" cap="none" dirty="0">
                <a:solidFill>
                  <a:srgbClr val="000000"/>
                </a:solidFill>
                <a:effectLst/>
                <a:latin typeface="Arial"/>
                <a:ea typeface="Arial"/>
                <a:cs typeface="Arial"/>
                <a:sym typeface="Arial"/>
              </a:rPr>
              <a:t>user</a:t>
            </a:r>
            <a:r>
              <a:rPr lang="zh-TW" altLang="en-US" sz="1100" b="0" i="0" u="none" strike="noStrike" cap="none" dirty="0">
                <a:solidFill>
                  <a:srgbClr val="000000"/>
                </a:solidFill>
                <a:effectLst/>
                <a:latin typeface="Arial"/>
                <a:ea typeface="Arial"/>
                <a:cs typeface="Arial"/>
                <a:sym typeface="Arial"/>
              </a:rPr>
              <a:t>的</a:t>
            </a:r>
            <a:r>
              <a:rPr lang="en-US" altLang="zh-TW" sz="1100" b="0" i="0" u="none" strike="noStrike" cap="none" dirty="0">
                <a:solidFill>
                  <a:srgbClr val="000000"/>
                </a:solidFill>
                <a:effectLst/>
                <a:latin typeface="Arial"/>
                <a:ea typeface="Arial"/>
                <a:cs typeface="Arial"/>
                <a:sym typeface="Arial"/>
              </a:rPr>
              <a:t>QoS</a:t>
            </a:r>
            <a:r>
              <a:rPr lang="zh-TW" altLang="en-US" sz="1100" b="0" i="0" u="none" strike="noStrike" cap="none" dirty="0">
                <a:solidFill>
                  <a:srgbClr val="000000"/>
                </a:solidFill>
                <a:effectLst/>
                <a:latin typeface="Arial"/>
                <a:ea typeface="Arial"/>
                <a:cs typeface="Arial"/>
                <a:sym typeface="Arial"/>
              </a:rPr>
              <a:t>。</a:t>
            </a:r>
            <a:endParaRPr lang="en-US" altLang="zh-TW"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3616289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cs typeface="Arial"/>
                <a:sym typeface="Arial"/>
              </a:rPr>
              <a:t>因此這篇</a:t>
            </a:r>
            <a:r>
              <a:rPr lang="en-US" altLang="zh-TW" sz="1100" b="0" i="0" u="none" strike="noStrike" cap="none" dirty="0">
                <a:solidFill>
                  <a:srgbClr val="000000"/>
                </a:solidFill>
                <a:effectLst/>
                <a:latin typeface="Arial"/>
                <a:cs typeface="Arial"/>
                <a:sym typeface="Arial"/>
              </a:rPr>
              <a:t>paper</a:t>
            </a:r>
            <a:r>
              <a:rPr lang="zh-TW" altLang="en-US" sz="1100" b="0" i="0" u="none" strike="noStrike" cap="none" dirty="0">
                <a:solidFill>
                  <a:srgbClr val="000000"/>
                </a:solidFill>
                <a:effectLst/>
                <a:latin typeface="Arial"/>
                <a:cs typeface="Arial"/>
                <a:sym typeface="Arial"/>
              </a:rPr>
              <a:t>的目的是要針對</a:t>
            </a:r>
            <a:r>
              <a:rPr lang="en-US" altLang="zh-TW" sz="1100" b="0" i="0" u="none" strike="noStrike" cap="none" dirty="0">
                <a:solidFill>
                  <a:srgbClr val="000000"/>
                </a:solidFill>
                <a:effectLst/>
                <a:latin typeface="Arial"/>
                <a:cs typeface="Arial"/>
                <a:sym typeface="Arial"/>
              </a:rPr>
              <a:t>BMSN</a:t>
            </a:r>
            <a:r>
              <a:rPr lang="zh-TW" altLang="en-US" sz="1100" b="0" i="0" u="none" strike="noStrike" cap="none" dirty="0">
                <a:solidFill>
                  <a:srgbClr val="000000"/>
                </a:solidFill>
                <a:effectLst/>
                <a:latin typeface="Arial"/>
                <a:cs typeface="Arial"/>
                <a:sym typeface="Arial"/>
              </a:rPr>
              <a:t>網路來設計保證</a:t>
            </a:r>
            <a:r>
              <a:rPr lang="en-US" altLang="zh-TW" sz="1100" b="0" i="0" u="none" strike="noStrike" cap="none" dirty="0">
                <a:solidFill>
                  <a:srgbClr val="000000"/>
                </a:solidFill>
                <a:effectLst/>
                <a:latin typeface="Arial"/>
                <a:cs typeface="Arial"/>
                <a:sym typeface="Arial"/>
              </a:rPr>
              <a:t>QoS</a:t>
            </a:r>
            <a:r>
              <a:rPr lang="zh-TW" altLang="en-US" sz="1100" b="0" i="0" u="none" strike="noStrike" cap="none" dirty="0">
                <a:solidFill>
                  <a:srgbClr val="000000"/>
                </a:solidFill>
                <a:effectLst/>
                <a:latin typeface="Arial"/>
                <a:cs typeface="Arial"/>
                <a:sym typeface="Arial"/>
              </a:rPr>
              <a:t>的用戶調度方式，並特別</a:t>
            </a:r>
            <a:r>
              <a:rPr lang="zh-TW" altLang="en-US" sz="1100" b="0" i="0" u="none" strike="noStrike" cap="none" dirty="0" smtClean="0">
                <a:solidFill>
                  <a:srgbClr val="000000"/>
                </a:solidFill>
                <a:effectLst/>
                <a:latin typeface="Arial"/>
                <a:cs typeface="Arial"/>
                <a:sym typeface="Arial"/>
              </a:rPr>
              <a:t>考慮</a:t>
            </a:r>
            <a:r>
              <a:rPr lang="en-US" altLang="zh-TW" sz="1100" b="0" i="0" u="none" strike="noStrike" cap="none" dirty="0" smtClean="0">
                <a:solidFill>
                  <a:srgbClr val="000000"/>
                </a:solidFill>
                <a:effectLst/>
                <a:latin typeface="Arial"/>
                <a:cs typeface="Arial"/>
                <a:sym typeface="Arial"/>
              </a:rPr>
              <a:t>load balance</a:t>
            </a:r>
            <a:r>
              <a:rPr lang="zh-TW" altLang="en-US" sz="1100" b="0" i="0" u="none" strike="noStrike" cap="none" dirty="0" smtClean="0">
                <a:solidFill>
                  <a:srgbClr val="000000"/>
                </a:solidFill>
                <a:effectLst/>
                <a:latin typeface="Arial"/>
                <a:cs typeface="Arial"/>
                <a:sym typeface="Arial"/>
              </a:rPr>
              <a:t>。</a:t>
            </a:r>
            <a:r>
              <a:rPr lang="zh-TW" altLang="en-US" sz="1100" b="0" i="0" u="none" strike="noStrike" cap="none" dirty="0">
                <a:solidFill>
                  <a:srgbClr val="000000"/>
                </a:solidFill>
                <a:effectLst/>
                <a:latin typeface="Arial"/>
                <a:cs typeface="Arial"/>
                <a:sym typeface="Arial"/>
              </a:rPr>
              <a:t>包括</a:t>
            </a:r>
            <a:r>
              <a:rPr lang="en-US" altLang="zh-TW" sz="1100" b="0" i="0" u="none" strike="noStrike" cap="none" dirty="0">
                <a:solidFill>
                  <a:srgbClr val="000000"/>
                </a:solidFill>
                <a:effectLst/>
                <a:latin typeface="Arial"/>
                <a:cs typeface="Arial"/>
                <a:sym typeface="Arial"/>
              </a:rPr>
              <a:t>VoIP</a:t>
            </a:r>
            <a:r>
              <a:rPr lang="zh-TW" altLang="en-US" sz="1100" b="0" i="0" u="none" strike="noStrike" cap="none" dirty="0">
                <a:solidFill>
                  <a:srgbClr val="000000"/>
                </a:solidFill>
                <a:effectLst/>
                <a:latin typeface="Arial"/>
                <a:cs typeface="Arial"/>
                <a:sym typeface="Arial"/>
              </a:rPr>
              <a:t> 跟</a:t>
            </a:r>
            <a:r>
              <a:rPr lang="en-US" altLang="zh-TW" sz="1100" b="0" i="0" u="none" strike="noStrike" cap="none" dirty="0">
                <a:solidFill>
                  <a:srgbClr val="000000"/>
                </a:solidFill>
                <a:effectLst/>
                <a:latin typeface="Arial"/>
                <a:cs typeface="Arial"/>
                <a:sym typeface="Arial"/>
              </a:rPr>
              <a:t>MPEG</a:t>
            </a:r>
            <a:r>
              <a:rPr lang="zh-TW" altLang="en-US" sz="1100" b="0" i="0" u="none" strike="noStrike" cap="none" dirty="0">
                <a:solidFill>
                  <a:srgbClr val="000000"/>
                </a:solidFill>
                <a:effectLst/>
                <a:latin typeface="Arial"/>
                <a:cs typeface="Arial"/>
                <a:sym typeface="Arial"/>
              </a:rPr>
              <a:t>這種有嚴格的延遲要求的通訊。</a:t>
            </a:r>
            <a:endParaRPr lang="en-US" altLang="zh-TW"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zh-TW" altLang="en-US" sz="1100" b="0" i="0" u="none" strike="noStrike" cap="none" dirty="0" smtClean="0">
                <a:solidFill>
                  <a:srgbClr val="000000"/>
                </a:solidFill>
                <a:effectLst/>
                <a:latin typeface="Arial"/>
                <a:cs typeface="Arial"/>
                <a:sym typeface="Arial"/>
              </a:rPr>
              <a:t>然後做法的主要</a:t>
            </a:r>
            <a:r>
              <a:rPr lang="zh-TW" altLang="en-US" sz="1100" b="0" i="0" u="none" strike="noStrike" cap="none" dirty="0">
                <a:solidFill>
                  <a:srgbClr val="000000"/>
                </a:solidFill>
                <a:effectLst/>
                <a:latin typeface="Arial"/>
                <a:cs typeface="Arial"/>
                <a:sym typeface="Arial"/>
              </a:rPr>
              <a:t>概念是將</a:t>
            </a:r>
            <a:r>
              <a:rPr lang="en-US" altLang="zh-TW" sz="1100" b="0" i="0" u="none" strike="noStrike" cap="none" dirty="0">
                <a:solidFill>
                  <a:srgbClr val="000000"/>
                </a:solidFill>
                <a:effectLst/>
                <a:latin typeface="Arial"/>
                <a:cs typeface="Arial"/>
                <a:sym typeface="Arial"/>
              </a:rPr>
              <a:t>beam</a:t>
            </a:r>
            <a:r>
              <a:rPr lang="zh-TW" altLang="en-US" sz="1100" b="0" i="0" u="none" strike="noStrike" cap="none" dirty="0" smtClean="0">
                <a:solidFill>
                  <a:srgbClr val="000000"/>
                </a:solidFill>
                <a:effectLst/>
                <a:latin typeface="Arial"/>
                <a:cs typeface="Arial"/>
                <a:sym typeface="Arial"/>
              </a:rPr>
              <a:t>根據</a:t>
            </a:r>
            <a:r>
              <a:rPr lang="en-US" altLang="zh-TW" sz="1100" b="0" i="0" u="none" strike="noStrike" cap="none" dirty="0" smtClean="0">
                <a:solidFill>
                  <a:srgbClr val="000000"/>
                </a:solidFill>
                <a:effectLst/>
                <a:latin typeface="Arial"/>
                <a:cs typeface="Arial"/>
                <a:sym typeface="Arial"/>
              </a:rPr>
              <a:t>PLR(packet </a:t>
            </a:r>
            <a:r>
              <a:rPr lang="en-US" altLang="zh-TW" sz="1100" b="0" i="0" u="none" strike="noStrike" cap="none" dirty="0">
                <a:solidFill>
                  <a:srgbClr val="000000"/>
                </a:solidFill>
                <a:effectLst/>
                <a:latin typeface="Arial"/>
                <a:cs typeface="Arial"/>
                <a:sym typeface="Arial"/>
              </a:rPr>
              <a:t>loss </a:t>
            </a:r>
            <a:r>
              <a:rPr lang="en-US" altLang="zh-TW" sz="1100" b="0" i="0" u="none" strike="noStrike" cap="none" dirty="0" smtClean="0">
                <a:solidFill>
                  <a:srgbClr val="000000"/>
                </a:solidFill>
                <a:effectLst/>
                <a:latin typeface="Arial"/>
                <a:cs typeface="Arial"/>
                <a:sym typeface="Arial"/>
              </a:rPr>
              <a:t>rate)</a:t>
            </a:r>
            <a:r>
              <a:rPr lang="zh-TW" altLang="en-US" sz="1100" b="0" i="0" u="none" strike="noStrike" cap="none" dirty="0" smtClean="0">
                <a:solidFill>
                  <a:srgbClr val="000000"/>
                </a:solidFill>
                <a:effectLst/>
                <a:latin typeface="Arial"/>
                <a:cs typeface="Arial"/>
                <a:sym typeface="Arial"/>
              </a:rPr>
              <a:t>分成</a:t>
            </a:r>
            <a:r>
              <a:rPr lang="zh-TW" altLang="en-US" sz="1100" b="0" i="0" u="none" strike="noStrike" cap="none" dirty="0">
                <a:solidFill>
                  <a:srgbClr val="000000"/>
                </a:solidFill>
                <a:effectLst/>
                <a:latin typeface="Arial"/>
                <a:cs typeface="Arial"/>
                <a:sym typeface="Arial"/>
              </a:rPr>
              <a:t>兩</a:t>
            </a:r>
            <a:r>
              <a:rPr lang="zh-TW" altLang="en-US" sz="1100" b="0" i="0" u="none" strike="noStrike" cap="none" dirty="0" smtClean="0">
                <a:solidFill>
                  <a:srgbClr val="000000"/>
                </a:solidFill>
                <a:effectLst/>
                <a:latin typeface="Arial"/>
                <a:cs typeface="Arial"/>
                <a:sym typeface="Arial"/>
              </a:rPr>
              <a:t>種，</a:t>
            </a:r>
            <a:r>
              <a:rPr lang="zh-TW" altLang="en-US" sz="1100" b="0" i="0" u="none" strike="noStrike" cap="none" dirty="0">
                <a:solidFill>
                  <a:srgbClr val="000000"/>
                </a:solidFill>
                <a:effectLst/>
                <a:latin typeface="Arial"/>
                <a:cs typeface="Arial"/>
                <a:sym typeface="Arial"/>
              </a:rPr>
              <a:t>高於</a:t>
            </a:r>
            <a:r>
              <a:rPr lang="en-US" altLang="zh-TW" sz="1100" b="0" i="0" u="none" strike="noStrike" cap="none" dirty="0">
                <a:solidFill>
                  <a:srgbClr val="000000"/>
                </a:solidFill>
                <a:effectLst/>
                <a:latin typeface="Arial"/>
                <a:cs typeface="Arial"/>
                <a:sym typeface="Arial"/>
              </a:rPr>
              <a:t>threshold</a:t>
            </a:r>
            <a:r>
              <a:rPr lang="zh-TW" altLang="en-US" sz="1100" b="0" i="0" u="none" strike="noStrike" cap="none" dirty="0">
                <a:solidFill>
                  <a:srgbClr val="000000"/>
                </a:solidFill>
                <a:effectLst/>
                <a:latin typeface="Arial"/>
                <a:cs typeface="Arial"/>
                <a:sym typeface="Arial"/>
              </a:rPr>
              <a:t>的</a:t>
            </a:r>
            <a:r>
              <a:rPr lang="zh-TW" altLang="en-US" sz="1100" b="0" i="0" u="none" strike="noStrike" cap="none" dirty="0" smtClean="0">
                <a:solidFill>
                  <a:srgbClr val="000000"/>
                </a:solidFill>
                <a:effectLst/>
                <a:latin typeface="Arial"/>
                <a:cs typeface="Arial"/>
                <a:sym typeface="Arial"/>
              </a:rPr>
              <a:t>就是高負載的</a:t>
            </a:r>
            <a:r>
              <a:rPr lang="en-US" altLang="zh-TW" sz="1100" b="0" i="0" u="none" strike="noStrike" cap="none" dirty="0" smtClean="0">
                <a:solidFill>
                  <a:srgbClr val="000000"/>
                </a:solidFill>
                <a:effectLst/>
                <a:latin typeface="Arial"/>
                <a:cs typeface="Arial"/>
                <a:sym typeface="Arial"/>
              </a:rPr>
              <a:t>beam</a:t>
            </a:r>
            <a:r>
              <a:rPr lang="zh-TW" altLang="en-US" sz="1100" b="0" i="0" u="none" strike="noStrike" cap="none" dirty="0" smtClean="0">
                <a:solidFill>
                  <a:srgbClr val="000000"/>
                </a:solidFill>
                <a:effectLst/>
                <a:latin typeface="Arial"/>
                <a:cs typeface="Arial"/>
                <a:sym typeface="Arial"/>
              </a:rPr>
              <a:t>，</a:t>
            </a:r>
            <a:r>
              <a:rPr lang="zh-TW" altLang="en-US" sz="1100" b="0" i="0" u="none" strike="noStrike" cap="none" dirty="0">
                <a:solidFill>
                  <a:srgbClr val="000000"/>
                </a:solidFill>
                <a:effectLst/>
                <a:latin typeface="Arial"/>
                <a:cs typeface="Arial"/>
                <a:sym typeface="Arial"/>
              </a:rPr>
              <a:t>反之就是低</a:t>
            </a:r>
            <a:r>
              <a:rPr lang="zh-TW" altLang="en-US" sz="1100" b="0" i="0" u="none" strike="noStrike" cap="none" dirty="0" smtClean="0">
                <a:solidFill>
                  <a:srgbClr val="000000"/>
                </a:solidFill>
                <a:effectLst/>
                <a:latin typeface="Arial"/>
                <a:cs typeface="Arial"/>
                <a:sym typeface="Arial"/>
              </a:rPr>
              <a:t>負載</a:t>
            </a:r>
            <a:r>
              <a:rPr lang="en-US" altLang="zh-TW" sz="1100" b="0" i="0" u="none" strike="noStrike" cap="none" dirty="0" smtClean="0">
                <a:solidFill>
                  <a:srgbClr val="000000"/>
                </a:solidFill>
                <a:effectLst/>
                <a:latin typeface="Arial"/>
                <a:cs typeface="Arial"/>
                <a:sym typeface="Arial"/>
              </a:rPr>
              <a:t>beam</a:t>
            </a:r>
            <a:r>
              <a:rPr lang="zh-TW" altLang="en-US" sz="1100" b="0" i="0" u="none" strike="noStrike" cap="none" dirty="0" smtClean="0">
                <a:solidFill>
                  <a:srgbClr val="000000"/>
                </a:solidFill>
                <a:effectLst/>
                <a:latin typeface="Arial"/>
                <a:cs typeface="Arial"/>
                <a:sym typeface="Arial"/>
              </a:rPr>
              <a:t>，</a:t>
            </a:r>
            <a:r>
              <a:rPr lang="zh-TW" altLang="en-US" sz="1100" b="0" i="0" u="none" strike="noStrike" cap="none" dirty="0">
                <a:solidFill>
                  <a:srgbClr val="000000"/>
                </a:solidFill>
                <a:effectLst/>
                <a:latin typeface="Arial"/>
                <a:cs typeface="Arial"/>
                <a:sym typeface="Arial"/>
              </a:rPr>
              <a:t>當有高</a:t>
            </a:r>
            <a:r>
              <a:rPr lang="zh-TW" altLang="en-US" sz="1100" b="0" i="0" u="none" strike="noStrike" cap="none" dirty="0" smtClean="0">
                <a:solidFill>
                  <a:srgbClr val="000000"/>
                </a:solidFill>
                <a:effectLst/>
                <a:latin typeface="Arial"/>
                <a:cs typeface="Arial"/>
                <a:sym typeface="Arial"/>
              </a:rPr>
              <a:t>負載</a:t>
            </a:r>
            <a:r>
              <a:rPr lang="en-US" altLang="zh-TW" sz="1100" b="0" i="0" u="none" strike="noStrike" cap="none" dirty="0" smtClean="0">
                <a:solidFill>
                  <a:srgbClr val="000000"/>
                </a:solidFill>
                <a:effectLst/>
                <a:latin typeface="Arial"/>
                <a:cs typeface="Arial"/>
                <a:sym typeface="Arial"/>
              </a:rPr>
              <a:t>beam</a:t>
            </a:r>
            <a:r>
              <a:rPr lang="zh-TW" altLang="en-US" sz="1100" b="0" i="0" u="none" strike="noStrike" cap="none" dirty="0" smtClean="0">
                <a:solidFill>
                  <a:srgbClr val="000000"/>
                </a:solidFill>
                <a:effectLst/>
                <a:latin typeface="Arial"/>
                <a:cs typeface="Arial"/>
                <a:sym typeface="Arial"/>
              </a:rPr>
              <a:t>時</a:t>
            </a:r>
            <a:r>
              <a:rPr lang="zh-TW" altLang="en-US" sz="1100" b="0" i="0" u="none" strike="noStrike" cap="none" dirty="0">
                <a:solidFill>
                  <a:srgbClr val="000000"/>
                </a:solidFill>
                <a:effectLst/>
                <a:latin typeface="Arial"/>
                <a:cs typeface="Arial"/>
                <a:sym typeface="Arial"/>
              </a:rPr>
              <a:t>，就會將用戶</a:t>
            </a:r>
            <a:r>
              <a:rPr lang="en-US" altLang="zh-TW" sz="1100" b="0" i="0" u="none" strike="noStrike" cap="none" dirty="0">
                <a:solidFill>
                  <a:srgbClr val="000000"/>
                </a:solidFill>
                <a:effectLst/>
                <a:latin typeface="Arial"/>
                <a:cs typeface="Arial"/>
                <a:sym typeface="Arial"/>
              </a:rPr>
              <a:t>offload</a:t>
            </a:r>
            <a:r>
              <a:rPr lang="zh-TW" altLang="en-US" sz="1100" b="0" i="0" u="none" strike="noStrike" cap="none" dirty="0">
                <a:solidFill>
                  <a:srgbClr val="000000"/>
                </a:solidFill>
                <a:effectLst/>
                <a:latin typeface="Arial"/>
                <a:cs typeface="Arial"/>
                <a:sym typeface="Arial"/>
              </a:rPr>
              <a:t>到附近的低</a:t>
            </a:r>
            <a:r>
              <a:rPr lang="zh-TW" altLang="en-US" sz="1100" b="0" i="0" u="none" strike="noStrike" cap="none" dirty="0" smtClean="0">
                <a:solidFill>
                  <a:srgbClr val="000000"/>
                </a:solidFill>
                <a:effectLst/>
                <a:latin typeface="Arial"/>
                <a:cs typeface="Arial"/>
                <a:sym typeface="Arial"/>
              </a:rPr>
              <a:t>負載</a:t>
            </a:r>
            <a:r>
              <a:rPr lang="en-US" altLang="zh-TW" sz="1100" b="0" i="0" u="none" strike="noStrike" cap="none" dirty="0" smtClean="0">
                <a:solidFill>
                  <a:srgbClr val="000000"/>
                </a:solidFill>
                <a:effectLst/>
                <a:latin typeface="Arial"/>
                <a:cs typeface="Arial"/>
                <a:sym typeface="Arial"/>
              </a:rPr>
              <a:t>beam</a:t>
            </a:r>
            <a:r>
              <a:rPr lang="zh-TW" altLang="en-US" sz="1100" b="0" i="0" u="none" strike="noStrike" cap="none" dirty="0" smtClean="0">
                <a:solidFill>
                  <a:srgbClr val="000000"/>
                </a:solidFill>
                <a:effectLst/>
                <a:latin typeface="Arial"/>
                <a:cs typeface="Arial"/>
                <a:sym typeface="Arial"/>
              </a:rPr>
              <a:t>，</a:t>
            </a:r>
            <a:r>
              <a:rPr lang="zh-TW" altLang="en-US" sz="1100" b="0" i="0" u="none" strike="noStrike" cap="none" dirty="0">
                <a:solidFill>
                  <a:srgbClr val="000000"/>
                </a:solidFill>
                <a:effectLst/>
                <a:latin typeface="Arial"/>
                <a:cs typeface="Arial"/>
                <a:sym typeface="Arial"/>
              </a:rPr>
              <a:t>若附近沒有低</a:t>
            </a:r>
            <a:r>
              <a:rPr lang="zh-TW" altLang="en-US" sz="1100" b="0" i="0" u="none" strike="noStrike" cap="none" dirty="0" smtClean="0">
                <a:solidFill>
                  <a:srgbClr val="000000"/>
                </a:solidFill>
                <a:effectLst/>
                <a:latin typeface="Arial"/>
                <a:cs typeface="Arial"/>
                <a:sym typeface="Arial"/>
              </a:rPr>
              <a:t>負載</a:t>
            </a:r>
            <a:r>
              <a:rPr lang="en-US" altLang="zh-TW" sz="1100" b="0" i="0" u="none" strike="noStrike" cap="none" dirty="0" smtClean="0">
                <a:solidFill>
                  <a:srgbClr val="000000"/>
                </a:solidFill>
                <a:effectLst/>
                <a:latin typeface="Arial"/>
                <a:cs typeface="Arial"/>
                <a:sym typeface="Arial"/>
              </a:rPr>
              <a:t>beam</a:t>
            </a:r>
            <a:r>
              <a:rPr lang="zh-TW" altLang="en-US" sz="1100" b="0" i="0" u="none" strike="noStrike" cap="none" dirty="0" smtClean="0">
                <a:solidFill>
                  <a:srgbClr val="000000"/>
                </a:solidFill>
                <a:effectLst/>
                <a:latin typeface="Arial"/>
                <a:cs typeface="Arial"/>
                <a:sym typeface="Arial"/>
              </a:rPr>
              <a:t>，</a:t>
            </a:r>
            <a:r>
              <a:rPr lang="zh-TW" altLang="en-US" sz="1100" b="0" i="0" u="none" strike="noStrike" cap="none" dirty="0">
                <a:solidFill>
                  <a:srgbClr val="000000"/>
                </a:solidFill>
                <a:effectLst/>
                <a:latin typeface="Arial"/>
                <a:cs typeface="Arial"/>
                <a:sym typeface="Arial"/>
              </a:rPr>
              <a:t>就會使用</a:t>
            </a:r>
            <a:r>
              <a:rPr lang="en-US" altLang="zh-TW" sz="1100" b="0" i="0" u="none" strike="noStrike" cap="none" dirty="0" err="1">
                <a:solidFill>
                  <a:srgbClr val="000000"/>
                </a:solidFill>
                <a:effectLst/>
                <a:latin typeface="Arial"/>
                <a:cs typeface="Arial"/>
                <a:sym typeface="Arial"/>
              </a:rPr>
              <a:t>beamhopping</a:t>
            </a:r>
            <a:r>
              <a:rPr lang="zh-TW" altLang="en-US" sz="1100" b="0" i="0" u="none" strike="noStrike" cap="none" dirty="0">
                <a:solidFill>
                  <a:srgbClr val="000000"/>
                </a:solidFill>
                <a:effectLst/>
                <a:latin typeface="Arial"/>
                <a:cs typeface="Arial"/>
                <a:sym typeface="Arial"/>
              </a:rPr>
              <a:t>來</a:t>
            </a:r>
            <a:r>
              <a:rPr lang="en-US" altLang="zh-TW" sz="1100" b="0" i="0" u="none" strike="noStrike" cap="none" dirty="0">
                <a:solidFill>
                  <a:srgbClr val="000000"/>
                </a:solidFill>
                <a:effectLst/>
                <a:latin typeface="Arial"/>
                <a:cs typeface="Arial"/>
                <a:sym typeface="Arial"/>
              </a:rPr>
              <a:t>offload</a:t>
            </a:r>
            <a:r>
              <a:rPr lang="zh-TW" altLang="en-US" sz="1100" b="0" i="0" u="none" strike="noStrike" cap="none" dirty="0">
                <a:solidFill>
                  <a:srgbClr val="000000"/>
                </a:solidFill>
                <a:effectLst/>
                <a:latin typeface="Arial"/>
                <a:cs typeface="Arial"/>
                <a:sym typeface="Arial"/>
              </a:rPr>
              <a:t>那些用戶。</a:t>
            </a:r>
            <a:endParaRPr lang="en-US" altLang="zh-TW" sz="1100" b="0" i="0" u="none" strike="noStrike" cap="none" dirty="0">
              <a:solidFill>
                <a:srgbClr val="000000"/>
              </a:solidFill>
              <a:effectLst/>
              <a:latin typeface="Arial"/>
              <a:cs typeface="Arial"/>
              <a:sym typeface="Arial"/>
            </a:endParaRPr>
          </a:p>
        </p:txBody>
      </p:sp>
    </p:spTree>
    <p:extLst>
      <p:ext uri="{BB962C8B-B14F-4D97-AF65-F5344CB8AC3E}">
        <p14:creationId xmlns:p14="http://schemas.microsoft.com/office/powerpoint/2010/main" val="27022676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本</a:t>
            </a:r>
            <a:r>
              <a:rPr lang="en-US" altLang="zh-TW" dirty="0"/>
              <a:t>paper</a:t>
            </a:r>
            <a:r>
              <a:rPr lang="zh-TW" altLang="en-US" dirty="0"/>
              <a:t>主要貢獻有以下</a:t>
            </a:r>
            <a:endParaRPr lang="en-US" altLang="zh-TW" dirty="0"/>
          </a:p>
          <a:p>
            <a:pPr marL="0" lvl="0" indent="0" algn="l" rtl="0">
              <a:spcBef>
                <a:spcPts val="0"/>
              </a:spcBef>
              <a:spcAft>
                <a:spcPts val="0"/>
              </a:spcAft>
              <a:buNone/>
            </a:pPr>
            <a:r>
              <a:rPr lang="en-US" altLang="zh-TW" sz="1100" b="0" i="0" u="none" strike="noStrike" cap="none" dirty="0">
                <a:solidFill>
                  <a:srgbClr val="000000"/>
                </a:solidFill>
                <a:effectLst/>
                <a:latin typeface="Arial"/>
                <a:ea typeface="Arial"/>
                <a:cs typeface="Arial"/>
                <a:sym typeface="Arial"/>
              </a:rPr>
              <a:t>1.</a:t>
            </a:r>
            <a:r>
              <a:rPr lang="zh-TW" altLang="en-US" sz="1100" b="0" i="0" u="none" strike="noStrike" cap="none" dirty="0">
                <a:solidFill>
                  <a:srgbClr val="000000"/>
                </a:solidFill>
                <a:effectLst/>
                <a:latin typeface="Arial"/>
                <a:ea typeface="Arial"/>
                <a:cs typeface="Arial"/>
                <a:sym typeface="Arial"/>
              </a:rPr>
              <a:t>提出了一個更實用的網絡模型來模擬</a:t>
            </a:r>
            <a:r>
              <a:rPr lang="en-US" altLang="zh-TW" sz="1100" b="0" i="0" u="none" strike="noStrike" cap="none" dirty="0">
                <a:solidFill>
                  <a:srgbClr val="000000"/>
                </a:solidFill>
                <a:effectLst/>
                <a:latin typeface="Arial"/>
                <a:ea typeface="Arial"/>
                <a:cs typeface="Arial"/>
                <a:sym typeface="Arial"/>
              </a:rPr>
              <a:t>BMSN</a:t>
            </a:r>
            <a:r>
              <a:rPr lang="zh-TW" altLang="en-US" sz="1100" b="0" i="0" u="none" strike="noStrike" cap="none" dirty="0">
                <a:solidFill>
                  <a:srgbClr val="000000"/>
                </a:solidFill>
                <a:effectLst/>
                <a:latin typeface="Arial"/>
                <a:ea typeface="Arial"/>
                <a:cs typeface="Arial"/>
                <a:sym typeface="Arial"/>
              </a:rPr>
              <a:t>中用戶流量的不均勻分佈，並且使用</a:t>
            </a:r>
            <a:r>
              <a:rPr lang="en-US" altLang="zh-TW" sz="1100" b="0" i="0" u="none" strike="noStrike" cap="none" dirty="0">
                <a:solidFill>
                  <a:srgbClr val="000000"/>
                </a:solidFill>
                <a:effectLst/>
                <a:latin typeface="Arial"/>
                <a:ea typeface="Arial"/>
                <a:cs typeface="Arial"/>
                <a:sym typeface="Arial"/>
              </a:rPr>
              <a:t>delay</a:t>
            </a:r>
            <a:r>
              <a:rPr lang="zh-TW" altLang="en-US" sz="1100" b="0" i="0" u="none" strike="noStrike" cap="none" dirty="0">
                <a:solidFill>
                  <a:srgbClr val="000000"/>
                </a:solidFill>
                <a:effectLst/>
                <a:latin typeface="Arial"/>
                <a:ea typeface="Arial"/>
                <a:cs typeface="Arial"/>
                <a:sym typeface="Arial"/>
              </a:rPr>
              <a:t>來做為用戶的</a:t>
            </a:r>
            <a:r>
              <a:rPr lang="en-US" altLang="zh-TW" sz="1100" b="0" i="0" u="none" strike="noStrike" cap="none" dirty="0">
                <a:solidFill>
                  <a:srgbClr val="000000"/>
                </a:solidFill>
                <a:effectLst/>
                <a:latin typeface="Arial"/>
                <a:ea typeface="Arial"/>
                <a:cs typeface="Arial"/>
                <a:sym typeface="Arial"/>
              </a:rPr>
              <a:t>QoS</a:t>
            </a:r>
            <a:r>
              <a:rPr lang="zh-TW" altLang="en-US" sz="1100" b="0" i="0" u="none" strike="noStrike" cap="none" dirty="0">
                <a:solidFill>
                  <a:srgbClr val="000000"/>
                </a:solidFill>
                <a:effectLst/>
                <a:latin typeface="Arial"/>
                <a:ea typeface="Arial"/>
                <a:cs typeface="Arial"/>
                <a:sym typeface="Arial"/>
              </a:rPr>
              <a:t>須求</a:t>
            </a:r>
            <a:endParaRPr lang="en-US" altLang="zh-TW"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altLang="zh-TW" dirty="0"/>
              <a:t>2.</a:t>
            </a:r>
            <a:r>
              <a:rPr lang="zh-TW" altLang="en-US" dirty="0"/>
              <a:t>一個新穎的</a:t>
            </a:r>
            <a:r>
              <a:rPr lang="en-US" altLang="zh-TW" dirty="0"/>
              <a:t>load balance</a:t>
            </a:r>
            <a:r>
              <a:rPr lang="zh-TW" altLang="en-US" dirty="0"/>
              <a:t>方案，基於</a:t>
            </a:r>
            <a:r>
              <a:rPr lang="en-US" altLang="zh-TW" dirty="0"/>
              <a:t>BMSN</a:t>
            </a:r>
            <a:r>
              <a:rPr lang="zh-TW" altLang="en-US" dirty="0"/>
              <a:t>模型為每個</a:t>
            </a:r>
            <a:r>
              <a:rPr lang="en-US" altLang="zh-TW" dirty="0"/>
              <a:t>beam</a:t>
            </a:r>
            <a:r>
              <a:rPr lang="zh-TW" altLang="en-US" dirty="0" smtClean="0"/>
              <a:t>使用剛剛所</a:t>
            </a:r>
            <a:r>
              <a:rPr lang="zh-TW" altLang="en-US" dirty="0"/>
              <a:t>提到的框架，若是有</a:t>
            </a:r>
            <a:r>
              <a:rPr lang="en-US" altLang="zh-TW" dirty="0"/>
              <a:t>beam</a:t>
            </a:r>
            <a:r>
              <a:rPr lang="zh-TW" altLang="en-US" dirty="0"/>
              <a:t>不能滿足</a:t>
            </a:r>
            <a:r>
              <a:rPr lang="en-US" altLang="zh-TW" dirty="0"/>
              <a:t>QoS</a:t>
            </a:r>
            <a:r>
              <a:rPr lang="zh-TW" altLang="en-US" dirty="0"/>
              <a:t>，則會在</a:t>
            </a:r>
            <a:r>
              <a:rPr lang="zh-TW" altLang="en-US" dirty="0" smtClean="0"/>
              <a:t>不同</a:t>
            </a:r>
            <a:r>
              <a:rPr lang="en-US" altLang="zh-TW" dirty="0" smtClean="0"/>
              <a:t>beam</a:t>
            </a:r>
            <a:r>
              <a:rPr lang="zh-TW" altLang="en-US" dirty="0" smtClean="0"/>
              <a:t>之間</a:t>
            </a:r>
            <a:r>
              <a:rPr lang="zh-TW" altLang="en-US" dirty="0"/>
              <a:t>執行</a:t>
            </a:r>
            <a:r>
              <a:rPr lang="en-US" altLang="zh-TW" dirty="0"/>
              <a:t>load balance</a:t>
            </a:r>
          </a:p>
          <a:p>
            <a:pPr marL="0" lvl="0" indent="0" algn="l" rtl="0">
              <a:spcBef>
                <a:spcPts val="0"/>
              </a:spcBef>
              <a:spcAft>
                <a:spcPts val="0"/>
              </a:spcAft>
              <a:buNone/>
            </a:pPr>
            <a:r>
              <a:rPr lang="en-US" altLang="zh-TW" dirty="0"/>
              <a:t>3.</a:t>
            </a:r>
            <a:r>
              <a:rPr lang="zh-TW" altLang="en-US" dirty="0"/>
              <a:t>他提出的方式在模擬結果時，使用</a:t>
            </a:r>
            <a:r>
              <a:rPr lang="en-US" altLang="zh-TW" dirty="0"/>
              <a:t>91</a:t>
            </a:r>
            <a:r>
              <a:rPr lang="zh-TW" altLang="en-US" dirty="0"/>
              <a:t>個</a:t>
            </a:r>
            <a:r>
              <a:rPr lang="en-US" altLang="zh-TW" dirty="0"/>
              <a:t>beam</a:t>
            </a:r>
            <a:r>
              <a:rPr lang="zh-TW" altLang="en-US" dirty="0"/>
              <a:t>以及</a:t>
            </a:r>
            <a:r>
              <a:rPr lang="en-US" altLang="zh-TW" dirty="0"/>
              <a:t>2792</a:t>
            </a:r>
            <a:r>
              <a:rPr lang="zh-TW" altLang="en-US" dirty="0"/>
              <a:t>個</a:t>
            </a:r>
            <a:r>
              <a:rPr lang="en-US" altLang="zh-TW" dirty="0"/>
              <a:t>user</a:t>
            </a:r>
            <a:r>
              <a:rPr lang="zh-TW" altLang="en-US" dirty="0"/>
              <a:t>的場景下，可以讓平均</a:t>
            </a:r>
            <a:r>
              <a:rPr lang="en-US" altLang="zh-TW" dirty="0"/>
              <a:t>PLR</a:t>
            </a:r>
            <a:r>
              <a:rPr lang="zh-TW" altLang="en-US" dirty="0"/>
              <a:t>降低</a:t>
            </a:r>
            <a:r>
              <a:rPr lang="en-US" altLang="zh-TW" dirty="0"/>
              <a:t>71.25%</a:t>
            </a:r>
            <a:r>
              <a:rPr lang="zh-TW" altLang="en-US" dirty="0"/>
              <a:t>，平均</a:t>
            </a:r>
            <a:r>
              <a:rPr lang="en-US" altLang="zh-TW" dirty="0"/>
              <a:t>throughput</a:t>
            </a:r>
            <a:r>
              <a:rPr lang="zh-TW" altLang="en-US" dirty="0"/>
              <a:t>提高</a:t>
            </a:r>
            <a:r>
              <a:rPr lang="en-US" altLang="zh-TW" dirty="0"/>
              <a:t>13.97%</a:t>
            </a:r>
          </a:p>
        </p:txBody>
      </p:sp>
    </p:spTree>
    <p:extLst>
      <p:ext uri="{BB962C8B-B14F-4D97-AF65-F5344CB8AC3E}">
        <p14:creationId xmlns:p14="http://schemas.microsoft.com/office/powerpoint/2010/main" val="1812016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71927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一個基於</a:t>
            </a:r>
            <a:r>
              <a:rPr lang="en-US" altLang="zh-TW" dirty="0"/>
              <a:t>DVB</a:t>
            </a:r>
            <a:r>
              <a:rPr lang="zh-TW" altLang="en-US" dirty="0"/>
              <a:t> </a:t>
            </a:r>
            <a:r>
              <a:rPr lang="en-US" altLang="zh-TW" dirty="0"/>
              <a:t>S2X</a:t>
            </a:r>
            <a:r>
              <a:rPr lang="zh-TW" altLang="en-US" dirty="0"/>
              <a:t> 的</a:t>
            </a:r>
            <a:r>
              <a:rPr lang="en-US" altLang="zh-TW" dirty="0"/>
              <a:t>BMSN</a:t>
            </a:r>
            <a:r>
              <a:rPr lang="zh-TW" altLang="en-US" dirty="0"/>
              <a:t> 可以用這張圖來表示，是由一個</a:t>
            </a:r>
            <a:r>
              <a:rPr lang="en-US" altLang="zh-TW" dirty="0" err="1"/>
              <a:t>multibeam</a:t>
            </a:r>
            <a:r>
              <a:rPr lang="en-US" altLang="zh-TW" baseline="0" dirty="0"/>
              <a:t> satellite</a:t>
            </a:r>
            <a:r>
              <a:rPr lang="zh-TW" altLang="en-US" baseline="0" dirty="0"/>
              <a:t>以及 一個</a:t>
            </a:r>
            <a:r>
              <a:rPr lang="en-US" altLang="zh-TW" baseline="0" dirty="0"/>
              <a:t>gateway </a:t>
            </a:r>
            <a:r>
              <a:rPr lang="zh-TW" altLang="en-US" baseline="0" dirty="0"/>
              <a:t>或是</a:t>
            </a:r>
            <a:r>
              <a:rPr lang="en-US" altLang="zh-TW" baseline="0" dirty="0"/>
              <a:t>NCC</a:t>
            </a:r>
            <a:r>
              <a:rPr lang="zh-TW" altLang="en-US" baseline="0" dirty="0"/>
              <a:t> </a:t>
            </a:r>
            <a:r>
              <a:rPr lang="en-US" altLang="zh-TW" baseline="0" dirty="0"/>
              <a:t>(</a:t>
            </a:r>
            <a:r>
              <a:rPr lang="zh-TW" altLang="en-US" baseline="0" dirty="0"/>
              <a:t>指的是</a:t>
            </a:r>
            <a:r>
              <a:rPr lang="en-US" altLang="zh-TW" baseline="0" dirty="0"/>
              <a:t>network control center) </a:t>
            </a:r>
            <a:r>
              <a:rPr lang="zh-TW" altLang="en-US" baseline="0" dirty="0"/>
              <a:t>以及</a:t>
            </a:r>
            <a:r>
              <a:rPr lang="en-US" altLang="zh-TW" baseline="0" dirty="0"/>
              <a:t>UT(user terminal)</a:t>
            </a:r>
            <a:r>
              <a:rPr lang="zh-TW" altLang="en-US" baseline="0" dirty="0"/>
              <a:t>，這架構中</a:t>
            </a:r>
            <a:r>
              <a:rPr lang="en-US" altLang="zh-TW" baseline="0" dirty="0"/>
              <a:t>NCC</a:t>
            </a:r>
            <a:r>
              <a:rPr lang="zh-TW" altLang="en-US" baseline="0" dirty="0"/>
              <a:t>是負責整個網路的資源管理，包括每個</a:t>
            </a:r>
            <a:r>
              <a:rPr lang="en-US" altLang="zh-TW" baseline="0" dirty="0"/>
              <a:t>beam</a:t>
            </a:r>
            <a:r>
              <a:rPr lang="zh-TW" altLang="en-US" baseline="0" dirty="0"/>
              <a:t>打的</a:t>
            </a:r>
            <a:r>
              <a:rPr lang="en-US" altLang="zh-TW" baseline="0" dirty="0"/>
              <a:t>power</a:t>
            </a:r>
            <a:r>
              <a:rPr lang="zh-TW" altLang="en-US" baseline="0" dirty="0"/>
              <a:t>、頻寬等等。 在</a:t>
            </a:r>
            <a:r>
              <a:rPr lang="en-US" altLang="zh-TW" baseline="0" dirty="0"/>
              <a:t>Downlink</a:t>
            </a:r>
            <a:r>
              <a:rPr lang="zh-TW" altLang="en-US" baseline="0" dirty="0"/>
              <a:t>部分是採</a:t>
            </a:r>
            <a:r>
              <a:rPr lang="en-US" altLang="zh-TW" baseline="0" dirty="0"/>
              <a:t>TDMA</a:t>
            </a:r>
            <a:r>
              <a:rPr lang="zh-TW" altLang="en-US" baseline="0" dirty="0"/>
              <a:t> ，</a:t>
            </a:r>
            <a:r>
              <a:rPr lang="en-US" altLang="zh-TW" baseline="0" dirty="0"/>
              <a:t>uplink</a:t>
            </a:r>
            <a:r>
              <a:rPr lang="zh-TW" altLang="en-US" baseline="0" dirty="0"/>
              <a:t>部分是</a:t>
            </a:r>
            <a:r>
              <a:rPr lang="en-US" altLang="zh-TW" baseline="0" dirty="0"/>
              <a:t>MF-TDMA(</a:t>
            </a:r>
            <a:r>
              <a:rPr lang="zh-TW" altLang="en-US" baseline="0" dirty="0"/>
              <a:t>也就是</a:t>
            </a:r>
            <a:r>
              <a:rPr lang="en-US" altLang="zh-TW" baseline="0" dirty="0"/>
              <a:t>user terminal</a:t>
            </a:r>
            <a:r>
              <a:rPr lang="zh-TW" altLang="en-US" baseline="0" dirty="0"/>
              <a:t>可以換別的頻率</a:t>
            </a:r>
            <a:r>
              <a:rPr lang="en-US" altLang="zh-TW" baseline="0" dirty="0"/>
              <a:t>)</a:t>
            </a:r>
            <a:r>
              <a:rPr lang="zh-TW" altLang="en-US" baseline="0" dirty="0"/>
              <a:t> 而這篇</a:t>
            </a:r>
            <a:r>
              <a:rPr lang="en-US" altLang="zh-TW" baseline="0" dirty="0"/>
              <a:t>paper</a:t>
            </a:r>
            <a:r>
              <a:rPr lang="zh-TW" altLang="en-US" baseline="0" dirty="0"/>
              <a:t>是處理</a:t>
            </a:r>
            <a:r>
              <a:rPr lang="en-US" altLang="zh-TW" baseline="0" dirty="0"/>
              <a:t>downlink</a:t>
            </a:r>
            <a:r>
              <a:rPr lang="zh-TW" altLang="en-US" baseline="0" dirty="0"/>
              <a:t>的部分，在</a:t>
            </a:r>
            <a:r>
              <a:rPr lang="en-US" altLang="zh-TW" baseline="0" dirty="0"/>
              <a:t>downlink</a:t>
            </a:r>
            <a:r>
              <a:rPr lang="zh-TW" altLang="en-US" baseline="0" dirty="0"/>
              <a:t>的傳輸中，資料通過</a:t>
            </a:r>
            <a:r>
              <a:rPr lang="en-US" altLang="zh-TW" baseline="0" dirty="0"/>
              <a:t>gateway</a:t>
            </a:r>
            <a:r>
              <a:rPr lang="zh-TW" altLang="en-US" baseline="0" dirty="0"/>
              <a:t>傳輸到衛星後再由衛星發送到</a:t>
            </a:r>
            <a:r>
              <a:rPr lang="en-US" altLang="zh-TW" baseline="0" dirty="0"/>
              <a:t>user terminal.</a:t>
            </a:r>
            <a:endParaRPr dirty="0"/>
          </a:p>
        </p:txBody>
      </p:sp>
    </p:spTree>
    <p:extLst>
      <p:ext uri="{BB962C8B-B14F-4D97-AF65-F5344CB8AC3E}">
        <p14:creationId xmlns:p14="http://schemas.microsoft.com/office/powerpoint/2010/main" val="34103427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557" name="Google Shape;5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這篇</a:t>
                </a:r>
                <a:r>
                  <a:rPr lang="en-US" altLang="zh-TW" dirty="0"/>
                  <a:t>paper</a:t>
                </a:r>
                <a:r>
                  <a:rPr lang="zh-TW" altLang="en-US" dirty="0" smtClean="0"/>
                  <a:t>的</a:t>
                </a:r>
                <a:r>
                  <a:rPr lang="en-US" altLang="zh-TW" dirty="0" smtClean="0"/>
                  <a:t>traffic model</a:t>
                </a:r>
                <a:r>
                  <a:rPr lang="zh-TW" altLang="en-US" dirty="0"/>
                  <a:t>採柏松過程來去模擬隨機的</a:t>
                </a:r>
                <a:r>
                  <a:rPr lang="en-US" altLang="zh-TW" dirty="0"/>
                  <a:t>user</a:t>
                </a:r>
                <a:r>
                  <a:rPr lang="zh-TW" altLang="en-US" dirty="0"/>
                  <a:t>分布以及隨機的用戶流量。在一個時間間隔</a:t>
                </a:r>
                <a:r>
                  <a:rPr lang="en-US" altLang="zh-TW" dirty="0"/>
                  <a:t>T</a:t>
                </a:r>
                <a:r>
                  <a:rPr lang="zh-TW" altLang="en-US" dirty="0"/>
                  <a:t>中有</a:t>
                </a:r>
                <a:r>
                  <a:rPr lang="en-US" altLang="zh-TW" dirty="0"/>
                  <a:t>n</a:t>
                </a:r>
                <a:r>
                  <a:rPr lang="zh-TW" altLang="en-US" dirty="0"/>
                  <a:t>個</a:t>
                </a:r>
                <a:r>
                  <a:rPr lang="en-US" altLang="zh-TW" dirty="0"/>
                  <a:t>packet</a:t>
                </a:r>
                <a:r>
                  <a:rPr lang="zh-TW" altLang="en-US" dirty="0"/>
                  <a:t>到達的機率表示為</a:t>
                </a:r>
                <a:r>
                  <a:rPr lang="en-US" altLang="zh-TW" dirty="0" err="1"/>
                  <a:t>Pn</a:t>
                </a:r>
                <a:r>
                  <a:rPr lang="en-US" altLang="zh-TW" dirty="0"/>
                  <a:t> </a:t>
                </a:r>
                <a:r>
                  <a:rPr lang="zh-TW" altLang="en-US" dirty="0"/>
                  <a:t>也就是</a:t>
                </a:r>
                <a:r>
                  <a:rPr lang="en-US" altLang="zh-TW" dirty="0"/>
                  <a:t>packet arrival</a:t>
                </a:r>
                <a:r>
                  <a:rPr lang="en-US" altLang="zh-TW" baseline="0" dirty="0"/>
                  <a:t> rate</a:t>
                </a:r>
                <a:r>
                  <a:rPr lang="zh-TW" altLang="en-US" baseline="0" dirty="0"/>
                  <a:t>，這邊</a:t>
                </a:r>
                <a14:m>
                  <m:oMath xmlns:m="http://schemas.openxmlformats.org/officeDocument/2006/math">
                    <m:r>
                      <a:rPr lang="zh-TW" altLang="en-US" sz="1100" b="0" i="1" smtClean="0">
                        <a:latin typeface="Cambria Math" panose="02040503050406030204" pitchFamily="18" charset="0"/>
                        <a:ea typeface="Cambria Math" panose="02040503050406030204" pitchFamily="18" charset="0"/>
                      </a:rPr>
                      <m:t>𝛼</m:t>
                    </m:r>
                  </m:oMath>
                </a14:m>
                <a:r>
                  <a:rPr lang="zh-TW" altLang="en-US" dirty="0"/>
                  <a:t>是單位時間內平均到達的數據包數量。</a:t>
                </a:r>
                <a:endParaRPr lang="en-US" altLang="zh-TW" dirty="0"/>
              </a:p>
              <a:p>
                <a:pPr marL="0" lvl="0" indent="0" algn="l" rtl="0">
                  <a:spcBef>
                    <a:spcPts val="0"/>
                  </a:spcBef>
                  <a:spcAft>
                    <a:spcPts val="0"/>
                  </a:spcAft>
                  <a:buNone/>
                </a:pPr>
                <a:endParaRPr lang="en-US" dirty="0"/>
              </a:p>
            </p:txBody>
          </p:sp>
        </mc:Choice>
        <mc:Fallback xmlns="">
          <p:sp>
            <p:nvSpPr>
              <p:cNvPr id="557" name="Google Shape;5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smtClean="0"/>
                  <a:t>這篇</a:t>
                </a:r>
                <a:r>
                  <a:rPr lang="en-US" altLang="zh-TW" dirty="0" smtClean="0"/>
                  <a:t>paper</a:t>
                </a:r>
                <a:r>
                  <a:rPr lang="zh-TW" altLang="en-US" dirty="0" smtClean="0"/>
                  <a:t>的</a:t>
                </a:r>
                <a:r>
                  <a:rPr lang="en-US" altLang="zh-TW" dirty="0" smtClean="0"/>
                  <a:t>model</a:t>
                </a:r>
                <a:r>
                  <a:rPr lang="zh-TW" altLang="en-US" dirty="0" smtClean="0"/>
                  <a:t>採柏松過程來去模擬隨機的</a:t>
                </a:r>
                <a:r>
                  <a:rPr lang="en-US" altLang="zh-TW" dirty="0" smtClean="0"/>
                  <a:t>user</a:t>
                </a:r>
                <a:r>
                  <a:rPr lang="zh-TW" altLang="en-US" dirty="0" smtClean="0"/>
                  <a:t>分布以及隨機的用戶流量。在一個時間間隔</a:t>
                </a:r>
                <a:r>
                  <a:rPr lang="en-US" altLang="zh-TW" dirty="0" smtClean="0"/>
                  <a:t>T</a:t>
                </a:r>
                <a:r>
                  <a:rPr lang="zh-TW" altLang="en-US" dirty="0" smtClean="0"/>
                  <a:t>中有</a:t>
                </a:r>
                <a:r>
                  <a:rPr lang="en-US" altLang="zh-TW" dirty="0" smtClean="0"/>
                  <a:t>n</a:t>
                </a:r>
                <a:r>
                  <a:rPr lang="zh-TW" altLang="en-US" dirty="0" smtClean="0"/>
                  <a:t>個</a:t>
                </a:r>
                <a:r>
                  <a:rPr lang="en-US" altLang="zh-TW" dirty="0" smtClean="0"/>
                  <a:t>packet</a:t>
                </a:r>
                <a:r>
                  <a:rPr lang="zh-TW" altLang="en-US" dirty="0" smtClean="0"/>
                  <a:t>到達的機率表示為</a:t>
                </a:r>
                <a:r>
                  <a:rPr lang="en-US" altLang="zh-TW" dirty="0" err="1" smtClean="0"/>
                  <a:t>Pn</a:t>
                </a:r>
                <a:r>
                  <a:rPr lang="en-US" altLang="zh-TW" dirty="0" smtClean="0"/>
                  <a:t> </a:t>
                </a:r>
                <a:r>
                  <a:rPr lang="zh-TW" altLang="en-US" dirty="0" smtClean="0"/>
                  <a:t>也就是</a:t>
                </a:r>
                <a:r>
                  <a:rPr lang="en-US" altLang="zh-TW" dirty="0" smtClean="0"/>
                  <a:t>packet arrival</a:t>
                </a:r>
                <a:r>
                  <a:rPr lang="en-US" altLang="zh-TW" baseline="0" dirty="0" smtClean="0"/>
                  <a:t> rate</a:t>
                </a:r>
                <a:r>
                  <a:rPr lang="zh-TW" altLang="en-US" baseline="0" dirty="0" smtClean="0"/>
                  <a:t>，這邊</a:t>
                </a:r>
                <a:r>
                  <a:rPr lang="zh-TW" altLang="en-US" sz="1100" b="0" i="0" smtClean="0">
                    <a:latin typeface="Cambria Math" panose="02040503050406030204" pitchFamily="18" charset="0"/>
                    <a:ea typeface="Cambria Math" panose="02040503050406030204" pitchFamily="18" charset="0"/>
                  </a:rPr>
                  <a:t>𝛼</a:t>
                </a:r>
                <a:r>
                  <a:rPr lang="zh-TW" altLang="en-US" dirty="0" smtClean="0"/>
                  <a:t>是單位時間內平均到達的數據包數量。</a:t>
                </a:r>
                <a:endParaRPr lang="en-US" altLang="zh-TW" dirty="0" smtClean="0"/>
              </a:p>
              <a:p>
                <a:pPr marL="0" lvl="0" indent="0" algn="l" rtl="0">
                  <a:spcBef>
                    <a:spcPts val="0"/>
                  </a:spcBef>
                  <a:spcAft>
                    <a:spcPts val="0"/>
                  </a:spcAft>
                  <a:buNone/>
                </a:pPr>
                <a:endParaRPr lang="en-US" dirty="0" smtClean="0"/>
              </a:p>
            </p:txBody>
          </p:sp>
        </mc:Fallback>
      </mc:AlternateContent>
    </p:spTree>
    <p:extLst>
      <p:ext uri="{BB962C8B-B14F-4D97-AF65-F5344CB8AC3E}">
        <p14:creationId xmlns:p14="http://schemas.microsoft.com/office/powerpoint/2010/main" val="18707180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557" name="Google Shape;5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接下來講他管理系統資源的模型</a:t>
                </a:r>
                <a:endParaRPr lang="en-US" altLang="zh-TW" dirty="0"/>
              </a:p>
              <a:p>
                <a:pPr marL="0" lvl="0" indent="0" algn="l" rtl="0">
                  <a:spcBef>
                    <a:spcPts val="0"/>
                  </a:spcBef>
                  <a:spcAft>
                    <a:spcPts val="0"/>
                  </a:spcAft>
                  <a:buNone/>
                </a:pPr>
                <a:r>
                  <a:rPr lang="zh-TW" altLang="en-US" dirty="0"/>
                  <a:t>首先先定義符號， </a:t>
                </a:r>
                <a:r>
                  <a:rPr lang="en-US" altLang="zh-TW" dirty="0"/>
                  <a:t>B</a:t>
                </a:r>
                <a:r>
                  <a:rPr lang="zh-TW" altLang="en-US" dirty="0"/>
                  <a:t>代表</a:t>
                </a:r>
                <a:r>
                  <a:rPr lang="en-US" altLang="zh-TW" dirty="0"/>
                  <a:t>beam</a:t>
                </a:r>
                <a:r>
                  <a:rPr lang="zh-TW" altLang="en-US" dirty="0"/>
                  <a:t>的集合 </a:t>
                </a:r>
                <a:r>
                  <a:rPr lang="en-US" altLang="zh-TW" dirty="0" err="1" smtClean="0"/>
                  <a:t>Ci</a:t>
                </a:r>
                <a:r>
                  <a:rPr lang="en-US" altLang="zh-TW" dirty="0" smtClean="0"/>
                  <a:t>:</a:t>
                </a:r>
                <a:r>
                  <a:rPr lang="zh-TW" altLang="en-US" dirty="0" smtClean="0"/>
                  <a:t>代表處在第</a:t>
                </a:r>
                <a:r>
                  <a:rPr lang="en-US" altLang="zh-TW" dirty="0" err="1" smtClean="0"/>
                  <a:t>i</a:t>
                </a:r>
                <a:r>
                  <a:rPr lang="zh-TW" altLang="en-US" dirty="0"/>
                  <a:t>個</a:t>
                </a:r>
                <a:r>
                  <a:rPr lang="en-US" altLang="zh-TW" dirty="0"/>
                  <a:t>beam</a:t>
                </a:r>
                <a:r>
                  <a:rPr lang="zh-TW" altLang="en-US" dirty="0"/>
                  <a:t>之範圍內的</a:t>
                </a:r>
                <a:r>
                  <a:rPr lang="en-US" altLang="zh-TW" dirty="0"/>
                  <a:t>user</a:t>
                </a:r>
                <a:r>
                  <a:rPr lang="zh-TW" altLang="en-US" dirty="0"/>
                  <a:t> </a:t>
                </a:r>
                <a:r>
                  <a:rPr lang="en-US" altLang="zh-TW" dirty="0"/>
                  <a:t>terminal </a:t>
                </a:r>
                <a:r>
                  <a:rPr lang="zh-TW" altLang="en-US" dirty="0"/>
                  <a:t>集合</a:t>
                </a:r>
                <a:endParaRPr lang="en-US" altLang="zh-TW" dirty="0"/>
              </a:p>
              <a:p>
                <a:pPr marL="0" lvl="0" indent="0" algn="l" rtl="0">
                  <a:spcBef>
                    <a:spcPts val="0"/>
                  </a:spcBef>
                  <a:spcAft>
                    <a:spcPts val="0"/>
                  </a:spcAft>
                  <a:buNone/>
                </a:pPr>
                <a:r>
                  <a:rPr lang="en-US" altLang="zh-TW" dirty="0" err="1" smtClean="0"/>
                  <a:t>Mrt</a:t>
                </a:r>
                <a:r>
                  <a:rPr lang="en-US" altLang="zh-TW" dirty="0" smtClean="0"/>
                  <a:t>:</a:t>
                </a:r>
                <a:r>
                  <a:rPr lang="zh-TW" altLang="en-US" dirty="0" smtClean="0"/>
                  <a:t>代表</a:t>
                </a:r>
                <a:r>
                  <a:rPr lang="zh-TW" altLang="en-US" dirty="0"/>
                  <a:t>處在地</a:t>
                </a:r>
                <a:r>
                  <a:rPr lang="en-US" altLang="zh-TW" dirty="0" err="1"/>
                  <a:t>i</a:t>
                </a:r>
                <a:r>
                  <a:rPr lang="zh-TW" altLang="en-US" dirty="0"/>
                  <a:t>個</a:t>
                </a:r>
                <a:r>
                  <a:rPr lang="en-US" altLang="zh-TW" dirty="0"/>
                  <a:t>beam</a:t>
                </a:r>
                <a:r>
                  <a:rPr lang="zh-TW" altLang="en-US" dirty="0"/>
                  <a:t>之下的</a:t>
                </a:r>
                <a:r>
                  <a:rPr lang="en-US" altLang="zh-TW" dirty="0"/>
                  <a:t>user</a:t>
                </a:r>
                <a:r>
                  <a:rPr lang="en-US" altLang="zh-TW" baseline="0" dirty="0"/>
                  <a:t> terminal </a:t>
                </a:r>
                <a:r>
                  <a:rPr lang="zh-TW" altLang="en-US" baseline="0" dirty="0"/>
                  <a:t>中又有</a:t>
                </a:r>
                <a:r>
                  <a:rPr lang="zh-TW" altLang="en-US" baseline="0" dirty="0" smtClean="0"/>
                  <a:t>被那個</a:t>
                </a:r>
                <a:r>
                  <a:rPr lang="en-US" altLang="zh-TW" baseline="0" dirty="0" smtClean="0"/>
                  <a:t>beam</a:t>
                </a:r>
                <a:r>
                  <a:rPr lang="zh-TW" altLang="en-US" baseline="0" dirty="0"/>
                  <a:t>服務到的用戶集合</a:t>
                </a:r>
                <a:endParaRPr lang="en-US" altLang="zh-TW" baseline="0" dirty="0"/>
              </a:p>
              <a:p>
                <a:pPr marL="0" lvl="0" indent="0" algn="l" rtl="0">
                  <a:spcBef>
                    <a:spcPts val="0"/>
                  </a:spcBef>
                  <a:spcAft>
                    <a:spcPts val="0"/>
                  </a:spcAft>
                  <a:buNone/>
                </a:pPr>
                <a:r>
                  <a:rPr lang="zh-TW" altLang="en-US" dirty="0" smtClean="0"/>
                  <a:t>那下面這個</a:t>
                </a:r>
                <a:r>
                  <a:rPr lang="en-US" altLang="zh-TW" dirty="0" smtClean="0"/>
                  <a:t>R </a:t>
                </a:r>
                <a:r>
                  <a:rPr lang="en-US" altLang="zh-TW" dirty="0" err="1"/>
                  <a:t>i</a:t>
                </a:r>
                <a:r>
                  <a:rPr lang="en-US" altLang="zh-TW" baseline="0" dirty="0"/>
                  <a:t> m </a:t>
                </a:r>
                <a:r>
                  <a:rPr lang="en-US" altLang="zh-TW" baseline="0" dirty="0" smtClean="0"/>
                  <a:t>:</a:t>
                </a:r>
                <a:r>
                  <a:rPr lang="zh-TW" altLang="en-US" baseline="0" dirty="0" smtClean="0"/>
                  <a:t>這個</a:t>
                </a:r>
                <a:r>
                  <a:rPr lang="zh-TW" altLang="en-US" baseline="0" dirty="0"/>
                  <a:t>函數代表在時間</a:t>
                </a:r>
                <a:r>
                  <a:rPr lang="en-US" altLang="zh-TW" baseline="0" dirty="0"/>
                  <a:t>t</a:t>
                </a:r>
                <a:r>
                  <a:rPr lang="zh-TW" altLang="en-US" baseline="0" dirty="0"/>
                  <a:t>時 服務著</a:t>
                </a:r>
                <a:r>
                  <a:rPr lang="en-US" altLang="zh-TW" baseline="0" dirty="0"/>
                  <a:t>m</a:t>
                </a:r>
                <a:r>
                  <a:rPr lang="zh-TW" altLang="en-US" baseline="0" dirty="0"/>
                  <a:t>個</a:t>
                </a:r>
                <a:r>
                  <a:rPr lang="en-US" altLang="zh-TW" baseline="0" dirty="0"/>
                  <a:t>user </a:t>
                </a:r>
                <a:r>
                  <a:rPr lang="zh-TW" altLang="en-US" baseline="0" dirty="0"/>
                  <a:t>的第</a:t>
                </a:r>
                <a:r>
                  <a:rPr lang="en-US" altLang="zh-TW" baseline="0" dirty="0" err="1"/>
                  <a:t>i</a:t>
                </a:r>
                <a:r>
                  <a:rPr lang="zh-TW" altLang="en-US" baseline="0" dirty="0"/>
                  <a:t>個</a:t>
                </a:r>
                <a:r>
                  <a:rPr lang="en-US" altLang="zh-TW" baseline="0" dirty="0"/>
                  <a:t>beam</a:t>
                </a:r>
                <a:r>
                  <a:rPr lang="zh-TW" altLang="en-US" baseline="0" dirty="0"/>
                  <a:t>所被分配到的</a:t>
                </a:r>
                <a:r>
                  <a:rPr lang="en-US" altLang="zh-TW" baseline="0" dirty="0"/>
                  <a:t>bit rate.</a:t>
                </a:r>
              </a:p>
              <a:p>
                <a:pPr marL="0" lvl="0" indent="0" algn="l" rtl="0">
                  <a:spcBef>
                    <a:spcPts val="0"/>
                  </a:spcBef>
                  <a:spcAft>
                    <a:spcPts val="0"/>
                  </a:spcAft>
                  <a:buNone/>
                </a:pPr>
                <a:r>
                  <a:rPr lang="zh-TW" altLang="en-US" baseline="0" dirty="0"/>
                  <a:t>由於使用的是</a:t>
                </a:r>
                <a:r>
                  <a:rPr lang="en-US" altLang="zh-TW" baseline="0" dirty="0" err="1"/>
                  <a:t>Ka</a:t>
                </a:r>
                <a:r>
                  <a:rPr lang="zh-TW" altLang="en-US" baseline="0" dirty="0"/>
                  <a:t> </a:t>
                </a:r>
                <a:r>
                  <a:rPr lang="en-US" altLang="zh-TW" baseline="0" dirty="0"/>
                  <a:t>band </a:t>
                </a:r>
                <a:r>
                  <a:rPr lang="zh-TW" altLang="en-US" baseline="0" dirty="0"/>
                  <a:t>因此我們可以將</a:t>
                </a:r>
                <a:r>
                  <a:rPr lang="en-US" altLang="zh-TW" baseline="0" dirty="0"/>
                  <a:t>downlink</a:t>
                </a:r>
                <a:r>
                  <a:rPr lang="zh-TW" altLang="en-US" baseline="0" dirty="0"/>
                  <a:t>的</a:t>
                </a:r>
                <a:r>
                  <a:rPr lang="zh-TW" altLang="en-US" baseline="0" dirty="0" smtClean="0"/>
                  <a:t>通道視作為</a:t>
                </a:r>
                <a:r>
                  <a:rPr lang="zh-TW" altLang="en-US" baseline="0" dirty="0"/>
                  <a:t>具有</a:t>
                </a:r>
                <a:r>
                  <a:rPr lang="zh-TW" altLang="en-US" baseline="0" dirty="0" smtClean="0"/>
                  <a:t>由</a:t>
                </a:r>
                <a:r>
                  <a:rPr lang="en-US" altLang="zh-TW" baseline="0" dirty="0" smtClean="0"/>
                  <a:t>”</a:t>
                </a:r>
                <a:r>
                  <a:rPr lang="zh-TW" altLang="en-US" baseline="0" dirty="0" smtClean="0"/>
                  <a:t>時空不相似雨衰</a:t>
                </a:r>
                <a:r>
                  <a:rPr lang="en-US" altLang="zh-TW" baseline="0" dirty="0" smtClean="0"/>
                  <a:t>”</a:t>
                </a:r>
                <a:r>
                  <a:rPr lang="zh-TW" altLang="en-US" baseline="0" dirty="0" smtClean="0"/>
                  <a:t>的</a:t>
                </a:r>
                <a:r>
                  <a:rPr lang="zh-TW" altLang="en-US" baseline="0" dirty="0"/>
                  <a:t>加性高斯</a:t>
                </a:r>
                <a:r>
                  <a:rPr lang="zh-TW" altLang="en-US" baseline="0" dirty="0" smtClean="0"/>
                  <a:t>白雜訊通道</a:t>
                </a:r>
                <a:endParaRPr lang="en-US" altLang="zh-TW" baseline="0" dirty="0"/>
              </a:p>
              <a:p>
                <a:pPr marL="0" lvl="0" indent="0" algn="l" rtl="0">
                  <a:spcBef>
                    <a:spcPts val="0"/>
                  </a:spcBef>
                  <a:spcAft>
                    <a:spcPts val="0"/>
                  </a:spcAft>
                  <a:buNone/>
                </a:pPr>
                <a:r>
                  <a:rPr lang="en-US" altLang="zh-TW" baseline="0" dirty="0"/>
                  <a:t>G</a:t>
                </a:r>
                <a:r>
                  <a:rPr lang="zh-TW" altLang="en-US" baseline="0" dirty="0"/>
                  <a:t>因此就是</a:t>
                </a:r>
                <a:r>
                  <a:rPr lang="en-US" altLang="zh-TW" baseline="0" dirty="0"/>
                  <a:t>downlink</a:t>
                </a:r>
                <a:r>
                  <a:rPr lang="zh-TW" altLang="en-US" baseline="0" dirty="0"/>
                  <a:t>的訊號衰減，可以由這個式子表示</a:t>
                </a:r>
                <a:endParaRPr lang="en-US" altLang="zh-TW" baseline="0" dirty="0"/>
              </a:p>
              <a:p>
                <a:pPr marL="0" lvl="0" indent="0" algn="l" rtl="0">
                  <a:spcBef>
                    <a:spcPts val="0"/>
                  </a:spcBef>
                  <a:spcAft>
                    <a:spcPts val="0"/>
                  </a:spcAft>
                  <a:buNone/>
                </a:pPr>
                <a:r>
                  <a:rPr lang="en-US" altLang="zh-TW" baseline="0" dirty="0"/>
                  <a:t>G-receive</a:t>
                </a:r>
                <a:r>
                  <a:rPr lang="zh-TW" altLang="en-US" baseline="0" dirty="0"/>
                  <a:t>是接收的</a:t>
                </a:r>
                <a:r>
                  <a:rPr lang="en-US" altLang="zh-TW" baseline="0" dirty="0"/>
                  <a:t>antenna gain , G-satellite</a:t>
                </a:r>
                <a:r>
                  <a:rPr lang="zh-TW" altLang="en-US" baseline="0" dirty="0"/>
                  <a:t>是發送端的</a:t>
                </a:r>
                <a:r>
                  <a:rPr lang="en-US" altLang="zh-TW" baseline="0" dirty="0"/>
                  <a:t>antenna gain</a:t>
                </a:r>
              </a:p>
              <a:p>
                <a:pPr marL="0" lvl="0" indent="0" algn="l" rtl="0">
                  <a:spcBef>
                    <a:spcPts val="0"/>
                  </a:spcBef>
                  <a:spcAft>
                    <a:spcPts val="0"/>
                  </a:spcAft>
                  <a:buNone/>
                </a:pPr>
                <a:r>
                  <a:rPr lang="zh-TW" altLang="en-US" baseline="0" dirty="0"/>
                  <a:t>分母的</a:t>
                </a:r>
                <a:r>
                  <a:rPr lang="en-US" altLang="zh-TW" baseline="0" dirty="0"/>
                  <a:t>d</a:t>
                </a:r>
                <a:r>
                  <a:rPr lang="zh-TW" altLang="en-US" baseline="0" dirty="0"/>
                  <a:t>是距離，右邊</a:t>
                </a:r>
                <a:r>
                  <a:rPr lang="en-US" altLang="zh-TW" baseline="0" dirty="0"/>
                  <a:t>10</a:t>
                </a:r>
                <a:r>
                  <a:rPr lang="zh-TW" altLang="en-US" baseline="0" dirty="0"/>
                  <a:t>的指數</a:t>
                </a:r>
                <a:r>
                  <a:rPr lang="en-US" altLang="zh-TW" baseline="0" dirty="0"/>
                  <a:t>A</a:t>
                </a:r>
                <a:r>
                  <a:rPr lang="zh-TW" altLang="en-US" baseline="0" dirty="0"/>
                  <a:t>是雨衰的隨機變數</a:t>
                </a:r>
                <a:endParaRPr lang="en-US" altLang="zh-TW" baseline="0" dirty="0" smtClean="0"/>
              </a:p>
              <a:p>
                <a:pPr marL="0" lvl="0" indent="0" algn="l" rtl="0">
                  <a:spcBef>
                    <a:spcPts val="0"/>
                  </a:spcBef>
                  <a:spcAft>
                    <a:spcPts val="0"/>
                  </a:spcAft>
                  <a:buNone/>
                </a:pPr>
                <a14:m>
                  <m:oMath xmlns:m="http://schemas.openxmlformats.org/officeDocument/2006/math">
                    <m:r>
                      <a:rPr lang="zh-TW" altLang="en-US" sz="1100" b="0" i="1" smtClean="0">
                        <a:latin typeface="Cambria Math" panose="02040503050406030204" pitchFamily="18" charset="0"/>
                      </a:rPr>
                      <m:t>𝜎</m:t>
                    </m:r>
                  </m:oMath>
                </a14:m>
                <a:r>
                  <a:rPr lang="en-US" altLang="zh-TW" baseline="0" dirty="0" smtClean="0"/>
                  <a:t>(sigma)</a:t>
                </a:r>
                <a:r>
                  <a:rPr lang="zh-TW" altLang="en-US" baseline="0" dirty="0" smtClean="0"/>
                  <a:t>環境噪聲的變異數</a:t>
                </a:r>
                <a:endParaRPr lang="en-US" altLang="zh-TW" baseline="0" dirty="0"/>
              </a:p>
              <a:p>
                <a:pPr marL="0" lvl="0" indent="0" algn="l" rtl="0">
                  <a:spcBef>
                    <a:spcPts val="0"/>
                  </a:spcBef>
                  <a:spcAft>
                    <a:spcPts val="0"/>
                  </a:spcAft>
                  <a:buNone/>
                </a:pPr>
                <a:endParaRPr lang="en-US" altLang="zh-TW" baseline="0" dirty="0"/>
              </a:p>
              <a:p>
                <a:pPr marL="0" lvl="0" indent="0" algn="l" rtl="0">
                  <a:spcBef>
                    <a:spcPts val="0"/>
                  </a:spcBef>
                  <a:spcAft>
                    <a:spcPts val="0"/>
                  </a:spcAft>
                  <a:buNone/>
                </a:pPr>
                <a:endParaRPr lang="en-US" dirty="0"/>
              </a:p>
            </p:txBody>
          </p:sp>
        </mc:Choice>
        <mc:Fallback xmlns="">
          <p:sp>
            <p:nvSpPr>
              <p:cNvPr id="557" name="Google Shape;5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smtClean="0"/>
                  <a:t>接下來講他管理系統資源的模型</a:t>
                </a:r>
                <a:endParaRPr lang="en-US" altLang="zh-TW" dirty="0" smtClean="0"/>
              </a:p>
              <a:p>
                <a:pPr marL="0" lvl="0" indent="0" algn="l" rtl="0">
                  <a:spcBef>
                    <a:spcPts val="0"/>
                  </a:spcBef>
                  <a:spcAft>
                    <a:spcPts val="0"/>
                  </a:spcAft>
                  <a:buNone/>
                </a:pPr>
                <a:r>
                  <a:rPr lang="zh-TW" altLang="en-US" dirty="0" smtClean="0"/>
                  <a:t>首先先定義符號， </a:t>
                </a:r>
                <a:r>
                  <a:rPr lang="en-US" altLang="zh-TW" dirty="0" smtClean="0"/>
                  <a:t>B</a:t>
                </a:r>
                <a:r>
                  <a:rPr lang="zh-TW" altLang="en-US" dirty="0" smtClean="0"/>
                  <a:t>代表</a:t>
                </a:r>
                <a:r>
                  <a:rPr lang="en-US" altLang="zh-TW" dirty="0" smtClean="0"/>
                  <a:t>beam</a:t>
                </a:r>
                <a:r>
                  <a:rPr lang="zh-TW" altLang="en-US" dirty="0" smtClean="0"/>
                  <a:t>的集合 </a:t>
                </a:r>
                <a:r>
                  <a:rPr lang="en-US" altLang="zh-TW" dirty="0" err="1" smtClean="0"/>
                  <a:t>Ci</a:t>
                </a:r>
                <a:r>
                  <a:rPr lang="zh-TW" altLang="en-US" dirty="0" smtClean="0"/>
                  <a:t>代表處在地</a:t>
                </a:r>
                <a:r>
                  <a:rPr lang="en-US" altLang="zh-TW" dirty="0" err="1" smtClean="0"/>
                  <a:t>i</a:t>
                </a:r>
                <a:r>
                  <a:rPr lang="zh-TW" altLang="en-US" dirty="0" smtClean="0"/>
                  <a:t>個</a:t>
                </a:r>
                <a:r>
                  <a:rPr lang="en-US" altLang="zh-TW" dirty="0" smtClean="0"/>
                  <a:t>beam</a:t>
                </a:r>
                <a:r>
                  <a:rPr lang="zh-TW" altLang="en-US" dirty="0" smtClean="0"/>
                  <a:t>之範圍內的</a:t>
                </a:r>
                <a:r>
                  <a:rPr lang="en-US" altLang="zh-TW" dirty="0" smtClean="0"/>
                  <a:t>user</a:t>
                </a:r>
                <a:r>
                  <a:rPr lang="zh-TW" altLang="en-US" dirty="0" smtClean="0"/>
                  <a:t> </a:t>
                </a:r>
                <a:r>
                  <a:rPr lang="en-US" altLang="zh-TW" dirty="0" smtClean="0"/>
                  <a:t>terminal </a:t>
                </a:r>
                <a:r>
                  <a:rPr lang="zh-TW" altLang="en-US" dirty="0" smtClean="0"/>
                  <a:t>集合</a:t>
                </a:r>
                <a:endParaRPr lang="en-US" altLang="zh-TW" dirty="0" smtClean="0"/>
              </a:p>
              <a:p>
                <a:pPr marL="0" lvl="0" indent="0" algn="l" rtl="0">
                  <a:spcBef>
                    <a:spcPts val="0"/>
                  </a:spcBef>
                  <a:spcAft>
                    <a:spcPts val="0"/>
                  </a:spcAft>
                  <a:buNone/>
                </a:pPr>
                <a:r>
                  <a:rPr lang="en-US" altLang="zh-TW" dirty="0" err="1" smtClean="0"/>
                  <a:t>Mrt</a:t>
                </a:r>
                <a:r>
                  <a:rPr lang="zh-TW" altLang="en-US" dirty="0" smtClean="0"/>
                  <a:t>代表處在地</a:t>
                </a:r>
                <a:r>
                  <a:rPr lang="en-US" altLang="zh-TW" dirty="0" err="1" smtClean="0"/>
                  <a:t>i</a:t>
                </a:r>
                <a:r>
                  <a:rPr lang="zh-TW" altLang="en-US" dirty="0" smtClean="0"/>
                  <a:t>個</a:t>
                </a:r>
                <a:r>
                  <a:rPr lang="en-US" altLang="zh-TW" dirty="0" smtClean="0"/>
                  <a:t>beam</a:t>
                </a:r>
                <a:r>
                  <a:rPr lang="zh-TW" altLang="en-US" dirty="0" smtClean="0"/>
                  <a:t>之下的</a:t>
                </a:r>
                <a:r>
                  <a:rPr lang="en-US" altLang="zh-TW" dirty="0" smtClean="0"/>
                  <a:t>user</a:t>
                </a:r>
                <a:r>
                  <a:rPr lang="en-US" altLang="zh-TW" baseline="0" dirty="0" smtClean="0"/>
                  <a:t> terminal </a:t>
                </a:r>
                <a:r>
                  <a:rPr lang="zh-TW" altLang="en-US" baseline="0" dirty="0" smtClean="0"/>
                  <a:t>中又有被該</a:t>
                </a:r>
                <a:r>
                  <a:rPr lang="en-US" altLang="zh-TW" baseline="0" dirty="0" smtClean="0"/>
                  <a:t>beam</a:t>
                </a:r>
                <a:r>
                  <a:rPr lang="zh-TW" altLang="en-US" baseline="0" dirty="0" smtClean="0"/>
                  <a:t>服務到的用戶集合</a:t>
                </a:r>
                <a:endParaRPr lang="en-US" altLang="zh-TW" baseline="0" dirty="0" smtClean="0"/>
              </a:p>
              <a:p>
                <a:pPr marL="0" lvl="0" indent="0" algn="l" rtl="0">
                  <a:spcBef>
                    <a:spcPts val="0"/>
                  </a:spcBef>
                  <a:spcAft>
                    <a:spcPts val="0"/>
                  </a:spcAft>
                  <a:buNone/>
                </a:pPr>
                <a:r>
                  <a:rPr lang="en-US" altLang="zh-TW" dirty="0" smtClean="0"/>
                  <a:t>R </a:t>
                </a:r>
                <a:r>
                  <a:rPr lang="en-US" altLang="zh-TW" dirty="0" err="1" smtClean="0"/>
                  <a:t>i</a:t>
                </a:r>
                <a:r>
                  <a:rPr lang="en-US" altLang="zh-TW" baseline="0" dirty="0" smtClean="0"/>
                  <a:t> m </a:t>
                </a:r>
                <a:r>
                  <a:rPr lang="zh-TW" altLang="en-US" baseline="0" dirty="0" smtClean="0"/>
                  <a:t>這個函數代表在時間</a:t>
                </a:r>
                <a:r>
                  <a:rPr lang="en-US" altLang="zh-TW" baseline="0" dirty="0" smtClean="0"/>
                  <a:t>t</a:t>
                </a:r>
                <a:r>
                  <a:rPr lang="zh-TW" altLang="en-US" baseline="0" dirty="0" smtClean="0"/>
                  <a:t>時 服務著</a:t>
                </a:r>
                <a:r>
                  <a:rPr lang="en-US" altLang="zh-TW" baseline="0" dirty="0" smtClean="0"/>
                  <a:t>m</a:t>
                </a:r>
                <a:r>
                  <a:rPr lang="zh-TW" altLang="en-US" baseline="0" dirty="0" smtClean="0"/>
                  <a:t>個</a:t>
                </a:r>
                <a:r>
                  <a:rPr lang="en-US" altLang="zh-TW" baseline="0" dirty="0" smtClean="0"/>
                  <a:t>user </a:t>
                </a:r>
                <a:r>
                  <a:rPr lang="zh-TW" altLang="en-US" baseline="0" dirty="0" smtClean="0"/>
                  <a:t>的第</a:t>
                </a:r>
                <a:r>
                  <a:rPr lang="en-US" altLang="zh-TW" baseline="0" dirty="0" err="1" smtClean="0"/>
                  <a:t>i</a:t>
                </a:r>
                <a:r>
                  <a:rPr lang="zh-TW" altLang="en-US" baseline="0" dirty="0" smtClean="0"/>
                  <a:t>個</a:t>
                </a:r>
                <a:r>
                  <a:rPr lang="en-US" altLang="zh-TW" baseline="0" dirty="0" smtClean="0"/>
                  <a:t>beam</a:t>
                </a:r>
                <a:r>
                  <a:rPr lang="zh-TW" altLang="en-US" baseline="0" dirty="0" smtClean="0"/>
                  <a:t>所被分配到的</a:t>
                </a:r>
                <a:r>
                  <a:rPr lang="en-US" altLang="zh-TW" baseline="0" dirty="0" smtClean="0"/>
                  <a:t>bit rate.</a:t>
                </a:r>
              </a:p>
              <a:p>
                <a:pPr marL="0" lvl="0" indent="0" algn="l" rtl="0">
                  <a:spcBef>
                    <a:spcPts val="0"/>
                  </a:spcBef>
                  <a:spcAft>
                    <a:spcPts val="0"/>
                  </a:spcAft>
                  <a:buNone/>
                </a:pPr>
                <a:r>
                  <a:rPr lang="zh-TW" altLang="en-US" baseline="0" dirty="0" smtClean="0"/>
                  <a:t>由於使用的是</a:t>
                </a:r>
                <a:r>
                  <a:rPr lang="en-US" altLang="zh-TW" baseline="0" dirty="0" err="1" smtClean="0"/>
                  <a:t>Ka</a:t>
                </a:r>
                <a:r>
                  <a:rPr lang="zh-TW" altLang="en-US" baseline="0" dirty="0" smtClean="0"/>
                  <a:t> </a:t>
                </a:r>
                <a:r>
                  <a:rPr lang="en-US" altLang="zh-TW" baseline="0" dirty="0" smtClean="0"/>
                  <a:t>band </a:t>
                </a:r>
                <a:r>
                  <a:rPr lang="zh-TW" altLang="en-US" baseline="0" dirty="0" smtClean="0"/>
                  <a:t>因此我們可以將</a:t>
                </a:r>
                <a:r>
                  <a:rPr lang="en-US" altLang="zh-TW" baseline="0" dirty="0" smtClean="0"/>
                  <a:t>downlink</a:t>
                </a:r>
                <a:r>
                  <a:rPr lang="zh-TW" altLang="en-US" baseline="0" dirty="0" smtClean="0"/>
                  <a:t>的通道作為具有由時空不相似雨衰的加性高斯白噪聲通道</a:t>
                </a:r>
                <a:endParaRPr lang="en-US" altLang="zh-TW" baseline="0" dirty="0" smtClean="0"/>
              </a:p>
              <a:p>
                <a:pPr marL="0" lvl="0" indent="0" algn="l" rtl="0">
                  <a:spcBef>
                    <a:spcPts val="0"/>
                  </a:spcBef>
                  <a:spcAft>
                    <a:spcPts val="0"/>
                  </a:spcAft>
                  <a:buNone/>
                </a:pPr>
                <a:r>
                  <a:rPr lang="en-US" altLang="zh-TW" baseline="0" dirty="0" smtClean="0"/>
                  <a:t>G</a:t>
                </a:r>
                <a:r>
                  <a:rPr lang="zh-TW" altLang="en-US" baseline="0" dirty="0" smtClean="0"/>
                  <a:t>因此就是</a:t>
                </a:r>
                <a:r>
                  <a:rPr lang="en-US" altLang="zh-TW" baseline="0" dirty="0" smtClean="0"/>
                  <a:t>downlink</a:t>
                </a:r>
                <a:r>
                  <a:rPr lang="zh-TW" altLang="en-US" baseline="0" dirty="0" smtClean="0"/>
                  <a:t>的訊號衰減，可以由這個式子表示</a:t>
                </a:r>
                <a:endParaRPr lang="en-US" altLang="zh-TW" baseline="0" dirty="0" smtClean="0"/>
              </a:p>
              <a:p>
                <a:pPr marL="0" lvl="0" indent="0" algn="l" rtl="0">
                  <a:spcBef>
                    <a:spcPts val="0"/>
                  </a:spcBef>
                  <a:spcAft>
                    <a:spcPts val="0"/>
                  </a:spcAft>
                  <a:buNone/>
                </a:pPr>
                <a:r>
                  <a:rPr lang="en-US" altLang="zh-TW" baseline="0" dirty="0" smtClean="0"/>
                  <a:t>G-receive</a:t>
                </a:r>
                <a:r>
                  <a:rPr lang="zh-TW" altLang="en-US" baseline="0" dirty="0" smtClean="0"/>
                  <a:t>是接收的</a:t>
                </a:r>
                <a:r>
                  <a:rPr lang="en-US" altLang="zh-TW" baseline="0" dirty="0" smtClean="0"/>
                  <a:t>antenna gain , G-satellite</a:t>
                </a:r>
                <a:r>
                  <a:rPr lang="zh-TW" altLang="en-US" baseline="0" dirty="0" smtClean="0"/>
                  <a:t>是發送端的</a:t>
                </a:r>
                <a:r>
                  <a:rPr lang="en-US" altLang="zh-TW" baseline="0" dirty="0" smtClean="0"/>
                  <a:t>antenna gain</a:t>
                </a:r>
              </a:p>
              <a:p>
                <a:pPr marL="0" lvl="0" indent="0" algn="l" rtl="0">
                  <a:spcBef>
                    <a:spcPts val="0"/>
                  </a:spcBef>
                  <a:spcAft>
                    <a:spcPts val="0"/>
                  </a:spcAft>
                  <a:buNone/>
                </a:pPr>
                <a:r>
                  <a:rPr lang="zh-TW" altLang="en-US" baseline="0" dirty="0" smtClean="0"/>
                  <a:t>分母的</a:t>
                </a:r>
                <a:r>
                  <a:rPr lang="en-US" altLang="zh-TW" baseline="0" dirty="0" smtClean="0"/>
                  <a:t>d</a:t>
                </a:r>
                <a:r>
                  <a:rPr lang="zh-TW" altLang="en-US" baseline="0" dirty="0" smtClean="0"/>
                  <a:t>是距離，右邊</a:t>
                </a:r>
                <a:r>
                  <a:rPr lang="en-US" altLang="zh-TW" baseline="0" dirty="0" smtClean="0"/>
                  <a:t>10</a:t>
                </a:r>
                <a:r>
                  <a:rPr lang="zh-TW" altLang="en-US" baseline="0" dirty="0" smtClean="0"/>
                  <a:t>的指數</a:t>
                </a:r>
                <a:r>
                  <a:rPr lang="en-US" altLang="zh-TW" baseline="0" dirty="0" smtClean="0"/>
                  <a:t>A</a:t>
                </a:r>
                <a:r>
                  <a:rPr lang="zh-TW" altLang="en-US" baseline="0" dirty="0" smtClean="0"/>
                  <a:t>是雨衰的隨機變數</a:t>
                </a:r>
                <a:r>
                  <a:rPr lang="zh-TW" altLang="en-US" sz="1100" b="0" i="0" smtClean="0">
                    <a:latin typeface="Cambria Math" panose="02040503050406030204" pitchFamily="18" charset="0"/>
                  </a:rPr>
                  <a:t>𝜎</a:t>
                </a:r>
                <a:endParaRPr lang="en-US" altLang="zh-TW" baseline="0" dirty="0" smtClean="0"/>
              </a:p>
              <a:p>
                <a:pPr marL="0" lvl="0" indent="0" algn="l" rtl="0">
                  <a:spcBef>
                    <a:spcPts val="0"/>
                  </a:spcBef>
                  <a:spcAft>
                    <a:spcPts val="0"/>
                  </a:spcAft>
                  <a:buNone/>
                </a:pPr>
                <a:endParaRPr lang="en-US" altLang="zh-TW" baseline="0" dirty="0" smtClean="0"/>
              </a:p>
              <a:p>
                <a:pPr marL="0" lvl="0" indent="0" algn="l" rtl="0">
                  <a:spcBef>
                    <a:spcPts val="0"/>
                  </a:spcBef>
                  <a:spcAft>
                    <a:spcPts val="0"/>
                  </a:spcAft>
                  <a:buNone/>
                </a:pPr>
                <a:endParaRPr lang="en-US" dirty="0" smtClean="0"/>
              </a:p>
            </p:txBody>
          </p:sp>
        </mc:Fallback>
      </mc:AlternateContent>
    </p:spTree>
    <p:extLst>
      <p:ext uri="{BB962C8B-B14F-4D97-AF65-F5344CB8AC3E}">
        <p14:creationId xmlns:p14="http://schemas.microsoft.com/office/powerpoint/2010/main" val="125354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對於每個</a:t>
            </a:r>
            <a:r>
              <a:rPr lang="en-US" altLang="zh-TW" dirty="0"/>
              <a:t>user terminal, </a:t>
            </a:r>
            <a:r>
              <a:rPr lang="zh-TW" altLang="en-US" dirty="0"/>
              <a:t>網路中都有一個</a:t>
            </a:r>
            <a:r>
              <a:rPr lang="en-US" altLang="zh-TW" dirty="0"/>
              <a:t>queue</a:t>
            </a:r>
            <a:r>
              <a:rPr lang="zh-TW" altLang="en-US" dirty="0"/>
              <a:t>來存到達的</a:t>
            </a:r>
            <a:r>
              <a:rPr lang="en-US" altLang="zh-TW" dirty="0"/>
              <a:t>packet</a:t>
            </a:r>
            <a:r>
              <a:rPr lang="zh-TW" altLang="en-US" dirty="0"/>
              <a:t>，每個</a:t>
            </a:r>
            <a:r>
              <a:rPr lang="en-US" altLang="zh-TW" dirty="0"/>
              <a:t>traffic</a:t>
            </a:r>
            <a:r>
              <a:rPr lang="zh-TW" altLang="en-US" dirty="0"/>
              <a:t> </a:t>
            </a:r>
            <a:r>
              <a:rPr lang="en-US" altLang="zh-TW" dirty="0"/>
              <a:t>flow</a:t>
            </a:r>
            <a:r>
              <a:rPr lang="zh-TW" altLang="en-US" dirty="0"/>
              <a:t>都有自己的</a:t>
            </a:r>
            <a:r>
              <a:rPr lang="en-US" altLang="zh-TW" dirty="0"/>
              <a:t>QoS</a:t>
            </a:r>
            <a:r>
              <a:rPr lang="zh-TW" altLang="en-US" dirty="0"/>
              <a:t>參數，</a:t>
            </a:r>
            <a:r>
              <a:rPr lang="zh-TW" altLang="en-US" dirty="0" smtClean="0"/>
              <a:t>例如一個</a:t>
            </a:r>
            <a:r>
              <a:rPr lang="en-US" altLang="zh-TW" dirty="0" smtClean="0"/>
              <a:t>packet</a:t>
            </a:r>
            <a:r>
              <a:rPr lang="zh-TW" altLang="en-US" dirty="0" smtClean="0"/>
              <a:t>的</a:t>
            </a:r>
            <a:r>
              <a:rPr lang="zh-TW" altLang="en-US" dirty="0"/>
              <a:t>最大延遲或平均流量。</a:t>
            </a:r>
            <a:endParaRPr lang="en-US" altLang="zh-TW" dirty="0"/>
          </a:p>
          <a:p>
            <a:pPr marL="0" lvl="0" indent="0" algn="l" rtl="0">
              <a:spcBef>
                <a:spcPts val="0"/>
              </a:spcBef>
              <a:spcAft>
                <a:spcPts val="0"/>
              </a:spcAft>
              <a:buNone/>
            </a:pPr>
            <a:r>
              <a:rPr lang="zh-TW" altLang="en-US" dirty="0"/>
              <a:t>要傳出去</a:t>
            </a:r>
            <a:r>
              <a:rPr lang="zh-TW" altLang="en-US" dirty="0" smtClean="0"/>
              <a:t>的</a:t>
            </a:r>
            <a:r>
              <a:rPr lang="en-US" altLang="zh-TW" dirty="0" smtClean="0"/>
              <a:t>packet</a:t>
            </a:r>
            <a:r>
              <a:rPr lang="zh-TW" altLang="en-US" dirty="0" smtClean="0"/>
              <a:t>都會</a:t>
            </a:r>
            <a:r>
              <a:rPr lang="zh-TW" altLang="en-US" dirty="0"/>
              <a:t>先經過</a:t>
            </a:r>
            <a:r>
              <a:rPr lang="en-US" altLang="zh-TW" dirty="0" err="1"/>
              <a:t>QoS</a:t>
            </a:r>
            <a:r>
              <a:rPr lang="en-US" altLang="zh-TW" dirty="0"/>
              <a:t> </a:t>
            </a:r>
            <a:r>
              <a:rPr lang="en-US" altLang="zh-TW" dirty="0" smtClean="0"/>
              <a:t>scheduler</a:t>
            </a:r>
            <a:r>
              <a:rPr lang="zh-TW" altLang="en-US" dirty="0" smtClean="0"/>
              <a:t>去</a:t>
            </a:r>
            <a:r>
              <a:rPr lang="zh-TW" altLang="en-US" dirty="0"/>
              <a:t>排定每個封包是在哪時候傳，</a:t>
            </a:r>
            <a:endParaRPr lang="en-US" altLang="zh-TW" dirty="0"/>
          </a:p>
          <a:p>
            <a:pPr marL="0" lvl="0" indent="0" algn="l" rtl="0">
              <a:spcBef>
                <a:spcPts val="0"/>
              </a:spcBef>
              <a:spcAft>
                <a:spcPts val="0"/>
              </a:spcAft>
              <a:buNone/>
            </a:pPr>
            <a:r>
              <a:rPr lang="zh-TW" altLang="en-US" dirty="0"/>
              <a:t>這時候就要先知道每個</a:t>
            </a:r>
            <a:r>
              <a:rPr lang="en-US" altLang="zh-TW" dirty="0"/>
              <a:t>packet</a:t>
            </a:r>
            <a:r>
              <a:rPr lang="zh-TW" altLang="en-US" dirty="0"/>
              <a:t>最大能接受的</a:t>
            </a:r>
            <a:r>
              <a:rPr lang="en-US" altLang="zh-TW" dirty="0"/>
              <a:t>delay</a:t>
            </a:r>
            <a:r>
              <a:rPr lang="zh-TW" altLang="en-US" dirty="0"/>
              <a:t>是多長，</a:t>
            </a:r>
            <a:endParaRPr lang="en-US" altLang="zh-TW" dirty="0"/>
          </a:p>
          <a:p>
            <a:pPr marL="0" lvl="0" indent="0" algn="l" rtl="0">
              <a:spcBef>
                <a:spcPts val="0"/>
              </a:spcBef>
              <a:spcAft>
                <a:spcPts val="0"/>
              </a:spcAft>
              <a:buNone/>
            </a:pPr>
            <a:r>
              <a:rPr lang="zh-TW" altLang="en-US" dirty="0"/>
              <a:t>假設</a:t>
            </a:r>
            <a:r>
              <a:rPr lang="en-US" altLang="zh-TW" dirty="0"/>
              <a:t>Ts</a:t>
            </a:r>
            <a:r>
              <a:rPr lang="zh-TW" altLang="en-US" dirty="0"/>
              <a:t>是我的</a:t>
            </a:r>
            <a:r>
              <a:rPr lang="en-US" altLang="zh-TW" dirty="0"/>
              <a:t>slot</a:t>
            </a:r>
            <a:r>
              <a:rPr lang="zh-TW" altLang="en-US" dirty="0"/>
              <a:t>長度，</a:t>
            </a:r>
            <a:r>
              <a:rPr lang="en-US" altLang="zh-TW" dirty="0" err="1"/>
              <a:t>Dbim</a:t>
            </a:r>
            <a:r>
              <a:rPr lang="zh-TW" altLang="en-US" dirty="0"/>
              <a:t>就是那個封包最大能接受的</a:t>
            </a:r>
            <a:r>
              <a:rPr lang="en-US" altLang="zh-TW" dirty="0"/>
              <a:t>delay</a:t>
            </a:r>
            <a:r>
              <a:rPr lang="zh-TW" altLang="en-US" dirty="0"/>
              <a:t>，</a:t>
            </a:r>
            <a:endParaRPr lang="en-US" altLang="zh-TW" dirty="0"/>
          </a:p>
          <a:p>
            <a:pPr marL="0" lvl="0" indent="0" algn="l" rtl="0">
              <a:spcBef>
                <a:spcPts val="0"/>
              </a:spcBef>
              <a:spcAft>
                <a:spcPts val="0"/>
              </a:spcAft>
              <a:buNone/>
            </a:pPr>
            <a:r>
              <a:rPr lang="zh-TW" altLang="en-US" dirty="0"/>
              <a:t>該</a:t>
            </a:r>
            <a:r>
              <a:rPr lang="en-US" dirty="0"/>
              <a:t>Delay</a:t>
            </a:r>
            <a:r>
              <a:rPr lang="zh-TW" altLang="en-US" dirty="0"/>
              <a:t>除以我的</a:t>
            </a:r>
            <a:r>
              <a:rPr lang="en-US" altLang="zh-TW" dirty="0"/>
              <a:t>slot</a:t>
            </a:r>
            <a:r>
              <a:rPr lang="zh-TW" altLang="en-US" dirty="0"/>
              <a:t>長，就可以知道傳送這個封包需要在幾個</a:t>
            </a:r>
            <a:r>
              <a:rPr lang="en-US" altLang="zh-TW" dirty="0"/>
              <a:t>slot</a:t>
            </a:r>
            <a:r>
              <a:rPr lang="zh-TW" altLang="en-US" dirty="0"/>
              <a:t>內結束。</a:t>
            </a:r>
            <a:endParaRPr lang="en-US" altLang="zh-TW" dirty="0"/>
          </a:p>
          <a:p>
            <a:pPr marL="0" lvl="0" indent="0" algn="l" rtl="0">
              <a:spcBef>
                <a:spcPts val="0"/>
              </a:spcBef>
              <a:spcAft>
                <a:spcPts val="0"/>
              </a:spcAft>
              <a:buNone/>
            </a:pPr>
            <a:r>
              <a:rPr lang="zh-TW" altLang="en-US" dirty="0"/>
              <a:t>也就是說我在</a:t>
            </a:r>
            <a:r>
              <a:rPr lang="en-US" altLang="zh-TW" dirty="0" smtClean="0"/>
              <a:t>schedule</a:t>
            </a:r>
            <a:r>
              <a:rPr lang="zh-TW" altLang="en-US" dirty="0" smtClean="0"/>
              <a:t>的</a:t>
            </a:r>
            <a:r>
              <a:rPr lang="zh-TW" altLang="en-US" dirty="0"/>
              <a:t>時候不可以</a:t>
            </a:r>
            <a:r>
              <a:rPr lang="zh-TW" altLang="en-US" dirty="0" smtClean="0"/>
              <a:t>超過那個時間，</a:t>
            </a:r>
            <a:r>
              <a:rPr lang="zh-TW" altLang="en-US" dirty="0"/>
              <a:t>不然就達不到那個</a:t>
            </a:r>
            <a:r>
              <a:rPr lang="en-US" altLang="zh-TW" dirty="0" err="1"/>
              <a:t>QoS</a:t>
            </a:r>
            <a:r>
              <a:rPr lang="zh-TW" altLang="en-US" dirty="0" smtClean="0"/>
              <a:t>，那封</a:t>
            </a:r>
            <a:r>
              <a:rPr lang="zh-TW" altLang="en-US" dirty="0"/>
              <a:t>包就會</a:t>
            </a:r>
            <a:r>
              <a:rPr lang="zh-TW" altLang="en-US" dirty="0" smtClean="0"/>
              <a:t>被</a:t>
            </a:r>
            <a:r>
              <a:rPr lang="en-US" altLang="zh-TW" dirty="0" smtClean="0"/>
              <a:t>drop</a:t>
            </a:r>
            <a:r>
              <a:rPr lang="zh-TW" altLang="en-US" dirty="0" smtClean="0"/>
              <a:t>掉。</a:t>
            </a:r>
            <a:endParaRPr lang="en-US" altLang="zh-TW"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5185716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sz="1100" b="0" i="0" u="none" strike="noStrike" cap="none" dirty="0">
                <a:solidFill>
                  <a:srgbClr val="000000"/>
                </a:solidFill>
                <a:effectLst/>
                <a:latin typeface="Arial"/>
                <a:ea typeface="Arial"/>
                <a:cs typeface="Arial"/>
                <a:sym typeface="Arial"/>
              </a:rPr>
              <a:t>Scheduler</a:t>
            </a:r>
            <a:r>
              <a:rPr lang="zh-TW" altLang="en-US" sz="1100" b="0" i="0" u="none" strike="noStrike" cap="none" dirty="0">
                <a:solidFill>
                  <a:srgbClr val="000000"/>
                </a:solidFill>
                <a:effectLst/>
                <a:latin typeface="Arial"/>
                <a:ea typeface="Arial"/>
                <a:cs typeface="Arial"/>
                <a:sym typeface="Arial"/>
              </a:rPr>
              <a:t>可以知道每個</a:t>
            </a:r>
            <a:r>
              <a:rPr lang="en-US" altLang="zh-TW" sz="1100" b="0" i="0" u="none" strike="noStrike" cap="none" dirty="0">
                <a:solidFill>
                  <a:srgbClr val="000000"/>
                </a:solidFill>
                <a:effectLst/>
                <a:latin typeface="Arial"/>
                <a:ea typeface="Arial"/>
                <a:cs typeface="Arial"/>
                <a:sym typeface="Arial"/>
              </a:rPr>
              <a:t>Queue</a:t>
            </a:r>
            <a:r>
              <a:rPr lang="zh-TW" altLang="en-US" sz="1100" b="0" i="0" u="none" strike="noStrike" cap="none" dirty="0" smtClean="0">
                <a:solidFill>
                  <a:srgbClr val="000000"/>
                </a:solidFill>
                <a:effectLst/>
                <a:latin typeface="Arial"/>
                <a:ea typeface="Arial"/>
                <a:cs typeface="Arial"/>
                <a:sym typeface="Arial"/>
              </a:rPr>
              <a:t>的</a:t>
            </a:r>
            <a:r>
              <a:rPr lang="en-US" altLang="zh-TW" sz="1100" b="0" i="0" u="none" strike="noStrike" cap="none" dirty="0" smtClean="0">
                <a:solidFill>
                  <a:srgbClr val="000000"/>
                </a:solidFill>
                <a:effectLst/>
                <a:latin typeface="Arial"/>
                <a:ea typeface="Arial"/>
                <a:cs typeface="Arial"/>
                <a:sym typeface="Arial"/>
              </a:rPr>
              <a:t>QSI</a:t>
            </a:r>
            <a:r>
              <a:rPr lang="zh-TW" altLang="en-US" sz="1100" b="0" i="0" u="none" strike="noStrike" cap="none" dirty="0" smtClean="0">
                <a:solidFill>
                  <a:srgbClr val="000000"/>
                </a:solidFill>
                <a:effectLst/>
                <a:latin typeface="Arial"/>
                <a:ea typeface="Arial"/>
                <a:cs typeface="Arial"/>
                <a:sym typeface="Arial"/>
              </a:rPr>
              <a:t>就是</a:t>
            </a:r>
            <a:r>
              <a:rPr lang="en-US" altLang="zh-TW" sz="1100" b="0" i="0" u="none" strike="noStrike" cap="none" dirty="0" smtClean="0">
                <a:solidFill>
                  <a:srgbClr val="000000"/>
                </a:solidFill>
                <a:effectLst/>
                <a:latin typeface="Arial"/>
                <a:ea typeface="Arial"/>
                <a:cs typeface="Arial"/>
                <a:sym typeface="Arial"/>
              </a:rPr>
              <a:t>queue</a:t>
            </a:r>
            <a:r>
              <a:rPr lang="zh-TW" altLang="en-US" sz="1100" b="0" i="0" u="none" strike="noStrike" cap="none" dirty="0" smtClean="0">
                <a:solidFill>
                  <a:srgbClr val="000000"/>
                </a:solidFill>
                <a:effectLst/>
                <a:latin typeface="Arial"/>
                <a:ea typeface="Arial"/>
                <a:cs typeface="Arial"/>
                <a:sym typeface="Arial"/>
              </a:rPr>
              <a:t>的狀況</a:t>
            </a:r>
            <a:r>
              <a:rPr lang="en-US" altLang="zh-TW" sz="1100" b="0" i="0" u="none" strike="noStrike" cap="none" dirty="0" smtClean="0">
                <a:solidFill>
                  <a:srgbClr val="000000"/>
                </a:solidFill>
                <a:effectLst/>
                <a:latin typeface="Arial"/>
                <a:ea typeface="Arial"/>
                <a:cs typeface="Arial"/>
                <a:sym typeface="Arial"/>
              </a:rPr>
              <a:t>(</a:t>
            </a:r>
            <a:r>
              <a:rPr lang="zh-TW" altLang="en-US" sz="1100" b="0" i="0" u="none" strike="noStrike" cap="none" dirty="0">
                <a:solidFill>
                  <a:srgbClr val="000000"/>
                </a:solidFill>
                <a:effectLst/>
                <a:latin typeface="Arial"/>
                <a:ea typeface="Arial"/>
                <a:cs typeface="Arial"/>
                <a:sym typeface="Arial"/>
              </a:rPr>
              <a:t>包含</a:t>
            </a:r>
            <a:r>
              <a:rPr lang="en-US" altLang="zh-TW" sz="1100" b="0" i="0" u="none" strike="noStrike" cap="none" dirty="0">
                <a:solidFill>
                  <a:srgbClr val="000000"/>
                </a:solidFill>
                <a:effectLst/>
                <a:latin typeface="Arial"/>
                <a:ea typeface="Arial"/>
                <a:cs typeface="Arial"/>
                <a:sym typeface="Arial"/>
              </a:rPr>
              <a:t>time</a:t>
            </a:r>
            <a:r>
              <a:rPr lang="zh-TW" altLang="en-US" sz="1100" b="0" i="0" u="none" strike="noStrike" cap="none" dirty="0">
                <a:solidFill>
                  <a:srgbClr val="000000"/>
                </a:solidFill>
                <a:effectLst/>
                <a:latin typeface="Arial"/>
                <a:ea typeface="Arial"/>
                <a:cs typeface="Arial"/>
                <a:sym typeface="Arial"/>
              </a:rPr>
              <a:t> </a:t>
            </a:r>
            <a:r>
              <a:rPr lang="en-US" altLang="zh-TW" sz="1100" b="0" i="0" u="none" strike="noStrike" cap="none" dirty="0">
                <a:solidFill>
                  <a:srgbClr val="000000"/>
                </a:solidFill>
                <a:effectLst/>
                <a:latin typeface="Arial"/>
                <a:ea typeface="Arial"/>
                <a:cs typeface="Arial"/>
                <a:sym typeface="Arial"/>
              </a:rPr>
              <a:t>out</a:t>
            </a:r>
            <a:r>
              <a:rPr lang="zh-TW" altLang="en-US" sz="1100" b="0" i="0" u="none" strike="noStrike" cap="none" dirty="0">
                <a:solidFill>
                  <a:srgbClr val="000000"/>
                </a:solidFill>
                <a:effectLst/>
                <a:latin typeface="Arial"/>
                <a:ea typeface="Arial"/>
                <a:cs typeface="Arial"/>
                <a:sym typeface="Arial"/>
              </a:rPr>
              <a:t>時間、</a:t>
            </a:r>
            <a:r>
              <a:rPr lang="en-US" altLang="zh-TW" sz="1100" b="0" i="0" u="none" strike="noStrike" cap="none" dirty="0">
                <a:solidFill>
                  <a:srgbClr val="000000"/>
                </a:solidFill>
                <a:effectLst/>
                <a:latin typeface="Arial"/>
                <a:ea typeface="Arial"/>
                <a:cs typeface="Arial"/>
                <a:sym typeface="Arial"/>
              </a:rPr>
              <a:t>packet </a:t>
            </a:r>
            <a:r>
              <a:rPr lang="zh-TW" altLang="en-US" sz="1100" b="0" i="0" u="none" strike="noStrike" cap="none" dirty="0">
                <a:solidFill>
                  <a:srgbClr val="000000"/>
                </a:solidFill>
                <a:effectLst/>
                <a:latin typeface="Arial"/>
                <a:ea typeface="Arial"/>
                <a:cs typeface="Arial"/>
                <a:sym typeface="Arial"/>
              </a:rPr>
              <a:t>大小等等</a:t>
            </a:r>
            <a:r>
              <a:rPr lang="en-US" altLang="zh-TW" sz="1100" b="0" i="0" u="none" strike="noStrike" cap="none" dirty="0">
                <a:solidFill>
                  <a:srgbClr val="000000"/>
                </a:solidFill>
                <a:effectLst/>
                <a:latin typeface="Arial"/>
                <a:ea typeface="Arial"/>
                <a:cs typeface="Arial"/>
                <a:sym typeface="Arial"/>
              </a:rPr>
              <a:t>)</a:t>
            </a:r>
            <a:r>
              <a:rPr lang="zh-TW" altLang="en-US" sz="1100" b="0" i="0" u="none" strike="noStrike" cap="none" dirty="0">
                <a:solidFill>
                  <a:srgbClr val="000000"/>
                </a:solidFill>
                <a:effectLst/>
                <a:latin typeface="Arial"/>
                <a:ea typeface="Arial"/>
                <a:cs typeface="Arial"/>
                <a:sym typeface="Arial"/>
              </a:rPr>
              <a:t> 進而去計算所需的</a:t>
            </a:r>
            <a:r>
              <a:rPr lang="en-US" altLang="zh-TW" sz="1100" b="0" i="0" u="none" strike="noStrike" cap="none" dirty="0">
                <a:solidFill>
                  <a:srgbClr val="000000"/>
                </a:solidFill>
                <a:effectLst/>
                <a:latin typeface="Arial"/>
                <a:ea typeface="Arial"/>
                <a:cs typeface="Arial"/>
                <a:sym typeface="Arial"/>
              </a:rPr>
              <a:t>data rate.</a:t>
            </a:r>
          </a:p>
          <a:p>
            <a:pPr marL="0" lvl="0" indent="0" algn="l" rtl="0">
              <a:spcBef>
                <a:spcPts val="0"/>
              </a:spcBef>
              <a:spcAft>
                <a:spcPts val="0"/>
              </a:spcAft>
              <a:buNone/>
            </a:pPr>
            <a:r>
              <a:rPr lang="en-US" dirty="0"/>
              <a:t>L</a:t>
            </a:r>
            <a:r>
              <a:rPr lang="zh-TW" altLang="en-US" dirty="0"/>
              <a:t>代表在</a:t>
            </a:r>
            <a:r>
              <a:rPr lang="en-US" altLang="zh-TW" dirty="0"/>
              <a:t>t</a:t>
            </a:r>
            <a:r>
              <a:rPr lang="zh-TW" altLang="en-US" dirty="0"/>
              <a:t>的</a:t>
            </a:r>
            <a:r>
              <a:rPr lang="en-US" altLang="zh-TW" dirty="0"/>
              <a:t>slot</a:t>
            </a:r>
            <a:r>
              <a:rPr lang="zh-TW" altLang="en-US" dirty="0"/>
              <a:t>中的第</a:t>
            </a:r>
            <a:r>
              <a:rPr lang="en-US" altLang="zh-TW" dirty="0"/>
              <a:t>k</a:t>
            </a:r>
            <a:r>
              <a:rPr lang="zh-TW" altLang="en-US" dirty="0"/>
              <a:t>個</a:t>
            </a:r>
            <a:r>
              <a:rPr lang="en-US" altLang="zh-TW" dirty="0"/>
              <a:t>packet</a:t>
            </a:r>
            <a:r>
              <a:rPr lang="zh-TW" altLang="en-US" dirty="0"/>
              <a:t> </a:t>
            </a:r>
            <a:r>
              <a:rPr lang="en-US" altLang="zh-TW" dirty="0"/>
              <a:t>size</a:t>
            </a:r>
          </a:p>
          <a:p>
            <a:pPr marL="0" lvl="0" indent="0" algn="l" rtl="0">
              <a:spcBef>
                <a:spcPts val="0"/>
              </a:spcBef>
              <a:spcAft>
                <a:spcPts val="0"/>
              </a:spcAft>
              <a:buNone/>
            </a:pPr>
            <a:r>
              <a:rPr lang="en-US" altLang="zh-TW" dirty="0"/>
              <a:t>E </a:t>
            </a:r>
            <a:r>
              <a:rPr lang="zh-TW" altLang="en-US" dirty="0"/>
              <a:t>代表第</a:t>
            </a:r>
            <a:r>
              <a:rPr lang="en-US" altLang="zh-TW" dirty="0"/>
              <a:t>k</a:t>
            </a:r>
            <a:r>
              <a:rPr lang="zh-TW" altLang="en-US" dirty="0"/>
              <a:t>個</a:t>
            </a:r>
            <a:r>
              <a:rPr lang="en-US" altLang="zh-TW" dirty="0"/>
              <a:t>packet</a:t>
            </a:r>
            <a:r>
              <a:rPr lang="zh-TW" altLang="en-US" dirty="0"/>
              <a:t>的超時時間值</a:t>
            </a:r>
            <a:endParaRPr lang="en-US" altLang="zh-TW" dirty="0"/>
          </a:p>
          <a:p>
            <a:pPr marL="0" lvl="0" indent="0" algn="l" rtl="0">
              <a:spcBef>
                <a:spcPts val="0"/>
              </a:spcBef>
              <a:spcAft>
                <a:spcPts val="0"/>
              </a:spcAft>
              <a:buNone/>
            </a:pPr>
            <a:r>
              <a:rPr lang="en-US" altLang="zh-TW" dirty="0"/>
              <a:t>Q</a:t>
            </a:r>
            <a:r>
              <a:rPr lang="zh-TW" altLang="en-US" dirty="0"/>
              <a:t>代表在</a:t>
            </a:r>
            <a:r>
              <a:rPr lang="en-US" altLang="zh-TW" dirty="0"/>
              <a:t>t</a:t>
            </a:r>
            <a:r>
              <a:rPr lang="zh-TW" altLang="en-US" dirty="0"/>
              <a:t>時間時的</a:t>
            </a:r>
            <a:r>
              <a:rPr lang="en-US" altLang="zh-TW" dirty="0" smtClean="0"/>
              <a:t>UT</a:t>
            </a:r>
            <a:r>
              <a:rPr lang="zh-TW" altLang="en-US" dirty="0" smtClean="0"/>
              <a:t>所有</a:t>
            </a:r>
            <a:r>
              <a:rPr lang="zh-TW" altLang="en-US" dirty="0"/>
              <a:t>的</a:t>
            </a:r>
            <a:r>
              <a:rPr lang="en-US" altLang="zh-TW" dirty="0"/>
              <a:t>packet</a:t>
            </a:r>
            <a:r>
              <a:rPr lang="zh-TW" altLang="en-US" dirty="0" smtClean="0"/>
              <a:t>數量</a:t>
            </a:r>
            <a:endParaRPr lang="en-US" altLang="zh-TW" dirty="0" smtClean="0"/>
          </a:p>
          <a:p>
            <a:pPr marL="0" lvl="0" indent="0" algn="l" rtl="0">
              <a:spcBef>
                <a:spcPts val="0"/>
              </a:spcBef>
              <a:spcAft>
                <a:spcPts val="0"/>
              </a:spcAft>
              <a:buNone/>
            </a:pPr>
            <a:r>
              <a:rPr lang="zh-TW" altLang="en-US" dirty="0" smtClean="0"/>
              <a:t>將</a:t>
            </a:r>
            <a:r>
              <a:rPr lang="en-US" altLang="zh-TW" dirty="0" smtClean="0"/>
              <a:t>packet size </a:t>
            </a:r>
            <a:r>
              <a:rPr lang="zh-TW" altLang="en-US" dirty="0" smtClean="0"/>
              <a:t>除以 超時時間值 的加總 就能算出這個</a:t>
            </a:r>
            <a:r>
              <a:rPr lang="en-US" altLang="zh-TW" dirty="0" smtClean="0"/>
              <a:t>beam</a:t>
            </a:r>
            <a:r>
              <a:rPr lang="zh-TW" altLang="en-US" dirty="0" smtClean="0"/>
              <a:t>在</a:t>
            </a:r>
            <a:r>
              <a:rPr lang="en-US" altLang="zh-TW" dirty="0" smtClean="0"/>
              <a:t>t</a:t>
            </a:r>
            <a:r>
              <a:rPr lang="zh-TW" altLang="en-US" dirty="0" smtClean="0"/>
              <a:t>時間的</a:t>
            </a:r>
            <a:r>
              <a:rPr lang="en-US" altLang="zh-TW" dirty="0" smtClean="0"/>
              <a:t>data rate</a:t>
            </a:r>
            <a:r>
              <a:rPr lang="zh-TW" altLang="en-US" dirty="0" smtClean="0"/>
              <a:t>要多少</a:t>
            </a:r>
            <a:endParaRPr lang="en-US" altLang="zh-TW" dirty="0"/>
          </a:p>
          <a:p>
            <a:pPr marL="0" lvl="0" indent="0" algn="l" rtl="0">
              <a:spcBef>
                <a:spcPts val="0"/>
              </a:spcBef>
              <a:spcAft>
                <a:spcPts val="0"/>
              </a:spcAft>
              <a:buNone/>
            </a:pPr>
            <a:endParaRPr lang="en-US" altLang="zh-TW" dirty="0"/>
          </a:p>
          <a:p>
            <a:pPr marL="0" lvl="0" indent="0" algn="l" rtl="0">
              <a:spcBef>
                <a:spcPts val="0"/>
              </a:spcBef>
              <a:spcAft>
                <a:spcPts val="0"/>
              </a:spcAft>
              <a:buNone/>
            </a:pPr>
            <a:endParaRPr lang="en-US" altLang="zh-TW"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1380394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cs typeface="Arial"/>
                <a:sym typeface="Arial"/>
              </a:rPr>
              <a:t>因此實際上根據所需求的</a:t>
            </a:r>
            <a:r>
              <a:rPr lang="en-US" altLang="zh-TW" sz="1100" b="0" i="0" u="none" strike="noStrike" cap="none" dirty="0">
                <a:solidFill>
                  <a:srgbClr val="000000"/>
                </a:solidFill>
                <a:effectLst/>
                <a:latin typeface="Arial"/>
                <a:cs typeface="Arial"/>
                <a:sym typeface="Arial"/>
              </a:rPr>
              <a:t>QoS</a:t>
            </a:r>
            <a:r>
              <a:rPr lang="zh-TW" altLang="en-US" sz="1100" b="0" i="0" u="none" strike="noStrike" cap="none" dirty="0">
                <a:solidFill>
                  <a:srgbClr val="000000"/>
                </a:solidFill>
                <a:effectLst/>
                <a:latin typeface="Arial"/>
                <a:cs typeface="Arial"/>
                <a:sym typeface="Arial"/>
              </a:rPr>
              <a:t>，每個</a:t>
            </a:r>
            <a:r>
              <a:rPr lang="en-US" altLang="zh-TW" sz="1100" b="0" i="0" u="none" strike="noStrike" cap="none" dirty="0">
                <a:solidFill>
                  <a:srgbClr val="000000"/>
                </a:solidFill>
                <a:effectLst/>
                <a:latin typeface="Arial"/>
                <a:cs typeface="Arial"/>
                <a:sym typeface="Arial"/>
              </a:rPr>
              <a:t>beam</a:t>
            </a:r>
            <a:r>
              <a:rPr lang="zh-TW" altLang="en-US" sz="1100" b="0" i="0" u="none" strike="noStrike" cap="none" dirty="0">
                <a:solidFill>
                  <a:srgbClr val="000000"/>
                </a:solidFill>
                <a:effectLst/>
                <a:latin typeface="Arial"/>
                <a:cs typeface="Arial"/>
                <a:sym typeface="Arial"/>
              </a:rPr>
              <a:t>被分配到的</a:t>
            </a:r>
            <a:r>
              <a:rPr lang="en-US" altLang="zh-TW" sz="1100" b="0" i="0" u="none" strike="noStrike" cap="none" dirty="0">
                <a:solidFill>
                  <a:srgbClr val="000000"/>
                </a:solidFill>
                <a:effectLst/>
                <a:latin typeface="Arial"/>
                <a:cs typeface="Arial"/>
                <a:sym typeface="Arial"/>
              </a:rPr>
              <a:t>data rate</a:t>
            </a:r>
            <a:r>
              <a:rPr lang="zh-TW" altLang="en-US" sz="1100" b="0" i="0" u="none" strike="noStrike" cap="none" dirty="0">
                <a:solidFill>
                  <a:srgbClr val="000000"/>
                </a:solidFill>
                <a:effectLst/>
                <a:latin typeface="Arial"/>
                <a:cs typeface="Arial"/>
                <a:sym typeface="Arial"/>
              </a:rPr>
              <a:t>可以由這條式子表示，</a:t>
            </a:r>
            <a:endParaRPr lang="en-US" altLang="zh-TW"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en-US" altLang="zh-TW" sz="1100" b="0" i="0" u="none" strike="noStrike" cap="none" dirty="0">
                <a:solidFill>
                  <a:srgbClr val="000000"/>
                </a:solidFill>
                <a:effectLst/>
                <a:latin typeface="Arial"/>
                <a:cs typeface="Arial"/>
                <a:sym typeface="Arial"/>
              </a:rPr>
              <a:t>R</a:t>
            </a:r>
            <a:r>
              <a:rPr lang="zh-TW" altLang="en-US" sz="1100" b="0" i="0" u="none" strike="noStrike" cap="none" dirty="0">
                <a:solidFill>
                  <a:srgbClr val="000000"/>
                </a:solidFill>
                <a:effectLst/>
                <a:latin typeface="Arial"/>
                <a:cs typeface="Arial"/>
                <a:sym typeface="Arial"/>
              </a:rPr>
              <a:t> </a:t>
            </a:r>
            <a:r>
              <a:rPr lang="en-US" altLang="zh-TW" sz="1100" b="0" i="0" u="none" strike="noStrike" cap="none" dirty="0">
                <a:solidFill>
                  <a:srgbClr val="000000"/>
                </a:solidFill>
                <a:effectLst/>
                <a:latin typeface="Arial"/>
                <a:cs typeface="Arial"/>
                <a:sym typeface="Arial"/>
              </a:rPr>
              <a:t>actual </a:t>
            </a:r>
            <a:r>
              <a:rPr lang="zh-TW" altLang="en-US" sz="1100" b="0" i="0" u="none" strike="noStrike" cap="none" dirty="0">
                <a:solidFill>
                  <a:srgbClr val="000000"/>
                </a:solidFill>
                <a:effectLst/>
                <a:latin typeface="Arial"/>
                <a:cs typeface="Arial"/>
                <a:sym typeface="Arial"/>
              </a:rPr>
              <a:t>代表實際上</a:t>
            </a:r>
            <a:r>
              <a:rPr lang="en-US" altLang="zh-TW" sz="1100" b="0" i="0" u="none" strike="noStrike" cap="none" dirty="0">
                <a:solidFill>
                  <a:srgbClr val="000000"/>
                </a:solidFill>
                <a:effectLst/>
                <a:latin typeface="Arial"/>
                <a:cs typeface="Arial"/>
                <a:sym typeface="Arial"/>
              </a:rPr>
              <a:t>beam</a:t>
            </a:r>
            <a:r>
              <a:rPr lang="zh-TW" altLang="en-US" sz="1100" b="0" i="0" u="none" strike="noStrike" cap="none" dirty="0">
                <a:solidFill>
                  <a:srgbClr val="000000"/>
                </a:solidFill>
                <a:effectLst/>
                <a:latin typeface="Arial"/>
                <a:cs typeface="Arial"/>
                <a:sym typeface="Arial"/>
              </a:rPr>
              <a:t>被分配到的</a:t>
            </a:r>
            <a:r>
              <a:rPr lang="en-US" altLang="zh-TW" sz="1100" b="0" i="0" u="none" strike="noStrike" cap="none" dirty="0">
                <a:solidFill>
                  <a:srgbClr val="000000"/>
                </a:solidFill>
                <a:effectLst/>
                <a:latin typeface="Arial"/>
                <a:cs typeface="Arial"/>
                <a:sym typeface="Arial"/>
              </a:rPr>
              <a:t>data rate</a:t>
            </a:r>
            <a:r>
              <a:rPr lang="zh-TW" altLang="en-US" sz="1100" b="0" i="0" u="none" strike="noStrike" cap="none" dirty="0">
                <a:solidFill>
                  <a:srgbClr val="000000"/>
                </a:solidFill>
                <a:effectLst/>
                <a:latin typeface="Arial"/>
                <a:cs typeface="Arial"/>
                <a:sym typeface="Arial"/>
              </a:rPr>
              <a:t>，</a:t>
            </a:r>
            <a:r>
              <a:rPr lang="en-US" altLang="zh-TW" sz="1100" b="0" i="0" u="none" strike="noStrike" cap="none" dirty="0" err="1">
                <a:solidFill>
                  <a:srgbClr val="000000"/>
                </a:solidFill>
                <a:effectLst/>
                <a:latin typeface="Arial"/>
                <a:cs typeface="Arial"/>
                <a:sym typeface="Arial"/>
              </a:rPr>
              <a:t>Rmax</a:t>
            </a:r>
            <a:r>
              <a:rPr lang="zh-TW" altLang="en-US" sz="1100" b="0" i="0" u="none" strike="noStrike" cap="none" dirty="0">
                <a:solidFill>
                  <a:srgbClr val="000000"/>
                </a:solidFill>
                <a:effectLst/>
                <a:latin typeface="Arial"/>
                <a:cs typeface="Arial"/>
                <a:sym typeface="Arial"/>
              </a:rPr>
              <a:t>是他最大的</a:t>
            </a:r>
            <a:r>
              <a:rPr lang="en-US" altLang="zh-TW" sz="1100" b="0" i="0" u="none" strike="noStrike" cap="none" dirty="0">
                <a:solidFill>
                  <a:srgbClr val="000000"/>
                </a:solidFill>
                <a:effectLst/>
                <a:latin typeface="Arial"/>
                <a:cs typeface="Arial"/>
                <a:sym typeface="Arial"/>
              </a:rPr>
              <a:t>possible data rate</a:t>
            </a:r>
            <a:r>
              <a:rPr lang="zh-TW" altLang="en-US" sz="1100" b="0" i="0" u="none" strike="noStrike" cap="none" dirty="0">
                <a:solidFill>
                  <a:srgbClr val="000000"/>
                </a:solidFill>
                <a:effectLst/>
                <a:latin typeface="Arial"/>
                <a:cs typeface="Arial"/>
                <a:sym typeface="Arial"/>
              </a:rPr>
              <a:t>， 所以</a:t>
            </a:r>
            <a:r>
              <a:rPr lang="en-US" altLang="zh-TW" sz="1100" b="0" i="0" u="none" strike="noStrike" cap="none" dirty="0">
                <a:solidFill>
                  <a:srgbClr val="000000"/>
                </a:solidFill>
                <a:effectLst/>
                <a:latin typeface="Arial"/>
                <a:cs typeface="Arial"/>
                <a:sym typeface="Arial"/>
              </a:rPr>
              <a:t>actual data rate </a:t>
            </a:r>
            <a:r>
              <a:rPr lang="zh-TW" altLang="en-US" sz="1100" b="0" i="0" u="none" strike="noStrike" cap="none" dirty="0">
                <a:solidFill>
                  <a:srgbClr val="000000"/>
                </a:solidFill>
                <a:effectLst/>
                <a:latin typeface="Arial"/>
                <a:cs typeface="Arial"/>
                <a:sym typeface="Arial"/>
              </a:rPr>
              <a:t>要大於</a:t>
            </a:r>
            <a:r>
              <a:rPr lang="en-US" altLang="zh-TW" sz="1100" b="0" i="0" u="none" strike="noStrike" cap="none" dirty="0">
                <a:solidFill>
                  <a:srgbClr val="000000"/>
                </a:solidFill>
                <a:effectLst/>
                <a:latin typeface="Arial"/>
                <a:cs typeface="Arial"/>
                <a:sym typeface="Arial"/>
              </a:rPr>
              <a:t>require data rate </a:t>
            </a:r>
            <a:r>
              <a:rPr lang="zh-TW" altLang="en-US" sz="1100" b="0" i="0" u="none" strike="noStrike" cap="none" dirty="0">
                <a:solidFill>
                  <a:srgbClr val="000000"/>
                </a:solidFill>
                <a:effectLst/>
                <a:latin typeface="Arial"/>
                <a:cs typeface="Arial"/>
                <a:sym typeface="Arial"/>
              </a:rPr>
              <a:t>跟</a:t>
            </a:r>
            <a:r>
              <a:rPr lang="en-US" altLang="zh-TW" sz="1100" b="0" i="0" u="none" strike="noStrike" cap="none" dirty="0">
                <a:solidFill>
                  <a:srgbClr val="000000"/>
                </a:solidFill>
                <a:effectLst/>
                <a:latin typeface="Arial"/>
                <a:cs typeface="Arial"/>
                <a:sym typeface="Arial"/>
              </a:rPr>
              <a:t>max data rate</a:t>
            </a:r>
            <a:r>
              <a:rPr lang="zh-TW" altLang="en-US" sz="1100" b="0" i="0" u="none" strike="noStrike" cap="none" dirty="0">
                <a:solidFill>
                  <a:srgbClr val="000000"/>
                </a:solidFill>
                <a:effectLst/>
                <a:latin typeface="Arial"/>
                <a:cs typeface="Arial"/>
                <a:sym typeface="Arial"/>
              </a:rPr>
              <a:t>取</a:t>
            </a:r>
            <a:r>
              <a:rPr lang="en-US" altLang="zh-TW" sz="1100" b="0" i="0" u="none" strike="noStrike" cap="none" dirty="0">
                <a:solidFill>
                  <a:srgbClr val="000000"/>
                </a:solidFill>
                <a:effectLst/>
                <a:latin typeface="Arial"/>
                <a:cs typeface="Arial"/>
                <a:sym typeface="Arial"/>
              </a:rPr>
              <a:t>min</a:t>
            </a:r>
            <a:r>
              <a:rPr lang="zh-TW" altLang="en-US" sz="1100" b="0" i="0" u="none" strike="noStrike" cap="none" dirty="0">
                <a:solidFill>
                  <a:srgbClr val="000000"/>
                </a:solidFill>
                <a:effectLst/>
                <a:latin typeface="Arial"/>
                <a:cs typeface="Arial"/>
                <a:sym typeface="Arial"/>
              </a:rPr>
              <a:t>後的</a:t>
            </a:r>
            <a:r>
              <a:rPr lang="zh-TW" altLang="en-US" sz="1100" b="0" i="0" u="none" strike="noStrike" cap="none" dirty="0" smtClean="0">
                <a:solidFill>
                  <a:srgbClr val="000000"/>
                </a:solidFill>
                <a:effectLst/>
                <a:latin typeface="Arial"/>
                <a:cs typeface="Arial"/>
                <a:sym typeface="Arial"/>
              </a:rPr>
              <a:t>值，這樣就能確保每次傳輸都有達到他的</a:t>
            </a:r>
            <a:r>
              <a:rPr lang="en-US" altLang="zh-TW" sz="1100" b="0" i="0" u="none" strike="noStrike" cap="none" dirty="0" err="1" smtClean="0">
                <a:solidFill>
                  <a:srgbClr val="000000"/>
                </a:solidFill>
                <a:effectLst/>
                <a:latin typeface="Arial"/>
                <a:cs typeface="Arial"/>
                <a:sym typeface="Arial"/>
              </a:rPr>
              <a:t>QoS</a:t>
            </a:r>
            <a:endParaRPr lang="en-US" altLang="zh-TW"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zh-TW" altLang="en-US" sz="1100" b="0" i="0" u="none" strike="noStrike" cap="none" dirty="0">
                <a:solidFill>
                  <a:srgbClr val="000000"/>
                </a:solidFill>
                <a:effectLst/>
                <a:latin typeface="Arial"/>
                <a:cs typeface="Arial"/>
                <a:sym typeface="Arial"/>
              </a:rPr>
              <a:t>最後在</a:t>
            </a:r>
            <a:r>
              <a:rPr lang="en-US" altLang="zh-TW" sz="1100" b="0" i="0" u="none" strike="noStrike" cap="none" dirty="0">
                <a:solidFill>
                  <a:srgbClr val="000000"/>
                </a:solidFill>
                <a:effectLst/>
                <a:latin typeface="Arial"/>
                <a:cs typeface="Arial"/>
                <a:sym typeface="Arial"/>
              </a:rPr>
              <a:t>BMSN</a:t>
            </a:r>
            <a:r>
              <a:rPr lang="zh-TW" altLang="en-US" sz="1100" b="0" i="0" u="none" strike="noStrike" cap="none" dirty="0">
                <a:solidFill>
                  <a:srgbClr val="000000"/>
                </a:solidFill>
                <a:effectLst/>
                <a:latin typeface="Arial"/>
                <a:cs typeface="Arial"/>
                <a:sym typeface="Arial"/>
              </a:rPr>
              <a:t>運行期間，每個</a:t>
            </a:r>
            <a:r>
              <a:rPr lang="en-US" altLang="zh-TW" sz="1100" b="0" i="0" u="none" strike="noStrike" cap="none" dirty="0">
                <a:solidFill>
                  <a:srgbClr val="000000"/>
                </a:solidFill>
                <a:effectLst/>
                <a:latin typeface="Arial"/>
                <a:cs typeface="Arial"/>
                <a:sym typeface="Arial"/>
              </a:rPr>
              <a:t>beam</a:t>
            </a:r>
            <a:r>
              <a:rPr lang="zh-TW" altLang="en-US" sz="1100" b="0" i="0" u="none" strike="noStrike" cap="none" dirty="0">
                <a:solidFill>
                  <a:srgbClr val="000000"/>
                </a:solidFill>
                <a:effectLst/>
                <a:latin typeface="Arial"/>
                <a:cs typeface="Arial"/>
                <a:sym typeface="Arial"/>
              </a:rPr>
              <a:t>的資源分配單元可以表示為這個 </a:t>
            </a:r>
            <a:endParaRPr lang="en-US" altLang="zh-TW"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en-US" altLang="zh-TW" sz="1100" b="0" i="0" u="none" strike="noStrike" cap="none" dirty="0">
                <a:solidFill>
                  <a:srgbClr val="000000"/>
                </a:solidFill>
                <a:effectLst/>
                <a:latin typeface="Arial"/>
                <a:cs typeface="Arial"/>
                <a:sym typeface="Arial"/>
              </a:rPr>
              <a:t>Delta</a:t>
            </a:r>
            <a:r>
              <a:rPr lang="zh-TW" altLang="en-US" sz="1100" b="0" i="0" u="none" strike="noStrike" cap="none" dirty="0">
                <a:solidFill>
                  <a:srgbClr val="000000"/>
                </a:solidFill>
                <a:effectLst/>
                <a:latin typeface="Arial"/>
                <a:cs typeface="Arial"/>
                <a:sym typeface="Arial"/>
              </a:rPr>
              <a:t>代表在</a:t>
            </a:r>
            <a:r>
              <a:rPr lang="en-US" altLang="zh-TW" sz="1100" b="0" i="0" u="none" strike="noStrike" cap="none" dirty="0">
                <a:solidFill>
                  <a:srgbClr val="000000"/>
                </a:solidFill>
                <a:effectLst/>
                <a:latin typeface="Arial"/>
                <a:cs typeface="Arial"/>
                <a:sym typeface="Arial"/>
              </a:rPr>
              <a:t>t</a:t>
            </a:r>
            <a:r>
              <a:rPr lang="zh-TW" altLang="en-US" sz="1100" b="0" i="0" u="none" strike="noStrike" cap="none" dirty="0">
                <a:solidFill>
                  <a:srgbClr val="000000"/>
                </a:solidFill>
                <a:effectLst/>
                <a:latin typeface="Arial"/>
                <a:cs typeface="Arial"/>
                <a:sym typeface="Arial"/>
              </a:rPr>
              <a:t>的時候有沒有分配</a:t>
            </a:r>
            <a:r>
              <a:rPr lang="en-US" altLang="zh-TW" sz="1100" b="0" i="0" u="none" strike="noStrike" cap="none" dirty="0">
                <a:solidFill>
                  <a:srgbClr val="000000"/>
                </a:solidFill>
                <a:effectLst/>
                <a:latin typeface="Arial"/>
                <a:cs typeface="Arial"/>
                <a:sym typeface="Arial"/>
              </a:rPr>
              <a:t>slot t </a:t>
            </a:r>
            <a:r>
              <a:rPr lang="zh-TW" altLang="en-US" sz="1100" b="0" i="0" u="none" strike="noStrike" cap="none" dirty="0">
                <a:solidFill>
                  <a:srgbClr val="000000"/>
                </a:solidFill>
                <a:effectLst/>
                <a:latin typeface="Arial"/>
                <a:cs typeface="Arial"/>
                <a:sym typeface="Arial"/>
              </a:rPr>
              <a:t>給</a:t>
            </a:r>
            <a:r>
              <a:rPr lang="en-US" altLang="zh-TW" sz="1100" b="0" i="0" u="none" strike="noStrike" cap="none" dirty="0">
                <a:solidFill>
                  <a:srgbClr val="000000"/>
                </a:solidFill>
                <a:effectLst/>
                <a:latin typeface="Arial"/>
                <a:cs typeface="Arial"/>
                <a:sym typeface="Arial"/>
              </a:rPr>
              <a:t>user terminal </a:t>
            </a:r>
            <a:r>
              <a:rPr lang="zh-TW" altLang="en-US" sz="1100" b="0" i="0" u="none" strike="noStrike" cap="none" dirty="0">
                <a:solidFill>
                  <a:srgbClr val="000000"/>
                </a:solidFill>
                <a:effectLst/>
                <a:latin typeface="Arial"/>
                <a:cs typeface="Arial"/>
                <a:sym typeface="Arial"/>
              </a:rPr>
              <a:t>有的話就是</a:t>
            </a:r>
            <a:r>
              <a:rPr lang="en-US" altLang="zh-TW" sz="1100" b="0" i="0" u="none" strike="noStrike" cap="none" dirty="0">
                <a:solidFill>
                  <a:srgbClr val="000000"/>
                </a:solidFill>
                <a:effectLst/>
                <a:latin typeface="Arial"/>
                <a:cs typeface="Arial"/>
                <a:sym typeface="Arial"/>
              </a:rPr>
              <a:t>1</a:t>
            </a:r>
            <a:r>
              <a:rPr lang="zh-TW" altLang="en-US" sz="1100" b="0" i="0" u="none" strike="noStrike" cap="none" dirty="0">
                <a:solidFill>
                  <a:srgbClr val="000000"/>
                </a:solidFill>
                <a:effectLst/>
                <a:latin typeface="Arial"/>
                <a:cs typeface="Arial"/>
                <a:sym typeface="Arial"/>
              </a:rPr>
              <a:t> 沒有就是</a:t>
            </a:r>
            <a:r>
              <a:rPr lang="en-US" altLang="zh-TW" sz="1100" b="0" i="0" u="none" strike="noStrike" cap="none" dirty="0">
                <a:solidFill>
                  <a:srgbClr val="000000"/>
                </a:solidFill>
                <a:effectLst/>
                <a:latin typeface="Arial"/>
                <a:cs typeface="Arial"/>
                <a:sym typeface="Arial"/>
              </a:rPr>
              <a:t>0</a:t>
            </a:r>
          </a:p>
          <a:p>
            <a:pPr marL="0" lvl="0" indent="0" algn="l" rtl="0">
              <a:spcBef>
                <a:spcPts val="0"/>
              </a:spcBef>
              <a:spcAft>
                <a:spcPts val="0"/>
              </a:spcAft>
              <a:buNone/>
            </a:pPr>
            <a:endParaRPr lang="en-US" altLang="zh-TW" sz="1100" b="0" i="0" u="none" strike="noStrike" cap="none" dirty="0">
              <a:solidFill>
                <a:srgbClr val="000000"/>
              </a:solidFill>
              <a:effectLst/>
              <a:latin typeface="Arial"/>
              <a:cs typeface="Arial"/>
              <a:sym typeface="Arial"/>
            </a:endParaRPr>
          </a:p>
        </p:txBody>
      </p:sp>
    </p:spTree>
    <p:extLst>
      <p:ext uri="{BB962C8B-B14F-4D97-AF65-F5344CB8AC3E}">
        <p14:creationId xmlns:p14="http://schemas.microsoft.com/office/powerpoint/2010/main" val="2513954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cs typeface="Arial"/>
                <a:sym typeface="Arial"/>
              </a:rPr>
              <a:t>如前面所提到，如果時間超過就會造成封包丟失，</a:t>
            </a:r>
            <a:r>
              <a:rPr lang="en-US" altLang="zh-TW" sz="1100" b="0" i="0" u="none" strike="noStrike" cap="none" dirty="0" err="1">
                <a:solidFill>
                  <a:srgbClr val="000000"/>
                </a:solidFill>
                <a:effectLst/>
                <a:latin typeface="Arial"/>
                <a:cs typeface="Arial"/>
                <a:sym typeface="Arial"/>
              </a:rPr>
              <a:t>Dthreshold</a:t>
            </a:r>
            <a:r>
              <a:rPr lang="en-US" altLang="zh-TW" sz="1100" b="0" i="0" u="none" strike="noStrike" cap="none" dirty="0">
                <a:solidFill>
                  <a:srgbClr val="000000"/>
                </a:solidFill>
                <a:effectLst/>
                <a:latin typeface="Arial"/>
                <a:cs typeface="Arial"/>
                <a:sym typeface="Arial"/>
              </a:rPr>
              <a:t> </a:t>
            </a:r>
            <a:r>
              <a:rPr lang="en-US" altLang="zh-TW" sz="1100" b="0" i="0" u="none" strike="noStrike" cap="none" dirty="0" err="1">
                <a:solidFill>
                  <a:srgbClr val="000000"/>
                </a:solidFill>
                <a:effectLst/>
                <a:latin typeface="Arial"/>
                <a:cs typeface="Arial"/>
                <a:sym typeface="Arial"/>
              </a:rPr>
              <a:t>im</a:t>
            </a:r>
            <a:r>
              <a:rPr lang="en-US" altLang="zh-TW" sz="1100" b="0" i="0" u="none" strike="noStrike" cap="none" dirty="0">
                <a:solidFill>
                  <a:srgbClr val="000000"/>
                </a:solidFill>
                <a:effectLst/>
                <a:latin typeface="Arial"/>
                <a:cs typeface="Arial"/>
                <a:sym typeface="Arial"/>
              </a:rPr>
              <a:t> </a:t>
            </a:r>
            <a:r>
              <a:rPr lang="zh-TW" altLang="en-US" sz="1100" b="0" i="0" u="none" strike="noStrike" cap="none" dirty="0">
                <a:solidFill>
                  <a:srgbClr val="000000"/>
                </a:solidFill>
                <a:effectLst/>
                <a:latin typeface="Arial"/>
                <a:cs typeface="Arial"/>
                <a:sym typeface="Arial"/>
              </a:rPr>
              <a:t>代表</a:t>
            </a:r>
            <a:r>
              <a:rPr lang="en-US" altLang="zh-TW" sz="1100" b="0" i="0" u="none" strike="noStrike" cap="none" dirty="0">
                <a:solidFill>
                  <a:srgbClr val="000000"/>
                </a:solidFill>
                <a:effectLst/>
                <a:latin typeface="Arial"/>
                <a:cs typeface="Arial"/>
                <a:sym typeface="Arial"/>
              </a:rPr>
              <a:t>user terminal</a:t>
            </a:r>
            <a:r>
              <a:rPr lang="zh-TW" altLang="en-US" sz="1100" b="0" i="0" u="none" strike="noStrike" cap="none" dirty="0">
                <a:solidFill>
                  <a:srgbClr val="000000"/>
                </a:solidFill>
                <a:effectLst/>
                <a:latin typeface="Arial"/>
                <a:cs typeface="Arial"/>
                <a:sym typeface="Arial"/>
              </a:rPr>
              <a:t>的</a:t>
            </a:r>
            <a:r>
              <a:rPr lang="en-US" altLang="zh-TW" sz="1100" b="0" i="0" u="none" strike="noStrike" cap="none" dirty="0">
                <a:solidFill>
                  <a:srgbClr val="000000"/>
                </a:solidFill>
                <a:effectLst/>
                <a:latin typeface="Arial"/>
                <a:cs typeface="Arial"/>
                <a:sym typeface="Arial"/>
              </a:rPr>
              <a:t>PLR threshold,  </a:t>
            </a:r>
            <a:r>
              <a:rPr lang="en-US" altLang="zh-TW" sz="1100" b="0" i="0" u="none" strike="noStrike" cap="none" dirty="0" err="1">
                <a:solidFill>
                  <a:srgbClr val="000000"/>
                </a:solidFill>
                <a:effectLst/>
                <a:latin typeface="Arial"/>
                <a:cs typeface="Arial"/>
                <a:sym typeface="Arial"/>
              </a:rPr>
              <a:t>Qtotal</a:t>
            </a:r>
            <a:r>
              <a:rPr lang="zh-TW" altLang="en-US" sz="1100" b="0" i="0" u="none" strike="noStrike" cap="none" dirty="0">
                <a:solidFill>
                  <a:srgbClr val="000000"/>
                </a:solidFill>
                <a:effectLst/>
                <a:latin typeface="Arial"/>
                <a:cs typeface="Arial"/>
                <a:sym typeface="Arial"/>
              </a:rPr>
              <a:t>代表在時間內所傳遞的封包數量，如果當下的</a:t>
            </a:r>
            <a:r>
              <a:rPr lang="en-US" altLang="zh-TW" sz="1100" b="0" i="0" u="none" strike="noStrike" cap="none" dirty="0">
                <a:solidFill>
                  <a:srgbClr val="000000"/>
                </a:solidFill>
                <a:effectLst/>
                <a:latin typeface="Arial"/>
                <a:cs typeface="Arial"/>
                <a:sym typeface="Arial"/>
              </a:rPr>
              <a:t>threshold</a:t>
            </a:r>
            <a:r>
              <a:rPr lang="zh-TW" altLang="en-US" sz="1100" b="0" i="0" u="none" strike="noStrike" cap="none" dirty="0">
                <a:solidFill>
                  <a:srgbClr val="000000"/>
                </a:solidFill>
                <a:effectLst/>
                <a:latin typeface="Arial"/>
                <a:cs typeface="Arial"/>
                <a:sym typeface="Arial"/>
              </a:rPr>
              <a:t>大於他的平均</a:t>
            </a:r>
            <a:r>
              <a:rPr lang="en-US" altLang="zh-TW" sz="1100" b="0" i="0" u="none" strike="noStrike" cap="none" dirty="0">
                <a:solidFill>
                  <a:srgbClr val="000000"/>
                </a:solidFill>
                <a:effectLst/>
                <a:latin typeface="Arial"/>
                <a:cs typeface="Arial"/>
                <a:sym typeface="Arial"/>
              </a:rPr>
              <a:t>THRESHOLD</a:t>
            </a:r>
            <a:r>
              <a:rPr lang="zh-TW" altLang="en-US" sz="1100" b="0" i="0" u="none" strike="noStrike" cap="none" dirty="0">
                <a:solidFill>
                  <a:srgbClr val="000000"/>
                </a:solidFill>
                <a:effectLst/>
                <a:latin typeface="Arial"/>
                <a:cs typeface="Arial"/>
                <a:sym typeface="Arial"/>
              </a:rPr>
              <a:t>就要啟動</a:t>
            </a:r>
            <a:r>
              <a:rPr lang="en-US" altLang="zh-TW" sz="1100" b="0" i="0" u="none" strike="noStrike" cap="none" dirty="0">
                <a:solidFill>
                  <a:srgbClr val="000000"/>
                </a:solidFill>
                <a:effectLst/>
                <a:latin typeface="Arial"/>
                <a:cs typeface="Arial"/>
                <a:sym typeface="Arial"/>
              </a:rPr>
              <a:t>LOAD BALANCE</a:t>
            </a:r>
          </a:p>
          <a:p>
            <a:pPr marL="0" lvl="0" indent="0" algn="l" rtl="0">
              <a:spcBef>
                <a:spcPts val="0"/>
              </a:spcBef>
              <a:spcAft>
                <a:spcPts val="0"/>
              </a:spcAft>
              <a:buNone/>
            </a:pPr>
            <a:endParaRPr lang="en-US" altLang="zh-TW"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endParaRPr lang="en-US" altLang="zh-TW" sz="1100" b="0" i="0" u="none" strike="noStrike" cap="none" dirty="0">
              <a:solidFill>
                <a:srgbClr val="000000"/>
              </a:solidFill>
              <a:effectLst/>
              <a:latin typeface="Arial"/>
              <a:cs typeface="Arial"/>
              <a:sym typeface="Arial"/>
            </a:endParaRPr>
          </a:p>
        </p:txBody>
      </p:sp>
    </p:spTree>
    <p:extLst>
      <p:ext uri="{BB962C8B-B14F-4D97-AF65-F5344CB8AC3E}">
        <p14:creationId xmlns:p14="http://schemas.microsoft.com/office/powerpoint/2010/main" val="5132964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smtClean="0"/>
              <a:t>這邊再介紹一下代號，之後都會用代號來說明</a:t>
            </a:r>
            <a:endParaRPr lang="en-US" altLang="zh-TW" dirty="0" smtClean="0"/>
          </a:p>
          <a:p>
            <a:r>
              <a:rPr lang="en-US" altLang="zh-TW" dirty="0" smtClean="0"/>
              <a:t>OCA </a:t>
            </a:r>
            <a:r>
              <a:rPr lang="zh-TW" altLang="en-US" dirty="0"/>
              <a:t>代表示有重疊的區域 </a:t>
            </a:r>
            <a:r>
              <a:rPr lang="en-US" altLang="zh-TW" dirty="0"/>
              <a:t>NCA</a:t>
            </a:r>
            <a:r>
              <a:rPr lang="zh-TW" altLang="en-US" dirty="0"/>
              <a:t>就是沒有重疊得</a:t>
            </a:r>
            <a:r>
              <a:rPr lang="zh-TW" altLang="en-US" dirty="0" smtClean="0"/>
              <a:t>區域</a:t>
            </a:r>
            <a:endParaRPr lang="en-US" altLang="zh-TW" dirty="0" smtClean="0"/>
          </a:p>
          <a:p>
            <a:r>
              <a:rPr lang="en-US" altLang="zh-TW" dirty="0" smtClean="0"/>
              <a:t>LLB</a:t>
            </a:r>
            <a:r>
              <a:rPr lang="zh-TW" altLang="en-US" dirty="0" smtClean="0"/>
              <a:t>是</a:t>
            </a:r>
            <a:r>
              <a:rPr lang="en-US" altLang="zh-TW" dirty="0" smtClean="0"/>
              <a:t>low</a:t>
            </a:r>
            <a:r>
              <a:rPr lang="en-US" altLang="zh-TW" baseline="0" dirty="0" smtClean="0"/>
              <a:t> load beam</a:t>
            </a:r>
            <a:r>
              <a:rPr lang="zh-TW" altLang="en-US" baseline="0" dirty="0" smtClean="0"/>
              <a:t>，</a:t>
            </a:r>
            <a:r>
              <a:rPr lang="en-US" altLang="zh-TW" baseline="0" dirty="0" smtClean="0"/>
              <a:t>HLB</a:t>
            </a:r>
            <a:r>
              <a:rPr lang="zh-TW" altLang="en-US" baseline="0" dirty="0" smtClean="0"/>
              <a:t>是</a:t>
            </a:r>
            <a:r>
              <a:rPr lang="en-US" altLang="zh-TW" baseline="0" dirty="0" smtClean="0"/>
              <a:t>high load beam</a:t>
            </a:r>
            <a:endParaRPr lang="en-US" altLang="zh-TW" dirty="0"/>
          </a:p>
          <a:p>
            <a:pPr marL="139700" indent="0">
              <a:buNone/>
            </a:pPr>
            <a:r>
              <a:rPr lang="zh-TW" altLang="en-US" dirty="0"/>
              <a:t>如果</a:t>
            </a:r>
            <a:r>
              <a:rPr lang="en-US" altLang="zh-TW" dirty="0"/>
              <a:t>User </a:t>
            </a:r>
            <a:r>
              <a:rPr lang="en-US" altLang="zh-TW" dirty="0" smtClean="0"/>
              <a:t>terminal</a:t>
            </a:r>
            <a:r>
              <a:rPr lang="zh-TW" altLang="en-US" dirty="0" smtClean="0"/>
              <a:t>位在</a:t>
            </a:r>
            <a:r>
              <a:rPr lang="en-US" altLang="zh-TW" dirty="0"/>
              <a:t>OCA</a:t>
            </a:r>
            <a:r>
              <a:rPr lang="zh-TW" altLang="en-US" dirty="0"/>
              <a:t>，代表他有不止一種傳輸路徑，當本來的</a:t>
            </a:r>
            <a:r>
              <a:rPr lang="en-US" altLang="zh-TW" dirty="0"/>
              <a:t>beam</a:t>
            </a:r>
            <a:r>
              <a:rPr lang="zh-TW" altLang="en-US" dirty="0"/>
              <a:t>的</a:t>
            </a:r>
            <a:r>
              <a:rPr lang="en-US" altLang="zh-TW" dirty="0"/>
              <a:t>PLR</a:t>
            </a:r>
            <a:r>
              <a:rPr lang="zh-TW" altLang="en-US" dirty="0"/>
              <a:t>太大 就可以換成別的</a:t>
            </a:r>
            <a:r>
              <a:rPr lang="en-US" altLang="zh-TW" dirty="0"/>
              <a:t>beam</a:t>
            </a:r>
            <a:r>
              <a:rPr lang="zh-TW" altLang="en-US" dirty="0"/>
              <a:t>去服務</a:t>
            </a:r>
            <a:endParaRPr lang="en-US" altLang="zh-TW" dirty="0"/>
          </a:p>
          <a:p>
            <a:pPr marL="139700" indent="0">
              <a:buNone/>
            </a:pPr>
            <a:r>
              <a:rPr lang="zh-TW" altLang="en-US" dirty="0"/>
              <a:t>但如果</a:t>
            </a:r>
            <a:r>
              <a:rPr lang="en-US" altLang="zh-TW" dirty="0"/>
              <a:t>user terminal</a:t>
            </a:r>
            <a:r>
              <a:rPr lang="zh-TW" altLang="en-US" dirty="0"/>
              <a:t>位在</a:t>
            </a:r>
            <a:r>
              <a:rPr lang="en-US" altLang="zh-TW" dirty="0"/>
              <a:t>NCA</a:t>
            </a:r>
            <a:r>
              <a:rPr lang="zh-TW" altLang="en-US" dirty="0"/>
              <a:t>，那就沒有鄰近的</a:t>
            </a:r>
            <a:r>
              <a:rPr lang="en-US" altLang="zh-TW" dirty="0"/>
              <a:t>beam</a:t>
            </a:r>
            <a:r>
              <a:rPr lang="zh-TW" altLang="en-US" dirty="0"/>
              <a:t>可以幫忙</a:t>
            </a:r>
            <a:r>
              <a:rPr lang="en-US" altLang="zh-TW" dirty="0"/>
              <a:t>offload</a:t>
            </a:r>
            <a:r>
              <a:rPr lang="zh-TW" altLang="en-US" dirty="0"/>
              <a:t>，因此</a:t>
            </a:r>
            <a:r>
              <a:rPr lang="en-US" altLang="zh-TW" dirty="0"/>
              <a:t>beam hopping</a:t>
            </a:r>
            <a:r>
              <a:rPr lang="zh-TW" altLang="en-US" dirty="0"/>
              <a:t>可以幫忙</a:t>
            </a:r>
            <a:r>
              <a:rPr lang="zh-TW" altLang="en-US" dirty="0" smtClean="0"/>
              <a:t>解決 </a:t>
            </a:r>
            <a:r>
              <a:rPr lang="en-US" altLang="zh-TW" dirty="0" smtClean="0"/>
              <a:t>”</a:t>
            </a:r>
            <a:r>
              <a:rPr lang="zh-TW" altLang="en-US" dirty="0" smtClean="0"/>
              <a:t>位於</a:t>
            </a:r>
            <a:r>
              <a:rPr lang="en-US" altLang="zh-TW" dirty="0"/>
              <a:t>NCA</a:t>
            </a:r>
            <a:r>
              <a:rPr lang="zh-TW" altLang="en-US" dirty="0"/>
              <a:t>的</a:t>
            </a:r>
            <a:r>
              <a:rPr lang="en-US" altLang="zh-TW" dirty="0"/>
              <a:t>user terminal</a:t>
            </a:r>
            <a:r>
              <a:rPr lang="zh-TW" altLang="en-US" dirty="0"/>
              <a:t> 沒有其他</a:t>
            </a:r>
            <a:r>
              <a:rPr lang="en-US" altLang="zh-TW" dirty="0"/>
              <a:t>beam</a:t>
            </a:r>
            <a:r>
              <a:rPr lang="zh-TW" altLang="en-US" dirty="0"/>
              <a:t>來幫忙</a:t>
            </a:r>
            <a:r>
              <a:rPr lang="en-US" altLang="zh-TW" dirty="0"/>
              <a:t>offload</a:t>
            </a:r>
            <a:r>
              <a:rPr lang="zh-TW" altLang="en-US" dirty="0"/>
              <a:t>的</a:t>
            </a:r>
            <a:r>
              <a:rPr lang="zh-TW" altLang="en-US" dirty="0" smtClean="0"/>
              <a:t>問題</a:t>
            </a:r>
            <a:r>
              <a:rPr lang="en-US" altLang="zh-TW" dirty="0" smtClean="0"/>
              <a:t>”</a:t>
            </a:r>
            <a:endParaRPr lang="en-US" altLang="zh-TW" dirty="0"/>
          </a:p>
          <a:p>
            <a:pPr marL="139700" indent="0">
              <a:buNone/>
            </a:pPr>
            <a:r>
              <a:rPr lang="zh-TW" altLang="en-US" dirty="0"/>
              <a:t>主要就是將</a:t>
            </a:r>
            <a:r>
              <a:rPr lang="en-US" altLang="zh-TW" dirty="0"/>
              <a:t>LLB</a:t>
            </a:r>
            <a:r>
              <a:rPr lang="zh-TW" altLang="en-US" dirty="0"/>
              <a:t>轉為</a:t>
            </a:r>
            <a:r>
              <a:rPr lang="en-US" altLang="zh-TW" dirty="0"/>
              <a:t>hopping</a:t>
            </a:r>
            <a:r>
              <a:rPr lang="zh-TW" altLang="en-US" dirty="0"/>
              <a:t>模式去照在</a:t>
            </a:r>
            <a:r>
              <a:rPr lang="zh-TW" altLang="en-US" dirty="0" smtClean="0"/>
              <a:t>其他</a:t>
            </a:r>
            <a:r>
              <a:rPr lang="en-US" altLang="zh-TW" dirty="0" err="1" smtClean="0"/>
              <a:t>HLBbeam</a:t>
            </a:r>
            <a:r>
              <a:rPr lang="zh-TW" altLang="en-US" dirty="0" smtClean="0"/>
              <a:t> </a:t>
            </a:r>
            <a:r>
              <a:rPr lang="en-US" altLang="zh-TW" dirty="0"/>
              <a:t>cover</a:t>
            </a:r>
            <a:r>
              <a:rPr lang="zh-TW" altLang="en-US" dirty="0"/>
              <a:t>的位置。</a:t>
            </a:r>
            <a:endParaRPr lang="en-US" altLang="zh-TW" dirty="0"/>
          </a:p>
          <a:p>
            <a:pPr marL="139700" indent="0">
              <a:buNone/>
            </a:pPr>
            <a:r>
              <a:rPr lang="zh-TW" altLang="en-US" dirty="0" smtClean="0"/>
              <a:t>因此總共有會有</a:t>
            </a:r>
            <a:r>
              <a:rPr lang="en-US" altLang="zh-TW" dirty="0" smtClean="0"/>
              <a:t>3</a:t>
            </a:r>
            <a:r>
              <a:rPr lang="zh-TW" altLang="en-US" dirty="0"/>
              <a:t>種</a:t>
            </a:r>
            <a:r>
              <a:rPr lang="en-US" altLang="zh-TW" dirty="0" smtClean="0"/>
              <a:t>flow</a:t>
            </a:r>
            <a:r>
              <a:rPr lang="zh-TW" altLang="en-US" dirty="0" smtClean="0"/>
              <a:t>存在再這個場景</a:t>
            </a:r>
            <a:endParaRPr lang="en-US" altLang="zh-TW" dirty="0" smtClean="0"/>
          </a:p>
          <a:p>
            <a:pPr marL="139700" indent="0">
              <a:buNone/>
            </a:pPr>
            <a:r>
              <a:rPr lang="zh-TW" altLang="en-US" dirty="0" smtClean="0"/>
              <a:t>我們可以</a:t>
            </a:r>
            <a:r>
              <a:rPr lang="zh-TW" altLang="en-US" dirty="0"/>
              <a:t>表示為以下</a:t>
            </a:r>
            <a:r>
              <a:rPr lang="zh-TW" altLang="en-US" dirty="0" smtClean="0"/>
              <a:t>式子</a:t>
            </a:r>
            <a:r>
              <a:rPr lang="en-US" altLang="zh-TW" dirty="0" smtClean="0"/>
              <a:t>K</a:t>
            </a:r>
            <a:r>
              <a:rPr lang="zh-TW" altLang="en-US" dirty="0" smtClean="0"/>
              <a:t> ，</a:t>
            </a:r>
            <a:r>
              <a:rPr lang="zh-TW" altLang="en-US" dirty="0"/>
              <a:t>第一種是被原本</a:t>
            </a:r>
            <a:r>
              <a:rPr lang="en-US" altLang="zh-TW" dirty="0"/>
              <a:t>beam</a:t>
            </a:r>
            <a:r>
              <a:rPr lang="zh-TW" altLang="en-US" dirty="0"/>
              <a:t>旁邊的</a:t>
            </a:r>
            <a:r>
              <a:rPr lang="en-US" altLang="zh-TW" dirty="0"/>
              <a:t>neighbor beam</a:t>
            </a:r>
            <a:r>
              <a:rPr lang="zh-TW" altLang="en-US" dirty="0"/>
              <a:t>服務的，第二種是被原本</a:t>
            </a:r>
            <a:r>
              <a:rPr lang="en-US" altLang="zh-TW" dirty="0"/>
              <a:t>beam</a:t>
            </a:r>
            <a:r>
              <a:rPr lang="zh-TW" altLang="en-US" dirty="0"/>
              <a:t>服務的，第三種就是被</a:t>
            </a:r>
            <a:r>
              <a:rPr lang="en-US" altLang="zh-TW" dirty="0"/>
              <a:t>hopping </a:t>
            </a:r>
            <a:r>
              <a:rPr lang="zh-TW" altLang="en-US" dirty="0"/>
              <a:t>過來的</a:t>
            </a:r>
            <a:r>
              <a:rPr lang="en-US" altLang="zh-TW" dirty="0"/>
              <a:t>beam</a:t>
            </a:r>
            <a:r>
              <a:rPr lang="zh-TW" altLang="en-US" dirty="0"/>
              <a:t>來服務的。</a:t>
            </a:r>
            <a:endParaRPr lang="en-US" altLang="zh-TW" dirty="0"/>
          </a:p>
          <a:p>
            <a:pPr marL="139700" indent="0">
              <a:buNone/>
            </a:pPr>
            <a:endParaRPr lang="en-US" altLang="zh-TW" dirty="0"/>
          </a:p>
        </p:txBody>
      </p:sp>
    </p:spTree>
    <p:extLst>
      <p:ext uri="{BB962C8B-B14F-4D97-AF65-F5344CB8AC3E}">
        <p14:creationId xmlns:p14="http://schemas.microsoft.com/office/powerpoint/2010/main" val="855275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接下來要講他</a:t>
            </a:r>
            <a:r>
              <a:rPr lang="en-US" altLang="zh-TW" dirty="0"/>
              <a:t>load balancing</a:t>
            </a:r>
            <a:r>
              <a:rPr lang="zh-TW" altLang="en-US" dirty="0"/>
              <a:t>的演算法</a:t>
            </a:r>
            <a:endParaRPr lang="en-US" altLang="zh-TW"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41283392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cs typeface="Arial"/>
                <a:sym typeface="Arial"/>
              </a:rPr>
              <a:t>這邊提出ㄉ演算法命名為</a:t>
            </a:r>
            <a:r>
              <a:rPr lang="en-US" altLang="zh-TW" sz="1100" b="0" i="0" u="none" strike="noStrike" cap="none" dirty="0">
                <a:solidFill>
                  <a:srgbClr val="000000"/>
                </a:solidFill>
                <a:effectLst/>
                <a:latin typeface="Arial"/>
                <a:cs typeface="Arial"/>
                <a:sym typeface="Arial"/>
              </a:rPr>
              <a:t>LB-JABHB:</a:t>
            </a:r>
            <a:r>
              <a:rPr lang="zh-TW" altLang="en-US" sz="1100" b="0" i="0" u="none" strike="noStrike" cap="none" dirty="0">
                <a:solidFill>
                  <a:srgbClr val="000000"/>
                </a:solidFill>
                <a:effectLst/>
                <a:latin typeface="Arial"/>
                <a:cs typeface="Arial"/>
                <a:sym typeface="Arial"/>
              </a:rPr>
              <a:t>他主要可以分為兩步驟，第一個是利用</a:t>
            </a:r>
            <a:r>
              <a:rPr lang="en-US" altLang="zh-TW" sz="1100" b="0" i="0" u="none" strike="noStrike" cap="none" dirty="0">
                <a:solidFill>
                  <a:srgbClr val="000000"/>
                </a:solidFill>
                <a:effectLst/>
                <a:latin typeface="Arial"/>
                <a:cs typeface="Arial"/>
                <a:sym typeface="Arial"/>
              </a:rPr>
              <a:t>adjacent beam</a:t>
            </a:r>
            <a:r>
              <a:rPr lang="zh-TW" altLang="en-US" sz="1100" b="0" i="0" u="none" strike="noStrike" cap="none" dirty="0">
                <a:solidFill>
                  <a:srgbClr val="000000"/>
                </a:solidFill>
                <a:effectLst/>
                <a:latin typeface="Arial"/>
                <a:cs typeface="Arial"/>
                <a:sym typeface="Arial"/>
              </a:rPr>
              <a:t>來</a:t>
            </a:r>
            <a:r>
              <a:rPr lang="en-US" altLang="zh-TW" sz="1100" b="0" i="0" u="none" strike="noStrike" cap="none" dirty="0">
                <a:solidFill>
                  <a:srgbClr val="000000"/>
                </a:solidFill>
                <a:effectLst/>
                <a:latin typeface="Arial"/>
                <a:cs typeface="Arial"/>
                <a:sym typeface="Arial"/>
              </a:rPr>
              <a:t>load balance</a:t>
            </a:r>
            <a:r>
              <a:rPr lang="zh-TW" altLang="en-US" sz="1100" b="0" i="0" u="none" strike="noStrike" cap="none" dirty="0">
                <a:solidFill>
                  <a:srgbClr val="000000"/>
                </a:solidFill>
                <a:effectLst/>
                <a:latin typeface="Arial"/>
                <a:cs typeface="Arial"/>
                <a:sym typeface="Arial"/>
              </a:rPr>
              <a:t>，第二步是用</a:t>
            </a:r>
            <a:r>
              <a:rPr lang="en-US" altLang="zh-TW" sz="1100" b="0" i="0" u="none" strike="noStrike" cap="none" dirty="0" err="1">
                <a:solidFill>
                  <a:srgbClr val="000000"/>
                </a:solidFill>
                <a:effectLst/>
                <a:latin typeface="Arial"/>
                <a:cs typeface="Arial"/>
                <a:sym typeface="Arial"/>
              </a:rPr>
              <a:t>beamhopping</a:t>
            </a:r>
            <a:r>
              <a:rPr lang="zh-TW" altLang="en-US" sz="1100" b="0" i="0" u="none" strike="noStrike" cap="none" dirty="0">
                <a:solidFill>
                  <a:srgbClr val="000000"/>
                </a:solidFill>
                <a:effectLst/>
                <a:latin typeface="Arial"/>
                <a:cs typeface="Arial"/>
                <a:sym typeface="Arial"/>
              </a:rPr>
              <a:t>來</a:t>
            </a:r>
            <a:r>
              <a:rPr lang="en-US" altLang="zh-TW" sz="1100" b="0" i="0" u="none" strike="noStrike" cap="none" dirty="0">
                <a:solidFill>
                  <a:srgbClr val="000000"/>
                </a:solidFill>
                <a:effectLst/>
                <a:latin typeface="Arial"/>
                <a:cs typeface="Arial"/>
                <a:sym typeface="Arial"/>
              </a:rPr>
              <a:t>load balance</a:t>
            </a:r>
          </a:p>
          <a:p>
            <a:pPr marL="0" lvl="0" indent="0" algn="l" rtl="0">
              <a:spcBef>
                <a:spcPts val="0"/>
              </a:spcBef>
              <a:spcAft>
                <a:spcPts val="0"/>
              </a:spcAft>
              <a:buNone/>
            </a:pPr>
            <a:endParaRPr lang="en-US" altLang="zh-TW"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zh-TW" altLang="en-US" sz="1100" b="0" i="0" u="none" strike="noStrike" cap="none" dirty="0">
                <a:solidFill>
                  <a:srgbClr val="000000"/>
                </a:solidFill>
                <a:effectLst/>
                <a:latin typeface="Arial"/>
                <a:cs typeface="Arial"/>
                <a:sym typeface="Arial"/>
              </a:rPr>
              <a:t>第一步就是找出所有</a:t>
            </a:r>
            <a:r>
              <a:rPr lang="en-US" altLang="zh-TW" sz="1100" b="0" i="0" u="none" strike="noStrike" cap="none" dirty="0">
                <a:solidFill>
                  <a:srgbClr val="000000"/>
                </a:solidFill>
                <a:effectLst/>
                <a:latin typeface="Arial"/>
                <a:cs typeface="Arial"/>
                <a:sym typeface="Arial"/>
              </a:rPr>
              <a:t>HLB</a:t>
            </a:r>
            <a:r>
              <a:rPr lang="zh-TW" altLang="en-US" sz="1100" b="0" i="0" u="none" strike="noStrike" cap="none" dirty="0">
                <a:solidFill>
                  <a:srgbClr val="000000"/>
                </a:solidFill>
                <a:effectLst/>
                <a:latin typeface="Arial"/>
                <a:cs typeface="Arial"/>
                <a:sym typeface="Arial"/>
              </a:rPr>
              <a:t>的</a:t>
            </a:r>
            <a:r>
              <a:rPr lang="en-US" altLang="zh-TW" sz="1100" b="0" i="0" u="none" strike="noStrike" cap="none" dirty="0">
                <a:solidFill>
                  <a:srgbClr val="000000"/>
                </a:solidFill>
                <a:effectLst/>
                <a:latin typeface="Arial"/>
                <a:cs typeface="Arial"/>
                <a:sym typeface="Arial"/>
              </a:rPr>
              <a:t>beam</a:t>
            </a:r>
            <a:r>
              <a:rPr lang="zh-TW" altLang="en-US" sz="1100" b="0" i="0" u="none" strike="noStrike" cap="none" dirty="0">
                <a:solidFill>
                  <a:srgbClr val="000000"/>
                </a:solidFill>
                <a:effectLst/>
                <a:latin typeface="Arial"/>
                <a:cs typeface="Arial"/>
                <a:sym typeface="Arial"/>
              </a:rPr>
              <a:t>，然後在這個</a:t>
            </a:r>
            <a:r>
              <a:rPr lang="en-US" altLang="zh-TW" sz="1100" b="0" i="0" u="none" strike="noStrike" cap="none" dirty="0">
                <a:solidFill>
                  <a:srgbClr val="000000"/>
                </a:solidFill>
                <a:effectLst/>
                <a:latin typeface="Arial"/>
                <a:cs typeface="Arial"/>
                <a:sym typeface="Arial"/>
              </a:rPr>
              <a:t>beam </a:t>
            </a:r>
            <a:r>
              <a:rPr lang="zh-TW" altLang="en-US" sz="1100" b="0" i="0" u="none" strike="noStrike" cap="none" dirty="0">
                <a:solidFill>
                  <a:srgbClr val="000000"/>
                </a:solidFill>
                <a:effectLst/>
                <a:latin typeface="Arial"/>
                <a:cs typeface="Arial"/>
                <a:sym typeface="Arial"/>
              </a:rPr>
              <a:t>的</a:t>
            </a:r>
            <a:r>
              <a:rPr lang="en-US" altLang="zh-TW" sz="1100" b="0" i="0" u="none" strike="noStrike" cap="none" dirty="0">
                <a:solidFill>
                  <a:srgbClr val="000000"/>
                </a:solidFill>
                <a:effectLst/>
                <a:latin typeface="Arial"/>
                <a:cs typeface="Arial"/>
                <a:sym typeface="Arial"/>
              </a:rPr>
              <a:t>neighbor beam</a:t>
            </a:r>
            <a:r>
              <a:rPr lang="zh-TW" altLang="en-US" sz="1100" b="0" i="0" u="none" strike="noStrike" cap="none" dirty="0">
                <a:solidFill>
                  <a:srgbClr val="000000"/>
                </a:solidFill>
                <a:effectLst/>
                <a:latin typeface="Arial"/>
                <a:cs typeface="Arial"/>
                <a:sym typeface="Arial"/>
              </a:rPr>
              <a:t>找出</a:t>
            </a:r>
            <a:r>
              <a:rPr lang="en-US" altLang="zh-TW" sz="1100" b="0" i="0" u="none" strike="noStrike" cap="none" dirty="0">
                <a:solidFill>
                  <a:srgbClr val="000000"/>
                </a:solidFill>
                <a:effectLst/>
                <a:latin typeface="Arial"/>
                <a:cs typeface="Arial"/>
                <a:sym typeface="Arial"/>
              </a:rPr>
              <a:t>LLB</a:t>
            </a:r>
            <a:r>
              <a:rPr lang="zh-TW" altLang="en-US" sz="1100" b="0" i="0" u="none" strike="noStrike" cap="none" dirty="0">
                <a:solidFill>
                  <a:srgbClr val="000000"/>
                </a:solidFill>
                <a:effectLst/>
                <a:latin typeface="Arial"/>
                <a:cs typeface="Arial"/>
                <a:sym typeface="Arial"/>
              </a:rPr>
              <a:t>，然後優先由</a:t>
            </a:r>
            <a:r>
              <a:rPr lang="en-US" altLang="zh-TW" sz="1100" b="0" i="0" u="none" strike="noStrike" cap="none" dirty="0">
                <a:solidFill>
                  <a:srgbClr val="000000"/>
                </a:solidFill>
                <a:effectLst/>
                <a:latin typeface="Arial"/>
                <a:cs typeface="Arial"/>
                <a:sym typeface="Arial"/>
              </a:rPr>
              <a:t>PLR</a:t>
            </a:r>
            <a:r>
              <a:rPr lang="zh-TW" altLang="en-US" sz="1100" b="0" i="0" u="none" strike="noStrike" cap="none" dirty="0">
                <a:solidFill>
                  <a:srgbClr val="000000"/>
                </a:solidFill>
                <a:effectLst/>
                <a:latin typeface="Arial"/>
                <a:cs typeface="Arial"/>
                <a:sym typeface="Arial"/>
              </a:rPr>
              <a:t>值高的</a:t>
            </a:r>
            <a:r>
              <a:rPr lang="en-US" altLang="zh-TW" sz="1100" b="0" i="0" u="none" strike="noStrike" cap="none" dirty="0">
                <a:solidFill>
                  <a:srgbClr val="000000"/>
                </a:solidFill>
                <a:effectLst/>
                <a:latin typeface="Arial"/>
                <a:cs typeface="Arial"/>
                <a:sym typeface="Arial"/>
              </a:rPr>
              <a:t>beam</a:t>
            </a:r>
            <a:r>
              <a:rPr lang="zh-TW" altLang="en-US" sz="1100" b="0" i="0" u="none" strike="noStrike" cap="none" dirty="0">
                <a:solidFill>
                  <a:srgbClr val="000000"/>
                </a:solidFill>
                <a:effectLst/>
                <a:latin typeface="Arial"/>
                <a:cs typeface="Arial"/>
                <a:sym typeface="Arial"/>
              </a:rPr>
              <a:t>開始</a:t>
            </a:r>
            <a:r>
              <a:rPr lang="en-US" altLang="zh-TW" sz="1100" b="0" i="0" u="none" strike="noStrike" cap="none" dirty="0">
                <a:solidFill>
                  <a:srgbClr val="000000"/>
                </a:solidFill>
                <a:effectLst/>
                <a:latin typeface="Arial"/>
                <a:cs typeface="Arial"/>
                <a:sym typeface="Arial"/>
              </a:rPr>
              <a:t>offload</a:t>
            </a:r>
            <a:r>
              <a:rPr lang="zh-TW" altLang="en-US" sz="1100" b="0" i="0" u="none" strike="noStrike" cap="none" dirty="0">
                <a:solidFill>
                  <a:srgbClr val="000000"/>
                </a:solidFill>
                <a:effectLst/>
                <a:latin typeface="Arial"/>
                <a:cs typeface="Arial"/>
                <a:sym typeface="Arial"/>
              </a:rPr>
              <a:t>，</a:t>
            </a:r>
            <a:endParaRPr lang="en-US" altLang="zh-TW"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endParaRPr lang="en-US" altLang="zh-TW" sz="1100" b="0" i="0" u="none" strike="noStrike" cap="none" dirty="0">
              <a:solidFill>
                <a:srgbClr val="000000"/>
              </a:solidFill>
              <a:effectLst/>
              <a:latin typeface="Arial"/>
              <a:cs typeface="Arial"/>
              <a:sym typeface="Arial"/>
            </a:endParaRPr>
          </a:p>
        </p:txBody>
      </p:sp>
    </p:spTree>
    <p:extLst>
      <p:ext uri="{BB962C8B-B14F-4D97-AF65-F5344CB8AC3E}">
        <p14:creationId xmlns:p14="http://schemas.microsoft.com/office/powerpoint/2010/main" val="10677984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cs typeface="Arial"/>
                <a:sym typeface="Arial"/>
              </a:rPr>
              <a:t>在第一步之後 系統中可能還有很多</a:t>
            </a:r>
            <a:r>
              <a:rPr lang="en-US" altLang="zh-TW" sz="1100" b="0" i="0" u="none" strike="noStrike" cap="none" dirty="0">
                <a:solidFill>
                  <a:srgbClr val="000000"/>
                </a:solidFill>
                <a:effectLst/>
                <a:latin typeface="Arial"/>
                <a:cs typeface="Arial"/>
                <a:sym typeface="Arial"/>
              </a:rPr>
              <a:t>HLB</a:t>
            </a:r>
            <a:r>
              <a:rPr lang="zh-TW" altLang="en-US" sz="1100" b="0" i="0" u="none" strike="noStrike" cap="none" dirty="0">
                <a:solidFill>
                  <a:srgbClr val="000000"/>
                </a:solidFill>
                <a:effectLst/>
                <a:latin typeface="Arial"/>
                <a:cs typeface="Arial"/>
                <a:sym typeface="Arial"/>
              </a:rPr>
              <a:t>，並且還是有一些</a:t>
            </a:r>
            <a:r>
              <a:rPr lang="en-US" altLang="zh-TW" sz="1100" b="0" i="0" u="none" strike="noStrike" cap="none" dirty="0">
                <a:solidFill>
                  <a:srgbClr val="000000"/>
                </a:solidFill>
                <a:effectLst/>
                <a:latin typeface="Arial"/>
                <a:cs typeface="Arial"/>
                <a:sym typeface="Arial"/>
              </a:rPr>
              <a:t>LLB</a:t>
            </a:r>
            <a:r>
              <a:rPr lang="zh-TW" altLang="en-US" sz="1100" b="0" i="0" u="none" strike="noStrike" cap="none" dirty="0">
                <a:solidFill>
                  <a:srgbClr val="000000"/>
                </a:solidFill>
                <a:effectLst/>
                <a:latin typeface="Arial"/>
                <a:cs typeface="Arial"/>
                <a:sym typeface="Arial"/>
              </a:rPr>
              <a:t>的資源每有得到有效利用，但由於空間關西，不能直接用第一種方法</a:t>
            </a:r>
            <a:r>
              <a:rPr lang="en-US" altLang="zh-TW" sz="1100" b="0" i="0" u="none" strike="noStrike" cap="none" dirty="0">
                <a:solidFill>
                  <a:srgbClr val="000000"/>
                </a:solidFill>
                <a:effectLst/>
                <a:latin typeface="Arial"/>
                <a:cs typeface="Arial"/>
                <a:sym typeface="Arial"/>
              </a:rPr>
              <a:t>offload</a:t>
            </a:r>
            <a:r>
              <a:rPr lang="zh-TW" altLang="en-US" sz="1100" b="0" i="0" u="none" strike="noStrike" cap="none" dirty="0">
                <a:solidFill>
                  <a:srgbClr val="000000"/>
                </a:solidFill>
                <a:effectLst/>
                <a:latin typeface="Arial"/>
                <a:cs typeface="Arial"/>
                <a:sym typeface="Arial"/>
              </a:rPr>
              <a:t>到鄰近的</a:t>
            </a:r>
            <a:r>
              <a:rPr lang="en-US" altLang="zh-TW" sz="1100" b="0" i="0" u="none" strike="noStrike" cap="none" dirty="0">
                <a:solidFill>
                  <a:srgbClr val="000000"/>
                </a:solidFill>
                <a:effectLst/>
                <a:latin typeface="Arial"/>
                <a:cs typeface="Arial"/>
                <a:sym typeface="Arial"/>
              </a:rPr>
              <a:t>beam</a:t>
            </a:r>
            <a:r>
              <a:rPr lang="zh-TW" altLang="en-US" sz="1100" b="0" i="0" u="none" strike="noStrike" cap="none" dirty="0">
                <a:solidFill>
                  <a:srgbClr val="000000"/>
                </a:solidFill>
                <a:effectLst/>
                <a:latin typeface="Arial"/>
                <a:cs typeface="Arial"/>
                <a:sym typeface="Arial"/>
              </a:rPr>
              <a:t>，因此第二步使用</a:t>
            </a:r>
            <a:r>
              <a:rPr lang="en-US" altLang="zh-TW" sz="1100" b="0" i="0" u="none" strike="noStrike" cap="none" dirty="0">
                <a:solidFill>
                  <a:srgbClr val="000000"/>
                </a:solidFill>
                <a:effectLst/>
                <a:latin typeface="Arial"/>
                <a:cs typeface="Arial"/>
                <a:sym typeface="Arial"/>
              </a:rPr>
              <a:t>beam hopping</a:t>
            </a:r>
            <a:r>
              <a:rPr lang="zh-TW" altLang="en-US" sz="1100" b="0" i="0" u="none" strike="noStrike" cap="none" dirty="0">
                <a:solidFill>
                  <a:srgbClr val="000000"/>
                </a:solidFill>
                <a:effectLst/>
                <a:latin typeface="Arial"/>
                <a:cs typeface="Arial"/>
                <a:sym typeface="Arial"/>
              </a:rPr>
              <a:t>來讓</a:t>
            </a:r>
            <a:r>
              <a:rPr lang="en-US" altLang="zh-TW" sz="1100" b="0" i="0" u="none" strike="noStrike" cap="none" dirty="0">
                <a:solidFill>
                  <a:srgbClr val="000000"/>
                </a:solidFill>
                <a:effectLst/>
                <a:latin typeface="Arial"/>
                <a:cs typeface="Arial"/>
                <a:sym typeface="Arial"/>
              </a:rPr>
              <a:t>LLB</a:t>
            </a:r>
            <a:r>
              <a:rPr lang="zh-TW" altLang="en-US" sz="1100" b="0" i="0" u="none" strike="noStrike" cap="none" dirty="0">
                <a:solidFill>
                  <a:srgbClr val="000000"/>
                </a:solidFill>
                <a:effectLst/>
                <a:latin typeface="Arial"/>
                <a:cs typeface="Arial"/>
                <a:sym typeface="Arial"/>
              </a:rPr>
              <a:t>打在</a:t>
            </a:r>
            <a:r>
              <a:rPr lang="en-US" altLang="zh-TW" sz="1100" b="0" i="0" u="none" strike="noStrike" cap="none" dirty="0">
                <a:solidFill>
                  <a:srgbClr val="000000"/>
                </a:solidFill>
                <a:effectLst/>
                <a:latin typeface="Arial"/>
                <a:cs typeface="Arial"/>
                <a:sym typeface="Arial"/>
              </a:rPr>
              <a:t>HLB</a:t>
            </a:r>
            <a:r>
              <a:rPr lang="zh-TW" altLang="en-US" sz="1100" b="0" i="0" u="none" strike="noStrike" cap="none" dirty="0">
                <a:solidFill>
                  <a:srgbClr val="000000"/>
                </a:solidFill>
                <a:effectLst/>
                <a:latin typeface="Arial"/>
                <a:cs typeface="Arial"/>
                <a:sym typeface="Arial"/>
              </a:rPr>
              <a:t>的服務區域，然後</a:t>
            </a:r>
            <a:r>
              <a:rPr lang="zh-TW" altLang="en-US" sz="1100" b="0" i="0" u="none" strike="noStrike" cap="none" dirty="0" smtClean="0">
                <a:solidFill>
                  <a:srgbClr val="000000"/>
                </a:solidFill>
                <a:effectLst/>
                <a:latin typeface="Arial"/>
                <a:cs typeface="Arial"/>
                <a:sym typeface="Arial"/>
              </a:rPr>
              <a:t>再重新</a:t>
            </a:r>
            <a:r>
              <a:rPr lang="zh-TW" altLang="en-US" sz="1100" b="0" i="0" u="none" strike="noStrike" cap="none" dirty="0">
                <a:solidFill>
                  <a:srgbClr val="000000"/>
                </a:solidFill>
                <a:effectLst/>
                <a:latin typeface="Arial"/>
                <a:cs typeface="Arial"/>
                <a:sym typeface="Arial"/>
              </a:rPr>
              <a:t>分配資源，在這篇</a:t>
            </a:r>
            <a:r>
              <a:rPr lang="en-US" altLang="zh-TW" sz="1100" b="0" i="0" u="none" strike="noStrike" cap="none" dirty="0">
                <a:solidFill>
                  <a:srgbClr val="000000"/>
                </a:solidFill>
                <a:effectLst/>
                <a:latin typeface="Arial"/>
                <a:cs typeface="Arial"/>
                <a:sym typeface="Arial"/>
              </a:rPr>
              <a:t>paper</a:t>
            </a:r>
            <a:r>
              <a:rPr lang="zh-TW" altLang="en-US" sz="1100" b="0" i="0" u="none" strike="noStrike" cap="none" dirty="0">
                <a:solidFill>
                  <a:srgbClr val="000000"/>
                </a:solidFill>
                <a:effectLst/>
                <a:latin typeface="Arial"/>
                <a:cs typeface="Arial"/>
                <a:sym typeface="Arial"/>
              </a:rPr>
              <a:t>中他使用了</a:t>
            </a:r>
            <a:r>
              <a:rPr lang="en-US" altLang="zh-TW" sz="1100" b="0" i="0" u="none" strike="noStrike" cap="none" dirty="0">
                <a:solidFill>
                  <a:srgbClr val="000000"/>
                </a:solidFill>
                <a:effectLst/>
                <a:latin typeface="Arial"/>
                <a:cs typeface="Arial"/>
                <a:sym typeface="Arial"/>
              </a:rPr>
              <a:t>7</a:t>
            </a:r>
            <a:r>
              <a:rPr lang="zh-TW" altLang="en-US" sz="1100" b="0" i="0" u="none" strike="noStrike" cap="none" dirty="0">
                <a:solidFill>
                  <a:srgbClr val="000000"/>
                </a:solidFill>
                <a:effectLst/>
                <a:latin typeface="Arial"/>
                <a:cs typeface="Arial"/>
                <a:sym typeface="Arial"/>
              </a:rPr>
              <a:t>個頻段，因此要支援</a:t>
            </a:r>
            <a:r>
              <a:rPr lang="en-US" altLang="zh-TW" sz="1100" b="0" i="0" u="none" strike="noStrike" cap="none" dirty="0">
                <a:solidFill>
                  <a:srgbClr val="000000"/>
                </a:solidFill>
                <a:effectLst/>
                <a:latin typeface="Arial"/>
                <a:cs typeface="Arial"/>
                <a:sym typeface="Arial"/>
              </a:rPr>
              <a:t>HLB</a:t>
            </a:r>
            <a:r>
              <a:rPr lang="zh-TW" altLang="en-US" sz="1100" b="0" i="0" u="none" strike="noStrike" cap="none" dirty="0">
                <a:solidFill>
                  <a:srgbClr val="000000"/>
                </a:solidFill>
                <a:effectLst/>
                <a:latin typeface="Arial"/>
                <a:cs typeface="Arial"/>
                <a:sym typeface="Arial"/>
              </a:rPr>
              <a:t>的</a:t>
            </a:r>
            <a:r>
              <a:rPr lang="en-US" altLang="zh-TW" sz="1100" b="0" i="0" u="none" strike="noStrike" cap="none" dirty="0">
                <a:solidFill>
                  <a:srgbClr val="000000"/>
                </a:solidFill>
                <a:effectLst/>
                <a:latin typeface="Arial"/>
                <a:cs typeface="Arial"/>
                <a:sym typeface="Arial"/>
              </a:rPr>
              <a:t>LLB</a:t>
            </a:r>
            <a:r>
              <a:rPr lang="zh-TW" altLang="en-US" sz="1100" b="0" i="0" u="none" strike="noStrike" cap="none" dirty="0">
                <a:solidFill>
                  <a:srgbClr val="000000"/>
                </a:solidFill>
                <a:effectLst/>
                <a:latin typeface="Arial"/>
                <a:cs typeface="Arial"/>
                <a:sym typeface="Arial"/>
              </a:rPr>
              <a:t>不能與</a:t>
            </a:r>
            <a:r>
              <a:rPr lang="en-US" altLang="zh-TW" sz="1100" b="0" i="0" u="none" strike="noStrike" cap="none" dirty="0">
                <a:solidFill>
                  <a:srgbClr val="000000"/>
                </a:solidFill>
                <a:effectLst/>
                <a:latin typeface="Arial"/>
                <a:cs typeface="Arial"/>
                <a:sym typeface="Arial"/>
              </a:rPr>
              <a:t>HLB</a:t>
            </a:r>
            <a:r>
              <a:rPr lang="zh-TW" altLang="en-US" sz="1100" b="0" i="0" u="none" strike="noStrike" cap="none" dirty="0">
                <a:solidFill>
                  <a:srgbClr val="000000"/>
                </a:solidFill>
                <a:effectLst/>
                <a:latin typeface="Arial"/>
                <a:cs typeface="Arial"/>
                <a:sym typeface="Arial"/>
              </a:rPr>
              <a:t>同一個頻段，不然會產生同頻干擾，</a:t>
            </a:r>
            <a:endParaRPr lang="en-US" altLang="zh-TW"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zh-TW" altLang="en-US" sz="1100" b="0" i="0" u="none" strike="noStrike" cap="none" dirty="0">
                <a:solidFill>
                  <a:srgbClr val="000000"/>
                </a:solidFill>
                <a:effectLst/>
                <a:latin typeface="Arial"/>
                <a:cs typeface="Arial"/>
                <a:sym typeface="Arial"/>
              </a:rPr>
              <a:t>我們可以將</a:t>
            </a:r>
            <a:r>
              <a:rPr lang="en-US" altLang="zh-TW" sz="1100" b="0" i="0" u="none" strike="noStrike" cap="none" dirty="0">
                <a:solidFill>
                  <a:srgbClr val="000000"/>
                </a:solidFill>
                <a:effectLst/>
                <a:latin typeface="Arial"/>
                <a:cs typeface="Arial"/>
                <a:sym typeface="Arial"/>
              </a:rPr>
              <a:t>HLB</a:t>
            </a:r>
            <a:r>
              <a:rPr lang="zh-TW" altLang="en-US" sz="1100" b="0" i="0" u="none" strike="noStrike" cap="none" dirty="0">
                <a:solidFill>
                  <a:srgbClr val="000000"/>
                </a:solidFill>
                <a:effectLst/>
                <a:latin typeface="Arial"/>
                <a:cs typeface="Arial"/>
                <a:sym typeface="Arial"/>
              </a:rPr>
              <a:t>跟</a:t>
            </a:r>
            <a:r>
              <a:rPr lang="en-US" altLang="zh-TW" sz="1100" b="0" i="0" u="none" strike="noStrike" cap="none" dirty="0">
                <a:solidFill>
                  <a:srgbClr val="000000"/>
                </a:solidFill>
                <a:effectLst/>
                <a:latin typeface="Arial"/>
                <a:cs typeface="Arial"/>
                <a:sym typeface="Arial"/>
              </a:rPr>
              <a:t>LLB</a:t>
            </a:r>
            <a:r>
              <a:rPr lang="zh-TW" altLang="en-US" sz="1100" b="0" i="0" u="none" strike="noStrike" cap="none" dirty="0">
                <a:solidFill>
                  <a:srgbClr val="000000"/>
                </a:solidFill>
                <a:effectLst/>
                <a:latin typeface="Arial"/>
                <a:cs typeface="Arial"/>
                <a:sym typeface="Arial"/>
              </a:rPr>
              <a:t>的關西表示成</a:t>
            </a:r>
            <a:r>
              <a:rPr lang="en-US" altLang="zh-TW" sz="1100" b="0" i="0" u="none" strike="noStrike" cap="none" dirty="0" err="1">
                <a:solidFill>
                  <a:srgbClr val="000000"/>
                </a:solidFill>
                <a:effectLst/>
                <a:latin typeface="Arial"/>
                <a:cs typeface="Arial"/>
                <a:sym typeface="Arial"/>
              </a:rPr>
              <a:t>Gragh</a:t>
            </a:r>
            <a:r>
              <a:rPr lang="en-US" altLang="zh-TW" sz="1100" b="0" i="0" u="none" strike="noStrike" cap="none" dirty="0">
                <a:solidFill>
                  <a:srgbClr val="000000"/>
                </a:solidFill>
                <a:effectLst/>
                <a:latin typeface="Arial"/>
                <a:cs typeface="Arial"/>
                <a:sym typeface="Arial"/>
              </a:rPr>
              <a:t> G </a:t>
            </a:r>
            <a:r>
              <a:rPr lang="zh-TW" altLang="en-US" sz="1100" b="0" i="0" u="none" strike="noStrike" cap="none" dirty="0" smtClean="0">
                <a:solidFill>
                  <a:srgbClr val="000000"/>
                </a:solidFill>
                <a:effectLst/>
                <a:latin typeface="Arial"/>
                <a:cs typeface="Arial"/>
                <a:sym typeface="Arial"/>
              </a:rPr>
              <a:t>。</a:t>
            </a:r>
            <a:r>
              <a:rPr lang="en-US" altLang="zh-TW" sz="1100" b="0" i="0" u="none" strike="noStrike" cap="none" dirty="0" smtClean="0">
                <a:solidFill>
                  <a:srgbClr val="000000"/>
                </a:solidFill>
                <a:effectLst/>
                <a:latin typeface="Arial"/>
                <a:cs typeface="Arial"/>
                <a:sym typeface="Arial"/>
              </a:rPr>
              <a:t>X</a:t>
            </a:r>
            <a:r>
              <a:rPr lang="zh-TW" altLang="en-US" sz="1100" b="0" i="0" u="none" strike="noStrike" cap="none" dirty="0">
                <a:solidFill>
                  <a:srgbClr val="000000"/>
                </a:solidFill>
                <a:effectLst/>
                <a:latin typeface="Arial"/>
                <a:cs typeface="Arial"/>
                <a:sym typeface="Arial"/>
              </a:rPr>
              <a:t>代表</a:t>
            </a:r>
            <a:r>
              <a:rPr lang="en-US" altLang="zh-TW" sz="1100" b="0" i="0" u="none" strike="noStrike" cap="none" dirty="0">
                <a:solidFill>
                  <a:srgbClr val="000000"/>
                </a:solidFill>
                <a:effectLst/>
                <a:latin typeface="Arial"/>
                <a:cs typeface="Arial"/>
                <a:sym typeface="Arial"/>
              </a:rPr>
              <a:t>HLB</a:t>
            </a:r>
            <a:r>
              <a:rPr lang="zh-TW" altLang="en-US" sz="1100" b="0" i="0" u="none" strike="noStrike" cap="none" dirty="0">
                <a:solidFill>
                  <a:srgbClr val="000000"/>
                </a:solidFill>
                <a:effectLst/>
                <a:latin typeface="Arial"/>
                <a:cs typeface="Arial"/>
                <a:sym typeface="Arial"/>
              </a:rPr>
              <a:t>，</a:t>
            </a:r>
            <a:r>
              <a:rPr lang="en-US" altLang="zh-TW" sz="1100" b="0" i="0" u="none" strike="noStrike" cap="none" dirty="0">
                <a:solidFill>
                  <a:srgbClr val="000000"/>
                </a:solidFill>
                <a:effectLst/>
                <a:latin typeface="Arial"/>
                <a:cs typeface="Arial"/>
                <a:sym typeface="Arial"/>
              </a:rPr>
              <a:t>Y</a:t>
            </a:r>
            <a:r>
              <a:rPr lang="zh-TW" altLang="en-US" sz="1100" b="0" i="0" u="none" strike="noStrike" cap="none" dirty="0">
                <a:solidFill>
                  <a:srgbClr val="000000"/>
                </a:solidFill>
                <a:effectLst/>
                <a:latin typeface="Arial"/>
                <a:cs typeface="Arial"/>
                <a:sym typeface="Arial"/>
              </a:rPr>
              <a:t>代表</a:t>
            </a:r>
            <a:r>
              <a:rPr lang="en-US" altLang="zh-TW" sz="1100" b="0" i="0" u="none" strike="noStrike" cap="none" dirty="0">
                <a:solidFill>
                  <a:srgbClr val="000000"/>
                </a:solidFill>
                <a:effectLst/>
                <a:latin typeface="Arial"/>
                <a:cs typeface="Arial"/>
                <a:sym typeface="Arial"/>
              </a:rPr>
              <a:t>LLB</a:t>
            </a:r>
            <a:r>
              <a:rPr lang="zh-TW" altLang="en-US" sz="1100" b="0" i="0" u="none" strike="noStrike" cap="none" dirty="0">
                <a:solidFill>
                  <a:srgbClr val="000000"/>
                </a:solidFill>
                <a:effectLst/>
                <a:latin typeface="Arial"/>
                <a:cs typeface="Arial"/>
                <a:sym typeface="Arial"/>
              </a:rPr>
              <a:t> </a:t>
            </a:r>
            <a:r>
              <a:rPr lang="en-US" altLang="zh-TW" sz="1100" b="0" i="0" u="none" strike="noStrike" cap="none" dirty="0">
                <a:solidFill>
                  <a:srgbClr val="000000"/>
                </a:solidFill>
                <a:effectLst/>
                <a:latin typeface="Arial"/>
                <a:cs typeface="Arial"/>
                <a:sym typeface="Arial"/>
              </a:rPr>
              <a:t>E</a:t>
            </a:r>
            <a:r>
              <a:rPr lang="zh-TW" altLang="en-US" sz="1100" b="0" i="0" u="none" strike="noStrike" cap="none" dirty="0">
                <a:solidFill>
                  <a:srgbClr val="000000"/>
                </a:solidFill>
                <a:effectLst/>
                <a:latin typeface="Arial"/>
                <a:cs typeface="Arial"/>
                <a:sym typeface="Arial"/>
              </a:rPr>
              <a:t>代表他們之間的權重，銓</a:t>
            </a:r>
            <a:r>
              <a:rPr lang="zh-TW" altLang="en-US" sz="1100" b="0" i="0" u="none" strike="noStrike" cap="none" dirty="0" smtClean="0">
                <a:solidFill>
                  <a:srgbClr val="000000"/>
                </a:solidFill>
                <a:effectLst/>
                <a:latin typeface="Arial"/>
                <a:cs typeface="Arial"/>
                <a:sym typeface="Arial"/>
              </a:rPr>
              <a:t>重算法是兩者</a:t>
            </a:r>
            <a:r>
              <a:rPr lang="en-US" altLang="zh-TW" sz="1100" b="0" i="0" u="none" strike="noStrike" cap="none" dirty="0">
                <a:solidFill>
                  <a:srgbClr val="000000"/>
                </a:solidFill>
                <a:effectLst/>
                <a:latin typeface="Arial"/>
                <a:cs typeface="Arial"/>
                <a:sym typeface="Arial"/>
              </a:rPr>
              <a:t>PLR</a:t>
            </a:r>
            <a:r>
              <a:rPr lang="zh-TW" altLang="en-US" sz="1100" b="0" i="0" u="none" strike="noStrike" cap="none" dirty="0">
                <a:solidFill>
                  <a:srgbClr val="000000"/>
                </a:solidFill>
                <a:effectLst/>
                <a:latin typeface="Arial"/>
                <a:cs typeface="Arial"/>
                <a:sym typeface="Arial"/>
              </a:rPr>
              <a:t>的差，</a:t>
            </a:r>
            <a:endParaRPr lang="en-US" altLang="zh-TW"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endParaRPr lang="en-US" altLang="zh-TW" sz="1100" b="0" i="0" u="none" strike="noStrike" cap="none" dirty="0">
              <a:solidFill>
                <a:srgbClr val="000000"/>
              </a:solidFill>
              <a:effectLst/>
              <a:latin typeface="Arial"/>
              <a:cs typeface="Arial"/>
              <a:sym typeface="Arial"/>
            </a:endParaRPr>
          </a:p>
        </p:txBody>
      </p:sp>
    </p:spTree>
    <p:extLst>
      <p:ext uri="{BB962C8B-B14F-4D97-AF65-F5344CB8AC3E}">
        <p14:creationId xmlns:p14="http://schemas.microsoft.com/office/powerpoint/2010/main" val="4130621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zh-TW" altLang="en-US" sz="1100" b="0" i="0" u="none" strike="noStrike" cap="none" dirty="0">
                <a:solidFill>
                  <a:srgbClr val="000000"/>
                </a:solidFill>
                <a:effectLst/>
                <a:latin typeface="Arial"/>
                <a:cs typeface="Arial"/>
                <a:sym typeface="Arial"/>
              </a:rPr>
              <a:t>因此我們可以將</a:t>
            </a:r>
            <a:r>
              <a:rPr lang="en-US" altLang="zh-TW" sz="1100" b="0" i="0" u="none" strike="noStrike" cap="none" dirty="0">
                <a:solidFill>
                  <a:srgbClr val="000000"/>
                </a:solidFill>
                <a:effectLst/>
                <a:latin typeface="Arial"/>
                <a:cs typeface="Arial"/>
                <a:sym typeface="Arial"/>
              </a:rPr>
              <a:t>HLB</a:t>
            </a:r>
            <a:r>
              <a:rPr lang="zh-TW" altLang="en-US" sz="1100" b="0" i="0" u="none" strike="noStrike" cap="none" dirty="0">
                <a:solidFill>
                  <a:srgbClr val="000000"/>
                </a:solidFill>
                <a:effectLst/>
                <a:latin typeface="Arial"/>
                <a:cs typeface="Arial"/>
                <a:sym typeface="Arial"/>
              </a:rPr>
              <a:t>的</a:t>
            </a:r>
            <a:r>
              <a:rPr lang="en-US" altLang="zh-TW" sz="1100" b="0" i="0" u="none" strike="noStrike" cap="none" dirty="0">
                <a:solidFill>
                  <a:srgbClr val="000000"/>
                </a:solidFill>
                <a:effectLst/>
                <a:latin typeface="Arial"/>
                <a:cs typeface="Arial"/>
                <a:sym typeface="Arial"/>
              </a:rPr>
              <a:t>UT</a:t>
            </a:r>
            <a:r>
              <a:rPr lang="zh-TW" altLang="en-US" sz="1100" b="0" i="0" u="none" strike="noStrike" cap="none" dirty="0">
                <a:solidFill>
                  <a:srgbClr val="000000"/>
                </a:solidFill>
                <a:effectLst/>
                <a:latin typeface="Arial"/>
                <a:cs typeface="Arial"/>
                <a:sym typeface="Arial"/>
              </a:rPr>
              <a:t>卸載問題轉換成計算</a:t>
            </a:r>
            <a:r>
              <a:rPr lang="en-US" altLang="zh-TW" sz="1100" b="0" i="0" u="none" strike="noStrike" cap="none" dirty="0">
                <a:solidFill>
                  <a:srgbClr val="000000"/>
                </a:solidFill>
                <a:effectLst/>
                <a:latin typeface="Arial"/>
                <a:cs typeface="Arial"/>
                <a:sym typeface="Arial"/>
              </a:rPr>
              <a:t>2</a:t>
            </a:r>
            <a:r>
              <a:rPr lang="zh-TW" altLang="en-US" sz="1100" b="0" i="0" u="none" strike="noStrike" cap="none" dirty="0">
                <a:solidFill>
                  <a:srgbClr val="000000"/>
                </a:solidFill>
                <a:effectLst/>
                <a:latin typeface="Arial"/>
                <a:cs typeface="Arial"/>
                <a:sym typeface="Arial"/>
              </a:rPr>
              <a:t>分圖的最大加權配對，因此本</a:t>
            </a:r>
            <a:r>
              <a:rPr lang="en-US" altLang="zh-TW" sz="1100" b="0" i="0" u="none" strike="noStrike" cap="none" dirty="0">
                <a:solidFill>
                  <a:srgbClr val="000000"/>
                </a:solidFill>
                <a:effectLst/>
                <a:latin typeface="Arial"/>
                <a:cs typeface="Arial"/>
                <a:sym typeface="Arial"/>
              </a:rPr>
              <a:t>paper</a:t>
            </a:r>
            <a:r>
              <a:rPr lang="zh-TW" altLang="en-US" sz="1100" b="0" i="0" u="none" strike="noStrike" cap="none" dirty="0">
                <a:solidFill>
                  <a:srgbClr val="000000"/>
                </a:solidFill>
                <a:effectLst/>
                <a:latin typeface="Arial"/>
                <a:cs typeface="Arial"/>
                <a:sym typeface="Arial"/>
              </a:rPr>
              <a:t>在這個部分是採用</a:t>
            </a:r>
            <a:r>
              <a:rPr lang="en-US" altLang="zh-TW" sz="1100" b="0" i="0" u="none" strike="noStrike" cap="none" dirty="0">
                <a:solidFill>
                  <a:srgbClr val="000000"/>
                </a:solidFill>
                <a:effectLst/>
                <a:latin typeface="Arial"/>
                <a:cs typeface="Arial"/>
                <a:sym typeface="Arial"/>
              </a:rPr>
              <a:t>KM</a:t>
            </a:r>
            <a:r>
              <a:rPr lang="zh-TW" altLang="en-US" sz="1100" b="0" i="0" u="none" strike="noStrike" cap="none" dirty="0" smtClean="0">
                <a:solidFill>
                  <a:srgbClr val="000000"/>
                </a:solidFill>
                <a:effectLst/>
                <a:latin typeface="Arial"/>
                <a:cs typeface="Arial"/>
                <a:sym typeface="Arial"/>
              </a:rPr>
              <a:t>演算法</a:t>
            </a:r>
            <a:r>
              <a:rPr lang="en-US" altLang="zh-TW" sz="1100" b="0" i="0" u="none" strike="noStrike" cap="none" dirty="0" smtClean="0">
                <a:solidFill>
                  <a:srgbClr val="000000"/>
                </a:solidFill>
                <a:effectLst/>
                <a:latin typeface="Arial"/>
                <a:cs typeface="Arial"/>
                <a:sym typeface="Arial"/>
              </a:rPr>
              <a:t>(</a:t>
            </a:r>
            <a:r>
              <a:rPr lang="zh-TW" altLang="en-US" sz="1100" b="0" i="0" u="none" strike="noStrike" cap="none" dirty="0" smtClean="0">
                <a:solidFill>
                  <a:srgbClr val="000000"/>
                </a:solidFill>
                <a:effectLst/>
                <a:latin typeface="Arial"/>
                <a:cs typeface="Arial"/>
                <a:sym typeface="Arial"/>
              </a:rPr>
              <a:t>也就是匈牙利演算法</a:t>
            </a:r>
            <a:r>
              <a:rPr lang="en-US" altLang="zh-TW" sz="1100" b="0" i="0" u="none" strike="noStrike" cap="none" dirty="0" smtClean="0">
                <a:solidFill>
                  <a:srgbClr val="000000"/>
                </a:solidFill>
                <a:effectLst/>
                <a:latin typeface="Arial"/>
                <a:cs typeface="Arial"/>
                <a:sym typeface="Arial"/>
              </a:rPr>
              <a:t>)</a:t>
            </a:r>
            <a:r>
              <a:rPr lang="zh-TW" altLang="en-US" sz="1100" b="0" i="0" u="none" strike="noStrike" cap="none" dirty="0" smtClean="0">
                <a:solidFill>
                  <a:srgbClr val="000000"/>
                </a:solidFill>
                <a:effectLst/>
                <a:latin typeface="Arial"/>
                <a:cs typeface="Arial"/>
                <a:sym typeface="Arial"/>
              </a:rPr>
              <a:t>來</a:t>
            </a:r>
            <a:r>
              <a:rPr lang="zh-TW" altLang="en-US" sz="1100" b="0" i="0" u="none" strike="noStrike" cap="none" dirty="0">
                <a:solidFill>
                  <a:srgbClr val="000000"/>
                </a:solidFill>
                <a:effectLst/>
                <a:latin typeface="Arial"/>
                <a:cs typeface="Arial"/>
                <a:sym typeface="Arial"/>
              </a:rPr>
              <a:t>為</a:t>
            </a:r>
            <a:r>
              <a:rPr lang="en-US" altLang="zh-TW" sz="1100" b="0" i="0" u="none" strike="noStrike" cap="none" dirty="0">
                <a:solidFill>
                  <a:srgbClr val="000000"/>
                </a:solidFill>
                <a:effectLst/>
                <a:latin typeface="Arial"/>
                <a:cs typeface="Arial"/>
                <a:sym typeface="Arial"/>
              </a:rPr>
              <a:t>HLB</a:t>
            </a:r>
            <a:r>
              <a:rPr lang="zh-TW" altLang="en-US" sz="1100" b="0" i="0" u="none" strike="noStrike" cap="none" dirty="0">
                <a:solidFill>
                  <a:srgbClr val="000000"/>
                </a:solidFill>
                <a:effectLst/>
                <a:latin typeface="Arial"/>
                <a:cs typeface="Arial"/>
                <a:sym typeface="Arial"/>
              </a:rPr>
              <a:t>尋找合適的</a:t>
            </a:r>
            <a:r>
              <a:rPr lang="en-US" altLang="zh-TW" sz="1100" b="0" i="0" u="none" strike="noStrike" cap="none" dirty="0">
                <a:solidFill>
                  <a:srgbClr val="000000"/>
                </a:solidFill>
                <a:effectLst/>
                <a:latin typeface="Arial"/>
                <a:cs typeface="Arial"/>
                <a:sym typeface="Arial"/>
              </a:rPr>
              <a:t>LLB</a:t>
            </a:r>
            <a:r>
              <a:rPr lang="zh-TW" altLang="en-US" sz="1100" b="0" i="0" u="none" strike="noStrike" cap="none" dirty="0">
                <a:solidFill>
                  <a:srgbClr val="000000"/>
                </a:solidFill>
                <a:effectLst/>
                <a:latin typeface="Arial"/>
                <a:cs typeface="Arial"/>
                <a:sym typeface="Arial"/>
              </a:rPr>
              <a:t>來減輕流量，</a:t>
            </a:r>
            <a:endParaRPr lang="en-US" altLang="zh-TW" sz="1100" b="0" i="0" u="none" strike="noStrike" cap="none" dirty="0">
              <a:solidFill>
                <a:srgbClr val="000000"/>
              </a:solidFill>
              <a:effectLst/>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zh-TW" altLang="en-US" sz="1100" b="0" i="0" u="none" strike="noStrike" cap="none" dirty="0">
                <a:solidFill>
                  <a:srgbClr val="000000"/>
                </a:solidFill>
                <a:effectLst/>
                <a:latin typeface="Arial"/>
                <a:cs typeface="Arial"/>
                <a:sym typeface="Arial"/>
              </a:rPr>
              <a:t>因此整個的演算法的</a:t>
            </a:r>
            <a:r>
              <a:rPr lang="en-US" altLang="zh-TW" sz="1100" b="0" i="0" u="none" strike="noStrike" cap="none" dirty="0">
                <a:solidFill>
                  <a:srgbClr val="000000"/>
                </a:solidFill>
                <a:effectLst/>
                <a:latin typeface="Arial"/>
                <a:cs typeface="Arial"/>
                <a:sym typeface="Arial"/>
              </a:rPr>
              <a:t>pseudo code</a:t>
            </a:r>
            <a:r>
              <a:rPr lang="zh-TW" altLang="en-US" sz="1100" b="0" i="0" u="none" strike="noStrike" cap="none" dirty="0">
                <a:solidFill>
                  <a:srgbClr val="000000"/>
                </a:solidFill>
                <a:effectLst/>
                <a:latin typeface="Arial"/>
                <a:cs typeface="Arial"/>
                <a:sym typeface="Arial"/>
              </a:rPr>
              <a:t>是長這樣，</a:t>
            </a:r>
            <a:endParaRPr lang="en-US" altLang="zh-TW" sz="1100" b="0" i="0" u="none" strike="noStrike" cap="none" dirty="0">
              <a:solidFill>
                <a:srgbClr val="000000"/>
              </a:solidFill>
              <a:effectLst/>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zh-TW" altLang="en-US" sz="1100" b="0" i="0" u="none" strike="noStrike" cap="none" dirty="0">
                <a:solidFill>
                  <a:srgbClr val="000000"/>
                </a:solidFill>
                <a:effectLst/>
                <a:latin typeface="Arial"/>
                <a:cs typeface="Arial"/>
                <a:sym typeface="Arial"/>
              </a:rPr>
              <a:t>第一步就是算出每個</a:t>
            </a:r>
            <a:r>
              <a:rPr lang="en-US" altLang="zh-TW" sz="1100" b="0" i="0" u="none" strike="noStrike" cap="none" dirty="0">
                <a:solidFill>
                  <a:srgbClr val="000000"/>
                </a:solidFill>
                <a:effectLst/>
                <a:latin typeface="Arial"/>
                <a:cs typeface="Arial"/>
                <a:sym typeface="Arial"/>
              </a:rPr>
              <a:t>beam</a:t>
            </a:r>
            <a:r>
              <a:rPr lang="zh-TW" altLang="en-US" sz="1100" b="0" i="0" u="none" strike="noStrike" cap="none" dirty="0">
                <a:solidFill>
                  <a:srgbClr val="000000"/>
                </a:solidFill>
                <a:effectLst/>
                <a:latin typeface="Arial"/>
                <a:cs typeface="Arial"/>
                <a:sym typeface="Arial"/>
              </a:rPr>
              <a:t>的</a:t>
            </a:r>
            <a:r>
              <a:rPr lang="en-US" altLang="zh-TW" sz="1100" b="0" i="0" u="none" strike="noStrike" cap="none" dirty="0" err="1">
                <a:solidFill>
                  <a:srgbClr val="000000"/>
                </a:solidFill>
                <a:effectLst/>
                <a:latin typeface="Arial"/>
                <a:cs typeface="Arial"/>
                <a:sym typeface="Arial"/>
              </a:rPr>
              <a:t>plr</a:t>
            </a:r>
            <a:r>
              <a:rPr lang="zh-TW" altLang="en-US" sz="1100" b="0" i="0" u="none" strike="noStrike" cap="none" dirty="0">
                <a:solidFill>
                  <a:srgbClr val="000000"/>
                </a:solidFill>
                <a:effectLst/>
                <a:latin typeface="Arial"/>
                <a:cs typeface="Arial"/>
                <a:sym typeface="Arial"/>
              </a:rPr>
              <a:t>找出所有</a:t>
            </a:r>
            <a:r>
              <a:rPr lang="en-US" altLang="zh-TW" sz="1100" b="0" i="0" u="none" strike="noStrike" cap="none" dirty="0">
                <a:solidFill>
                  <a:srgbClr val="000000"/>
                </a:solidFill>
                <a:effectLst/>
                <a:latin typeface="Arial"/>
                <a:cs typeface="Arial"/>
                <a:sym typeface="Arial"/>
              </a:rPr>
              <a:t>HLB</a:t>
            </a:r>
            <a:r>
              <a:rPr lang="zh-TW" altLang="en-US" sz="1100" b="0" i="0" u="none" strike="noStrike" cap="none" dirty="0">
                <a:solidFill>
                  <a:srgbClr val="000000"/>
                </a:solidFill>
                <a:effectLst/>
                <a:latin typeface="Arial"/>
                <a:cs typeface="Arial"/>
                <a:sym typeface="Arial"/>
              </a:rPr>
              <a:t>的</a:t>
            </a:r>
            <a:r>
              <a:rPr lang="en-US" altLang="zh-TW" sz="1100" b="0" i="0" u="none" strike="noStrike" cap="none" dirty="0">
                <a:solidFill>
                  <a:srgbClr val="000000"/>
                </a:solidFill>
                <a:effectLst/>
                <a:latin typeface="Arial"/>
                <a:cs typeface="Arial"/>
                <a:sym typeface="Arial"/>
              </a:rPr>
              <a:t>beam</a:t>
            </a:r>
            <a:r>
              <a:rPr lang="zh-TW" altLang="en-US" sz="1100" b="0" i="0" u="none" strike="noStrike" cap="none" dirty="0">
                <a:solidFill>
                  <a:srgbClr val="000000"/>
                </a:solidFill>
                <a:effectLst/>
                <a:latin typeface="Arial"/>
                <a:cs typeface="Arial"/>
                <a:sym typeface="Arial"/>
              </a:rPr>
              <a:t>，然後在這個</a:t>
            </a:r>
            <a:r>
              <a:rPr lang="en-US" altLang="zh-TW" sz="1100" b="0" i="0" u="none" strike="noStrike" cap="none" dirty="0">
                <a:solidFill>
                  <a:srgbClr val="000000"/>
                </a:solidFill>
                <a:effectLst/>
                <a:latin typeface="Arial"/>
                <a:cs typeface="Arial"/>
                <a:sym typeface="Arial"/>
              </a:rPr>
              <a:t>beam </a:t>
            </a:r>
            <a:r>
              <a:rPr lang="zh-TW" altLang="en-US" sz="1100" b="0" i="0" u="none" strike="noStrike" cap="none" dirty="0">
                <a:solidFill>
                  <a:srgbClr val="000000"/>
                </a:solidFill>
                <a:effectLst/>
                <a:latin typeface="Arial"/>
                <a:cs typeface="Arial"/>
                <a:sym typeface="Arial"/>
              </a:rPr>
              <a:t>的</a:t>
            </a:r>
            <a:r>
              <a:rPr lang="en-US" altLang="zh-TW" sz="1100" b="0" i="0" u="none" strike="noStrike" cap="none" dirty="0">
                <a:solidFill>
                  <a:srgbClr val="000000"/>
                </a:solidFill>
                <a:effectLst/>
                <a:latin typeface="Arial"/>
                <a:cs typeface="Arial"/>
                <a:sym typeface="Arial"/>
              </a:rPr>
              <a:t>neighbor beam</a:t>
            </a:r>
            <a:r>
              <a:rPr lang="zh-TW" altLang="en-US" sz="1100" b="0" i="0" u="none" strike="noStrike" cap="none" dirty="0">
                <a:solidFill>
                  <a:srgbClr val="000000"/>
                </a:solidFill>
                <a:effectLst/>
                <a:latin typeface="Arial"/>
                <a:cs typeface="Arial"/>
                <a:sym typeface="Arial"/>
              </a:rPr>
              <a:t>找出</a:t>
            </a:r>
            <a:r>
              <a:rPr lang="en-US" altLang="zh-TW" sz="1100" b="0" i="0" u="none" strike="noStrike" cap="none" dirty="0">
                <a:solidFill>
                  <a:srgbClr val="000000"/>
                </a:solidFill>
                <a:effectLst/>
                <a:latin typeface="Arial"/>
                <a:cs typeface="Arial"/>
                <a:sym typeface="Arial"/>
              </a:rPr>
              <a:t>LLB</a:t>
            </a:r>
            <a:r>
              <a:rPr lang="zh-TW" altLang="en-US" sz="1100" b="0" i="0" u="none" strike="noStrike" cap="none" dirty="0">
                <a:solidFill>
                  <a:srgbClr val="000000"/>
                </a:solidFill>
                <a:effectLst/>
                <a:latin typeface="Arial"/>
                <a:cs typeface="Arial"/>
                <a:sym typeface="Arial"/>
              </a:rPr>
              <a:t>，然後優先由</a:t>
            </a:r>
            <a:r>
              <a:rPr lang="en-US" altLang="zh-TW" sz="1100" b="0" i="0" u="none" strike="noStrike" cap="none" dirty="0">
                <a:solidFill>
                  <a:srgbClr val="000000"/>
                </a:solidFill>
                <a:effectLst/>
                <a:latin typeface="Arial"/>
                <a:cs typeface="Arial"/>
                <a:sym typeface="Arial"/>
              </a:rPr>
              <a:t>PLR</a:t>
            </a:r>
            <a:r>
              <a:rPr lang="zh-TW" altLang="en-US" sz="1100" b="0" i="0" u="none" strike="noStrike" cap="none" dirty="0">
                <a:solidFill>
                  <a:srgbClr val="000000"/>
                </a:solidFill>
                <a:effectLst/>
                <a:latin typeface="Arial"/>
                <a:cs typeface="Arial"/>
                <a:sym typeface="Arial"/>
              </a:rPr>
              <a:t>值高的</a:t>
            </a:r>
            <a:r>
              <a:rPr lang="en-US" altLang="zh-TW" sz="1100" b="0" i="0" u="none" strike="noStrike" cap="none" dirty="0">
                <a:solidFill>
                  <a:srgbClr val="000000"/>
                </a:solidFill>
                <a:effectLst/>
                <a:latin typeface="Arial"/>
                <a:cs typeface="Arial"/>
                <a:sym typeface="Arial"/>
              </a:rPr>
              <a:t>beam</a:t>
            </a:r>
            <a:r>
              <a:rPr lang="zh-TW" altLang="en-US" sz="1100" b="0" i="0" u="none" strike="noStrike" cap="none" dirty="0">
                <a:solidFill>
                  <a:srgbClr val="000000"/>
                </a:solidFill>
                <a:effectLst/>
                <a:latin typeface="Arial"/>
                <a:cs typeface="Arial"/>
                <a:sym typeface="Arial"/>
              </a:rPr>
              <a:t>開始</a:t>
            </a:r>
            <a:r>
              <a:rPr lang="en-US" altLang="zh-TW" sz="1100" b="0" i="0" u="none" strike="noStrike" cap="none" dirty="0">
                <a:solidFill>
                  <a:srgbClr val="000000"/>
                </a:solidFill>
                <a:effectLst/>
                <a:latin typeface="Arial"/>
                <a:cs typeface="Arial"/>
                <a:sym typeface="Arial"/>
              </a:rPr>
              <a:t>offload</a:t>
            </a:r>
            <a:r>
              <a:rPr lang="zh-TW" altLang="en-US" sz="1100" b="0" i="0" u="none" strike="noStrike" cap="none" dirty="0">
                <a:solidFill>
                  <a:srgbClr val="000000"/>
                </a:solidFill>
                <a:effectLst/>
                <a:latin typeface="Arial"/>
                <a:cs typeface="Arial"/>
                <a:sym typeface="Arial"/>
              </a:rPr>
              <a:t>，</a:t>
            </a:r>
            <a:endParaRPr lang="en-US" altLang="zh-TW" sz="1100" b="0" i="0" u="none" strike="noStrike" cap="none" dirty="0">
              <a:solidFill>
                <a:srgbClr val="000000"/>
              </a:solidFill>
              <a:effectLst/>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zh-TW" altLang="en-US" sz="1100" b="0" i="0" u="none" strike="noStrike" cap="none" dirty="0">
                <a:solidFill>
                  <a:srgbClr val="000000"/>
                </a:solidFill>
                <a:effectLst/>
                <a:latin typeface="Arial"/>
                <a:cs typeface="Arial"/>
                <a:sym typeface="Arial"/>
              </a:rPr>
              <a:t>然後透過</a:t>
            </a:r>
            <a:r>
              <a:rPr lang="en-US" altLang="zh-TW" sz="1100" b="0" i="0" u="none" strike="noStrike" cap="none" dirty="0">
                <a:solidFill>
                  <a:srgbClr val="000000"/>
                </a:solidFill>
                <a:effectLst/>
                <a:latin typeface="Arial"/>
                <a:cs typeface="Arial"/>
                <a:sym typeface="Arial"/>
              </a:rPr>
              <a:t>KM</a:t>
            </a:r>
            <a:r>
              <a:rPr lang="zh-TW" altLang="en-US" sz="1100" b="0" i="0" u="none" strike="noStrike" cap="none" dirty="0">
                <a:solidFill>
                  <a:srgbClr val="000000"/>
                </a:solidFill>
                <a:effectLst/>
                <a:latin typeface="Arial"/>
                <a:cs typeface="Arial"/>
                <a:sym typeface="Arial"/>
              </a:rPr>
              <a:t>演算法來去分配合適的</a:t>
            </a:r>
            <a:r>
              <a:rPr lang="en-US" altLang="zh-TW" sz="1100" b="0" i="0" u="none" strike="noStrike" cap="none" dirty="0">
                <a:solidFill>
                  <a:srgbClr val="000000"/>
                </a:solidFill>
                <a:effectLst/>
                <a:latin typeface="Arial"/>
                <a:cs typeface="Arial"/>
                <a:sym typeface="Arial"/>
              </a:rPr>
              <a:t>LLB</a:t>
            </a:r>
            <a:r>
              <a:rPr lang="zh-TW" altLang="en-US" sz="1100" b="0" i="0" u="none" strike="noStrike" cap="none" dirty="0">
                <a:solidFill>
                  <a:srgbClr val="000000"/>
                </a:solidFill>
                <a:effectLst/>
                <a:latin typeface="Arial"/>
                <a:cs typeface="Arial"/>
                <a:sym typeface="Arial"/>
              </a:rPr>
              <a:t>給</a:t>
            </a:r>
            <a:r>
              <a:rPr lang="en-US" altLang="zh-TW" sz="1100" b="0" i="0" u="none" strike="noStrike" cap="none" dirty="0">
                <a:solidFill>
                  <a:srgbClr val="000000"/>
                </a:solidFill>
                <a:effectLst/>
                <a:latin typeface="Arial"/>
                <a:cs typeface="Arial"/>
                <a:sym typeface="Arial"/>
              </a:rPr>
              <a:t>HLB</a:t>
            </a:r>
            <a:r>
              <a:rPr lang="zh-TW" altLang="en-US" sz="1100" b="0" i="0" u="none" strike="noStrike" cap="none" dirty="0">
                <a:solidFill>
                  <a:srgbClr val="000000"/>
                </a:solidFill>
                <a:effectLst/>
                <a:latin typeface="Arial"/>
                <a:cs typeface="Arial"/>
                <a:sym typeface="Arial"/>
              </a:rPr>
              <a:t>，然後這邊算出有解以後，就讓</a:t>
            </a:r>
            <a:r>
              <a:rPr lang="en-US" altLang="zh-TW" sz="1100" b="0" i="0" u="none" strike="noStrike" cap="none" dirty="0">
                <a:solidFill>
                  <a:srgbClr val="000000"/>
                </a:solidFill>
                <a:effectLst/>
                <a:latin typeface="Arial"/>
                <a:cs typeface="Arial"/>
                <a:sym typeface="Arial"/>
              </a:rPr>
              <a:t>LLB</a:t>
            </a:r>
            <a:r>
              <a:rPr lang="zh-TW" altLang="en-US" sz="1100" b="0" i="0" u="none" strike="noStrike" cap="none" dirty="0">
                <a:solidFill>
                  <a:srgbClr val="000000"/>
                </a:solidFill>
                <a:effectLst/>
                <a:latin typeface="Arial"/>
                <a:cs typeface="Arial"/>
                <a:sym typeface="Arial"/>
              </a:rPr>
              <a:t> </a:t>
            </a:r>
            <a:r>
              <a:rPr lang="en-US" altLang="zh-TW" sz="1100" b="0" i="0" u="none" strike="noStrike" cap="none" dirty="0">
                <a:solidFill>
                  <a:srgbClr val="000000"/>
                </a:solidFill>
                <a:effectLst/>
                <a:latin typeface="Arial"/>
                <a:cs typeface="Arial"/>
                <a:sym typeface="Arial"/>
              </a:rPr>
              <a:t>hopping</a:t>
            </a:r>
            <a:r>
              <a:rPr lang="zh-TW" altLang="en-US" sz="1100" b="0" i="0" u="none" strike="noStrike" cap="none" dirty="0">
                <a:solidFill>
                  <a:srgbClr val="000000"/>
                </a:solidFill>
                <a:effectLst/>
                <a:latin typeface="Arial"/>
                <a:cs typeface="Arial"/>
                <a:sym typeface="Arial"/>
              </a:rPr>
              <a:t>到</a:t>
            </a:r>
            <a:r>
              <a:rPr lang="en-US" altLang="zh-TW" sz="1100" b="0" i="0" u="none" strike="noStrike" cap="none" dirty="0">
                <a:solidFill>
                  <a:srgbClr val="000000"/>
                </a:solidFill>
                <a:effectLst/>
                <a:latin typeface="Arial"/>
                <a:cs typeface="Arial"/>
                <a:sym typeface="Arial"/>
              </a:rPr>
              <a:t>HLB</a:t>
            </a:r>
            <a:r>
              <a:rPr lang="zh-TW" altLang="en-US" sz="1100" b="0" i="0" u="none" strike="noStrike" cap="none" dirty="0">
                <a:solidFill>
                  <a:srgbClr val="000000"/>
                </a:solidFill>
                <a:effectLst/>
                <a:latin typeface="Arial"/>
                <a:cs typeface="Arial"/>
                <a:sym typeface="Arial"/>
              </a:rPr>
              <a:t>位置，並維持一個先訂好的時長，</a:t>
            </a:r>
            <a:endParaRPr lang="en-US" altLang="zh-TW" sz="1100" b="0" i="0" u="none" strike="noStrike" cap="none" dirty="0">
              <a:solidFill>
                <a:srgbClr val="000000"/>
              </a:solidFill>
              <a:effectLst/>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zh-TW" altLang="en-US" sz="1100" b="0" i="0" u="none" strike="noStrike" cap="none" dirty="0">
                <a:solidFill>
                  <a:srgbClr val="000000"/>
                </a:solidFill>
                <a:effectLst/>
                <a:latin typeface="Arial"/>
                <a:cs typeface="Arial"/>
                <a:sym typeface="Arial"/>
              </a:rPr>
              <a:t>接著從</a:t>
            </a:r>
            <a:r>
              <a:rPr lang="en-US" altLang="zh-TW" sz="1100" b="0" i="0" u="none" strike="noStrike" cap="none" dirty="0">
                <a:solidFill>
                  <a:srgbClr val="000000"/>
                </a:solidFill>
                <a:effectLst/>
                <a:latin typeface="Arial"/>
                <a:cs typeface="Arial"/>
                <a:sym typeface="Arial"/>
              </a:rPr>
              <a:t>PLR</a:t>
            </a:r>
            <a:r>
              <a:rPr lang="zh-TW" altLang="en-US" sz="1100" b="0" i="0" u="none" strike="noStrike" cap="none" dirty="0">
                <a:solidFill>
                  <a:srgbClr val="000000"/>
                </a:solidFill>
                <a:effectLst/>
                <a:latin typeface="Arial"/>
                <a:cs typeface="Arial"/>
                <a:sym typeface="Arial"/>
              </a:rPr>
              <a:t>最大的</a:t>
            </a:r>
            <a:r>
              <a:rPr lang="en-US" altLang="zh-TW" sz="1100" b="0" i="0" u="none" strike="noStrike" cap="none" dirty="0">
                <a:solidFill>
                  <a:srgbClr val="000000"/>
                </a:solidFill>
                <a:effectLst/>
                <a:latin typeface="Arial"/>
                <a:cs typeface="Arial"/>
                <a:sym typeface="Arial"/>
              </a:rPr>
              <a:t>user terminal</a:t>
            </a:r>
            <a:r>
              <a:rPr lang="zh-TW" altLang="en-US" sz="1100" b="0" i="0" u="none" strike="noStrike" cap="none" dirty="0">
                <a:solidFill>
                  <a:srgbClr val="000000"/>
                </a:solidFill>
                <a:effectLst/>
                <a:latin typeface="Arial"/>
                <a:cs typeface="Arial"/>
                <a:sym typeface="Arial"/>
              </a:rPr>
              <a:t>開始卸載，直到</a:t>
            </a:r>
            <a:r>
              <a:rPr lang="en-US" altLang="zh-TW" sz="1100" b="0" i="0" u="none" strike="noStrike" cap="none" dirty="0">
                <a:solidFill>
                  <a:srgbClr val="000000"/>
                </a:solidFill>
                <a:effectLst/>
                <a:latin typeface="Arial"/>
                <a:cs typeface="Arial"/>
                <a:sym typeface="Arial"/>
              </a:rPr>
              <a:t>LLB</a:t>
            </a:r>
            <a:r>
              <a:rPr lang="zh-TW" altLang="en-US" sz="1100" b="0" i="0" u="none" strike="noStrike" cap="none" dirty="0">
                <a:solidFill>
                  <a:srgbClr val="000000"/>
                </a:solidFill>
                <a:effectLst/>
                <a:latin typeface="Arial"/>
                <a:cs typeface="Arial"/>
                <a:sym typeface="Arial"/>
              </a:rPr>
              <a:t>的</a:t>
            </a:r>
            <a:r>
              <a:rPr lang="en-US" altLang="zh-TW" sz="1100" b="0" i="0" u="none" strike="noStrike" cap="none" dirty="0">
                <a:solidFill>
                  <a:srgbClr val="000000"/>
                </a:solidFill>
                <a:effectLst/>
                <a:latin typeface="Arial"/>
                <a:cs typeface="Arial"/>
                <a:sym typeface="Arial"/>
              </a:rPr>
              <a:t>PLR</a:t>
            </a:r>
            <a:r>
              <a:rPr lang="zh-TW" altLang="en-US" sz="1100" b="0" i="0" u="none" strike="noStrike" cap="none" dirty="0">
                <a:solidFill>
                  <a:srgbClr val="000000"/>
                </a:solidFill>
                <a:effectLst/>
                <a:latin typeface="Arial"/>
                <a:cs typeface="Arial"/>
                <a:sym typeface="Arial"/>
              </a:rPr>
              <a:t>到達</a:t>
            </a:r>
            <a:r>
              <a:rPr lang="en-US" altLang="zh-TW" sz="1100" b="0" i="0" u="none" strike="noStrike" cap="none" dirty="0">
                <a:solidFill>
                  <a:srgbClr val="000000"/>
                </a:solidFill>
                <a:effectLst/>
                <a:latin typeface="Arial"/>
                <a:cs typeface="Arial"/>
                <a:sym typeface="Arial"/>
              </a:rPr>
              <a:t>threshold</a:t>
            </a:r>
            <a:r>
              <a:rPr lang="zh-TW" altLang="en-US" sz="1100" b="0" i="0" u="none" strike="noStrike" cap="none" dirty="0">
                <a:solidFill>
                  <a:srgbClr val="000000"/>
                </a:solidFill>
                <a:effectLst/>
                <a:latin typeface="Arial"/>
                <a:cs typeface="Arial"/>
                <a:sym typeface="Arial"/>
              </a:rPr>
              <a:t>。</a:t>
            </a:r>
            <a:endParaRPr lang="en-US" altLang="zh-TW"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9726171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smtClean="0"/>
              <a:t>最後就是模擬實驗</a:t>
            </a:r>
            <a:endParaRPr dirty="0"/>
          </a:p>
        </p:txBody>
      </p:sp>
    </p:spTree>
    <p:extLst>
      <p:ext uri="{BB962C8B-B14F-4D97-AF65-F5344CB8AC3E}">
        <p14:creationId xmlns:p14="http://schemas.microsoft.com/office/powerpoint/2010/main" val="22297488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這邊是他跑模擬實驗所使用的參數，資料分別有音訊跟圖片，個別有自己能接受的</a:t>
                </a:r>
                <a:r>
                  <a:rPr lang="en-US" altLang="zh-TW" sz="1100" b="0" i="0" u="none" strike="noStrike" cap="none" dirty="0">
                    <a:solidFill>
                      <a:srgbClr val="000000"/>
                    </a:solidFill>
                    <a:effectLst/>
                    <a:latin typeface="Arial"/>
                    <a:ea typeface="Arial"/>
                    <a:cs typeface="Arial"/>
                    <a:sym typeface="Arial"/>
                  </a:rPr>
                  <a:t>delay</a:t>
                </a:r>
                <a:r>
                  <a:rPr lang="zh-TW" altLang="en-US" sz="1100" b="0" i="0" u="none" strike="noStrike" cap="none" dirty="0">
                    <a:solidFill>
                      <a:srgbClr val="000000"/>
                    </a:solidFill>
                    <a:effectLst/>
                    <a:latin typeface="Arial"/>
                    <a:ea typeface="Arial"/>
                    <a:cs typeface="Arial"/>
                    <a:sym typeface="Arial"/>
                  </a:rPr>
                  <a:t>時間</a:t>
                </a:r>
                <a:endParaRPr lang="en-US" altLang="zh-TW"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zh-TW" altLang="en-US" sz="1100" b="0" i="0" u="none" strike="noStrike" cap="none" dirty="0">
                    <a:solidFill>
                      <a:srgbClr val="000000"/>
                    </a:solidFill>
                    <a:effectLst/>
                    <a:latin typeface="Arial"/>
                    <a:cs typeface="Arial"/>
                    <a:sym typeface="Arial"/>
                  </a:rPr>
                  <a:t>那其中的</a:t>
                </a:r>
                <a:r>
                  <a:rPr lang="en-US" altLang="zh-TW" sz="1100" b="0" i="0" u="none" strike="noStrike" cap="none" dirty="0">
                    <a:solidFill>
                      <a:srgbClr val="000000"/>
                    </a:solidFill>
                    <a:effectLst/>
                    <a:latin typeface="Arial"/>
                    <a:cs typeface="Arial"/>
                    <a:sym typeface="Arial"/>
                  </a:rPr>
                  <a:t>FR</a:t>
                </a:r>
                <a:r>
                  <a:rPr lang="zh-TW" altLang="en-US" sz="1100" b="0" i="0" u="none" strike="noStrike" cap="none" dirty="0">
                    <a:solidFill>
                      <a:srgbClr val="000000"/>
                    </a:solidFill>
                    <a:effectLst/>
                    <a:latin typeface="Arial"/>
                    <a:cs typeface="Arial"/>
                    <a:sym typeface="Arial"/>
                  </a:rPr>
                  <a:t>代表頻率複用因子，</a:t>
                </a:r>
                <a:r>
                  <a:rPr lang="en-US" altLang="zh-TW" sz="1100" b="0" i="0" u="none" strike="noStrike" cap="none" dirty="0">
                    <a:solidFill>
                      <a:srgbClr val="000000"/>
                    </a:solidFill>
                    <a:effectLst/>
                    <a:latin typeface="Arial"/>
                    <a:cs typeface="Arial"/>
                    <a:sym typeface="Arial"/>
                  </a:rPr>
                  <a:t>7</a:t>
                </a:r>
                <a:r>
                  <a:rPr lang="zh-TW" altLang="en-US" sz="1100" b="0" i="0" u="none" strike="noStrike" cap="none" dirty="0">
                    <a:solidFill>
                      <a:srgbClr val="000000"/>
                    </a:solidFill>
                    <a:effectLst/>
                    <a:latin typeface="Arial"/>
                    <a:cs typeface="Arial"/>
                    <a:sym typeface="Arial"/>
                  </a:rPr>
                  <a:t>代表有</a:t>
                </a:r>
                <a:r>
                  <a:rPr lang="en-US" altLang="zh-TW" sz="1100" b="0" i="0" u="none" strike="noStrike" cap="none" dirty="0">
                    <a:solidFill>
                      <a:srgbClr val="000000"/>
                    </a:solidFill>
                    <a:effectLst/>
                    <a:latin typeface="Arial"/>
                    <a:cs typeface="Arial"/>
                    <a:sym typeface="Arial"/>
                  </a:rPr>
                  <a:t>7</a:t>
                </a:r>
                <a:r>
                  <a:rPr lang="zh-TW" altLang="en-US" sz="1100" b="0" i="0" u="none" strike="noStrike" cap="none" dirty="0">
                    <a:solidFill>
                      <a:srgbClr val="000000"/>
                    </a:solidFill>
                    <a:effectLst/>
                    <a:latin typeface="Arial"/>
                    <a:cs typeface="Arial"/>
                    <a:sym typeface="Arial"/>
                  </a:rPr>
                  <a:t>種頻段，一班來說</a:t>
                </a:r>
                <a:r>
                  <a:rPr lang="en-US" altLang="zh-TW" sz="1100" b="0" i="0" u="none" strike="noStrike" cap="none" dirty="0">
                    <a:solidFill>
                      <a:srgbClr val="000000"/>
                    </a:solidFill>
                    <a:effectLst/>
                    <a:latin typeface="Arial"/>
                    <a:cs typeface="Arial"/>
                    <a:sym typeface="Arial"/>
                  </a:rPr>
                  <a:t>FR</a:t>
                </a:r>
                <a:r>
                  <a:rPr lang="zh-TW" altLang="en-US" sz="1100" b="0" i="0" u="none" strike="noStrike" cap="none" dirty="0">
                    <a:solidFill>
                      <a:srgbClr val="000000"/>
                    </a:solidFill>
                    <a:effectLst/>
                    <a:latin typeface="Arial"/>
                    <a:cs typeface="Arial"/>
                    <a:sym typeface="Arial"/>
                  </a:rPr>
                  <a:t>會用</a:t>
                </a:r>
                <a:r>
                  <a:rPr lang="en-US" altLang="zh-TW" sz="1100" b="0" i="0" u="none" strike="noStrike" cap="none" dirty="0">
                    <a:solidFill>
                      <a:srgbClr val="000000"/>
                    </a:solidFill>
                    <a:effectLst/>
                    <a:latin typeface="Arial"/>
                    <a:cs typeface="Arial"/>
                    <a:sym typeface="Arial"/>
                  </a:rPr>
                  <a:t>3</a:t>
                </a:r>
                <a:r>
                  <a:rPr lang="zh-TW" altLang="en-US" sz="1100" b="0" i="0" u="none" strike="noStrike" cap="none" dirty="0">
                    <a:solidFill>
                      <a:srgbClr val="000000"/>
                    </a:solidFill>
                    <a:effectLst/>
                    <a:latin typeface="Arial"/>
                    <a:cs typeface="Arial"/>
                    <a:sym typeface="Arial"/>
                  </a:rPr>
                  <a:t>、</a:t>
                </a:r>
                <a:r>
                  <a:rPr lang="en-US" altLang="zh-TW" sz="1100" b="0" i="0" u="none" strike="noStrike" cap="none" dirty="0">
                    <a:solidFill>
                      <a:srgbClr val="000000"/>
                    </a:solidFill>
                    <a:effectLst/>
                    <a:latin typeface="Arial"/>
                    <a:cs typeface="Arial"/>
                    <a:sym typeface="Arial"/>
                  </a:rPr>
                  <a:t>4</a:t>
                </a:r>
                <a:r>
                  <a:rPr lang="zh-TW" altLang="en-US" sz="1100" b="0" i="0" u="none" strike="noStrike" cap="none" dirty="0">
                    <a:solidFill>
                      <a:srgbClr val="000000"/>
                    </a:solidFill>
                    <a:effectLst/>
                    <a:latin typeface="Arial"/>
                    <a:cs typeface="Arial"/>
                    <a:sym typeface="Arial"/>
                  </a:rPr>
                  <a:t>、或</a:t>
                </a:r>
                <a:r>
                  <a:rPr lang="en-US" altLang="zh-TW" sz="1100" b="0" i="0" u="none" strike="noStrike" cap="none" dirty="0">
                    <a:solidFill>
                      <a:srgbClr val="000000"/>
                    </a:solidFill>
                    <a:effectLst/>
                    <a:latin typeface="Arial"/>
                    <a:cs typeface="Arial"/>
                    <a:sym typeface="Arial"/>
                  </a:rPr>
                  <a:t>7</a:t>
                </a:r>
                <a:r>
                  <a:rPr lang="zh-TW" altLang="en-US" sz="1100" b="0" i="0" u="none" strike="noStrike" cap="none" dirty="0">
                    <a:solidFill>
                      <a:srgbClr val="000000"/>
                    </a:solidFill>
                    <a:effectLst/>
                    <a:latin typeface="Arial"/>
                    <a:cs typeface="Arial"/>
                    <a:sym typeface="Arial"/>
                  </a:rPr>
                  <a:t>，如果小於</a:t>
                </a:r>
                <a:r>
                  <a:rPr lang="en-US" altLang="zh-TW" sz="1100" b="0" i="0" u="none" strike="noStrike" cap="none" dirty="0">
                    <a:solidFill>
                      <a:srgbClr val="000000"/>
                    </a:solidFill>
                    <a:effectLst/>
                    <a:latin typeface="Arial"/>
                    <a:cs typeface="Arial"/>
                    <a:sym typeface="Arial"/>
                  </a:rPr>
                  <a:t>3</a:t>
                </a:r>
                <a:r>
                  <a:rPr lang="zh-TW" altLang="en-US" sz="1100" b="0" i="0" u="none" strike="noStrike" cap="none" dirty="0">
                    <a:solidFill>
                      <a:srgbClr val="000000"/>
                    </a:solidFill>
                    <a:effectLst/>
                    <a:latin typeface="Arial"/>
                    <a:cs typeface="Arial"/>
                    <a:sym typeface="Arial"/>
                  </a:rPr>
                  <a:t>干擾就會很嚴重、若大於</a:t>
                </a:r>
                <a:r>
                  <a:rPr lang="en-US" altLang="zh-TW" sz="1100" b="0" i="0" u="none" strike="noStrike" cap="none" dirty="0">
                    <a:solidFill>
                      <a:srgbClr val="000000"/>
                    </a:solidFill>
                    <a:effectLst/>
                    <a:latin typeface="Arial"/>
                    <a:cs typeface="Arial"/>
                    <a:sym typeface="Arial"/>
                  </a:rPr>
                  <a:t>7</a:t>
                </a:r>
                <a:r>
                  <a:rPr lang="zh-TW" altLang="en-US" sz="1100" b="0" i="0" u="none" strike="noStrike" cap="none" dirty="0">
                    <a:solidFill>
                      <a:srgbClr val="000000"/>
                    </a:solidFill>
                    <a:effectLst/>
                    <a:latin typeface="Arial"/>
                    <a:cs typeface="Arial"/>
                    <a:sym typeface="Arial"/>
                  </a:rPr>
                  <a:t>就會讓頻譜使用率太低，因此研究採用</a:t>
                </a:r>
                <a:r>
                  <a:rPr lang="en-US" altLang="zh-TW" sz="1100" b="0" i="0" u="none" strike="noStrike" cap="none" dirty="0">
                    <a:solidFill>
                      <a:srgbClr val="000000"/>
                    </a:solidFill>
                    <a:effectLst/>
                    <a:latin typeface="Arial"/>
                    <a:cs typeface="Arial"/>
                    <a:sym typeface="Arial"/>
                  </a:rPr>
                  <a:t>7</a:t>
                </a:r>
                <a:r>
                  <a:rPr lang="zh-TW" altLang="en-US" sz="1100" b="0" i="0" u="none" strike="noStrike" cap="none" dirty="0">
                    <a:solidFill>
                      <a:srgbClr val="000000"/>
                    </a:solidFill>
                    <a:effectLst/>
                    <a:latin typeface="Arial"/>
                    <a:cs typeface="Arial"/>
                    <a:sym typeface="Arial"/>
                  </a:rPr>
                  <a:t>來最大程度減少</a:t>
                </a:r>
                <a:r>
                  <a:rPr lang="en-US" altLang="zh-TW" sz="1100" b="0" i="0" u="none" strike="noStrike" cap="none" dirty="0">
                    <a:solidFill>
                      <a:srgbClr val="000000"/>
                    </a:solidFill>
                    <a:effectLst/>
                    <a:latin typeface="Arial"/>
                    <a:cs typeface="Arial"/>
                    <a:sym typeface="Arial"/>
                  </a:rPr>
                  <a:t>beam</a:t>
                </a:r>
                <a:r>
                  <a:rPr lang="zh-TW" altLang="en-US" sz="1100" b="0" i="0" u="none" strike="noStrike" cap="none" dirty="0">
                    <a:solidFill>
                      <a:srgbClr val="000000"/>
                    </a:solidFill>
                    <a:effectLst/>
                    <a:latin typeface="Arial"/>
                    <a:cs typeface="Arial"/>
                    <a:sym typeface="Arial"/>
                  </a:rPr>
                  <a:t>之間的干擾</a:t>
                </a:r>
                <a:endParaRPr lang="en-US" altLang="zh-TW" dirty="0"/>
              </a:p>
            </p:txBody>
          </p:sp>
        </mc:Choice>
        <mc:Fallback xmlns="">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smtClean="0">
                    <a:solidFill>
                      <a:srgbClr val="000000"/>
                    </a:solidFill>
                    <a:effectLst/>
                    <a:latin typeface="Arial"/>
                    <a:ea typeface="Arial"/>
                    <a:cs typeface="Arial"/>
                    <a:sym typeface="Arial"/>
                  </a:rPr>
                  <a:t>由於</a:t>
                </a:r>
                <a:r>
                  <a:rPr lang="zh-TW" altLang="en-US" sz="1100" b="0" i="0" u="none" strike="noStrike" cap="none" dirty="0">
                    <a:solidFill>
                      <a:srgbClr val="000000"/>
                    </a:solidFill>
                    <a:effectLst/>
                    <a:latin typeface="Arial"/>
                    <a:ea typeface="Arial"/>
                    <a:cs typeface="Arial"/>
                    <a:sym typeface="Arial"/>
                  </a:rPr>
                  <a:t>衛星軌道遠離地球表面，自由空間傳播損耗是傳輸過程中的主要損耗。無線電波從全向天線發射後將在自由空間中傳播；能量就會傳播到地球表面。離地球表面越遠，覆蓋面積越大，這意味著每單位面積接收到的信號越弱，傳播損耗越大</a:t>
                </a:r>
                <a:r>
                  <a:rPr lang="zh-TW" altLang="en-US" sz="1100" b="0" i="0" u="none" strike="noStrike" cap="none" dirty="0" smtClean="0">
                    <a:solidFill>
                      <a:srgbClr val="000000"/>
                    </a:solidFill>
                    <a:effectLst/>
                    <a:latin typeface="Arial"/>
                    <a:ea typeface="Arial"/>
                    <a:cs typeface="Arial"/>
                    <a:sym typeface="Arial"/>
                  </a:rPr>
                  <a:t>。</a:t>
                </a:r>
                <a:endParaRPr lang="en-US" altLang="zh-TW" sz="1100" b="0" i="0" u="none" strike="noStrike" cap="none" dirty="0" smtClean="0">
                  <a:solidFill>
                    <a:srgbClr val="000000"/>
                  </a:solidFill>
                  <a:effectLst/>
                  <a:latin typeface="Arial"/>
                  <a:ea typeface="Arial"/>
                  <a:cs typeface="Arial"/>
                  <a:sym typeface="Arial"/>
                </a:endParaRPr>
              </a:p>
              <a:p>
                <a:pPr marL="0" lvl="0" indent="0" algn="l" rtl="0">
                  <a:spcBef>
                    <a:spcPts val="0"/>
                  </a:spcBef>
                  <a:spcAft>
                    <a:spcPts val="0"/>
                  </a:spcAft>
                  <a:buNone/>
                </a:pPr>
                <a:r>
                  <a:rPr lang="zh-TW" altLang="en-US" sz="1100" b="0" i="0" u="none" strike="noStrike" cap="none" dirty="0" smtClean="0">
                    <a:solidFill>
                      <a:srgbClr val="000000"/>
                    </a:solidFill>
                    <a:effectLst/>
                    <a:latin typeface="Arial"/>
                    <a:cs typeface="Arial"/>
                    <a:sym typeface="Arial"/>
                  </a:rPr>
                  <a:t>衛星通信在傳輸過程中會有各總損失，包含</a:t>
                </a:r>
                <a:r>
                  <a:rPr lang="en-US" altLang="zh-TW" sz="1100" b="0" i="0" u="none" strike="noStrike" cap="none" dirty="0" smtClean="0">
                    <a:solidFill>
                      <a:srgbClr val="000000"/>
                    </a:solidFill>
                    <a:effectLst/>
                    <a:latin typeface="Arial"/>
                    <a:cs typeface="Arial"/>
                    <a:sym typeface="Arial"/>
                  </a:rPr>
                  <a:t>free</a:t>
                </a:r>
                <a:r>
                  <a:rPr lang="en-US" altLang="zh-TW" sz="1100" b="0" i="0" u="none" strike="noStrike" cap="none" baseline="0" dirty="0" smtClean="0">
                    <a:solidFill>
                      <a:srgbClr val="000000"/>
                    </a:solidFill>
                    <a:effectLst/>
                    <a:latin typeface="Arial"/>
                    <a:cs typeface="Arial"/>
                    <a:sym typeface="Arial"/>
                  </a:rPr>
                  <a:t> space loss</a:t>
                </a:r>
                <a:r>
                  <a:rPr lang="zh-TW" altLang="en-US" sz="1100" b="0" i="0" u="none" strike="noStrike" cap="none" baseline="0" dirty="0" smtClean="0">
                    <a:solidFill>
                      <a:srgbClr val="000000"/>
                    </a:solidFill>
                    <a:effectLst/>
                    <a:latin typeface="Arial"/>
                    <a:cs typeface="Arial"/>
                    <a:sym typeface="Arial"/>
                  </a:rPr>
                  <a:t>，大氣、下雨、雲、霧等等的影響。並且離地面越遠，覆蓋面積越大，也代表每單位面積所接收到的訊號越弱，傳播耗損越大，</a:t>
                </a:r>
                <a:endParaRPr lang="en-US" altLang="zh-TW" sz="1100" b="0" i="0" u="none" strike="noStrike" cap="none" baseline="0" dirty="0" smtClean="0">
                  <a:solidFill>
                    <a:srgbClr val="000000"/>
                  </a:solidFill>
                  <a:effectLst/>
                  <a:latin typeface="Arial"/>
                  <a:cs typeface="Arial"/>
                  <a:sym typeface="Arial"/>
                </a:endParaRPr>
              </a:p>
              <a:p>
                <a:pPr marL="0" lvl="0" indent="0" algn="l" rtl="0">
                  <a:spcBef>
                    <a:spcPts val="0"/>
                  </a:spcBef>
                  <a:spcAft>
                    <a:spcPts val="0"/>
                  </a:spcAft>
                  <a:buNone/>
                </a:pPr>
                <a:r>
                  <a:rPr lang="zh-TW" altLang="en-US" sz="1100" b="0" i="0" u="none" strike="noStrike" cap="none" baseline="0" dirty="0" smtClean="0">
                    <a:solidFill>
                      <a:srgbClr val="000000"/>
                    </a:solidFill>
                    <a:effectLst/>
                    <a:latin typeface="Arial"/>
                    <a:cs typeface="Arial"/>
                    <a:sym typeface="Arial"/>
                  </a:rPr>
                  <a:t>我們可以用以下式子表示</a:t>
                </a:r>
                <a:r>
                  <a:rPr lang="en-US" altLang="zh-TW" sz="1100" b="0" i="0" u="none" strike="noStrike" cap="none" baseline="0" dirty="0" smtClean="0">
                    <a:solidFill>
                      <a:srgbClr val="000000"/>
                    </a:solidFill>
                    <a:effectLst/>
                    <a:latin typeface="Arial"/>
                    <a:cs typeface="Arial"/>
                    <a:sym typeface="Arial"/>
                  </a:rPr>
                  <a:t>free space loss</a:t>
                </a:r>
                <a:r>
                  <a:rPr lang="zh-TW" altLang="en-US" sz="1100" b="0" i="0" u="none" strike="noStrike" cap="none" baseline="0" dirty="0" smtClean="0">
                    <a:solidFill>
                      <a:srgbClr val="000000"/>
                    </a:solidFill>
                    <a:effectLst/>
                    <a:latin typeface="Arial"/>
                    <a:cs typeface="Arial"/>
                    <a:sym typeface="Arial"/>
                  </a:rPr>
                  <a:t> </a:t>
                </a:r>
                <a:r>
                  <a:rPr lang="en-US" altLang="zh-TW" sz="1100" b="0" i="0" u="none" strike="noStrike" cap="none" baseline="0" dirty="0" smtClean="0">
                    <a:solidFill>
                      <a:srgbClr val="000000"/>
                    </a:solidFill>
                    <a:effectLst/>
                    <a:latin typeface="Arial"/>
                    <a:cs typeface="Arial"/>
                    <a:sym typeface="Arial"/>
                  </a:rPr>
                  <a:t>(</a:t>
                </a:r>
                <a:r>
                  <a:rPr lang="en-US" altLang="zh-TW" sz="1100" i="0" smtClean="0">
                    <a:latin typeface="Cambria Math" panose="02040503050406030204" pitchFamily="18" charset="0"/>
                  </a:rPr>
                  <a:t>𝜆</a:t>
                </a:r>
                <a:r>
                  <a:rPr lang="en-US" altLang="zh-TW" dirty="0" smtClean="0"/>
                  <a:t>=</a:t>
                </a:r>
                <a:r>
                  <a:rPr lang="zh-TW" altLang="en-US" dirty="0" smtClean="0"/>
                  <a:t> </a:t>
                </a:r>
                <a:r>
                  <a:rPr lang="en-US" altLang="zh-TW" dirty="0" smtClean="0"/>
                  <a:t>C/F)</a:t>
                </a:r>
                <a:endParaRPr lang="en-US" altLang="zh-TW" dirty="0"/>
              </a:p>
            </p:txBody>
          </p:sp>
        </mc:Fallback>
      </mc:AlternateContent>
    </p:spTree>
    <p:extLst>
      <p:ext uri="{BB962C8B-B14F-4D97-AF65-F5344CB8AC3E}">
        <p14:creationId xmlns:p14="http://schemas.microsoft.com/office/powerpoint/2010/main" val="19574724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sz="1100" b="0" i="0" u="none" strike="noStrike" cap="none" dirty="0">
                <a:solidFill>
                  <a:srgbClr val="000000"/>
                </a:solidFill>
                <a:effectLst/>
                <a:latin typeface="Arial"/>
                <a:ea typeface="Arial"/>
                <a:cs typeface="Arial"/>
                <a:sym typeface="Arial"/>
              </a:rPr>
              <a:t>然後，系統將為每個波束生成隨機數量的</a:t>
            </a:r>
            <a:r>
              <a:rPr lang="en-US" altLang="zh-TW" sz="1100" b="0" i="0" u="none" strike="noStrike" cap="none" dirty="0">
                <a:solidFill>
                  <a:srgbClr val="000000"/>
                </a:solidFill>
                <a:effectLst/>
                <a:latin typeface="Arial"/>
                <a:ea typeface="Arial"/>
                <a:cs typeface="Arial"/>
                <a:sym typeface="Arial"/>
              </a:rPr>
              <a:t>UT</a:t>
            </a:r>
            <a:r>
              <a:rPr lang="zh-TW" altLang="en-US" sz="1100" b="0" i="0" u="none" strike="noStrike" cap="none" dirty="0">
                <a:solidFill>
                  <a:srgbClr val="000000"/>
                </a:solidFill>
                <a:effectLst/>
                <a:latin typeface="Arial"/>
                <a:ea typeface="Arial"/>
                <a:cs typeface="Arial"/>
                <a:sym typeface="Arial"/>
              </a:rPr>
              <a:t>。假設存在相同數量的</a:t>
            </a:r>
            <a:r>
              <a:rPr lang="en-US" altLang="zh-TW" sz="1100" b="0" i="0" u="none" strike="noStrike" cap="none" dirty="0">
                <a:solidFill>
                  <a:srgbClr val="000000"/>
                </a:solidFill>
                <a:effectLst/>
                <a:latin typeface="Arial"/>
                <a:ea typeface="Arial"/>
                <a:cs typeface="Arial"/>
                <a:sym typeface="Arial"/>
              </a:rPr>
              <a:t>VoIP</a:t>
            </a:r>
            <a:r>
              <a:rPr lang="zh-TW" altLang="en-US" sz="1100" b="0" i="0" u="none" strike="noStrike" cap="none" dirty="0">
                <a:solidFill>
                  <a:srgbClr val="000000"/>
                </a:solidFill>
                <a:effectLst/>
                <a:latin typeface="Arial"/>
                <a:ea typeface="Arial"/>
                <a:cs typeface="Arial"/>
                <a:sym typeface="Arial"/>
              </a:rPr>
              <a:t>和</a:t>
            </a:r>
            <a:r>
              <a:rPr lang="en-US" altLang="zh-TW" sz="1100" b="0" i="0" u="none" strike="noStrike" cap="none" dirty="0">
                <a:solidFill>
                  <a:srgbClr val="000000"/>
                </a:solidFill>
                <a:effectLst/>
                <a:latin typeface="Arial"/>
                <a:ea typeface="Arial"/>
                <a:cs typeface="Arial"/>
                <a:sym typeface="Arial"/>
              </a:rPr>
              <a:t>MPEG</a:t>
            </a:r>
            <a:r>
              <a:rPr lang="zh-TW" altLang="en-US" sz="1100" b="0" i="0" u="none" strike="noStrike" cap="none" dirty="0">
                <a:solidFill>
                  <a:srgbClr val="000000"/>
                </a:solidFill>
                <a:effectLst/>
                <a:latin typeface="Arial"/>
                <a:ea typeface="Arial"/>
                <a:cs typeface="Arial"/>
                <a:sym typeface="Arial"/>
              </a:rPr>
              <a:t>流，並且每個</a:t>
            </a:r>
            <a:r>
              <a:rPr lang="en-US" altLang="zh-TW" sz="1100" b="0" i="0" u="none" strike="noStrike" cap="none" dirty="0" smtClean="0">
                <a:solidFill>
                  <a:srgbClr val="000000"/>
                </a:solidFill>
                <a:effectLst/>
                <a:latin typeface="Arial"/>
                <a:ea typeface="Arial"/>
                <a:cs typeface="Arial"/>
                <a:sym typeface="Arial"/>
              </a:rPr>
              <a:t>UT</a:t>
            </a:r>
            <a:r>
              <a:rPr lang="zh-TW" altLang="en-US" sz="1100" b="0" i="0" u="none" strike="noStrike" cap="none" dirty="0" smtClean="0">
                <a:solidFill>
                  <a:srgbClr val="000000"/>
                </a:solidFill>
                <a:effectLst/>
                <a:latin typeface="Arial"/>
                <a:ea typeface="Arial"/>
                <a:cs typeface="Arial"/>
                <a:sym typeface="Arial"/>
              </a:rPr>
              <a:t>同時只</a:t>
            </a:r>
            <a:r>
              <a:rPr lang="zh-TW" altLang="en-US" sz="1100" b="0" i="0" u="none" strike="noStrike" cap="none" dirty="0">
                <a:solidFill>
                  <a:srgbClr val="000000"/>
                </a:solidFill>
                <a:effectLst/>
                <a:latin typeface="Arial"/>
                <a:ea typeface="Arial"/>
                <a:cs typeface="Arial"/>
                <a:sym typeface="Arial"/>
              </a:rPr>
              <a:t>能由</a:t>
            </a:r>
            <a:r>
              <a:rPr lang="zh-TW" altLang="en-US" sz="1100" b="0" i="0" u="none" strike="noStrike" cap="none" dirty="0" smtClean="0">
                <a:solidFill>
                  <a:srgbClr val="000000"/>
                </a:solidFill>
                <a:effectLst/>
                <a:latin typeface="Arial"/>
                <a:ea typeface="Arial"/>
                <a:cs typeface="Arial"/>
                <a:sym typeface="Arial"/>
              </a:rPr>
              <a:t>一個</a:t>
            </a:r>
            <a:r>
              <a:rPr lang="en-US" altLang="zh-TW" sz="1100" b="0" i="0" u="none" strike="noStrike" cap="none" dirty="0" smtClean="0">
                <a:solidFill>
                  <a:srgbClr val="000000"/>
                </a:solidFill>
                <a:effectLst/>
                <a:latin typeface="Arial"/>
                <a:ea typeface="Arial"/>
                <a:cs typeface="Arial"/>
                <a:sym typeface="Arial"/>
              </a:rPr>
              <a:t>VoIP </a:t>
            </a:r>
            <a:r>
              <a:rPr lang="zh-TW" altLang="en-US" sz="1100" b="0" i="0" u="none" strike="noStrike" cap="none" dirty="0" smtClean="0">
                <a:solidFill>
                  <a:srgbClr val="000000"/>
                </a:solidFill>
                <a:effectLst/>
                <a:latin typeface="Arial"/>
                <a:ea typeface="Arial"/>
                <a:cs typeface="Arial"/>
                <a:sym typeface="Arial"/>
              </a:rPr>
              <a:t>或是</a:t>
            </a:r>
            <a:r>
              <a:rPr lang="en-US" altLang="zh-TW" sz="1100" b="0" i="0" u="none" strike="noStrike" cap="none" dirty="0" smtClean="0">
                <a:solidFill>
                  <a:srgbClr val="000000"/>
                </a:solidFill>
                <a:effectLst/>
                <a:latin typeface="Arial"/>
                <a:ea typeface="Arial"/>
                <a:cs typeface="Arial"/>
                <a:sym typeface="Arial"/>
              </a:rPr>
              <a:t>MPEG</a:t>
            </a:r>
            <a:r>
              <a:rPr lang="zh-TW" altLang="en-US" sz="1100" b="0" i="0" u="none" strike="noStrike" cap="none" dirty="0" smtClean="0">
                <a:solidFill>
                  <a:srgbClr val="000000"/>
                </a:solidFill>
                <a:effectLst/>
                <a:latin typeface="Arial"/>
                <a:ea typeface="Arial"/>
                <a:cs typeface="Arial"/>
                <a:sym typeface="Arial"/>
              </a:rPr>
              <a:t> </a:t>
            </a:r>
            <a:r>
              <a:rPr lang="en-US" altLang="zh-TW" sz="1100" b="0" i="0" u="none" strike="noStrike" cap="none" dirty="0" smtClean="0">
                <a:solidFill>
                  <a:srgbClr val="000000"/>
                </a:solidFill>
                <a:effectLst/>
                <a:latin typeface="Arial"/>
                <a:ea typeface="Arial"/>
                <a:cs typeface="Arial"/>
                <a:sym typeface="Arial"/>
              </a:rPr>
              <a:t>flow</a:t>
            </a:r>
            <a:r>
              <a:rPr lang="zh-TW" altLang="en-US" sz="1100" b="0" i="0" u="none" strike="noStrike" cap="none" dirty="0" smtClean="0">
                <a:solidFill>
                  <a:srgbClr val="000000"/>
                </a:solidFill>
                <a:effectLst/>
                <a:latin typeface="Arial"/>
                <a:ea typeface="Arial"/>
                <a:cs typeface="Arial"/>
                <a:sym typeface="Arial"/>
              </a:rPr>
              <a:t>來服務。</a:t>
            </a:r>
            <a:r>
              <a:rPr lang="en-US" altLang="zh-TW" sz="1100" b="0" i="0" u="none" strike="noStrike" cap="none" dirty="0">
                <a:solidFill>
                  <a:srgbClr val="000000"/>
                </a:solidFill>
                <a:effectLst/>
                <a:latin typeface="Arial"/>
                <a:ea typeface="Arial"/>
                <a:cs typeface="Arial"/>
                <a:sym typeface="Arial"/>
              </a:rPr>
              <a:t>BMSN</a:t>
            </a:r>
            <a:r>
              <a:rPr lang="zh-TW" altLang="en-US" sz="1100" b="0" i="0" u="none" strike="noStrike" cap="none" dirty="0">
                <a:solidFill>
                  <a:srgbClr val="000000"/>
                </a:solidFill>
                <a:effectLst/>
                <a:latin typeface="Arial"/>
                <a:ea typeface="Arial"/>
                <a:cs typeface="Arial"/>
                <a:sym typeface="Arial"/>
              </a:rPr>
              <a:t>的流量分佈如圖</a:t>
            </a:r>
            <a:r>
              <a:rPr lang="en-US" altLang="zh-TW" sz="1100" b="0" i="0" u="none" strike="noStrike" cap="none" dirty="0">
                <a:solidFill>
                  <a:srgbClr val="000000"/>
                </a:solidFill>
                <a:effectLst/>
                <a:latin typeface="Arial"/>
                <a:ea typeface="Arial"/>
                <a:cs typeface="Arial"/>
                <a:sym typeface="Arial"/>
              </a:rPr>
              <a:t>6</a:t>
            </a:r>
            <a:r>
              <a:rPr lang="zh-TW" altLang="en-US" sz="1100" b="0" i="0" u="none" strike="noStrike" cap="none" dirty="0">
                <a:solidFill>
                  <a:srgbClr val="000000"/>
                </a:solidFill>
                <a:effectLst/>
                <a:latin typeface="Arial"/>
                <a:ea typeface="Arial"/>
                <a:cs typeface="Arial"/>
                <a:sym typeface="Arial"/>
              </a:rPr>
              <a:t>所示。可以看出，不同波束之間的流量需求非常不均勻。</a:t>
            </a:r>
            <a:endParaRPr lang="zh-TW" altLang="en-US" dirty="0"/>
          </a:p>
        </p:txBody>
      </p:sp>
    </p:spTree>
    <p:extLst>
      <p:ext uri="{BB962C8B-B14F-4D97-AF65-F5344CB8AC3E}">
        <p14:creationId xmlns:p14="http://schemas.microsoft.com/office/powerpoint/2010/main" val="39077218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sz="1100" b="0" i="0" u="none" strike="noStrike" cap="none" dirty="0">
                <a:solidFill>
                  <a:srgbClr val="000000"/>
                </a:solidFill>
                <a:effectLst/>
                <a:latin typeface="Arial"/>
                <a:ea typeface="Arial"/>
                <a:cs typeface="Arial"/>
                <a:sym typeface="Arial"/>
              </a:rPr>
              <a:t>在圖</a:t>
            </a:r>
            <a:r>
              <a:rPr lang="en-US" altLang="zh-TW" sz="1100" b="0" i="0" u="none" strike="noStrike" cap="none" dirty="0">
                <a:solidFill>
                  <a:srgbClr val="000000"/>
                </a:solidFill>
                <a:effectLst/>
                <a:latin typeface="Arial"/>
                <a:ea typeface="Arial"/>
                <a:cs typeface="Arial"/>
                <a:sym typeface="Arial"/>
              </a:rPr>
              <a:t>7</a:t>
            </a:r>
            <a:r>
              <a:rPr lang="zh-TW" altLang="en-US" sz="1100" b="0" i="0" u="none" strike="noStrike" cap="none" dirty="0">
                <a:solidFill>
                  <a:srgbClr val="000000"/>
                </a:solidFill>
                <a:effectLst/>
                <a:latin typeface="Arial"/>
                <a:ea typeface="Arial"/>
                <a:cs typeface="Arial"/>
                <a:sym typeface="Arial"/>
              </a:rPr>
              <a:t>中</a:t>
            </a:r>
            <a:r>
              <a:rPr lang="zh-TW" altLang="en-US" sz="1100" b="0" i="0" u="none" strike="noStrike" cap="none" dirty="0" smtClean="0">
                <a:solidFill>
                  <a:srgbClr val="000000"/>
                </a:solidFill>
                <a:effectLst/>
                <a:latin typeface="Arial"/>
                <a:ea typeface="Arial"/>
                <a:cs typeface="Arial"/>
                <a:sym typeface="Arial"/>
              </a:rPr>
              <a:t>，一開始有</a:t>
            </a:r>
            <a:r>
              <a:rPr lang="en-US" altLang="zh-TW" sz="1100" b="0" i="0" u="none" strike="noStrike" cap="none" dirty="0">
                <a:solidFill>
                  <a:srgbClr val="000000"/>
                </a:solidFill>
                <a:effectLst/>
                <a:latin typeface="Arial"/>
                <a:ea typeface="Arial"/>
                <a:cs typeface="Arial"/>
                <a:sym typeface="Arial"/>
              </a:rPr>
              <a:t>38</a:t>
            </a:r>
            <a:r>
              <a:rPr lang="zh-TW" altLang="en-US" sz="1100" b="0" i="0" u="none" strike="noStrike" cap="none" dirty="0" smtClean="0">
                <a:solidFill>
                  <a:srgbClr val="000000"/>
                </a:solidFill>
                <a:effectLst/>
                <a:latin typeface="Arial"/>
                <a:ea typeface="Arial"/>
                <a:cs typeface="Arial"/>
                <a:sym typeface="Arial"/>
              </a:rPr>
              <a:t>個</a:t>
            </a:r>
            <a:r>
              <a:rPr lang="en-US" altLang="zh-TW" sz="1100" b="0" i="0" u="none" strike="noStrike" cap="none" dirty="0" smtClean="0">
                <a:solidFill>
                  <a:srgbClr val="000000"/>
                </a:solidFill>
                <a:effectLst/>
                <a:latin typeface="Arial"/>
                <a:ea typeface="Arial"/>
                <a:cs typeface="Arial"/>
                <a:sym typeface="Arial"/>
              </a:rPr>
              <a:t>beam</a:t>
            </a:r>
            <a:r>
              <a:rPr lang="zh-TW" altLang="en-US" sz="1100" b="0" i="0" u="none" strike="noStrike" cap="none" dirty="0" smtClean="0">
                <a:solidFill>
                  <a:srgbClr val="000000"/>
                </a:solidFill>
                <a:effectLst/>
                <a:latin typeface="Arial"/>
                <a:ea typeface="Arial"/>
                <a:cs typeface="Arial"/>
                <a:sym typeface="Arial"/>
              </a:rPr>
              <a:t>的</a:t>
            </a:r>
            <a:r>
              <a:rPr lang="en-US" altLang="zh-TW" sz="1100" b="0" i="0" u="none" strike="noStrike" cap="none" dirty="0">
                <a:solidFill>
                  <a:srgbClr val="000000"/>
                </a:solidFill>
                <a:effectLst/>
                <a:latin typeface="Arial"/>
                <a:ea typeface="Arial"/>
                <a:cs typeface="Arial"/>
                <a:sym typeface="Arial"/>
              </a:rPr>
              <a:t>PLR</a:t>
            </a:r>
            <a:r>
              <a:rPr lang="zh-TW" altLang="en-US" sz="1100" b="0" i="0" u="none" strike="noStrike" cap="none" dirty="0" smtClean="0">
                <a:solidFill>
                  <a:srgbClr val="000000"/>
                </a:solidFill>
                <a:effectLst/>
                <a:latin typeface="Arial"/>
                <a:ea typeface="Arial"/>
                <a:cs typeface="Arial"/>
                <a:sym typeface="Arial"/>
              </a:rPr>
              <a:t>超過</a:t>
            </a:r>
            <a:r>
              <a:rPr lang="en-US" altLang="zh-TW" sz="1100" b="0" i="0" u="none" strike="noStrike" cap="none" dirty="0" smtClean="0">
                <a:solidFill>
                  <a:srgbClr val="000000"/>
                </a:solidFill>
                <a:effectLst/>
                <a:latin typeface="Arial"/>
                <a:ea typeface="Arial"/>
                <a:cs typeface="Arial"/>
                <a:sym typeface="Arial"/>
              </a:rPr>
              <a:t>threshold</a:t>
            </a:r>
            <a:r>
              <a:rPr lang="zh-TW" altLang="en-US" sz="1100" b="0" i="0" u="none" strike="noStrike" cap="none" dirty="0" smtClean="0">
                <a:solidFill>
                  <a:srgbClr val="000000"/>
                </a:solidFill>
                <a:effectLst/>
                <a:latin typeface="Arial"/>
                <a:ea typeface="Arial"/>
                <a:cs typeface="Arial"/>
                <a:sym typeface="Arial"/>
              </a:rPr>
              <a:t>，</a:t>
            </a:r>
            <a:r>
              <a:rPr lang="zh-TW" altLang="en-US" sz="1100" b="0" i="0" u="none" strike="noStrike" cap="none" dirty="0">
                <a:solidFill>
                  <a:srgbClr val="000000"/>
                </a:solidFill>
                <a:effectLst/>
                <a:latin typeface="Arial"/>
                <a:ea typeface="Arial"/>
                <a:cs typeface="Arial"/>
                <a:sym typeface="Arial"/>
              </a:rPr>
              <a:t>並且有</a:t>
            </a:r>
            <a:r>
              <a:rPr lang="en-US" altLang="zh-TW" sz="1100" b="0" i="0" u="none" strike="noStrike" cap="none" dirty="0">
                <a:solidFill>
                  <a:srgbClr val="000000"/>
                </a:solidFill>
                <a:effectLst/>
                <a:latin typeface="Arial"/>
                <a:ea typeface="Arial"/>
                <a:cs typeface="Arial"/>
                <a:sym typeface="Arial"/>
              </a:rPr>
              <a:t>53</a:t>
            </a:r>
            <a:r>
              <a:rPr lang="zh-TW" altLang="en-US" sz="1100" b="0" i="0" u="none" strike="noStrike" cap="none" dirty="0" smtClean="0">
                <a:solidFill>
                  <a:srgbClr val="000000"/>
                </a:solidFill>
                <a:effectLst/>
                <a:latin typeface="Arial"/>
                <a:ea typeface="Arial"/>
                <a:cs typeface="Arial"/>
                <a:sym typeface="Arial"/>
              </a:rPr>
              <a:t>個</a:t>
            </a:r>
            <a:r>
              <a:rPr lang="en-US" altLang="zh-TW" sz="1100" b="0" i="0" u="none" strike="noStrike" cap="none" dirty="0" smtClean="0">
                <a:solidFill>
                  <a:srgbClr val="000000"/>
                </a:solidFill>
                <a:effectLst/>
                <a:latin typeface="Arial"/>
                <a:ea typeface="Arial"/>
                <a:cs typeface="Arial"/>
                <a:sym typeface="Arial"/>
              </a:rPr>
              <a:t>beam</a:t>
            </a:r>
            <a:r>
              <a:rPr lang="zh-TW" altLang="en-US" sz="1100" b="0" i="0" u="none" strike="noStrike" cap="none" dirty="0" smtClean="0">
                <a:solidFill>
                  <a:srgbClr val="000000"/>
                </a:solidFill>
                <a:effectLst/>
                <a:latin typeface="Arial"/>
                <a:ea typeface="Arial"/>
                <a:cs typeface="Arial"/>
                <a:sym typeface="Arial"/>
              </a:rPr>
              <a:t>可以</a:t>
            </a:r>
            <a:r>
              <a:rPr lang="zh-TW" altLang="en-US" sz="1100" b="0" i="0" u="none" strike="noStrike" cap="none" dirty="0">
                <a:solidFill>
                  <a:srgbClr val="000000"/>
                </a:solidFill>
                <a:effectLst/>
                <a:latin typeface="Arial"/>
                <a:ea typeface="Arial"/>
                <a:cs typeface="Arial"/>
                <a:sym typeface="Arial"/>
              </a:rPr>
              <a:t>保證服務區域中</a:t>
            </a:r>
            <a:r>
              <a:rPr lang="en-US" altLang="zh-TW" sz="1100" b="0" i="0" u="none" strike="noStrike" cap="none" dirty="0">
                <a:solidFill>
                  <a:srgbClr val="000000"/>
                </a:solidFill>
                <a:effectLst/>
                <a:latin typeface="Arial"/>
                <a:ea typeface="Arial"/>
                <a:cs typeface="Arial"/>
                <a:sym typeface="Arial"/>
              </a:rPr>
              <a:t>UT</a:t>
            </a:r>
            <a:r>
              <a:rPr lang="zh-TW" altLang="en-US" sz="1100" b="0" i="0" u="none" strike="noStrike" cap="none" dirty="0">
                <a:solidFill>
                  <a:srgbClr val="000000"/>
                </a:solidFill>
                <a:effectLst/>
                <a:latin typeface="Arial"/>
                <a:ea typeface="Arial"/>
                <a:cs typeface="Arial"/>
                <a:sym typeface="Arial"/>
              </a:rPr>
              <a:t>的</a:t>
            </a:r>
            <a:r>
              <a:rPr lang="en-US" altLang="zh-TW" sz="1100" b="0" i="0" u="none" strike="noStrike" cap="none" dirty="0">
                <a:solidFill>
                  <a:srgbClr val="000000"/>
                </a:solidFill>
                <a:effectLst/>
                <a:latin typeface="Arial"/>
                <a:ea typeface="Arial"/>
                <a:cs typeface="Arial"/>
                <a:sym typeface="Arial"/>
              </a:rPr>
              <a:t>QOS</a:t>
            </a:r>
            <a:r>
              <a:rPr lang="zh-TW" altLang="en-US" sz="1100" b="0" i="0" u="none" strike="noStrike" cap="none" dirty="0">
                <a:solidFill>
                  <a:srgbClr val="000000"/>
                </a:solidFill>
                <a:effectLst/>
                <a:latin typeface="Arial"/>
                <a:ea typeface="Arial"/>
                <a:cs typeface="Arial"/>
                <a:sym typeface="Arial"/>
              </a:rPr>
              <a:t>要求。沒有任何負載平衡算</a:t>
            </a:r>
            <a:r>
              <a:rPr lang="zh-TW" altLang="en-US" sz="1100" b="0" i="0" u="none" strike="noStrike" cap="none" dirty="0" smtClean="0">
                <a:solidFill>
                  <a:srgbClr val="000000"/>
                </a:solidFill>
                <a:effectLst/>
                <a:latin typeface="Arial"/>
                <a:ea typeface="Arial"/>
                <a:cs typeface="Arial"/>
                <a:sym typeface="Arial"/>
              </a:rPr>
              <a:t>法之下，所有</a:t>
            </a:r>
            <a:r>
              <a:rPr lang="en-US" altLang="zh-TW" sz="1100" b="0" i="0" u="none" strike="noStrike" cap="none" dirty="0" smtClean="0">
                <a:solidFill>
                  <a:srgbClr val="000000"/>
                </a:solidFill>
                <a:effectLst/>
                <a:latin typeface="Arial"/>
                <a:ea typeface="Arial"/>
                <a:cs typeface="Arial"/>
                <a:sym typeface="Arial"/>
              </a:rPr>
              <a:t>beam</a:t>
            </a:r>
            <a:r>
              <a:rPr lang="zh-TW" altLang="en-US" sz="1100" b="0" i="0" u="none" strike="noStrike" cap="none" dirty="0" smtClean="0">
                <a:solidFill>
                  <a:srgbClr val="000000"/>
                </a:solidFill>
                <a:effectLst/>
                <a:latin typeface="Arial"/>
                <a:ea typeface="Arial"/>
                <a:cs typeface="Arial"/>
                <a:sym typeface="Arial"/>
              </a:rPr>
              <a:t>的</a:t>
            </a:r>
            <a:r>
              <a:rPr lang="zh-TW" altLang="en-US" sz="1100" b="0" i="0" u="none" strike="noStrike" cap="none" dirty="0">
                <a:solidFill>
                  <a:srgbClr val="000000"/>
                </a:solidFill>
                <a:effectLst/>
                <a:latin typeface="Arial"/>
                <a:ea typeface="Arial"/>
                <a:cs typeface="Arial"/>
                <a:sym typeface="Arial"/>
              </a:rPr>
              <a:t>平均</a:t>
            </a:r>
            <a:r>
              <a:rPr lang="en-US" altLang="zh-TW" sz="1100" b="0" i="0" u="none" strike="noStrike" cap="none" dirty="0">
                <a:solidFill>
                  <a:srgbClr val="000000"/>
                </a:solidFill>
                <a:effectLst/>
                <a:latin typeface="Arial"/>
                <a:ea typeface="Arial"/>
                <a:cs typeface="Arial"/>
                <a:sym typeface="Arial"/>
              </a:rPr>
              <a:t>PLR</a:t>
            </a:r>
            <a:r>
              <a:rPr lang="zh-TW" altLang="en-US" sz="1100" b="0" i="0" u="none" strike="noStrike" cap="none" dirty="0">
                <a:solidFill>
                  <a:srgbClr val="000000"/>
                </a:solidFill>
                <a:effectLst/>
                <a:latin typeface="Arial"/>
                <a:ea typeface="Arial"/>
                <a:cs typeface="Arial"/>
                <a:sym typeface="Arial"/>
              </a:rPr>
              <a:t>可以達到</a:t>
            </a:r>
            <a:r>
              <a:rPr lang="en-US" altLang="zh-TW" sz="1100" b="0" i="0" u="none" strike="noStrike" cap="none" dirty="0">
                <a:solidFill>
                  <a:srgbClr val="000000"/>
                </a:solidFill>
                <a:effectLst/>
                <a:latin typeface="Arial"/>
                <a:ea typeface="Arial"/>
                <a:cs typeface="Arial"/>
                <a:sym typeface="Arial"/>
              </a:rPr>
              <a:t>6.13</a:t>
            </a:r>
            <a:r>
              <a:rPr lang="zh-TW" altLang="en-US" sz="1100" b="0" i="0" u="none" strike="noStrike" cap="none" dirty="0">
                <a:solidFill>
                  <a:srgbClr val="000000"/>
                </a:solidFill>
                <a:effectLst/>
                <a:latin typeface="Arial"/>
                <a:ea typeface="Arial"/>
                <a:cs typeface="Arial"/>
                <a:sym typeface="Arial"/>
              </a:rPr>
              <a:t>％</a:t>
            </a:r>
            <a:endParaRPr lang="en-US" altLang="zh-TW" sz="1100" b="0" i="0" u="none" strike="noStrike" cap="none" dirty="0">
              <a:solidFill>
                <a:srgbClr val="000000"/>
              </a:solidFill>
              <a:effectLst/>
              <a:latin typeface="Arial"/>
              <a:ea typeface="Arial"/>
              <a:cs typeface="Arial"/>
              <a:sym typeface="Arial"/>
            </a:endParaRPr>
          </a:p>
          <a:p>
            <a:r>
              <a:rPr lang="zh-TW" altLang="en-US" sz="1100" b="0" i="0" u="none" strike="noStrike" cap="none" dirty="0">
                <a:solidFill>
                  <a:srgbClr val="000000"/>
                </a:solidFill>
                <a:effectLst/>
                <a:latin typeface="Arial"/>
                <a:ea typeface="Arial"/>
                <a:cs typeface="Arial"/>
                <a:sym typeface="Arial"/>
              </a:rPr>
              <a:t>在使用</a:t>
            </a:r>
            <a:r>
              <a:rPr lang="en-US" altLang="zh-TW" sz="1100" b="0" i="0" u="none" strike="noStrike" cap="none" dirty="0">
                <a:solidFill>
                  <a:srgbClr val="000000"/>
                </a:solidFill>
                <a:effectLst/>
                <a:latin typeface="Arial"/>
                <a:ea typeface="Arial"/>
                <a:cs typeface="Arial"/>
                <a:sym typeface="Arial"/>
              </a:rPr>
              <a:t>LB-AB</a:t>
            </a:r>
            <a:r>
              <a:rPr lang="zh-TW" altLang="en-US" sz="1100" b="0" i="0" u="none" strike="noStrike" cap="none" dirty="0">
                <a:solidFill>
                  <a:srgbClr val="000000"/>
                </a:solidFill>
                <a:effectLst/>
                <a:latin typeface="Arial"/>
                <a:ea typeface="Arial"/>
                <a:cs typeface="Arial"/>
                <a:sym typeface="Arial"/>
              </a:rPr>
              <a:t>進行第</a:t>
            </a:r>
            <a:r>
              <a:rPr lang="en-US" altLang="zh-TW" sz="1100" b="0" i="0" u="none" strike="noStrike" cap="none" dirty="0">
                <a:solidFill>
                  <a:srgbClr val="000000"/>
                </a:solidFill>
                <a:effectLst/>
                <a:latin typeface="Arial"/>
                <a:ea typeface="Arial"/>
                <a:cs typeface="Arial"/>
                <a:sym typeface="Arial"/>
              </a:rPr>
              <a:t>1</a:t>
            </a:r>
            <a:r>
              <a:rPr lang="zh-TW" altLang="en-US" sz="1100" b="0" i="0" u="none" strike="noStrike" cap="none" dirty="0">
                <a:solidFill>
                  <a:srgbClr val="000000"/>
                </a:solidFill>
                <a:effectLst/>
                <a:latin typeface="Arial"/>
                <a:ea typeface="Arial"/>
                <a:cs typeface="Arial"/>
                <a:sym typeface="Arial"/>
              </a:rPr>
              <a:t>步之後，</a:t>
            </a:r>
            <a:r>
              <a:rPr lang="zh-TW" altLang="en-US" sz="1100" b="0" i="0" u="none" strike="noStrike" cap="none" dirty="0" smtClean="0">
                <a:solidFill>
                  <a:srgbClr val="000000"/>
                </a:solidFill>
                <a:effectLst/>
                <a:latin typeface="Arial"/>
                <a:ea typeface="Arial"/>
                <a:cs typeface="Arial"/>
                <a:sym typeface="Arial"/>
              </a:rPr>
              <a:t>所有</a:t>
            </a:r>
            <a:r>
              <a:rPr lang="en-US" altLang="zh-TW" sz="1100" b="0" i="0" u="none" strike="noStrike" cap="none" dirty="0" smtClean="0">
                <a:solidFill>
                  <a:srgbClr val="000000"/>
                </a:solidFill>
                <a:effectLst/>
                <a:latin typeface="Arial"/>
                <a:ea typeface="Arial"/>
                <a:cs typeface="Arial"/>
                <a:sym typeface="Arial"/>
              </a:rPr>
              <a:t>beam</a:t>
            </a:r>
            <a:r>
              <a:rPr lang="zh-TW" altLang="en-US" sz="1100" b="0" i="0" u="none" strike="noStrike" cap="none" dirty="0" smtClean="0">
                <a:solidFill>
                  <a:srgbClr val="000000"/>
                </a:solidFill>
                <a:effectLst/>
                <a:latin typeface="Arial"/>
                <a:ea typeface="Arial"/>
                <a:cs typeface="Arial"/>
                <a:sym typeface="Arial"/>
              </a:rPr>
              <a:t>的</a:t>
            </a:r>
            <a:r>
              <a:rPr lang="zh-TW" altLang="en-US" sz="1100" b="0" i="0" u="none" strike="noStrike" cap="none" dirty="0">
                <a:solidFill>
                  <a:srgbClr val="000000"/>
                </a:solidFill>
                <a:effectLst/>
                <a:latin typeface="Arial"/>
                <a:ea typeface="Arial"/>
                <a:cs typeface="Arial"/>
                <a:sym typeface="Arial"/>
              </a:rPr>
              <a:t>平均</a:t>
            </a:r>
            <a:r>
              <a:rPr lang="en-US" altLang="zh-TW" sz="1100" b="0" i="0" u="none" strike="noStrike" cap="none" dirty="0">
                <a:solidFill>
                  <a:srgbClr val="000000"/>
                </a:solidFill>
                <a:effectLst/>
                <a:latin typeface="Arial"/>
                <a:ea typeface="Arial"/>
                <a:cs typeface="Arial"/>
                <a:sym typeface="Arial"/>
              </a:rPr>
              <a:t>PLR</a:t>
            </a:r>
            <a:r>
              <a:rPr lang="zh-TW" altLang="en-US" sz="1100" b="0" i="0" u="none" strike="noStrike" cap="none" dirty="0">
                <a:solidFill>
                  <a:srgbClr val="000000"/>
                </a:solidFill>
                <a:effectLst/>
                <a:latin typeface="Arial"/>
                <a:ea typeface="Arial"/>
                <a:cs typeface="Arial"/>
                <a:sym typeface="Arial"/>
              </a:rPr>
              <a:t>可以達到</a:t>
            </a:r>
            <a:r>
              <a:rPr lang="en-US" altLang="zh-TW" sz="1100" b="0" i="0" u="none" strike="noStrike" cap="none" dirty="0">
                <a:solidFill>
                  <a:srgbClr val="000000"/>
                </a:solidFill>
                <a:effectLst/>
                <a:latin typeface="Arial"/>
                <a:ea typeface="Arial"/>
                <a:cs typeface="Arial"/>
                <a:sym typeface="Arial"/>
              </a:rPr>
              <a:t>3.62</a:t>
            </a:r>
            <a:r>
              <a:rPr lang="zh-TW" altLang="en-US" sz="1100" b="0" i="0" u="none" strike="noStrike" cap="none" dirty="0" smtClean="0">
                <a:solidFill>
                  <a:srgbClr val="000000"/>
                </a:solidFill>
                <a:effectLst/>
                <a:latin typeface="Arial"/>
                <a:ea typeface="Arial"/>
                <a:cs typeface="Arial"/>
                <a:sym typeface="Arial"/>
              </a:rPr>
              <a:t>％，也就是平均</a:t>
            </a:r>
            <a:r>
              <a:rPr lang="en-US" altLang="zh-TW" sz="1100" b="0" i="0" u="none" strike="noStrike" cap="none" dirty="0">
                <a:solidFill>
                  <a:srgbClr val="000000"/>
                </a:solidFill>
                <a:effectLst/>
                <a:latin typeface="Arial"/>
                <a:ea typeface="Arial"/>
                <a:cs typeface="Arial"/>
                <a:sym typeface="Arial"/>
              </a:rPr>
              <a:t>PLR</a:t>
            </a:r>
            <a:r>
              <a:rPr lang="zh-TW" altLang="en-US" sz="1100" b="0" i="0" u="none" strike="noStrike" cap="none" dirty="0" smtClean="0">
                <a:solidFill>
                  <a:srgbClr val="000000"/>
                </a:solidFill>
                <a:effectLst/>
                <a:latin typeface="Arial"/>
                <a:ea typeface="Arial"/>
                <a:cs typeface="Arial"/>
                <a:sym typeface="Arial"/>
              </a:rPr>
              <a:t>降低了</a:t>
            </a:r>
            <a:r>
              <a:rPr lang="en-US" altLang="zh-TW" sz="1100" b="0" i="0" u="none" strike="noStrike" cap="none" dirty="0" smtClean="0">
                <a:solidFill>
                  <a:srgbClr val="000000"/>
                </a:solidFill>
                <a:effectLst/>
                <a:latin typeface="Arial"/>
                <a:ea typeface="Arial"/>
                <a:cs typeface="Arial"/>
                <a:sym typeface="Arial"/>
              </a:rPr>
              <a:t>40.92</a:t>
            </a:r>
            <a:r>
              <a:rPr lang="zh-TW" altLang="en-US" sz="1100" b="0" i="0" u="none" strike="noStrike" cap="none" dirty="0">
                <a:solidFill>
                  <a:srgbClr val="000000"/>
                </a:solidFill>
                <a:effectLst/>
                <a:latin typeface="Arial"/>
                <a:ea typeface="Arial"/>
                <a:cs typeface="Arial"/>
                <a:sym typeface="Arial"/>
              </a:rPr>
              <a:t>％。但是，</a:t>
            </a:r>
            <a:r>
              <a:rPr lang="en-US" altLang="zh-TW" sz="1100" b="0" i="0" u="none" strike="noStrike" cap="none" dirty="0">
                <a:solidFill>
                  <a:srgbClr val="000000"/>
                </a:solidFill>
                <a:effectLst/>
                <a:latin typeface="Arial"/>
                <a:ea typeface="Arial"/>
                <a:cs typeface="Arial"/>
                <a:sym typeface="Arial"/>
              </a:rPr>
              <a:t>BMSN</a:t>
            </a:r>
            <a:r>
              <a:rPr lang="zh-TW" altLang="en-US" sz="1100" b="0" i="0" u="none" strike="noStrike" cap="none" dirty="0">
                <a:solidFill>
                  <a:srgbClr val="000000"/>
                </a:solidFill>
                <a:effectLst/>
                <a:latin typeface="Arial"/>
                <a:ea typeface="Arial"/>
                <a:cs typeface="Arial"/>
                <a:sym typeface="Arial"/>
              </a:rPr>
              <a:t>中仍然有</a:t>
            </a:r>
            <a:r>
              <a:rPr lang="en-US" altLang="zh-TW" sz="1100" b="0" i="0" u="none" strike="noStrike" cap="none" dirty="0">
                <a:solidFill>
                  <a:srgbClr val="000000"/>
                </a:solidFill>
                <a:effectLst/>
                <a:latin typeface="Arial"/>
                <a:ea typeface="Arial"/>
                <a:cs typeface="Arial"/>
                <a:sym typeface="Arial"/>
              </a:rPr>
              <a:t>32</a:t>
            </a:r>
            <a:r>
              <a:rPr lang="zh-TW" altLang="en-US" sz="1100" b="0" i="0" u="none" strike="noStrike" cap="none" dirty="0">
                <a:solidFill>
                  <a:srgbClr val="000000"/>
                </a:solidFill>
                <a:effectLst/>
                <a:latin typeface="Arial"/>
                <a:ea typeface="Arial"/>
                <a:cs typeface="Arial"/>
                <a:sym typeface="Arial"/>
              </a:rPr>
              <a:t>個</a:t>
            </a:r>
            <a:r>
              <a:rPr lang="en-US" altLang="zh-TW" sz="1100" b="0" i="0" u="none" strike="noStrike" cap="none" dirty="0" smtClean="0">
                <a:solidFill>
                  <a:srgbClr val="000000"/>
                </a:solidFill>
                <a:effectLst/>
                <a:latin typeface="Arial"/>
                <a:ea typeface="Arial"/>
                <a:cs typeface="Arial"/>
                <a:sym typeface="Arial"/>
              </a:rPr>
              <a:t>HLB</a:t>
            </a:r>
            <a:r>
              <a:rPr lang="zh-TW" altLang="en-US" sz="1100" b="0" i="0" u="none" strike="noStrike" cap="none" dirty="0" smtClean="0">
                <a:solidFill>
                  <a:srgbClr val="000000"/>
                </a:solidFill>
                <a:effectLst/>
                <a:latin typeface="Arial"/>
                <a:ea typeface="Arial"/>
                <a:cs typeface="Arial"/>
                <a:sym typeface="Arial"/>
              </a:rPr>
              <a:t>，</a:t>
            </a:r>
            <a:r>
              <a:rPr lang="zh-TW" altLang="en-US" sz="1100" b="0" i="0" u="none" strike="noStrike" cap="none" dirty="0">
                <a:solidFill>
                  <a:srgbClr val="000000"/>
                </a:solidFill>
                <a:effectLst/>
                <a:latin typeface="Arial"/>
                <a:ea typeface="Arial"/>
                <a:cs typeface="Arial"/>
                <a:sym typeface="Arial"/>
              </a:rPr>
              <a:t>在繼續執行第二</a:t>
            </a:r>
            <a:r>
              <a:rPr lang="zh-TW" altLang="en-US" sz="1100" b="0" i="0" u="none" strike="noStrike" cap="none" dirty="0" smtClean="0">
                <a:solidFill>
                  <a:srgbClr val="000000"/>
                </a:solidFill>
                <a:effectLst/>
                <a:latin typeface="Arial"/>
                <a:ea typeface="Arial"/>
                <a:cs typeface="Arial"/>
                <a:sym typeface="Arial"/>
              </a:rPr>
              <a:t>步的</a:t>
            </a:r>
            <a:r>
              <a:rPr lang="en-US" altLang="zh-TW" sz="1100" b="0" i="0" u="none" strike="noStrike" cap="none" dirty="0" smtClean="0">
                <a:solidFill>
                  <a:srgbClr val="000000"/>
                </a:solidFill>
                <a:effectLst/>
                <a:latin typeface="Arial"/>
                <a:ea typeface="Arial"/>
                <a:cs typeface="Arial"/>
                <a:sym typeface="Arial"/>
              </a:rPr>
              <a:t>beam hopping</a:t>
            </a:r>
            <a:r>
              <a:rPr lang="zh-TW" altLang="en-US" sz="1100" b="0" i="0" u="none" strike="noStrike" cap="none" dirty="0" smtClean="0">
                <a:solidFill>
                  <a:srgbClr val="000000"/>
                </a:solidFill>
                <a:effectLst/>
                <a:latin typeface="Arial"/>
                <a:ea typeface="Arial"/>
                <a:cs typeface="Arial"/>
                <a:sym typeface="Arial"/>
              </a:rPr>
              <a:t>之後</a:t>
            </a:r>
            <a:r>
              <a:rPr lang="zh-TW" altLang="en-US" sz="1100" b="0" i="0" u="none" strike="noStrike" cap="none" dirty="0">
                <a:solidFill>
                  <a:srgbClr val="000000"/>
                </a:solidFill>
                <a:effectLst/>
                <a:latin typeface="Arial"/>
                <a:ea typeface="Arial"/>
                <a:cs typeface="Arial"/>
                <a:sym typeface="Arial"/>
              </a:rPr>
              <a:t>可以</a:t>
            </a:r>
            <a:r>
              <a:rPr lang="zh-TW" altLang="en-US" sz="1100" b="0" i="0" u="none" strike="noStrike" cap="none" dirty="0" smtClean="0">
                <a:solidFill>
                  <a:srgbClr val="000000"/>
                </a:solidFill>
                <a:effectLst/>
                <a:latin typeface="Arial"/>
                <a:ea typeface="Arial"/>
                <a:cs typeface="Arial"/>
                <a:sym typeface="Arial"/>
              </a:rPr>
              <a:t>將平均</a:t>
            </a:r>
            <a:r>
              <a:rPr lang="en-US" altLang="zh-TW" sz="1100" b="0" i="0" u="none" strike="noStrike" cap="none" dirty="0" smtClean="0">
                <a:solidFill>
                  <a:srgbClr val="000000"/>
                </a:solidFill>
                <a:effectLst/>
                <a:latin typeface="Arial"/>
                <a:ea typeface="Arial"/>
                <a:cs typeface="Arial"/>
                <a:sym typeface="Arial"/>
              </a:rPr>
              <a:t>PLR</a:t>
            </a:r>
            <a:r>
              <a:rPr lang="zh-TW" altLang="en-US" sz="1100" b="0" i="0" u="none" strike="noStrike" cap="none" dirty="0">
                <a:solidFill>
                  <a:srgbClr val="000000"/>
                </a:solidFill>
                <a:effectLst/>
                <a:latin typeface="Arial"/>
                <a:ea typeface="Arial"/>
                <a:cs typeface="Arial"/>
                <a:sym typeface="Arial"/>
              </a:rPr>
              <a:t>降低到</a:t>
            </a:r>
            <a:r>
              <a:rPr lang="en-US" altLang="zh-TW" sz="1100" b="0" i="0" u="none" strike="noStrike" cap="none" dirty="0">
                <a:solidFill>
                  <a:srgbClr val="000000"/>
                </a:solidFill>
                <a:effectLst/>
                <a:latin typeface="Arial"/>
                <a:ea typeface="Arial"/>
                <a:cs typeface="Arial"/>
                <a:sym typeface="Arial"/>
              </a:rPr>
              <a:t>1.76%</a:t>
            </a:r>
          </a:p>
          <a:p>
            <a:r>
              <a:rPr lang="zh-TW" altLang="en-US" dirty="0" smtClean="0"/>
              <a:t>也就是所有</a:t>
            </a:r>
            <a:r>
              <a:rPr lang="en-US" altLang="zh-TW" dirty="0"/>
              <a:t>beam</a:t>
            </a:r>
            <a:r>
              <a:rPr lang="zh-TW" altLang="en-US" dirty="0"/>
              <a:t>的平均</a:t>
            </a:r>
            <a:r>
              <a:rPr lang="en-US" altLang="zh-TW" dirty="0"/>
              <a:t>PLA</a:t>
            </a:r>
            <a:r>
              <a:rPr lang="zh-TW" altLang="en-US" dirty="0"/>
              <a:t>降低</a:t>
            </a:r>
            <a:r>
              <a:rPr lang="en-US" altLang="zh-TW" dirty="0"/>
              <a:t>71.25%</a:t>
            </a:r>
            <a:endParaRPr lang="zh-TW" altLang="en-US" dirty="0"/>
          </a:p>
        </p:txBody>
      </p:sp>
    </p:spTree>
    <p:extLst>
      <p:ext uri="{BB962C8B-B14F-4D97-AF65-F5344CB8AC3E}">
        <p14:creationId xmlns:p14="http://schemas.microsoft.com/office/powerpoint/2010/main" val="40860725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sz="1100" b="0" i="0" u="none" strike="noStrike" cap="none" dirty="0">
                <a:solidFill>
                  <a:srgbClr val="000000"/>
                </a:solidFill>
                <a:effectLst/>
                <a:latin typeface="Arial"/>
                <a:ea typeface="Arial"/>
                <a:cs typeface="Arial"/>
                <a:sym typeface="Arial"/>
              </a:rPr>
              <a:t>此外，通過使用提出的</a:t>
            </a:r>
            <a:r>
              <a:rPr lang="en-US" altLang="zh-TW" sz="1100" b="0" i="0" u="none" strike="noStrike" cap="none" dirty="0">
                <a:solidFill>
                  <a:srgbClr val="000000"/>
                </a:solidFill>
                <a:effectLst/>
                <a:latin typeface="Arial"/>
                <a:ea typeface="Arial"/>
                <a:cs typeface="Arial"/>
                <a:sym typeface="Arial"/>
              </a:rPr>
              <a:t>LB-JABHB</a:t>
            </a:r>
            <a:r>
              <a:rPr lang="zh-TW" altLang="en-US" sz="1100" b="0" i="0" u="none" strike="noStrike" cap="none" dirty="0">
                <a:solidFill>
                  <a:srgbClr val="000000"/>
                </a:solidFill>
                <a:effectLst/>
                <a:latin typeface="Arial"/>
                <a:ea typeface="Arial"/>
                <a:cs typeface="Arial"/>
                <a:sym typeface="Arial"/>
              </a:rPr>
              <a:t>算法，提高了</a:t>
            </a:r>
            <a:r>
              <a:rPr lang="zh-TW" altLang="en-US" sz="1100" b="0" i="0" u="none" strike="noStrike" cap="none" dirty="0" smtClean="0">
                <a:solidFill>
                  <a:srgbClr val="000000"/>
                </a:solidFill>
                <a:effectLst/>
                <a:latin typeface="Arial"/>
                <a:ea typeface="Arial"/>
                <a:cs typeface="Arial"/>
                <a:sym typeface="Arial"/>
              </a:rPr>
              <a:t>所有</a:t>
            </a:r>
            <a:r>
              <a:rPr lang="en-US" altLang="zh-TW" sz="1100" b="0" i="0" u="none" strike="noStrike" cap="none" dirty="0" smtClean="0">
                <a:solidFill>
                  <a:srgbClr val="000000"/>
                </a:solidFill>
                <a:effectLst/>
                <a:latin typeface="Arial"/>
                <a:ea typeface="Arial"/>
                <a:cs typeface="Arial"/>
                <a:sym typeface="Arial"/>
              </a:rPr>
              <a:t>beam</a:t>
            </a:r>
            <a:r>
              <a:rPr lang="zh-TW" altLang="en-US" sz="1100" b="0" i="0" u="none" strike="noStrike" cap="none" dirty="0" smtClean="0">
                <a:solidFill>
                  <a:srgbClr val="000000"/>
                </a:solidFill>
                <a:effectLst/>
                <a:latin typeface="Arial"/>
                <a:ea typeface="Arial"/>
                <a:cs typeface="Arial"/>
                <a:sym typeface="Arial"/>
              </a:rPr>
              <a:t>的</a:t>
            </a:r>
            <a:r>
              <a:rPr lang="zh-TW" altLang="en-US" sz="1100" b="0" i="0" u="none" strike="noStrike" cap="none" dirty="0">
                <a:solidFill>
                  <a:srgbClr val="000000"/>
                </a:solidFill>
                <a:effectLst/>
                <a:latin typeface="Arial"/>
                <a:ea typeface="Arial"/>
                <a:cs typeface="Arial"/>
                <a:sym typeface="Arial"/>
              </a:rPr>
              <a:t>平均</a:t>
            </a:r>
            <a:r>
              <a:rPr lang="en-US" altLang="zh-TW" sz="1100" b="0" i="0" u="none" strike="noStrike" cap="none" dirty="0">
                <a:solidFill>
                  <a:srgbClr val="000000"/>
                </a:solidFill>
                <a:effectLst/>
                <a:latin typeface="Arial"/>
                <a:ea typeface="Arial"/>
                <a:cs typeface="Arial"/>
                <a:sym typeface="Arial"/>
              </a:rPr>
              <a:t>throughput</a:t>
            </a:r>
            <a:r>
              <a:rPr lang="zh-TW" altLang="en-US" sz="1100" b="0" i="0" u="none" strike="noStrike" cap="none" dirty="0" smtClean="0">
                <a:solidFill>
                  <a:srgbClr val="000000"/>
                </a:solidFill>
                <a:effectLst/>
                <a:latin typeface="Arial"/>
                <a:ea typeface="Arial"/>
                <a:cs typeface="Arial"/>
                <a:sym typeface="Arial"/>
              </a:rPr>
              <a:t>。，</a:t>
            </a:r>
            <a:r>
              <a:rPr lang="zh-TW" altLang="en-US" sz="1100" b="0" i="0" u="none" strike="noStrike" cap="none" dirty="0">
                <a:solidFill>
                  <a:srgbClr val="000000"/>
                </a:solidFill>
                <a:effectLst/>
                <a:latin typeface="Arial"/>
                <a:ea typeface="Arial"/>
                <a:cs typeface="Arial"/>
                <a:sym typeface="Arial"/>
              </a:rPr>
              <a:t>在第一步驟之後，所有波束的平均吞吐量</a:t>
            </a:r>
            <a:r>
              <a:rPr lang="zh-TW" altLang="en-US" sz="1100" b="0" i="0" u="none" strike="noStrike" cap="none" dirty="0" smtClean="0">
                <a:solidFill>
                  <a:srgbClr val="000000"/>
                </a:solidFill>
                <a:effectLst/>
                <a:latin typeface="Arial"/>
                <a:ea typeface="Arial"/>
                <a:cs typeface="Arial"/>
                <a:sym typeface="Arial"/>
              </a:rPr>
              <a:t>可以從</a:t>
            </a:r>
            <a:r>
              <a:rPr lang="en-US" altLang="zh-TW" sz="1100" b="0" i="0" u="none" strike="noStrike" cap="none" dirty="0" smtClean="0">
                <a:solidFill>
                  <a:srgbClr val="000000"/>
                </a:solidFill>
                <a:effectLst/>
                <a:latin typeface="Arial"/>
                <a:ea typeface="Arial"/>
                <a:cs typeface="Arial"/>
                <a:sym typeface="Arial"/>
              </a:rPr>
              <a:t>95</a:t>
            </a:r>
            <a:r>
              <a:rPr lang="zh-TW" altLang="en-US" sz="1100" b="0" i="0" u="none" strike="noStrike" cap="none" dirty="0">
                <a:solidFill>
                  <a:srgbClr val="000000"/>
                </a:solidFill>
                <a:effectLst/>
                <a:latin typeface="Arial"/>
                <a:ea typeface="Arial"/>
                <a:cs typeface="Arial"/>
                <a:sym typeface="Arial"/>
              </a:rPr>
              <a:t>提升到</a:t>
            </a:r>
            <a:r>
              <a:rPr lang="en-US" altLang="zh-TW" sz="1100" b="0" i="0" u="none" strike="noStrike" cap="none" dirty="0">
                <a:solidFill>
                  <a:srgbClr val="000000"/>
                </a:solidFill>
                <a:effectLst/>
                <a:latin typeface="Arial"/>
                <a:ea typeface="Arial"/>
                <a:cs typeface="Arial"/>
                <a:sym typeface="Arial"/>
              </a:rPr>
              <a:t>103.2Mbps</a:t>
            </a:r>
            <a:r>
              <a:rPr lang="zh-TW" altLang="en-US" sz="1100" b="0" i="0" u="none" strike="noStrike" cap="none" dirty="0">
                <a:solidFill>
                  <a:srgbClr val="000000"/>
                </a:solidFill>
                <a:effectLst/>
                <a:latin typeface="Arial"/>
                <a:ea typeface="Arial"/>
                <a:cs typeface="Arial"/>
                <a:sym typeface="Arial"/>
              </a:rPr>
              <a:t>，系統的吞吐量增加了</a:t>
            </a:r>
            <a:r>
              <a:rPr lang="en-US" altLang="zh-TW" sz="1100" b="0" i="0" u="none" strike="noStrike" cap="none" dirty="0" smtClean="0">
                <a:solidFill>
                  <a:srgbClr val="000000"/>
                </a:solidFill>
                <a:effectLst/>
                <a:latin typeface="Arial"/>
                <a:ea typeface="Arial"/>
                <a:cs typeface="Arial"/>
                <a:sym typeface="Arial"/>
              </a:rPr>
              <a:t>8.</a:t>
            </a:r>
            <a:r>
              <a:rPr lang="zh-TW" altLang="en-US" sz="1100" b="0" i="0" u="none" strike="noStrike" cap="none" dirty="0" smtClean="0">
                <a:solidFill>
                  <a:srgbClr val="000000"/>
                </a:solidFill>
                <a:effectLst/>
                <a:latin typeface="Arial"/>
                <a:ea typeface="Arial"/>
                <a:cs typeface="Arial"/>
                <a:sym typeface="Arial"/>
              </a:rPr>
              <a:t>％左右，</a:t>
            </a:r>
            <a:r>
              <a:rPr lang="en-US" altLang="zh-TW" sz="1100" b="0" i="0" u="none" strike="noStrike" cap="none" dirty="0">
                <a:solidFill>
                  <a:srgbClr val="000000"/>
                </a:solidFill>
                <a:effectLst/>
                <a:latin typeface="Arial"/>
                <a:ea typeface="Arial"/>
                <a:cs typeface="Arial"/>
                <a:sym typeface="Arial"/>
              </a:rPr>
              <a:t>LB-JABHB</a:t>
            </a:r>
            <a:r>
              <a:rPr lang="zh-TW" altLang="en-US" sz="1100" b="0" i="0" u="none" strike="noStrike" cap="none" dirty="0">
                <a:solidFill>
                  <a:srgbClr val="000000"/>
                </a:solidFill>
                <a:effectLst/>
                <a:latin typeface="Arial"/>
                <a:ea typeface="Arial"/>
                <a:cs typeface="Arial"/>
                <a:sym typeface="Arial"/>
              </a:rPr>
              <a:t>之後，所有波束的</a:t>
            </a:r>
            <a:r>
              <a:rPr lang="zh-TW" altLang="en-US" sz="1100" b="0" i="0" u="none" strike="noStrike" cap="none" dirty="0" smtClean="0">
                <a:solidFill>
                  <a:srgbClr val="000000"/>
                </a:solidFill>
                <a:effectLst/>
                <a:latin typeface="Arial"/>
                <a:ea typeface="Arial"/>
                <a:cs typeface="Arial"/>
                <a:sym typeface="Arial"/>
              </a:rPr>
              <a:t>平均</a:t>
            </a:r>
            <a:r>
              <a:rPr lang="en-US" altLang="zh-TW" sz="1100" b="0" i="0" u="none" strike="noStrike" cap="none" dirty="0" smtClean="0">
                <a:solidFill>
                  <a:srgbClr val="000000"/>
                </a:solidFill>
                <a:effectLst/>
                <a:latin typeface="Arial"/>
                <a:ea typeface="Arial"/>
                <a:cs typeface="Arial"/>
                <a:sym typeface="Arial"/>
              </a:rPr>
              <a:t>throughput</a:t>
            </a:r>
            <a:r>
              <a:rPr lang="zh-TW" altLang="en-US" sz="1100" b="0" i="0" u="none" strike="noStrike" cap="none" dirty="0" smtClean="0">
                <a:solidFill>
                  <a:srgbClr val="000000"/>
                </a:solidFill>
                <a:effectLst/>
                <a:latin typeface="Arial"/>
                <a:ea typeface="Arial"/>
                <a:cs typeface="Arial"/>
                <a:sym typeface="Arial"/>
              </a:rPr>
              <a:t>可以</a:t>
            </a:r>
            <a:r>
              <a:rPr lang="zh-TW" altLang="en-US" sz="1100" b="0" i="0" u="none" strike="noStrike" cap="none" dirty="0">
                <a:solidFill>
                  <a:srgbClr val="000000"/>
                </a:solidFill>
                <a:effectLst/>
                <a:latin typeface="Arial"/>
                <a:ea typeface="Arial"/>
                <a:cs typeface="Arial"/>
                <a:sym typeface="Arial"/>
              </a:rPr>
              <a:t>達到</a:t>
            </a:r>
            <a:r>
              <a:rPr lang="en-US" altLang="zh-TW" sz="1100" b="0" i="0" u="none" strike="noStrike" cap="none" dirty="0">
                <a:solidFill>
                  <a:srgbClr val="000000"/>
                </a:solidFill>
                <a:effectLst/>
                <a:latin typeface="Arial"/>
                <a:ea typeface="Arial"/>
                <a:cs typeface="Arial"/>
                <a:sym typeface="Arial"/>
              </a:rPr>
              <a:t>108.82Mbps</a:t>
            </a:r>
            <a:r>
              <a:rPr lang="zh-TW" altLang="en-US" sz="1100" b="0" i="0" u="none" strike="noStrike" cap="none" dirty="0">
                <a:solidFill>
                  <a:srgbClr val="000000"/>
                </a:solidFill>
                <a:effectLst/>
                <a:latin typeface="Arial"/>
                <a:ea typeface="Arial"/>
                <a:cs typeface="Arial"/>
                <a:sym typeface="Arial"/>
              </a:rPr>
              <a:t>，系統的吞吐量提高了</a:t>
            </a:r>
            <a:r>
              <a:rPr lang="en-US" altLang="zh-TW" sz="1100" b="0" i="0" u="none" strike="noStrike" cap="none" dirty="0">
                <a:solidFill>
                  <a:srgbClr val="000000"/>
                </a:solidFill>
                <a:effectLst/>
                <a:latin typeface="Arial"/>
                <a:ea typeface="Arial"/>
                <a:cs typeface="Arial"/>
                <a:sym typeface="Arial"/>
              </a:rPr>
              <a:t>13.97</a:t>
            </a:r>
            <a:r>
              <a:rPr lang="zh-TW" altLang="en-US" sz="1100" b="0" i="0" u="none" strike="noStrike" cap="none" dirty="0">
                <a:solidFill>
                  <a:srgbClr val="000000"/>
                </a:solidFill>
                <a:effectLst/>
                <a:latin typeface="Arial"/>
                <a:ea typeface="Arial"/>
                <a:cs typeface="Arial"/>
                <a:sym typeface="Arial"/>
              </a:rPr>
              <a:t>％</a:t>
            </a:r>
            <a:endParaRPr lang="zh-TW" altLang="en-US" dirty="0"/>
          </a:p>
        </p:txBody>
      </p:sp>
    </p:spTree>
    <p:extLst>
      <p:ext uri="{BB962C8B-B14F-4D97-AF65-F5344CB8AC3E}">
        <p14:creationId xmlns:p14="http://schemas.microsoft.com/office/powerpoint/2010/main" val="23568006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這篇提出了一個具有保證</a:t>
                </a:r>
                <a:r>
                  <a:rPr lang="en-US" altLang="zh-TW" dirty="0"/>
                  <a:t>QoS</a:t>
                </a:r>
                <a:r>
                  <a:rPr lang="zh-TW" altLang="en-US" dirty="0"/>
                  <a:t>的</a:t>
                </a:r>
                <a:r>
                  <a:rPr lang="en-US" altLang="zh-TW" dirty="0"/>
                  <a:t>load balance</a:t>
                </a:r>
                <a:r>
                  <a:rPr lang="zh-TW" altLang="en-US" dirty="0"/>
                  <a:t>算法，實驗結果表示這算法可以提高系統效能，但未來要考慮更靈活得</a:t>
                </a:r>
                <a:r>
                  <a:rPr lang="en-US" altLang="zh-TW" dirty="0" err="1"/>
                  <a:t>beamhopping</a:t>
                </a:r>
                <a:r>
                  <a:rPr lang="zh-TW" altLang="en-US" dirty="0"/>
                  <a:t>策略，譬如開啟窗口</a:t>
                </a:r>
                <a:r>
                  <a:rPr lang="zh-TW" altLang="en-US" dirty="0" smtClean="0"/>
                  <a:t>時長可以</a:t>
                </a:r>
                <a:r>
                  <a:rPr lang="zh-TW" altLang="en-US" dirty="0"/>
                  <a:t>變化等等。</a:t>
                </a:r>
                <a:endParaRPr lang="en-US" altLang="zh-TW" dirty="0"/>
              </a:p>
            </p:txBody>
          </p:sp>
        </mc:Choice>
        <mc:Fallback xmlns="">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smtClean="0">
                    <a:solidFill>
                      <a:srgbClr val="000000"/>
                    </a:solidFill>
                    <a:effectLst/>
                    <a:latin typeface="Arial"/>
                    <a:ea typeface="Arial"/>
                    <a:cs typeface="Arial"/>
                    <a:sym typeface="Arial"/>
                  </a:rPr>
                  <a:t>由於</a:t>
                </a:r>
                <a:r>
                  <a:rPr lang="zh-TW" altLang="en-US" sz="1100" b="0" i="0" u="none" strike="noStrike" cap="none" dirty="0">
                    <a:solidFill>
                      <a:srgbClr val="000000"/>
                    </a:solidFill>
                    <a:effectLst/>
                    <a:latin typeface="Arial"/>
                    <a:ea typeface="Arial"/>
                    <a:cs typeface="Arial"/>
                    <a:sym typeface="Arial"/>
                  </a:rPr>
                  <a:t>衛星軌道遠離地球表面，自由空間傳播損耗是傳輸過程中的主要損耗。無線電波從全向天線發射後將在自由空間中傳播；能量就會傳播到地球表面。離地球表面越遠，覆蓋面積越大，這意味著每單位面積接收到的信號越弱，傳播損耗越大</a:t>
                </a:r>
                <a:r>
                  <a:rPr lang="zh-TW" altLang="en-US" sz="1100" b="0" i="0" u="none" strike="noStrike" cap="none" dirty="0" smtClean="0">
                    <a:solidFill>
                      <a:srgbClr val="000000"/>
                    </a:solidFill>
                    <a:effectLst/>
                    <a:latin typeface="Arial"/>
                    <a:ea typeface="Arial"/>
                    <a:cs typeface="Arial"/>
                    <a:sym typeface="Arial"/>
                  </a:rPr>
                  <a:t>。</a:t>
                </a:r>
                <a:endParaRPr lang="en-US" altLang="zh-TW" sz="1100" b="0" i="0" u="none" strike="noStrike" cap="none" dirty="0" smtClean="0">
                  <a:solidFill>
                    <a:srgbClr val="000000"/>
                  </a:solidFill>
                  <a:effectLst/>
                  <a:latin typeface="Arial"/>
                  <a:ea typeface="Arial"/>
                  <a:cs typeface="Arial"/>
                  <a:sym typeface="Arial"/>
                </a:endParaRPr>
              </a:p>
              <a:p>
                <a:pPr marL="0" lvl="0" indent="0" algn="l" rtl="0">
                  <a:spcBef>
                    <a:spcPts val="0"/>
                  </a:spcBef>
                  <a:spcAft>
                    <a:spcPts val="0"/>
                  </a:spcAft>
                  <a:buNone/>
                </a:pPr>
                <a:r>
                  <a:rPr lang="zh-TW" altLang="en-US" sz="1100" b="0" i="0" u="none" strike="noStrike" cap="none" dirty="0" smtClean="0">
                    <a:solidFill>
                      <a:srgbClr val="000000"/>
                    </a:solidFill>
                    <a:effectLst/>
                    <a:latin typeface="Arial"/>
                    <a:cs typeface="Arial"/>
                    <a:sym typeface="Arial"/>
                  </a:rPr>
                  <a:t>衛星通信在傳輸過程中會有各總損失，包含</a:t>
                </a:r>
                <a:r>
                  <a:rPr lang="en-US" altLang="zh-TW" sz="1100" b="0" i="0" u="none" strike="noStrike" cap="none" dirty="0" smtClean="0">
                    <a:solidFill>
                      <a:srgbClr val="000000"/>
                    </a:solidFill>
                    <a:effectLst/>
                    <a:latin typeface="Arial"/>
                    <a:cs typeface="Arial"/>
                    <a:sym typeface="Arial"/>
                  </a:rPr>
                  <a:t>free</a:t>
                </a:r>
                <a:r>
                  <a:rPr lang="en-US" altLang="zh-TW" sz="1100" b="0" i="0" u="none" strike="noStrike" cap="none" baseline="0" dirty="0" smtClean="0">
                    <a:solidFill>
                      <a:srgbClr val="000000"/>
                    </a:solidFill>
                    <a:effectLst/>
                    <a:latin typeface="Arial"/>
                    <a:cs typeface="Arial"/>
                    <a:sym typeface="Arial"/>
                  </a:rPr>
                  <a:t> space loss</a:t>
                </a:r>
                <a:r>
                  <a:rPr lang="zh-TW" altLang="en-US" sz="1100" b="0" i="0" u="none" strike="noStrike" cap="none" baseline="0" dirty="0" smtClean="0">
                    <a:solidFill>
                      <a:srgbClr val="000000"/>
                    </a:solidFill>
                    <a:effectLst/>
                    <a:latin typeface="Arial"/>
                    <a:cs typeface="Arial"/>
                    <a:sym typeface="Arial"/>
                  </a:rPr>
                  <a:t>，大氣、下雨、雲、霧等等的影響。並且離地面越遠，覆蓋面積越大，也代表每單位面積所接收到的訊號越弱，傳播耗損越大，</a:t>
                </a:r>
                <a:endParaRPr lang="en-US" altLang="zh-TW" sz="1100" b="0" i="0" u="none" strike="noStrike" cap="none" baseline="0" dirty="0" smtClean="0">
                  <a:solidFill>
                    <a:srgbClr val="000000"/>
                  </a:solidFill>
                  <a:effectLst/>
                  <a:latin typeface="Arial"/>
                  <a:cs typeface="Arial"/>
                  <a:sym typeface="Arial"/>
                </a:endParaRPr>
              </a:p>
              <a:p>
                <a:pPr marL="0" lvl="0" indent="0" algn="l" rtl="0">
                  <a:spcBef>
                    <a:spcPts val="0"/>
                  </a:spcBef>
                  <a:spcAft>
                    <a:spcPts val="0"/>
                  </a:spcAft>
                  <a:buNone/>
                </a:pPr>
                <a:r>
                  <a:rPr lang="zh-TW" altLang="en-US" sz="1100" b="0" i="0" u="none" strike="noStrike" cap="none" baseline="0" dirty="0" smtClean="0">
                    <a:solidFill>
                      <a:srgbClr val="000000"/>
                    </a:solidFill>
                    <a:effectLst/>
                    <a:latin typeface="Arial"/>
                    <a:cs typeface="Arial"/>
                    <a:sym typeface="Arial"/>
                  </a:rPr>
                  <a:t>我們可以用以下式子表示</a:t>
                </a:r>
                <a:r>
                  <a:rPr lang="en-US" altLang="zh-TW" sz="1100" b="0" i="0" u="none" strike="noStrike" cap="none" baseline="0" dirty="0" smtClean="0">
                    <a:solidFill>
                      <a:srgbClr val="000000"/>
                    </a:solidFill>
                    <a:effectLst/>
                    <a:latin typeface="Arial"/>
                    <a:cs typeface="Arial"/>
                    <a:sym typeface="Arial"/>
                  </a:rPr>
                  <a:t>free space loss</a:t>
                </a:r>
                <a:r>
                  <a:rPr lang="zh-TW" altLang="en-US" sz="1100" b="0" i="0" u="none" strike="noStrike" cap="none" baseline="0" dirty="0" smtClean="0">
                    <a:solidFill>
                      <a:srgbClr val="000000"/>
                    </a:solidFill>
                    <a:effectLst/>
                    <a:latin typeface="Arial"/>
                    <a:cs typeface="Arial"/>
                    <a:sym typeface="Arial"/>
                  </a:rPr>
                  <a:t> </a:t>
                </a:r>
                <a:r>
                  <a:rPr lang="en-US" altLang="zh-TW" sz="1100" b="0" i="0" u="none" strike="noStrike" cap="none" baseline="0" dirty="0" smtClean="0">
                    <a:solidFill>
                      <a:srgbClr val="000000"/>
                    </a:solidFill>
                    <a:effectLst/>
                    <a:latin typeface="Arial"/>
                    <a:cs typeface="Arial"/>
                    <a:sym typeface="Arial"/>
                  </a:rPr>
                  <a:t>(</a:t>
                </a:r>
                <a:r>
                  <a:rPr lang="en-US" altLang="zh-TW" sz="1100" i="0" smtClean="0">
                    <a:latin typeface="Cambria Math" panose="02040503050406030204" pitchFamily="18" charset="0"/>
                  </a:rPr>
                  <a:t>𝜆</a:t>
                </a:r>
                <a:r>
                  <a:rPr lang="en-US" altLang="zh-TW" dirty="0" smtClean="0"/>
                  <a:t>=</a:t>
                </a:r>
                <a:r>
                  <a:rPr lang="zh-TW" altLang="en-US" dirty="0" smtClean="0"/>
                  <a:t> </a:t>
                </a:r>
                <a:r>
                  <a:rPr lang="en-US" altLang="zh-TW" dirty="0" smtClean="0"/>
                  <a:t>C/F</a:t>
                </a:r>
                <a:r>
                  <a:rPr lang="en-US" altLang="zh-TW" dirty="0" smtClean="0"/>
                  <a:t>)</a:t>
                </a:r>
                <a:r>
                  <a:rPr lang="zh-TW" altLang="en-US" dirty="0" smtClean="0"/>
                  <a:t>，</a:t>
                </a:r>
                <a:endParaRPr lang="en-US" altLang="zh-TW" dirty="0" smtClean="0"/>
              </a:p>
              <a:p>
                <a:pPr marL="0" lvl="0" indent="0" algn="l" rtl="0">
                  <a:spcBef>
                    <a:spcPts val="0"/>
                  </a:spcBef>
                  <a:spcAft>
                    <a:spcPts val="0"/>
                  </a:spcAft>
                  <a:buNone/>
                </a:pPr>
                <a:r>
                  <a:rPr lang="zh-TW" altLang="en-US" dirty="0" smtClean="0"/>
                  <a:t>因此總共的耗損可以表示為</a:t>
                </a:r>
                <a:r>
                  <a:rPr lang="en-US" altLang="zh-TW" dirty="0" smtClean="0"/>
                  <a:t>free space loss+</a:t>
                </a:r>
                <a:r>
                  <a:rPr lang="zh-TW" altLang="en-US" dirty="0" smtClean="0"/>
                  <a:t>收大氣影響的耗損，以及其他耗損</a:t>
                </a:r>
                <a:endParaRPr lang="en-US" altLang="zh-TW" dirty="0"/>
              </a:p>
            </p:txBody>
          </p:sp>
        </mc:Fallback>
      </mc:AlternateContent>
    </p:spTree>
    <p:extLst>
      <p:ext uri="{BB962C8B-B14F-4D97-AF65-F5344CB8AC3E}">
        <p14:creationId xmlns:p14="http://schemas.microsoft.com/office/powerpoint/2010/main" val="25288846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35694cd56_0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7" name="Google Shape;787;g35694cd56_0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76740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61"/>
        <p:cNvGrpSpPr/>
        <p:nvPr/>
      </p:nvGrpSpPr>
      <p:grpSpPr>
        <a:xfrm>
          <a:off x="0" y="0"/>
          <a:ext cx="0" cy="0"/>
          <a:chOff x="0" y="0"/>
          <a:chExt cx="0" cy="0"/>
        </a:xfrm>
      </p:grpSpPr>
      <p:sp>
        <p:nvSpPr>
          <p:cNvPr id="162" name="Google Shape;162;p2"/>
          <p:cNvSpPr txBox="1">
            <a:spLocks noGrp="1"/>
          </p:cNvSpPr>
          <p:nvPr>
            <p:ph type="ctrTitle"/>
          </p:nvPr>
        </p:nvSpPr>
        <p:spPr>
          <a:xfrm>
            <a:off x="2305100" y="1161050"/>
            <a:ext cx="6153000" cy="1159800"/>
          </a:xfrm>
          <a:prstGeom prst="rect">
            <a:avLst/>
          </a:prstGeom>
        </p:spPr>
        <p:txBody>
          <a:bodyPr spcFirstLastPara="1" wrap="square" lIns="91425" tIns="91425" rIns="91425" bIns="91425" anchor="ctr" anchorCtr="0">
            <a:noAutofit/>
          </a:bodyPr>
          <a:lstStyle>
            <a:lvl1pPr lvl="0" algn="r">
              <a:spcBef>
                <a:spcPts val="0"/>
              </a:spcBef>
              <a:spcAft>
                <a:spcPts val="0"/>
              </a:spcAft>
              <a:buClr>
                <a:schemeClr val="dk2"/>
              </a:buClr>
              <a:buSzPts val="4800"/>
              <a:buNone/>
              <a:defRPr sz="4800" b="0">
                <a:solidFill>
                  <a:schemeClr val="dk2"/>
                </a:solidFill>
              </a:defRPr>
            </a:lvl1pPr>
            <a:lvl2pPr lvl="1" algn="r">
              <a:spcBef>
                <a:spcPts val="0"/>
              </a:spcBef>
              <a:spcAft>
                <a:spcPts val="0"/>
              </a:spcAft>
              <a:buClr>
                <a:schemeClr val="dk2"/>
              </a:buClr>
              <a:buSzPts val="4800"/>
              <a:buNone/>
              <a:defRPr sz="4800" b="0">
                <a:solidFill>
                  <a:schemeClr val="dk2"/>
                </a:solidFill>
              </a:defRPr>
            </a:lvl2pPr>
            <a:lvl3pPr lvl="2" algn="r">
              <a:spcBef>
                <a:spcPts val="0"/>
              </a:spcBef>
              <a:spcAft>
                <a:spcPts val="0"/>
              </a:spcAft>
              <a:buClr>
                <a:schemeClr val="dk2"/>
              </a:buClr>
              <a:buSzPts val="4800"/>
              <a:buNone/>
              <a:defRPr sz="4800" b="0">
                <a:solidFill>
                  <a:schemeClr val="dk2"/>
                </a:solidFill>
              </a:defRPr>
            </a:lvl3pPr>
            <a:lvl4pPr lvl="3" algn="r">
              <a:spcBef>
                <a:spcPts val="0"/>
              </a:spcBef>
              <a:spcAft>
                <a:spcPts val="0"/>
              </a:spcAft>
              <a:buClr>
                <a:schemeClr val="dk2"/>
              </a:buClr>
              <a:buSzPts val="4800"/>
              <a:buNone/>
              <a:defRPr sz="4800" b="0">
                <a:solidFill>
                  <a:schemeClr val="dk2"/>
                </a:solidFill>
              </a:defRPr>
            </a:lvl4pPr>
            <a:lvl5pPr lvl="4" algn="r">
              <a:spcBef>
                <a:spcPts val="0"/>
              </a:spcBef>
              <a:spcAft>
                <a:spcPts val="0"/>
              </a:spcAft>
              <a:buClr>
                <a:schemeClr val="dk2"/>
              </a:buClr>
              <a:buSzPts val="4800"/>
              <a:buNone/>
              <a:defRPr sz="4800" b="0">
                <a:solidFill>
                  <a:schemeClr val="dk2"/>
                </a:solidFill>
              </a:defRPr>
            </a:lvl5pPr>
            <a:lvl6pPr lvl="5" algn="r">
              <a:spcBef>
                <a:spcPts val="0"/>
              </a:spcBef>
              <a:spcAft>
                <a:spcPts val="0"/>
              </a:spcAft>
              <a:buClr>
                <a:schemeClr val="dk2"/>
              </a:buClr>
              <a:buSzPts val="4800"/>
              <a:buNone/>
              <a:defRPr sz="4800" b="0">
                <a:solidFill>
                  <a:schemeClr val="dk2"/>
                </a:solidFill>
              </a:defRPr>
            </a:lvl6pPr>
            <a:lvl7pPr lvl="6" algn="r">
              <a:spcBef>
                <a:spcPts val="0"/>
              </a:spcBef>
              <a:spcAft>
                <a:spcPts val="0"/>
              </a:spcAft>
              <a:buClr>
                <a:schemeClr val="dk2"/>
              </a:buClr>
              <a:buSzPts val="4800"/>
              <a:buNone/>
              <a:defRPr sz="4800" b="0">
                <a:solidFill>
                  <a:schemeClr val="dk2"/>
                </a:solidFill>
              </a:defRPr>
            </a:lvl7pPr>
            <a:lvl8pPr lvl="7" algn="r">
              <a:spcBef>
                <a:spcPts val="0"/>
              </a:spcBef>
              <a:spcAft>
                <a:spcPts val="0"/>
              </a:spcAft>
              <a:buClr>
                <a:schemeClr val="dk2"/>
              </a:buClr>
              <a:buSzPts val="4800"/>
              <a:buNone/>
              <a:defRPr sz="4800" b="0">
                <a:solidFill>
                  <a:schemeClr val="dk2"/>
                </a:solidFill>
              </a:defRPr>
            </a:lvl8pPr>
            <a:lvl9pPr lvl="8" algn="r">
              <a:spcBef>
                <a:spcPts val="0"/>
              </a:spcBef>
              <a:spcAft>
                <a:spcPts val="0"/>
              </a:spcAft>
              <a:buClr>
                <a:schemeClr val="dk2"/>
              </a:buClr>
              <a:buSzPts val="4800"/>
              <a:buNone/>
              <a:defRPr sz="4800" b="0">
                <a:solidFill>
                  <a:schemeClr val="dk2"/>
                </a:solidFill>
              </a:defRPr>
            </a:lvl9pPr>
          </a:lstStyle>
          <a:p>
            <a:endParaRPr/>
          </a:p>
        </p:txBody>
      </p:sp>
      <p:sp>
        <p:nvSpPr>
          <p:cNvPr id="163" name="Google Shape;163;p2"/>
          <p:cNvSpPr/>
          <p:nvPr/>
        </p:nvSpPr>
        <p:spPr>
          <a:xfrm>
            <a:off x="723692" y="4220091"/>
            <a:ext cx="794875" cy="985737"/>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64" name="Google Shape;164;p2"/>
          <p:cNvSpPr/>
          <p:nvPr/>
        </p:nvSpPr>
        <p:spPr>
          <a:xfrm>
            <a:off x="-58319" y="3053287"/>
            <a:ext cx="782014" cy="890356"/>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65" name="Google Shape;165;p2"/>
          <p:cNvSpPr/>
          <p:nvPr/>
        </p:nvSpPr>
        <p:spPr>
          <a:xfrm>
            <a:off x="4025101" y="3422420"/>
            <a:ext cx="370865" cy="809588"/>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66" name="Google Shape;166;p2"/>
          <p:cNvSpPr/>
          <p:nvPr/>
        </p:nvSpPr>
        <p:spPr>
          <a:xfrm>
            <a:off x="3078045" y="3128354"/>
            <a:ext cx="730671" cy="895811"/>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67" name="Google Shape;167;p2"/>
          <p:cNvSpPr/>
          <p:nvPr/>
        </p:nvSpPr>
        <p:spPr>
          <a:xfrm>
            <a:off x="5401648" y="3285712"/>
            <a:ext cx="805934" cy="750838"/>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68" name="Google Shape;168;p2"/>
          <p:cNvSpPr/>
          <p:nvPr/>
        </p:nvSpPr>
        <p:spPr>
          <a:xfrm>
            <a:off x="8364459" y="3346843"/>
            <a:ext cx="873792" cy="600260"/>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69" name="Google Shape;169;p2"/>
          <p:cNvSpPr/>
          <p:nvPr/>
        </p:nvSpPr>
        <p:spPr>
          <a:xfrm>
            <a:off x="4551116" y="3125540"/>
            <a:ext cx="657208" cy="679227"/>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0" name="Google Shape;170;p2"/>
          <p:cNvSpPr/>
          <p:nvPr/>
        </p:nvSpPr>
        <p:spPr>
          <a:xfrm>
            <a:off x="4419881" y="3994834"/>
            <a:ext cx="919681" cy="950908"/>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1" name="Google Shape;171;p2"/>
          <p:cNvSpPr/>
          <p:nvPr/>
        </p:nvSpPr>
        <p:spPr>
          <a:xfrm>
            <a:off x="2644912" y="4036538"/>
            <a:ext cx="890356" cy="706800"/>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2" name="Google Shape;172;p2"/>
          <p:cNvSpPr/>
          <p:nvPr/>
        </p:nvSpPr>
        <p:spPr>
          <a:xfrm>
            <a:off x="2116542" y="3186156"/>
            <a:ext cx="829755" cy="780163"/>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3" name="Google Shape;173;p2"/>
          <p:cNvSpPr/>
          <p:nvPr/>
        </p:nvSpPr>
        <p:spPr>
          <a:xfrm>
            <a:off x="1347361" y="3186147"/>
            <a:ext cx="599146" cy="706812"/>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4" name="Google Shape;174;p2"/>
          <p:cNvSpPr/>
          <p:nvPr/>
        </p:nvSpPr>
        <p:spPr>
          <a:xfrm>
            <a:off x="2681615" y="4813558"/>
            <a:ext cx="816944" cy="313967"/>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5" name="Google Shape;175;p2"/>
          <p:cNvSpPr/>
          <p:nvPr/>
        </p:nvSpPr>
        <p:spPr>
          <a:xfrm>
            <a:off x="7146421" y="4508764"/>
            <a:ext cx="1040884" cy="730620"/>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6" name="Google Shape;176;p2"/>
          <p:cNvSpPr/>
          <p:nvPr/>
        </p:nvSpPr>
        <p:spPr>
          <a:xfrm>
            <a:off x="7146430" y="3104432"/>
            <a:ext cx="684732" cy="721463"/>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7" name="Google Shape;177;p2"/>
          <p:cNvSpPr/>
          <p:nvPr/>
        </p:nvSpPr>
        <p:spPr>
          <a:xfrm>
            <a:off x="5262207" y="4729516"/>
            <a:ext cx="525046" cy="372666"/>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8" name="Google Shape;178;p2"/>
          <p:cNvSpPr/>
          <p:nvPr/>
        </p:nvSpPr>
        <p:spPr>
          <a:xfrm>
            <a:off x="8376372" y="4729061"/>
            <a:ext cx="508532" cy="324976"/>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9" name="Google Shape;179;p2"/>
          <p:cNvSpPr/>
          <p:nvPr/>
        </p:nvSpPr>
        <p:spPr>
          <a:xfrm>
            <a:off x="3808716" y="4429326"/>
            <a:ext cx="570935" cy="567282"/>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0" name="Google Shape;180;p2"/>
          <p:cNvSpPr/>
          <p:nvPr/>
        </p:nvSpPr>
        <p:spPr>
          <a:xfrm>
            <a:off x="7975391" y="3053272"/>
            <a:ext cx="541560" cy="679277"/>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1" name="Google Shape;181;p2"/>
          <p:cNvSpPr/>
          <p:nvPr/>
        </p:nvSpPr>
        <p:spPr>
          <a:xfrm>
            <a:off x="1570785" y="4028295"/>
            <a:ext cx="734324" cy="723314"/>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2" name="Google Shape;182;p2"/>
          <p:cNvSpPr/>
          <p:nvPr/>
        </p:nvSpPr>
        <p:spPr>
          <a:xfrm>
            <a:off x="247060" y="4094875"/>
            <a:ext cx="275434" cy="244207"/>
          </a:xfrm>
          <a:custGeom>
            <a:avLst/>
            <a:gdLst/>
            <a:ahLst/>
            <a:cxnLst/>
            <a:rect l="l" t="t" r="r" b="b"/>
            <a:pathLst>
              <a:path w="5504" h="4880" extrusionOk="0">
                <a:moveTo>
                  <a:pt x="5173" y="0"/>
                </a:moveTo>
                <a:lnTo>
                  <a:pt x="5063" y="37"/>
                </a:lnTo>
                <a:lnTo>
                  <a:pt x="4990" y="110"/>
                </a:lnTo>
                <a:lnTo>
                  <a:pt x="4770" y="404"/>
                </a:lnTo>
                <a:lnTo>
                  <a:pt x="4513" y="624"/>
                </a:lnTo>
                <a:lnTo>
                  <a:pt x="4219" y="844"/>
                </a:lnTo>
                <a:lnTo>
                  <a:pt x="3926" y="991"/>
                </a:lnTo>
                <a:lnTo>
                  <a:pt x="3742" y="1064"/>
                </a:lnTo>
                <a:lnTo>
                  <a:pt x="3559" y="1101"/>
                </a:lnTo>
                <a:lnTo>
                  <a:pt x="3229" y="1101"/>
                </a:lnTo>
                <a:lnTo>
                  <a:pt x="2862" y="1028"/>
                </a:lnTo>
                <a:lnTo>
                  <a:pt x="2532" y="917"/>
                </a:lnTo>
                <a:lnTo>
                  <a:pt x="2239" y="807"/>
                </a:lnTo>
                <a:lnTo>
                  <a:pt x="1908" y="734"/>
                </a:lnTo>
                <a:lnTo>
                  <a:pt x="1578" y="661"/>
                </a:lnTo>
                <a:lnTo>
                  <a:pt x="1248" y="624"/>
                </a:lnTo>
                <a:lnTo>
                  <a:pt x="918" y="661"/>
                </a:lnTo>
                <a:lnTo>
                  <a:pt x="625" y="771"/>
                </a:lnTo>
                <a:lnTo>
                  <a:pt x="478" y="844"/>
                </a:lnTo>
                <a:lnTo>
                  <a:pt x="368" y="954"/>
                </a:lnTo>
                <a:lnTo>
                  <a:pt x="258" y="1064"/>
                </a:lnTo>
                <a:lnTo>
                  <a:pt x="148" y="1211"/>
                </a:lnTo>
                <a:lnTo>
                  <a:pt x="111" y="1284"/>
                </a:lnTo>
                <a:lnTo>
                  <a:pt x="111" y="1321"/>
                </a:lnTo>
                <a:lnTo>
                  <a:pt x="148" y="1431"/>
                </a:lnTo>
                <a:lnTo>
                  <a:pt x="258" y="1468"/>
                </a:lnTo>
                <a:lnTo>
                  <a:pt x="368" y="1468"/>
                </a:lnTo>
                <a:lnTo>
                  <a:pt x="698" y="1284"/>
                </a:lnTo>
                <a:lnTo>
                  <a:pt x="1028" y="1174"/>
                </a:lnTo>
                <a:lnTo>
                  <a:pt x="1028" y="2531"/>
                </a:lnTo>
                <a:lnTo>
                  <a:pt x="955" y="3228"/>
                </a:lnTo>
                <a:lnTo>
                  <a:pt x="881" y="3925"/>
                </a:lnTo>
                <a:lnTo>
                  <a:pt x="698" y="3852"/>
                </a:lnTo>
                <a:lnTo>
                  <a:pt x="551" y="3742"/>
                </a:lnTo>
                <a:lnTo>
                  <a:pt x="368" y="3632"/>
                </a:lnTo>
                <a:lnTo>
                  <a:pt x="184" y="3522"/>
                </a:lnTo>
                <a:lnTo>
                  <a:pt x="111" y="3522"/>
                </a:lnTo>
                <a:lnTo>
                  <a:pt x="38" y="3595"/>
                </a:lnTo>
                <a:lnTo>
                  <a:pt x="1" y="3669"/>
                </a:lnTo>
                <a:lnTo>
                  <a:pt x="1" y="3779"/>
                </a:lnTo>
                <a:lnTo>
                  <a:pt x="38" y="3962"/>
                </a:lnTo>
                <a:lnTo>
                  <a:pt x="148" y="4145"/>
                </a:lnTo>
                <a:lnTo>
                  <a:pt x="294" y="4256"/>
                </a:lnTo>
                <a:lnTo>
                  <a:pt x="514" y="4402"/>
                </a:lnTo>
                <a:lnTo>
                  <a:pt x="735" y="4476"/>
                </a:lnTo>
                <a:lnTo>
                  <a:pt x="1175" y="4476"/>
                </a:lnTo>
                <a:lnTo>
                  <a:pt x="1248" y="4439"/>
                </a:lnTo>
                <a:lnTo>
                  <a:pt x="1321" y="4402"/>
                </a:lnTo>
                <a:lnTo>
                  <a:pt x="1395" y="4256"/>
                </a:lnTo>
                <a:lnTo>
                  <a:pt x="1505" y="3485"/>
                </a:lnTo>
                <a:lnTo>
                  <a:pt x="1578" y="2715"/>
                </a:lnTo>
                <a:lnTo>
                  <a:pt x="1578" y="1908"/>
                </a:lnTo>
                <a:lnTo>
                  <a:pt x="1542" y="1504"/>
                </a:lnTo>
                <a:lnTo>
                  <a:pt x="1505" y="1138"/>
                </a:lnTo>
                <a:lnTo>
                  <a:pt x="1762" y="1174"/>
                </a:lnTo>
                <a:lnTo>
                  <a:pt x="2128" y="1321"/>
                </a:lnTo>
                <a:lnTo>
                  <a:pt x="2459" y="1431"/>
                </a:lnTo>
                <a:lnTo>
                  <a:pt x="2825" y="1578"/>
                </a:lnTo>
                <a:lnTo>
                  <a:pt x="3192" y="1651"/>
                </a:lnTo>
                <a:lnTo>
                  <a:pt x="3486" y="1651"/>
                </a:lnTo>
                <a:lnTo>
                  <a:pt x="3449" y="2531"/>
                </a:lnTo>
                <a:lnTo>
                  <a:pt x="3412" y="3449"/>
                </a:lnTo>
                <a:lnTo>
                  <a:pt x="3412" y="3999"/>
                </a:lnTo>
                <a:lnTo>
                  <a:pt x="3412" y="4256"/>
                </a:lnTo>
                <a:lnTo>
                  <a:pt x="3412" y="4366"/>
                </a:lnTo>
                <a:lnTo>
                  <a:pt x="3412" y="4402"/>
                </a:lnTo>
                <a:lnTo>
                  <a:pt x="3449" y="4402"/>
                </a:lnTo>
                <a:lnTo>
                  <a:pt x="3412" y="4476"/>
                </a:lnTo>
                <a:lnTo>
                  <a:pt x="3376" y="4512"/>
                </a:lnTo>
                <a:lnTo>
                  <a:pt x="3376" y="4659"/>
                </a:lnTo>
                <a:lnTo>
                  <a:pt x="3376" y="4696"/>
                </a:lnTo>
                <a:lnTo>
                  <a:pt x="3412" y="4806"/>
                </a:lnTo>
                <a:lnTo>
                  <a:pt x="3522" y="4879"/>
                </a:lnTo>
                <a:lnTo>
                  <a:pt x="3632" y="4879"/>
                </a:lnTo>
                <a:lnTo>
                  <a:pt x="3742" y="4842"/>
                </a:lnTo>
                <a:lnTo>
                  <a:pt x="3853" y="4732"/>
                </a:lnTo>
                <a:lnTo>
                  <a:pt x="3926" y="4586"/>
                </a:lnTo>
                <a:lnTo>
                  <a:pt x="3926" y="4439"/>
                </a:lnTo>
                <a:lnTo>
                  <a:pt x="3926" y="4256"/>
                </a:lnTo>
                <a:lnTo>
                  <a:pt x="3963" y="3045"/>
                </a:lnTo>
                <a:lnTo>
                  <a:pt x="3963" y="1871"/>
                </a:lnTo>
                <a:lnTo>
                  <a:pt x="3963" y="1541"/>
                </a:lnTo>
                <a:lnTo>
                  <a:pt x="4366" y="1394"/>
                </a:lnTo>
                <a:lnTo>
                  <a:pt x="4733" y="1138"/>
                </a:lnTo>
                <a:lnTo>
                  <a:pt x="5063" y="844"/>
                </a:lnTo>
                <a:lnTo>
                  <a:pt x="5320" y="551"/>
                </a:lnTo>
                <a:lnTo>
                  <a:pt x="5467" y="367"/>
                </a:lnTo>
                <a:lnTo>
                  <a:pt x="5503" y="257"/>
                </a:lnTo>
                <a:lnTo>
                  <a:pt x="5503" y="184"/>
                </a:lnTo>
                <a:lnTo>
                  <a:pt x="5430" y="74"/>
                </a:lnTo>
                <a:lnTo>
                  <a:pt x="5356" y="37"/>
                </a:lnTo>
                <a:lnTo>
                  <a:pt x="5283"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3" name="Google Shape;183;p2"/>
          <p:cNvSpPr/>
          <p:nvPr/>
        </p:nvSpPr>
        <p:spPr>
          <a:xfrm>
            <a:off x="8516944" y="4082884"/>
            <a:ext cx="690236" cy="510383"/>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4" name="Google Shape;184;p2"/>
          <p:cNvSpPr/>
          <p:nvPr/>
        </p:nvSpPr>
        <p:spPr>
          <a:xfrm>
            <a:off x="859713" y="3417443"/>
            <a:ext cx="317620" cy="659010"/>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5" name="Google Shape;185;p2"/>
          <p:cNvSpPr/>
          <p:nvPr/>
        </p:nvSpPr>
        <p:spPr>
          <a:xfrm rot="1920742">
            <a:off x="5707038" y="4213989"/>
            <a:ext cx="884797" cy="750834"/>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6" name="Google Shape;186;p2"/>
          <p:cNvSpPr/>
          <p:nvPr/>
        </p:nvSpPr>
        <p:spPr>
          <a:xfrm rot="-3496844">
            <a:off x="115839" y="4509560"/>
            <a:ext cx="537852" cy="464440"/>
          </a:xfrm>
          <a:custGeom>
            <a:avLst/>
            <a:gdLst/>
            <a:ahLst/>
            <a:cxnLst/>
            <a:rect l="l" t="t" r="r" b="b"/>
            <a:pathLst>
              <a:path w="10748" h="9281" extrusionOk="0">
                <a:moveTo>
                  <a:pt x="4072" y="550"/>
                </a:moveTo>
                <a:lnTo>
                  <a:pt x="4329" y="587"/>
                </a:lnTo>
                <a:lnTo>
                  <a:pt x="4585" y="697"/>
                </a:lnTo>
                <a:lnTo>
                  <a:pt x="4842" y="844"/>
                </a:lnTo>
                <a:lnTo>
                  <a:pt x="5025" y="1064"/>
                </a:lnTo>
                <a:lnTo>
                  <a:pt x="5136" y="1211"/>
                </a:lnTo>
                <a:lnTo>
                  <a:pt x="5209" y="1394"/>
                </a:lnTo>
                <a:lnTo>
                  <a:pt x="5246" y="1541"/>
                </a:lnTo>
                <a:lnTo>
                  <a:pt x="5282" y="1724"/>
                </a:lnTo>
                <a:lnTo>
                  <a:pt x="5282" y="2091"/>
                </a:lnTo>
                <a:lnTo>
                  <a:pt x="5246" y="2458"/>
                </a:lnTo>
                <a:lnTo>
                  <a:pt x="5209" y="2641"/>
                </a:lnTo>
                <a:lnTo>
                  <a:pt x="4695" y="1761"/>
                </a:lnTo>
                <a:lnTo>
                  <a:pt x="4072" y="550"/>
                </a:lnTo>
                <a:close/>
                <a:moveTo>
                  <a:pt x="1357" y="3008"/>
                </a:moveTo>
                <a:lnTo>
                  <a:pt x="1504" y="3265"/>
                </a:lnTo>
                <a:lnTo>
                  <a:pt x="1614" y="3558"/>
                </a:lnTo>
                <a:lnTo>
                  <a:pt x="1797" y="3852"/>
                </a:lnTo>
                <a:lnTo>
                  <a:pt x="1467" y="3778"/>
                </a:lnTo>
                <a:lnTo>
                  <a:pt x="1137" y="3742"/>
                </a:lnTo>
                <a:lnTo>
                  <a:pt x="1321" y="3118"/>
                </a:lnTo>
                <a:lnTo>
                  <a:pt x="1357" y="3008"/>
                </a:lnTo>
                <a:close/>
                <a:moveTo>
                  <a:pt x="3815" y="550"/>
                </a:moveTo>
                <a:lnTo>
                  <a:pt x="4072" y="1174"/>
                </a:lnTo>
                <a:lnTo>
                  <a:pt x="4329" y="1798"/>
                </a:lnTo>
                <a:lnTo>
                  <a:pt x="4695" y="2531"/>
                </a:lnTo>
                <a:lnTo>
                  <a:pt x="5099" y="3265"/>
                </a:lnTo>
                <a:lnTo>
                  <a:pt x="4989" y="3852"/>
                </a:lnTo>
                <a:lnTo>
                  <a:pt x="4732" y="3191"/>
                </a:lnTo>
                <a:lnTo>
                  <a:pt x="4475" y="2531"/>
                </a:lnTo>
                <a:lnTo>
                  <a:pt x="4255" y="1981"/>
                </a:lnTo>
                <a:lnTo>
                  <a:pt x="4035" y="1467"/>
                </a:lnTo>
                <a:lnTo>
                  <a:pt x="3742" y="880"/>
                </a:lnTo>
                <a:lnTo>
                  <a:pt x="3558" y="587"/>
                </a:lnTo>
                <a:lnTo>
                  <a:pt x="3815" y="550"/>
                </a:lnTo>
                <a:close/>
                <a:moveTo>
                  <a:pt x="1761" y="1724"/>
                </a:moveTo>
                <a:lnTo>
                  <a:pt x="1724" y="1798"/>
                </a:lnTo>
                <a:lnTo>
                  <a:pt x="1761" y="1944"/>
                </a:lnTo>
                <a:lnTo>
                  <a:pt x="1834" y="2018"/>
                </a:lnTo>
                <a:lnTo>
                  <a:pt x="1944" y="2054"/>
                </a:lnTo>
                <a:lnTo>
                  <a:pt x="2054" y="2054"/>
                </a:lnTo>
                <a:lnTo>
                  <a:pt x="2274" y="2531"/>
                </a:lnTo>
                <a:lnTo>
                  <a:pt x="2458" y="2971"/>
                </a:lnTo>
                <a:lnTo>
                  <a:pt x="3008" y="4182"/>
                </a:lnTo>
                <a:lnTo>
                  <a:pt x="3081" y="4329"/>
                </a:lnTo>
                <a:lnTo>
                  <a:pt x="2825" y="4255"/>
                </a:lnTo>
                <a:lnTo>
                  <a:pt x="2458" y="4072"/>
                </a:lnTo>
                <a:lnTo>
                  <a:pt x="2164" y="3742"/>
                </a:lnTo>
                <a:lnTo>
                  <a:pt x="1944" y="3375"/>
                </a:lnTo>
                <a:lnTo>
                  <a:pt x="1724" y="2935"/>
                </a:lnTo>
                <a:lnTo>
                  <a:pt x="1651" y="2715"/>
                </a:lnTo>
                <a:lnTo>
                  <a:pt x="1504" y="2494"/>
                </a:lnTo>
                <a:lnTo>
                  <a:pt x="1724" y="1761"/>
                </a:lnTo>
                <a:lnTo>
                  <a:pt x="1761" y="1724"/>
                </a:lnTo>
                <a:close/>
                <a:moveTo>
                  <a:pt x="2604" y="1174"/>
                </a:moveTo>
                <a:lnTo>
                  <a:pt x="2715" y="1614"/>
                </a:lnTo>
                <a:lnTo>
                  <a:pt x="2861" y="2054"/>
                </a:lnTo>
                <a:lnTo>
                  <a:pt x="3228" y="2898"/>
                </a:lnTo>
                <a:lnTo>
                  <a:pt x="3998" y="4695"/>
                </a:lnTo>
                <a:lnTo>
                  <a:pt x="3632" y="4549"/>
                </a:lnTo>
                <a:lnTo>
                  <a:pt x="3522" y="4365"/>
                </a:lnTo>
                <a:lnTo>
                  <a:pt x="3301" y="3888"/>
                </a:lnTo>
                <a:lnTo>
                  <a:pt x="2861" y="2935"/>
                </a:lnTo>
                <a:lnTo>
                  <a:pt x="2274" y="1834"/>
                </a:lnTo>
                <a:lnTo>
                  <a:pt x="2311" y="1651"/>
                </a:lnTo>
                <a:lnTo>
                  <a:pt x="2421" y="1467"/>
                </a:lnTo>
                <a:lnTo>
                  <a:pt x="2604" y="1174"/>
                </a:lnTo>
                <a:close/>
                <a:moveTo>
                  <a:pt x="3338" y="660"/>
                </a:moveTo>
                <a:lnTo>
                  <a:pt x="3375" y="770"/>
                </a:lnTo>
                <a:lnTo>
                  <a:pt x="3668" y="1467"/>
                </a:lnTo>
                <a:lnTo>
                  <a:pt x="3962" y="2164"/>
                </a:lnTo>
                <a:lnTo>
                  <a:pt x="4182" y="2788"/>
                </a:lnTo>
                <a:lnTo>
                  <a:pt x="4402" y="3412"/>
                </a:lnTo>
                <a:lnTo>
                  <a:pt x="4769" y="4659"/>
                </a:lnTo>
                <a:lnTo>
                  <a:pt x="4732" y="4805"/>
                </a:lnTo>
                <a:lnTo>
                  <a:pt x="4659" y="4805"/>
                </a:lnTo>
                <a:lnTo>
                  <a:pt x="4549" y="4842"/>
                </a:lnTo>
                <a:lnTo>
                  <a:pt x="3668" y="2971"/>
                </a:lnTo>
                <a:lnTo>
                  <a:pt x="3191" y="1981"/>
                </a:lnTo>
                <a:lnTo>
                  <a:pt x="2971" y="1504"/>
                </a:lnTo>
                <a:lnTo>
                  <a:pt x="2788" y="991"/>
                </a:lnTo>
                <a:lnTo>
                  <a:pt x="3045" y="807"/>
                </a:lnTo>
                <a:lnTo>
                  <a:pt x="3338" y="660"/>
                </a:lnTo>
                <a:close/>
                <a:moveTo>
                  <a:pt x="7703" y="4952"/>
                </a:moveTo>
                <a:lnTo>
                  <a:pt x="7960" y="5246"/>
                </a:lnTo>
                <a:lnTo>
                  <a:pt x="7960" y="5246"/>
                </a:lnTo>
                <a:lnTo>
                  <a:pt x="7887" y="5209"/>
                </a:lnTo>
                <a:lnTo>
                  <a:pt x="7593" y="5319"/>
                </a:lnTo>
                <a:lnTo>
                  <a:pt x="7300" y="5466"/>
                </a:lnTo>
                <a:lnTo>
                  <a:pt x="7190" y="5356"/>
                </a:lnTo>
                <a:lnTo>
                  <a:pt x="7080" y="5246"/>
                </a:lnTo>
                <a:lnTo>
                  <a:pt x="7373" y="5099"/>
                </a:lnTo>
                <a:lnTo>
                  <a:pt x="7703" y="4952"/>
                </a:lnTo>
                <a:close/>
                <a:moveTo>
                  <a:pt x="8070" y="5356"/>
                </a:moveTo>
                <a:lnTo>
                  <a:pt x="8180" y="5466"/>
                </a:lnTo>
                <a:lnTo>
                  <a:pt x="7923" y="5576"/>
                </a:lnTo>
                <a:lnTo>
                  <a:pt x="7923" y="5576"/>
                </a:lnTo>
                <a:lnTo>
                  <a:pt x="8033" y="5429"/>
                </a:lnTo>
                <a:lnTo>
                  <a:pt x="8070" y="5356"/>
                </a:lnTo>
                <a:close/>
                <a:moveTo>
                  <a:pt x="7556" y="5612"/>
                </a:moveTo>
                <a:lnTo>
                  <a:pt x="7483" y="5722"/>
                </a:lnTo>
                <a:lnTo>
                  <a:pt x="7483" y="5686"/>
                </a:lnTo>
                <a:lnTo>
                  <a:pt x="7556" y="5612"/>
                </a:lnTo>
                <a:close/>
                <a:moveTo>
                  <a:pt x="8327" y="5649"/>
                </a:moveTo>
                <a:lnTo>
                  <a:pt x="8327" y="5686"/>
                </a:lnTo>
                <a:lnTo>
                  <a:pt x="7850" y="6163"/>
                </a:lnTo>
                <a:lnTo>
                  <a:pt x="7740" y="6016"/>
                </a:lnTo>
                <a:lnTo>
                  <a:pt x="7997" y="5796"/>
                </a:lnTo>
                <a:lnTo>
                  <a:pt x="8327" y="5649"/>
                </a:lnTo>
                <a:close/>
                <a:moveTo>
                  <a:pt x="8437" y="5796"/>
                </a:moveTo>
                <a:lnTo>
                  <a:pt x="8584" y="6053"/>
                </a:lnTo>
                <a:lnTo>
                  <a:pt x="8143" y="6163"/>
                </a:lnTo>
                <a:lnTo>
                  <a:pt x="8437" y="5796"/>
                </a:lnTo>
                <a:close/>
                <a:moveTo>
                  <a:pt x="8437" y="6346"/>
                </a:moveTo>
                <a:lnTo>
                  <a:pt x="8180" y="6676"/>
                </a:lnTo>
                <a:lnTo>
                  <a:pt x="8107" y="6493"/>
                </a:lnTo>
                <a:lnTo>
                  <a:pt x="8437" y="6346"/>
                </a:lnTo>
                <a:close/>
                <a:moveTo>
                  <a:pt x="8767" y="6309"/>
                </a:moveTo>
                <a:lnTo>
                  <a:pt x="8840" y="6419"/>
                </a:lnTo>
                <a:lnTo>
                  <a:pt x="8547" y="6676"/>
                </a:lnTo>
                <a:lnTo>
                  <a:pt x="8767" y="6309"/>
                </a:lnTo>
                <a:close/>
                <a:moveTo>
                  <a:pt x="9024" y="4695"/>
                </a:moveTo>
                <a:lnTo>
                  <a:pt x="9244" y="4732"/>
                </a:lnTo>
                <a:lnTo>
                  <a:pt x="9464" y="4805"/>
                </a:lnTo>
                <a:lnTo>
                  <a:pt x="9647" y="4915"/>
                </a:lnTo>
                <a:lnTo>
                  <a:pt x="9831" y="5062"/>
                </a:lnTo>
                <a:lnTo>
                  <a:pt x="9904" y="5099"/>
                </a:lnTo>
                <a:lnTo>
                  <a:pt x="9941" y="5099"/>
                </a:lnTo>
                <a:lnTo>
                  <a:pt x="10051" y="5209"/>
                </a:lnTo>
                <a:lnTo>
                  <a:pt x="10161" y="5429"/>
                </a:lnTo>
                <a:lnTo>
                  <a:pt x="10198" y="5649"/>
                </a:lnTo>
                <a:lnTo>
                  <a:pt x="10234" y="5869"/>
                </a:lnTo>
                <a:lnTo>
                  <a:pt x="10198" y="6089"/>
                </a:lnTo>
                <a:lnTo>
                  <a:pt x="10161" y="6346"/>
                </a:lnTo>
                <a:lnTo>
                  <a:pt x="10088" y="6566"/>
                </a:lnTo>
                <a:lnTo>
                  <a:pt x="9941" y="7006"/>
                </a:lnTo>
                <a:lnTo>
                  <a:pt x="9904" y="7080"/>
                </a:lnTo>
                <a:lnTo>
                  <a:pt x="9647" y="6676"/>
                </a:lnTo>
                <a:lnTo>
                  <a:pt x="9024" y="5832"/>
                </a:lnTo>
                <a:lnTo>
                  <a:pt x="8620" y="5282"/>
                </a:lnTo>
                <a:lnTo>
                  <a:pt x="8400" y="5025"/>
                </a:lnTo>
                <a:lnTo>
                  <a:pt x="8143" y="4842"/>
                </a:lnTo>
                <a:lnTo>
                  <a:pt x="8584" y="4732"/>
                </a:lnTo>
                <a:lnTo>
                  <a:pt x="8804" y="4695"/>
                </a:lnTo>
                <a:close/>
                <a:moveTo>
                  <a:pt x="1064" y="3962"/>
                </a:moveTo>
                <a:lnTo>
                  <a:pt x="1357" y="4182"/>
                </a:lnTo>
                <a:lnTo>
                  <a:pt x="1651" y="4329"/>
                </a:lnTo>
                <a:lnTo>
                  <a:pt x="2348" y="4585"/>
                </a:lnTo>
                <a:lnTo>
                  <a:pt x="2458" y="4659"/>
                </a:lnTo>
                <a:lnTo>
                  <a:pt x="2494" y="4695"/>
                </a:lnTo>
                <a:lnTo>
                  <a:pt x="2568" y="4732"/>
                </a:lnTo>
                <a:lnTo>
                  <a:pt x="2641" y="4695"/>
                </a:lnTo>
                <a:lnTo>
                  <a:pt x="4329" y="5319"/>
                </a:lnTo>
                <a:lnTo>
                  <a:pt x="4329" y="5356"/>
                </a:lnTo>
                <a:lnTo>
                  <a:pt x="4292" y="5319"/>
                </a:lnTo>
                <a:lnTo>
                  <a:pt x="3888" y="5172"/>
                </a:lnTo>
                <a:lnTo>
                  <a:pt x="3705" y="5136"/>
                </a:lnTo>
                <a:lnTo>
                  <a:pt x="3485" y="5099"/>
                </a:lnTo>
                <a:lnTo>
                  <a:pt x="3448" y="5136"/>
                </a:lnTo>
                <a:lnTo>
                  <a:pt x="3411" y="5172"/>
                </a:lnTo>
                <a:lnTo>
                  <a:pt x="3448" y="5246"/>
                </a:lnTo>
                <a:lnTo>
                  <a:pt x="3595" y="5392"/>
                </a:lnTo>
                <a:lnTo>
                  <a:pt x="3852" y="5539"/>
                </a:lnTo>
                <a:lnTo>
                  <a:pt x="4108" y="5686"/>
                </a:lnTo>
                <a:lnTo>
                  <a:pt x="4402" y="5759"/>
                </a:lnTo>
                <a:lnTo>
                  <a:pt x="4365" y="5906"/>
                </a:lnTo>
                <a:lnTo>
                  <a:pt x="4035" y="5906"/>
                </a:lnTo>
                <a:lnTo>
                  <a:pt x="3742" y="5869"/>
                </a:lnTo>
                <a:lnTo>
                  <a:pt x="3411" y="5759"/>
                </a:lnTo>
                <a:lnTo>
                  <a:pt x="3228" y="5686"/>
                </a:lnTo>
                <a:lnTo>
                  <a:pt x="3191" y="5612"/>
                </a:lnTo>
                <a:lnTo>
                  <a:pt x="3155" y="5576"/>
                </a:lnTo>
                <a:lnTo>
                  <a:pt x="3118" y="5539"/>
                </a:lnTo>
                <a:lnTo>
                  <a:pt x="3081" y="5502"/>
                </a:lnTo>
                <a:lnTo>
                  <a:pt x="3045" y="5502"/>
                </a:lnTo>
                <a:lnTo>
                  <a:pt x="3008" y="5539"/>
                </a:lnTo>
                <a:lnTo>
                  <a:pt x="2971" y="5649"/>
                </a:lnTo>
                <a:lnTo>
                  <a:pt x="2971" y="5722"/>
                </a:lnTo>
                <a:lnTo>
                  <a:pt x="3008" y="5796"/>
                </a:lnTo>
                <a:lnTo>
                  <a:pt x="3045" y="5869"/>
                </a:lnTo>
                <a:lnTo>
                  <a:pt x="3191" y="6016"/>
                </a:lnTo>
                <a:lnTo>
                  <a:pt x="3338" y="6126"/>
                </a:lnTo>
                <a:lnTo>
                  <a:pt x="3522" y="6199"/>
                </a:lnTo>
                <a:lnTo>
                  <a:pt x="3742" y="6273"/>
                </a:lnTo>
                <a:lnTo>
                  <a:pt x="3962" y="6309"/>
                </a:lnTo>
                <a:lnTo>
                  <a:pt x="4182" y="6309"/>
                </a:lnTo>
                <a:lnTo>
                  <a:pt x="3962" y="6676"/>
                </a:lnTo>
                <a:lnTo>
                  <a:pt x="3742" y="6603"/>
                </a:lnTo>
                <a:lnTo>
                  <a:pt x="3228" y="6456"/>
                </a:lnTo>
                <a:lnTo>
                  <a:pt x="2971" y="6419"/>
                </a:lnTo>
                <a:lnTo>
                  <a:pt x="2715" y="6383"/>
                </a:lnTo>
                <a:lnTo>
                  <a:pt x="2641" y="6383"/>
                </a:lnTo>
                <a:lnTo>
                  <a:pt x="2641" y="6456"/>
                </a:lnTo>
                <a:lnTo>
                  <a:pt x="2641" y="6493"/>
                </a:lnTo>
                <a:lnTo>
                  <a:pt x="2678" y="6529"/>
                </a:lnTo>
                <a:lnTo>
                  <a:pt x="2861" y="6676"/>
                </a:lnTo>
                <a:lnTo>
                  <a:pt x="3081" y="6786"/>
                </a:lnTo>
                <a:lnTo>
                  <a:pt x="3522" y="6970"/>
                </a:lnTo>
                <a:lnTo>
                  <a:pt x="3742" y="7080"/>
                </a:lnTo>
                <a:lnTo>
                  <a:pt x="3632" y="7226"/>
                </a:lnTo>
                <a:lnTo>
                  <a:pt x="3522" y="7336"/>
                </a:lnTo>
                <a:lnTo>
                  <a:pt x="2935" y="7080"/>
                </a:lnTo>
                <a:lnTo>
                  <a:pt x="2311" y="6823"/>
                </a:lnTo>
                <a:lnTo>
                  <a:pt x="2238" y="6823"/>
                </a:lnTo>
                <a:lnTo>
                  <a:pt x="2201" y="6860"/>
                </a:lnTo>
                <a:lnTo>
                  <a:pt x="2201" y="6896"/>
                </a:lnTo>
                <a:lnTo>
                  <a:pt x="2201" y="6970"/>
                </a:lnTo>
                <a:lnTo>
                  <a:pt x="2458" y="7190"/>
                </a:lnTo>
                <a:lnTo>
                  <a:pt x="2678" y="7410"/>
                </a:lnTo>
                <a:lnTo>
                  <a:pt x="2971" y="7557"/>
                </a:lnTo>
                <a:lnTo>
                  <a:pt x="3265" y="7703"/>
                </a:lnTo>
                <a:lnTo>
                  <a:pt x="2971" y="7960"/>
                </a:lnTo>
                <a:lnTo>
                  <a:pt x="2641" y="7960"/>
                </a:lnTo>
                <a:lnTo>
                  <a:pt x="2311" y="7887"/>
                </a:lnTo>
                <a:lnTo>
                  <a:pt x="1981" y="7777"/>
                </a:lnTo>
                <a:lnTo>
                  <a:pt x="1871" y="7777"/>
                </a:lnTo>
                <a:lnTo>
                  <a:pt x="1834" y="7813"/>
                </a:lnTo>
                <a:lnTo>
                  <a:pt x="1797" y="7850"/>
                </a:lnTo>
                <a:lnTo>
                  <a:pt x="1797" y="7923"/>
                </a:lnTo>
                <a:lnTo>
                  <a:pt x="1834" y="8070"/>
                </a:lnTo>
                <a:lnTo>
                  <a:pt x="1944" y="8143"/>
                </a:lnTo>
                <a:lnTo>
                  <a:pt x="2091" y="8217"/>
                </a:lnTo>
                <a:lnTo>
                  <a:pt x="2238" y="8290"/>
                </a:lnTo>
                <a:lnTo>
                  <a:pt x="2348" y="8327"/>
                </a:lnTo>
                <a:lnTo>
                  <a:pt x="2164" y="8364"/>
                </a:lnTo>
                <a:lnTo>
                  <a:pt x="1944" y="8364"/>
                </a:lnTo>
                <a:lnTo>
                  <a:pt x="1761" y="8327"/>
                </a:lnTo>
                <a:lnTo>
                  <a:pt x="1541" y="8253"/>
                </a:lnTo>
                <a:lnTo>
                  <a:pt x="1247" y="8070"/>
                </a:lnTo>
                <a:lnTo>
                  <a:pt x="1027" y="7850"/>
                </a:lnTo>
                <a:lnTo>
                  <a:pt x="844" y="7593"/>
                </a:lnTo>
                <a:lnTo>
                  <a:pt x="697" y="7300"/>
                </a:lnTo>
                <a:lnTo>
                  <a:pt x="624" y="6970"/>
                </a:lnTo>
                <a:lnTo>
                  <a:pt x="550" y="6676"/>
                </a:lnTo>
                <a:lnTo>
                  <a:pt x="550" y="6346"/>
                </a:lnTo>
                <a:lnTo>
                  <a:pt x="550" y="6016"/>
                </a:lnTo>
                <a:lnTo>
                  <a:pt x="624" y="5502"/>
                </a:lnTo>
                <a:lnTo>
                  <a:pt x="734" y="4989"/>
                </a:lnTo>
                <a:lnTo>
                  <a:pt x="1064" y="3962"/>
                </a:lnTo>
                <a:close/>
                <a:moveTo>
                  <a:pt x="6786" y="5429"/>
                </a:moveTo>
                <a:lnTo>
                  <a:pt x="6860" y="5649"/>
                </a:lnTo>
                <a:lnTo>
                  <a:pt x="6970" y="5832"/>
                </a:lnTo>
                <a:lnTo>
                  <a:pt x="7006" y="5906"/>
                </a:lnTo>
                <a:lnTo>
                  <a:pt x="7043" y="5979"/>
                </a:lnTo>
                <a:lnTo>
                  <a:pt x="7116" y="6016"/>
                </a:lnTo>
                <a:lnTo>
                  <a:pt x="7813" y="7006"/>
                </a:lnTo>
                <a:lnTo>
                  <a:pt x="8143" y="7520"/>
                </a:lnTo>
                <a:lnTo>
                  <a:pt x="8143" y="7667"/>
                </a:lnTo>
                <a:lnTo>
                  <a:pt x="8143" y="7740"/>
                </a:lnTo>
                <a:lnTo>
                  <a:pt x="8217" y="7813"/>
                </a:lnTo>
                <a:lnTo>
                  <a:pt x="8290" y="7850"/>
                </a:lnTo>
                <a:lnTo>
                  <a:pt x="8363" y="7850"/>
                </a:lnTo>
                <a:lnTo>
                  <a:pt x="8400" y="7813"/>
                </a:lnTo>
                <a:lnTo>
                  <a:pt x="8510" y="7887"/>
                </a:lnTo>
                <a:lnTo>
                  <a:pt x="8584" y="7923"/>
                </a:lnTo>
                <a:lnTo>
                  <a:pt x="8694" y="7960"/>
                </a:lnTo>
                <a:lnTo>
                  <a:pt x="8767" y="7923"/>
                </a:lnTo>
                <a:lnTo>
                  <a:pt x="8877" y="7997"/>
                </a:lnTo>
                <a:lnTo>
                  <a:pt x="8987" y="7997"/>
                </a:lnTo>
                <a:lnTo>
                  <a:pt x="9060" y="8033"/>
                </a:lnTo>
                <a:lnTo>
                  <a:pt x="9134" y="7997"/>
                </a:lnTo>
                <a:lnTo>
                  <a:pt x="9207" y="7923"/>
                </a:lnTo>
                <a:lnTo>
                  <a:pt x="9207" y="7813"/>
                </a:lnTo>
                <a:lnTo>
                  <a:pt x="9207" y="7740"/>
                </a:lnTo>
                <a:lnTo>
                  <a:pt x="9134" y="7667"/>
                </a:lnTo>
                <a:lnTo>
                  <a:pt x="9170" y="7557"/>
                </a:lnTo>
                <a:lnTo>
                  <a:pt x="9207" y="7483"/>
                </a:lnTo>
                <a:lnTo>
                  <a:pt x="9244" y="7410"/>
                </a:lnTo>
                <a:lnTo>
                  <a:pt x="9244" y="7373"/>
                </a:lnTo>
                <a:lnTo>
                  <a:pt x="9207" y="7300"/>
                </a:lnTo>
                <a:lnTo>
                  <a:pt x="9170" y="7263"/>
                </a:lnTo>
                <a:lnTo>
                  <a:pt x="9134" y="7226"/>
                </a:lnTo>
                <a:lnTo>
                  <a:pt x="8987" y="7226"/>
                </a:lnTo>
                <a:lnTo>
                  <a:pt x="8694" y="7336"/>
                </a:lnTo>
                <a:lnTo>
                  <a:pt x="8694" y="7300"/>
                </a:lnTo>
                <a:lnTo>
                  <a:pt x="8877" y="7153"/>
                </a:lnTo>
                <a:lnTo>
                  <a:pt x="9060" y="6970"/>
                </a:lnTo>
                <a:lnTo>
                  <a:pt x="9134" y="6860"/>
                </a:lnTo>
                <a:lnTo>
                  <a:pt x="9244" y="7043"/>
                </a:lnTo>
                <a:lnTo>
                  <a:pt x="9501" y="7446"/>
                </a:lnTo>
                <a:lnTo>
                  <a:pt x="9537" y="7593"/>
                </a:lnTo>
                <a:lnTo>
                  <a:pt x="9317" y="7887"/>
                </a:lnTo>
                <a:lnTo>
                  <a:pt x="9024" y="8143"/>
                </a:lnTo>
                <a:lnTo>
                  <a:pt x="8730" y="8364"/>
                </a:lnTo>
                <a:lnTo>
                  <a:pt x="8400" y="8547"/>
                </a:lnTo>
                <a:lnTo>
                  <a:pt x="8070" y="8657"/>
                </a:lnTo>
                <a:lnTo>
                  <a:pt x="7703" y="8694"/>
                </a:lnTo>
                <a:lnTo>
                  <a:pt x="7520" y="8694"/>
                </a:lnTo>
                <a:lnTo>
                  <a:pt x="7373" y="8657"/>
                </a:lnTo>
                <a:lnTo>
                  <a:pt x="7190" y="8620"/>
                </a:lnTo>
                <a:lnTo>
                  <a:pt x="7006" y="8547"/>
                </a:lnTo>
                <a:lnTo>
                  <a:pt x="6823" y="8437"/>
                </a:lnTo>
                <a:lnTo>
                  <a:pt x="6676" y="8290"/>
                </a:lnTo>
                <a:lnTo>
                  <a:pt x="6419" y="7997"/>
                </a:lnTo>
                <a:lnTo>
                  <a:pt x="6199" y="7667"/>
                </a:lnTo>
                <a:lnTo>
                  <a:pt x="6053" y="7300"/>
                </a:lnTo>
                <a:lnTo>
                  <a:pt x="6016" y="6896"/>
                </a:lnTo>
                <a:lnTo>
                  <a:pt x="6016" y="6676"/>
                </a:lnTo>
                <a:lnTo>
                  <a:pt x="6053" y="6493"/>
                </a:lnTo>
                <a:lnTo>
                  <a:pt x="6089" y="6309"/>
                </a:lnTo>
                <a:lnTo>
                  <a:pt x="6163" y="6126"/>
                </a:lnTo>
                <a:lnTo>
                  <a:pt x="6273" y="5943"/>
                </a:lnTo>
                <a:lnTo>
                  <a:pt x="6383" y="5759"/>
                </a:lnTo>
                <a:lnTo>
                  <a:pt x="6566" y="5576"/>
                </a:lnTo>
                <a:lnTo>
                  <a:pt x="6786" y="5429"/>
                </a:lnTo>
                <a:close/>
                <a:moveTo>
                  <a:pt x="3852" y="0"/>
                </a:moveTo>
                <a:lnTo>
                  <a:pt x="3522" y="37"/>
                </a:lnTo>
                <a:lnTo>
                  <a:pt x="3191" y="110"/>
                </a:lnTo>
                <a:lnTo>
                  <a:pt x="2898" y="257"/>
                </a:lnTo>
                <a:lnTo>
                  <a:pt x="2604" y="440"/>
                </a:lnTo>
                <a:lnTo>
                  <a:pt x="2348" y="660"/>
                </a:lnTo>
                <a:lnTo>
                  <a:pt x="2091" y="660"/>
                </a:lnTo>
                <a:lnTo>
                  <a:pt x="1871" y="734"/>
                </a:lnTo>
                <a:lnTo>
                  <a:pt x="1687" y="880"/>
                </a:lnTo>
                <a:lnTo>
                  <a:pt x="1541" y="1064"/>
                </a:lnTo>
                <a:lnTo>
                  <a:pt x="1394" y="1284"/>
                </a:lnTo>
                <a:lnTo>
                  <a:pt x="1321" y="1504"/>
                </a:lnTo>
                <a:lnTo>
                  <a:pt x="1137" y="1944"/>
                </a:lnTo>
                <a:lnTo>
                  <a:pt x="660" y="3522"/>
                </a:lnTo>
                <a:lnTo>
                  <a:pt x="404" y="4292"/>
                </a:lnTo>
                <a:lnTo>
                  <a:pt x="183" y="5062"/>
                </a:lnTo>
                <a:lnTo>
                  <a:pt x="37" y="5759"/>
                </a:lnTo>
                <a:lnTo>
                  <a:pt x="0" y="6126"/>
                </a:lnTo>
                <a:lnTo>
                  <a:pt x="0" y="6456"/>
                </a:lnTo>
                <a:lnTo>
                  <a:pt x="0" y="6786"/>
                </a:lnTo>
                <a:lnTo>
                  <a:pt x="73" y="7153"/>
                </a:lnTo>
                <a:lnTo>
                  <a:pt x="183" y="7483"/>
                </a:lnTo>
                <a:lnTo>
                  <a:pt x="330" y="7813"/>
                </a:lnTo>
                <a:lnTo>
                  <a:pt x="477" y="8033"/>
                </a:lnTo>
                <a:lnTo>
                  <a:pt x="660" y="8253"/>
                </a:lnTo>
                <a:lnTo>
                  <a:pt x="880" y="8474"/>
                </a:lnTo>
                <a:lnTo>
                  <a:pt x="1101" y="8657"/>
                </a:lnTo>
                <a:lnTo>
                  <a:pt x="1357" y="8767"/>
                </a:lnTo>
                <a:lnTo>
                  <a:pt x="1651" y="8877"/>
                </a:lnTo>
                <a:lnTo>
                  <a:pt x="1908" y="8914"/>
                </a:lnTo>
                <a:lnTo>
                  <a:pt x="2201" y="8950"/>
                </a:lnTo>
                <a:lnTo>
                  <a:pt x="2458" y="8914"/>
                </a:lnTo>
                <a:lnTo>
                  <a:pt x="2678" y="8840"/>
                </a:lnTo>
                <a:lnTo>
                  <a:pt x="2898" y="8730"/>
                </a:lnTo>
                <a:lnTo>
                  <a:pt x="3081" y="8620"/>
                </a:lnTo>
                <a:lnTo>
                  <a:pt x="3448" y="8290"/>
                </a:lnTo>
                <a:lnTo>
                  <a:pt x="3778" y="7923"/>
                </a:lnTo>
                <a:lnTo>
                  <a:pt x="3815" y="7960"/>
                </a:lnTo>
                <a:lnTo>
                  <a:pt x="3925" y="7960"/>
                </a:lnTo>
                <a:lnTo>
                  <a:pt x="4035" y="7887"/>
                </a:lnTo>
                <a:lnTo>
                  <a:pt x="4108" y="7813"/>
                </a:lnTo>
                <a:lnTo>
                  <a:pt x="4108" y="7740"/>
                </a:lnTo>
                <a:lnTo>
                  <a:pt x="4072" y="7593"/>
                </a:lnTo>
                <a:lnTo>
                  <a:pt x="4182" y="7446"/>
                </a:lnTo>
                <a:lnTo>
                  <a:pt x="4512" y="6896"/>
                </a:lnTo>
                <a:lnTo>
                  <a:pt x="4769" y="6309"/>
                </a:lnTo>
                <a:lnTo>
                  <a:pt x="5025" y="5722"/>
                </a:lnTo>
                <a:lnTo>
                  <a:pt x="5209" y="5099"/>
                </a:lnTo>
                <a:lnTo>
                  <a:pt x="5246" y="5062"/>
                </a:lnTo>
                <a:lnTo>
                  <a:pt x="5282" y="4989"/>
                </a:lnTo>
                <a:lnTo>
                  <a:pt x="5282" y="4915"/>
                </a:lnTo>
                <a:lnTo>
                  <a:pt x="5466" y="4292"/>
                </a:lnTo>
                <a:lnTo>
                  <a:pt x="5612" y="3632"/>
                </a:lnTo>
                <a:lnTo>
                  <a:pt x="5722" y="2971"/>
                </a:lnTo>
                <a:lnTo>
                  <a:pt x="5796" y="2311"/>
                </a:lnTo>
                <a:lnTo>
                  <a:pt x="5832" y="1981"/>
                </a:lnTo>
                <a:lnTo>
                  <a:pt x="5796" y="1651"/>
                </a:lnTo>
                <a:lnTo>
                  <a:pt x="5759" y="1357"/>
                </a:lnTo>
                <a:lnTo>
                  <a:pt x="5649" y="1064"/>
                </a:lnTo>
                <a:lnTo>
                  <a:pt x="5539" y="807"/>
                </a:lnTo>
                <a:lnTo>
                  <a:pt x="5356" y="587"/>
                </a:lnTo>
                <a:lnTo>
                  <a:pt x="5099" y="367"/>
                </a:lnTo>
                <a:lnTo>
                  <a:pt x="4842" y="184"/>
                </a:lnTo>
                <a:lnTo>
                  <a:pt x="4512" y="73"/>
                </a:lnTo>
                <a:lnTo>
                  <a:pt x="4182" y="0"/>
                </a:lnTo>
                <a:close/>
                <a:moveTo>
                  <a:pt x="8730" y="3962"/>
                </a:moveTo>
                <a:lnTo>
                  <a:pt x="8584" y="4072"/>
                </a:lnTo>
                <a:lnTo>
                  <a:pt x="8437" y="4182"/>
                </a:lnTo>
                <a:lnTo>
                  <a:pt x="8327" y="4329"/>
                </a:lnTo>
                <a:lnTo>
                  <a:pt x="7887" y="4439"/>
                </a:lnTo>
                <a:lnTo>
                  <a:pt x="7336" y="4585"/>
                </a:lnTo>
                <a:lnTo>
                  <a:pt x="6786" y="4842"/>
                </a:lnTo>
                <a:lnTo>
                  <a:pt x="6566" y="4989"/>
                </a:lnTo>
                <a:lnTo>
                  <a:pt x="6309" y="5172"/>
                </a:lnTo>
                <a:lnTo>
                  <a:pt x="6089" y="5356"/>
                </a:lnTo>
                <a:lnTo>
                  <a:pt x="5906" y="5576"/>
                </a:lnTo>
                <a:lnTo>
                  <a:pt x="5759" y="5796"/>
                </a:lnTo>
                <a:lnTo>
                  <a:pt x="5612" y="6053"/>
                </a:lnTo>
                <a:lnTo>
                  <a:pt x="5539" y="6309"/>
                </a:lnTo>
                <a:lnTo>
                  <a:pt x="5502" y="6603"/>
                </a:lnTo>
                <a:lnTo>
                  <a:pt x="5466" y="6860"/>
                </a:lnTo>
                <a:lnTo>
                  <a:pt x="5502" y="7116"/>
                </a:lnTo>
                <a:lnTo>
                  <a:pt x="5539" y="7373"/>
                </a:lnTo>
                <a:lnTo>
                  <a:pt x="5612" y="7630"/>
                </a:lnTo>
                <a:lnTo>
                  <a:pt x="5722" y="7887"/>
                </a:lnTo>
                <a:lnTo>
                  <a:pt x="5869" y="8107"/>
                </a:lnTo>
                <a:lnTo>
                  <a:pt x="6016" y="8327"/>
                </a:lnTo>
                <a:lnTo>
                  <a:pt x="6199" y="8547"/>
                </a:lnTo>
                <a:lnTo>
                  <a:pt x="6419" y="8730"/>
                </a:lnTo>
                <a:lnTo>
                  <a:pt x="6639" y="8914"/>
                </a:lnTo>
                <a:lnTo>
                  <a:pt x="6860" y="9060"/>
                </a:lnTo>
                <a:lnTo>
                  <a:pt x="7116" y="9170"/>
                </a:lnTo>
                <a:lnTo>
                  <a:pt x="7410" y="9244"/>
                </a:lnTo>
                <a:lnTo>
                  <a:pt x="7703" y="9281"/>
                </a:lnTo>
                <a:lnTo>
                  <a:pt x="8033" y="9244"/>
                </a:lnTo>
                <a:lnTo>
                  <a:pt x="8327" y="9170"/>
                </a:lnTo>
                <a:lnTo>
                  <a:pt x="8620" y="9024"/>
                </a:lnTo>
                <a:lnTo>
                  <a:pt x="8877" y="8877"/>
                </a:lnTo>
                <a:lnTo>
                  <a:pt x="9391" y="8547"/>
                </a:lnTo>
                <a:lnTo>
                  <a:pt x="9611" y="8364"/>
                </a:lnTo>
                <a:lnTo>
                  <a:pt x="9794" y="8143"/>
                </a:lnTo>
                <a:lnTo>
                  <a:pt x="9977" y="7923"/>
                </a:lnTo>
                <a:lnTo>
                  <a:pt x="10161" y="7703"/>
                </a:lnTo>
                <a:lnTo>
                  <a:pt x="10418" y="7190"/>
                </a:lnTo>
                <a:lnTo>
                  <a:pt x="10638" y="6676"/>
                </a:lnTo>
                <a:lnTo>
                  <a:pt x="10711" y="6346"/>
                </a:lnTo>
                <a:lnTo>
                  <a:pt x="10748" y="6053"/>
                </a:lnTo>
                <a:lnTo>
                  <a:pt x="10748" y="5722"/>
                </a:lnTo>
                <a:lnTo>
                  <a:pt x="10711" y="5466"/>
                </a:lnTo>
                <a:lnTo>
                  <a:pt x="10601" y="5172"/>
                </a:lnTo>
                <a:lnTo>
                  <a:pt x="10454" y="4915"/>
                </a:lnTo>
                <a:lnTo>
                  <a:pt x="10271" y="4659"/>
                </a:lnTo>
                <a:lnTo>
                  <a:pt x="10051" y="4439"/>
                </a:lnTo>
                <a:lnTo>
                  <a:pt x="9794" y="4255"/>
                </a:lnTo>
                <a:lnTo>
                  <a:pt x="9537" y="4108"/>
                </a:lnTo>
                <a:lnTo>
                  <a:pt x="9244" y="3998"/>
                </a:lnTo>
                <a:lnTo>
                  <a:pt x="8950" y="396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7" name="Google Shape;187;p2"/>
          <p:cNvSpPr/>
          <p:nvPr/>
        </p:nvSpPr>
        <p:spPr>
          <a:xfrm>
            <a:off x="7518184" y="3966329"/>
            <a:ext cx="846269" cy="598458"/>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8" name="Google Shape;188;p2"/>
          <p:cNvSpPr/>
          <p:nvPr/>
        </p:nvSpPr>
        <p:spPr>
          <a:xfrm rot="-5400000">
            <a:off x="6496794" y="3021441"/>
            <a:ext cx="493819" cy="631536"/>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9" name="Google Shape;189;p2"/>
          <p:cNvSpPr/>
          <p:nvPr/>
        </p:nvSpPr>
        <p:spPr>
          <a:xfrm>
            <a:off x="6453205" y="3705907"/>
            <a:ext cx="666366" cy="752689"/>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90" name="Google Shape;190;p2"/>
          <p:cNvSpPr/>
          <p:nvPr/>
        </p:nvSpPr>
        <p:spPr>
          <a:xfrm>
            <a:off x="1866011" y="4742879"/>
            <a:ext cx="681078" cy="455287"/>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91" name="Google Shape;191;p2"/>
          <p:cNvSpPr/>
          <p:nvPr/>
        </p:nvSpPr>
        <p:spPr>
          <a:xfrm>
            <a:off x="6669805" y="4614395"/>
            <a:ext cx="308462" cy="330481"/>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92"/>
        <p:cNvGrpSpPr/>
        <p:nvPr/>
      </p:nvGrpSpPr>
      <p:grpSpPr>
        <a:xfrm>
          <a:off x="0" y="0"/>
          <a:ext cx="0" cy="0"/>
          <a:chOff x="0" y="0"/>
          <a:chExt cx="0" cy="0"/>
        </a:xfrm>
      </p:grpSpPr>
      <p:sp>
        <p:nvSpPr>
          <p:cNvPr id="193" name="Google Shape;193;p3"/>
          <p:cNvSpPr txBox="1">
            <a:spLocks noGrp="1"/>
          </p:cNvSpPr>
          <p:nvPr>
            <p:ph type="ctrTitle"/>
          </p:nvPr>
        </p:nvSpPr>
        <p:spPr>
          <a:xfrm>
            <a:off x="3210935" y="1661762"/>
            <a:ext cx="5301600" cy="1159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700"/>
              <a:buNone/>
              <a:defRPr sz="3700" b="0"/>
            </a:lvl1pPr>
            <a:lvl2pPr lvl="1" algn="r" rtl="0">
              <a:spcBef>
                <a:spcPts val="0"/>
              </a:spcBef>
              <a:spcAft>
                <a:spcPts val="0"/>
              </a:spcAft>
              <a:buSzPts val="3700"/>
              <a:buNone/>
              <a:defRPr sz="3700" b="0"/>
            </a:lvl2pPr>
            <a:lvl3pPr lvl="2" algn="r" rtl="0">
              <a:spcBef>
                <a:spcPts val="0"/>
              </a:spcBef>
              <a:spcAft>
                <a:spcPts val="0"/>
              </a:spcAft>
              <a:buSzPts val="3700"/>
              <a:buNone/>
              <a:defRPr sz="3700" b="0"/>
            </a:lvl3pPr>
            <a:lvl4pPr lvl="3" algn="r" rtl="0">
              <a:spcBef>
                <a:spcPts val="0"/>
              </a:spcBef>
              <a:spcAft>
                <a:spcPts val="0"/>
              </a:spcAft>
              <a:buSzPts val="3700"/>
              <a:buNone/>
              <a:defRPr sz="3700" b="0"/>
            </a:lvl4pPr>
            <a:lvl5pPr lvl="4" algn="r" rtl="0">
              <a:spcBef>
                <a:spcPts val="0"/>
              </a:spcBef>
              <a:spcAft>
                <a:spcPts val="0"/>
              </a:spcAft>
              <a:buSzPts val="3700"/>
              <a:buNone/>
              <a:defRPr sz="3700" b="0"/>
            </a:lvl5pPr>
            <a:lvl6pPr lvl="5" algn="r" rtl="0">
              <a:spcBef>
                <a:spcPts val="0"/>
              </a:spcBef>
              <a:spcAft>
                <a:spcPts val="0"/>
              </a:spcAft>
              <a:buSzPts val="3700"/>
              <a:buNone/>
              <a:defRPr sz="3700" b="0"/>
            </a:lvl6pPr>
            <a:lvl7pPr lvl="6" algn="r" rtl="0">
              <a:spcBef>
                <a:spcPts val="0"/>
              </a:spcBef>
              <a:spcAft>
                <a:spcPts val="0"/>
              </a:spcAft>
              <a:buSzPts val="3700"/>
              <a:buNone/>
              <a:defRPr sz="3700" b="0"/>
            </a:lvl7pPr>
            <a:lvl8pPr lvl="7" algn="r" rtl="0">
              <a:spcBef>
                <a:spcPts val="0"/>
              </a:spcBef>
              <a:spcAft>
                <a:spcPts val="0"/>
              </a:spcAft>
              <a:buSzPts val="3700"/>
              <a:buNone/>
              <a:defRPr sz="3700" b="0"/>
            </a:lvl8pPr>
            <a:lvl9pPr lvl="8" algn="r" rtl="0">
              <a:spcBef>
                <a:spcPts val="0"/>
              </a:spcBef>
              <a:spcAft>
                <a:spcPts val="0"/>
              </a:spcAft>
              <a:buSzPts val="3700"/>
              <a:buNone/>
              <a:defRPr sz="3700" b="0"/>
            </a:lvl9pPr>
          </a:lstStyle>
          <a:p>
            <a:endParaRPr/>
          </a:p>
        </p:txBody>
      </p:sp>
      <p:sp>
        <p:nvSpPr>
          <p:cNvPr id="194" name="Google Shape;194;p3"/>
          <p:cNvSpPr txBox="1">
            <a:spLocks noGrp="1"/>
          </p:cNvSpPr>
          <p:nvPr>
            <p:ph type="subTitle" idx="1"/>
          </p:nvPr>
        </p:nvSpPr>
        <p:spPr>
          <a:xfrm>
            <a:off x="3210885" y="2864177"/>
            <a:ext cx="5301600" cy="784800"/>
          </a:xfrm>
          <a:prstGeom prst="rect">
            <a:avLst/>
          </a:prstGeom>
        </p:spPr>
        <p:txBody>
          <a:bodyPr spcFirstLastPara="1" wrap="square" lIns="91425" tIns="91425" rIns="91425" bIns="91425" anchor="t" anchorCtr="0">
            <a:noAutofit/>
          </a:bodyPr>
          <a:lstStyle>
            <a:lvl1pPr lvl="0" algn="r" rtl="0">
              <a:spcBef>
                <a:spcPts val="0"/>
              </a:spcBef>
              <a:spcAft>
                <a:spcPts val="0"/>
              </a:spcAft>
              <a:buClr>
                <a:srgbClr val="1C4587"/>
              </a:buClr>
              <a:buSzPts val="2600"/>
              <a:buNone/>
              <a:defRPr>
                <a:solidFill>
                  <a:srgbClr val="1C4587"/>
                </a:solidFill>
              </a:defRPr>
            </a:lvl1pPr>
            <a:lvl2pPr lvl="1" algn="r" rtl="0">
              <a:spcBef>
                <a:spcPts val="0"/>
              </a:spcBef>
              <a:spcAft>
                <a:spcPts val="0"/>
              </a:spcAft>
              <a:buClr>
                <a:srgbClr val="1C4587"/>
              </a:buClr>
              <a:buSzPts val="3000"/>
              <a:buNone/>
              <a:defRPr sz="3000">
                <a:solidFill>
                  <a:srgbClr val="1C4587"/>
                </a:solidFill>
              </a:defRPr>
            </a:lvl2pPr>
            <a:lvl3pPr lvl="2" algn="r" rtl="0">
              <a:spcBef>
                <a:spcPts val="0"/>
              </a:spcBef>
              <a:spcAft>
                <a:spcPts val="0"/>
              </a:spcAft>
              <a:buClr>
                <a:srgbClr val="1C4587"/>
              </a:buClr>
              <a:buSzPts val="3000"/>
              <a:buNone/>
              <a:defRPr sz="3000">
                <a:solidFill>
                  <a:srgbClr val="1C4587"/>
                </a:solidFill>
              </a:defRPr>
            </a:lvl3pPr>
            <a:lvl4pPr lvl="3" algn="r" rtl="0">
              <a:spcBef>
                <a:spcPts val="0"/>
              </a:spcBef>
              <a:spcAft>
                <a:spcPts val="0"/>
              </a:spcAft>
              <a:buClr>
                <a:srgbClr val="1C4587"/>
              </a:buClr>
              <a:buSzPts val="3000"/>
              <a:buNone/>
              <a:defRPr sz="3000">
                <a:solidFill>
                  <a:srgbClr val="1C4587"/>
                </a:solidFill>
              </a:defRPr>
            </a:lvl4pPr>
            <a:lvl5pPr lvl="4" algn="r" rtl="0">
              <a:spcBef>
                <a:spcPts val="0"/>
              </a:spcBef>
              <a:spcAft>
                <a:spcPts val="0"/>
              </a:spcAft>
              <a:buClr>
                <a:srgbClr val="1C4587"/>
              </a:buClr>
              <a:buSzPts val="3000"/>
              <a:buNone/>
              <a:defRPr sz="3000">
                <a:solidFill>
                  <a:srgbClr val="1C4587"/>
                </a:solidFill>
              </a:defRPr>
            </a:lvl5pPr>
            <a:lvl6pPr lvl="5" algn="r" rtl="0">
              <a:spcBef>
                <a:spcPts val="0"/>
              </a:spcBef>
              <a:spcAft>
                <a:spcPts val="0"/>
              </a:spcAft>
              <a:buClr>
                <a:srgbClr val="1C4587"/>
              </a:buClr>
              <a:buSzPts val="3000"/>
              <a:buNone/>
              <a:defRPr sz="3000">
                <a:solidFill>
                  <a:srgbClr val="1C4587"/>
                </a:solidFill>
              </a:defRPr>
            </a:lvl6pPr>
            <a:lvl7pPr lvl="6" algn="r" rtl="0">
              <a:spcBef>
                <a:spcPts val="0"/>
              </a:spcBef>
              <a:spcAft>
                <a:spcPts val="0"/>
              </a:spcAft>
              <a:buClr>
                <a:srgbClr val="1C4587"/>
              </a:buClr>
              <a:buSzPts val="3000"/>
              <a:buNone/>
              <a:defRPr sz="3000">
                <a:solidFill>
                  <a:srgbClr val="1C4587"/>
                </a:solidFill>
              </a:defRPr>
            </a:lvl7pPr>
            <a:lvl8pPr lvl="7" algn="r" rtl="0">
              <a:spcBef>
                <a:spcPts val="0"/>
              </a:spcBef>
              <a:spcAft>
                <a:spcPts val="0"/>
              </a:spcAft>
              <a:buClr>
                <a:srgbClr val="1C4587"/>
              </a:buClr>
              <a:buSzPts val="3000"/>
              <a:buNone/>
              <a:defRPr sz="3000">
                <a:solidFill>
                  <a:srgbClr val="1C4587"/>
                </a:solidFill>
              </a:defRPr>
            </a:lvl8pPr>
            <a:lvl9pPr lvl="8" algn="r" rtl="0">
              <a:spcBef>
                <a:spcPts val="0"/>
              </a:spcBef>
              <a:spcAft>
                <a:spcPts val="0"/>
              </a:spcAft>
              <a:buClr>
                <a:srgbClr val="1C4587"/>
              </a:buClr>
              <a:buSzPts val="3000"/>
              <a:buNone/>
              <a:defRPr sz="3000">
                <a:solidFill>
                  <a:srgbClr val="1C4587"/>
                </a:solidFill>
              </a:defRPr>
            </a:lvl9pPr>
          </a:lstStyle>
          <a:p>
            <a:endParaRPr/>
          </a:p>
        </p:txBody>
      </p:sp>
      <p:sp>
        <p:nvSpPr>
          <p:cNvPr id="195" name="Google Shape;195;p3"/>
          <p:cNvSpPr/>
          <p:nvPr/>
        </p:nvSpPr>
        <p:spPr>
          <a:xfrm>
            <a:off x="4412080" y="4661638"/>
            <a:ext cx="450550" cy="558734"/>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96" name="Google Shape;196;p3"/>
          <p:cNvSpPr/>
          <p:nvPr/>
        </p:nvSpPr>
        <p:spPr>
          <a:xfrm>
            <a:off x="3968826" y="4000288"/>
            <a:ext cx="443260" cy="504670"/>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97" name="Google Shape;197;p3"/>
          <p:cNvSpPr/>
          <p:nvPr/>
        </p:nvSpPr>
        <p:spPr>
          <a:xfrm>
            <a:off x="6283364" y="4209515"/>
            <a:ext cx="210213" cy="458889"/>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98" name="Google Shape;198;p3"/>
          <p:cNvSpPr/>
          <p:nvPr/>
        </p:nvSpPr>
        <p:spPr>
          <a:xfrm>
            <a:off x="5746560" y="4042836"/>
            <a:ext cx="414157" cy="507762"/>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99" name="Google Shape;199;p3"/>
          <p:cNvSpPr/>
          <p:nvPr/>
        </p:nvSpPr>
        <p:spPr>
          <a:xfrm>
            <a:off x="7063610" y="4132028"/>
            <a:ext cx="456818" cy="425588"/>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00" name="Google Shape;200;p3"/>
          <p:cNvSpPr/>
          <p:nvPr/>
        </p:nvSpPr>
        <p:spPr>
          <a:xfrm>
            <a:off x="8742973" y="4166677"/>
            <a:ext cx="495281" cy="340238"/>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01" name="Google Shape;201;p3"/>
          <p:cNvSpPr/>
          <p:nvPr/>
        </p:nvSpPr>
        <p:spPr>
          <a:xfrm>
            <a:off x="6581517" y="4041241"/>
            <a:ext cx="372518" cy="384998"/>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02" name="Google Shape;202;p3"/>
          <p:cNvSpPr/>
          <p:nvPr/>
        </p:nvSpPr>
        <p:spPr>
          <a:xfrm>
            <a:off x="6507132" y="4533962"/>
            <a:ext cx="521292" cy="538992"/>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03" name="Google Shape;203;p3"/>
          <p:cNvSpPr/>
          <p:nvPr/>
        </p:nvSpPr>
        <p:spPr>
          <a:xfrm>
            <a:off x="5501054" y="4557600"/>
            <a:ext cx="504670" cy="400627"/>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04" name="Google Shape;204;p3"/>
          <p:cNvSpPr/>
          <p:nvPr/>
        </p:nvSpPr>
        <p:spPr>
          <a:xfrm>
            <a:off x="5201567" y="4075599"/>
            <a:ext cx="470320" cy="442210"/>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05" name="Google Shape;205;p3"/>
          <p:cNvSpPr/>
          <p:nvPr/>
        </p:nvSpPr>
        <p:spPr>
          <a:xfrm>
            <a:off x="4765584" y="4075593"/>
            <a:ext cx="339602" cy="400617"/>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06" name="Google Shape;206;p3"/>
          <p:cNvSpPr/>
          <p:nvPr/>
        </p:nvSpPr>
        <p:spPr>
          <a:xfrm>
            <a:off x="5521858" y="4998019"/>
            <a:ext cx="463059" cy="177962"/>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07" name="Google Shape;207;p3"/>
          <p:cNvSpPr/>
          <p:nvPr/>
        </p:nvSpPr>
        <p:spPr>
          <a:xfrm>
            <a:off x="8052572" y="4825260"/>
            <a:ext cx="589992" cy="414129"/>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08" name="Google Shape;208;p3"/>
          <p:cNvSpPr/>
          <p:nvPr/>
        </p:nvSpPr>
        <p:spPr>
          <a:xfrm>
            <a:off x="8052577" y="4029277"/>
            <a:ext cx="388118" cy="408938"/>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09" name="Google Shape;209;p3"/>
          <p:cNvSpPr/>
          <p:nvPr/>
        </p:nvSpPr>
        <p:spPr>
          <a:xfrm>
            <a:off x="6984573" y="4950383"/>
            <a:ext cx="297606" cy="211234"/>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10" name="Google Shape;210;p3"/>
          <p:cNvSpPr/>
          <p:nvPr/>
        </p:nvSpPr>
        <p:spPr>
          <a:xfrm>
            <a:off x="8749725" y="4950125"/>
            <a:ext cx="288245" cy="184202"/>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11" name="Google Shape;211;p3"/>
          <p:cNvSpPr/>
          <p:nvPr/>
        </p:nvSpPr>
        <p:spPr>
          <a:xfrm>
            <a:off x="6160715" y="4780234"/>
            <a:ext cx="323616" cy="321546"/>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12" name="Google Shape;212;p3"/>
          <p:cNvSpPr/>
          <p:nvPr/>
        </p:nvSpPr>
        <p:spPr>
          <a:xfrm>
            <a:off x="8522444" y="4000279"/>
            <a:ext cx="306966" cy="385027"/>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13" name="Google Shape;213;p3"/>
          <p:cNvSpPr/>
          <p:nvPr/>
        </p:nvSpPr>
        <p:spPr>
          <a:xfrm>
            <a:off x="4892224" y="4552927"/>
            <a:ext cx="416228" cy="409988"/>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14" name="Google Shape;214;p3"/>
          <p:cNvSpPr/>
          <p:nvPr/>
        </p:nvSpPr>
        <p:spPr>
          <a:xfrm>
            <a:off x="8829403" y="4583868"/>
            <a:ext cx="391238" cy="28929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15" name="Google Shape;215;p3"/>
          <p:cNvSpPr/>
          <p:nvPr/>
        </p:nvSpPr>
        <p:spPr>
          <a:xfrm>
            <a:off x="4489179" y="4206693"/>
            <a:ext cx="180033" cy="373539"/>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16" name="Google Shape;216;p3"/>
          <p:cNvSpPr/>
          <p:nvPr/>
        </p:nvSpPr>
        <p:spPr>
          <a:xfrm rot="1920548">
            <a:off x="7236726" y="4658174"/>
            <a:ext cx="501522" cy="425557"/>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17" name="Google Shape;217;p3"/>
          <p:cNvSpPr/>
          <p:nvPr/>
        </p:nvSpPr>
        <p:spPr>
          <a:xfrm>
            <a:off x="8263292" y="4517805"/>
            <a:ext cx="479681" cy="339217"/>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18" name="Google Shape;218;p3"/>
          <p:cNvSpPr/>
          <p:nvPr/>
        </p:nvSpPr>
        <p:spPr>
          <a:xfrm rot="-5400000">
            <a:off x="7684355" y="3982230"/>
            <a:ext cx="279906" cy="357966"/>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19" name="Google Shape;219;p3"/>
          <p:cNvSpPr/>
          <p:nvPr/>
        </p:nvSpPr>
        <p:spPr>
          <a:xfrm>
            <a:off x="7659648" y="4370196"/>
            <a:ext cx="377708" cy="426638"/>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20" name="Google Shape;220;p3"/>
          <p:cNvSpPr/>
          <p:nvPr/>
        </p:nvSpPr>
        <p:spPr>
          <a:xfrm>
            <a:off x="5059563" y="4957957"/>
            <a:ext cx="386048" cy="258065"/>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21" name="Google Shape;221;p3"/>
          <p:cNvSpPr/>
          <p:nvPr/>
        </p:nvSpPr>
        <p:spPr>
          <a:xfrm>
            <a:off x="7782420" y="4885132"/>
            <a:ext cx="174842" cy="187322"/>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22" name="Google Shape;222;p3"/>
          <p:cNvSpPr/>
          <p:nvPr/>
        </p:nvSpPr>
        <p:spPr>
          <a:xfrm>
            <a:off x="1482765" y="4209515"/>
            <a:ext cx="210213" cy="458889"/>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23" name="Google Shape;223;p3"/>
          <p:cNvSpPr/>
          <p:nvPr/>
        </p:nvSpPr>
        <p:spPr>
          <a:xfrm>
            <a:off x="945960" y="4042836"/>
            <a:ext cx="414157" cy="507762"/>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24" name="Google Shape;224;p3"/>
          <p:cNvSpPr/>
          <p:nvPr/>
        </p:nvSpPr>
        <p:spPr>
          <a:xfrm>
            <a:off x="2263010" y="4132028"/>
            <a:ext cx="456818" cy="425588"/>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25" name="Google Shape;225;p3"/>
          <p:cNvSpPr/>
          <p:nvPr/>
        </p:nvSpPr>
        <p:spPr>
          <a:xfrm>
            <a:off x="1780917" y="4041241"/>
            <a:ext cx="372518" cy="384998"/>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26" name="Google Shape;226;p3"/>
          <p:cNvSpPr/>
          <p:nvPr/>
        </p:nvSpPr>
        <p:spPr>
          <a:xfrm>
            <a:off x="1706532" y="4533962"/>
            <a:ext cx="521292" cy="538992"/>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27" name="Google Shape;227;p3"/>
          <p:cNvSpPr/>
          <p:nvPr/>
        </p:nvSpPr>
        <p:spPr>
          <a:xfrm>
            <a:off x="700454" y="4557600"/>
            <a:ext cx="504670" cy="400627"/>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28" name="Google Shape;228;p3"/>
          <p:cNvSpPr/>
          <p:nvPr/>
        </p:nvSpPr>
        <p:spPr>
          <a:xfrm>
            <a:off x="400967" y="4075599"/>
            <a:ext cx="470320" cy="442210"/>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29" name="Google Shape;229;p3"/>
          <p:cNvSpPr/>
          <p:nvPr/>
        </p:nvSpPr>
        <p:spPr>
          <a:xfrm>
            <a:off x="-35016" y="4075593"/>
            <a:ext cx="339602" cy="400617"/>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30" name="Google Shape;230;p3"/>
          <p:cNvSpPr/>
          <p:nvPr/>
        </p:nvSpPr>
        <p:spPr>
          <a:xfrm>
            <a:off x="721258" y="4998019"/>
            <a:ext cx="463059" cy="177962"/>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31" name="Google Shape;231;p3"/>
          <p:cNvSpPr/>
          <p:nvPr/>
        </p:nvSpPr>
        <p:spPr>
          <a:xfrm>
            <a:off x="3251972" y="4825260"/>
            <a:ext cx="589992" cy="414129"/>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32" name="Google Shape;232;p3"/>
          <p:cNvSpPr/>
          <p:nvPr/>
        </p:nvSpPr>
        <p:spPr>
          <a:xfrm>
            <a:off x="3251978" y="4029277"/>
            <a:ext cx="388118" cy="408938"/>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33" name="Google Shape;233;p3"/>
          <p:cNvSpPr/>
          <p:nvPr/>
        </p:nvSpPr>
        <p:spPr>
          <a:xfrm>
            <a:off x="2183974" y="4950383"/>
            <a:ext cx="297606" cy="211234"/>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34" name="Google Shape;234;p3"/>
          <p:cNvSpPr/>
          <p:nvPr/>
        </p:nvSpPr>
        <p:spPr>
          <a:xfrm>
            <a:off x="3949125" y="4950125"/>
            <a:ext cx="288245" cy="184202"/>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35" name="Google Shape;235;p3"/>
          <p:cNvSpPr/>
          <p:nvPr/>
        </p:nvSpPr>
        <p:spPr>
          <a:xfrm>
            <a:off x="1360115" y="4780234"/>
            <a:ext cx="323616" cy="321546"/>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36" name="Google Shape;236;p3"/>
          <p:cNvSpPr/>
          <p:nvPr/>
        </p:nvSpPr>
        <p:spPr>
          <a:xfrm>
            <a:off x="3721844" y="4000279"/>
            <a:ext cx="306966" cy="385027"/>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37" name="Google Shape;237;p3"/>
          <p:cNvSpPr/>
          <p:nvPr/>
        </p:nvSpPr>
        <p:spPr>
          <a:xfrm>
            <a:off x="91624" y="4552927"/>
            <a:ext cx="416228" cy="409988"/>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38" name="Google Shape;238;p3"/>
          <p:cNvSpPr/>
          <p:nvPr/>
        </p:nvSpPr>
        <p:spPr>
          <a:xfrm>
            <a:off x="4028803" y="4583868"/>
            <a:ext cx="391238" cy="28929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39" name="Google Shape;239;p3"/>
          <p:cNvSpPr/>
          <p:nvPr/>
        </p:nvSpPr>
        <p:spPr>
          <a:xfrm>
            <a:off x="2704" y="4900231"/>
            <a:ext cx="180033" cy="373539"/>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40" name="Google Shape;240;p3"/>
          <p:cNvSpPr/>
          <p:nvPr/>
        </p:nvSpPr>
        <p:spPr>
          <a:xfrm rot="1920548">
            <a:off x="2436125" y="4658174"/>
            <a:ext cx="501522" cy="425557"/>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41" name="Google Shape;241;p3"/>
          <p:cNvSpPr/>
          <p:nvPr/>
        </p:nvSpPr>
        <p:spPr>
          <a:xfrm>
            <a:off x="3462692" y="4517805"/>
            <a:ext cx="479681" cy="339217"/>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42" name="Google Shape;242;p3"/>
          <p:cNvSpPr/>
          <p:nvPr/>
        </p:nvSpPr>
        <p:spPr>
          <a:xfrm rot="-5400000">
            <a:off x="2883755" y="3982230"/>
            <a:ext cx="279906" cy="357966"/>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43" name="Google Shape;243;p3"/>
          <p:cNvSpPr/>
          <p:nvPr/>
        </p:nvSpPr>
        <p:spPr>
          <a:xfrm>
            <a:off x="2859048" y="4370196"/>
            <a:ext cx="377708" cy="426638"/>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44" name="Google Shape;244;p3"/>
          <p:cNvSpPr/>
          <p:nvPr/>
        </p:nvSpPr>
        <p:spPr>
          <a:xfrm>
            <a:off x="258963" y="4957957"/>
            <a:ext cx="386048" cy="258065"/>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45" name="Google Shape;245;p3"/>
          <p:cNvSpPr/>
          <p:nvPr/>
        </p:nvSpPr>
        <p:spPr>
          <a:xfrm>
            <a:off x="2981820" y="4885132"/>
            <a:ext cx="174842" cy="187322"/>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246"/>
        <p:cNvGrpSpPr/>
        <p:nvPr/>
      </p:nvGrpSpPr>
      <p:grpSpPr>
        <a:xfrm>
          <a:off x="0" y="0"/>
          <a:ext cx="0" cy="0"/>
          <a:chOff x="0" y="0"/>
          <a:chExt cx="0" cy="0"/>
        </a:xfrm>
      </p:grpSpPr>
      <p:sp>
        <p:nvSpPr>
          <p:cNvPr id="247" name="Google Shape;247;p4"/>
          <p:cNvSpPr txBox="1">
            <a:spLocks noGrp="1"/>
          </p:cNvSpPr>
          <p:nvPr>
            <p:ph type="body" idx="1"/>
          </p:nvPr>
        </p:nvSpPr>
        <p:spPr>
          <a:xfrm>
            <a:off x="2159325" y="2161800"/>
            <a:ext cx="4825500" cy="819900"/>
          </a:xfrm>
          <a:prstGeom prst="rect">
            <a:avLst/>
          </a:prstGeom>
        </p:spPr>
        <p:txBody>
          <a:bodyPr spcFirstLastPara="1" wrap="square" lIns="91425" tIns="91425" rIns="91425" bIns="91425" anchor="ctr" anchorCtr="0">
            <a:noAutofit/>
          </a:bodyPr>
          <a:lstStyle>
            <a:lvl1pPr marL="457200" lvl="0" indent="-387350" algn="ctr" rtl="0">
              <a:spcBef>
                <a:spcPts val="600"/>
              </a:spcBef>
              <a:spcAft>
                <a:spcPts val="0"/>
              </a:spcAft>
              <a:buClr>
                <a:srgbClr val="1C4587"/>
              </a:buClr>
              <a:buSzPts val="2500"/>
              <a:buChar char="✘"/>
              <a:defRPr sz="2500" b="1">
                <a:solidFill>
                  <a:srgbClr val="1C4587"/>
                </a:solidFill>
              </a:defRPr>
            </a:lvl1pPr>
            <a:lvl2pPr marL="914400" lvl="1" indent="-387350" algn="ctr" rtl="0">
              <a:spcBef>
                <a:spcPts val="0"/>
              </a:spcBef>
              <a:spcAft>
                <a:spcPts val="0"/>
              </a:spcAft>
              <a:buClr>
                <a:srgbClr val="1C4587"/>
              </a:buClr>
              <a:buSzPts val="2500"/>
              <a:buChar char="✗"/>
              <a:defRPr sz="2500" b="1">
                <a:solidFill>
                  <a:srgbClr val="1C4587"/>
                </a:solidFill>
              </a:defRPr>
            </a:lvl2pPr>
            <a:lvl3pPr marL="1371600" lvl="2" indent="-387350" algn="ctr" rtl="0">
              <a:spcBef>
                <a:spcPts val="0"/>
              </a:spcBef>
              <a:spcAft>
                <a:spcPts val="0"/>
              </a:spcAft>
              <a:buClr>
                <a:srgbClr val="1C4587"/>
              </a:buClr>
              <a:buSzPts val="2500"/>
              <a:buChar char="■"/>
              <a:defRPr sz="2500" b="1">
                <a:solidFill>
                  <a:srgbClr val="1C4587"/>
                </a:solidFill>
              </a:defRPr>
            </a:lvl3pPr>
            <a:lvl4pPr marL="1828800" lvl="3" indent="-387350" algn="ctr" rtl="0">
              <a:spcBef>
                <a:spcPts val="0"/>
              </a:spcBef>
              <a:spcAft>
                <a:spcPts val="0"/>
              </a:spcAft>
              <a:buClr>
                <a:srgbClr val="1C4587"/>
              </a:buClr>
              <a:buSzPts val="2500"/>
              <a:buChar char="●"/>
              <a:defRPr sz="2500" b="1">
                <a:solidFill>
                  <a:srgbClr val="1C4587"/>
                </a:solidFill>
              </a:defRPr>
            </a:lvl4pPr>
            <a:lvl5pPr marL="2286000" lvl="4" indent="-387350" algn="ctr" rtl="0">
              <a:spcBef>
                <a:spcPts val="0"/>
              </a:spcBef>
              <a:spcAft>
                <a:spcPts val="0"/>
              </a:spcAft>
              <a:buClr>
                <a:srgbClr val="1C4587"/>
              </a:buClr>
              <a:buSzPts val="2500"/>
              <a:buChar char="○"/>
              <a:defRPr sz="2500" b="1">
                <a:solidFill>
                  <a:srgbClr val="1C4587"/>
                </a:solidFill>
              </a:defRPr>
            </a:lvl5pPr>
            <a:lvl6pPr marL="2743200" lvl="5" indent="-387350" algn="ctr" rtl="0">
              <a:spcBef>
                <a:spcPts val="0"/>
              </a:spcBef>
              <a:spcAft>
                <a:spcPts val="0"/>
              </a:spcAft>
              <a:buClr>
                <a:srgbClr val="1C4587"/>
              </a:buClr>
              <a:buSzPts val="2500"/>
              <a:buChar char="■"/>
              <a:defRPr sz="2500" b="1">
                <a:solidFill>
                  <a:srgbClr val="1C4587"/>
                </a:solidFill>
              </a:defRPr>
            </a:lvl6pPr>
            <a:lvl7pPr marL="3200400" lvl="6" indent="-387350" algn="ctr" rtl="0">
              <a:spcBef>
                <a:spcPts val="0"/>
              </a:spcBef>
              <a:spcAft>
                <a:spcPts val="0"/>
              </a:spcAft>
              <a:buClr>
                <a:srgbClr val="1C4587"/>
              </a:buClr>
              <a:buSzPts val="2500"/>
              <a:buChar char="●"/>
              <a:defRPr sz="2500" b="1">
                <a:solidFill>
                  <a:srgbClr val="1C4587"/>
                </a:solidFill>
              </a:defRPr>
            </a:lvl7pPr>
            <a:lvl8pPr marL="3657600" lvl="7" indent="-387350" algn="ctr" rtl="0">
              <a:spcBef>
                <a:spcPts val="0"/>
              </a:spcBef>
              <a:spcAft>
                <a:spcPts val="0"/>
              </a:spcAft>
              <a:buClr>
                <a:srgbClr val="1C4587"/>
              </a:buClr>
              <a:buSzPts val="2500"/>
              <a:buChar char="○"/>
              <a:defRPr sz="2500" b="1">
                <a:solidFill>
                  <a:srgbClr val="1C4587"/>
                </a:solidFill>
              </a:defRPr>
            </a:lvl8pPr>
            <a:lvl9pPr marL="4114800" lvl="8" indent="-387350" algn="ctr">
              <a:spcBef>
                <a:spcPts val="0"/>
              </a:spcBef>
              <a:spcAft>
                <a:spcPts val="0"/>
              </a:spcAft>
              <a:buClr>
                <a:srgbClr val="1C4587"/>
              </a:buClr>
              <a:buSzPts val="2500"/>
              <a:buChar char="■"/>
              <a:defRPr sz="2500" b="1">
                <a:solidFill>
                  <a:srgbClr val="1C4587"/>
                </a:solidFill>
              </a:defRPr>
            </a:lvl9pPr>
          </a:lstStyle>
          <a:p>
            <a:endParaRPr/>
          </a:p>
        </p:txBody>
      </p:sp>
      <p:sp>
        <p:nvSpPr>
          <p:cNvPr id="248" name="Google Shape;248;p4"/>
          <p:cNvSpPr/>
          <p:nvPr/>
        </p:nvSpPr>
        <p:spPr>
          <a:xfrm>
            <a:off x="7302880" y="-294362"/>
            <a:ext cx="450550" cy="558734"/>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49" name="Google Shape;249;p4"/>
          <p:cNvSpPr/>
          <p:nvPr/>
        </p:nvSpPr>
        <p:spPr>
          <a:xfrm>
            <a:off x="-35374" y="3366963"/>
            <a:ext cx="443260" cy="504670"/>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50" name="Google Shape;250;p4"/>
          <p:cNvSpPr/>
          <p:nvPr/>
        </p:nvSpPr>
        <p:spPr>
          <a:xfrm>
            <a:off x="8817948" y="3439661"/>
            <a:ext cx="414157" cy="507762"/>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51" name="Google Shape;251;p4"/>
          <p:cNvSpPr/>
          <p:nvPr/>
        </p:nvSpPr>
        <p:spPr>
          <a:xfrm>
            <a:off x="8742973" y="4166677"/>
            <a:ext cx="495281" cy="340238"/>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52" name="Google Shape;252;p4"/>
          <p:cNvSpPr/>
          <p:nvPr/>
        </p:nvSpPr>
        <p:spPr>
          <a:xfrm>
            <a:off x="8360955" y="4506916"/>
            <a:ext cx="372518" cy="384998"/>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53" name="Google Shape;253;p4"/>
          <p:cNvSpPr/>
          <p:nvPr/>
        </p:nvSpPr>
        <p:spPr>
          <a:xfrm>
            <a:off x="-77078" y="1488018"/>
            <a:ext cx="339602" cy="400617"/>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54" name="Google Shape;254;p4"/>
          <p:cNvSpPr/>
          <p:nvPr/>
        </p:nvSpPr>
        <p:spPr>
          <a:xfrm>
            <a:off x="8052572" y="4825260"/>
            <a:ext cx="589992" cy="414129"/>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55" name="Google Shape;255;p4"/>
          <p:cNvSpPr/>
          <p:nvPr/>
        </p:nvSpPr>
        <p:spPr>
          <a:xfrm>
            <a:off x="8052577" y="4132327"/>
            <a:ext cx="388118" cy="408938"/>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56" name="Google Shape;256;p4"/>
          <p:cNvSpPr/>
          <p:nvPr/>
        </p:nvSpPr>
        <p:spPr>
          <a:xfrm>
            <a:off x="7430898" y="4873171"/>
            <a:ext cx="297606" cy="211234"/>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57" name="Google Shape;257;p4"/>
          <p:cNvSpPr/>
          <p:nvPr/>
        </p:nvSpPr>
        <p:spPr>
          <a:xfrm>
            <a:off x="8749725" y="4950125"/>
            <a:ext cx="288245" cy="184202"/>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58" name="Google Shape;258;p4"/>
          <p:cNvSpPr/>
          <p:nvPr/>
        </p:nvSpPr>
        <p:spPr>
          <a:xfrm>
            <a:off x="8522444" y="4000279"/>
            <a:ext cx="306966" cy="385027"/>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59" name="Google Shape;259;p4"/>
          <p:cNvSpPr/>
          <p:nvPr/>
        </p:nvSpPr>
        <p:spPr>
          <a:xfrm>
            <a:off x="8829403" y="4583868"/>
            <a:ext cx="391238" cy="28929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60" name="Google Shape;260;p4"/>
          <p:cNvSpPr/>
          <p:nvPr/>
        </p:nvSpPr>
        <p:spPr>
          <a:xfrm>
            <a:off x="8963979" y="1338718"/>
            <a:ext cx="180033" cy="373539"/>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61" name="Google Shape;261;p4"/>
          <p:cNvSpPr/>
          <p:nvPr/>
        </p:nvSpPr>
        <p:spPr>
          <a:xfrm rot="-2426120">
            <a:off x="7110132" y="4877011"/>
            <a:ext cx="279910" cy="357971"/>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62" name="Google Shape;262;p4"/>
          <p:cNvSpPr/>
          <p:nvPr/>
        </p:nvSpPr>
        <p:spPr>
          <a:xfrm>
            <a:off x="7659648" y="4370196"/>
            <a:ext cx="377708" cy="426638"/>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63" name="Google Shape;263;p4"/>
          <p:cNvSpPr/>
          <p:nvPr/>
        </p:nvSpPr>
        <p:spPr>
          <a:xfrm>
            <a:off x="8797588" y="3078732"/>
            <a:ext cx="386048" cy="258065"/>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64" name="Google Shape;264;p4"/>
          <p:cNvSpPr/>
          <p:nvPr/>
        </p:nvSpPr>
        <p:spPr>
          <a:xfrm>
            <a:off x="7782420" y="4885132"/>
            <a:ext cx="174842" cy="187322"/>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65" name="Google Shape;265;p4"/>
          <p:cNvSpPr/>
          <p:nvPr/>
        </p:nvSpPr>
        <p:spPr>
          <a:xfrm>
            <a:off x="346877" y="608615"/>
            <a:ext cx="210213" cy="458889"/>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66" name="Google Shape;266;p4"/>
          <p:cNvSpPr/>
          <p:nvPr/>
        </p:nvSpPr>
        <p:spPr>
          <a:xfrm>
            <a:off x="645010" y="355961"/>
            <a:ext cx="414157" cy="507762"/>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67" name="Google Shape;267;p4"/>
          <p:cNvSpPr/>
          <p:nvPr/>
        </p:nvSpPr>
        <p:spPr>
          <a:xfrm>
            <a:off x="8318810" y="-29822"/>
            <a:ext cx="456818" cy="425588"/>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68" name="Google Shape;268;p4"/>
          <p:cNvSpPr/>
          <p:nvPr/>
        </p:nvSpPr>
        <p:spPr>
          <a:xfrm>
            <a:off x="-8" y="1013366"/>
            <a:ext cx="372518" cy="384998"/>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69" name="Google Shape;269;p4"/>
          <p:cNvSpPr/>
          <p:nvPr/>
        </p:nvSpPr>
        <p:spPr>
          <a:xfrm>
            <a:off x="8699356" y="179112"/>
            <a:ext cx="521292" cy="538992"/>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70" name="Google Shape;270;p4"/>
          <p:cNvSpPr/>
          <p:nvPr/>
        </p:nvSpPr>
        <p:spPr>
          <a:xfrm>
            <a:off x="700454" y="4557600"/>
            <a:ext cx="504670" cy="400627"/>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71" name="Google Shape;271;p4"/>
          <p:cNvSpPr/>
          <p:nvPr/>
        </p:nvSpPr>
        <p:spPr>
          <a:xfrm>
            <a:off x="258967" y="-86251"/>
            <a:ext cx="470320" cy="442210"/>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72" name="Google Shape;272;p4"/>
          <p:cNvSpPr/>
          <p:nvPr/>
        </p:nvSpPr>
        <p:spPr>
          <a:xfrm>
            <a:off x="-35016" y="4075593"/>
            <a:ext cx="339602" cy="400617"/>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73" name="Google Shape;273;p4"/>
          <p:cNvSpPr/>
          <p:nvPr/>
        </p:nvSpPr>
        <p:spPr>
          <a:xfrm>
            <a:off x="721258" y="4998019"/>
            <a:ext cx="463059" cy="177962"/>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74" name="Google Shape;274;p4"/>
          <p:cNvSpPr/>
          <p:nvPr/>
        </p:nvSpPr>
        <p:spPr>
          <a:xfrm>
            <a:off x="-243128" y="54210"/>
            <a:ext cx="589992" cy="414129"/>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75" name="Google Shape;275;p4"/>
          <p:cNvSpPr/>
          <p:nvPr/>
        </p:nvSpPr>
        <p:spPr>
          <a:xfrm>
            <a:off x="7842052" y="-100873"/>
            <a:ext cx="388118" cy="408938"/>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76" name="Google Shape;276;p4"/>
          <p:cNvSpPr/>
          <p:nvPr/>
        </p:nvSpPr>
        <p:spPr>
          <a:xfrm>
            <a:off x="-38626" y="579046"/>
            <a:ext cx="297606" cy="211234"/>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77" name="Google Shape;277;p4"/>
          <p:cNvSpPr/>
          <p:nvPr/>
        </p:nvSpPr>
        <p:spPr>
          <a:xfrm>
            <a:off x="1403775" y="11500"/>
            <a:ext cx="288245" cy="184202"/>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78" name="Google Shape;278;p4"/>
          <p:cNvSpPr/>
          <p:nvPr/>
        </p:nvSpPr>
        <p:spPr>
          <a:xfrm>
            <a:off x="955990" y="-57166"/>
            <a:ext cx="323616" cy="321546"/>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79" name="Google Shape;279;p4"/>
          <p:cNvSpPr/>
          <p:nvPr/>
        </p:nvSpPr>
        <p:spPr>
          <a:xfrm>
            <a:off x="1333294" y="4678454"/>
            <a:ext cx="306966" cy="385027"/>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80" name="Google Shape;280;p4"/>
          <p:cNvSpPr/>
          <p:nvPr/>
        </p:nvSpPr>
        <p:spPr>
          <a:xfrm>
            <a:off x="91624" y="4552927"/>
            <a:ext cx="416228" cy="409988"/>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81" name="Google Shape;281;p4"/>
          <p:cNvSpPr/>
          <p:nvPr/>
        </p:nvSpPr>
        <p:spPr>
          <a:xfrm>
            <a:off x="1525678" y="4911343"/>
            <a:ext cx="391238" cy="28929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82" name="Google Shape;282;p4"/>
          <p:cNvSpPr/>
          <p:nvPr/>
        </p:nvSpPr>
        <p:spPr>
          <a:xfrm>
            <a:off x="2704" y="4900231"/>
            <a:ext cx="180033" cy="373539"/>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83" name="Google Shape;283;p4"/>
          <p:cNvSpPr/>
          <p:nvPr/>
        </p:nvSpPr>
        <p:spPr>
          <a:xfrm rot="1920548">
            <a:off x="8225551" y="625274"/>
            <a:ext cx="501522" cy="425557"/>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84" name="Google Shape;284;p4"/>
          <p:cNvSpPr/>
          <p:nvPr/>
        </p:nvSpPr>
        <p:spPr>
          <a:xfrm>
            <a:off x="346867" y="4064142"/>
            <a:ext cx="479681" cy="339217"/>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85" name="Google Shape;285;p4"/>
          <p:cNvSpPr/>
          <p:nvPr/>
        </p:nvSpPr>
        <p:spPr>
          <a:xfrm rot="-5400000">
            <a:off x="7996280" y="316930"/>
            <a:ext cx="279906" cy="357966"/>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86" name="Google Shape;286;p4"/>
          <p:cNvSpPr/>
          <p:nvPr/>
        </p:nvSpPr>
        <p:spPr>
          <a:xfrm>
            <a:off x="8801760" y="790271"/>
            <a:ext cx="377708" cy="426638"/>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87" name="Google Shape;287;p4"/>
          <p:cNvSpPr/>
          <p:nvPr/>
        </p:nvSpPr>
        <p:spPr>
          <a:xfrm>
            <a:off x="258963" y="4957957"/>
            <a:ext cx="386048" cy="258065"/>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88" name="Google Shape;288;p4"/>
          <p:cNvSpPr/>
          <p:nvPr/>
        </p:nvSpPr>
        <p:spPr>
          <a:xfrm>
            <a:off x="8699345" y="1151407"/>
            <a:ext cx="174842" cy="187322"/>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89" name="Google Shape;289;p4"/>
          <p:cNvSpPr txBox="1">
            <a:spLocks noGrp="1"/>
          </p:cNvSpPr>
          <p:nvPr>
            <p:ph type="sldNum" idx="12"/>
          </p:nvPr>
        </p:nvSpPr>
        <p:spPr>
          <a:xfrm>
            <a:off x="4297650" y="4853299"/>
            <a:ext cx="548700" cy="290100"/>
          </a:xfrm>
          <a:prstGeom prst="rect">
            <a:avLst/>
          </a:prstGeom>
        </p:spPr>
        <p:txBody>
          <a:bodyPr spcFirstLastPara="1" wrap="square" lIns="91425" tIns="91425" rIns="91425" bIns="91425" anchor="ctr" anchorCtr="0">
            <a:noAutofit/>
          </a:bodyPr>
          <a:lstStyle>
            <a:lvl1pPr lvl="0" algn="ctr" rtl="0">
              <a:buNone/>
              <a:defRPr/>
            </a:lvl1pPr>
            <a:lvl2pPr lvl="1" algn="ctr" rtl="0">
              <a:buNone/>
              <a:defRPr/>
            </a:lvl2pPr>
            <a:lvl3pPr lvl="2" algn="ctr" rtl="0">
              <a:buNone/>
              <a:defRPr/>
            </a:lvl3pPr>
            <a:lvl4pPr lvl="3" algn="ctr" rtl="0">
              <a:buNone/>
              <a:defRPr/>
            </a:lvl4pPr>
            <a:lvl5pPr lvl="4" algn="ctr" rtl="0">
              <a:buNone/>
              <a:defRPr/>
            </a:lvl5pPr>
            <a:lvl6pPr lvl="5" algn="ctr" rtl="0">
              <a:buNone/>
              <a:defRPr/>
            </a:lvl6pPr>
            <a:lvl7pPr lvl="6" algn="ctr" rtl="0">
              <a:buNone/>
              <a:defRPr/>
            </a:lvl7pPr>
            <a:lvl8pPr lvl="7" algn="ctr" rtl="0">
              <a:buNone/>
              <a:defRPr/>
            </a:lvl8pPr>
            <a:lvl9pPr lvl="8" algn="ctr"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290"/>
        <p:cNvGrpSpPr/>
        <p:nvPr/>
      </p:nvGrpSpPr>
      <p:grpSpPr>
        <a:xfrm>
          <a:off x="0" y="0"/>
          <a:ext cx="0" cy="0"/>
          <a:chOff x="0" y="0"/>
          <a:chExt cx="0" cy="0"/>
        </a:xfrm>
      </p:grpSpPr>
      <p:sp>
        <p:nvSpPr>
          <p:cNvPr id="291" name="Google Shape;291;p5"/>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292" name="Google Shape;292;p5"/>
          <p:cNvSpPr txBox="1">
            <a:spLocks noGrp="1"/>
          </p:cNvSpPr>
          <p:nvPr>
            <p:ph type="body" idx="1"/>
          </p:nvPr>
        </p:nvSpPr>
        <p:spPr>
          <a:xfrm>
            <a:off x="747925" y="1302837"/>
            <a:ext cx="6140400" cy="3610800"/>
          </a:xfrm>
          <a:prstGeom prst="rect">
            <a:avLst/>
          </a:prstGeom>
        </p:spPr>
        <p:txBody>
          <a:bodyPr spcFirstLastPara="1" wrap="square" lIns="91425" tIns="91425" rIns="91425" bIns="91425" anchor="t" anchorCtr="0">
            <a:noAutofit/>
          </a:bodyPr>
          <a:lstStyle>
            <a:lvl1pPr marL="457200" lvl="0" indent="-387350">
              <a:spcBef>
                <a:spcPts val="600"/>
              </a:spcBef>
              <a:spcAft>
                <a:spcPts val="0"/>
              </a:spcAft>
              <a:buSzPts val="2500"/>
              <a:buChar char="✘"/>
              <a:defRPr sz="2500"/>
            </a:lvl1pPr>
            <a:lvl2pPr marL="914400" lvl="1" indent="-355600">
              <a:spcBef>
                <a:spcPts val="0"/>
              </a:spcBef>
              <a:spcAft>
                <a:spcPts val="0"/>
              </a:spcAft>
              <a:buSzPts val="2000"/>
              <a:buChar char="✗"/>
              <a:defRPr/>
            </a:lvl2pPr>
            <a:lvl3pPr marL="1371600" lvl="2" indent="-355600">
              <a:spcBef>
                <a:spcPts val="0"/>
              </a:spcBef>
              <a:spcAft>
                <a:spcPts val="0"/>
              </a:spcAft>
              <a:buSzPts val="20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grpSp>
        <p:nvGrpSpPr>
          <p:cNvPr id="293" name="Google Shape;293;p5"/>
          <p:cNvGrpSpPr/>
          <p:nvPr/>
        </p:nvGrpSpPr>
        <p:grpSpPr>
          <a:xfrm>
            <a:off x="7442902" y="-91154"/>
            <a:ext cx="1796289" cy="5330574"/>
            <a:chOff x="6023725" y="842300"/>
            <a:chExt cx="1358150" cy="4030375"/>
          </a:xfrm>
        </p:grpSpPr>
        <p:sp>
          <p:nvSpPr>
            <p:cNvPr id="294" name="Google Shape;294;p5"/>
            <p:cNvSpPr/>
            <p:nvPr/>
          </p:nvSpPr>
          <p:spPr>
            <a:xfrm>
              <a:off x="6371275" y="842300"/>
              <a:ext cx="397100" cy="492450"/>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95" name="Google Shape;295;p5"/>
            <p:cNvSpPr/>
            <p:nvPr/>
          </p:nvSpPr>
          <p:spPr>
            <a:xfrm>
              <a:off x="6991200" y="2879025"/>
              <a:ext cx="390675" cy="444800"/>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96" name="Google Shape;296;p5"/>
            <p:cNvSpPr/>
            <p:nvPr/>
          </p:nvSpPr>
          <p:spPr>
            <a:xfrm>
              <a:off x="6244725" y="2547975"/>
              <a:ext cx="185275" cy="404450"/>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97" name="Google Shape;297;p5"/>
            <p:cNvSpPr/>
            <p:nvPr/>
          </p:nvSpPr>
          <p:spPr>
            <a:xfrm>
              <a:off x="6823375" y="1978500"/>
              <a:ext cx="365025" cy="447525"/>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98" name="Google Shape;298;p5"/>
            <p:cNvSpPr/>
            <p:nvPr/>
          </p:nvSpPr>
          <p:spPr>
            <a:xfrm>
              <a:off x="6071400" y="1791425"/>
              <a:ext cx="402625" cy="375100"/>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99" name="Google Shape;299;p5"/>
            <p:cNvSpPr/>
            <p:nvPr/>
          </p:nvSpPr>
          <p:spPr>
            <a:xfrm>
              <a:off x="6902250" y="3951050"/>
              <a:ext cx="436525" cy="299875"/>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0" name="Google Shape;300;p5"/>
            <p:cNvSpPr/>
            <p:nvPr/>
          </p:nvSpPr>
          <p:spPr>
            <a:xfrm>
              <a:off x="6405225" y="2154575"/>
              <a:ext cx="328325" cy="339325"/>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1" name="Google Shape;301;p5"/>
            <p:cNvSpPr/>
            <p:nvPr/>
          </p:nvSpPr>
          <p:spPr>
            <a:xfrm>
              <a:off x="6537275" y="2750650"/>
              <a:ext cx="459450" cy="475050"/>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2" name="Google Shape;302;p5"/>
            <p:cNvSpPr/>
            <p:nvPr/>
          </p:nvSpPr>
          <p:spPr>
            <a:xfrm>
              <a:off x="6855475" y="1544725"/>
              <a:ext cx="444800" cy="353100"/>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3" name="Google Shape;303;p5"/>
            <p:cNvSpPr/>
            <p:nvPr/>
          </p:nvSpPr>
          <p:spPr>
            <a:xfrm>
              <a:off x="6844475" y="1037625"/>
              <a:ext cx="414525" cy="389750"/>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4" name="Google Shape;304;p5"/>
            <p:cNvSpPr/>
            <p:nvPr/>
          </p:nvSpPr>
          <p:spPr>
            <a:xfrm>
              <a:off x="6553775" y="1840025"/>
              <a:ext cx="234775" cy="276975"/>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5" name="Google Shape;305;p5"/>
            <p:cNvSpPr/>
            <p:nvPr/>
          </p:nvSpPr>
          <p:spPr>
            <a:xfrm>
              <a:off x="6618875" y="2550725"/>
              <a:ext cx="408125" cy="156850"/>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6" name="Google Shape;306;p5"/>
            <p:cNvSpPr/>
            <p:nvPr/>
          </p:nvSpPr>
          <p:spPr>
            <a:xfrm>
              <a:off x="6336425" y="4507675"/>
              <a:ext cx="520000" cy="365000"/>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7" name="Google Shape;307;p5"/>
            <p:cNvSpPr/>
            <p:nvPr/>
          </p:nvSpPr>
          <p:spPr>
            <a:xfrm>
              <a:off x="6425400" y="3728200"/>
              <a:ext cx="342075" cy="360425"/>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8" name="Google Shape;308;p5"/>
            <p:cNvSpPr/>
            <p:nvPr/>
          </p:nvSpPr>
          <p:spPr>
            <a:xfrm>
              <a:off x="6789450" y="3384325"/>
              <a:ext cx="262300" cy="186175"/>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9" name="Google Shape;309;p5"/>
            <p:cNvSpPr/>
            <p:nvPr/>
          </p:nvSpPr>
          <p:spPr>
            <a:xfrm>
              <a:off x="6950850" y="4617725"/>
              <a:ext cx="254050" cy="162350"/>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0" name="Google Shape;310;p5"/>
            <p:cNvSpPr/>
            <p:nvPr/>
          </p:nvSpPr>
          <p:spPr>
            <a:xfrm>
              <a:off x="6051225" y="1090800"/>
              <a:ext cx="285225" cy="283400"/>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1" name="Google Shape;311;p5"/>
            <p:cNvSpPr/>
            <p:nvPr/>
          </p:nvSpPr>
          <p:spPr>
            <a:xfrm>
              <a:off x="6849975" y="3631900"/>
              <a:ext cx="270550" cy="339350"/>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2" name="Google Shape;312;p5"/>
            <p:cNvSpPr/>
            <p:nvPr/>
          </p:nvSpPr>
          <p:spPr>
            <a:xfrm>
              <a:off x="6351100" y="3281600"/>
              <a:ext cx="366850" cy="361350"/>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3" name="Google Shape;313;p5"/>
            <p:cNvSpPr/>
            <p:nvPr/>
          </p:nvSpPr>
          <p:spPr>
            <a:xfrm>
              <a:off x="6316250" y="3040425"/>
              <a:ext cx="137600" cy="122000"/>
            </a:xfrm>
            <a:custGeom>
              <a:avLst/>
              <a:gdLst/>
              <a:ahLst/>
              <a:cxnLst/>
              <a:rect l="l" t="t" r="r" b="b"/>
              <a:pathLst>
                <a:path w="5504" h="4880" extrusionOk="0">
                  <a:moveTo>
                    <a:pt x="5173" y="0"/>
                  </a:moveTo>
                  <a:lnTo>
                    <a:pt x="5063" y="37"/>
                  </a:lnTo>
                  <a:lnTo>
                    <a:pt x="4990" y="110"/>
                  </a:lnTo>
                  <a:lnTo>
                    <a:pt x="4770" y="404"/>
                  </a:lnTo>
                  <a:lnTo>
                    <a:pt x="4513" y="624"/>
                  </a:lnTo>
                  <a:lnTo>
                    <a:pt x="4219" y="844"/>
                  </a:lnTo>
                  <a:lnTo>
                    <a:pt x="3926" y="991"/>
                  </a:lnTo>
                  <a:lnTo>
                    <a:pt x="3742" y="1064"/>
                  </a:lnTo>
                  <a:lnTo>
                    <a:pt x="3559" y="1101"/>
                  </a:lnTo>
                  <a:lnTo>
                    <a:pt x="3229" y="1101"/>
                  </a:lnTo>
                  <a:lnTo>
                    <a:pt x="2862" y="1028"/>
                  </a:lnTo>
                  <a:lnTo>
                    <a:pt x="2532" y="917"/>
                  </a:lnTo>
                  <a:lnTo>
                    <a:pt x="2239" y="807"/>
                  </a:lnTo>
                  <a:lnTo>
                    <a:pt x="1908" y="734"/>
                  </a:lnTo>
                  <a:lnTo>
                    <a:pt x="1578" y="661"/>
                  </a:lnTo>
                  <a:lnTo>
                    <a:pt x="1248" y="624"/>
                  </a:lnTo>
                  <a:lnTo>
                    <a:pt x="918" y="661"/>
                  </a:lnTo>
                  <a:lnTo>
                    <a:pt x="625" y="771"/>
                  </a:lnTo>
                  <a:lnTo>
                    <a:pt x="478" y="844"/>
                  </a:lnTo>
                  <a:lnTo>
                    <a:pt x="368" y="954"/>
                  </a:lnTo>
                  <a:lnTo>
                    <a:pt x="258" y="1064"/>
                  </a:lnTo>
                  <a:lnTo>
                    <a:pt x="148" y="1211"/>
                  </a:lnTo>
                  <a:lnTo>
                    <a:pt x="111" y="1284"/>
                  </a:lnTo>
                  <a:lnTo>
                    <a:pt x="111" y="1321"/>
                  </a:lnTo>
                  <a:lnTo>
                    <a:pt x="148" y="1431"/>
                  </a:lnTo>
                  <a:lnTo>
                    <a:pt x="258" y="1468"/>
                  </a:lnTo>
                  <a:lnTo>
                    <a:pt x="368" y="1468"/>
                  </a:lnTo>
                  <a:lnTo>
                    <a:pt x="698" y="1284"/>
                  </a:lnTo>
                  <a:lnTo>
                    <a:pt x="1028" y="1174"/>
                  </a:lnTo>
                  <a:lnTo>
                    <a:pt x="1028" y="2531"/>
                  </a:lnTo>
                  <a:lnTo>
                    <a:pt x="955" y="3228"/>
                  </a:lnTo>
                  <a:lnTo>
                    <a:pt x="881" y="3925"/>
                  </a:lnTo>
                  <a:lnTo>
                    <a:pt x="698" y="3852"/>
                  </a:lnTo>
                  <a:lnTo>
                    <a:pt x="551" y="3742"/>
                  </a:lnTo>
                  <a:lnTo>
                    <a:pt x="368" y="3632"/>
                  </a:lnTo>
                  <a:lnTo>
                    <a:pt x="184" y="3522"/>
                  </a:lnTo>
                  <a:lnTo>
                    <a:pt x="111" y="3522"/>
                  </a:lnTo>
                  <a:lnTo>
                    <a:pt x="38" y="3595"/>
                  </a:lnTo>
                  <a:lnTo>
                    <a:pt x="1" y="3669"/>
                  </a:lnTo>
                  <a:lnTo>
                    <a:pt x="1" y="3779"/>
                  </a:lnTo>
                  <a:lnTo>
                    <a:pt x="38" y="3962"/>
                  </a:lnTo>
                  <a:lnTo>
                    <a:pt x="148" y="4145"/>
                  </a:lnTo>
                  <a:lnTo>
                    <a:pt x="294" y="4256"/>
                  </a:lnTo>
                  <a:lnTo>
                    <a:pt x="514" y="4402"/>
                  </a:lnTo>
                  <a:lnTo>
                    <a:pt x="735" y="4476"/>
                  </a:lnTo>
                  <a:lnTo>
                    <a:pt x="1175" y="4476"/>
                  </a:lnTo>
                  <a:lnTo>
                    <a:pt x="1248" y="4439"/>
                  </a:lnTo>
                  <a:lnTo>
                    <a:pt x="1321" y="4402"/>
                  </a:lnTo>
                  <a:lnTo>
                    <a:pt x="1395" y="4256"/>
                  </a:lnTo>
                  <a:lnTo>
                    <a:pt x="1505" y="3485"/>
                  </a:lnTo>
                  <a:lnTo>
                    <a:pt x="1578" y="2715"/>
                  </a:lnTo>
                  <a:lnTo>
                    <a:pt x="1578" y="1908"/>
                  </a:lnTo>
                  <a:lnTo>
                    <a:pt x="1542" y="1504"/>
                  </a:lnTo>
                  <a:lnTo>
                    <a:pt x="1505" y="1138"/>
                  </a:lnTo>
                  <a:lnTo>
                    <a:pt x="1762" y="1174"/>
                  </a:lnTo>
                  <a:lnTo>
                    <a:pt x="2128" y="1321"/>
                  </a:lnTo>
                  <a:lnTo>
                    <a:pt x="2459" y="1431"/>
                  </a:lnTo>
                  <a:lnTo>
                    <a:pt x="2825" y="1578"/>
                  </a:lnTo>
                  <a:lnTo>
                    <a:pt x="3192" y="1651"/>
                  </a:lnTo>
                  <a:lnTo>
                    <a:pt x="3486" y="1651"/>
                  </a:lnTo>
                  <a:lnTo>
                    <a:pt x="3449" y="2531"/>
                  </a:lnTo>
                  <a:lnTo>
                    <a:pt x="3412" y="3449"/>
                  </a:lnTo>
                  <a:lnTo>
                    <a:pt x="3412" y="3999"/>
                  </a:lnTo>
                  <a:lnTo>
                    <a:pt x="3412" y="4256"/>
                  </a:lnTo>
                  <a:lnTo>
                    <a:pt x="3412" y="4366"/>
                  </a:lnTo>
                  <a:lnTo>
                    <a:pt x="3412" y="4402"/>
                  </a:lnTo>
                  <a:lnTo>
                    <a:pt x="3449" y="4402"/>
                  </a:lnTo>
                  <a:lnTo>
                    <a:pt x="3412" y="4476"/>
                  </a:lnTo>
                  <a:lnTo>
                    <a:pt x="3376" y="4512"/>
                  </a:lnTo>
                  <a:lnTo>
                    <a:pt x="3376" y="4659"/>
                  </a:lnTo>
                  <a:lnTo>
                    <a:pt x="3376" y="4696"/>
                  </a:lnTo>
                  <a:lnTo>
                    <a:pt x="3412" y="4806"/>
                  </a:lnTo>
                  <a:lnTo>
                    <a:pt x="3522" y="4879"/>
                  </a:lnTo>
                  <a:lnTo>
                    <a:pt x="3632" y="4879"/>
                  </a:lnTo>
                  <a:lnTo>
                    <a:pt x="3742" y="4842"/>
                  </a:lnTo>
                  <a:lnTo>
                    <a:pt x="3853" y="4732"/>
                  </a:lnTo>
                  <a:lnTo>
                    <a:pt x="3926" y="4586"/>
                  </a:lnTo>
                  <a:lnTo>
                    <a:pt x="3926" y="4439"/>
                  </a:lnTo>
                  <a:lnTo>
                    <a:pt x="3926" y="4256"/>
                  </a:lnTo>
                  <a:lnTo>
                    <a:pt x="3963" y="3045"/>
                  </a:lnTo>
                  <a:lnTo>
                    <a:pt x="3963" y="1871"/>
                  </a:lnTo>
                  <a:lnTo>
                    <a:pt x="3963" y="1541"/>
                  </a:lnTo>
                  <a:lnTo>
                    <a:pt x="4366" y="1394"/>
                  </a:lnTo>
                  <a:lnTo>
                    <a:pt x="4733" y="1138"/>
                  </a:lnTo>
                  <a:lnTo>
                    <a:pt x="5063" y="844"/>
                  </a:lnTo>
                  <a:lnTo>
                    <a:pt x="5320" y="551"/>
                  </a:lnTo>
                  <a:lnTo>
                    <a:pt x="5467" y="367"/>
                  </a:lnTo>
                  <a:lnTo>
                    <a:pt x="5503" y="257"/>
                  </a:lnTo>
                  <a:lnTo>
                    <a:pt x="5503" y="184"/>
                  </a:lnTo>
                  <a:lnTo>
                    <a:pt x="5430" y="74"/>
                  </a:lnTo>
                  <a:lnTo>
                    <a:pt x="5356" y="37"/>
                  </a:lnTo>
                  <a:lnTo>
                    <a:pt x="5283"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4" name="Google Shape;314;p5"/>
            <p:cNvSpPr/>
            <p:nvPr/>
          </p:nvSpPr>
          <p:spPr>
            <a:xfrm>
              <a:off x="6879325" y="4294925"/>
              <a:ext cx="344825" cy="25497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5" name="Google Shape;315;p5"/>
            <p:cNvSpPr/>
            <p:nvPr/>
          </p:nvSpPr>
          <p:spPr>
            <a:xfrm>
              <a:off x="6114500" y="2324225"/>
              <a:ext cx="158675" cy="329225"/>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6" name="Google Shape;316;p5"/>
            <p:cNvSpPr/>
            <p:nvPr/>
          </p:nvSpPr>
          <p:spPr>
            <a:xfrm>
              <a:off x="6335525" y="1405350"/>
              <a:ext cx="442025" cy="375100"/>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7" name="Google Shape;317;p5"/>
            <p:cNvSpPr/>
            <p:nvPr/>
          </p:nvSpPr>
          <p:spPr>
            <a:xfrm>
              <a:off x="6059500" y="3516375"/>
              <a:ext cx="268700" cy="232025"/>
            </a:xfrm>
            <a:custGeom>
              <a:avLst/>
              <a:gdLst/>
              <a:ahLst/>
              <a:cxnLst/>
              <a:rect l="l" t="t" r="r" b="b"/>
              <a:pathLst>
                <a:path w="10748" h="9281" extrusionOk="0">
                  <a:moveTo>
                    <a:pt x="4072" y="550"/>
                  </a:moveTo>
                  <a:lnTo>
                    <a:pt x="4329" y="587"/>
                  </a:lnTo>
                  <a:lnTo>
                    <a:pt x="4585" y="697"/>
                  </a:lnTo>
                  <a:lnTo>
                    <a:pt x="4842" y="844"/>
                  </a:lnTo>
                  <a:lnTo>
                    <a:pt x="5025" y="1064"/>
                  </a:lnTo>
                  <a:lnTo>
                    <a:pt x="5136" y="1211"/>
                  </a:lnTo>
                  <a:lnTo>
                    <a:pt x="5209" y="1394"/>
                  </a:lnTo>
                  <a:lnTo>
                    <a:pt x="5246" y="1541"/>
                  </a:lnTo>
                  <a:lnTo>
                    <a:pt x="5282" y="1724"/>
                  </a:lnTo>
                  <a:lnTo>
                    <a:pt x="5282" y="2091"/>
                  </a:lnTo>
                  <a:lnTo>
                    <a:pt x="5246" y="2458"/>
                  </a:lnTo>
                  <a:lnTo>
                    <a:pt x="5209" y="2641"/>
                  </a:lnTo>
                  <a:lnTo>
                    <a:pt x="4695" y="1761"/>
                  </a:lnTo>
                  <a:lnTo>
                    <a:pt x="4072" y="550"/>
                  </a:lnTo>
                  <a:close/>
                  <a:moveTo>
                    <a:pt x="1357" y="3008"/>
                  </a:moveTo>
                  <a:lnTo>
                    <a:pt x="1504" y="3265"/>
                  </a:lnTo>
                  <a:lnTo>
                    <a:pt x="1614" y="3558"/>
                  </a:lnTo>
                  <a:lnTo>
                    <a:pt x="1797" y="3852"/>
                  </a:lnTo>
                  <a:lnTo>
                    <a:pt x="1467" y="3778"/>
                  </a:lnTo>
                  <a:lnTo>
                    <a:pt x="1137" y="3742"/>
                  </a:lnTo>
                  <a:lnTo>
                    <a:pt x="1321" y="3118"/>
                  </a:lnTo>
                  <a:lnTo>
                    <a:pt x="1357" y="3008"/>
                  </a:lnTo>
                  <a:close/>
                  <a:moveTo>
                    <a:pt x="3815" y="550"/>
                  </a:moveTo>
                  <a:lnTo>
                    <a:pt x="4072" y="1174"/>
                  </a:lnTo>
                  <a:lnTo>
                    <a:pt x="4329" y="1798"/>
                  </a:lnTo>
                  <a:lnTo>
                    <a:pt x="4695" y="2531"/>
                  </a:lnTo>
                  <a:lnTo>
                    <a:pt x="5099" y="3265"/>
                  </a:lnTo>
                  <a:lnTo>
                    <a:pt x="4989" y="3852"/>
                  </a:lnTo>
                  <a:lnTo>
                    <a:pt x="4732" y="3191"/>
                  </a:lnTo>
                  <a:lnTo>
                    <a:pt x="4475" y="2531"/>
                  </a:lnTo>
                  <a:lnTo>
                    <a:pt x="4255" y="1981"/>
                  </a:lnTo>
                  <a:lnTo>
                    <a:pt x="4035" y="1467"/>
                  </a:lnTo>
                  <a:lnTo>
                    <a:pt x="3742" y="880"/>
                  </a:lnTo>
                  <a:lnTo>
                    <a:pt x="3558" y="587"/>
                  </a:lnTo>
                  <a:lnTo>
                    <a:pt x="3815" y="550"/>
                  </a:lnTo>
                  <a:close/>
                  <a:moveTo>
                    <a:pt x="1761" y="1724"/>
                  </a:moveTo>
                  <a:lnTo>
                    <a:pt x="1724" y="1798"/>
                  </a:lnTo>
                  <a:lnTo>
                    <a:pt x="1761" y="1944"/>
                  </a:lnTo>
                  <a:lnTo>
                    <a:pt x="1834" y="2018"/>
                  </a:lnTo>
                  <a:lnTo>
                    <a:pt x="1944" y="2054"/>
                  </a:lnTo>
                  <a:lnTo>
                    <a:pt x="2054" y="2054"/>
                  </a:lnTo>
                  <a:lnTo>
                    <a:pt x="2274" y="2531"/>
                  </a:lnTo>
                  <a:lnTo>
                    <a:pt x="2458" y="2971"/>
                  </a:lnTo>
                  <a:lnTo>
                    <a:pt x="3008" y="4182"/>
                  </a:lnTo>
                  <a:lnTo>
                    <a:pt x="3081" y="4329"/>
                  </a:lnTo>
                  <a:lnTo>
                    <a:pt x="2825" y="4255"/>
                  </a:lnTo>
                  <a:lnTo>
                    <a:pt x="2458" y="4072"/>
                  </a:lnTo>
                  <a:lnTo>
                    <a:pt x="2164" y="3742"/>
                  </a:lnTo>
                  <a:lnTo>
                    <a:pt x="1944" y="3375"/>
                  </a:lnTo>
                  <a:lnTo>
                    <a:pt x="1724" y="2935"/>
                  </a:lnTo>
                  <a:lnTo>
                    <a:pt x="1651" y="2715"/>
                  </a:lnTo>
                  <a:lnTo>
                    <a:pt x="1504" y="2494"/>
                  </a:lnTo>
                  <a:lnTo>
                    <a:pt x="1724" y="1761"/>
                  </a:lnTo>
                  <a:lnTo>
                    <a:pt x="1761" y="1724"/>
                  </a:lnTo>
                  <a:close/>
                  <a:moveTo>
                    <a:pt x="2604" y="1174"/>
                  </a:moveTo>
                  <a:lnTo>
                    <a:pt x="2715" y="1614"/>
                  </a:lnTo>
                  <a:lnTo>
                    <a:pt x="2861" y="2054"/>
                  </a:lnTo>
                  <a:lnTo>
                    <a:pt x="3228" y="2898"/>
                  </a:lnTo>
                  <a:lnTo>
                    <a:pt x="3998" y="4695"/>
                  </a:lnTo>
                  <a:lnTo>
                    <a:pt x="3632" y="4549"/>
                  </a:lnTo>
                  <a:lnTo>
                    <a:pt x="3522" y="4365"/>
                  </a:lnTo>
                  <a:lnTo>
                    <a:pt x="3301" y="3888"/>
                  </a:lnTo>
                  <a:lnTo>
                    <a:pt x="2861" y="2935"/>
                  </a:lnTo>
                  <a:lnTo>
                    <a:pt x="2274" y="1834"/>
                  </a:lnTo>
                  <a:lnTo>
                    <a:pt x="2311" y="1651"/>
                  </a:lnTo>
                  <a:lnTo>
                    <a:pt x="2421" y="1467"/>
                  </a:lnTo>
                  <a:lnTo>
                    <a:pt x="2604" y="1174"/>
                  </a:lnTo>
                  <a:close/>
                  <a:moveTo>
                    <a:pt x="3338" y="660"/>
                  </a:moveTo>
                  <a:lnTo>
                    <a:pt x="3375" y="770"/>
                  </a:lnTo>
                  <a:lnTo>
                    <a:pt x="3668" y="1467"/>
                  </a:lnTo>
                  <a:lnTo>
                    <a:pt x="3962" y="2164"/>
                  </a:lnTo>
                  <a:lnTo>
                    <a:pt x="4182" y="2788"/>
                  </a:lnTo>
                  <a:lnTo>
                    <a:pt x="4402" y="3412"/>
                  </a:lnTo>
                  <a:lnTo>
                    <a:pt x="4769" y="4659"/>
                  </a:lnTo>
                  <a:lnTo>
                    <a:pt x="4732" y="4805"/>
                  </a:lnTo>
                  <a:lnTo>
                    <a:pt x="4659" y="4805"/>
                  </a:lnTo>
                  <a:lnTo>
                    <a:pt x="4549" y="4842"/>
                  </a:lnTo>
                  <a:lnTo>
                    <a:pt x="3668" y="2971"/>
                  </a:lnTo>
                  <a:lnTo>
                    <a:pt x="3191" y="1981"/>
                  </a:lnTo>
                  <a:lnTo>
                    <a:pt x="2971" y="1504"/>
                  </a:lnTo>
                  <a:lnTo>
                    <a:pt x="2788" y="991"/>
                  </a:lnTo>
                  <a:lnTo>
                    <a:pt x="3045" y="807"/>
                  </a:lnTo>
                  <a:lnTo>
                    <a:pt x="3338" y="660"/>
                  </a:lnTo>
                  <a:close/>
                  <a:moveTo>
                    <a:pt x="7703" y="4952"/>
                  </a:moveTo>
                  <a:lnTo>
                    <a:pt x="7960" y="5246"/>
                  </a:lnTo>
                  <a:lnTo>
                    <a:pt x="7960" y="5246"/>
                  </a:lnTo>
                  <a:lnTo>
                    <a:pt x="7887" y="5209"/>
                  </a:lnTo>
                  <a:lnTo>
                    <a:pt x="7593" y="5319"/>
                  </a:lnTo>
                  <a:lnTo>
                    <a:pt x="7300" y="5466"/>
                  </a:lnTo>
                  <a:lnTo>
                    <a:pt x="7190" y="5356"/>
                  </a:lnTo>
                  <a:lnTo>
                    <a:pt x="7080" y="5246"/>
                  </a:lnTo>
                  <a:lnTo>
                    <a:pt x="7373" y="5099"/>
                  </a:lnTo>
                  <a:lnTo>
                    <a:pt x="7703" y="4952"/>
                  </a:lnTo>
                  <a:close/>
                  <a:moveTo>
                    <a:pt x="8070" y="5356"/>
                  </a:moveTo>
                  <a:lnTo>
                    <a:pt x="8180" y="5466"/>
                  </a:lnTo>
                  <a:lnTo>
                    <a:pt x="7923" y="5576"/>
                  </a:lnTo>
                  <a:lnTo>
                    <a:pt x="7923" y="5576"/>
                  </a:lnTo>
                  <a:lnTo>
                    <a:pt x="8033" y="5429"/>
                  </a:lnTo>
                  <a:lnTo>
                    <a:pt x="8070" y="5356"/>
                  </a:lnTo>
                  <a:close/>
                  <a:moveTo>
                    <a:pt x="7556" y="5612"/>
                  </a:moveTo>
                  <a:lnTo>
                    <a:pt x="7483" y="5722"/>
                  </a:lnTo>
                  <a:lnTo>
                    <a:pt x="7483" y="5686"/>
                  </a:lnTo>
                  <a:lnTo>
                    <a:pt x="7556" y="5612"/>
                  </a:lnTo>
                  <a:close/>
                  <a:moveTo>
                    <a:pt x="8327" y="5649"/>
                  </a:moveTo>
                  <a:lnTo>
                    <a:pt x="8327" y="5686"/>
                  </a:lnTo>
                  <a:lnTo>
                    <a:pt x="7850" y="6163"/>
                  </a:lnTo>
                  <a:lnTo>
                    <a:pt x="7740" y="6016"/>
                  </a:lnTo>
                  <a:lnTo>
                    <a:pt x="7997" y="5796"/>
                  </a:lnTo>
                  <a:lnTo>
                    <a:pt x="8327" y="5649"/>
                  </a:lnTo>
                  <a:close/>
                  <a:moveTo>
                    <a:pt x="8437" y="5796"/>
                  </a:moveTo>
                  <a:lnTo>
                    <a:pt x="8584" y="6053"/>
                  </a:lnTo>
                  <a:lnTo>
                    <a:pt x="8143" y="6163"/>
                  </a:lnTo>
                  <a:lnTo>
                    <a:pt x="8437" y="5796"/>
                  </a:lnTo>
                  <a:close/>
                  <a:moveTo>
                    <a:pt x="8437" y="6346"/>
                  </a:moveTo>
                  <a:lnTo>
                    <a:pt x="8180" y="6676"/>
                  </a:lnTo>
                  <a:lnTo>
                    <a:pt x="8107" y="6493"/>
                  </a:lnTo>
                  <a:lnTo>
                    <a:pt x="8437" y="6346"/>
                  </a:lnTo>
                  <a:close/>
                  <a:moveTo>
                    <a:pt x="8767" y="6309"/>
                  </a:moveTo>
                  <a:lnTo>
                    <a:pt x="8840" y="6419"/>
                  </a:lnTo>
                  <a:lnTo>
                    <a:pt x="8547" y="6676"/>
                  </a:lnTo>
                  <a:lnTo>
                    <a:pt x="8767" y="6309"/>
                  </a:lnTo>
                  <a:close/>
                  <a:moveTo>
                    <a:pt x="9024" y="4695"/>
                  </a:moveTo>
                  <a:lnTo>
                    <a:pt x="9244" y="4732"/>
                  </a:lnTo>
                  <a:lnTo>
                    <a:pt x="9464" y="4805"/>
                  </a:lnTo>
                  <a:lnTo>
                    <a:pt x="9647" y="4915"/>
                  </a:lnTo>
                  <a:lnTo>
                    <a:pt x="9831" y="5062"/>
                  </a:lnTo>
                  <a:lnTo>
                    <a:pt x="9904" y="5099"/>
                  </a:lnTo>
                  <a:lnTo>
                    <a:pt x="9941" y="5099"/>
                  </a:lnTo>
                  <a:lnTo>
                    <a:pt x="10051" y="5209"/>
                  </a:lnTo>
                  <a:lnTo>
                    <a:pt x="10161" y="5429"/>
                  </a:lnTo>
                  <a:lnTo>
                    <a:pt x="10198" y="5649"/>
                  </a:lnTo>
                  <a:lnTo>
                    <a:pt x="10234" y="5869"/>
                  </a:lnTo>
                  <a:lnTo>
                    <a:pt x="10198" y="6089"/>
                  </a:lnTo>
                  <a:lnTo>
                    <a:pt x="10161" y="6346"/>
                  </a:lnTo>
                  <a:lnTo>
                    <a:pt x="10088" y="6566"/>
                  </a:lnTo>
                  <a:lnTo>
                    <a:pt x="9941" y="7006"/>
                  </a:lnTo>
                  <a:lnTo>
                    <a:pt x="9904" y="7080"/>
                  </a:lnTo>
                  <a:lnTo>
                    <a:pt x="9647" y="6676"/>
                  </a:lnTo>
                  <a:lnTo>
                    <a:pt x="9024" y="5832"/>
                  </a:lnTo>
                  <a:lnTo>
                    <a:pt x="8620" y="5282"/>
                  </a:lnTo>
                  <a:lnTo>
                    <a:pt x="8400" y="5025"/>
                  </a:lnTo>
                  <a:lnTo>
                    <a:pt x="8143" y="4842"/>
                  </a:lnTo>
                  <a:lnTo>
                    <a:pt x="8584" y="4732"/>
                  </a:lnTo>
                  <a:lnTo>
                    <a:pt x="8804" y="4695"/>
                  </a:lnTo>
                  <a:close/>
                  <a:moveTo>
                    <a:pt x="1064" y="3962"/>
                  </a:moveTo>
                  <a:lnTo>
                    <a:pt x="1357" y="4182"/>
                  </a:lnTo>
                  <a:lnTo>
                    <a:pt x="1651" y="4329"/>
                  </a:lnTo>
                  <a:lnTo>
                    <a:pt x="2348" y="4585"/>
                  </a:lnTo>
                  <a:lnTo>
                    <a:pt x="2458" y="4659"/>
                  </a:lnTo>
                  <a:lnTo>
                    <a:pt x="2494" y="4695"/>
                  </a:lnTo>
                  <a:lnTo>
                    <a:pt x="2568" y="4732"/>
                  </a:lnTo>
                  <a:lnTo>
                    <a:pt x="2641" y="4695"/>
                  </a:lnTo>
                  <a:lnTo>
                    <a:pt x="4329" y="5319"/>
                  </a:lnTo>
                  <a:lnTo>
                    <a:pt x="4329" y="5356"/>
                  </a:lnTo>
                  <a:lnTo>
                    <a:pt x="4292" y="5319"/>
                  </a:lnTo>
                  <a:lnTo>
                    <a:pt x="3888" y="5172"/>
                  </a:lnTo>
                  <a:lnTo>
                    <a:pt x="3705" y="5136"/>
                  </a:lnTo>
                  <a:lnTo>
                    <a:pt x="3485" y="5099"/>
                  </a:lnTo>
                  <a:lnTo>
                    <a:pt x="3448" y="5136"/>
                  </a:lnTo>
                  <a:lnTo>
                    <a:pt x="3411" y="5172"/>
                  </a:lnTo>
                  <a:lnTo>
                    <a:pt x="3448" y="5246"/>
                  </a:lnTo>
                  <a:lnTo>
                    <a:pt x="3595" y="5392"/>
                  </a:lnTo>
                  <a:lnTo>
                    <a:pt x="3852" y="5539"/>
                  </a:lnTo>
                  <a:lnTo>
                    <a:pt x="4108" y="5686"/>
                  </a:lnTo>
                  <a:lnTo>
                    <a:pt x="4402" y="5759"/>
                  </a:lnTo>
                  <a:lnTo>
                    <a:pt x="4365" y="5906"/>
                  </a:lnTo>
                  <a:lnTo>
                    <a:pt x="4035" y="5906"/>
                  </a:lnTo>
                  <a:lnTo>
                    <a:pt x="3742" y="5869"/>
                  </a:lnTo>
                  <a:lnTo>
                    <a:pt x="3411" y="5759"/>
                  </a:lnTo>
                  <a:lnTo>
                    <a:pt x="3228" y="5686"/>
                  </a:lnTo>
                  <a:lnTo>
                    <a:pt x="3191" y="5612"/>
                  </a:lnTo>
                  <a:lnTo>
                    <a:pt x="3155" y="5576"/>
                  </a:lnTo>
                  <a:lnTo>
                    <a:pt x="3118" y="5539"/>
                  </a:lnTo>
                  <a:lnTo>
                    <a:pt x="3081" y="5502"/>
                  </a:lnTo>
                  <a:lnTo>
                    <a:pt x="3045" y="5502"/>
                  </a:lnTo>
                  <a:lnTo>
                    <a:pt x="3008" y="5539"/>
                  </a:lnTo>
                  <a:lnTo>
                    <a:pt x="2971" y="5649"/>
                  </a:lnTo>
                  <a:lnTo>
                    <a:pt x="2971" y="5722"/>
                  </a:lnTo>
                  <a:lnTo>
                    <a:pt x="3008" y="5796"/>
                  </a:lnTo>
                  <a:lnTo>
                    <a:pt x="3045" y="5869"/>
                  </a:lnTo>
                  <a:lnTo>
                    <a:pt x="3191" y="6016"/>
                  </a:lnTo>
                  <a:lnTo>
                    <a:pt x="3338" y="6126"/>
                  </a:lnTo>
                  <a:lnTo>
                    <a:pt x="3522" y="6199"/>
                  </a:lnTo>
                  <a:lnTo>
                    <a:pt x="3742" y="6273"/>
                  </a:lnTo>
                  <a:lnTo>
                    <a:pt x="3962" y="6309"/>
                  </a:lnTo>
                  <a:lnTo>
                    <a:pt x="4182" y="6309"/>
                  </a:lnTo>
                  <a:lnTo>
                    <a:pt x="3962" y="6676"/>
                  </a:lnTo>
                  <a:lnTo>
                    <a:pt x="3742" y="6603"/>
                  </a:lnTo>
                  <a:lnTo>
                    <a:pt x="3228" y="6456"/>
                  </a:lnTo>
                  <a:lnTo>
                    <a:pt x="2971" y="6419"/>
                  </a:lnTo>
                  <a:lnTo>
                    <a:pt x="2715" y="6383"/>
                  </a:lnTo>
                  <a:lnTo>
                    <a:pt x="2641" y="6383"/>
                  </a:lnTo>
                  <a:lnTo>
                    <a:pt x="2641" y="6456"/>
                  </a:lnTo>
                  <a:lnTo>
                    <a:pt x="2641" y="6493"/>
                  </a:lnTo>
                  <a:lnTo>
                    <a:pt x="2678" y="6529"/>
                  </a:lnTo>
                  <a:lnTo>
                    <a:pt x="2861" y="6676"/>
                  </a:lnTo>
                  <a:lnTo>
                    <a:pt x="3081" y="6786"/>
                  </a:lnTo>
                  <a:lnTo>
                    <a:pt x="3522" y="6970"/>
                  </a:lnTo>
                  <a:lnTo>
                    <a:pt x="3742" y="7080"/>
                  </a:lnTo>
                  <a:lnTo>
                    <a:pt x="3632" y="7226"/>
                  </a:lnTo>
                  <a:lnTo>
                    <a:pt x="3522" y="7336"/>
                  </a:lnTo>
                  <a:lnTo>
                    <a:pt x="2935" y="7080"/>
                  </a:lnTo>
                  <a:lnTo>
                    <a:pt x="2311" y="6823"/>
                  </a:lnTo>
                  <a:lnTo>
                    <a:pt x="2238" y="6823"/>
                  </a:lnTo>
                  <a:lnTo>
                    <a:pt x="2201" y="6860"/>
                  </a:lnTo>
                  <a:lnTo>
                    <a:pt x="2201" y="6896"/>
                  </a:lnTo>
                  <a:lnTo>
                    <a:pt x="2201" y="6970"/>
                  </a:lnTo>
                  <a:lnTo>
                    <a:pt x="2458" y="7190"/>
                  </a:lnTo>
                  <a:lnTo>
                    <a:pt x="2678" y="7410"/>
                  </a:lnTo>
                  <a:lnTo>
                    <a:pt x="2971" y="7557"/>
                  </a:lnTo>
                  <a:lnTo>
                    <a:pt x="3265" y="7703"/>
                  </a:lnTo>
                  <a:lnTo>
                    <a:pt x="2971" y="7960"/>
                  </a:lnTo>
                  <a:lnTo>
                    <a:pt x="2641" y="7960"/>
                  </a:lnTo>
                  <a:lnTo>
                    <a:pt x="2311" y="7887"/>
                  </a:lnTo>
                  <a:lnTo>
                    <a:pt x="1981" y="7777"/>
                  </a:lnTo>
                  <a:lnTo>
                    <a:pt x="1871" y="7777"/>
                  </a:lnTo>
                  <a:lnTo>
                    <a:pt x="1834" y="7813"/>
                  </a:lnTo>
                  <a:lnTo>
                    <a:pt x="1797" y="7850"/>
                  </a:lnTo>
                  <a:lnTo>
                    <a:pt x="1797" y="7923"/>
                  </a:lnTo>
                  <a:lnTo>
                    <a:pt x="1834" y="8070"/>
                  </a:lnTo>
                  <a:lnTo>
                    <a:pt x="1944" y="8143"/>
                  </a:lnTo>
                  <a:lnTo>
                    <a:pt x="2091" y="8217"/>
                  </a:lnTo>
                  <a:lnTo>
                    <a:pt x="2238" y="8290"/>
                  </a:lnTo>
                  <a:lnTo>
                    <a:pt x="2348" y="8327"/>
                  </a:lnTo>
                  <a:lnTo>
                    <a:pt x="2164" y="8364"/>
                  </a:lnTo>
                  <a:lnTo>
                    <a:pt x="1944" y="8364"/>
                  </a:lnTo>
                  <a:lnTo>
                    <a:pt x="1761" y="8327"/>
                  </a:lnTo>
                  <a:lnTo>
                    <a:pt x="1541" y="8253"/>
                  </a:lnTo>
                  <a:lnTo>
                    <a:pt x="1247" y="8070"/>
                  </a:lnTo>
                  <a:lnTo>
                    <a:pt x="1027" y="7850"/>
                  </a:lnTo>
                  <a:lnTo>
                    <a:pt x="844" y="7593"/>
                  </a:lnTo>
                  <a:lnTo>
                    <a:pt x="697" y="7300"/>
                  </a:lnTo>
                  <a:lnTo>
                    <a:pt x="624" y="6970"/>
                  </a:lnTo>
                  <a:lnTo>
                    <a:pt x="550" y="6676"/>
                  </a:lnTo>
                  <a:lnTo>
                    <a:pt x="550" y="6346"/>
                  </a:lnTo>
                  <a:lnTo>
                    <a:pt x="550" y="6016"/>
                  </a:lnTo>
                  <a:lnTo>
                    <a:pt x="624" y="5502"/>
                  </a:lnTo>
                  <a:lnTo>
                    <a:pt x="734" y="4989"/>
                  </a:lnTo>
                  <a:lnTo>
                    <a:pt x="1064" y="3962"/>
                  </a:lnTo>
                  <a:close/>
                  <a:moveTo>
                    <a:pt x="6786" y="5429"/>
                  </a:moveTo>
                  <a:lnTo>
                    <a:pt x="6860" y="5649"/>
                  </a:lnTo>
                  <a:lnTo>
                    <a:pt x="6970" y="5832"/>
                  </a:lnTo>
                  <a:lnTo>
                    <a:pt x="7006" y="5906"/>
                  </a:lnTo>
                  <a:lnTo>
                    <a:pt x="7043" y="5979"/>
                  </a:lnTo>
                  <a:lnTo>
                    <a:pt x="7116" y="6016"/>
                  </a:lnTo>
                  <a:lnTo>
                    <a:pt x="7813" y="7006"/>
                  </a:lnTo>
                  <a:lnTo>
                    <a:pt x="8143" y="7520"/>
                  </a:lnTo>
                  <a:lnTo>
                    <a:pt x="8143" y="7667"/>
                  </a:lnTo>
                  <a:lnTo>
                    <a:pt x="8143" y="7740"/>
                  </a:lnTo>
                  <a:lnTo>
                    <a:pt x="8217" y="7813"/>
                  </a:lnTo>
                  <a:lnTo>
                    <a:pt x="8290" y="7850"/>
                  </a:lnTo>
                  <a:lnTo>
                    <a:pt x="8363" y="7850"/>
                  </a:lnTo>
                  <a:lnTo>
                    <a:pt x="8400" y="7813"/>
                  </a:lnTo>
                  <a:lnTo>
                    <a:pt x="8510" y="7887"/>
                  </a:lnTo>
                  <a:lnTo>
                    <a:pt x="8584" y="7923"/>
                  </a:lnTo>
                  <a:lnTo>
                    <a:pt x="8694" y="7960"/>
                  </a:lnTo>
                  <a:lnTo>
                    <a:pt x="8767" y="7923"/>
                  </a:lnTo>
                  <a:lnTo>
                    <a:pt x="8877" y="7997"/>
                  </a:lnTo>
                  <a:lnTo>
                    <a:pt x="8987" y="7997"/>
                  </a:lnTo>
                  <a:lnTo>
                    <a:pt x="9060" y="8033"/>
                  </a:lnTo>
                  <a:lnTo>
                    <a:pt x="9134" y="7997"/>
                  </a:lnTo>
                  <a:lnTo>
                    <a:pt x="9207" y="7923"/>
                  </a:lnTo>
                  <a:lnTo>
                    <a:pt x="9207" y="7813"/>
                  </a:lnTo>
                  <a:lnTo>
                    <a:pt x="9207" y="7740"/>
                  </a:lnTo>
                  <a:lnTo>
                    <a:pt x="9134" y="7667"/>
                  </a:lnTo>
                  <a:lnTo>
                    <a:pt x="9170" y="7557"/>
                  </a:lnTo>
                  <a:lnTo>
                    <a:pt x="9207" y="7483"/>
                  </a:lnTo>
                  <a:lnTo>
                    <a:pt x="9244" y="7410"/>
                  </a:lnTo>
                  <a:lnTo>
                    <a:pt x="9244" y="7373"/>
                  </a:lnTo>
                  <a:lnTo>
                    <a:pt x="9207" y="7300"/>
                  </a:lnTo>
                  <a:lnTo>
                    <a:pt x="9170" y="7263"/>
                  </a:lnTo>
                  <a:lnTo>
                    <a:pt x="9134" y="7226"/>
                  </a:lnTo>
                  <a:lnTo>
                    <a:pt x="8987" y="7226"/>
                  </a:lnTo>
                  <a:lnTo>
                    <a:pt x="8694" y="7336"/>
                  </a:lnTo>
                  <a:lnTo>
                    <a:pt x="8694" y="7300"/>
                  </a:lnTo>
                  <a:lnTo>
                    <a:pt x="8877" y="7153"/>
                  </a:lnTo>
                  <a:lnTo>
                    <a:pt x="9060" y="6970"/>
                  </a:lnTo>
                  <a:lnTo>
                    <a:pt x="9134" y="6860"/>
                  </a:lnTo>
                  <a:lnTo>
                    <a:pt x="9244" y="7043"/>
                  </a:lnTo>
                  <a:lnTo>
                    <a:pt x="9501" y="7446"/>
                  </a:lnTo>
                  <a:lnTo>
                    <a:pt x="9537" y="7593"/>
                  </a:lnTo>
                  <a:lnTo>
                    <a:pt x="9317" y="7887"/>
                  </a:lnTo>
                  <a:lnTo>
                    <a:pt x="9024" y="8143"/>
                  </a:lnTo>
                  <a:lnTo>
                    <a:pt x="8730" y="8364"/>
                  </a:lnTo>
                  <a:lnTo>
                    <a:pt x="8400" y="8547"/>
                  </a:lnTo>
                  <a:lnTo>
                    <a:pt x="8070" y="8657"/>
                  </a:lnTo>
                  <a:lnTo>
                    <a:pt x="7703" y="8694"/>
                  </a:lnTo>
                  <a:lnTo>
                    <a:pt x="7520" y="8694"/>
                  </a:lnTo>
                  <a:lnTo>
                    <a:pt x="7373" y="8657"/>
                  </a:lnTo>
                  <a:lnTo>
                    <a:pt x="7190" y="8620"/>
                  </a:lnTo>
                  <a:lnTo>
                    <a:pt x="7006" y="8547"/>
                  </a:lnTo>
                  <a:lnTo>
                    <a:pt x="6823" y="8437"/>
                  </a:lnTo>
                  <a:lnTo>
                    <a:pt x="6676" y="8290"/>
                  </a:lnTo>
                  <a:lnTo>
                    <a:pt x="6419" y="7997"/>
                  </a:lnTo>
                  <a:lnTo>
                    <a:pt x="6199" y="7667"/>
                  </a:lnTo>
                  <a:lnTo>
                    <a:pt x="6053" y="7300"/>
                  </a:lnTo>
                  <a:lnTo>
                    <a:pt x="6016" y="6896"/>
                  </a:lnTo>
                  <a:lnTo>
                    <a:pt x="6016" y="6676"/>
                  </a:lnTo>
                  <a:lnTo>
                    <a:pt x="6053" y="6493"/>
                  </a:lnTo>
                  <a:lnTo>
                    <a:pt x="6089" y="6309"/>
                  </a:lnTo>
                  <a:lnTo>
                    <a:pt x="6163" y="6126"/>
                  </a:lnTo>
                  <a:lnTo>
                    <a:pt x="6273" y="5943"/>
                  </a:lnTo>
                  <a:lnTo>
                    <a:pt x="6383" y="5759"/>
                  </a:lnTo>
                  <a:lnTo>
                    <a:pt x="6566" y="5576"/>
                  </a:lnTo>
                  <a:lnTo>
                    <a:pt x="6786" y="5429"/>
                  </a:lnTo>
                  <a:close/>
                  <a:moveTo>
                    <a:pt x="3852" y="0"/>
                  </a:moveTo>
                  <a:lnTo>
                    <a:pt x="3522" y="37"/>
                  </a:lnTo>
                  <a:lnTo>
                    <a:pt x="3191" y="110"/>
                  </a:lnTo>
                  <a:lnTo>
                    <a:pt x="2898" y="257"/>
                  </a:lnTo>
                  <a:lnTo>
                    <a:pt x="2604" y="440"/>
                  </a:lnTo>
                  <a:lnTo>
                    <a:pt x="2348" y="660"/>
                  </a:lnTo>
                  <a:lnTo>
                    <a:pt x="2091" y="660"/>
                  </a:lnTo>
                  <a:lnTo>
                    <a:pt x="1871" y="734"/>
                  </a:lnTo>
                  <a:lnTo>
                    <a:pt x="1687" y="880"/>
                  </a:lnTo>
                  <a:lnTo>
                    <a:pt x="1541" y="1064"/>
                  </a:lnTo>
                  <a:lnTo>
                    <a:pt x="1394" y="1284"/>
                  </a:lnTo>
                  <a:lnTo>
                    <a:pt x="1321" y="1504"/>
                  </a:lnTo>
                  <a:lnTo>
                    <a:pt x="1137" y="1944"/>
                  </a:lnTo>
                  <a:lnTo>
                    <a:pt x="660" y="3522"/>
                  </a:lnTo>
                  <a:lnTo>
                    <a:pt x="404" y="4292"/>
                  </a:lnTo>
                  <a:lnTo>
                    <a:pt x="183" y="5062"/>
                  </a:lnTo>
                  <a:lnTo>
                    <a:pt x="37" y="5759"/>
                  </a:lnTo>
                  <a:lnTo>
                    <a:pt x="0" y="6126"/>
                  </a:lnTo>
                  <a:lnTo>
                    <a:pt x="0" y="6456"/>
                  </a:lnTo>
                  <a:lnTo>
                    <a:pt x="0" y="6786"/>
                  </a:lnTo>
                  <a:lnTo>
                    <a:pt x="73" y="7153"/>
                  </a:lnTo>
                  <a:lnTo>
                    <a:pt x="183" y="7483"/>
                  </a:lnTo>
                  <a:lnTo>
                    <a:pt x="330" y="7813"/>
                  </a:lnTo>
                  <a:lnTo>
                    <a:pt x="477" y="8033"/>
                  </a:lnTo>
                  <a:lnTo>
                    <a:pt x="660" y="8253"/>
                  </a:lnTo>
                  <a:lnTo>
                    <a:pt x="880" y="8474"/>
                  </a:lnTo>
                  <a:lnTo>
                    <a:pt x="1101" y="8657"/>
                  </a:lnTo>
                  <a:lnTo>
                    <a:pt x="1357" y="8767"/>
                  </a:lnTo>
                  <a:lnTo>
                    <a:pt x="1651" y="8877"/>
                  </a:lnTo>
                  <a:lnTo>
                    <a:pt x="1908" y="8914"/>
                  </a:lnTo>
                  <a:lnTo>
                    <a:pt x="2201" y="8950"/>
                  </a:lnTo>
                  <a:lnTo>
                    <a:pt x="2458" y="8914"/>
                  </a:lnTo>
                  <a:lnTo>
                    <a:pt x="2678" y="8840"/>
                  </a:lnTo>
                  <a:lnTo>
                    <a:pt x="2898" y="8730"/>
                  </a:lnTo>
                  <a:lnTo>
                    <a:pt x="3081" y="8620"/>
                  </a:lnTo>
                  <a:lnTo>
                    <a:pt x="3448" y="8290"/>
                  </a:lnTo>
                  <a:lnTo>
                    <a:pt x="3778" y="7923"/>
                  </a:lnTo>
                  <a:lnTo>
                    <a:pt x="3815" y="7960"/>
                  </a:lnTo>
                  <a:lnTo>
                    <a:pt x="3925" y="7960"/>
                  </a:lnTo>
                  <a:lnTo>
                    <a:pt x="4035" y="7887"/>
                  </a:lnTo>
                  <a:lnTo>
                    <a:pt x="4108" y="7813"/>
                  </a:lnTo>
                  <a:lnTo>
                    <a:pt x="4108" y="7740"/>
                  </a:lnTo>
                  <a:lnTo>
                    <a:pt x="4072" y="7593"/>
                  </a:lnTo>
                  <a:lnTo>
                    <a:pt x="4182" y="7446"/>
                  </a:lnTo>
                  <a:lnTo>
                    <a:pt x="4512" y="6896"/>
                  </a:lnTo>
                  <a:lnTo>
                    <a:pt x="4769" y="6309"/>
                  </a:lnTo>
                  <a:lnTo>
                    <a:pt x="5025" y="5722"/>
                  </a:lnTo>
                  <a:lnTo>
                    <a:pt x="5209" y="5099"/>
                  </a:lnTo>
                  <a:lnTo>
                    <a:pt x="5246" y="5062"/>
                  </a:lnTo>
                  <a:lnTo>
                    <a:pt x="5282" y="4989"/>
                  </a:lnTo>
                  <a:lnTo>
                    <a:pt x="5282" y="4915"/>
                  </a:lnTo>
                  <a:lnTo>
                    <a:pt x="5466" y="4292"/>
                  </a:lnTo>
                  <a:lnTo>
                    <a:pt x="5612" y="3632"/>
                  </a:lnTo>
                  <a:lnTo>
                    <a:pt x="5722" y="2971"/>
                  </a:lnTo>
                  <a:lnTo>
                    <a:pt x="5796" y="2311"/>
                  </a:lnTo>
                  <a:lnTo>
                    <a:pt x="5832" y="1981"/>
                  </a:lnTo>
                  <a:lnTo>
                    <a:pt x="5796" y="1651"/>
                  </a:lnTo>
                  <a:lnTo>
                    <a:pt x="5759" y="1357"/>
                  </a:lnTo>
                  <a:lnTo>
                    <a:pt x="5649" y="1064"/>
                  </a:lnTo>
                  <a:lnTo>
                    <a:pt x="5539" y="807"/>
                  </a:lnTo>
                  <a:lnTo>
                    <a:pt x="5356" y="587"/>
                  </a:lnTo>
                  <a:lnTo>
                    <a:pt x="5099" y="367"/>
                  </a:lnTo>
                  <a:lnTo>
                    <a:pt x="4842" y="184"/>
                  </a:lnTo>
                  <a:lnTo>
                    <a:pt x="4512" y="73"/>
                  </a:lnTo>
                  <a:lnTo>
                    <a:pt x="4182" y="0"/>
                  </a:lnTo>
                  <a:close/>
                  <a:moveTo>
                    <a:pt x="8730" y="3962"/>
                  </a:moveTo>
                  <a:lnTo>
                    <a:pt x="8584" y="4072"/>
                  </a:lnTo>
                  <a:lnTo>
                    <a:pt x="8437" y="4182"/>
                  </a:lnTo>
                  <a:lnTo>
                    <a:pt x="8327" y="4329"/>
                  </a:lnTo>
                  <a:lnTo>
                    <a:pt x="7887" y="4439"/>
                  </a:lnTo>
                  <a:lnTo>
                    <a:pt x="7336" y="4585"/>
                  </a:lnTo>
                  <a:lnTo>
                    <a:pt x="6786" y="4842"/>
                  </a:lnTo>
                  <a:lnTo>
                    <a:pt x="6566" y="4989"/>
                  </a:lnTo>
                  <a:lnTo>
                    <a:pt x="6309" y="5172"/>
                  </a:lnTo>
                  <a:lnTo>
                    <a:pt x="6089" y="5356"/>
                  </a:lnTo>
                  <a:lnTo>
                    <a:pt x="5906" y="5576"/>
                  </a:lnTo>
                  <a:lnTo>
                    <a:pt x="5759" y="5796"/>
                  </a:lnTo>
                  <a:lnTo>
                    <a:pt x="5612" y="6053"/>
                  </a:lnTo>
                  <a:lnTo>
                    <a:pt x="5539" y="6309"/>
                  </a:lnTo>
                  <a:lnTo>
                    <a:pt x="5502" y="6603"/>
                  </a:lnTo>
                  <a:lnTo>
                    <a:pt x="5466" y="6860"/>
                  </a:lnTo>
                  <a:lnTo>
                    <a:pt x="5502" y="7116"/>
                  </a:lnTo>
                  <a:lnTo>
                    <a:pt x="5539" y="7373"/>
                  </a:lnTo>
                  <a:lnTo>
                    <a:pt x="5612" y="7630"/>
                  </a:lnTo>
                  <a:lnTo>
                    <a:pt x="5722" y="7887"/>
                  </a:lnTo>
                  <a:lnTo>
                    <a:pt x="5869" y="8107"/>
                  </a:lnTo>
                  <a:lnTo>
                    <a:pt x="6016" y="8327"/>
                  </a:lnTo>
                  <a:lnTo>
                    <a:pt x="6199" y="8547"/>
                  </a:lnTo>
                  <a:lnTo>
                    <a:pt x="6419" y="8730"/>
                  </a:lnTo>
                  <a:lnTo>
                    <a:pt x="6639" y="8914"/>
                  </a:lnTo>
                  <a:lnTo>
                    <a:pt x="6860" y="9060"/>
                  </a:lnTo>
                  <a:lnTo>
                    <a:pt x="7116" y="9170"/>
                  </a:lnTo>
                  <a:lnTo>
                    <a:pt x="7410" y="9244"/>
                  </a:lnTo>
                  <a:lnTo>
                    <a:pt x="7703" y="9281"/>
                  </a:lnTo>
                  <a:lnTo>
                    <a:pt x="8033" y="9244"/>
                  </a:lnTo>
                  <a:lnTo>
                    <a:pt x="8327" y="9170"/>
                  </a:lnTo>
                  <a:lnTo>
                    <a:pt x="8620" y="9024"/>
                  </a:lnTo>
                  <a:lnTo>
                    <a:pt x="8877" y="8877"/>
                  </a:lnTo>
                  <a:lnTo>
                    <a:pt x="9391" y="8547"/>
                  </a:lnTo>
                  <a:lnTo>
                    <a:pt x="9611" y="8364"/>
                  </a:lnTo>
                  <a:lnTo>
                    <a:pt x="9794" y="8143"/>
                  </a:lnTo>
                  <a:lnTo>
                    <a:pt x="9977" y="7923"/>
                  </a:lnTo>
                  <a:lnTo>
                    <a:pt x="10161" y="7703"/>
                  </a:lnTo>
                  <a:lnTo>
                    <a:pt x="10418" y="7190"/>
                  </a:lnTo>
                  <a:lnTo>
                    <a:pt x="10638" y="6676"/>
                  </a:lnTo>
                  <a:lnTo>
                    <a:pt x="10711" y="6346"/>
                  </a:lnTo>
                  <a:lnTo>
                    <a:pt x="10748" y="6053"/>
                  </a:lnTo>
                  <a:lnTo>
                    <a:pt x="10748" y="5722"/>
                  </a:lnTo>
                  <a:lnTo>
                    <a:pt x="10711" y="5466"/>
                  </a:lnTo>
                  <a:lnTo>
                    <a:pt x="10601" y="5172"/>
                  </a:lnTo>
                  <a:lnTo>
                    <a:pt x="10454" y="4915"/>
                  </a:lnTo>
                  <a:lnTo>
                    <a:pt x="10271" y="4659"/>
                  </a:lnTo>
                  <a:lnTo>
                    <a:pt x="10051" y="4439"/>
                  </a:lnTo>
                  <a:lnTo>
                    <a:pt x="9794" y="4255"/>
                  </a:lnTo>
                  <a:lnTo>
                    <a:pt x="9537" y="4108"/>
                  </a:lnTo>
                  <a:lnTo>
                    <a:pt x="9244" y="3998"/>
                  </a:lnTo>
                  <a:lnTo>
                    <a:pt x="8950" y="396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8" name="Google Shape;318;p5"/>
            <p:cNvSpPr/>
            <p:nvPr/>
          </p:nvSpPr>
          <p:spPr>
            <a:xfrm>
              <a:off x="6385050" y="4208725"/>
              <a:ext cx="422775" cy="298975"/>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9" name="Google Shape;319;p5"/>
            <p:cNvSpPr/>
            <p:nvPr/>
          </p:nvSpPr>
          <p:spPr>
            <a:xfrm>
              <a:off x="7121425" y="2437925"/>
              <a:ext cx="246700" cy="315500"/>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20" name="Google Shape;320;p5"/>
            <p:cNvSpPr/>
            <p:nvPr/>
          </p:nvSpPr>
          <p:spPr>
            <a:xfrm>
              <a:off x="6062250" y="3853825"/>
              <a:ext cx="332900" cy="376025"/>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21" name="Google Shape;321;p5"/>
            <p:cNvSpPr/>
            <p:nvPr/>
          </p:nvSpPr>
          <p:spPr>
            <a:xfrm>
              <a:off x="6023725" y="3167900"/>
              <a:ext cx="340250" cy="227450"/>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22" name="Google Shape;322;p5"/>
            <p:cNvSpPr/>
            <p:nvPr/>
          </p:nvSpPr>
          <p:spPr>
            <a:xfrm>
              <a:off x="7109500" y="3449425"/>
              <a:ext cx="154100" cy="165100"/>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grpSp>
      <p:cxnSp>
        <p:nvCxnSpPr>
          <p:cNvPr id="323" name="Google Shape;323;p5"/>
          <p:cNvCxnSpPr/>
          <p:nvPr/>
        </p:nvCxnSpPr>
        <p:spPr>
          <a:xfrm>
            <a:off x="850475" y="1031425"/>
            <a:ext cx="6037800" cy="0"/>
          </a:xfrm>
          <a:prstGeom prst="straightConnector1">
            <a:avLst/>
          </a:prstGeom>
          <a:noFill/>
          <a:ln w="19050" cap="rnd" cmpd="sng">
            <a:solidFill>
              <a:srgbClr val="A4C2F4"/>
            </a:solidFill>
            <a:prstDash val="dash"/>
            <a:round/>
            <a:headEnd type="none" w="med" len="med"/>
            <a:tailEnd type="none" w="med" len="med"/>
          </a:ln>
        </p:spPr>
      </p:cxnSp>
      <p:sp>
        <p:nvSpPr>
          <p:cNvPr id="324" name="Google Shape;324;p5"/>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325"/>
        <p:cNvGrpSpPr/>
        <p:nvPr/>
      </p:nvGrpSpPr>
      <p:grpSpPr>
        <a:xfrm>
          <a:off x="0" y="0"/>
          <a:ext cx="0" cy="0"/>
          <a:chOff x="0" y="0"/>
          <a:chExt cx="0" cy="0"/>
        </a:xfrm>
      </p:grpSpPr>
      <p:sp>
        <p:nvSpPr>
          <p:cNvPr id="326" name="Google Shape;326;p6"/>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327" name="Google Shape;327;p6"/>
          <p:cNvSpPr txBox="1">
            <a:spLocks noGrp="1"/>
          </p:cNvSpPr>
          <p:nvPr>
            <p:ph type="body" idx="1"/>
          </p:nvPr>
        </p:nvSpPr>
        <p:spPr>
          <a:xfrm>
            <a:off x="747925" y="1363153"/>
            <a:ext cx="3159000" cy="3610800"/>
          </a:xfrm>
          <a:prstGeom prst="rect">
            <a:avLst/>
          </a:prstGeom>
        </p:spPr>
        <p:txBody>
          <a:bodyPr spcFirstLastPara="1" wrap="square" lIns="91425" tIns="91425" rIns="91425" bIns="91425" anchor="t" anchorCtr="0">
            <a:noAutofit/>
          </a:bodyPr>
          <a:lstStyle>
            <a:lvl1pPr marL="457200" lvl="0" indent="-368300">
              <a:spcBef>
                <a:spcPts val="600"/>
              </a:spcBef>
              <a:spcAft>
                <a:spcPts val="0"/>
              </a:spcAft>
              <a:buSzPts val="2200"/>
              <a:buChar char="✘"/>
              <a:defRPr sz="2200"/>
            </a:lvl1pPr>
            <a:lvl2pPr marL="914400" lvl="1" indent="-368300">
              <a:spcBef>
                <a:spcPts val="0"/>
              </a:spcBef>
              <a:spcAft>
                <a:spcPts val="0"/>
              </a:spcAft>
              <a:buSzPts val="2200"/>
              <a:buChar char="✗"/>
              <a:defRPr sz="2200"/>
            </a:lvl2pPr>
            <a:lvl3pPr marL="1371600" lvl="2" indent="-368300">
              <a:spcBef>
                <a:spcPts val="0"/>
              </a:spcBef>
              <a:spcAft>
                <a:spcPts val="0"/>
              </a:spcAft>
              <a:buSzPts val="2200"/>
              <a:buChar char="■"/>
              <a:defRPr sz="2200"/>
            </a:lvl3pPr>
            <a:lvl4pPr marL="1828800" lvl="3" indent="-368300">
              <a:spcBef>
                <a:spcPts val="0"/>
              </a:spcBef>
              <a:spcAft>
                <a:spcPts val="0"/>
              </a:spcAft>
              <a:buSzPts val="2200"/>
              <a:buChar char="●"/>
              <a:defRPr sz="2200"/>
            </a:lvl4pPr>
            <a:lvl5pPr marL="2286000" lvl="4" indent="-368300">
              <a:spcBef>
                <a:spcPts val="0"/>
              </a:spcBef>
              <a:spcAft>
                <a:spcPts val="0"/>
              </a:spcAft>
              <a:buSzPts val="2200"/>
              <a:buChar char="○"/>
              <a:defRPr sz="2200"/>
            </a:lvl5pPr>
            <a:lvl6pPr marL="2743200" lvl="5" indent="-368300">
              <a:spcBef>
                <a:spcPts val="0"/>
              </a:spcBef>
              <a:spcAft>
                <a:spcPts val="0"/>
              </a:spcAft>
              <a:buSzPts val="2200"/>
              <a:buChar char="■"/>
              <a:defRPr sz="2200"/>
            </a:lvl6pPr>
            <a:lvl7pPr marL="3200400" lvl="6" indent="-368300">
              <a:spcBef>
                <a:spcPts val="0"/>
              </a:spcBef>
              <a:spcAft>
                <a:spcPts val="0"/>
              </a:spcAft>
              <a:buSzPts val="2200"/>
              <a:buChar char="●"/>
              <a:defRPr sz="2200"/>
            </a:lvl7pPr>
            <a:lvl8pPr marL="3657600" lvl="7" indent="-368300">
              <a:spcBef>
                <a:spcPts val="0"/>
              </a:spcBef>
              <a:spcAft>
                <a:spcPts val="0"/>
              </a:spcAft>
              <a:buSzPts val="2200"/>
              <a:buChar char="○"/>
              <a:defRPr sz="2200"/>
            </a:lvl8pPr>
            <a:lvl9pPr marL="4114800" lvl="8" indent="-368300">
              <a:spcBef>
                <a:spcPts val="0"/>
              </a:spcBef>
              <a:spcAft>
                <a:spcPts val="0"/>
              </a:spcAft>
              <a:buSzPts val="2200"/>
              <a:buChar char="■"/>
              <a:defRPr sz="2200"/>
            </a:lvl9pPr>
          </a:lstStyle>
          <a:p>
            <a:endParaRPr/>
          </a:p>
        </p:txBody>
      </p:sp>
      <p:sp>
        <p:nvSpPr>
          <p:cNvPr id="328" name="Google Shape;328;p6"/>
          <p:cNvSpPr txBox="1">
            <a:spLocks noGrp="1"/>
          </p:cNvSpPr>
          <p:nvPr>
            <p:ph type="body" idx="2"/>
          </p:nvPr>
        </p:nvSpPr>
        <p:spPr>
          <a:xfrm>
            <a:off x="4097098" y="1363153"/>
            <a:ext cx="3159000" cy="3610800"/>
          </a:xfrm>
          <a:prstGeom prst="rect">
            <a:avLst/>
          </a:prstGeom>
        </p:spPr>
        <p:txBody>
          <a:bodyPr spcFirstLastPara="1" wrap="square" lIns="91425" tIns="91425" rIns="91425" bIns="91425" anchor="t" anchorCtr="0">
            <a:noAutofit/>
          </a:bodyPr>
          <a:lstStyle>
            <a:lvl1pPr marL="457200" lvl="0" indent="-368300">
              <a:spcBef>
                <a:spcPts val="600"/>
              </a:spcBef>
              <a:spcAft>
                <a:spcPts val="0"/>
              </a:spcAft>
              <a:buSzPts val="2200"/>
              <a:buChar char="✘"/>
              <a:defRPr sz="2200"/>
            </a:lvl1pPr>
            <a:lvl2pPr marL="914400" lvl="1" indent="-368300">
              <a:spcBef>
                <a:spcPts val="0"/>
              </a:spcBef>
              <a:spcAft>
                <a:spcPts val="0"/>
              </a:spcAft>
              <a:buSzPts val="2200"/>
              <a:buChar char="✗"/>
              <a:defRPr sz="2200"/>
            </a:lvl2pPr>
            <a:lvl3pPr marL="1371600" lvl="2" indent="-368300">
              <a:spcBef>
                <a:spcPts val="0"/>
              </a:spcBef>
              <a:spcAft>
                <a:spcPts val="0"/>
              </a:spcAft>
              <a:buSzPts val="2200"/>
              <a:buChar char="■"/>
              <a:defRPr sz="2200"/>
            </a:lvl3pPr>
            <a:lvl4pPr marL="1828800" lvl="3" indent="-368300">
              <a:spcBef>
                <a:spcPts val="0"/>
              </a:spcBef>
              <a:spcAft>
                <a:spcPts val="0"/>
              </a:spcAft>
              <a:buSzPts val="2200"/>
              <a:buChar char="●"/>
              <a:defRPr sz="2200"/>
            </a:lvl4pPr>
            <a:lvl5pPr marL="2286000" lvl="4" indent="-368300">
              <a:spcBef>
                <a:spcPts val="0"/>
              </a:spcBef>
              <a:spcAft>
                <a:spcPts val="0"/>
              </a:spcAft>
              <a:buSzPts val="2200"/>
              <a:buChar char="○"/>
              <a:defRPr sz="2200"/>
            </a:lvl5pPr>
            <a:lvl6pPr marL="2743200" lvl="5" indent="-368300">
              <a:spcBef>
                <a:spcPts val="0"/>
              </a:spcBef>
              <a:spcAft>
                <a:spcPts val="0"/>
              </a:spcAft>
              <a:buSzPts val="2200"/>
              <a:buChar char="■"/>
              <a:defRPr sz="2200"/>
            </a:lvl6pPr>
            <a:lvl7pPr marL="3200400" lvl="6" indent="-368300">
              <a:spcBef>
                <a:spcPts val="0"/>
              </a:spcBef>
              <a:spcAft>
                <a:spcPts val="0"/>
              </a:spcAft>
              <a:buSzPts val="2200"/>
              <a:buChar char="●"/>
              <a:defRPr sz="2200"/>
            </a:lvl7pPr>
            <a:lvl8pPr marL="3657600" lvl="7" indent="-368300">
              <a:spcBef>
                <a:spcPts val="0"/>
              </a:spcBef>
              <a:spcAft>
                <a:spcPts val="0"/>
              </a:spcAft>
              <a:buSzPts val="2200"/>
              <a:buChar char="○"/>
              <a:defRPr sz="2200"/>
            </a:lvl8pPr>
            <a:lvl9pPr marL="4114800" lvl="8" indent="-368300">
              <a:spcBef>
                <a:spcPts val="0"/>
              </a:spcBef>
              <a:spcAft>
                <a:spcPts val="0"/>
              </a:spcAft>
              <a:buSzPts val="2200"/>
              <a:buChar char="■"/>
              <a:defRPr sz="2200"/>
            </a:lvl9pPr>
          </a:lstStyle>
          <a:p>
            <a:endParaRPr/>
          </a:p>
        </p:txBody>
      </p:sp>
      <p:grpSp>
        <p:nvGrpSpPr>
          <p:cNvPr id="329" name="Google Shape;329;p6"/>
          <p:cNvGrpSpPr/>
          <p:nvPr/>
        </p:nvGrpSpPr>
        <p:grpSpPr>
          <a:xfrm>
            <a:off x="7442902" y="-91154"/>
            <a:ext cx="1796289" cy="5330574"/>
            <a:chOff x="6023725" y="842300"/>
            <a:chExt cx="1358150" cy="4030375"/>
          </a:xfrm>
        </p:grpSpPr>
        <p:sp>
          <p:nvSpPr>
            <p:cNvPr id="330" name="Google Shape;330;p6"/>
            <p:cNvSpPr/>
            <p:nvPr/>
          </p:nvSpPr>
          <p:spPr>
            <a:xfrm>
              <a:off x="6371275" y="842300"/>
              <a:ext cx="397100" cy="492450"/>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6"/>
            <p:cNvSpPr/>
            <p:nvPr/>
          </p:nvSpPr>
          <p:spPr>
            <a:xfrm>
              <a:off x="6991200" y="2879025"/>
              <a:ext cx="390675" cy="444800"/>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6"/>
            <p:cNvSpPr/>
            <p:nvPr/>
          </p:nvSpPr>
          <p:spPr>
            <a:xfrm>
              <a:off x="6244725" y="2547975"/>
              <a:ext cx="185275" cy="404450"/>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6"/>
            <p:cNvSpPr/>
            <p:nvPr/>
          </p:nvSpPr>
          <p:spPr>
            <a:xfrm>
              <a:off x="6823375" y="1978500"/>
              <a:ext cx="365025" cy="447525"/>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6"/>
            <p:cNvSpPr/>
            <p:nvPr/>
          </p:nvSpPr>
          <p:spPr>
            <a:xfrm>
              <a:off x="6071400" y="1791425"/>
              <a:ext cx="402625" cy="375100"/>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6"/>
            <p:cNvSpPr/>
            <p:nvPr/>
          </p:nvSpPr>
          <p:spPr>
            <a:xfrm>
              <a:off x="6902250" y="3951050"/>
              <a:ext cx="436525" cy="299875"/>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6"/>
            <p:cNvSpPr/>
            <p:nvPr/>
          </p:nvSpPr>
          <p:spPr>
            <a:xfrm>
              <a:off x="6405225" y="2154575"/>
              <a:ext cx="328325" cy="339325"/>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6"/>
            <p:cNvSpPr/>
            <p:nvPr/>
          </p:nvSpPr>
          <p:spPr>
            <a:xfrm>
              <a:off x="6537275" y="2750650"/>
              <a:ext cx="459450" cy="475050"/>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6"/>
            <p:cNvSpPr/>
            <p:nvPr/>
          </p:nvSpPr>
          <p:spPr>
            <a:xfrm>
              <a:off x="6855475" y="1544725"/>
              <a:ext cx="444800" cy="353100"/>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6"/>
            <p:cNvSpPr/>
            <p:nvPr/>
          </p:nvSpPr>
          <p:spPr>
            <a:xfrm>
              <a:off x="6844475" y="1037625"/>
              <a:ext cx="414525" cy="389750"/>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6"/>
            <p:cNvSpPr/>
            <p:nvPr/>
          </p:nvSpPr>
          <p:spPr>
            <a:xfrm>
              <a:off x="6553775" y="1840025"/>
              <a:ext cx="234775" cy="276975"/>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6"/>
            <p:cNvSpPr/>
            <p:nvPr/>
          </p:nvSpPr>
          <p:spPr>
            <a:xfrm>
              <a:off x="6618875" y="2550725"/>
              <a:ext cx="408125" cy="156850"/>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6"/>
            <p:cNvSpPr/>
            <p:nvPr/>
          </p:nvSpPr>
          <p:spPr>
            <a:xfrm>
              <a:off x="6336425" y="4507675"/>
              <a:ext cx="520000" cy="365000"/>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6"/>
            <p:cNvSpPr/>
            <p:nvPr/>
          </p:nvSpPr>
          <p:spPr>
            <a:xfrm>
              <a:off x="6425400" y="3728200"/>
              <a:ext cx="342075" cy="360425"/>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6"/>
            <p:cNvSpPr/>
            <p:nvPr/>
          </p:nvSpPr>
          <p:spPr>
            <a:xfrm>
              <a:off x="6789450" y="3384325"/>
              <a:ext cx="262300" cy="186175"/>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6"/>
            <p:cNvSpPr/>
            <p:nvPr/>
          </p:nvSpPr>
          <p:spPr>
            <a:xfrm>
              <a:off x="6950850" y="4617725"/>
              <a:ext cx="254050" cy="162350"/>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6"/>
            <p:cNvSpPr/>
            <p:nvPr/>
          </p:nvSpPr>
          <p:spPr>
            <a:xfrm>
              <a:off x="6051225" y="1090800"/>
              <a:ext cx="285225" cy="283400"/>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6"/>
            <p:cNvSpPr/>
            <p:nvPr/>
          </p:nvSpPr>
          <p:spPr>
            <a:xfrm>
              <a:off x="6849975" y="3631900"/>
              <a:ext cx="270550" cy="339350"/>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6"/>
            <p:cNvSpPr/>
            <p:nvPr/>
          </p:nvSpPr>
          <p:spPr>
            <a:xfrm>
              <a:off x="6351100" y="3281600"/>
              <a:ext cx="366850" cy="361350"/>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6"/>
            <p:cNvSpPr/>
            <p:nvPr/>
          </p:nvSpPr>
          <p:spPr>
            <a:xfrm>
              <a:off x="6316250" y="3040425"/>
              <a:ext cx="137600" cy="122000"/>
            </a:xfrm>
            <a:custGeom>
              <a:avLst/>
              <a:gdLst/>
              <a:ahLst/>
              <a:cxnLst/>
              <a:rect l="l" t="t" r="r" b="b"/>
              <a:pathLst>
                <a:path w="5504" h="4880" extrusionOk="0">
                  <a:moveTo>
                    <a:pt x="5173" y="0"/>
                  </a:moveTo>
                  <a:lnTo>
                    <a:pt x="5063" y="37"/>
                  </a:lnTo>
                  <a:lnTo>
                    <a:pt x="4990" y="110"/>
                  </a:lnTo>
                  <a:lnTo>
                    <a:pt x="4770" y="404"/>
                  </a:lnTo>
                  <a:lnTo>
                    <a:pt x="4513" y="624"/>
                  </a:lnTo>
                  <a:lnTo>
                    <a:pt x="4219" y="844"/>
                  </a:lnTo>
                  <a:lnTo>
                    <a:pt x="3926" y="991"/>
                  </a:lnTo>
                  <a:lnTo>
                    <a:pt x="3742" y="1064"/>
                  </a:lnTo>
                  <a:lnTo>
                    <a:pt x="3559" y="1101"/>
                  </a:lnTo>
                  <a:lnTo>
                    <a:pt x="3229" y="1101"/>
                  </a:lnTo>
                  <a:lnTo>
                    <a:pt x="2862" y="1028"/>
                  </a:lnTo>
                  <a:lnTo>
                    <a:pt x="2532" y="917"/>
                  </a:lnTo>
                  <a:lnTo>
                    <a:pt x="2239" y="807"/>
                  </a:lnTo>
                  <a:lnTo>
                    <a:pt x="1908" y="734"/>
                  </a:lnTo>
                  <a:lnTo>
                    <a:pt x="1578" y="661"/>
                  </a:lnTo>
                  <a:lnTo>
                    <a:pt x="1248" y="624"/>
                  </a:lnTo>
                  <a:lnTo>
                    <a:pt x="918" y="661"/>
                  </a:lnTo>
                  <a:lnTo>
                    <a:pt x="625" y="771"/>
                  </a:lnTo>
                  <a:lnTo>
                    <a:pt x="478" y="844"/>
                  </a:lnTo>
                  <a:lnTo>
                    <a:pt x="368" y="954"/>
                  </a:lnTo>
                  <a:lnTo>
                    <a:pt x="258" y="1064"/>
                  </a:lnTo>
                  <a:lnTo>
                    <a:pt x="148" y="1211"/>
                  </a:lnTo>
                  <a:lnTo>
                    <a:pt x="111" y="1284"/>
                  </a:lnTo>
                  <a:lnTo>
                    <a:pt x="111" y="1321"/>
                  </a:lnTo>
                  <a:lnTo>
                    <a:pt x="148" y="1431"/>
                  </a:lnTo>
                  <a:lnTo>
                    <a:pt x="258" y="1468"/>
                  </a:lnTo>
                  <a:lnTo>
                    <a:pt x="368" y="1468"/>
                  </a:lnTo>
                  <a:lnTo>
                    <a:pt x="698" y="1284"/>
                  </a:lnTo>
                  <a:lnTo>
                    <a:pt x="1028" y="1174"/>
                  </a:lnTo>
                  <a:lnTo>
                    <a:pt x="1028" y="2531"/>
                  </a:lnTo>
                  <a:lnTo>
                    <a:pt x="955" y="3228"/>
                  </a:lnTo>
                  <a:lnTo>
                    <a:pt x="881" y="3925"/>
                  </a:lnTo>
                  <a:lnTo>
                    <a:pt x="698" y="3852"/>
                  </a:lnTo>
                  <a:lnTo>
                    <a:pt x="551" y="3742"/>
                  </a:lnTo>
                  <a:lnTo>
                    <a:pt x="368" y="3632"/>
                  </a:lnTo>
                  <a:lnTo>
                    <a:pt x="184" y="3522"/>
                  </a:lnTo>
                  <a:lnTo>
                    <a:pt x="111" y="3522"/>
                  </a:lnTo>
                  <a:lnTo>
                    <a:pt x="38" y="3595"/>
                  </a:lnTo>
                  <a:lnTo>
                    <a:pt x="1" y="3669"/>
                  </a:lnTo>
                  <a:lnTo>
                    <a:pt x="1" y="3779"/>
                  </a:lnTo>
                  <a:lnTo>
                    <a:pt x="38" y="3962"/>
                  </a:lnTo>
                  <a:lnTo>
                    <a:pt x="148" y="4145"/>
                  </a:lnTo>
                  <a:lnTo>
                    <a:pt x="294" y="4256"/>
                  </a:lnTo>
                  <a:lnTo>
                    <a:pt x="514" y="4402"/>
                  </a:lnTo>
                  <a:lnTo>
                    <a:pt x="735" y="4476"/>
                  </a:lnTo>
                  <a:lnTo>
                    <a:pt x="1175" y="4476"/>
                  </a:lnTo>
                  <a:lnTo>
                    <a:pt x="1248" y="4439"/>
                  </a:lnTo>
                  <a:lnTo>
                    <a:pt x="1321" y="4402"/>
                  </a:lnTo>
                  <a:lnTo>
                    <a:pt x="1395" y="4256"/>
                  </a:lnTo>
                  <a:lnTo>
                    <a:pt x="1505" y="3485"/>
                  </a:lnTo>
                  <a:lnTo>
                    <a:pt x="1578" y="2715"/>
                  </a:lnTo>
                  <a:lnTo>
                    <a:pt x="1578" y="1908"/>
                  </a:lnTo>
                  <a:lnTo>
                    <a:pt x="1542" y="1504"/>
                  </a:lnTo>
                  <a:lnTo>
                    <a:pt x="1505" y="1138"/>
                  </a:lnTo>
                  <a:lnTo>
                    <a:pt x="1762" y="1174"/>
                  </a:lnTo>
                  <a:lnTo>
                    <a:pt x="2128" y="1321"/>
                  </a:lnTo>
                  <a:lnTo>
                    <a:pt x="2459" y="1431"/>
                  </a:lnTo>
                  <a:lnTo>
                    <a:pt x="2825" y="1578"/>
                  </a:lnTo>
                  <a:lnTo>
                    <a:pt x="3192" y="1651"/>
                  </a:lnTo>
                  <a:lnTo>
                    <a:pt x="3486" y="1651"/>
                  </a:lnTo>
                  <a:lnTo>
                    <a:pt x="3449" y="2531"/>
                  </a:lnTo>
                  <a:lnTo>
                    <a:pt x="3412" y="3449"/>
                  </a:lnTo>
                  <a:lnTo>
                    <a:pt x="3412" y="3999"/>
                  </a:lnTo>
                  <a:lnTo>
                    <a:pt x="3412" y="4256"/>
                  </a:lnTo>
                  <a:lnTo>
                    <a:pt x="3412" y="4366"/>
                  </a:lnTo>
                  <a:lnTo>
                    <a:pt x="3412" y="4402"/>
                  </a:lnTo>
                  <a:lnTo>
                    <a:pt x="3449" y="4402"/>
                  </a:lnTo>
                  <a:lnTo>
                    <a:pt x="3412" y="4476"/>
                  </a:lnTo>
                  <a:lnTo>
                    <a:pt x="3376" y="4512"/>
                  </a:lnTo>
                  <a:lnTo>
                    <a:pt x="3376" y="4659"/>
                  </a:lnTo>
                  <a:lnTo>
                    <a:pt x="3376" y="4696"/>
                  </a:lnTo>
                  <a:lnTo>
                    <a:pt x="3412" y="4806"/>
                  </a:lnTo>
                  <a:lnTo>
                    <a:pt x="3522" y="4879"/>
                  </a:lnTo>
                  <a:lnTo>
                    <a:pt x="3632" y="4879"/>
                  </a:lnTo>
                  <a:lnTo>
                    <a:pt x="3742" y="4842"/>
                  </a:lnTo>
                  <a:lnTo>
                    <a:pt x="3853" y="4732"/>
                  </a:lnTo>
                  <a:lnTo>
                    <a:pt x="3926" y="4586"/>
                  </a:lnTo>
                  <a:lnTo>
                    <a:pt x="3926" y="4439"/>
                  </a:lnTo>
                  <a:lnTo>
                    <a:pt x="3926" y="4256"/>
                  </a:lnTo>
                  <a:lnTo>
                    <a:pt x="3963" y="3045"/>
                  </a:lnTo>
                  <a:lnTo>
                    <a:pt x="3963" y="1871"/>
                  </a:lnTo>
                  <a:lnTo>
                    <a:pt x="3963" y="1541"/>
                  </a:lnTo>
                  <a:lnTo>
                    <a:pt x="4366" y="1394"/>
                  </a:lnTo>
                  <a:lnTo>
                    <a:pt x="4733" y="1138"/>
                  </a:lnTo>
                  <a:lnTo>
                    <a:pt x="5063" y="844"/>
                  </a:lnTo>
                  <a:lnTo>
                    <a:pt x="5320" y="551"/>
                  </a:lnTo>
                  <a:lnTo>
                    <a:pt x="5467" y="367"/>
                  </a:lnTo>
                  <a:lnTo>
                    <a:pt x="5503" y="257"/>
                  </a:lnTo>
                  <a:lnTo>
                    <a:pt x="5503" y="184"/>
                  </a:lnTo>
                  <a:lnTo>
                    <a:pt x="5430" y="74"/>
                  </a:lnTo>
                  <a:lnTo>
                    <a:pt x="5356" y="37"/>
                  </a:lnTo>
                  <a:lnTo>
                    <a:pt x="5283"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6"/>
            <p:cNvSpPr/>
            <p:nvPr/>
          </p:nvSpPr>
          <p:spPr>
            <a:xfrm>
              <a:off x="6879325" y="4294925"/>
              <a:ext cx="344825" cy="25497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6"/>
            <p:cNvSpPr/>
            <p:nvPr/>
          </p:nvSpPr>
          <p:spPr>
            <a:xfrm>
              <a:off x="6114500" y="2324225"/>
              <a:ext cx="158675" cy="329225"/>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6"/>
            <p:cNvSpPr/>
            <p:nvPr/>
          </p:nvSpPr>
          <p:spPr>
            <a:xfrm>
              <a:off x="6335525" y="1405350"/>
              <a:ext cx="442025" cy="375100"/>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6"/>
            <p:cNvSpPr/>
            <p:nvPr/>
          </p:nvSpPr>
          <p:spPr>
            <a:xfrm>
              <a:off x="6059500" y="3516375"/>
              <a:ext cx="268700" cy="232025"/>
            </a:xfrm>
            <a:custGeom>
              <a:avLst/>
              <a:gdLst/>
              <a:ahLst/>
              <a:cxnLst/>
              <a:rect l="l" t="t" r="r" b="b"/>
              <a:pathLst>
                <a:path w="10748" h="9281" extrusionOk="0">
                  <a:moveTo>
                    <a:pt x="4072" y="550"/>
                  </a:moveTo>
                  <a:lnTo>
                    <a:pt x="4329" y="587"/>
                  </a:lnTo>
                  <a:lnTo>
                    <a:pt x="4585" y="697"/>
                  </a:lnTo>
                  <a:lnTo>
                    <a:pt x="4842" y="844"/>
                  </a:lnTo>
                  <a:lnTo>
                    <a:pt x="5025" y="1064"/>
                  </a:lnTo>
                  <a:lnTo>
                    <a:pt x="5136" y="1211"/>
                  </a:lnTo>
                  <a:lnTo>
                    <a:pt x="5209" y="1394"/>
                  </a:lnTo>
                  <a:lnTo>
                    <a:pt x="5246" y="1541"/>
                  </a:lnTo>
                  <a:lnTo>
                    <a:pt x="5282" y="1724"/>
                  </a:lnTo>
                  <a:lnTo>
                    <a:pt x="5282" y="2091"/>
                  </a:lnTo>
                  <a:lnTo>
                    <a:pt x="5246" y="2458"/>
                  </a:lnTo>
                  <a:lnTo>
                    <a:pt x="5209" y="2641"/>
                  </a:lnTo>
                  <a:lnTo>
                    <a:pt x="4695" y="1761"/>
                  </a:lnTo>
                  <a:lnTo>
                    <a:pt x="4072" y="550"/>
                  </a:lnTo>
                  <a:close/>
                  <a:moveTo>
                    <a:pt x="1357" y="3008"/>
                  </a:moveTo>
                  <a:lnTo>
                    <a:pt x="1504" y="3265"/>
                  </a:lnTo>
                  <a:lnTo>
                    <a:pt x="1614" y="3558"/>
                  </a:lnTo>
                  <a:lnTo>
                    <a:pt x="1797" y="3852"/>
                  </a:lnTo>
                  <a:lnTo>
                    <a:pt x="1467" y="3778"/>
                  </a:lnTo>
                  <a:lnTo>
                    <a:pt x="1137" y="3742"/>
                  </a:lnTo>
                  <a:lnTo>
                    <a:pt x="1321" y="3118"/>
                  </a:lnTo>
                  <a:lnTo>
                    <a:pt x="1357" y="3008"/>
                  </a:lnTo>
                  <a:close/>
                  <a:moveTo>
                    <a:pt x="3815" y="550"/>
                  </a:moveTo>
                  <a:lnTo>
                    <a:pt x="4072" y="1174"/>
                  </a:lnTo>
                  <a:lnTo>
                    <a:pt x="4329" y="1798"/>
                  </a:lnTo>
                  <a:lnTo>
                    <a:pt x="4695" y="2531"/>
                  </a:lnTo>
                  <a:lnTo>
                    <a:pt x="5099" y="3265"/>
                  </a:lnTo>
                  <a:lnTo>
                    <a:pt x="4989" y="3852"/>
                  </a:lnTo>
                  <a:lnTo>
                    <a:pt x="4732" y="3191"/>
                  </a:lnTo>
                  <a:lnTo>
                    <a:pt x="4475" y="2531"/>
                  </a:lnTo>
                  <a:lnTo>
                    <a:pt x="4255" y="1981"/>
                  </a:lnTo>
                  <a:lnTo>
                    <a:pt x="4035" y="1467"/>
                  </a:lnTo>
                  <a:lnTo>
                    <a:pt x="3742" y="880"/>
                  </a:lnTo>
                  <a:lnTo>
                    <a:pt x="3558" y="587"/>
                  </a:lnTo>
                  <a:lnTo>
                    <a:pt x="3815" y="550"/>
                  </a:lnTo>
                  <a:close/>
                  <a:moveTo>
                    <a:pt x="1761" y="1724"/>
                  </a:moveTo>
                  <a:lnTo>
                    <a:pt x="1724" y="1798"/>
                  </a:lnTo>
                  <a:lnTo>
                    <a:pt x="1761" y="1944"/>
                  </a:lnTo>
                  <a:lnTo>
                    <a:pt x="1834" y="2018"/>
                  </a:lnTo>
                  <a:lnTo>
                    <a:pt x="1944" y="2054"/>
                  </a:lnTo>
                  <a:lnTo>
                    <a:pt x="2054" y="2054"/>
                  </a:lnTo>
                  <a:lnTo>
                    <a:pt x="2274" y="2531"/>
                  </a:lnTo>
                  <a:lnTo>
                    <a:pt x="2458" y="2971"/>
                  </a:lnTo>
                  <a:lnTo>
                    <a:pt x="3008" y="4182"/>
                  </a:lnTo>
                  <a:lnTo>
                    <a:pt x="3081" y="4329"/>
                  </a:lnTo>
                  <a:lnTo>
                    <a:pt x="2825" y="4255"/>
                  </a:lnTo>
                  <a:lnTo>
                    <a:pt x="2458" y="4072"/>
                  </a:lnTo>
                  <a:lnTo>
                    <a:pt x="2164" y="3742"/>
                  </a:lnTo>
                  <a:lnTo>
                    <a:pt x="1944" y="3375"/>
                  </a:lnTo>
                  <a:lnTo>
                    <a:pt x="1724" y="2935"/>
                  </a:lnTo>
                  <a:lnTo>
                    <a:pt x="1651" y="2715"/>
                  </a:lnTo>
                  <a:lnTo>
                    <a:pt x="1504" y="2494"/>
                  </a:lnTo>
                  <a:lnTo>
                    <a:pt x="1724" y="1761"/>
                  </a:lnTo>
                  <a:lnTo>
                    <a:pt x="1761" y="1724"/>
                  </a:lnTo>
                  <a:close/>
                  <a:moveTo>
                    <a:pt x="2604" y="1174"/>
                  </a:moveTo>
                  <a:lnTo>
                    <a:pt x="2715" y="1614"/>
                  </a:lnTo>
                  <a:lnTo>
                    <a:pt x="2861" y="2054"/>
                  </a:lnTo>
                  <a:lnTo>
                    <a:pt x="3228" y="2898"/>
                  </a:lnTo>
                  <a:lnTo>
                    <a:pt x="3998" y="4695"/>
                  </a:lnTo>
                  <a:lnTo>
                    <a:pt x="3632" y="4549"/>
                  </a:lnTo>
                  <a:lnTo>
                    <a:pt x="3522" y="4365"/>
                  </a:lnTo>
                  <a:lnTo>
                    <a:pt x="3301" y="3888"/>
                  </a:lnTo>
                  <a:lnTo>
                    <a:pt x="2861" y="2935"/>
                  </a:lnTo>
                  <a:lnTo>
                    <a:pt x="2274" y="1834"/>
                  </a:lnTo>
                  <a:lnTo>
                    <a:pt x="2311" y="1651"/>
                  </a:lnTo>
                  <a:lnTo>
                    <a:pt x="2421" y="1467"/>
                  </a:lnTo>
                  <a:lnTo>
                    <a:pt x="2604" y="1174"/>
                  </a:lnTo>
                  <a:close/>
                  <a:moveTo>
                    <a:pt x="3338" y="660"/>
                  </a:moveTo>
                  <a:lnTo>
                    <a:pt x="3375" y="770"/>
                  </a:lnTo>
                  <a:lnTo>
                    <a:pt x="3668" y="1467"/>
                  </a:lnTo>
                  <a:lnTo>
                    <a:pt x="3962" y="2164"/>
                  </a:lnTo>
                  <a:lnTo>
                    <a:pt x="4182" y="2788"/>
                  </a:lnTo>
                  <a:lnTo>
                    <a:pt x="4402" y="3412"/>
                  </a:lnTo>
                  <a:lnTo>
                    <a:pt x="4769" y="4659"/>
                  </a:lnTo>
                  <a:lnTo>
                    <a:pt x="4732" y="4805"/>
                  </a:lnTo>
                  <a:lnTo>
                    <a:pt x="4659" y="4805"/>
                  </a:lnTo>
                  <a:lnTo>
                    <a:pt x="4549" y="4842"/>
                  </a:lnTo>
                  <a:lnTo>
                    <a:pt x="3668" y="2971"/>
                  </a:lnTo>
                  <a:lnTo>
                    <a:pt x="3191" y="1981"/>
                  </a:lnTo>
                  <a:lnTo>
                    <a:pt x="2971" y="1504"/>
                  </a:lnTo>
                  <a:lnTo>
                    <a:pt x="2788" y="991"/>
                  </a:lnTo>
                  <a:lnTo>
                    <a:pt x="3045" y="807"/>
                  </a:lnTo>
                  <a:lnTo>
                    <a:pt x="3338" y="660"/>
                  </a:lnTo>
                  <a:close/>
                  <a:moveTo>
                    <a:pt x="7703" y="4952"/>
                  </a:moveTo>
                  <a:lnTo>
                    <a:pt x="7960" y="5246"/>
                  </a:lnTo>
                  <a:lnTo>
                    <a:pt x="7960" y="5246"/>
                  </a:lnTo>
                  <a:lnTo>
                    <a:pt x="7887" y="5209"/>
                  </a:lnTo>
                  <a:lnTo>
                    <a:pt x="7593" y="5319"/>
                  </a:lnTo>
                  <a:lnTo>
                    <a:pt x="7300" y="5466"/>
                  </a:lnTo>
                  <a:lnTo>
                    <a:pt x="7190" y="5356"/>
                  </a:lnTo>
                  <a:lnTo>
                    <a:pt x="7080" y="5246"/>
                  </a:lnTo>
                  <a:lnTo>
                    <a:pt x="7373" y="5099"/>
                  </a:lnTo>
                  <a:lnTo>
                    <a:pt x="7703" y="4952"/>
                  </a:lnTo>
                  <a:close/>
                  <a:moveTo>
                    <a:pt x="8070" y="5356"/>
                  </a:moveTo>
                  <a:lnTo>
                    <a:pt x="8180" y="5466"/>
                  </a:lnTo>
                  <a:lnTo>
                    <a:pt x="7923" y="5576"/>
                  </a:lnTo>
                  <a:lnTo>
                    <a:pt x="7923" y="5576"/>
                  </a:lnTo>
                  <a:lnTo>
                    <a:pt x="8033" y="5429"/>
                  </a:lnTo>
                  <a:lnTo>
                    <a:pt x="8070" y="5356"/>
                  </a:lnTo>
                  <a:close/>
                  <a:moveTo>
                    <a:pt x="7556" y="5612"/>
                  </a:moveTo>
                  <a:lnTo>
                    <a:pt x="7483" y="5722"/>
                  </a:lnTo>
                  <a:lnTo>
                    <a:pt x="7483" y="5686"/>
                  </a:lnTo>
                  <a:lnTo>
                    <a:pt x="7556" y="5612"/>
                  </a:lnTo>
                  <a:close/>
                  <a:moveTo>
                    <a:pt x="8327" y="5649"/>
                  </a:moveTo>
                  <a:lnTo>
                    <a:pt x="8327" y="5686"/>
                  </a:lnTo>
                  <a:lnTo>
                    <a:pt x="7850" y="6163"/>
                  </a:lnTo>
                  <a:lnTo>
                    <a:pt x="7740" y="6016"/>
                  </a:lnTo>
                  <a:lnTo>
                    <a:pt x="7997" y="5796"/>
                  </a:lnTo>
                  <a:lnTo>
                    <a:pt x="8327" y="5649"/>
                  </a:lnTo>
                  <a:close/>
                  <a:moveTo>
                    <a:pt x="8437" y="5796"/>
                  </a:moveTo>
                  <a:lnTo>
                    <a:pt x="8584" y="6053"/>
                  </a:lnTo>
                  <a:lnTo>
                    <a:pt x="8143" y="6163"/>
                  </a:lnTo>
                  <a:lnTo>
                    <a:pt x="8437" y="5796"/>
                  </a:lnTo>
                  <a:close/>
                  <a:moveTo>
                    <a:pt x="8437" y="6346"/>
                  </a:moveTo>
                  <a:lnTo>
                    <a:pt x="8180" y="6676"/>
                  </a:lnTo>
                  <a:lnTo>
                    <a:pt x="8107" y="6493"/>
                  </a:lnTo>
                  <a:lnTo>
                    <a:pt x="8437" y="6346"/>
                  </a:lnTo>
                  <a:close/>
                  <a:moveTo>
                    <a:pt x="8767" y="6309"/>
                  </a:moveTo>
                  <a:lnTo>
                    <a:pt x="8840" y="6419"/>
                  </a:lnTo>
                  <a:lnTo>
                    <a:pt x="8547" y="6676"/>
                  </a:lnTo>
                  <a:lnTo>
                    <a:pt x="8767" y="6309"/>
                  </a:lnTo>
                  <a:close/>
                  <a:moveTo>
                    <a:pt x="9024" y="4695"/>
                  </a:moveTo>
                  <a:lnTo>
                    <a:pt x="9244" y="4732"/>
                  </a:lnTo>
                  <a:lnTo>
                    <a:pt x="9464" y="4805"/>
                  </a:lnTo>
                  <a:lnTo>
                    <a:pt x="9647" y="4915"/>
                  </a:lnTo>
                  <a:lnTo>
                    <a:pt x="9831" y="5062"/>
                  </a:lnTo>
                  <a:lnTo>
                    <a:pt x="9904" y="5099"/>
                  </a:lnTo>
                  <a:lnTo>
                    <a:pt x="9941" y="5099"/>
                  </a:lnTo>
                  <a:lnTo>
                    <a:pt x="10051" y="5209"/>
                  </a:lnTo>
                  <a:lnTo>
                    <a:pt x="10161" y="5429"/>
                  </a:lnTo>
                  <a:lnTo>
                    <a:pt x="10198" y="5649"/>
                  </a:lnTo>
                  <a:lnTo>
                    <a:pt x="10234" y="5869"/>
                  </a:lnTo>
                  <a:lnTo>
                    <a:pt x="10198" y="6089"/>
                  </a:lnTo>
                  <a:lnTo>
                    <a:pt x="10161" y="6346"/>
                  </a:lnTo>
                  <a:lnTo>
                    <a:pt x="10088" y="6566"/>
                  </a:lnTo>
                  <a:lnTo>
                    <a:pt x="9941" y="7006"/>
                  </a:lnTo>
                  <a:lnTo>
                    <a:pt x="9904" y="7080"/>
                  </a:lnTo>
                  <a:lnTo>
                    <a:pt x="9647" y="6676"/>
                  </a:lnTo>
                  <a:lnTo>
                    <a:pt x="9024" y="5832"/>
                  </a:lnTo>
                  <a:lnTo>
                    <a:pt x="8620" y="5282"/>
                  </a:lnTo>
                  <a:lnTo>
                    <a:pt x="8400" y="5025"/>
                  </a:lnTo>
                  <a:lnTo>
                    <a:pt x="8143" y="4842"/>
                  </a:lnTo>
                  <a:lnTo>
                    <a:pt x="8584" y="4732"/>
                  </a:lnTo>
                  <a:lnTo>
                    <a:pt x="8804" y="4695"/>
                  </a:lnTo>
                  <a:close/>
                  <a:moveTo>
                    <a:pt x="1064" y="3962"/>
                  </a:moveTo>
                  <a:lnTo>
                    <a:pt x="1357" y="4182"/>
                  </a:lnTo>
                  <a:lnTo>
                    <a:pt x="1651" y="4329"/>
                  </a:lnTo>
                  <a:lnTo>
                    <a:pt x="2348" y="4585"/>
                  </a:lnTo>
                  <a:lnTo>
                    <a:pt x="2458" y="4659"/>
                  </a:lnTo>
                  <a:lnTo>
                    <a:pt x="2494" y="4695"/>
                  </a:lnTo>
                  <a:lnTo>
                    <a:pt x="2568" y="4732"/>
                  </a:lnTo>
                  <a:lnTo>
                    <a:pt x="2641" y="4695"/>
                  </a:lnTo>
                  <a:lnTo>
                    <a:pt x="4329" y="5319"/>
                  </a:lnTo>
                  <a:lnTo>
                    <a:pt x="4329" y="5356"/>
                  </a:lnTo>
                  <a:lnTo>
                    <a:pt x="4292" y="5319"/>
                  </a:lnTo>
                  <a:lnTo>
                    <a:pt x="3888" y="5172"/>
                  </a:lnTo>
                  <a:lnTo>
                    <a:pt x="3705" y="5136"/>
                  </a:lnTo>
                  <a:lnTo>
                    <a:pt x="3485" y="5099"/>
                  </a:lnTo>
                  <a:lnTo>
                    <a:pt x="3448" y="5136"/>
                  </a:lnTo>
                  <a:lnTo>
                    <a:pt x="3411" y="5172"/>
                  </a:lnTo>
                  <a:lnTo>
                    <a:pt x="3448" y="5246"/>
                  </a:lnTo>
                  <a:lnTo>
                    <a:pt x="3595" y="5392"/>
                  </a:lnTo>
                  <a:lnTo>
                    <a:pt x="3852" y="5539"/>
                  </a:lnTo>
                  <a:lnTo>
                    <a:pt x="4108" y="5686"/>
                  </a:lnTo>
                  <a:lnTo>
                    <a:pt x="4402" y="5759"/>
                  </a:lnTo>
                  <a:lnTo>
                    <a:pt x="4365" y="5906"/>
                  </a:lnTo>
                  <a:lnTo>
                    <a:pt x="4035" y="5906"/>
                  </a:lnTo>
                  <a:lnTo>
                    <a:pt x="3742" y="5869"/>
                  </a:lnTo>
                  <a:lnTo>
                    <a:pt x="3411" y="5759"/>
                  </a:lnTo>
                  <a:lnTo>
                    <a:pt x="3228" y="5686"/>
                  </a:lnTo>
                  <a:lnTo>
                    <a:pt x="3191" y="5612"/>
                  </a:lnTo>
                  <a:lnTo>
                    <a:pt x="3155" y="5576"/>
                  </a:lnTo>
                  <a:lnTo>
                    <a:pt x="3118" y="5539"/>
                  </a:lnTo>
                  <a:lnTo>
                    <a:pt x="3081" y="5502"/>
                  </a:lnTo>
                  <a:lnTo>
                    <a:pt x="3045" y="5502"/>
                  </a:lnTo>
                  <a:lnTo>
                    <a:pt x="3008" y="5539"/>
                  </a:lnTo>
                  <a:lnTo>
                    <a:pt x="2971" y="5649"/>
                  </a:lnTo>
                  <a:lnTo>
                    <a:pt x="2971" y="5722"/>
                  </a:lnTo>
                  <a:lnTo>
                    <a:pt x="3008" y="5796"/>
                  </a:lnTo>
                  <a:lnTo>
                    <a:pt x="3045" y="5869"/>
                  </a:lnTo>
                  <a:lnTo>
                    <a:pt x="3191" y="6016"/>
                  </a:lnTo>
                  <a:lnTo>
                    <a:pt x="3338" y="6126"/>
                  </a:lnTo>
                  <a:lnTo>
                    <a:pt x="3522" y="6199"/>
                  </a:lnTo>
                  <a:lnTo>
                    <a:pt x="3742" y="6273"/>
                  </a:lnTo>
                  <a:lnTo>
                    <a:pt x="3962" y="6309"/>
                  </a:lnTo>
                  <a:lnTo>
                    <a:pt x="4182" y="6309"/>
                  </a:lnTo>
                  <a:lnTo>
                    <a:pt x="3962" y="6676"/>
                  </a:lnTo>
                  <a:lnTo>
                    <a:pt x="3742" y="6603"/>
                  </a:lnTo>
                  <a:lnTo>
                    <a:pt x="3228" y="6456"/>
                  </a:lnTo>
                  <a:lnTo>
                    <a:pt x="2971" y="6419"/>
                  </a:lnTo>
                  <a:lnTo>
                    <a:pt x="2715" y="6383"/>
                  </a:lnTo>
                  <a:lnTo>
                    <a:pt x="2641" y="6383"/>
                  </a:lnTo>
                  <a:lnTo>
                    <a:pt x="2641" y="6456"/>
                  </a:lnTo>
                  <a:lnTo>
                    <a:pt x="2641" y="6493"/>
                  </a:lnTo>
                  <a:lnTo>
                    <a:pt x="2678" y="6529"/>
                  </a:lnTo>
                  <a:lnTo>
                    <a:pt x="2861" y="6676"/>
                  </a:lnTo>
                  <a:lnTo>
                    <a:pt x="3081" y="6786"/>
                  </a:lnTo>
                  <a:lnTo>
                    <a:pt x="3522" y="6970"/>
                  </a:lnTo>
                  <a:lnTo>
                    <a:pt x="3742" y="7080"/>
                  </a:lnTo>
                  <a:lnTo>
                    <a:pt x="3632" y="7226"/>
                  </a:lnTo>
                  <a:lnTo>
                    <a:pt x="3522" y="7336"/>
                  </a:lnTo>
                  <a:lnTo>
                    <a:pt x="2935" y="7080"/>
                  </a:lnTo>
                  <a:lnTo>
                    <a:pt x="2311" y="6823"/>
                  </a:lnTo>
                  <a:lnTo>
                    <a:pt x="2238" y="6823"/>
                  </a:lnTo>
                  <a:lnTo>
                    <a:pt x="2201" y="6860"/>
                  </a:lnTo>
                  <a:lnTo>
                    <a:pt x="2201" y="6896"/>
                  </a:lnTo>
                  <a:lnTo>
                    <a:pt x="2201" y="6970"/>
                  </a:lnTo>
                  <a:lnTo>
                    <a:pt x="2458" y="7190"/>
                  </a:lnTo>
                  <a:lnTo>
                    <a:pt x="2678" y="7410"/>
                  </a:lnTo>
                  <a:lnTo>
                    <a:pt x="2971" y="7557"/>
                  </a:lnTo>
                  <a:lnTo>
                    <a:pt x="3265" y="7703"/>
                  </a:lnTo>
                  <a:lnTo>
                    <a:pt x="2971" y="7960"/>
                  </a:lnTo>
                  <a:lnTo>
                    <a:pt x="2641" y="7960"/>
                  </a:lnTo>
                  <a:lnTo>
                    <a:pt x="2311" y="7887"/>
                  </a:lnTo>
                  <a:lnTo>
                    <a:pt x="1981" y="7777"/>
                  </a:lnTo>
                  <a:lnTo>
                    <a:pt x="1871" y="7777"/>
                  </a:lnTo>
                  <a:lnTo>
                    <a:pt x="1834" y="7813"/>
                  </a:lnTo>
                  <a:lnTo>
                    <a:pt x="1797" y="7850"/>
                  </a:lnTo>
                  <a:lnTo>
                    <a:pt x="1797" y="7923"/>
                  </a:lnTo>
                  <a:lnTo>
                    <a:pt x="1834" y="8070"/>
                  </a:lnTo>
                  <a:lnTo>
                    <a:pt x="1944" y="8143"/>
                  </a:lnTo>
                  <a:lnTo>
                    <a:pt x="2091" y="8217"/>
                  </a:lnTo>
                  <a:lnTo>
                    <a:pt x="2238" y="8290"/>
                  </a:lnTo>
                  <a:lnTo>
                    <a:pt x="2348" y="8327"/>
                  </a:lnTo>
                  <a:lnTo>
                    <a:pt x="2164" y="8364"/>
                  </a:lnTo>
                  <a:lnTo>
                    <a:pt x="1944" y="8364"/>
                  </a:lnTo>
                  <a:lnTo>
                    <a:pt x="1761" y="8327"/>
                  </a:lnTo>
                  <a:lnTo>
                    <a:pt x="1541" y="8253"/>
                  </a:lnTo>
                  <a:lnTo>
                    <a:pt x="1247" y="8070"/>
                  </a:lnTo>
                  <a:lnTo>
                    <a:pt x="1027" y="7850"/>
                  </a:lnTo>
                  <a:lnTo>
                    <a:pt x="844" y="7593"/>
                  </a:lnTo>
                  <a:lnTo>
                    <a:pt x="697" y="7300"/>
                  </a:lnTo>
                  <a:lnTo>
                    <a:pt x="624" y="6970"/>
                  </a:lnTo>
                  <a:lnTo>
                    <a:pt x="550" y="6676"/>
                  </a:lnTo>
                  <a:lnTo>
                    <a:pt x="550" y="6346"/>
                  </a:lnTo>
                  <a:lnTo>
                    <a:pt x="550" y="6016"/>
                  </a:lnTo>
                  <a:lnTo>
                    <a:pt x="624" y="5502"/>
                  </a:lnTo>
                  <a:lnTo>
                    <a:pt x="734" y="4989"/>
                  </a:lnTo>
                  <a:lnTo>
                    <a:pt x="1064" y="3962"/>
                  </a:lnTo>
                  <a:close/>
                  <a:moveTo>
                    <a:pt x="6786" y="5429"/>
                  </a:moveTo>
                  <a:lnTo>
                    <a:pt x="6860" y="5649"/>
                  </a:lnTo>
                  <a:lnTo>
                    <a:pt x="6970" y="5832"/>
                  </a:lnTo>
                  <a:lnTo>
                    <a:pt x="7006" y="5906"/>
                  </a:lnTo>
                  <a:lnTo>
                    <a:pt x="7043" y="5979"/>
                  </a:lnTo>
                  <a:lnTo>
                    <a:pt x="7116" y="6016"/>
                  </a:lnTo>
                  <a:lnTo>
                    <a:pt x="7813" y="7006"/>
                  </a:lnTo>
                  <a:lnTo>
                    <a:pt x="8143" y="7520"/>
                  </a:lnTo>
                  <a:lnTo>
                    <a:pt x="8143" y="7667"/>
                  </a:lnTo>
                  <a:lnTo>
                    <a:pt x="8143" y="7740"/>
                  </a:lnTo>
                  <a:lnTo>
                    <a:pt x="8217" y="7813"/>
                  </a:lnTo>
                  <a:lnTo>
                    <a:pt x="8290" y="7850"/>
                  </a:lnTo>
                  <a:lnTo>
                    <a:pt x="8363" y="7850"/>
                  </a:lnTo>
                  <a:lnTo>
                    <a:pt x="8400" y="7813"/>
                  </a:lnTo>
                  <a:lnTo>
                    <a:pt x="8510" y="7887"/>
                  </a:lnTo>
                  <a:lnTo>
                    <a:pt x="8584" y="7923"/>
                  </a:lnTo>
                  <a:lnTo>
                    <a:pt x="8694" y="7960"/>
                  </a:lnTo>
                  <a:lnTo>
                    <a:pt x="8767" y="7923"/>
                  </a:lnTo>
                  <a:lnTo>
                    <a:pt x="8877" y="7997"/>
                  </a:lnTo>
                  <a:lnTo>
                    <a:pt x="8987" y="7997"/>
                  </a:lnTo>
                  <a:lnTo>
                    <a:pt x="9060" y="8033"/>
                  </a:lnTo>
                  <a:lnTo>
                    <a:pt x="9134" y="7997"/>
                  </a:lnTo>
                  <a:lnTo>
                    <a:pt x="9207" y="7923"/>
                  </a:lnTo>
                  <a:lnTo>
                    <a:pt x="9207" y="7813"/>
                  </a:lnTo>
                  <a:lnTo>
                    <a:pt x="9207" y="7740"/>
                  </a:lnTo>
                  <a:lnTo>
                    <a:pt x="9134" y="7667"/>
                  </a:lnTo>
                  <a:lnTo>
                    <a:pt x="9170" y="7557"/>
                  </a:lnTo>
                  <a:lnTo>
                    <a:pt x="9207" y="7483"/>
                  </a:lnTo>
                  <a:lnTo>
                    <a:pt x="9244" y="7410"/>
                  </a:lnTo>
                  <a:lnTo>
                    <a:pt x="9244" y="7373"/>
                  </a:lnTo>
                  <a:lnTo>
                    <a:pt x="9207" y="7300"/>
                  </a:lnTo>
                  <a:lnTo>
                    <a:pt x="9170" y="7263"/>
                  </a:lnTo>
                  <a:lnTo>
                    <a:pt x="9134" y="7226"/>
                  </a:lnTo>
                  <a:lnTo>
                    <a:pt x="8987" y="7226"/>
                  </a:lnTo>
                  <a:lnTo>
                    <a:pt x="8694" y="7336"/>
                  </a:lnTo>
                  <a:lnTo>
                    <a:pt x="8694" y="7300"/>
                  </a:lnTo>
                  <a:lnTo>
                    <a:pt x="8877" y="7153"/>
                  </a:lnTo>
                  <a:lnTo>
                    <a:pt x="9060" y="6970"/>
                  </a:lnTo>
                  <a:lnTo>
                    <a:pt x="9134" y="6860"/>
                  </a:lnTo>
                  <a:lnTo>
                    <a:pt x="9244" y="7043"/>
                  </a:lnTo>
                  <a:lnTo>
                    <a:pt x="9501" y="7446"/>
                  </a:lnTo>
                  <a:lnTo>
                    <a:pt x="9537" y="7593"/>
                  </a:lnTo>
                  <a:lnTo>
                    <a:pt x="9317" y="7887"/>
                  </a:lnTo>
                  <a:lnTo>
                    <a:pt x="9024" y="8143"/>
                  </a:lnTo>
                  <a:lnTo>
                    <a:pt x="8730" y="8364"/>
                  </a:lnTo>
                  <a:lnTo>
                    <a:pt x="8400" y="8547"/>
                  </a:lnTo>
                  <a:lnTo>
                    <a:pt x="8070" y="8657"/>
                  </a:lnTo>
                  <a:lnTo>
                    <a:pt x="7703" y="8694"/>
                  </a:lnTo>
                  <a:lnTo>
                    <a:pt x="7520" y="8694"/>
                  </a:lnTo>
                  <a:lnTo>
                    <a:pt x="7373" y="8657"/>
                  </a:lnTo>
                  <a:lnTo>
                    <a:pt x="7190" y="8620"/>
                  </a:lnTo>
                  <a:lnTo>
                    <a:pt x="7006" y="8547"/>
                  </a:lnTo>
                  <a:lnTo>
                    <a:pt x="6823" y="8437"/>
                  </a:lnTo>
                  <a:lnTo>
                    <a:pt x="6676" y="8290"/>
                  </a:lnTo>
                  <a:lnTo>
                    <a:pt x="6419" y="7997"/>
                  </a:lnTo>
                  <a:lnTo>
                    <a:pt x="6199" y="7667"/>
                  </a:lnTo>
                  <a:lnTo>
                    <a:pt x="6053" y="7300"/>
                  </a:lnTo>
                  <a:lnTo>
                    <a:pt x="6016" y="6896"/>
                  </a:lnTo>
                  <a:lnTo>
                    <a:pt x="6016" y="6676"/>
                  </a:lnTo>
                  <a:lnTo>
                    <a:pt x="6053" y="6493"/>
                  </a:lnTo>
                  <a:lnTo>
                    <a:pt x="6089" y="6309"/>
                  </a:lnTo>
                  <a:lnTo>
                    <a:pt x="6163" y="6126"/>
                  </a:lnTo>
                  <a:lnTo>
                    <a:pt x="6273" y="5943"/>
                  </a:lnTo>
                  <a:lnTo>
                    <a:pt x="6383" y="5759"/>
                  </a:lnTo>
                  <a:lnTo>
                    <a:pt x="6566" y="5576"/>
                  </a:lnTo>
                  <a:lnTo>
                    <a:pt x="6786" y="5429"/>
                  </a:lnTo>
                  <a:close/>
                  <a:moveTo>
                    <a:pt x="3852" y="0"/>
                  </a:moveTo>
                  <a:lnTo>
                    <a:pt x="3522" y="37"/>
                  </a:lnTo>
                  <a:lnTo>
                    <a:pt x="3191" y="110"/>
                  </a:lnTo>
                  <a:lnTo>
                    <a:pt x="2898" y="257"/>
                  </a:lnTo>
                  <a:lnTo>
                    <a:pt x="2604" y="440"/>
                  </a:lnTo>
                  <a:lnTo>
                    <a:pt x="2348" y="660"/>
                  </a:lnTo>
                  <a:lnTo>
                    <a:pt x="2091" y="660"/>
                  </a:lnTo>
                  <a:lnTo>
                    <a:pt x="1871" y="734"/>
                  </a:lnTo>
                  <a:lnTo>
                    <a:pt x="1687" y="880"/>
                  </a:lnTo>
                  <a:lnTo>
                    <a:pt x="1541" y="1064"/>
                  </a:lnTo>
                  <a:lnTo>
                    <a:pt x="1394" y="1284"/>
                  </a:lnTo>
                  <a:lnTo>
                    <a:pt x="1321" y="1504"/>
                  </a:lnTo>
                  <a:lnTo>
                    <a:pt x="1137" y="1944"/>
                  </a:lnTo>
                  <a:lnTo>
                    <a:pt x="660" y="3522"/>
                  </a:lnTo>
                  <a:lnTo>
                    <a:pt x="404" y="4292"/>
                  </a:lnTo>
                  <a:lnTo>
                    <a:pt x="183" y="5062"/>
                  </a:lnTo>
                  <a:lnTo>
                    <a:pt x="37" y="5759"/>
                  </a:lnTo>
                  <a:lnTo>
                    <a:pt x="0" y="6126"/>
                  </a:lnTo>
                  <a:lnTo>
                    <a:pt x="0" y="6456"/>
                  </a:lnTo>
                  <a:lnTo>
                    <a:pt x="0" y="6786"/>
                  </a:lnTo>
                  <a:lnTo>
                    <a:pt x="73" y="7153"/>
                  </a:lnTo>
                  <a:lnTo>
                    <a:pt x="183" y="7483"/>
                  </a:lnTo>
                  <a:lnTo>
                    <a:pt x="330" y="7813"/>
                  </a:lnTo>
                  <a:lnTo>
                    <a:pt x="477" y="8033"/>
                  </a:lnTo>
                  <a:lnTo>
                    <a:pt x="660" y="8253"/>
                  </a:lnTo>
                  <a:lnTo>
                    <a:pt x="880" y="8474"/>
                  </a:lnTo>
                  <a:lnTo>
                    <a:pt x="1101" y="8657"/>
                  </a:lnTo>
                  <a:lnTo>
                    <a:pt x="1357" y="8767"/>
                  </a:lnTo>
                  <a:lnTo>
                    <a:pt x="1651" y="8877"/>
                  </a:lnTo>
                  <a:lnTo>
                    <a:pt x="1908" y="8914"/>
                  </a:lnTo>
                  <a:lnTo>
                    <a:pt x="2201" y="8950"/>
                  </a:lnTo>
                  <a:lnTo>
                    <a:pt x="2458" y="8914"/>
                  </a:lnTo>
                  <a:lnTo>
                    <a:pt x="2678" y="8840"/>
                  </a:lnTo>
                  <a:lnTo>
                    <a:pt x="2898" y="8730"/>
                  </a:lnTo>
                  <a:lnTo>
                    <a:pt x="3081" y="8620"/>
                  </a:lnTo>
                  <a:lnTo>
                    <a:pt x="3448" y="8290"/>
                  </a:lnTo>
                  <a:lnTo>
                    <a:pt x="3778" y="7923"/>
                  </a:lnTo>
                  <a:lnTo>
                    <a:pt x="3815" y="7960"/>
                  </a:lnTo>
                  <a:lnTo>
                    <a:pt x="3925" y="7960"/>
                  </a:lnTo>
                  <a:lnTo>
                    <a:pt x="4035" y="7887"/>
                  </a:lnTo>
                  <a:lnTo>
                    <a:pt x="4108" y="7813"/>
                  </a:lnTo>
                  <a:lnTo>
                    <a:pt x="4108" y="7740"/>
                  </a:lnTo>
                  <a:lnTo>
                    <a:pt x="4072" y="7593"/>
                  </a:lnTo>
                  <a:lnTo>
                    <a:pt x="4182" y="7446"/>
                  </a:lnTo>
                  <a:lnTo>
                    <a:pt x="4512" y="6896"/>
                  </a:lnTo>
                  <a:lnTo>
                    <a:pt x="4769" y="6309"/>
                  </a:lnTo>
                  <a:lnTo>
                    <a:pt x="5025" y="5722"/>
                  </a:lnTo>
                  <a:lnTo>
                    <a:pt x="5209" y="5099"/>
                  </a:lnTo>
                  <a:lnTo>
                    <a:pt x="5246" y="5062"/>
                  </a:lnTo>
                  <a:lnTo>
                    <a:pt x="5282" y="4989"/>
                  </a:lnTo>
                  <a:lnTo>
                    <a:pt x="5282" y="4915"/>
                  </a:lnTo>
                  <a:lnTo>
                    <a:pt x="5466" y="4292"/>
                  </a:lnTo>
                  <a:lnTo>
                    <a:pt x="5612" y="3632"/>
                  </a:lnTo>
                  <a:lnTo>
                    <a:pt x="5722" y="2971"/>
                  </a:lnTo>
                  <a:lnTo>
                    <a:pt x="5796" y="2311"/>
                  </a:lnTo>
                  <a:lnTo>
                    <a:pt x="5832" y="1981"/>
                  </a:lnTo>
                  <a:lnTo>
                    <a:pt x="5796" y="1651"/>
                  </a:lnTo>
                  <a:lnTo>
                    <a:pt x="5759" y="1357"/>
                  </a:lnTo>
                  <a:lnTo>
                    <a:pt x="5649" y="1064"/>
                  </a:lnTo>
                  <a:lnTo>
                    <a:pt x="5539" y="807"/>
                  </a:lnTo>
                  <a:lnTo>
                    <a:pt x="5356" y="587"/>
                  </a:lnTo>
                  <a:lnTo>
                    <a:pt x="5099" y="367"/>
                  </a:lnTo>
                  <a:lnTo>
                    <a:pt x="4842" y="184"/>
                  </a:lnTo>
                  <a:lnTo>
                    <a:pt x="4512" y="73"/>
                  </a:lnTo>
                  <a:lnTo>
                    <a:pt x="4182" y="0"/>
                  </a:lnTo>
                  <a:close/>
                  <a:moveTo>
                    <a:pt x="8730" y="3962"/>
                  </a:moveTo>
                  <a:lnTo>
                    <a:pt x="8584" y="4072"/>
                  </a:lnTo>
                  <a:lnTo>
                    <a:pt x="8437" y="4182"/>
                  </a:lnTo>
                  <a:lnTo>
                    <a:pt x="8327" y="4329"/>
                  </a:lnTo>
                  <a:lnTo>
                    <a:pt x="7887" y="4439"/>
                  </a:lnTo>
                  <a:lnTo>
                    <a:pt x="7336" y="4585"/>
                  </a:lnTo>
                  <a:lnTo>
                    <a:pt x="6786" y="4842"/>
                  </a:lnTo>
                  <a:lnTo>
                    <a:pt x="6566" y="4989"/>
                  </a:lnTo>
                  <a:lnTo>
                    <a:pt x="6309" y="5172"/>
                  </a:lnTo>
                  <a:lnTo>
                    <a:pt x="6089" y="5356"/>
                  </a:lnTo>
                  <a:lnTo>
                    <a:pt x="5906" y="5576"/>
                  </a:lnTo>
                  <a:lnTo>
                    <a:pt x="5759" y="5796"/>
                  </a:lnTo>
                  <a:lnTo>
                    <a:pt x="5612" y="6053"/>
                  </a:lnTo>
                  <a:lnTo>
                    <a:pt x="5539" y="6309"/>
                  </a:lnTo>
                  <a:lnTo>
                    <a:pt x="5502" y="6603"/>
                  </a:lnTo>
                  <a:lnTo>
                    <a:pt x="5466" y="6860"/>
                  </a:lnTo>
                  <a:lnTo>
                    <a:pt x="5502" y="7116"/>
                  </a:lnTo>
                  <a:lnTo>
                    <a:pt x="5539" y="7373"/>
                  </a:lnTo>
                  <a:lnTo>
                    <a:pt x="5612" y="7630"/>
                  </a:lnTo>
                  <a:lnTo>
                    <a:pt x="5722" y="7887"/>
                  </a:lnTo>
                  <a:lnTo>
                    <a:pt x="5869" y="8107"/>
                  </a:lnTo>
                  <a:lnTo>
                    <a:pt x="6016" y="8327"/>
                  </a:lnTo>
                  <a:lnTo>
                    <a:pt x="6199" y="8547"/>
                  </a:lnTo>
                  <a:lnTo>
                    <a:pt x="6419" y="8730"/>
                  </a:lnTo>
                  <a:lnTo>
                    <a:pt x="6639" y="8914"/>
                  </a:lnTo>
                  <a:lnTo>
                    <a:pt x="6860" y="9060"/>
                  </a:lnTo>
                  <a:lnTo>
                    <a:pt x="7116" y="9170"/>
                  </a:lnTo>
                  <a:lnTo>
                    <a:pt x="7410" y="9244"/>
                  </a:lnTo>
                  <a:lnTo>
                    <a:pt x="7703" y="9281"/>
                  </a:lnTo>
                  <a:lnTo>
                    <a:pt x="8033" y="9244"/>
                  </a:lnTo>
                  <a:lnTo>
                    <a:pt x="8327" y="9170"/>
                  </a:lnTo>
                  <a:lnTo>
                    <a:pt x="8620" y="9024"/>
                  </a:lnTo>
                  <a:lnTo>
                    <a:pt x="8877" y="8877"/>
                  </a:lnTo>
                  <a:lnTo>
                    <a:pt x="9391" y="8547"/>
                  </a:lnTo>
                  <a:lnTo>
                    <a:pt x="9611" y="8364"/>
                  </a:lnTo>
                  <a:lnTo>
                    <a:pt x="9794" y="8143"/>
                  </a:lnTo>
                  <a:lnTo>
                    <a:pt x="9977" y="7923"/>
                  </a:lnTo>
                  <a:lnTo>
                    <a:pt x="10161" y="7703"/>
                  </a:lnTo>
                  <a:lnTo>
                    <a:pt x="10418" y="7190"/>
                  </a:lnTo>
                  <a:lnTo>
                    <a:pt x="10638" y="6676"/>
                  </a:lnTo>
                  <a:lnTo>
                    <a:pt x="10711" y="6346"/>
                  </a:lnTo>
                  <a:lnTo>
                    <a:pt x="10748" y="6053"/>
                  </a:lnTo>
                  <a:lnTo>
                    <a:pt x="10748" y="5722"/>
                  </a:lnTo>
                  <a:lnTo>
                    <a:pt x="10711" y="5466"/>
                  </a:lnTo>
                  <a:lnTo>
                    <a:pt x="10601" y="5172"/>
                  </a:lnTo>
                  <a:lnTo>
                    <a:pt x="10454" y="4915"/>
                  </a:lnTo>
                  <a:lnTo>
                    <a:pt x="10271" y="4659"/>
                  </a:lnTo>
                  <a:lnTo>
                    <a:pt x="10051" y="4439"/>
                  </a:lnTo>
                  <a:lnTo>
                    <a:pt x="9794" y="4255"/>
                  </a:lnTo>
                  <a:lnTo>
                    <a:pt x="9537" y="4108"/>
                  </a:lnTo>
                  <a:lnTo>
                    <a:pt x="9244" y="3998"/>
                  </a:lnTo>
                  <a:lnTo>
                    <a:pt x="8950" y="396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6"/>
            <p:cNvSpPr/>
            <p:nvPr/>
          </p:nvSpPr>
          <p:spPr>
            <a:xfrm>
              <a:off x="6385050" y="4208725"/>
              <a:ext cx="422775" cy="298975"/>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6"/>
            <p:cNvSpPr/>
            <p:nvPr/>
          </p:nvSpPr>
          <p:spPr>
            <a:xfrm>
              <a:off x="7121425" y="2437925"/>
              <a:ext cx="246700" cy="315500"/>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6"/>
            <p:cNvSpPr/>
            <p:nvPr/>
          </p:nvSpPr>
          <p:spPr>
            <a:xfrm>
              <a:off x="6062250" y="3853825"/>
              <a:ext cx="332900" cy="376025"/>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6"/>
            <p:cNvSpPr/>
            <p:nvPr/>
          </p:nvSpPr>
          <p:spPr>
            <a:xfrm>
              <a:off x="6023725" y="3167900"/>
              <a:ext cx="340250" cy="227450"/>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6"/>
            <p:cNvSpPr/>
            <p:nvPr/>
          </p:nvSpPr>
          <p:spPr>
            <a:xfrm>
              <a:off x="7109500" y="3449425"/>
              <a:ext cx="154100" cy="165100"/>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59" name="Google Shape;359;p6"/>
          <p:cNvCxnSpPr/>
          <p:nvPr/>
        </p:nvCxnSpPr>
        <p:spPr>
          <a:xfrm>
            <a:off x="850475" y="1031425"/>
            <a:ext cx="6037800" cy="0"/>
          </a:xfrm>
          <a:prstGeom prst="straightConnector1">
            <a:avLst/>
          </a:prstGeom>
          <a:noFill/>
          <a:ln w="19050" cap="rnd" cmpd="sng">
            <a:solidFill>
              <a:srgbClr val="A4C2F4"/>
            </a:solidFill>
            <a:prstDash val="dash"/>
            <a:round/>
            <a:headEnd type="none" w="med" len="med"/>
            <a:tailEnd type="none" w="med" len="med"/>
          </a:ln>
        </p:spPr>
      </p:cxnSp>
      <p:sp>
        <p:nvSpPr>
          <p:cNvPr id="360" name="Google Shape;360;p6"/>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76"/>
        <p:cNvGrpSpPr/>
        <p:nvPr/>
      </p:nvGrpSpPr>
      <p:grpSpPr>
        <a:xfrm>
          <a:off x="0" y="0"/>
          <a:ext cx="0" cy="0"/>
          <a:chOff x="0" y="0"/>
          <a:chExt cx="0" cy="0"/>
        </a:xfrm>
      </p:grpSpPr>
      <p:sp>
        <p:nvSpPr>
          <p:cNvPr id="477" name="Google Shape;477;p10"/>
          <p:cNvSpPr/>
          <p:nvPr/>
        </p:nvSpPr>
        <p:spPr>
          <a:xfrm>
            <a:off x="7302880" y="-294362"/>
            <a:ext cx="450550" cy="558734"/>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78" name="Google Shape;478;p10"/>
          <p:cNvSpPr/>
          <p:nvPr/>
        </p:nvSpPr>
        <p:spPr>
          <a:xfrm>
            <a:off x="-35374" y="3366963"/>
            <a:ext cx="443260" cy="504670"/>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79" name="Google Shape;479;p10"/>
          <p:cNvSpPr/>
          <p:nvPr/>
        </p:nvSpPr>
        <p:spPr>
          <a:xfrm>
            <a:off x="8817948" y="3439661"/>
            <a:ext cx="414157" cy="507762"/>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0" name="Google Shape;480;p10"/>
          <p:cNvSpPr/>
          <p:nvPr/>
        </p:nvSpPr>
        <p:spPr>
          <a:xfrm>
            <a:off x="8742973" y="4166677"/>
            <a:ext cx="495281" cy="340238"/>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1" name="Google Shape;481;p10"/>
          <p:cNvSpPr/>
          <p:nvPr/>
        </p:nvSpPr>
        <p:spPr>
          <a:xfrm>
            <a:off x="8360955" y="4506916"/>
            <a:ext cx="372518" cy="384998"/>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2" name="Google Shape;482;p10"/>
          <p:cNvSpPr/>
          <p:nvPr/>
        </p:nvSpPr>
        <p:spPr>
          <a:xfrm>
            <a:off x="-77078" y="1488018"/>
            <a:ext cx="339602" cy="400617"/>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3" name="Google Shape;483;p10"/>
          <p:cNvSpPr/>
          <p:nvPr/>
        </p:nvSpPr>
        <p:spPr>
          <a:xfrm>
            <a:off x="8052572" y="4825260"/>
            <a:ext cx="589992" cy="414129"/>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4" name="Google Shape;484;p10"/>
          <p:cNvSpPr/>
          <p:nvPr/>
        </p:nvSpPr>
        <p:spPr>
          <a:xfrm>
            <a:off x="8052577" y="4132327"/>
            <a:ext cx="388118" cy="408938"/>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5" name="Google Shape;485;p10"/>
          <p:cNvSpPr/>
          <p:nvPr/>
        </p:nvSpPr>
        <p:spPr>
          <a:xfrm>
            <a:off x="7430898" y="4873171"/>
            <a:ext cx="297606" cy="211234"/>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6" name="Google Shape;486;p10"/>
          <p:cNvSpPr/>
          <p:nvPr/>
        </p:nvSpPr>
        <p:spPr>
          <a:xfrm>
            <a:off x="8749725" y="4950125"/>
            <a:ext cx="288245" cy="184202"/>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7" name="Google Shape;487;p10"/>
          <p:cNvSpPr/>
          <p:nvPr/>
        </p:nvSpPr>
        <p:spPr>
          <a:xfrm>
            <a:off x="8522444" y="4000279"/>
            <a:ext cx="306966" cy="385027"/>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8" name="Google Shape;488;p10"/>
          <p:cNvSpPr/>
          <p:nvPr/>
        </p:nvSpPr>
        <p:spPr>
          <a:xfrm>
            <a:off x="8829403" y="4583868"/>
            <a:ext cx="391238" cy="28929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9" name="Google Shape;489;p10"/>
          <p:cNvSpPr/>
          <p:nvPr/>
        </p:nvSpPr>
        <p:spPr>
          <a:xfrm>
            <a:off x="8963979" y="1338718"/>
            <a:ext cx="180033" cy="373539"/>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0" name="Google Shape;490;p10"/>
          <p:cNvSpPr/>
          <p:nvPr/>
        </p:nvSpPr>
        <p:spPr>
          <a:xfrm rot="-2426120">
            <a:off x="7110132" y="4877011"/>
            <a:ext cx="279910" cy="357971"/>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1" name="Google Shape;491;p10"/>
          <p:cNvSpPr/>
          <p:nvPr/>
        </p:nvSpPr>
        <p:spPr>
          <a:xfrm>
            <a:off x="7659648" y="4370196"/>
            <a:ext cx="377708" cy="426638"/>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2" name="Google Shape;492;p10"/>
          <p:cNvSpPr/>
          <p:nvPr/>
        </p:nvSpPr>
        <p:spPr>
          <a:xfrm>
            <a:off x="8797588" y="3078732"/>
            <a:ext cx="386048" cy="258065"/>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3" name="Google Shape;493;p10"/>
          <p:cNvSpPr/>
          <p:nvPr/>
        </p:nvSpPr>
        <p:spPr>
          <a:xfrm>
            <a:off x="7782420" y="4885132"/>
            <a:ext cx="174842" cy="187322"/>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4" name="Google Shape;494;p10"/>
          <p:cNvSpPr/>
          <p:nvPr/>
        </p:nvSpPr>
        <p:spPr>
          <a:xfrm>
            <a:off x="346877" y="608615"/>
            <a:ext cx="210213" cy="458889"/>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5" name="Google Shape;495;p10"/>
          <p:cNvSpPr/>
          <p:nvPr/>
        </p:nvSpPr>
        <p:spPr>
          <a:xfrm>
            <a:off x="645010" y="355961"/>
            <a:ext cx="414157" cy="507762"/>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6" name="Google Shape;496;p10"/>
          <p:cNvSpPr/>
          <p:nvPr/>
        </p:nvSpPr>
        <p:spPr>
          <a:xfrm>
            <a:off x="8318810" y="-29822"/>
            <a:ext cx="456818" cy="425588"/>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7" name="Google Shape;497;p10"/>
          <p:cNvSpPr/>
          <p:nvPr/>
        </p:nvSpPr>
        <p:spPr>
          <a:xfrm>
            <a:off x="-8" y="1013366"/>
            <a:ext cx="372518" cy="384998"/>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8" name="Google Shape;498;p10"/>
          <p:cNvSpPr/>
          <p:nvPr/>
        </p:nvSpPr>
        <p:spPr>
          <a:xfrm>
            <a:off x="8699356" y="179112"/>
            <a:ext cx="521292" cy="538992"/>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9" name="Google Shape;499;p10"/>
          <p:cNvSpPr/>
          <p:nvPr/>
        </p:nvSpPr>
        <p:spPr>
          <a:xfrm>
            <a:off x="700454" y="4557600"/>
            <a:ext cx="504670" cy="400627"/>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0" name="Google Shape;500;p10"/>
          <p:cNvSpPr/>
          <p:nvPr/>
        </p:nvSpPr>
        <p:spPr>
          <a:xfrm>
            <a:off x="258967" y="-86251"/>
            <a:ext cx="470320" cy="442210"/>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1" name="Google Shape;501;p10"/>
          <p:cNvSpPr/>
          <p:nvPr/>
        </p:nvSpPr>
        <p:spPr>
          <a:xfrm>
            <a:off x="-35016" y="4075593"/>
            <a:ext cx="339602" cy="400617"/>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2" name="Google Shape;502;p10"/>
          <p:cNvSpPr/>
          <p:nvPr/>
        </p:nvSpPr>
        <p:spPr>
          <a:xfrm>
            <a:off x="721258" y="4998019"/>
            <a:ext cx="463059" cy="177962"/>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3" name="Google Shape;503;p10"/>
          <p:cNvSpPr/>
          <p:nvPr/>
        </p:nvSpPr>
        <p:spPr>
          <a:xfrm>
            <a:off x="-243128" y="54210"/>
            <a:ext cx="589992" cy="414129"/>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4" name="Google Shape;504;p10"/>
          <p:cNvSpPr/>
          <p:nvPr/>
        </p:nvSpPr>
        <p:spPr>
          <a:xfrm>
            <a:off x="7842052" y="-100873"/>
            <a:ext cx="388118" cy="408938"/>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5" name="Google Shape;505;p10"/>
          <p:cNvSpPr/>
          <p:nvPr/>
        </p:nvSpPr>
        <p:spPr>
          <a:xfrm>
            <a:off x="-38626" y="579046"/>
            <a:ext cx="297606" cy="211234"/>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6" name="Google Shape;506;p10"/>
          <p:cNvSpPr/>
          <p:nvPr/>
        </p:nvSpPr>
        <p:spPr>
          <a:xfrm>
            <a:off x="1403775" y="11500"/>
            <a:ext cx="288245" cy="184202"/>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7" name="Google Shape;507;p10"/>
          <p:cNvSpPr/>
          <p:nvPr/>
        </p:nvSpPr>
        <p:spPr>
          <a:xfrm>
            <a:off x="955990" y="-57166"/>
            <a:ext cx="323616" cy="321546"/>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8" name="Google Shape;508;p10"/>
          <p:cNvSpPr/>
          <p:nvPr/>
        </p:nvSpPr>
        <p:spPr>
          <a:xfrm>
            <a:off x="1333294" y="4678454"/>
            <a:ext cx="306966" cy="385027"/>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9" name="Google Shape;509;p10"/>
          <p:cNvSpPr/>
          <p:nvPr/>
        </p:nvSpPr>
        <p:spPr>
          <a:xfrm>
            <a:off x="91624" y="4552927"/>
            <a:ext cx="416228" cy="409988"/>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0" name="Google Shape;510;p10"/>
          <p:cNvSpPr/>
          <p:nvPr/>
        </p:nvSpPr>
        <p:spPr>
          <a:xfrm>
            <a:off x="1525678" y="4911343"/>
            <a:ext cx="391238" cy="28929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1" name="Google Shape;511;p10"/>
          <p:cNvSpPr/>
          <p:nvPr/>
        </p:nvSpPr>
        <p:spPr>
          <a:xfrm>
            <a:off x="2704" y="4900231"/>
            <a:ext cx="180033" cy="373539"/>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2" name="Google Shape;512;p10"/>
          <p:cNvSpPr/>
          <p:nvPr/>
        </p:nvSpPr>
        <p:spPr>
          <a:xfrm rot="1920548">
            <a:off x="8225551" y="625274"/>
            <a:ext cx="501522" cy="425557"/>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3" name="Google Shape;513;p10"/>
          <p:cNvSpPr/>
          <p:nvPr/>
        </p:nvSpPr>
        <p:spPr>
          <a:xfrm>
            <a:off x="346867" y="4064142"/>
            <a:ext cx="479681" cy="339217"/>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4" name="Google Shape;514;p10"/>
          <p:cNvSpPr/>
          <p:nvPr/>
        </p:nvSpPr>
        <p:spPr>
          <a:xfrm rot="-5400000">
            <a:off x="7996280" y="316930"/>
            <a:ext cx="279906" cy="357966"/>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5" name="Google Shape;515;p10"/>
          <p:cNvSpPr/>
          <p:nvPr/>
        </p:nvSpPr>
        <p:spPr>
          <a:xfrm>
            <a:off x="8801760" y="790271"/>
            <a:ext cx="377708" cy="426638"/>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6" name="Google Shape;516;p10"/>
          <p:cNvSpPr/>
          <p:nvPr/>
        </p:nvSpPr>
        <p:spPr>
          <a:xfrm>
            <a:off x="258963" y="4957957"/>
            <a:ext cx="386048" cy="258065"/>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7" name="Google Shape;517;p10"/>
          <p:cNvSpPr/>
          <p:nvPr/>
        </p:nvSpPr>
        <p:spPr>
          <a:xfrm>
            <a:off x="8699345" y="1151407"/>
            <a:ext cx="174842" cy="187322"/>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8" name="Google Shape;518;p10"/>
          <p:cNvSpPr txBox="1">
            <a:spLocks noGrp="1"/>
          </p:cNvSpPr>
          <p:nvPr>
            <p:ph type="sldNum" idx="12"/>
          </p:nvPr>
        </p:nvSpPr>
        <p:spPr>
          <a:xfrm>
            <a:off x="4297650" y="4853299"/>
            <a:ext cx="548700" cy="290100"/>
          </a:xfrm>
          <a:prstGeom prst="rect">
            <a:avLst/>
          </a:prstGeom>
        </p:spPr>
        <p:txBody>
          <a:bodyPr spcFirstLastPara="1" wrap="square" lIns="91425" tIns="91425" rIns="91425" bIns="91425" anchor="ctr" anchorCtr="0">
            <a:noAutofit/>
          </a:bodyPr>
          <a:lstStyle>
            <a:lvl1pPr lvl="0" algn="ctr" rtl="0">
              <a:buNone/>
              <a:defRPr/>
            </a:lvl1pPr>
            <a:lvl2pPr lvl="1" algn="ctr" rtl="0">
              <a:buNone/>
              <a:defRPr/>
            </a:lvl2pPr>
            <a:lvl3pPr lvl="2" algn="ctr" rtl="0">
              <a:buNone/>
              <a:defRPr/>
            </a:lvl3pPr>
            <a:lvl4pPr lvl="3" algn="ctr" rtl="0">
              <a:buNone/>
              <a:defRPr/>
            </a:lvl4pPr>
            <a:lvl5pPr lvl="4" algn="ctr" rtl="0">
              <a:buNone/>
              <a:defRPr/>
            </a:lvl5pPr>
            <a:lvl6pPr lvl="5" algn="ctr" rtl="0">
              <a:buNone/>
              <a:defRPr/>
            </a:lvl6pPr>
            <a:lvl7pPr lvl="6" algn="ctr" rtl="0">
              <a:buNone/>
              <a:defRPr/>
            </a:lvl7pPr>
            <a:lvl8pPr lvl="7" algn="ctr" rtl="0">
              <a:buNone/>
              <a:defRPr/>
            </a:lvl8pPr>
            <a:lvl9pPr lvl="8" algn="ctr"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letely blank">
  <p:cSld name="BLANK_1">
    <p:spTree>
      <p:nvGrpSpPr>
        <p:cNvPr id="1" name="Shape 519"/>
        <p:cNvGrpSpPr/>
        <p:nvPr/>
      </p:nvGrpSpPr>
      <p:grpSpPr>
        <a:xfrm>
          <a:off x="0" y="0"/>
          <a:ext cx="0" cy="0"/>
          <a:chOff x="0" y="0"/>
          <a:chExt cx="0" cy="0"/>
        </a:xfrm>
      </p:grpSpPr>
      <p:sp>
        <p:nvSpPr>
          <p:cNvPr id="520" name="Google Shape;520;p11"/>
          <p:cNvSpPr txBox="1">
            <a:spLocks noGrp="1"/>
          </p:cNvSpPr>
          <p:nvPr>
            <p:ph type="sldNum" idx="12"/>
          </p:nvPr>
        </p:nvSpPr>
        <p:spPr>
          <a:xfrm>
            <a:off x="4297650" y="4853299"/>
            <a:ext cx="548700" cy="290100"/>
          </a:xfrm>
          <a:prstGeom prst="rect">
            <a:avLst/>
          </a:prstGeom>
        </p:spPr>
        <p:txBody>
          <a:bodyPr spcFirstLastPara="1" wrap="square" lIns="91425" tIns="91425" rIns="91425" bIns="91425" anchor="ctr" anchorCtr="0">
            <a:noAutofit/>
          </a:bodyPr>
          <a:lstStyle>
            <a:lvl1pPr lvl="0" algn="ctr" rtl="0">
              <a:buNone/>
              <a:defRPr/>
            </a:lvl1pPr>
            <a:lvl2pPr lvl="1" algn="ctr" rtl="0">
              <a:buNone/>
              <a:defRPr/>
            </a:lvl2pPr>
            <a:lvl3pPr lvl="2" algn="ctr" rtl="0">
              <a:buNone/>
              <a:defRPr/>
            </a:lvl3pPr>
            <a:lvl4pPr lvl="3" algn="ctr" rtl="0">
              <a:buNone/>
              <a:defRPr/>
            </a:lvl4pPr>
            <a:lvl5pPr lvl="4" algn="ctr" rtl="0">
              <a:buNone/>
              <a:defRPr/>
            </a:lvl5pPr>
            <a:lvl6pPr lvl="5" algn="ctr" rtl="0">
              <a:buNone/>
              <a:defRPr/>
            </a:lvl6pPr>
            <a:lvl7pPr lvl="6" algn="ctr" rtl="0">
              <a:buNone/>
              <a:defRPr/>
            </a:lvl7pPr>
            <a:lvl8pPr lvl="7" algn="ctr" rtl="0">
              <a:buNone/>
              <a:defRPr/>
            </a:lvl8pPr>
            <a:lvl9pPr lvl="8" algn="ctr"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grpSp>
        <p:nvGrpSpPr>
          <p:cNvPr id="6" name="Google Shape;6;p1"/>
          <p:cNvGrpSpPr/>
          <p:nvPr/>
        </p:nvGrpSpPr>
        <p:grpSpPr>
          <a:xfrm>
            <a:off x="-6" y="-23"/>
            <a:ext cx="9143797" cy="5143378"/>
            <a:chOff x="239950" y="872550"/>
            <a:chExt cx="7042900" cy="3961625"/>
          </a:xfrm>
        </p:grpSpPr>
        <p:sp>
          <p:nvSpPr>
            <p:cNvPr id="7" name="Google Shape;7;p1"/>
            <p:cNvSpPr/>
            <p:nvPr/>
          </p:nvSpPr>
          <p:spPr>
            <a:xfrm>
              <a:off x="239950" y="872550"/>
              <a:ext cx="7042900" cy="3961625"/>
            </a:xfrm>
            <a:custGeom>
              <a:avLst/>
              <a:gdLst/>
              <a:ahLst/>
              <a:cxnLst/>
              <a:rect l="l" t="t" r="r" b="b"/>
              <a:pathLst>
                <a:path w="281716" h="158465" fill="none" extrusionOk="0">
                  <a:moveTo>
                    <a:pt x="0" y="0"/>
                  </a:moveTo>
                  <a:lnTo>
                    <a:pt x="281715" y="0"/>
                  </a:lnTo>
                  <a:lnTo>
                    <a:pt x="281715" y="158464"/>
                  </a:lnTo>
                  <a:lnTo>
                    <a:pt x="0" y="158464"/>
                  </a:lnTo>
                  <a:lnTo>
                    <a:pt x="0" y="0"/>
                  </a:lnTo>
                  <a:close/>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1"/>
            <p:cNvSpPr/>
            <p:nvPr/>
          </p:nvSpPr>
          <p:spPr>
            <a:xfrm>
              <a:off x="239950" y="476170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p1"/>
            <p:cNvSpPr/>
            <p:nvPr/>
          </p:nvSpPr>
          <p:spPr>
            <a:xfrm>
              <a:off x="239950" y="46901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1"/>
            <p:cNvSpPr/>
            <p:nvPr/>
          </p:nvSpPr>
          <p:spPr>
            <a:xfrm>
              <a:off x="239950" y="461772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
            <p:cNvSpPr/>
            <p:nvPr/>
          </p:nvSpPr>
          <p:spPr>
            <a:xfrm>
              <a:off x="239950" y="45462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
            <p:cNvSpPr/>
            <p:nvPr/>
          </p:nvSpPr>
          <p:spPr>
            <a:xfrm>
              <a:off x="239950" y="447375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1"/>
            <p:cNvSpPr/>
            <p:nvPr/>
          </p:nvSpPr>
          <p:spPr>
            <a:xfrm>
              <a:off x="239950" y="44022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1"/>
            <p:cNvSpPr/>
            <p:nvPr/>
          </p:nvSpPr>
          <p:spPr>
            <a:xfrm>
              <a:off x="239950" y="432977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1"/>
            <p:cNvSpPr/>
            <p:nvPr/>
          </p:nvSpPr>
          <p:spPr>
            <a:xfrm>
              <a:off x="239950" y="42582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
            <p:cNvSpPr/>
            <p:nvPr/>
          </p:nvSpPr>
          <p:spPr>
            <a:xfrm>
              <a:off x="239950" y="418580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1"/>
            <p:cNvSpPr/>
            <p:nvPr/>
          </p:nvSpPr>
          <p:spPr>
            <a:xfrm>
              <a:off x="239950" y="41142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1"/>
            <p:cNvSpPr/>
            <p:nvPr/>
          </p:nvSpPr>
          <p:spPr>
            <a:xfrm>
              <a:off x="239950" y="404182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1"/>
            <p:cNvSpPr/>
            <p:nvPr/>
          </p:nvSpPr>
          <p:spPr>
            <a:xfrm>
              <a:off x="239950" y="396937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1"/>
            <p:cNvSpPr/>
            <p:nvPr/>
          </p:nvSpPr>
          <p:spPr>
            <a:xfrm>
              <a:off x="239950" y="389785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1"/>
            <p:cNvSpPr/>
            <p:nvPr/>
          </p:nvSpPr>
          <p:spPr>
            <a:xfrm>
              <a:off x="239950" y="382540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1"/>
            <p:cNvSpPr/>
            <p:nvPr/>
          </p:nvSpPr>
          <p:spPr>
            <a:xfrm>
              <a:off x="239950" y="375387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1"/>
            <p:cNvSpPr/>
            <p:nvPr/>
          </p:nvSpPr>
          <p:spPr>
            <a:xfrm>
              <a:off x="239950" y="368142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1"/>
            <p:cNvSpPr/>
            <p:nvPr/>
          </p:nvSpPr>
          <p:spPr>
            <a:xfrm>
              <a:off x="239950" y="360990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1"/>
            <p:cNvSpPr/>
            <p:nvPr/>
          </p:nvSpPr>
          <p:spPr>
            <a:xfrm>
              <a:off x="239950" y="353745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1"/>
            <p:cNvSpPr/>
            <p:nvPr/>
          </p:nvSpPr>
          <p:spPr>
            <a:xfrm>
              <a:off x="239950" y="346592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1"/>
            <p:cNvSpPr/>
            <p:nvPr/>
          </p:nvSpPr>
          <p:spPr>
            <a:xfrm>
              <a:off x="239950" y="339347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1"/>
            <p:cNvSpPr/>
            <p:nvPr/>
          </p:nvSpPr>
          <p:spPr>
            <a:xfrm>
              <a:off x="239950" y="332195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1"/>
            <p:cNvSpPr/>
            <p:nvPr/>
          </p:nvSpPr>
          <p:spPr>
            <a:xfrm>
              <a:off x="239950" y="324950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1"/>
            <p:cNvSpPr/>
            <p:nvPr/>
          </p:nvSpPr>
          <p:spPr>
            <a:xfrm>
              <a:off x="239950" y="317705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1"/>
            <p:cNvSpPr/>
            <p:nvPr/>
          </p:nvSpPr>
          <p:spPr>
            <a:xfrm>
              <a:off x="239950" y="310552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1"/>
            <p:cNvSpPr/>
            <p:nvPr/>
          </p:nvSpPr>
          <p:spPr>
            <a:xfrm>
              <a:off x="239950" y="3033100"/>
              <a:ext cx="7042900" cy="0"/>
            </a:xfrm>
            <a:custGeom>
              <a:avLst/>
              <a:gdLst/>
              <a:ahLst/>
              <a:cxnLst/>
              <a:rect l="l" t="t" r="r" b="b"/>
              <a:pathLst>
                <a:path w="281716"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1"/>
            <p:cNvSpPr/>
            <p:nvPr/>
          </p:nvSpPr>
          <p:spPr>
            <a:xfrm>
              <a:off x="239950" y="296155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1"/>
            <p:cNvSpPr/>
            <p:nvPr/>
          </p:nvSpPr>
          <p:spPr>
            <a:xfrm>
              <a:off x="239950" y="28891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1"/>
            <p:cNvSpPr/>
            <p:nvPr/>
          </p:nvSpPr>
          <p:spPr>
            <a:xfrm>
              <a:off x="239950" y="281757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1"/>
            <p:cNvSpPr/>
            <p:nvPr/>
          </p:nvSpPr>
          <p:spPr>
            <a:xfrm>
              <a:off x="239950" y="27451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1"/>
            <p:cNvSpPr/>
            <p:nvPr/>
          </p:nvSpPr>
          <p:spPr>
            <a:xfrm>
              <a:off x="239950" y="267360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1"/>
            <p:cNvSpPr/>
            <p:nvPr/>
          </p:nvSpPr>
          <p:spPr>
            <a:xfrm>
              <a:off x="239950" y="26011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1"/>
            <p:cNvSpPr/>
            <p:nvPr/>
          </p:nvSpPr>
          <p:spPr>
            <a:xfrm>
              <a:off x="239950" y="252962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1"/>
            <p:cNvSpPr/>
            <p:nvPr/>
          </p:nvSpPr>
          <p:spPr>
            <a:xfrm>
              <a:off x="239950" y="24572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1"/>
            <p:cNvSpPr/>
            <p:nvPr/>
          </p:nvSpPr>
          <p:spPr>
            <a:xfrm>
              <a:off x="239950" y="23847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1"/>
            <p:cNvSpPr/>
            <p:nvPr/>
          </p:nvSpPr>
          <p:spPr>
            <a:xfrm>
              <a:off x="239950" y="23132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1"/>
            <p:cNvSpPr/>
            <p:nvPr/>
          </p:nvSpPr>
          <p:spPr>
            <a:xfrm>
              <a:off x="239950" y="22407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1"/>
            <p:cNvSpPr/>
            <p:nvPr/>
          </p:nvSpPr>
          <p:spPr>
            <a:xfrm>
              <a:off x="239950" y="21692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1"/>
            <p:cNvSpPr/>
            <p:nvPr/>
          </p:nvSpPr>
          <p:spPr>
            <a:xfrm>
              <a:off x="239950" y="20968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1"/>
            <p:cNvSpPr/>
            <p:nvPr/>
          </p:nvSpPr>
          <p:spPr>
            <a:xfrm>
              <a:off x="239950" y="20252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1"/>
            <p:cNvSpPr/>
            <p:nvPr/>
          </p:nvSpPr>
          <p:spPr>
            <a:xfrm>
              <a:off x="239950" y="19528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1"/>
            <p:cNvSpPr/>
            <p:nvPr/>
          </p:nvSpPr>
          <p:spPr>
            <a:xfrm>
              <a:off x="239950" y="18813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1"/>
            <p:cNvSpPr/>
            <p:nvPr/>
          </p:nvSpPr>
          <p:spPr>
            <a:xfrm>
              <a:off x="239950" y="18088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
            <p:cNvSpPr/>
            <p:nvPr/>
          </p:nvSpPr>
          <p:spPr>
            <a:xfrm>
              <a:off x="239950" y="17373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1"/>
            <p:cNvSpPr/>
            <p:nvPr/>
          </p:nvSpPr>
          <p:spPr>
            <a:xfrm>
              <a:off x="239950" y="16648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
            <p:cNvSpPr/>
            <p:nvPr/>
          </p:nvSpPr>
          <p:spPr>
            <a:xfrm>
              <a:off x="239950" y="15924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
            <p:cNvSpPr/>
            <p:nvPr/>
          </p:nvSpPr>
          <p:spPr>
            <a:xfrm>
              <a:off x="239950" y="15209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
            <p:cNvSpPr/>
            <p:nvPr/>
          </p:nvSpPr>
          <p:spPr>
            <a:xfrm>
              <a:off x="239950" y="14484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
            <p:cNvSpPr/>
            <p:nvPr/>
          </p:nvSpPr>
          <p:spPr>
            <a:xfrm>
              <a:off x="239950" y="13769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
            <p:cNvSpPr/>
            <p:nvPr/>
          </p:nvSpPr>
          <p:spPr>
            <a:xfrm>
              <a:off x="239950" y="13044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
            <p:cNvSpPr/>
            <p:nvPr/>
          </p:nvSpPr>
          <p:spPr>
            <a:xfrm>
              <a:off x="239950" y="12329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
            <p:cNvSpPr/>
            <p:nvPr/>
          </p:nvSpPr>
          <p:spPr>
            <a:xfrm>
              <a:off x="239950" y="11605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
            <p:cNvSpPr/>
            <p:nvPr/>
          </p:nvSpPr>
          <p:spPr>
            <a:xfrm>
              <a:off x="239950" y="10889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
            <p:cNvSpPr/>
            <p:nvPr/>
          </p:nvSpPr>
          <p:spPr>
            <a:xfrm>
              <a:off x="239950" y="10165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
            <p:cNvSpPr/>
            <p:nvPr/>
          </p:nvSpPr>
          <p:spPr>
            <a:xfrm>
              <a:off x="239950" y="9450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
            <p:cNvSpPr/>
            <p:nvPr/>
          </p:nvSpPr>
          <p:spPr>
            <a:xfrm>
              <a:off x="72103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
            <p:cNvSpPr/>
            <p:nvPr/>
          </p:nvSpPr>
          <p:spPr>
            <a:xfrm>
              <a:off x="71379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
            <p:cNvSpPr/>
            <p:nvPr/>
          </p:nvSpPr>
          <p:spPr>
            <a:xfrm>
              <a:off x="70645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
            <p:cNvSpPr/>
            <p:nvPr/>
          </p:nvSpPr>
          <p:spPr>
            <a:xfrm>
              <a:off x="69921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
            <p:cNvSpPr/>
            <p:nvPr/>
          </p:nvSpPr>
          <p:spPr>
            <a:xfrm>
              <a:off x="69196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
            <p:cNvSpPr/>
            <p:nvPr/>
          </p:nvSpPr>
          <p:spPr>
            <a:xfrm>
              <a:off x="68472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
            <p:cNvSpPr/>
            <p:nvPr/>
          </p:nvSpPr>
          <p:spPr>
            <a:xfrm>
              <a:off x="67747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
            <p:cNvSpPr/>
            <p:nvPr/>
          </p:nvSpPr>
          <p:spPr>
            <a:xfrm>
              <a:off x="67023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
            <p:cNvSpPr/>
            <p:nvPr/>
          </p:nvSpPr>
          <p:spPr>
            <a:xfrm>
              <a:off x="66289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
            <p:cNvSpPr/>
            <p:nvPr/>
          </p:nvSpPr>
          <p:spPr>
            <a:xfrm>
              <a:off x="65565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
            <p:cNvSpPr/>
            <p:nvPr/>
          </p:nvSpPr>
          <p:spPr>
            <a:xfrm>
              <a:off x="64840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
            <p:cNvSpPr/>
            <p:nvPr/>
          </p:nvSpPr>
          <p:spPr>
            <a:xfrm>
              <a:off x="64116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
            <p:cNvSpPr/>
            <p:nvPr/>
          </p:nvSpPr>
          <p:spPr>
            <a:xfrm>
              <a:off x="63391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
            <p:cNvSpPr/>
            <p:nvPr/>
          </p:nvSpPr>
          <p:spPr>
            <a:xfrm>
              <a:off x="62667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
            <p:cNvSpPr/>
            <p:nvPr/>
          </p:nvSpPr>
          <p:spPr>
            <a:xfrm>
              <a:off x="61933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
            <p:cNvSpPr/>
            <p:nvPr/>
          </p:nvSpPr>
          <p:spPr>
            <a:xfrm>
              <a:off x="61209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
            <p:cNvSpPr/>
            <p:nvPr/>
          </p:nvSpPr>
          <p:spPr>
            <a:xfrm>
              <a:off x="60484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
            <p:cNvSpPr/>
            <p:nvPr/>
          </p:nvSpPr>
          <p:spPr>
            <a:xfrm>
              <a:off x="59760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
            <p:cNvSpPr/>
            <p:nvPr/>
          </p:nvSpPr>
          <p:spPr>
            <a:xfrm>
              <a:off x="59036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
            <p:cNvSpPr/>
            <p:nvPr/>
          </p:nvSpPr>
          <p:spPr>
            <a:xfrm>
              <a:off x="58302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
            <p:cNvSpPr/>
            <p:nvPr/>
          </p:nvSpPr>
          <p:spPr>
            <a:xfrm>
              <a:off x="57577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
            <p:cNvSpPr/>
            <p:nvPr/>
          </p:nvSpPr>
          <p:spPr>
            <a:xfrm>
              <a:off x="56853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
            <p:cNvSpPr/>
            <p:nvPr/>
          </p:nvSpPr>
          <p:spPr>
            <a:xfrm>
              <a:off x="56129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
            <p:cNvSpPr/>
            <p:nvPr/>
          </p:nvSpPr>
          <p:spPr>
            <a:xfrm>
              <a:off x="55404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
            <p:cNvSpPr/>
            <p:nvPr/>
          </p:nvSpPr>
          <p:spPr>
            <a:xfrm>
              <a:off x="54680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
            <p:cNvSpPr/>
            <p:nvPr/>
          </p:nvSpPr>
          <p:spPr>
            <a:xfrm>
              <a:off x="53946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
            <p:cNvSpPr/>
            <p:nvPr/>
          </p:nvSpPr>
          <p:spPr>
            <a:xfrm>
              <a:off x="53222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
            <p:cNvSpPr/>
            <p:nvPr/>
          </p:nvSpPr>
          <p:spPr>
            <a:xfrm>
              <a:off x="52497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
            <p:cNvSpPr/>
            <p:nvPr/>
          </p:nvSpPr>
          <p:spPr>
            <a:xfrm>
              <a:off x="51773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p:nvPr/>
          </p:nvSpPr>
          <p:spPr>
            <a:xfrm>
              <a:off x="51048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
            <p:cNvSpPr/>
            <p:nvPr/>
          </p:nvSpPr>
          <p:spPr>
            <a:xfrm>
              <a:off x="50324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
            <p:cNvSpPr/>
            <p:nvPr/>
          </p:nvSpPr>
          <p:spPr>
            <a:xfrm>
              <a:off x="49590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
            <p:cNvSpPr/>
            <p:nvPr/>
          </p:nvSpPr>
          <p:spPr>
            <a:xfrm>
              <a:off x="48866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
            <p:cNvSpPr/>
            <p:nvPr/>
          </p:nvSpPr>
          <p:spPr>
            <a:xfrm>
              <a:off x="48141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
            <p:cNvSpPr/>
            <p:nvPr/>
          </p:nvSpPr>
          <p:spPr>
            <a:xfrm>
              <a:off x="47417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
            <p:cNvSpPr/>
            <p:nvPr/>
          </p:nvSpPr>
          <p:spPr>
            <a:xfrm>
              <a:off x="46692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
            <p:cNvSpPr/>
            <p:nvPr/>
          </p:nvSpPr>
          <p:spPr>
            <a:xfrm>
              <a:off x="45968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
            <p:cNvSpPr/>
            <p:nvPr/>
          </p:nvSpPr>
          <p:spPr>
            <a:xfrm>
              <a:off x="45234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
            <p:cNvSpPr/>
            <p:nvPr/>
          </p:nvSpPr>
          <p:spPr>
            <a:xfrm>
              <a:off x="44510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
            <p:cNvSpPr/>
            <p:nvPr/>
          </p:nvSpPr>
          <p:spPr>
            <a:xfrm>
              <a:off x="43785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
            <p:cNvSpPr/>
            <p:nvPr/>
          </p:nvSpPr>
          <p:spPr>
            <a:xfrm>
              <a:off x="43061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
            <p:cNvSpPr/>
            <p:nvPr/>
          </p:nvSpPr>
          <p:spPr>
            <a:xfrm>
              <a:off x="42336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
            <p:cNvSpPr/>
            <p:nvPr/>
          </p:nvSpPr>
          <p:spPr>
            <a:xfrm>
              <a:off x="41603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
            <p:cNvSpPr/>
            <p:nvPr/>
          </p:nvSpPr>
          <p:spPr>
            <a:xfrm>
              <a:off x="40878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
            <p:cNvSpPr/>
            <p:nvPr/>
          </p:nvSpPr>
          <p:spPr>
            <a:xfrm>
              <a:off x="40154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
            <p:cNvSpPr/>
            <p:nvPr/>
          </p:nvSpPr>
          <p:spPr>
            <a:xfrm>
              <a:off x="39429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
            <p:cNvSpPr/>
            <p:nvPr/>
          </p:nvSpPr>
          <p:spPr>
            <a:xfrm>
              <a:off x="38705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
            <p:cNvSpPr/>
            <p:nvPr/>
          </p:nvSpPr>
          <p:spPr>
            <a:xfrm>
              <a:off x="37980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
            <p:cNvSpPr/>
            <p:nvPr/>
          </p:nvSpPr>
          <p:spPr>
            <a:xfrm>
              <a:off x="37247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
            <p:cNvSpPr/>
            <p:nvPr/>
          </p:nvSpPr>
          <p:spPr>
            <a:xfrm>
              <a:off x="36522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
            <p:cNvSpPr/>
            <p:nvPr/>
          </p:nvSpPr>
          <p:spPr>
            <a:xfrm>
              <a:off x="35798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
            <p:cNvSpPr/>
            <p:nvPr/>
          </p:nvSpPr>
          <p:spPr>
            <a:xfrm>
              <a:off x="35073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
            <p:cNvSpPr/>
            <p:nvPr/>
          </p:nvSpPr>
          <p:spPr>
            <a:xfrm>
              <a:off x="34349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
            <p:cNvSpPr/>
            <p:nvPr/>
          </p:nvSpPr>
          <p:spPr>
            <a:xfrm>
              <a:off x="33624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
            <p:cNvSpPr/>
            <p:nvPr/>
          </p:nvSpPr>
          <p:spPr>
            <a:xfrm>
              <a:off x="32891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
            <p:cNvSpPr/>
            <p:nvPr/>
          </p:nvSpPr>
          <p:spPr>
            <a:xfrm>
              <a:off x="32166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
            <p:cNvSpPr/>
            <p:nvPr/>
          </p:nvSpPr>
          <p:spPr>
            <a:xfrm>
              <a:off x="31442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
            <p:cNvSpPr/>
            <p:nvPr/>
          </p:nvSpPr>
          <p:spPr>
            <a:xfrm>
              <a:off x="30717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
            <p:cNvSpPr/>
            <p:nvPr/>
          </p:nvSpPr>
          <p:spPr>
            <a:xfrm>
              <a:off x="29993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
            <p:cNvSpPr/>
            <p:nvPr/>
          </p:nvSpPr>
          <p:spPr>
            <a:xfrm>
              <a:off x="29259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
            <p:cNvSpPr/>
            <p:nvPr/>
          </p:nvSpPr>
          <p:spPr>
            <a:xfrm>
              <a:off x="28535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
            <p:cNvSpPr/>
            <p:nvPr/>
          </p:nvSpPr>
          <p:spPr>
            <a:xfrm>
              <a:off x="27810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
            <p:cNvSpPr/>
            <p:nvPr/>
          </p:nvSpPr>
          <p:spPr>
            <a:xfrm>
              <a:off x="27086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
            <p:cNvSpPr/>
            <p:nvPr/>
          </p:nvSpPr>
          <p:spPr>
            <a:xfrm>
              <a:off x="26361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
            <p:cNvSpPr/>
            <p:nvPr/>
          </p:nvSpPr>
          <p:spPr>
            <a:xfrm>
              <a:off x="25637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
            <p:cNvSpPr/>
            <p:nvPr/>
          </p:nvSpPr>
          <p:spPr>
            <a:xfrm>
              <a:off x="24903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
            <p:cNvSpPr/>
            <p:nvPr/>
          </p:nvSpPr>
          <p:spPr>
            <a:xfrm>
              <a:off x="24179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
            <p:cNvSpPr/>
            <p:nvPr/>
          </p:nvSpPr>
          <p:spPr>
            <a:xfrm>
              <a:off x="23454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
            <p:cNvSpPr/>
            <p:nvPr/>
          </p:nvSpPr>
          <p:spPr>
            <a:xfrm>
              <a:off x="22730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
            <p:cNvSpPr/>
            <p:nvPr/>
          </p:nvSpPr>
          <p:spPr>
            <a:xfrm>
              <a:off x="22005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
            <p:cNvSpPr/>
            <p:nvPr/>
          </p:nvSpPr>
          <p:spPr>
            <a:xfrm>
              <a:off x="21281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
            <p:cNvSpPr/>
            <p:nvPr/>
          </p:nvSpPr>
          <p:spPr>
            <a:xfrm>
              <a:off x="20547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
            <p:cNvSpPr/>
            <p:nvPr/>
          </p:nvSpPr>
          <p:spPr>
            <a:xfrm>
              <a:off x="19823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
            <p:cNvSpPr/>
            <p:nvPr/>
          </p:nvSpPr>
          <p:spPr>
            <a:xfrm>
              <a:off x="19098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
            <p:cNvSpPr/>
            <p:nvPr/>
          </p:nvSpPr>
          <p:spPr>
            <a:xfrm>
              <a:off x="18374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
            <p:cNvSpPr/>
            <p:nvPr/>
          </p:nvSpPr>
          <p:spPr>
            <a:xfrm>
              <a:off x="17649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
            <p:cNvSpPr/>
            <p:nvPr/>
          </p:nvSpPr>
          <p:spPr>
            <a:xfrm>
              <a:off x="16925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
            <p:cNvSpPr/>
            <p:nvPr/>
          </p:nvSpPr>
          <p:spPr>
            <a:xfrm>
              <a:off x="16191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
            <p:cNvSpPr/>
            <p:nvPr/>
          </p:nvSpPr>
          <p:spPr>
            <a:xfrm>
              <a:off x="15467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
            <p:cNvSpPr/>
            <p:nvPr/>
          </p:nvSpPr>
          <p:spPr>
            <a:xfrm>
              <a:off x="14742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
            <p:cNvSpPr/>
            <p:nvPr/>
          </p:nvSpPr>
          <p:spPr>
            <a:xfrm>
              <a:off x="14018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
            <p:cNvSpPr/>
            <p:nvPr/>
          </p:nvSpPr>
          <p:spPr>
            <a:xfrm>
              <a:off x="13294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
            <p:cNvSpPr/>
            <p:nvPr/>
          </p:nvSpPr>
          <p:spPr>
            <a:xfrm>
              <a:off x="12560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
            <p:cNvSpPr/>
            <p:nvPr/>
          </p:nvSpPr>
          <p:spPr>
            <a:xfrm>
              <a:off x="11835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
            <p:cNvSpPr/>
            <p:nvPr/>
          </p:nvSpPr>
          <p:spPr>
            <a:xfrm>
              <a:off x="11111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
            <p:cNvSpPr/>
            <p:nvPr/>
          </p:nvSpPr>
          <p:spPr>
            <a:xfrm>
              <a:off x="10387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
            <p:cNvSpPr/>
            <p:nvPr/>
          </p:nvSpPr>
          <p:spPr>
            <a:xfrm>
              <a:off x="9662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
            <p:cNvSpPr/>
            <p:nvPr/>
          </p:nvSpPr>
          <p:spPr>
            <a:xfrm>
              <a:off x="8938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
            <p:cNvSpPr/>
            <p:nvPr/>
          </p:nvSpPr>
          <p:spPr>
            <a:xfrm>
              <a:off x="8204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
            <p:cNvSpPr/>
            <p:nvPr/>
          </p:nvSpPr>
          <p:spPr>
            <a:xfrm>
              <a:off x="7479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
            <p:cNvSpPr/>
            <p:nvPr/>
          </p:nvSpPr>
          <p:spPr>
            <a:xfrm>
              <a:off x="6755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
            <p:cNvSpPr/>
            <p:nvPr/>
          </p:nvSpPr>
          <p:spPr>
            <a:xfrm>
              <a:off x="6031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
            <p:cNvSpPr/>
            <p:nvPr/>
          </p:nvSpPr>
          <p:spPr>
            <a:xfrm>
              <a:off x="5306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
            <p:cNvSpPr/>
            <p:nvPr/>
          </p:nvSpPr>
          <p:spPr>
            <a:xfrm>
              <a:off x="4582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
            <p:cNvSpPr/>
            <p:nvPr/>
          </p:nvSpPr>
          <p:spPr>
            <a:xfrm>
              <a:off x="3848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
            <p:cNvSpPr/>
            <p:nvPr/>
          </p:nvSpPr>
          <p:spPr>
            <a:xfrm>
              <a:off x="3124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8" name="Google Shape;158;p1"/>
          <p:cNvSpPr txBox="1">
            <a:spLocks noGrp="1"/>
          </p:cNvSpPr>
          <p:nvPr>
            <p:ph type="title"/>
          </p:nvPr>
        </p:nvSpPr>
        <p:spPr>
          <a:xfrm>
            <a:off x="747925" y="225025"/>
            <a:ext cx="67917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1pPr>
            <a:lvl2pPr lvl="1">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2pPr>
            <a:lvl3pPr lvl="2">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3pPr>
            <a:lvl4pPr lvl="3">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4pPr>
            <a:lvl5pPr lvl="4">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5pPr>
            <a:lvl6pPr lvl="5">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6pPr>
            <a:lvl7pPr lvl="6">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7pPr>
            <a:lvl8pPr lvl="7">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8pPr>
            <a:lvl9pPr lvl="8">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9pPr>
          </a:lstStyle>
          <a:p>
            <a:endParaRPr/>
          </a:p>
        </p:txBody>
      </p:sp>
      <p:sp>
        <p:nvSpPr>
          <p:cNvPr id="159" name="Google Shape;159;p1"/>
          <p:cNvSpPr txBox="1">
            <a:spLocks noGrp="1"/>
          </p:cNvSpPr>
          <p:nvPr>
            <p:ph type="body" idx="1"/>
          </p:nvPr>
        </p:nvSpPr>
        <p:spPr>
          <a:xfrm>
            <a:off x="747925" y="1314900"/>
            <a:ext cx="6791700" cy="3610800"/>
          </a:xfrm>
          <a:prstGeom prst="rect">
            <a:avLst/>
          </a:prstGeom>
          <a:noFill/>
          <a:ln>
            <a:noFill/>
          </a:ln>
        </p:spPr>
        <p:txBody>
          <a:bodyPr spcFirstLastPara="1" wrap="square" lIns="91425" tIns="91425" rIns="91425" bIns="91425" anchor="t" anchorCtr="0">
            <a:noAutofit/>
          </a:bodyPr>
          <a:lstStyle>
            <a:lvl1pPr marL="457200" lvl="0" indent="-393700">
              <a:spcBef>
                <a:spcPts val="600"/>
              </a:spcBef>
              <a:spcAft>
                <a:spcPts val="0"/>
              </a:spcAft>
              <a:buClr>
                <a:schemeClr val="dk1"/>
              </a:buClr>
              <a:buSzPts val="2600"/>
              <a:buFont typeface="Dosis"/>
              <a:buChar char="✘"/>
              <a:defRPr sz="2600">
                <a:solidFill>
                  <a:schemeClr val="dk1"/>
                </a:solidFill>
                <a:latin typeface="Dosis"/>
                <a:ea typeface="Dosis"/>
                <a:cs typeface="Dosis"/>
                <a:sym typeface="Dosis"/>
              </a:defRPr>
            </a:lvl1pPr>
            <a:lvl2pPr marL="914400" lvl="1" indent="-355600">
              <a:spcBef>
                <a:spcPts val="0"/>
              </a:spcBef>
              <a:spcAft>
                <a:spcPts val="0"/>
              </a:spcAft>
              <a:buClr>
                <a:schemeClr val="dk1"/>
              </a:buClr>
              <a:buSzPts val="2000"/>
              <a:buFont typeface="Dosis"/>
              <a:buChar char="✗"/>
              <a:defRPr sz="2000">
                <a:solidFill>
                  <a:schemeClr val="dk1"/>
                </a:solidFill>
                <a:latin typeface="Dosis"/>
                <a:ea typeface="Dosis"/>
                <a:cs typeface="Dosis"/>
                <a:sym typeface="Dosis"/>
              </a:defRPr>
            </a:lvl2pPr>
            <a:lvl3pPr marL="1371600" lvl="2" indent="-355600">
              <a:spcBef>
                <a:spcPts val="0"/>
              </a:spcBef>
              <a:spcAft>
                <a:spcPts val="0"/>
              </a:spcAft>
              <a:buClr>
                <a:schemeClr val="dk1"/>
              </a:buClr>
              <a:buSzPts val="2000"/>
              <a:buFont typeface="Dosis"/>
              <a:buChar char="■"/>
              <a:defRPr sz="2000">
                <a:solidFill>
                  <a:schemeClr val="dk1"/>
                </a:solidFill>
                <a:latin typeface="Dosis"/>
                <a:ea typeface="Dosis"/>
                <a:cs typeface="Dosis"/>
                <a:sym typeface="Dosis"/>
              </a:defRPr>
            </a:lvl3pPr>
            <a:lvl4pPr marL="1828800" lvl="3" indent="-342900">
              <a:spcBef>
                <a:spcPts val="0"/>
              </a:spcBef>
              <a:spcAft>
                <a:spcPts val="0"/>
              </a:spcAft>
              <a:buClr>
                <a:schemeClr val="dk1"/>
              </a:buClr>
              <a:buSzPts val="1800"/>
              <a:buFont typeface="Dosis"/>
              <a:buChar char="●"/>
              <a:defRPr sz="1800">
                <a:solidFill>
                  <a:schemeClr val="dk1"/>
                </a:solidFill>
                <a:latin typeface="Dosis"/>
                <a:ea typeface="Dosis"/>
                <a:cs typeface="Dosis"/>
                <a:sym typeface="Dosis"/>
              </a:defRPr>
            </a:lvl4pPr>
            <a:lvl5pPr marL="2286000" lvl="4" indent="-342900">
              <a:spcBef>
                <a:spcPts val="0"/>
              </a:spcBef>
              <a:spcAft>
                <a:spcPts val="0"/>
              </a:spcAft>
              <a:buClr>
                <a:schemeClr val="dk1"/>
              </a:buClr>
              <a:buSzPts val="1800"/>
              <a:buFont typeface="Dosis"/>
              <a:buChar char="○"/>
              <a:defRPr sz="1800">
                <a:solidFill>
                  <a:schemeClr val="dk1"/>
                </a:solidFill>
                <a:latin typeface="Dosis"/>
                <a:ea typeface="Dosis"/>
                <a:cs typeface="Dosis"/>
                <a:sym typeface="Dosis"/>
              </a:defRPr>
            </a:lvl5pPr>
            <a:lvl6pPr marL="2743200" lvl="5" indent="-342900">
              <a:spcBef>
                <a:spcPts val="0"/>
              </a:spcBef>
              <a:spcAft>
                <a:spcPts val="0"/>
              </a:spcAft>
              <a:buClr>
                <a:schemeClr val="dk1"/>
              </a:buClr>
              <a:buSzPts val="1800"/>
              <a:buFont typeface="Dosis"/>
              <a:buChar char="■"/>
              <a:defRPr sz="1800">
                <a:solidFill>
                  <a:schemeClr val="dk1"/>
                </a:solidFill>
                <a:latin typeface="Dosis"/>
                <a:ea typeface="Dosis"/>
                <a:cs typeface="Dosis"/>
                <a:sym typeface="Dosis"/>
              </a:defRPr>
            </a:lvl6pPr>
            <a:lvl7pPr marL="3200400" lvl="6" indent="-342900">
              <a:spcBef>
                <a:spcPts val="0"/>
              </a:spcBef>
              <a:spcAft>
                <a:spcPts val="0"/>
              </a:spcAft>
              <a:buClr>
                <a:schemeClr val="dk1"/>
              </a:buClr>
              <a:buSzPts val="1800"/>
              <a:buFont typeface="Dosis"/>
              <a:buChar char="●"/>
              <a:defRPr sz="1800">
                <a:solidFill>
                  <a:schemeClr val="dk1"/>
                </a:solidFill>
                <a:latin typeface="Dosis"/>
                <a:ea typeface="Dosis"/>
                <a:cs typeface="Dosis"/>
                <a:sym typeface="Dosis"/>
              </a:defRPr>
            </a:lvl7pPr>
            <a:lvl8pPr marL="3657600" lvl="7" indent="-342900">
              <a:spcBef>
                <a:spcPts val="0"/>
              </a:spcBef>
              <a:spcAft>
                <a:spcPts val="0"/>
              </a:spcAft>
              <a:buClr>
                <a:schemeClr val="dk1"/>
              </a:buClr>
              <a:buSzPts val="1800"/>
              <a:buFont typeface="Dosis"/>
              <a:buChar char="○"/>
              <a:defRPr sz="1800">
                <a:solidFill>
                  <a:schemeClr val="dk1"/>
                </a:solidFill>
                <a:latin typeface="Dosis"/>
                <a:ea typeface="Dosis"/>
                <a:cs typeface="Dosis"/>
                <a:sym typeface="Dosis"/>
              </a:defRPr>
            </a:lvl8pPr>
            <a:lvl9pPr marL="4114800" lvl="8" indent="-342900">
              <a:spcBef>
                <a:spcPts val="0"/>
              </a:spcBef>
              <a:spcAft>
                <a:spcPts val="0"/>
              </a:spcAft>
              <a:buClr>
                <a:schemeClr val="dk1"/>
              </a:buClr>
              <a:buSzPts val="1800"/>
              <a:buFont typeface="Dosis"/>
              <a:buChar char="■"/>
              <a:defRPr sz="1800">
                <a:solidFill>
                  <a:schemeClr val="dk1"/>
                </a:solidFill>
                <a:latin typeface="Dosis"/>
                <a:ea typeface="Dosis"/>
                <a:cs typeface="Dosis"/>
                <a:sym typeface="Dosis"/>
              </a:defRPr>
            </a:lvl9pPr>
          </a:lstStyle>
          <a:p>
            <a:endParaRPr/>
          </a:p>
        </p:txBody>
      </p:sp>
      <p:sp>
        <p:nvSpPr>
          <p:cNvPr id="160" name="Google Shape;160;p1"/>
          <p:cNvSpPr txBox="1">
            <a:spLocks noGrp="1"/>
          </p:cNvSpPr>
          <p:nvPr>
            <p:ph type="sldNum" idx="12"/>
          </p:nvPr>
        </p:nvSpPr>
        <p:spPr>
          <a:xfrm>
            <a:off x="90619" y="4722737"/>
            <a:ext cx="548700" cy="393600"/>
          </a:xfrm>
          <a:prstGeom prst="rect">
            <a:avLst/>
          </a:prstGeom>
          <a:noFill/>
          <a:ln>
            <a:noFill/>
          </a:ln>
        </p:spPr>
        <p:txBody>
          <a:bodyPr spcFirstLastPara="1" wrap="square" lIns="91425" tIns="91425" rIns="91425" bIns="91425" anchor="t" anchorCtr="0">
            <a:noAutofit/>
          </a:bodyPr>
          <a:lstStyle>
            <a:lvl1pPr lvl="0">
              <a:buNone/>
              <a:defRPr sz="1200">
                <a:solidFill>
                  <a:schemeClr val="accent1"/>
                </a:solidFill>
                <a:latin typeface="Sniglet"/>
                <a:ea typeface="Sniglet"/>
                <a:cs typeface="Sniglet"/>
                <a:sym typeface="Sniglet"/>
              </a:defRPr>
            </a:lvl1pPr>
            <a:lvl2pPr lvl="1">
              <a:buNone/>
              <a:defRPr sz="1200">
                <a:solidFill>
                  <a:schemeClr val="accent1"/>
                </a:solidFill>
                <a:latin typeface="Sniglet"/>
                <a:ea typeface="Sniglet"/>
                <a:cs typeface="Sniglet"/>
                <a:sym typeface="Sniglet"/>
              </a:defRPr>
            </a:lvl2pPr>
            <a:lvl3pPr lvl="2">
              <a:buNone/>
              <a:defRPr sz="1200">
                <a:solidFill>
                  <a:schemeClr val="accent1"/>
                </a:solidFill>
                <a:latin typeface="Sniglet"/>
                <a:ea typeface="Sniglet"/>
                <a:cs typeface="Sniglet"/>
                <a:sym typeface="Sniglet"/>
              </a:defRPr>
            </a:lvl3pPr>
            <a:lvl4pPr lvl="3">
              <a:buNone/>
              <a:defRPr sz="1200">
                <a:solidFill>
                  <a:schemeClr val="accent1"/>
                </a:solidFill>
                <a:latin typeface="Sniglet"/>
                <a:ea typeface="Sniglet"/>
                <a:cs typeface="Sniglet"/>
                <a:sym typeface="Sniglet"/>
              </a:defRPr>
            </a:lvl4pPr>
            <a:lvl5pPr lvl="4">
              <a:buNone/>
              <a:defRPr sz="1200">
                <a:solidFill>
                  <a:schemeClr val="accent1"/>
                </a:solidFill>
                <a:latin typeface="Sniglet"/>
                <a:ea typeface="Sniglet"/>
                <a:cs typeface="Sniglet"/>
                <a:sym typeface="Sniglet"/>
              </a:defRPr>
            </a:lvl5pPr>
            <a:lvl6pPr lvl="5">
              <a:buNone/>
              <a:defRPr sz="1200">
                <a:solidFill>
                  <a:schemeClr val="accent1"/>
                </a:solidFill>
                <a:latin typeface="Sniglet"/>
                <a:ea typeface="Sniglet"/>
                <a:cs typeface="Sniglet"/>
                <a:sym typeface="Sniglet"/>
              </a:defRPr>
            </a:lvl6pPr>
            <a:lvl7pPr lvl="6">
              <a:buNone/>
              <a:defRPr sz="1200">
                <a:solidFill>
                  <a:schemeClr val="accent1"/>
                </a:solidFill>
                <a:latin typeface="Sniglet"/>
                <a:ea typeface="Sniglet"/>
                <a:cs typeface="Sniglet"/>
                <a:sym typeface="Sniglet"/>
              </a:defRPr>
            </a:lvl7pPr>
            <a:lvl8pPr lvl="7">
              <a:buNone/>
              <a:defRPr sz="1200">
                <a:solidFill>
                  <a:schemeClr val="accent1"/>
                </a:solidFill>
                <a:latin typeface="Sniglet"/>
                <a:ea typeface="Sniglet"/>
                <a:cs typeface="Sniglet"/>
                <a:sym typeface="Sniglet"/>
              </a:defRPr>
            </a:lvl8pPr>
            <a:lvl9pPr lvl="8">
              <a:buNone/>
              <a:defRPr sz="1200">
                <a:solidFill>
                  <a:schemeClr val="accent1"/>
                </a:solidFill>
                <a:latin typeface="Sniglet"/>
                <a:ea typeface="Sniglet"/>
                <a:cs typeface="Sniglet"/>
                <a:sym typeface="Sniglet"/>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6" r:id="rId6"/>
    <p:sldLayoutId id="2147483657" r:id="rId7"/>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12"/>
          <p:cNvSpPr txBox="1">
            <a:spLocks noGrp="1"/>
          </p:cNvSpPr>
          <p:nvPr>
            <p:ph type="ctrTitle"/>
          </p:nvPr>
        </p:nvSpPr>
        <p:spPr>
          <a:xfrm>
            <a:off x="1635705" y="1508660"/>
            <a:ext cx="7269151" cy="1159800"/>
          </a:xfrm>
          <a:prstGeom prst="rect">
            <a:avLst/>
          </a:prstGeom>
        </p:spPr>
        <p:txBody>
          <a:bodyPr spcFirstLastPara="1" wrap="square" lIns="91425" tIns="91425" rIns="91425" bIns="91425" anchor="ctr" anchorCtr="0">
            <a:noAutofit/>
          </a:bodyPr>
          <a:lstStyle/>
          <a:p>
            <a:pPr lvl="0"/>
            <a:r>
              <a:rPr lang="en-US" sz="3200" dirty="0"/>
              <a:t>QoS Guaranteed Load Balancing in Broadband Multi-Beam Satellite Networks</a:t>
            </a:r>
            <a:endParaRPr sz="3200" dirty="0"/>
          </a:p>
        </p:txBody>
      </p:sp>
      <p:sp>
        <p:nvSpPr>
          <p:cNvPr id="2" name="圓角矩形 1"/>
          <p:cNvSpPr/>
          <p:nvPr/>
        </p:nvSpPr>
        <p:spPr>
          <a:xfrm>
            <a:off x="3501260" y="3320610"/>
            <a:ext cx="5295625" cy="1697232"/>
          </a:xfrm>
          <a:prstGeom prst="round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TW" dirty="0">
                <a:solidFill>
                  <a:schemeClr val="bg2">
                    <a:lumMod val="75000"/>
                  </a:schemeClr>
                </a:solidFill>
              </a:rPr>
              <a:t>Published in: </a:t>
            </a:r>
            <a:r>
              <a:rPr lang="en-US" altLang="zh-TW" dirty="0" smtClean="0">
                <a:solidFill>
                  <a:schemeClr val="bg2">
                    <a:lumMod val="75000"/>
                  </a:schemeClr>
                </a:solidFill>
              </a:rPr>
              <a:t>2019</a:t>
            </a:r>
            <a:r>
              <a:rPr lang="zh-TW" altLang="en-US" smtClean="0">
                <a:solidFill>
                  <a:schemeClr val="bg2">
                    <a:lumMod val="75000"/>
                  </a:schemeClr>
                </a:solidFill>
              </a:rPr>
              <a:t> </a:t>
            </a:r>
            <a:r>
              <a:rPr lang="en-US" altLang="zh-TW" i="1" smtClean="0">
                <a:solidFill>
                  <a:schemeClr val="bg2">
                    <a:lumMod val="75000"/>
                  </a:schemeClr>
                </a:solidFill>
              </a:rPr>
              <a:t>IEEE </a:t>
            </a:r>
            <a:r>
              <a:rPr lang="en-US" altLang="zh-TW" i="1" dirty="0">
                <a:solidFill>
                  <a:schemeClr val="bg2">
                    <a:lumMod val="75000"/>
                  </a:schemeClr>
                </a:solidFill>
              </a:rPr>
              <a:t>International Conference on Communications (ICC)</a:t>
            </a:r>
            <a:endParaRPr lang="en-US" altLang="zh-TW" dirty="0">
              <a:solidFill>
                <a:schemeClr val="accent2">
                  <a:lumMod val="50000"/>
                </a:schemeClr>
              </a:solidFill>
            </a:endParaRPr>
          </a:p>
          <a:p>
            <a:pPr algn="r"/>
            <a:endParaRPr lang="en-US" altLang="zh-TW" sz="1200" dirty="0">
              <a:solidFill>
                <a:schemeClr val="accent2">
                  <a:lumMod val="50000"/>
                </a:schemeClr>
              </a:solidFill>
            </a:endParaRPr>
          </a:p>
          <a:p>
            <a:pPr algn="r"/>
            <a:r>
              <a:rPr lang="en-US" altLang="zh-TW" sz="1200" dirty="0">
                <a:solidFill>
                  <a:schemeClr val="accent2">
                    <a:lumMod val="50000"/>
                  </a:schemeClr>
                </a:solidFill>
              </a:rPr>
              <a:t>Beijing Key Laboratory of Mobile Computing and Pervasive Device, Institute of Computing Technology,</a:t>
            </a:r>
          </a:p>
          <a:p>
            <a:pPr algn="r"/>
            <a:r>
              <a:rPr lang="en-US" altLang="zh-TW" sz="1200" dirty="0">
                <a:solidFill>
                  <a:schemeClr val="accent2">
                    <a:lumMod val="50000"/>
                  </a:schemeClr>
                </a:solidFill>
              </a:rPr>
              <a:t>Chinese Academy of Sciences, Beijing</a:t>
            </a:r>
            <a:endParaRPr lang="zh-TW" altLang="en-US" sz="1200" dirty="0">
              <a:solidFill>
                <a:schemeClr val="accent2">
                  <a:lumMod val="50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13"/>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3600" dirty="0"/>
              <a:t>INTRODUCTION</a:t>
            </a:r>
            <a:endParaRPr sz="3600" dirty="0"/>
          </a:p>
        </p:txBody>
      </p:sp>
      <p:sp>
        <p:nvSpPr>
          <p:cNvPr id="531" name="Google Shape;531;p13"/>
          <p:cNvSpPr txBox="1"/>
          <p:nvPr/>
        </p:nvSpPr>
        <p:spPr>
          <a:xfrm>
            <a:off x="747924" y="1449675"/>
            <a:ext cx="6331531" cy="2945100"/>
          </a:xfrm>
          <a:prstGeom prst="rect">
            <a:avLst/>
          </a:prstGeom>
          <a:noFill/>
          <a:ln>
            <a:noFill/>
          </a:ln>
        </p:spPr>
        <p:txBody>
          <a:bodyPr spcFirstLastPara="1" wrap="square" lIns="91425" tIns="91425" rIns="91425" bIns="91425" anchor="t" anchorCtr="0">
            <a:noAutofit/>
          </a:bodyPr>
          <a:lstStyle/>
          <a:p>
            <a:pPr lvl="0">
              <a:spcBef>
                <a:spcPts val="600"/>
              </a:spcBef>
              <a:buClr>
                <a:schemeClr val="dk1"/>
              </a:buClr>
              <a:buSzPts val="1100"/>
            </a:pPr>
            <a:r>
              <a:rPr lang="en-US" altLang="zh-TW" sz="1600" dirty="0">
                <a:solidFill>
                  <a:srgbClr val="3D4965"/>
                </a:solidFill>
                <a:latin typeface="Dosis"/>
                <a:ea typeface="Dosis"/>
                <a:cs typeface="Dosis"/>
                <a:sym typeface="Dosis"/>
              </a:rPr>
              <a:t>T</a:t>
            </a:r>
            <a:r>
              <a:rPr lang="en-US" sz="1600" dirty="0">
                <a:solidFill>
                  <a:srgbClr val="3D4965"/>
                </a:solidFill>
                <a:latin typeface="Dosis"/>
                <a:ea typeface="Dosis"/>
                <a:cs typeface="Dosis"/>
                <a:sym typeface="Dosis"/>
              </a:rPr>
              <a:t>he traffic demands are </a:t>
            </a:r>
            <a:r>
              <a:rPr lang="en-US" sz="1600" dirty="0">
                <a:solidFill>
                  <a:srgbClr val="00B050"/>
                </a:solidFill>
                <a:latin typeface="Dosis"/>
                <a:ea typeface="Dosis"/>
                <a:cs typeface="Dosis"/>
                <a:sym typeface="Dosis"/>
              </a:rPr>
              <a:t>highly uneven </a:t>
            </a:r>
            <a:r>
              <a:rPr lang="en-US" sz="1600" dirty="0">
                <a:solidFill>
                  <a:srgbClr val="3D4965"/>
                </a:solidFill>
                <a:latin typeface="Dosis"/>
                <a:ea typeface="Dosis"/>
                <a:cs typeface="Dosis"/>
                <a:sym typeface="Dosis"/>
              </a:rPr>
              <a:t>over the coverage area in practice. Hence the resource allocation ability of current satellite network is poor when dealing with this unbalanced and unpredicted traffic pattern. </a:t>
            </a:r>
          </a:p>
          <a:p>
            <a:pPr lvl="0">
              <a:spcBef>
                <a:spcPts val="600"/>
              </a:spcBef>
              <a:buClr>
                <a:schemeClr val="dk1"/>
              </a:buClr>
              <a:buSzPts val="1100"/>
            </a:pPr>
            <a:endParaRPr lang="en-US" sz="1600" dirty="0">
              <a:solidFill>
                <a:srgbClr val="3D4965"/>
              </a:solidFill>
              <a:latin typeface="Dosis"/>
              <a:ea typeface="Dosis"/>
              <a:cs typeface="Dosis"/>
              <a:sym typeface="Dosis"/>
            </a:endParaRPr>
          </a:p>
          <a:p>
            <a:pPr lvl="0">
              <a:spcBef>
                <a:spcPts val="600"/>
              </a:spcBef>
              <a:buClr>
                <a:schemeClr val="dk1"/>
              </a:buClr>
              <a:buSzPts val="1100"/>
            </a:pPr>
            <a:endParaRPr lang="en-US" sz="1600" dirty="0">
              <a:solidFill>
                <a:srgbClr val="3D4965"/>
              </a:solidFill>
              <a:latin typeface="Dosis"/>
              <a:ea typeface="Dosis"/>
              <a:cs typeface="Dosis"/>
              <a:sym typeface="Dosis"/>
            </a:endParaRPr>
          </a:p>
          <a:p>
            <a:pPr lvl="0">
              <a:spcBef>
                <a:spcPts val="600"/>
              </a:spcBef>
              <a:buClr>
                <a:schemeClr val="dk1"/>
              </a:buClr>
              <a:buSzPts val="1100"/>
            </a:pPr>
            <a:r>
              <a:rPr lang="en-US" sz="1600" dirty="0">
                <a:solidFill>
                  <a:srgbClr val="3D4965"/>
                </a:solidFill>
                <a:latin typeface="Dosis"/>
                <a:ea typeface="Dosis"/>
                <a:cs typeface="Dosis"/>
                <a:sym typeface="Dosis"/>
              </a:rPr>
              <a:t>If the traffic demands exceeds the capacity of the beams, the </a:t>
            </a:r>
            <a:r>
              <a:rPr lang="en-US" sz="1600" dirty="0">
                <a:solidFill>
                  <a:srgbClr val="00B050"/>
                </a:solidFill>
                <a:latin typeface="Dosis"/>
                <a:ea typeface="Dosis"/>
                <a:cs typeface="Dosis"/>
                <a:sym typeface="Dosis"/>
              </a:rPr>
              <a:t>quality of service (QoS)</a:t>
            </a:r>
            <a:r>
              <a:rPr lang="en-US" sz="1600" dirty="0">
                <a:solidFill>
                  <a:srgbClr val="3D4965"/>
                </a:solidFill>
                <a:latin typeface="Dosis"/>
                <a:ea typeface="Dosis"/>
                <a:cs typeface="Dosis"/>
                <a:sym typeface="Dosis"/>
              </a:rPr>
              <a:t> for the users cannot be guaranteed.</a:t>
            </a:r>
          </a:p>
          <a:p>
            <a:pPr lvl="0">
              <a:spcBef>
                <a:spcPts val="600"/>
              </a:spcBef>
              <a:buClr>
                <a:schemeClr val="dk1"/>
              </a:buClr>
              <a:buSzPts val="1100"/>
            </a:pPr>
            <a:endParaRPr lang="en-US" sz="1600" dirty="0">
              <a:solidFill>
                <a:srgbClr val="3D4965"/>
              </a:solidFill>
              <a:latin typeface="Dosis"/>
              <a:ea typeface="Dosis"/>
              <a:cs typeface="Dosis"/>
              <a:sym typeface="Dosis"/>
            </a:endParaRPr>
          </a:p>
          <a:p>
            <a:pPr lvl="0">
              <a:spcBef>
                <a:spcPts val="600"/>
              </a:spcBef>
              <a:buClr>
                <a:schemeClr val="dk1"/>
              </a:buClr>
              <a:buSzPts val="1100"/>
            </a:pPr>
            <a:endParaRPr sz="1200" dirty="0">
              <a:solidFill>
                <a:srgbClr val="3D4965"/>
              </a:solidFill>
              <a:latin typeface="Dosis"/>
              <a:ea typeface="Dosis"/>
              <a:cs typeface="Dosis"/>
              <a:sym typeface="Dosis"/>
            </a:endParaRPr>
          </a:p>
          <a:p>
            <a:pPr marL="0" lvl="0" indent="0" algn="l" rtl="0">
              <a:spcBef>
                <a:spcPts val="600"/>
              </a:spcBef>
              <a:spcAft>
                <a:spcPts val="0"/>
              </a:spcAft>
              <a:buNone/>
            </a:pPr>
            <a:endParaRPr sz="1200" dirty="0">
              <a:solidFill>
                <a:srgbClr val="3D4965"/>
              </a:solidFill>
              <a:latin typeface="Dosis"/>
              <a:ea typeface="Dosis"/>
              <a:cs typeface="Dosis"/>
              <a:sym typeface="Dosis"/>
            </a:endParaRPr>
          </a:p>
        </p:txBody>
      </p:sp>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2</a:t>
            </a:fld>
            <a:endParaRPr/>
          </a:p>
        </p:txBody>
      </p:sp>
    </p:spTree>
    <p:extLst>
      <p:ext uri="{BB962C8B-B14F-4D97-AF65-F5344CB8AC3E}">
        <p14:creationId xmlns:p14="http://schemas.microsoft.com/office/powerpoint/2010/main" val="36612980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13"/>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3600" dirty="0"/>
              <a:t>INTRODUCTION</a:t>
            </a:r>
            <a:endParaRPr sz="3600" dirty="0"/>
          </a:p>
        </p:txBody>
      </p:sp>
      <p:sp>
        <p:nvSpPr>
          <p:cNvPr id="531" name="Google Shape;531;p13"/>
          <p:cNvSpPr txBox="1"/>
          <p:nvPr/>
        </p:nvSpPr>
        <p:spPr>
          <a:xfrm>
            <a:off x="747925" y="1542981"/>
            <a:ext cx="6331531" cy="2945100"/>
          </a:xfrm>
          <a:prstGeom prst="rect">
            <a:avLst/>
          </a:prstGeom>
          <a:noFill/>
          <a:ln>
            <a:noFill/>
          </a:ln>
        </p:spPr>
        <p:txBody>
          <a:bodyPr spcFirstLastPara="1" wrap="square" lIns="91425" tIns="91425" rIns="91425" bIns="91425" anchor="t" anchorCtr="0">
            <a:noAutofit/>
          </a:bodyPr>
          <a:lstStyle/>
          <a:p>
            <a:pPr lvl="0">
              <a:spcBef>
                <a:spcPts val="600"/>
              </a:spcBef>
              <a:buClr>
                <a:schemeClr val="dk1"/>
              </a:buClr>
              <a:buSzPts val="1100"/>
            </a:pPr>
            <a:endParaRPr sz="1200" dirty="0">
              <a:solidFill>
                <a:srgbClr val="3D4965"/>
              </a:solidFill>
              <a:latin typeface="Dosis"/>
              <a:ea typeface="Dosis"/>
              <a:cs typeface="Dosis"/>
              <a:sym typeface="Dosis"/>
            </a:endParaRPr>
          </a:p>
        </p:txBody>
      </p:sp>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3</a:t>
            </a:fld>
            <a:endParaRPr/>
          </a:p>
        </p:txBody>
      </p:sp>
      <p:pic>
        <p:nvPicPr>
          <p:cNvPr id="3" name="圖片 2">
            <a:extLst>
              <a:ext uri="{FF2B5EF4-FFF2-40B4-BE49-F238E27FC236}">
                <a16:creationId xmlns="" xmlns:a16="http://schemas.microsoft.com/office/drawing/2014/main" id="{E1B3724E-3014-44CB-9E8E-609D64B247CA}"/>
              </a:ext>
            </a:extLst>
          </p:cNvPr>
          <p:cNvPicPr>
            <a:picLocks noChangeAspect="1"/>
          </p:cNvPicPr>
          <p:nvPr/>
        </p:nvPicPr>
        <p:blipFill>
          <a:blip r:embed="rId3"/>
          <a:stretch>
            <a:fillRect/>
          </a:stretch>
        </p:blipFill>
        <p:spPr>
          <a:xfrm>
            <a:off x="305687" y="1246703"/>
            <a:ext cx="7024876" cy="3078173"/>
          </a:xfrm>
          <a:prstGeom prst="rect">
            <a:avLst/>
          </a:prstGeom>
        </p:spPr>
      </p:pic>
    </p:spTree>
    <p:extLst>
      <p:ext uri="{BB962C8B-B14F-4D97-AF65-F5344CB8AC3E}">
        <p14:creationId xmlns:p14="http://schemas.microsoft.com/office/powerpoint/2010/main" val="28639642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13"/>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3600" dirty="0"/>
              <a:t>INTRODUCTION</a:t>
            </a:r>
            <a:endParaRPr sz="3600" dirty="0"/>
          </a:p>
        </p:txBody>
      </p:sp>
      <p:sp>
        <p:nvSpPr>
          <p:cNvPr id="531" name="Google Shape;531;p13"/>
          <p:cNvSpPr txBox="1"/>
          <p:nvPr/>
        </p:nvSpPr>
        <p:spPr>
          <a:xfrm>
            <a:off x="747925" y="1251813"/>
            <a:ext cx="6331531" cy="3666662"/>
          </a:xfrm>
          <a:prstGeom prst="rect">
            <a:avLst/>
          </a:prstGeom>
          <a:noFill/>
          <a:ln>
            <a:noFill/>
          </a:ln>
        </p:spPr>
        <p:txBody>
          <a:bodyPr spcFirstLastPara="1" wrap="square" lIns="91425" tIns="91425" rIns="91425" bIns="91425" anchor="t" anchorCtr="0">
            <a:noAutofit/>
          </a:bodyPr>
          <a:lstStyle/>
          <a:p>
            <a:pPr lvl="0">
              <a:spcBef>
                <a:spcPts val="600"/>
              </a:spcBef>
              <a:buClr>
                <a:schemeClr val="dk1"/>
              </a:buClr>
              <a:buSzPts val="1100"/>
            </a:pPr>
            <a:r>
              <a:rPr lang="en-US" altLang="zh-TW" sz="1600" dirty="0">
                <a:solidFill>
                  <a:srgbClr val="3D4965"/>
                </a:solidFill>
                <a:latin typeface="Dosis"/>
                <a:ea typeface="Dosis"/>
                <a:cs typeface="Dosis"/>
                <a:sym typeface="Dosis"/>
              </a:rPr>
              <a:t>This work aims to design </a:t>
            </a:r>
            <a:r>
              <a:rPr lang="en-US" altLang="zh-TW" sz="1600" dirty="0">
                <a:solidFill>
                  <a:srgbClr val="00B050"/>
                </a:solidFill>
                <a:latin typeface="Dosis"/>
                <a:ea typeface="Dosis"/>
                <a:cs typeface="Dosis"/>
                <a:sym typeface="Dosis"/>
              </a:rPr>
              <a:t>QoS-guaranteed</a:t>
            </a:r>
            <a:r>
              <a:rPr lang="en-US" altLang="zh-TW" sz="1600" dirty="0">
                <a:solidFill>
                  <a:srgbClr val="3D4965"/>
                </a:solidFill>
                <a:latin typeface="Dosis"/>
                <a:ea typeface="Dosis"/>
                <a:cs typeface="Dosis"/>
                <a:sym typeface="Dosis"/>
              </a:rPr>
              <a:t> user scheduling scheme for BMSNs, with special consideration on </a:t>
            </a:r>
            <a:r>
              <a:rPr lang="en-US" altLang="zh-TW" sz="1600" dirty="0">
                <a:solidFill>
                  <a:srgbClr val="00B050"/>
                </a:solidFill>
                <a:latin typeface="Dosis"/>
                <a:ea typeface="Dosis"/>
                <a:cs typeface="Dosis"/>
                <a:sym typeface="Dosis"/>
              </a:rPr>
              <a:t>load balancing</a:t>
            </a:r>
            <a:r>
              <a:rPr lang="en-US" altLang="zh-TW" sz="1600" dirty="0">
                <a:solidFill>
                  <a:srgbClr val="3D4965"/>
                </a:solidFill>
                <a:latin typeface="Dosis"/>
                <a:ea typeface="Dosis"/>
                <a:cs typeface="Dosis"/>
                <a:sym typeface="Dosis"/>
              </a:rPr>
              <a:t>. </a:t>
            </a:r>
          </a:p>
          <a:p>
            <a:pPr lvl="0">
              <a:spcBef>
                <a:spcPts val="600"/>
              </a:spcBef>
              <a:buClr>
                <a:schemeClr val="dk1"/>
              </a:buClr>
              <a:buSzPts val="1100"/>
            </a:pPr>
            <a:endParaRPr lang="en-US" altLang="zh-TW" sz="1600" dirty="0">
              <a:solidFill>
                <a:srgbClr val="3D4965"/>
              </a:solidFill>
              <a:latin typeface="Dosis"/>
              <a:ea typeface="Dosis"/>
              <a:cs typeface="Dosis"/>
              <a:sym typeface="Dosis"/>
            </a:endParaRPr>
          </a:p>
          <a:p>
            <a:pPr lvl="0">
              <a:spcBef>
                <a:spcPts val="600"/>
              </a:spcBef>
              <a:buClr>
                <a:schemeClr val="dk1"/>
              </a:buClr>
              <a:buSzPts val="1100"/>
            </a:pPr>
            <a:r>
              <a:rPr lang="en-US" altLang="zh-TW" sz="1600" dirty="0">
                <a:solidFill>
                  <a:srgbClr val="00B050"/>
                </a:solidFill>
                <a:latin typeface="Dosis"/>
                <a:ea typeface="Dosis"/>
                <a:cs typeface="Dosis"/>
                <a:sym typeface="Dosis"/>
              </a:rPr>
              <a:t>Real-time</a:t>
            </a:r>
            <a:r>
              <a:rPr lang="en-US" altLang="zh-TW" sz="1600" dirty="0">
                <a:solidFill>
                  <a:srgbClr val="3D4965"/>
                </a:solidFill>
                <a:latin typeface="Dosis"/>
                <a:ea typeface="Dosis"/>
                <a:cs typeface="Dosis"/>
                <a:sym typeface="Dosis"/>
              </a:rPr>
              <a:t> traffics with stringent delay requirements are concerned, including VoIP and MPEG. </a:t>
            </a:r>
          </a:p>
          <a:p>
            <a:pPr lvl="0">
              <a:spcBef>
                <a:spcPts val="600"/>
              </a:spcBef>
              <a:buClr>
                <a:schemeClr val="dk1"/>
              </a:buClr>
              <a:buSzPts val="1100"/>
            </a:pPr>
            <a:endParaRPr lang="en-US" altLang="zh-TW" sz="1600" dirty="0">
              <a:solidFill>
                <a:srgbClr val="3D4965"/>
              </a:solidFill>
              <a:latin typeface="Dosis"/>
              <a:ea typeface="Dosis"/>
              <a:cs typeface="Dosis"/>
              <a:sym typeface="Dosis"/>
            </a:endParaRPr>
          </a:p>
          <a:p>
            <a:pPr lvl="0">
              <a:spcBef>
                <a:spcPts val="600"/>
              </a:spcBef>
              <a:buClr>
                <a:schemeClr val="dk1"/>
              </a:buClr>
              <a:buSzPts val="1100"/>
            </a:pPr>
            <a:r>
              <a:rPr lang="en-US" altLang="zh-TW" sz="1600" dirty="0">
                <a:solidFill>
                  <a:srgbClr val="3D4965"/>
                </a:solidFill>
                <a:latin typeface="Dosis"/>
                <a:ea typeface="Dosis"/>
                <a:cs typeface="Dosis"/>
                <a:sym typeface="Dosis"/>
              </a:rPr>
              <a:t>We first consider searching for unused resources in </a:t>
            </a:r>
            <a:r>
              <a:rPr lang="en-US" altLang="zh-TW" sz="1600" dirty="0">
                <a:solidFill>
                  <a:srgbClr val="00B050"/>
                </a:solidFill>
                <a:latin typeface="Dosis"/>
                <a:ea typeface="Dosis"/>
                <a:cs typeface="Dosis"/>
                <a:sym typeface="Dosis"/>
              </a:rPr>
              <a:t>neighboring beams</a:t>
            </a:r>
            <a:r>
              <a:rPr lang="en-US" altLang="zh-TW" sz="1600" dirty="0">
                <a:solidFill>
                  <a:srgbClr val="3D4965"/>
                </a:solidFill>
                <a:latin typeface="Dosis"/>
                <a:ea typeface="Dosis"/>
                <a:cs typeface="Dosis"/>
                <a:sym typeface="Dosis"/>
              </a:rPr>
              <a:t>, and offloading UTs to the beams.</a:t>
            </a:r>
          </a:p>
          <a:p>
            <a:pPr lvl="0">
              <a:spcBef>
                <a:spcPts val="600"/>
              </a:spcBef>
              <a:buClr>
                <a:schemeClr val="dk1"/>
              </a:buClr>
              <a:buSzPts val="1100"/>
            </a:pPr>
            <a:endParaRPr lang="en-US" altLang="zh-TW" sz="1600" dirty="0">
              <a:solidFill>
                <a:srgbClr val="3D4965"/>
              </a:solidFill>
              <a:latin typeface="Dosis"/>
              <a:ea typeface="Dosis"/>
              <a:cs typeface="Dosis"/>
              <a:sym typeface="Dosis"/>
            </a:endParaRPr>
          </a:p>
          <a:p>
            <a:pPr lvl="0">
              <a:spcBef>
                <a:spcPts val="600"/>
              </a:spcBef>
              <a:buClr>
                <a:schemeClr val="dk1"/>
              </a:buClr>
              <a:buSzPts val="1100"/>
            </a:pPr>
            <a:r>
              <a:rPr lang="en-US" altLang="zh-TW" sz="1600" dirty="0">
                <a:solidFill>
                  <a:srgbClr val="3D4965"/>
                </a:solidFill>
                <a:latin typeface="Dosis"/>
                <a:ea typeface="Dosis"/>
                <a:cs typeface="Dosis"/>
                <a:sym typeface="Dosis"/>
              </a:rPr>
              <a:t>If there are no idle resources in neighboring beams, </a:t>
            </a:r>
            <a:r>
              <a:rPr lang="en-US" altLang="zh-TW" sz="1600" dirty="0">
                <a:solidFill>
                  <a:srgbClr val="00B050"/>
                </a:solidFill>
                <a:latin typeface="Dosis"/>
                <a:ea typeface="Dosis"/>
                <a:cs typeface="Dosis"/>
                <a:sym typeface="Dosis"/>
              </a:rPr>
              <a:t>beam hopping </a:t>
            </a:r>
            <a:r>
              <a:rPr lang="en-US" altLang="zh-TW" sz="1600" dirty="0">
                <a:solidFill>
                  <a:srgbClr val="3D4965"/>
                </a:solidFill>
                <a:latin typeface="Dosis"/>
                <a:ea typeface="Dosis"/>
                <a:cs typeface="Dosis"/>
                <a:sym typeface="Dosis"/>
              </a:rPr>
              <a:t>technique is employed to offload UTs in NCA</a:t>
            </a:r>
          </a:p>
          <a:p>
            <a:pPr lvl="0">
              <a:spcBef>
                <a:spcPts val="600"/>
              </a:spcBef>
              <a:buClr>
                <a:schemeClr val="dk1"/>
              </a:buClr>
              <a:buSzPts val="1100"/>
            </a:pPr>
            <a:endParaRPr lang="en-US" sz="1600" dirty="0">
              <a:solidFill>
                <a:srgbClr val="3D4965"/>
              </a:solidFill>
              <a:latin typeface="Dosis"/>
              <a:ea typeface="Dosis"/>
              <a:cs typeface="Dosis"/>
              <a:sym typeface="Dosis"/>
            </a:endParaRPr>
          </a:p>
          <a:p>
            <a:pPr lvl="0">
              <a:spcBef>
                <a:spcPts val="600"/>
              </a:spcBef>
              <a:buClr>
                <a:schemeClr val="dk1"/>
              </a:buClr>
              <a:buSzPts val="1100"/>
            </a:pPr>
            <a:endParaRPr lang="en-US" sz="1600" dirty="0">
              <a:solidFill>
                <a:srgbClr val="3D4965"/>
              </a:solidFill>
              <a:latin typeface="Dosis"/>
              <a:ea typeface="Dosis"/>
              <a:cs typeface="Dosis"/>
              <a:sym typeface="Dosis"/>
            </a:endParaRPr>
          </a:p>
          <a:p>
            <a:pPr lvl="0">
              <a:spcBef>
                <a:spcPts val="600"/>
              </a:spcBef>
              <a:buClr>
                <a:schemeClr val="dk1"/>
              </a:buClr>
              <a:buSzPts val="1100"/>
            </a:pPr>
            <a:endParaRPr sz="1200" dirty="0">
              <a:solidFill>
                <a:srgbClr val="3D4965"/>
              </a:solidFill>
              <a:latin typeface="Dosis"/>
              <a:ea typeface="Dosis"/>
              <a:cs typeface="Dosis"/>
              <a:sym typeface="Dosis"/>
            </a:endParaRPr>
          </a:p>
          <a:p>
            <a:pPr marL="0" lvl="0" indent="0" algn="l" rtl="0">
              <a:spcBef>
                <a:spcPts val="600"/>
              </a:spcBef>
              <a:spcAft>
                <a:spcPts val="0"/>
              </a:spcAft>
              <a:buNone/>
            </a:pPr>
            <a:endParaRPr sz="1200" dirty="0">
              <a:solidFill>
                <a:srgbClr val="3D4965"/>
              </a:solidFill>
              <a:latin typeface="Dosis"/>
              <a:ea typeface="Dosis"/>
              <a:cs typeface="Dosis"/>
              <a:sym typeface="Dosis"/>
            </a:endParaRPr>
          </a:p>
        </p:txBody>
      </p:sp>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4</a:t>
            </a:fld>
            <a:endParaRPr/>
          </a:p>
        </p:txBody>
      </p:sp>
    </p:spTree>
    <p:extLst>
      <p:ext uri="{BB962C8B-B14F-4D97-AF65-F5344CB8AC3E}">
        <p14:creationId xmlns:p14="http://schemas.microsoft.com/office/powerpoint/2010/main" val="2850570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13"/>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3600" dirty="0"/>
              <a:t>Main Contributions</a:t>
            </a:r>
            <a:endParaRPr sz="3600" dirty="0"/>
          </a:p>
        </p:txBody>
      </p:sp>
      <p:sp>
        <p:nvSpPr>
          <p:cNvPr id="531" name="Google Shape;531;p13"/>
          <p:cNvSpPr txBox="1"/>
          <p:nvPr/>
        </p:nvSpPr>
        <p:spPr>
          <a:xfrm>
            <a:off x="747925" y="1252151"/>
            <a:ext cx="6855600" cy="3674076"/>
          </a:xfrm>
          <a:prstGeom prst="rect">
            <a:avLst/>
          </a:prstGeom>
          <a:noFill/>
          <a:ln>
            <a:noFill/>
          </a:ln>
        </p:spPr>
        <p:txBody>
          <a:bodyPr spcFirstLastPara="1" wrap="square" lIns="91425" tIns="91425" rIns="91425" bIns="91425" anchor="t" anchorCtr="0">
            <a:noAutofit/>
          </a:bodyPr>
          <a:lstStyle/>
          <a:p>
            <a:pPr lvl="0">
              <a:spcBef>
                <a:spcPts val="600"/>
              </a:spcBef>
              <a:buClr>
                <a:schemeClr val="dk1"/>
              </a:buClr>
              <a:buSzPts val="1100"/>
            </a:pPr>
            <a:r>
              <a:rPr lang="en-US" sz="1800" b="1" dirty="0">
                <a:solidFill>
                  <a:srgbClr val="3D4965"/>
                </a:solidFill>
                <a:latin typeface="Dosis"/>
                <a:ea typeface="Dosis"/>
                <a:cs typeface="Dosis"/>
                <a:sym typeface="Dosis"/>
              </a:rPr>
              <a:t>A more practical BMSN model</a:t>
            </a:r>
            <a:r>
              <a:rPr lang="zh-TW" altLang="en-US" sz="1800" b="1" dirty="0">
                <a:solidFill>
                  <a:srgbClr val="3D4965"/>
                </a:solidFill>
                <a:latin typeface="Dosis"/>
                <a:ea typeface="Dosis"/>
                <a:cs typeface="Dosis"/>
                <a:sym typeface="Dosis"/>
              </a:rPr>
              <a:t> </a:t>
            </a:r>
            <a:r>
              <a:rPr lang="en-US" sz="1800" b="1" dirty="0">
                <a:solidFill>
                  <a:srgbClr val="3D4965"/>
                </a:solidFill>
                <a:latin typeface="Dosis"/>
                <a:ea typeface="Dosis"/>
                <a:cs typeface="Dosis"/>
                <a:sym typeface="Dosis"/>
              </a:rPr>
              <a:t>–</a:t>
            </a:r>
          </a:p>
          <a:p>
            <a:pPr lvl="0">
              <a:spcBef>
                <a:spcPts val="600"/>
              </a:spcBef>
              <a:buClr>
                <a:schemeClr val="dk1"/>
              </a:buClr>
              <a:buSzPts val="1100"/>
            </a:pPr>
            <a:r>
              <a:rPr lang="en-US" altLang="zh-TW" sz="1800" dirty="0">
                <a:solidFill>
                  <a:srgbClr val="3D4965"/>
                </a:solidFill>
                <a:latin typeface="Dosis"/>
                <a:ea typeface="Dosis"/>
                <a:cs typeface="Dosis"/>
                <a:sym typeface="Dosis"/>
              </a:rPr>
              <a:t>		</a:t>
            </a:r>
            <a:r>
              <a:rPr lang="en-US" altLang="zh-TW" sz="1600" dirty="0">
                <a:solidFill>
                  <a:srgbClr val="3D4965"/>
                </a:solidFill>
                <a:latin typeface="Dosis"/>
                <a:ea typeface="Dosis"/>
                <a:cs typeface="Dosis"/>
                <a:sym typeface="Dosis"/>
              </a:rPr>
              <a:t>A more practical network model is proposed to simulate the uneven distribution of user’s traffic in BMSN. </a:t>
            </a:r>
            <a:endParaRPr lang="en-US" sz="1600" b="1" dirty="0">
              <a:solidFill>
                <a:srgbClr val="3D4965"/>
              </a:solidFill>
              <a:latin typeface="Dosis"/>
              <a:ea typeface="Dosis"/>
              <a:cs typeface="Dosis"/>
              <a:sym typeface="Dosis"/>
            </a:endParaRPr>
          </a:p>
          <a:p>
            <a:pPr lvl="0">
              <a:spcBef>
                <a:spcPts val="600"/>
              </a:spcBef>
              <a:buClr>
                <a:schemeClr val="dk1"/>
              </a:buClr>
              <a:buSzPts val="1100"/>
            </a:pPr>
            <a:r>
              <a:rPr lang="en-US" sz="1800" b="1" dirty="0">
                <a:solidFill>
                  <a:srgbClr val="3D4965"/>
                </a:solidFill>
                <a:latin typeface="Dosis"/>
                <a:ea typeface="Dosis"/>
                <a:cs typeface="Dosis"/>
                <a:sym typeface="Dosis"/>
              </a:rPr>
              <a:t>A novel load balancing scheme -</a:t>
            </a:r>
          </a:p>
          <a:p>
            <a:pPr lvl="0">
              <a:spcBef>
                <a:spcPts val="600"/>
              </a:spcBef>
              <a:buClr>
                <a:schemeClr val="dk1"/>
              </a:buClr>
              <a:buSzPts val="1100"/>
            </a:pPr>
            <a:r>
              <a:rPr lang="en-US" sz="1800" b="1" dirty="0">
                <a:solidFill>
                  <a:srgbClr val="3D4965"/>
                </a:solidFill>
                <a:latin typeface="Dosis"/>
                <a:ea typeface="Dosis"/>
                <a:cs typeface="Dosis"/>
                <a:sym typeface="Dosis"/>
              </a:rPr>
              <a:t>		</a:t>
            </a:r>
            <a:r>
              <a:rPr lang="en-US" altLang="zh-TW" sz="1600" dirty="0">
                <a:solidFill>
                  <a:srgbClr val="3D4965"/>
                </a:solidFill>
                <a:latin typeface="Dosis"/>
                <a:ea typeface="Dosis"/>
                <a:cs typeface="Dosis"/>
                <a:sym typeface="Dosis"/>
              </a:rPr>
              <a:t>Based on the BMSN </a:t>
            </a:r>
            <a:r>
              <a:rPr lang="en-US" altLang="zh-TW" sz="1600" dirty="0" err="1">
                <a:solidFill>
                  <a:srgbClr val="3D4965"/>
                </a:solidFill>
                <a:latin typeface="Dosis"/>
                <a:ea typeface="Dosis"/>
                <a:cs typeface="Dosis"/>
                <a:sym typeface="Dosis"/>
              </a:rPr>
              <a:t>model,we</a:t>
            </a:r>
            <a:r>
              <a:rPr lang="en-US" altLang="zh-TW" sz="1600" dirty="0">
                <a:solidFill>
                  <a:srgbClr val="3D4965"/>
                </a:solidFill>
                <a:latin typeface="Dosis"/>
                <a:ea typeface="Dosis"/>
                <a:cs typeface="Dosis"/>
                <a:sym typeface="Dosis"/>
              </a:rPr>
              <a:t> introduce a QoS provision resource scheduling framework for each beam to simulate the user scheduling scenario. If there are beams which cannot satisfy the QoS requirement, load balancing will be performed among different beams.</a:t>
            </a:r>
          </a:p>
          <a:p>
            <a:pPr lvl="0">
              <a:spcBef>
                <a:spcPts val="600"/>
              </a:spcBef>
              <a:buClr>
                <a:schemeClr val="dk1"/>
              </a:buClr>
              <a:buSzPts val="1100"/>
            </a:pPr>
            <a:r>
              <a:rPr lang="en-US" sz="1800" b="1" dirty="0">
                <a:solidFill>
                  <a:srgbClr val="3D4965"/>
                </a:solidFill>
                <a:latin typeface="Dosis"/>
                <a:ea typeface="Dosis"/>
                <a:cs typeface="Dosis"/>
                <a:sym typeface="Dosis"/>
              </a:rPr>
              <a:t>Performance evaluation-</a:t>
            </a:r>
          </a:p>
          <a:p>
            <a:pPr>
              <a:spcBef>
                <a:spcPts val="600"/>
              </a:spcBef>
              <a:buClr>
                <a:schemeClr val="dk1"/>
              </a:buClr>
              <a:buSzPts val="1100"/>
            </a:pPr>
            <a:r>
              <a:rPr lang="en-US" sz="1800" b="1" dirty="0">
                <a:solidFill>
                  <a:srgbClr val="3D4965"/>
                </a:solidFill>
                <a:latin typeface="Dosis"/>
                <a:ea typeface="Dosis"/>
                <a:cs typeface="Dosis"/>
                <a:sym typeface="Dosis"/>
              </a:rPr>
              <a:t>		</a:t>
            </a:r>
            <a:r>
              <a:rPr lang="en-US" altLang="zh-TW" sz="1600" dirty="0">
                <a:solidFill>
                  <a:srgbClr val="3D4965"/>
                </a:solidFill>
                <a:latin typeface="Dosis"/>
                <a:ea typeface="Dosis"/>
                <a:cs typeface="Dosis"/>
                <a:sym typeface="Dosis"/>
              </a:rPr>
              <a:t>The proposed LB-JABHB provide a 71.25% reduction in average PLR, and improve the average throughput by 13.97% compared with the conventional BMSN.</a:t>
            </a:r>
          </a:p>
          <a:p>
            <a:pPr>
              <a:spcBef>
                <a:spcPts val="600"/>
              </a:spcBef>
              <a:buClr>
                <a:schemeClr val="dk1"/>
              </a:buClr>
              <a:buSzPts val="1100"/>
            </a:pPr>
            <a:endParaRPr lang="en-US" sz="1800" b="1" dirty="0">
              <a:solidFill>
                <a:srgbClr val="3D4965"/>
              </a:solidFill>
              <a:latin typeface="Dosis"/>
              <a:ea typeface="Dosis"/>
              <a:cs typeface="Dosis"/>
              <a:sym typeface="Dosis"/>
            </a:endParaRPr>
          </a:p>
          <a:p>
            <a:pPr lvl="0">
              <a:spcBef>
                <a:spcPts val="600"/>
              </a:spcBef>
              <a:buClr>
                <a:schemeClr val="dk1"/>
              </a:buClr>
              <a:buSzPts val="1100"/>
            </a:pPr>
            <a:r>
              <a:rPr lang="en-US" sz="1600" dirty="0">
                <a:solidFill>
                  <a:srgbClr val="3D4965"/>
                </a:solidFill>
                <a:latin typeface="Dosis"/>
                <a:ea typeface="Dosis"/>
                <a:cs typeface="Dosis"/>
                <a:sym typeface="Dosis"/>
              </a:rPr>
              <a:t>		</a:t>
            </a:r>
            <a:endParaRPr sz="1200" dirty="0">
              <a:solidFill>
                <a:srgbClr val="3D4965"/>
              </a:solidFill>
              <a:latin typeface="Dosis"/>
              <a:ea typeface="Dosis"/>
              <a:cs typeface="Dosis"/>
              <a:sym typeface="Dosis"/>
            </a:endParaRPr>
          </a:p>
        </p:txBody>
      </p:sp>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5</a:t>
            </a:fld>
            <a:endParaRPr/>
          </a:p>
        </p:txBody>
      </p:sp>
    </p:spTree>
    <p:extLst>
      <p:ext uri="{BB962C8B-B14F-4D97-AF65-F5344CB8AC3E}">
        <p14:creationId xmlns:p14="http://schemas.microsoft.com/office/powerpoint/2010/main" val="6157566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15"/>
          <p:cNvSpPr txBox="1">
            <a:spLocks noGrp="1"/>
          </p:cNvSpPr>
          <p:nvPr>
            <p:ph type="ctrTitle"/>
          </p:nvPr>
        </p:nvSpPr>
        <p:spPr>
          <a:xfrm>
            <a:off x="1660970" y="2492272"/>
            <a:ext cx="6960572" cy="1159800"/>
          </a:xfrm>
          <a:prstGeom prst="rect">
            <a:avLst/>
          </a:prstGeom>
        </p:spPr>
        <p:txBody>
          <a:bodyPr spcFirstLastPara="1" wrap="square" lIns="91425" tIns="91425" rIns="91425" bIns="91425" anchor="b" anchorCtr="0">
            <a:noAutofit/>
          </a:bodyPr>
          <a:lstStyle/>
          <a:p>
            <a:r>
              <a:rPr lang="en-US" altLang="zh-TW" dirty="0"/>
              <a:t>System </a:t>
            </a:r>
            <a:r>
              <a:rPr lang="en-US" altLang="zh-TW" dirty="0" err="1"/>
              <a:t>Discription</a:t>
            </a:r>
            <a:endParaRPr lang="en-US" altLang="zh-TW" dirty="0"/>
          </a:p>
        </p:txBody>
      </p:sp>
      <p:sp>
        <p:nvSpPr>
          <p:cNvPr id="6" name="Google Shape;568;p18">
            <a:extLst>
              <a:ext uri="{FF2B5EF4-FFF2-40B4-BE49-F238E27FC236}">
                <a16:creationId xmlns="" xmlns:a16="http://schemas.microsoft.com/office/drawing/2014/main" id="{89103589-7B81-4D2B-BE83-FD58DEB02ADF}"/>
              </a:ext>
            </a:extLst>
          </p:cNvPr>
          <p:cNvSpPr/>
          <p:nvPr/>
        </p:nvSpPr>
        <p:spPr>
          <a:xfrm>
            <a:off x="1443659" y="504511"/>
            <a:ext cx="1323528" cy="1341149"/>
          </a:xfrm>
          <a:custGeom>
            <a:avLst/>
            <a:gdLst/>
            <a:ahLst/>
            <a:cxnLst/>
            <a:rect l="l" t="t" r="r" b="b"/>
            <a:pathLst>
              <a:path w="16449" h="16668" extrusionOk="0">
                <a:moveTo>
                  <a:pt x="12288" y="1995"/>
                </a:moveTo>
                <a:lnTo>
                  <a:pt x="12093" y="2117"/>
                </a:lnTo>
                <a:lnTo>
                  <a:pt x="11923" y="2239"/>
                </a:lnTo>
                <a:lnTo>
                  <a:pt x="11655" y="2531"/>
                </a:lnTo>
                <a:lnTo>
                  <a:pt x="11461" y="2433"/>
                </a:lnTo>
                <a:lnTo>
                  <a:pt x="11874" y="2214"/>
                </a:lnTo>
                <a:lnTo>
                  <a:pt x="12288" y="1995"/>
                </a:lnTo>
                <a:close/>
                <a:moveTo>
                  <a:pt x="13261" y="2239"/>
                </a:moveTo>
                <a:lnTo>
                  <a:pt x="13359" y="2263"/>
                </a:lnTo>
                <a:lnTo>
                  <a:pt x="13456" y="2287"/>
                </a:lnTo>
                <a:lnTo>
                  <a:pt x="13529" y="2336"/>
                </a:lnTo>
                <a:lnTo>
                  <a:pt x="13578" y="2433"/>
                </a:lnTo>
                <a:lnTo>
                  <a:pt x="13626" y="2531"/>
                </a:lnTo>
                <a:lnTo>
                  <a:pt x="13675" y="2725"/>
                </a:lnTo>
                <a:lnTo>
                  <a:pt x="13651" y="2896"/>
                </a:lnTo>
                <a:lnTo>
                  <a:pt x="13626" y="3090"/>
                </a:lnTo>
                <a:lnTo>
                  <a:pt x="13578" y="3285"/>
                </a:lnTo>
                <a:lnTo>
                  <a:pt x="13480" y="3480"/>
                </a:lnTo>
                <a:lnTo>
                  <a:pt x="13383" y="3650"/>
                </a:lnTo>
                <a:lnTo>
                  <a:pt x="13188" y="4015"/>
                </a:lnTo>
                <a:lnTo>
                  <a:pt x="12969" y="3674"/>
                </a:lnTo>
                <a:lnTo>
                  <a:pt x="12702" y="3358"/>
                </a:lnTo>
                <a:lnTo>
                  <a:pt x="12410" y="3066"/>
                </a:lnTo>
                <a:lnTo>
                  <a:pt x="12093" y="2823"/>
                </a:lnTo>
                <a:lnTo>
                  <a:pt x="12288" y="2677"/>
                </a:lnTo>
                <a:lnTo>
                  <a:pt x="12483" y="2531"/>
                </a:lnTo>
                <a:lnTo>
                  <a:pt x="12726" y="2385"/>
                </a:lnTo>
                <a:lnTo>
                  <a:pt x="12945" y="2287"/>
                </a:lnTo>
                <a:lnTo>
                  <a:pt x="13164" y="2239"/>
                </a:lnTo>
                <a:close/>
                <a:moveTo>
                  <a:pt x="7981" y="3699"/>
                </a:moveTo>
                <a:lnTo>
                  <a:pt x="7981" y="3723"/>
                </a:lnTo>
                <a:lnTo>
                  <a:pt x="7932" y="3723"/>
                </a:lnTo>
                <a:lnTo>
                  <a:pt x="7908" y="3747"/>
                </a:lnTo>
                <a:lnTo>
                  <a:pt x="7835" y="3796"/>
                </a:lnTo>
                <a:lnTo>
                  <a:pt x="7786" y="3845"/>
                </a:lnTo>
                <a:lnTo>
                  <a:pt x="7738" y="3918"/>
                </a:lnTo>
                <a:lnTo>
                  <a:pt x="7689" y="3991"/>
                </a:lnTo>
                <a:lnTo>
                  <a:pt x="7689" y="4064"/>
                </a:lnTo>
                <a:lnTo>
                  <a:pt x="7689" y="4088"/>
                </a:lnTo>
                <a:lnTo>
                  <a:pt x="7689" y="4112"/>
                </a:lnTo>
                <a:lnTo>
                  <a:pt x="7689" y="4137"/>
                </a:lnTo>
                <a:lnTo>
                  <a:pt x="7689" y="4161"/>
                </a:lnTo>
                <a:lnTo>
                  <a:pt x="7689" y="4307"/>
                </a:lnTo>
                <a:lnTo>
                  <a:pt x="7738" y="4453"/>
                </a:lnTo>
                <a:lnTo>
                  <a:pt x="7786" y="4526"/>
                </a:lnTo>
                <a:lnTo>
                  <a:pt x="7859" y="4574"/>
                </a:lnTo>
                <a:lnTo>
                  <a:pt x="8030" y="4672"/>
                </a:lnTo>
                <a:lnTo>
                  <a:pt x="8176" y="4720"/>
                </a:lnTo>
                <a:lnTo>
                  <a:pt x="8297" y="4720"/>
                </a:lnTo>
                <a:lnTo>
                  <a:pt x="8395" y="4696"/>
                </a:lnTo>
                <a:lnTo>
                  <a:pt x="8492" y="4672"/>
                </a:lnTo>
                <a:lnTo>
                  <a:pt x="8589" y="4599"/>
                </a:lnTo>
                <a:lnTo>
                  <a:pt x="8662" y="4526"/>
                </a:lnTo>
                <a:lnTo>
                  <a:pt x="8711" y="4429"/>
                </a:lnTo>
                <a:lnTo>
                  <a:pt x="8711" y="4307"/>
                </a:lnTo>
                <a:lnTo>
                  <a:pt x="8711" y="4185"/>
                </a:lnTo>
                <a:lnTo>
                  <a:pt x="8662" y="4064"/>
                </a:lnTo>
                <a:lnTo>
                  <a:pt x="8614" y="3942"/>
                </a:lnTo>
                <a:lnTo>
                  <a:pt x="8541" y="3845"/>
                </a:lnTo>
                <a:lnTo>
                  <a:pt x="8468" y="3772"/>
                </a:lnTo>
                <a:lnTo>
                  <a:pt x="8370" y="3723"/>
                </a:lnTo>
                <a:lnTo>
                  <a:pt x="8273" y="3699"/>
                </a:lnTo>
                <a:close/>
                <a:moveTo>
                  <a:pt x="9830" y="3966"/>
                </a:moveTo>
                <a:lnTo>
                  <a:pt x="9709" y="3991"/>
                </a:lnTo>
                <a:lnTo>
                  <a:pt x="9611" y="4064"/>
                </a:lnTo>
                <a:lnTo>
                  <a:pt x="9538" y="4161"/>
                </a:lnTo>
                <a:lnTo>
                  <a:pt x="9514" y="4258"/>
                </a:lnTo>
                <a:lnTo>
                  <a:pt x="9490" y="4356"/>
                </a:lnTo>
                <a:lnTo>
                  <a:pt x="9514" y="4453"/>
                </a:lnTo>
                <a:lnTo>
                  <a:pt x="9563" y="4574"/>
                </a:lnTo>
                <a:lnTo>
                  <a:pt x="9636" y="4647"/>
                </a:lnTo>
                <a:lnTo>
                  <a:pt x="9757" y="4720"/>
                </a:lnTo>
                <a:lnTo>
                  <a:pt x="9879" y="4745"/>
                </a:lnTo>
                <a:lnTo>
                  <a:pt x="10025" y="4696"/>
                </a:lnTo>
                <a:lnTo>
                  <a:pt x="10098" y="4672"/>
                </a:lnTo>
                <a:lnTo>
                  <a:pt x="10147" y="4623"/>
                </a:lnTo>
                <a:lnTo>
                  <a:pt x="10244" y="4502"/>
                </a:lnTo>
                <a:lnTo>
                  <a:pt x="10268" y="4429"/>
                </a:lnTo>
                <a:lnTo>
                  <a:pt x="10268" y="4356"/>
                </a:lnTo>
                <a:lnTo>
                  <a:pt x="10244" y="4234"/>
                </a:lnTo>
                <a:lnTo>
                  <a:pt x="10220" y="4161"/>
                </a:lnTo>
                <a:lnTo>
                  <a:pt x="10147" y="4064"/>
                </a:lnTo>
                <a:lnTo>
                  <a:pt x="10074" y="4015"/>
                </a:lnTo>
                <a:lnTo>
                  <a:pt x="9952" y="3966"/>
                </a:lnTo>
                <a:close/>
                <a:moveTo>
                  <a:pt x="9125" y="5572"/>
                </a:moveTo>
                <a:lnTo>
                  <a:pt x="9003" y="5596"/>
                </a:lnTo>
                <a:lnTo>
                  <a:pt x="8881" y="5669"/>
                </a:lnTo>
                <a:lnTo>
                  <a:pt x="8808" y="5791"/>
                </a:lnTo>
                <a:lnTo>
                  <a:pt x="8784" y="5913"/>
                </a:lnTo>
                <a:lnTo>
                  <a:pt x="8808" y="6034"/>
                </a:lnTo>
                <a:lnTo>
                  <a:pt x="8881" y="6156"/>
                </a:lnTo>
                <a:lnTo>
                  <a:pt x="9003" y="6229"/>
                </a:lnTo>
                <a:lnTo>
                  <a:pt x="9125" y="6253"/>
                </a:lnTo>
                <a:lnTo>
                  <a:pt x="9246" y="6229"/>
                </a:lnTo>
                <a:lnTo>
                  <a:pt x="9368" y="6156"/>
                </a:lnTo>
                <a:lnTo>
                  <a:pt x="9441" y="6034"/>
                </a:lnTo>
                <a:lnTo>
                  <a:pt x="9465" y="5913"/>
                </a:lnTo>
                <a:lnTo>
                  <a:pt x="9441" y="5791"/>
                </a:lnTo>
                <a:lnTo>
                  <a:pt x="9368" y="5669"/>
                </a:lnTo>
                <a:lnTo>
                  <a:pt x="9246" y="5596"/>
                </a:lnTo>
                <a:lnTo>
                  <a:pt x="9125" y="5572"/>
                </a:lnTo>
                <a:close/>
                <a:moveTo>
                  <a:pt x="5013" y="9441"/>
                </a:moveTo>
                <a:lnTo>
                  <a:pt x="4842" y="9538"/>
                </a:lnTo>
                <a:lnTo>
                  <a:pt x="4672" y="9684"/>
                </a:lnTo>
                <a:lnTo>
                  <a:pt x="4502" y="9855"/>
                </a:lnTo>
                <a:lnTo>
                  <a:pt x="4356" y="10025"/>
                </a:lnTo>
                <a:lnTo>
                  <a:pt x="4112" y="10414"/>
                </a:lnTo>
                <a:lnTo>
                  <a:pt x="3918" y="10779"/>
                </a:lnTo>
                <a:lnTo>
                  <a:pt x="3723" y="11144"/>
                </a:lnTo>
                <a:lnTo>
                  <a:pt x="3650" y="11363"/>
                </a:lnTo>
                <a:lnTo>
                  <a:pt x="3553" y="11582"/>
                </a:lnTo>
                <a:lnTo>
                  <a:pt x="3504" y="11826"/>
                </a:lnTo>
                <a:lnTo>
                  <a:pt x="3480" y="12045"/>
                </a:lnTo>
                <a:lnTo>
                  <a:pt x="3480" y="12239"/>
                </a:lnTo>
                <a:lnTo>
                  <a:pt x="3528" y="12337"/>
                </a:lnTo>
                <a:lnTo>
                  <a:pt x="3577" y="12410"/>
                </a:lnTo>
                <a:lnTo>
                  <a:pt x="3601" y="12434"/>
                </a:lnTo>
                <a:lnTo>
                  <a:pt x="3626" y="12458"/>
                </a:lnTo>
                <a:lnTo>
                  <a:pt x="3650" y="12434"/>
                </a:lnTo>
                <a:lnTo>
                  <a:pt x="3674" y="12410"/>
                </a:lnTo>
                <a:lnTo>
                  <a:pt x="3747" y="12288"/>
                </a:lnTo>
                <a:lnTo>
                  <a:pt x="3772" y="12166"/>
                </a:lnTo>
                <a:lnTo>
                  <a:pt x="3820" y="11874"/>
                </a:lnTo>
                <a:lnTo>
                  <a:pt x="3869" y="11631"/>
                </a:lnTo>
                <a:lnTo>
                  <a:pt x="3966" y="11388"/>
                </a:lnTo>
                <a:lnTo>
                  <a:pt x="4137" y="10925"/>
                </a:lnTo>
                <a:lnTo>
                  <a:pt x="4331" y="10536"/>
                </a:lnTo>
                <a:lnTo>
                  <a:pt x="4575" y="10171"/>
                </a:lnTo>
                <a:lnTo>
                  <a:pt x="4818" y="9830"/>
                </a:lnTo>
                <a:lnTo>
                  <a:pt x="5061" y="9490"/>
                </a:lnTo>
                <a:lnTo>
                  <a:pt x="5061" y="9465"/>
                </a:lnTo>
                <a:lnTo>
                  <a:pt x="5061" y="9441"/>
                </a:lnTo>
                <a:close/>
                <a:moveTo>
                  <a:pt x="9003" y="2287"/>
                </a:moveTo>
                <a:lnTo>
                  <a:pt x="9319" y="2312"/>
                </a:lnTo>
                <a:lnTo>
                  <a:pt x="9611" y="2360"/>
                </a:lnTo>
                <a:lnTo>
                  <a:pt x="9928" y="2409"/>
                </a:lnTo>
                <a:lnTo>
                  <a:pt x="10220" y="2482"/>
                </a:lnTo>
                <a:lnTo>
                  <a:pt x="10512" y="2579"/>
                </a:lnTo>
                <a:lnTo>
                  <a:pt x="10804" y="2677"/>
                </a:lnTo>
                <a:lnTo>
                  <a:pt x="11071" y="2798"/>
                </a:lnTo>
                <a:lnTo>
                  <a:pt x="11339" y="2944"/>
                </a:lnTo>
                <a:lnTo>
                  <a:pt x="11582" y="3066"/>
                </a:lnTo>
                <a:lnTo>
                  <a:pt x="11826" y="3236"/>
                </a:lnTo>
                <a:lnTo>
                  <a:pt x="12020" y="3382"/>
                </a:lnTo>
                <a:lnTo>
                  <a:pt x="12215" y="3577"/>
                </a:lnTo>
                <a:lnTo>
                  <a:pt x="12580" y="3966"/>
                </a:lnTo>
                <a:lnTo>
                  <a:pt x="12921" y="4380"/>
                </a:lnTo>
                <a:lnTo>
                  <a:pt x="12410" y="5012"/>
                </a:lnTo>
                <a:lnTo>
                  <a:pt x="11874" y="5596"/>
                </a:lnTo>
                <a:lnTo>
                  <a:pt x="11339" y="6180"/>
                </a:lnTo>
                <a:lnTo>
                  <a:pt x="10804" y="6764"/>
                </a:lnTo>
                <a:lnTo>
                  <a:pt x="9684" y="7908"/>
                </a:lnTo>
                <a:lnTo>
                  <a:pt x="9149" y="8492"/>
                </a:lnTo>
                <a:lnTo>
                  <a:pt x="8614" y="9076"/>
                </a:lnTo>
                <a:lnTo>
                  <a:pt x="6667" y="11217"/>
                </a:lnTo>
                <a:lnTo>
                  <a:pt x="6302" y="11631"/>
                </a:lnTo>
                <a:lnTo>
                  <a:pt x="5889" y="12045"/>
                </a:lnTo>
                <a:lnTo>
                  <a:pt x="5499" y="12410"/>
                </a:lnTo>
                <a:lnTo>
                  <a:pt x="5061" y="12774"/>
                </a:lnTo>
                <a:lnTo>
                  <a:pt x="5061" y="12774"/>
                </a:lnTo>
                <a:lnTo>
                  <a:pt x="5110" y="12677"/>
                </a:lnTo>
                <a:lnTo>
                  <a:pt x="5329" y="12166"/>
                </a:lnTo>
                <a:lnTo>
                  <a:pt x="5572" y="11631"/>
                </a:lnTo>
                <a:lnTo>
                  <a:pt x="5597" y="11582"/>
                </a:lnTo>
                <a:lnTo>
                  <a:pt x="5548" y="11558"/>
                </a:lnTo>
                <a:lnTo>
                  <a:pt x="5499" y="11534"/>
                </a:lnTo>
                <a:lnTo>
                  <a:pt x="5475" y="11582"/>
                </a:lnTo>
                <a:lnTo>
                  <a:pt x="5183" y="11996"/>
                </a:lnTo>
                <a:lnTo>
                  <a:pt x="4915" y="12434"/>
                </a:lnTo>
                <a:lnTo>
                  <a:pt x="4745" y="12750"/>
                </a:lnTo>
                <a:lnTo>
                  <a:pt x="4648" y="12920"/>
                </a:lnTo>
                <a:lnTo>
                  <a:pt x="4599" y="13091"/>
                </a:lnTo>
                <a:lnTo>
                  <a:pt x="4477" y="13188"/>
                </a:lnTo>
                <a:lnTo>
                  <a:pt x="4404" y="13115"/>
                </a:lnTo>
                <a:lnTo>
                  <a:pt x="4258" y="13042"/>
                </a:lnTo>
                <a:lnTo>
                  <a:pt x="4331" y="12750"/>
                </a:lnTo>
                <a:lnTo>
                  <a:pt x="4404" y="12507"/>
                </a:lnTo>
                <a:lnTo>
                  <a:pt x="4526" y="12264"/>
                </a:lnTo>
                <a:lnTo>
                  <a:pt x="4769" y="11801"/>
                </a:lnTo>
                <a:lnTo>
                  <a:pt x="5232" y="11071"/>
                </a:lnTo>
                <a:lnTo>
                  <a:pt x="5694" y="10366"/>
                </a:lnTo>
                <a:lnTo>
                  <a:pt x="5718" y="10341"/>
                </a:lnTo>
                <a:lnTo>
                  <a:pt x="5694" y="10317"/>
                </a:lnTo>
                <a:lnTo>
                  <a:pt x="5670" y="10293"/>
                </a:lnTo>
                <a:lnTo>
                  <a:pt x="5645" y="10317"/>
                </a:lnTo>
                <a:lnTo>
                  <a:pt x="5037" y="11047"/>
                </a:lnTo>
                <a:lnTo>
                  <a:pt x="4745" y="11412"/>
                </a:lnTo>
                <a:lnTo>
                  <a:pt x="4477" y="11801"/>
                </a:lnTo>
                <a:lnTo>
                  <a:pt x="4331" y="12020"/>
                </a:lnTo>
                <a:lnTo>
                  <a:pt x="4185" y="12288"/>
                </a:lnTo>
                <a:lnTo>
                  <a:pt x="4064" y="12556"/>
                </a:lnTo>
                <a:lnTo>
                  <a:pt x="3966" y="12847"/>
                </a:lnTo>
                <a:lnTo>
                  <a:pt x="3674" y="12604"/>
                </a:lnTo>
                <a:lnTo>
                  <a:pt x="3407" y="12312"/>
                </a:lnTo>
                <a:lnTo>
                  <a:pt x="3188" y="11996"/>
                </a:lnTo>
                <a:lnTo>
                  <a:pt x="2969" y="11655"/>
                </a:lnTo>
                <a:lnTo>
                  <a:pt x="3066" y="11436"/>
                </a:lnTo>
                <a:lnTo>
                  <a:pt x="3139" y="11193"/>
                </a:lnTo>
                <a:lnTo>
                  <a:pt x="3236" y="10950"/>
                </a:lnTo>
                <a:lnTo>
                  <a:pt x="3358" y="10706"/>
                </a:lnTo>
                <a:lnTo>
                  <a:pt x="3626" y="10220"/>
                </a:lnTo>
                <a:lnTo>
                  <a:pt x="3869" y="9782"/>
                </a:lnTo>
                <a:lnTo>
                  <a:pt x="4161" y="9368"/>
                </a:lnTo>
                <a:lnTo>
                  <a:pt x="4453" y="8954"/>
                </a:lnTo>
                <a:lnTo>
                  <a:pt x="4769" y="8565"/>
                </a:lnTo>
                <a:lnTo>
                  <a:pt x="4794" y="8541"/>
                </a:lnTo>
                <a:lnTo>
                  <a:pt x="4769" y="8516"/>
                </a:lnTo>
                <a:lnTo>
                  <a:pt x="4745" y="8492"/>
                </a:lnTo>
                <a:lnTo>
                  <a:pt x="4721" y="8492"/>
                </a:lnTo>
                <a:lnTo>
                  <a:pt x="4331" y="8808"/>
                </a:lnTo>
                <a:lnTo>
                  <a:pt x="3991" y="9149"/>
                </a:lnTo>
                <a:lnTo>
                  <a:pt x="3699" y="9514"/>
                </a:lnTo>
                <a:lnTo>
                  <a:pt x="3407" y="9928"/>
                </a:lnTo>
                <a:lnTo>
                  <a:pt x="3236" y="10195"/>
                </a:lnTo>
                <a:lnTo>
                  <a:pt x="3042" y="10512"/>
                </a:lnTo>
                <a:lnTo>
                  <a:pt x="2871" y="10852"/>
                </a:lnTo>
                <a:lnTo>
                  <a:pt x="2798" y="11047"/>
                </a:lnTo>
                <a:lnTo>
                  <a:pt x="2750" y="11217"/>
                </a:lnTo>
                <a:lnTo>
                  <a:pt x="2579" y="10852"/>
                </a:lnTo>
                <a:lnTo>
                  <a:pt x="2458" y="10487"/>
                </a:lnTo>
                <a:lnTo>
                  <a:pt x="2579" y="10341"/>
                </a:lnTo>
                <a:lnTo>
                  <a:pt x="2652" y="10195"/>
                </a:lnTo>
                <a:lnTo>
                  <a:pt x="2798" y="9830"/>
                </a:lnTo>
                <a:lnTo>
                  <a:pt x="3236" y="8954"/>
                </a:lnTo>
                <a:lnTo>
                  <a:pt x="3455" y="8565"/>
                </a:lnTo>
                <a:lnTo>
                  <a:pt x="3699" y="8200"/>
                </a:lnTo>
                <a:lnTo>
                  <a:pt x="3966" y="7835"/>
                </a:lnTo>
                <a:lnTo>
                  <a:pt x="4185" y="7446"/>
                </a:lnTo>
                <a:lnTo>
                  <a:pt x="4210" y="7421"/>
                </a:lnTo>
                <a:lnTo>
                  <a:pt x="4185" y="7397"/>
                </a:lnTo>
                <a:lnTo>
                  <a:pt x="4161" y="7373"/>
                </a:lnTo>
                <a:lnTo>
                  <a:pt x="4137" y="7397"/>
                </a:lnTo>
                <a:lnTo>
                  <a:pt x="3966" y="7494"/>
                </a:lnTo>
                <a:lnTo>
                  <a:pt x="3820" y="7640"/>
                </a:lnTo>
                <a:lnTo>
                  <a:pt x="3674" y="7786"/>
                </a:lnTo>
                <a:lnTo>
                  <a:pt x="3528" y="7957"/>
                </a:lnTo>
                <a:lnTo>
                  <a:pt x="3285" y="8346"/>
                </a:lnTo>
                <a:lnTo>
                  <a:pt x="3066" y="8687"/>
                </a:lnTo>
                <a:lnTo>
                  <a:pt x="2798" y="9198"/>
                </a:lnTo>
                <a:lnTo>
                  <a:pt x="2555" y="9709"/>
                </a:lnTo>
                <a:lnTo>
                  <a:pt x="2458" y="9928"/>
                </a:lnTo>
                <a:lnTo>
                  <a:pt x="2360" y="10171"/>
                </a:lnTo>
                <a:lnTo>
                  <a:pt x="2239" y="9757"/>
                </a:lnTo>
                <a:lnTo>
                  <a:pt x="2166" y="9368"/>
                </a:lnTo>
                <a:lnTo>
                  <a:pt x="2239" y="9173"/>
                </a:lnTo>
                <a:lnTo>
                  <a:pt x="2385" y="8833"/>
                </a:lnTo>
                <a:lnTo>
                  <a:pt x="2555" y="8492"/>
                </a:lnTo>
                <a:lnTo>
                  <a:pt x="2725" y="8176"/>
                </a:lnTo>
                <a:lnTo>
                  <a:pt x="2920" y="7859"/>
                </a:lnTo>
                <a:lnTo>
                  <a:pt x="3309" y="7300"/>
                </a:lnTo>
                <a:lnTo>
                  <a:pt x="3528" y="7056"/>
                </a:lnTo>
                <a:lnTo>
                  <a:pt x="3747" y="6789"/>
                </a:lnTo>
                <a:lnTo>
                  <a:pt x="3893" y="6667"/>
                </a:lnTo>
                <a:lnTo>
                  <a:pt x="4088" y="6545"/>
                </a:lnTo>
                <a:lnTo>
                  <a:pt x="4234" y="6399"/>
                </a:lnTo>
                <a:lnTo>
                  <a:pt x="4380" y="6253"/>
                </a:lnTo>
                <a:lnTo>
                  <a:pt x="4356" y="6229"/>
                </a:lnTo>
                <a:lnTo>
                  <a:pt x="4283" y="6205"/>
                </a:lnTo>
                <a:lnTo>
                  <a:pt x="4185" y="6180"/>
                </a:lnTo>
                <a:lnTo>
                  <a:pt x="4064" y="6229"/>
                </a:lnTo>
                <a:lnTo>
                  <a:pt x="3942" y="6278"/>
                </a:lnTo>
                <a:lnTo>
                  <a:pt x="3820" y="6375"/>
                </a:lnTo>
                <a:lnTo>
                  <a:pt x="3699" y="6472"/>
                </a:lnTo>
                <a:lnTo>
                  <a:pt x="3455" y="6716"/>
                </a:lnTo>
                <a:lnTo>
                  <a:pt x="3236" y="6983"/>
                </a:lnTo>
                <a:lnTo>
                  <a:pt x="3017" y="7251"/>
                </a:lnTo>
                <a:lnTo>
                  <a:pt x="2750" y="7640"/>
                </a:lnTo>
                <a:lnTo>
                  <a:pt x="2579" y="7908"/>
                </a:lnTo>
                <a:lnTo>
                  <a:pt x="2409" y="8176"/>
                </a:lnTo>
                <a:lnTo>
                  <a:pt x="2239" y="8468"/>
                </a:lnTo>
                <a:lnTo>
                  <a:pt x="2093" y="8784"/>
                </a:lnTo>
                <a:lnTo>
                  <a:pt x="2093" y="8565"/>
                </a:lnTo>
                <a:lnTo>
                  <a:pt x="2093" y="8224"/>
                </a:lnTo>
                <a:lnTo>
                  <a:pt x="2239" y="7835"/>
                </a:lnTo>
                <a:lnTo>
                  <a:pt x="2385" y="7567"/>
                </a:lnTo>
                <a:lnTo>
                  <a:pt x="2506" y="7324"/>
                </a:lnTo>
                <a:lnTo>
                  <a:pt x="2823" y="6837"/>
                </a:lnTo>
                <a:lnTo>
                  <a:pt x="3139" y="6375"/>
                </a:lnTo>
                <a:lnTo>
                  <a:pt x="3309" y="6156"/>
                </a:lnTo>
                <a:lnTo>
                  <a:pt x="3504" y="5961"/>
                </a:lnTo>
                <a:lnTo>
                  <a:pt x="3723" y="5742"/>
                </a:lnTo>
                <a:lnTo>
                  <a:pt x="3942" y="5572"/>
                </a:lnTo>
                <a:lnTo>
                  <a:pt x="4161" y="5402"/>
                </a:lnTo>
                <a:lnTo>
                  <a:pt x="4404" y="5256"/>
                </a:lnTo>
                <a:lnTo>
                  <a:pt x="4429" y="5207"/>
                </a:lnTo>
                <a:lnTo>
                  <a:pt x="4429" y="5158"/>
                </a:lnTo>
                <a:lnTo>
                  <a:pt x="4380" y="5110"/>
                </a:lnTo>
                <a:lnTo>
                  <a:pt x="4331" y="5110"/>
                </a:lnTo>
                <a:lnTo>
                  <a:pt x="4088" y="5207"/>
                </a:lnTo>
                <a:lnTo>
                  <a:pt x="3845" y="5353"/>
                </a:lnTo>
                <a:lnTo>
                  <a:pt x="3626" y="5499"/>
                </a:lnTo>
                <a:lnTo>
                  <a:pt x="3431" y="5645"/>
                </a:lnTo>
                <a:lnTo>
                  <a:pt x="3236" y="5840"/>
                </a:lnTo>
                <a:lnTo>
                  <a:pt x="3042" y="6034"/>
                </a:lnTo>
                <a:lnTo>
                  <a:pt x="2701" y="6424"/>
                </a:lnTo>
                <a:lnTo>
                  <a:pt x="2409" y="6837"/>
                </a:lnTo>
                <a:lnTo>
                  <a:pt x="2166" y="7251"/>
                </a:lnTo>
                <a:lnTo>
                  <a:pt x="2239" y="6910"/>
                </a:lnTo>
                <a:lnTo>
                  <a:pt x="2312" y="6570"/>
                </a:lnTo>
                <a:lnTo>
                  <a:pt x="2409" y="6229"/>
                </a:lnTo>
                <a:lnTo>
                  <a:pt x="2531" y="5888"/>
                </a:lnTo>
                <a:lnTo>
                  <a:pt x="2774" y="5621"/>
                </a:lnTo>
                <a:lnTo>
                  <a:pt x="3042" y="5402"/>
                </a:lnTo>
                <a:lnTo>
                  <a:pt x="3626" y="4964"/>
                </a:lnTo>
                <a:lnTo>
                  <a:pt x="3650" y="4915"/>
                </a:lnTo>
                <a:lnTo>
                  <a:pt x="3650" y="4866"/>
                </a:lnTo>
                <a:lnTo>
                  <a:pt x="3626" y="4818"/>
                </a:lnTo>
                <a:lnTo>
                  <a:pt x="3407" y="4818"/>
                </a:lnTo>
                <a:lnTo>
                  <a:pt x="3261" y="4866"/>
                </a:lnTo>
                <a:lnTo>
                  <a:pt x="3090" y="4939"/>
                </a:lnTo>
                <a:lnTo>
                  <a:pt x="2944" y="5012"/>
                </a:lnTo>
                <a:lnTo>
                  <a:pt x="3236" y="4574"/>
                </a:lnTo>
                <a:lnTo>
                  <a:pt x="3577" y="4161"/>
                </a:lnTo>
                <a:lnTo>
                  <a:pt x="3747" y="3966"/>
                </a:lnTo>
                <a:lnTo>
                  <a:pt x="3942" y="3796"/>
                </a:lnTo>
                <a:lnTo>
                  <a:pt x="4137" y="3626"/>
                </a:lnTo>
                <a:lnTo>
                  <a:pt x="4356" y="3480"/>
                </a:lnTo>
                <a:lnTo>
                  <a:pt x="4623" y="3309"/>
                </a:lnTo>
                <a:lnTo>
                  <a:pt x="4867" y="3163"/>
                </a:lnTo>
                <a:lnTo>
                  <a:pt x="5426" y="2896"/>
                </a:lnTo>
                <a:lnTo>
                  <a:pt x="5986" y="2677"/>
                </a:lnTo>
                <a:lnTo>
                  <a:pt x="6594" y="2506"/>
                </a:lnTo>
                <a:lnTo>
                  <a:pt x="7178" y="2385"/>
                </a:lnTo>
                <a:lnTo>
                  <a:pt x="7786" y="2312"/>
                </a:lnTo>
                <a:lnTo>
                  <a:pt x="8419" y="2287"/>
                </a:lnTo>
                <a:close/>
                <a:moveTo>
                  <a:pt x="2506" y="11947"/>
                </a:moveTo>
                <a:lnTo>
                  <a:pt x="2798" y="12410"/>
                </a:lnTo>
                <a:lnTo>
                  <a:pt x="2969" y="12628"/>
                </a:lnTo>
                <a:lnTo>
                  <a:pt x="3139" y="12823"/>
                </a:lnTo>
                <a:lnTo>
                  <a:pt x="3334" y="12993"/>
                </a:lnTo>
                <a:lnTo>
                  <a:pt x="3528" y="13188"/>
                </a:lnTo>
                <a:lnTo>
                  <a:pt x="3723" y="13334"/>
                </a:lnTo>
                <a:lnTo>
                  <a:pt x="3918" y="13480"/>
                </a:lnTo>
                <a:lnTo>
                  <a:pt x="3528" y="13675"/>
                </a:lnTo>
                <a:lnTo>
                  <a:pt x="3309" y="13748"/>
                </a:lnTo>
                <a:lnTo>
                  <a:pt x="3090" y="13821"/>
                </a:lnTo>
                <a:lnTo>
                  <a:pt x="2871" y="13845"/>
                </a:lnTo>
                <a:lnTo>
                  <a:pt x="2677" y="13845"/>
                </a:lnTo>
                <a:lnTo>
                  <a:pt x="2506" y="13796"/>
                </a:lnTo>
                <a:lnTo>
                  <a:pt x="2409" y="13772"/>
                </a:lnTo>
                <a:lnTo>
                  <a:pt x="2336" y="13723"/>
                </a:lnTo>
                <a:lnTo>
                  <a:pt x="2239" y="13626"/>
                </a:lnTo>
                <a:lnTo>
                  <a:pt x="2190" y="13553"/>
                </a:lnTo>
                <a:lnTo>
                  <a:pt x="2141" y="13456"/>
                </a:lnTo>
                <a:lnTo>
                  <a:pt x="2117" y="13358"/>
                </a:lnTo>
                <a:lnTo>
                  <a:pt x="2117" y="13139"/>
                </a:lnTo>
                <a:lnTo>
                  <a:pt x="2166" y="12896"/>
                </a:lnTo>
                <a:lnTo>
                  <a:pt x="2239" y="12653"/>
                </a:lnTo>
                <a:lnTo>
                  <a:pt x="2336" y="12410"/>
                </a:lnTo>
                <a:lnTo>
                  <a:pt x="2506" y="11947"/>
                </a:lnTo>
                <a:close/>
                <a:moveTo>
                  <a:pt x="14064" y="6570"/>
                </a:moveTo>
                <a:lnTo>
                  <a:pt x="14113" y="6740"/>
                </a:lnTo>
                <a:lnTo>
                  <a:pt x="14162" y="6910"/>
                </a:lnTo>
                <a:lnTo>
                  <a:pt x="14210" y="7105"/>
                </a:lnTo>
                <a:lnTo>
                  <a:pt x="14235" y="7324"/>
                </a:lnTo>
                <a:lnTo>
                  <a:pt x="14235" y="7713"/>
                </a:lnTo>
                <a:lnTo>
                  <a:pt x="14235" y="8078"/>
                </a:lnTo>
                <a:lnTo>
                  <a:pt x="14235" y="8541"/>
                </a:lnTo>
                <a:lnTo>
                  <a:pt x="14210" y="9003"/>
                </a:lnTo>
                <a:lnTo>
                  <a:pt x="14162" y="9465"/>
                </a:lnTo>
                <a:lnTo>
                  <a:pt x="14064" y="9928"/>
                </a:lnTo>
                <a:lnTo>
                  <a:pt x="13943" y="10341"/>
                </a:lnTo>
                <a:lnTo>
                  <a:pt x="13797" y="10731"/>
                </a:lnTo>
                <a:lnTo>
                  <a:pt x="13602" y="11120"/>
                </a:lnTo>
                <a:lnTo>
                  <a:pt x="13383" y="11485"/>
                </a:lnTo>
                <a:lnTo>
                  <a:pt x="13140" y="11850"/>
                </a:lnTo>
                <a:lnTo>
                  <a:pt x="12848" y="12166"/>
                </a:lnTo>
                <a:lnTo>
                  <a:pt x="12556" y="12483"/>
                </a:lnTo>
                <a:lnTo>
                  <a:pt x="12239" y="12799"/>
                </a:lnTo>
                <a:lnTo>
                  <a:pt x="12191" y="12726"/>
                </a:lnTo>
                <a:lnTo>
                  <a:pt x="12142" y="12701"/>
                </a:lnTo>
                <a:lnTo>
                  <a:pt x="12020" y="12628"/>
                </a:lnTo>
                <a:lnTo>
                  <a:pt x="11972" y="12628"/>
                </a:lnTo>
                <a:lnTo>
                  <a:pt x="11947" y="12653"/>
                </a:lnTo>
                <a:lnTo>
                  <a:pt x="11947" y="12677"/>
                </a:lnTo>
                <a:lnTo>
                  <a:pt x="11947" y="12726"/>
                </a:lnTo>
                <a:lnTo>
                  <a:pt x="11996" y="12774"/>
                </a:lnTo>
                <a:lnTo>
                  <a:pt x="12020" y="12823"/>
                </a:lnTo>
                <a:lnTo>
                  <a:pt x="12045" y="12969"/>
                </a:lnTo>
                <a:lnTo>
                  <a:pt x="11680" y="13237"/>
                </a:lnTo>
                <a:lnTo>
                  <a:pt x="11582" y="13018"/>
                </a:lnTo>
                <a:lnTo>
                  <a:pt x="11558" y="12896"/>
                </a:lnTo>
                <a:lnTo>
                  <a:pt x="11534" y="12774"/>
                </a:lnTo>
                <a:lnTo>
                  <a:pt x="11509" y="12726"/>
                </a:lnTo>
                <a:lnTo>
                  <a:pt x="11461" y="12701"/>
                </a:lnTo>
                <a:lnTo>
                  <a:pt x="11412" y="12726"/>
                </a:lnTo>
                <a:lnTo>
                  <a:pt x="11388" y="12774"/>
                </a:lnTo>
                <a:lnTo>
                  <a:pt x="11363" y="13115"/>
                </a:lnTo>
                <a:lnTo>
                  <a:pt x="11363" y="13285"/>
                </a:lnTo>
                <a:lnTo>
                  <a:pt x="11388" y="13431"/>
                </a:lnTo>
                <a:lnTo>
                  <a:pt x="11266" y="13529"/>
                </a:lnTo>
                <a:lnTo>
                  <a:pt x="11096" y="13626"/>
                </a:lnTo>
                <a:lnTo>
                  <a:pt x="11023" y="13310"/>
                </a:lnTo>
                <a:lnTo>
                  <a:pt x="10925" y="12993"/>
                </a:lnTo>
                <a:lnTo>
                  <a:pt x="10877" y="12969"/>
                </a:lnTo>
                <a:lnTo>
                  <a:pt x="10828" y="12993"/>
                </a:lnTo>
                <a:lnTo>
                  <a:pt x="10779" y="13188"/>
                </a:lnTo>
                <a:lnTo>
                  <a:pt x="10779" y="13383"/>
                </a:lnTo>
                <a:lnTo>
                  <a:pt x="10804" y="13577"/>
                </a:lnTo>
                <a:lnTo>
                  <a:pt x="10852" y="13772"/>
                </a:lnTo>
                <a:lnTo>
                  <a:pt x="10487" y="13918"/>
                </a:lnTo>
                <a:lnTo>
                  <a:pt x="10487" y="13821"/>
                </a:lnTo>
                <a:lnTo>
                  <a:pt x="10463" y="13480"/>
                </a:lnTo>
                <a:lnTo>
                  <a:pt x="10439" y="13310"/>
                </a:lnTo>
                <a:lnTo>
                  <a:pt x="10414" y="13139"/>
                </a:lnTo>
                <a:lnTo>
                  <a:pt x="10390" y="13091"/>
                </a:lnTo>
                <a:lnTo>
                  <a:pt x="10293" y="13091"/>
                </a:lnTo>
                <a:lnTo>
                  <a:pt x="10268" y="13139"/>
                </a:lnTo>
                <a:lnTo>
                  <a:pt x="10195" y="13480"/>
                </a:lnTo>
                <a:lnTo>
                  <a:pt x="10195" y="13821"/>
                </a:lnTo>
                <a:lnTo>
                  <a:pt x="10171" y="14040"/>
                </a:lnTo>
                <a:lnTo>
                  <a:pt x="9782" y="14186"/>
                </a:lnTo>
                <a:lnTo>
                  <a:pt x="9806" y="13845"/>
                </a:lnTo>
                <a:lnTo>
                  <a:pt x="9879" y="13504"/>
                </a:lnTo>
                <a:lnTo>
                  <a:pt x="9928" y="13164"/>
                </a:lnTo>
                <a:lnTo>
                  <a:pt x="9952" y="12823"/>
                </a:lnTo>
                <a:lnTo>
                  <a:pt x="9952" y="12774"/>
                </a:lnTo>
                <a:lnTo>
                  <a:pt x="9928" y="12750"/>
                </a:lnTo>
                <a:lnTo>
                  <a:pt x="9879" y="12726"/>
                </a:lnTo>
                <a:lnTo>
                  <a:pt x="9806" y="12750"/>
                </a:lnTo>
                <a:lnTo>
                  <a:pt x="9757" y="12799"/>
                </a:lnTo>
                <a:lnTo>
                  <a:pt x="9636" y="13139"/>
                </a:lnTo>
                <a:lnTo>
                  <a:pt x="9490" y="13504"/>
                </a:lnTo>
                <a:lnTo>
                  <a:pt x="9417" y="13894"/>
                </a:lnTo>
                <a:lnTo>
                  <a:pt x="9392" y="14088"/>
                </a:lnTo>
                <a:lnTo>
                  <a:pt x="9368" y="14283"/>
                </a:lnTo>
                <a:lnTo>
                  <a:pt x="9125" y="14332"/>
                </a:lnTo>
                <a:lnTo>
                  <a:pt x="9125" y="14064"/>
                </a:lnTo>
                <a:lnTo>
                  <a:pt x="9149" y="13821"/>
                </a:lnTo>
                <a:lnTo>
                  <a:pt x="9173" y="13431"/>
                </a:lnTo>
                <a:lnTo>
                  <a:pt x="9222" y="13237"/>
                </a:lnTo>
                <a:lnTo>
                  <a:pt x="9246" y="13139"/>
                </a:lnTo>
                <a:lnTo>
                  <a:pt x="9295" y="13091"/>
                </a:lnTo>
                <a:lnTo>
                  <a:pt x="9295" y="13066"/>
                </a:lnTo>
                <a:lnTo>
                  <a:pt x="9295" y="13042"/>
                </a:lnTo>
                <a:lnTo>
                  <a:pt x="9246" y="13042"/>
                </a:lnTo>
                <a:lnTo>
                  <a:pt x="9173" y="13091"/>
                </a:lnTo>
                <a:lnTo>
                  <a:pt x="9125" y="13139"/>
                </a:lnTo>
                <a:lnTo>
                  <a:pt x="9027" y="13310"/>
                </a:lnTo>
                <a:lnTo>
                  <a:pt x="8954" y="13480"/>
                </a:lnTo>
                <a:lnTo>
                  <a:pt x="8906" y="13650"/>
                </a:lnTo>
                <a:lnTo>
                  <a:pt x="8808" y="13991"/>
                </a:lnTo>
                <a:lnTo>
                  <a:pt x="8784" y="14210"/>
                </a:lnTo>
                <a:lnTo>
                  <a:pt x="8784" y="14405"/>
                </a:lnTo>
                <a:lnTo>
                  <a:pt x="8443" y="14453"/>
                </a:lnTo>
                <a:lnTo>
                  <a:pt x="8443" y="14332"/>
                </a:lnTo>
                <a:lnTo>
                  <a:pt x="8492" y="13894"/>
                </a:lnTo>
                <a:lnTo>
                  <a:pt x="8589" y="13456"/>
                </a:lnTo>
                <a:lnTo>
                  <a:pt x="8735" y="13042"/>
                </a:lnTo>
                <a:lnTo>
                  <a:pt x="8833" y="12847"/>
                </a:lnTo>
                <a:lnTo>
                  <a:pt x="8930" y="12653"/>
                </a:lnTo>
                <a:lnTo>
                  <a:pt x="8930" y="12628"/>
                </a:lnTo>
                <a:lnTo>
                  <a:pt x="8906" y="12580"/>
                </a:lnTo>
                <a:lnTo>
                  <a:pt x="8881" y="12580"/>
                </a:lnTo>
                <a:lnTo>
                  <a:pt x="8857" y="12604"/>
                </a:lnTo>
                <a:lnTo>
                  <a:pt x="8687" y="12799"/>
                </a:lnTo>
                <a:lnTo>
                  <a:pt x="8516" y="12993"/>
                </a:lnTo>
                <a:lnTo>
                  <a:pt x="8395" y="13237"/>
                </a:lnTo>
                <a:lnTo>
                  <a:pt x="8297" y="13456"/>
                </a:lnTo>
                <a:lnTo>
                  <a:pt x="8200" y="13723"/>
                </a:lnTo>
                <a:lnTo>
                  <a:pt x="8127" y="13967"/>
                </a:lnTo>
                <a:lnTo>
                  <a:pt x="8103" y="14234"/>
                </a:lnTo>
                <a:lnTo>
                  <a:pt x="8078" y="14478"/>
                </a:lnTo>
                <a:lnTo>
                  <a:pt x="7762" y="14502"/>
                </a:lnTo>
                <a:lnTo>
                  <a:pt x="7811" y="14259"/>
                </a:lnTo>
                <a:lnTo>
                  <a:pt x="7859" y="14113"/>
                </a:lnTo>
                <a:lnTo>
                  <a:pt x="7908" y="13967"/>
                </a:lnTo>
                <a:lnTo>
                  <a:pt x="7957" y="13796"/>
                </a:lnTo>
                <a:lnTo>
                  <a:pt x="7981" y="13650"/>
                </a:lnTo>
                <a:lnTo>
                  <a:pt x="7957" y="13602"/>
                </a:lnTo>
                <a:lnTo>
                  <a:pt x="7932" y="13577"/>
                </a:lnTo>
                <a:lnTo>
                  <a:pt x="7884" y="13577"/>
                </a:lnTo>
                <a:lnTo>
                  <a:pt x="7811" y="13626"/>
                </a:lnTo>
                <a:lnTo>
                  <a:pt x="7738" y="13699"/>
                </a:lnTo>
                <a:lnTo>
                  <a:pt x="7689" y="13772"/>
                </a:lnTo>
                <a:lnTo>
                  <a:pt x="7640" y="13869"/>
                </a:lnTo>
                <a:lnTo>
                  <a:pt x="7567" y="14064"/>
                </a:lnTo>
                <a:lnTo>
                  <a:pt x="7519" y="14259"/>
                </a:lnTo>
                <a:lnTo>
                  <a:pt x="7446" y="14526"/>
                </a:lnTo>
                <a:lnTo>
                  <a:pt x="7105" y="14526"/>
                </a:lnTo>
                <a:lnTo>
                  <a:pt x="7129" y="14380"/>
                </a:lnTo>
                <a:lnTo>
                  <a:pt x="7178" y="14210"/>
                </a:lnTo>
                <a:lnTo>
                  <a:pt x="7300" y="13894"/>
                </a:lnTo>
                <a:lnTo>
                  <a:pt x="7421" y="13577"/>
                </a:lnTo>
                <a:lnTo>
                  <a:pt x="7421" y="13529"/>
                </a:lnTo>
                <a:lnTo>
                  <a:pt x="7397" y="13504"/>
                </a:lnTo>
                <a:lnTo>
                  <a:pt x="7324" y="13504"/>
                </a:lnTo>
                <a:lnTo>
                  <a:pt x="7154" y="13650"/>
                </a:lnTo>
                <a:lnTo>
                  <a:pt x="7008" y="13821"/>
                </a:lnTo>
                <a:lnTo>
                  <a:pt x="6886" y="13991"/>
                </a:lnTo>
                <a:lnTo>
                  <a:pt x="6789" y="14210"/>
                </a:lnTo>
                <a:lnTo>
                  <a:pt x="6740" y="14332"/>
                </a:lnTo>
                <a:lnTo>
                  <a:pt x="6716" y="14502"/>
                </a:lnTo>
                <a:lnTo>
                  <a:pt x="6497" y="14453"/>
                </a:lnTo>
                <a:lnTo>
                  <a:pt x="6302" y="14380"/>
                </a:lnTo>
                <a:lnTo>
                  <a:pt x="5889" y="14210"/>
                </a:lnTo>
                <a:lnTo>
                  <a:pt x="7008" y="13358"/>
                </a:lnTo>
                <a:lnTo>
                  <a:pt x="8078" y="12458"/>
                </a:lnTo>
                <a:lnTo>
                  <a:pt x="8881" y="11777"/>
                </a:lnTo>
                <a:lnTo>
                  <a:pt x="9271" y="11436"/>
                </a:lnTo>
                <a:lnTo>
                  <a:pt x="9684" y="11120"/>
                </a:lnTo>
                <a:lnTo>
                  <a:pt x="10463" y="10512"/>
                </a:lnTo>
                <a:lnTo>
                  <a:pt x="10828" y="10195"/>
                </a:lnTo>
                <a:lnTo>
                  <a:pt x="11193" y="9855"/>
                </a:lnTo>
                <a:lnTo>
                  <a:pt x="11388" y="9636"/>
                </a:lnTo>
                <a:lnTo>
                  <a:pt x="11582" y="9417"/>
                </a:lnTo>
                <a:lnTo>
                  <a:pt x="11923" y="8930"/>
                </a:lnTo>
                <a:lnTo>
                  <a:pt x="12264" y="8443"/>
                </a:lnTo>
                <a:lnTo>
                  <a:pt x="12434" y="8200"/>
                </a:lnTo>
                <a:lnTo>
                  <a:pt x="12629" y="7981"/>
                </a:lnTo>
                <a:lnTo>
                  <a:pt x="12969" y="7616"/>
                </a:lnTo>
                <a:lnTo>
                  <a:pt x="13334" y="7251"/>
                </a:lnTo>
                <a:lnTo>
                  <a:pt x="13699" y="6910"/>
                </a:lnTo>
                <a:lnTo>
                  <a:pt x="14064" y="6570"/>
                </a:lnTo>
                <a:close/>
                <a:moveTo>
                  <a:pt x="14356" y="1460"/>
                </a:moveTo>
                <a:lnTo>
                  <a:pt x="14575" y="1509"/>
                </a:lnTo>
                <a:lnTo>
                  <a:pt x="14721" y="1582"/>
                </a:lnTo>
                <a:lnTo>
                  <a:pt x="14843" y="1679"/>
                </a:lnTo>
                <a:lnTo>
                  <a:pt x="14916" y="1825"/>
                </a:lnTo>
                <a:lnTo>
                  <a:pt x="14964" y="1971"/>
                </a:lnTo>
                <a:lnTo>
                  <a:pt x="14989" y="2141"/>
                </a:lnTo>
                <a:lnTo>
                  <a:pt x="14964" y="2312"/>
                </a:lnTo>
                <a:lnTo>
                  <a:pt x="14940" y="2506"/>
                </a:lnTo>
                <a:lnTo>
                  <a:pt x="14867" y="2701"/>
                </a:lnTo>
                <a:lnTo>
                  <a:pt x="14721" y="3090"/>
                </a:lnTo>
                <a:lnTo>
                  <a:pt x="14551" y="3455"/>
                </a:lnTo>
                <a:lnTo>
                  <a:pt x="14381" y="3747"/>
                </a:lnTo>
                <a:lnTo>
                  <a:pt x="14162" y="4112"/>
                </a:lnTo>
                <a:lnTo>
                  <a:pt x="13918" y="4477"/>
                </a:lnTo>
                <a:lnTo>
                  <a:pt x="13432" y="5183"/>
                </a:lnTo>
                <a:lnTo>
                  <a:pt x="12385" y="6545"/>
                </a:lnTo>
                <a:lnTo>
                  <a:pt x="12045" y="7008"/>
                </a:lnTo>
                <a:lnTo>
                  <a:pt x="11704" y="7421"/>
                </a:lnTo>
                <a:lnTo>
                  <a:pt x="11339" y="7835"/>
                </a:lnTo>
                <a:lnTo>
                  <a:pt x="10950" y="8224"/>
                </a:lnTo>
                <a:lnTo>
                  <a:pt x="10560" y="8614"/>
                </a:lnTo>
                <a:lnTo>
                  <a:pt x="10171" y="9003"/>
                </a:lnTo>
                <a:lnTo>
                  <a:pt x="9319" y="9733"/>
                </a:lnTo>
                <a:lnTo>
                  <a:pt x="8565" y="10341"/>
                </a:lnTo>
                <a:lnTo>
                  <a:pt x="7835" y="10974"/>
                </a:lnTo>
                <a:lnTo>
                  <a:pt x="7129" y="11607"/>
                </a:lnTo>
                <a:lnTo>
                  <a:pt x="6789" y="11947"/>
                </a:lnTo>
                <a:lnTo>
                  <a:pt x="6448" y="12288"/>
                </a:lnTo>
                <a:lnTo>
                  <a:pt x="5791" y="12945"/>
                </a:lnTo>
                <a:lnTo>
                  <a:pt x="5134" y="13602"/>
                </a:lnTo>
                <a:lnTo>
                  <a:pt x="4794" y="13918"/>
                </a:lnTo>
                <a:lnTo>
                  <a:pt x="4429" y="14210"/>
                </a:lnTo>
                <a:lnTo>
                  <a:pt x="4064" y="14478"/>
                </a:lnTo>
                <a:lnTo>
                  <a:pt x="3674" y="14745"/>
                </a:lnTo>
                <a:lnTo>
                  <a:pt x="3431" y="14891"/>
                </a:lnTo>
                <a:lnTo>
                  <a:pt x="3115" y="15037"/>
                </a:lnTo>
                <a:lnTo>
                  <a:pt x="2750" y="15208"/>
                </a:lnTo>
                <a:lnTo>
                  <a:pt x="2360" y="15305"/>
                </a:lnTo>
                <a:lnTo>
                  <a:pt x="2166" y="15354"/>
                </a:lnTo>
                <a:lnTo>
                  <a:pt x="1971" y="15378"/>
                </a:lnTo>
                <a:lnTo>
                  <a:pt x="1776" y="15402"/>
                </a:lnTo>
                <a:lnTo>
                  <a:pt x="1606" y="15378"/>
                </a:lnTo>
                <a:lnTo>
                  <a:pt x="1460" y="15329"/>
                </a:lnTo>
                <a:lnTo>
                  <a:pt x="1314" y="15256"/>
                </a:lnTo>
                <a:lnTo>
                  <a:pt x="1192" y="15159"/>
                </a:lnTo>
                <a:lnTo>
                  <a:pt x="1095" y="15037"/>
                </a:lnTo>
                <a:lnTo>
                  <a:pt x="1022" y="14867"/>
                </a:lnTo>
                <a:lnTo>
                  <a:pt x="973" y="14672"/>
                </a:lnTo>
                <a:lnTo>
                  <a:pt x="973" y="14478"/>
                </a:lnTo>
                <a:lnTo>
                  <a:pt x="973" y="14283"/>
                </a:lnTo>
                <a:lnTo>
                  <a:pt x="998" y="14064"/>
                </a:lnTo>
                <a:lnTo>
                  <a:pt x="1046" y="13869"/>
                </a:lnTo>
                <a:lnTo>
                  <a:pt x="1168" y="13456"/>
                </a:lnTo>
                <a:lnTo>
                  <a:pt x="1752" y="12288"/>
                </a:lnTo>
                <a:lnTo>
                  <a:pt x="2020" y="11753"/>
                </a:lnTo>
                <a:lnTo>
                  <a:pt x="2141" y="11558"/>
                </a:lnTo>
                <a:lnTo>
                  <a:pt x="2190" y="11485"/>
                </a:lnTo>
                <a:lnTo>
                  <a:pt x="2239" y="11436"/>
                </a:lnTo>
                <a:lnTo>
                  <a:pt x="2287" y="11534"/>
                </a:lnTo>
                <a:lnTo>
                  <a:pt x="2263" y="11558"/>
                </a:lnTo>
                <a:lnTo>
                  <a:pt x="1995" y="12118"/>
                </a:lnTo>
                <a:lnTo>
                  <a:pt x="1874" y="12410"/>
                </a:lnTo>
                <a:lnTo>
                  <a:pt x="1776" y="12701"/>
                </a:lnTo>
                <a:lnTo>
                  <a:pt x="1703" y="12993"/>
                </a:lnTo>
                <a:lnTo>
                  <a:pt x="1703" y="13139"/>
                </a:lnTo>
                <a:lnTo>
                  <a:pt x="1703" y="13285"/>
                </a:lnTo>
                <a:lnTo>
                  <a:pt x="1703" y="13431"/>
                </a:lnTo>
                <a:lnTo>
                  <a:pt x="1728" y="13577"/>
                </a:lnTo>
                <a:lnTo>
                  <a:pt x="1776" y="13723"/>
                </a:lnTo>
                <a:lnTo>
                  <a:pt x="1849" y="13869"/>
                </a:lnTo>
                <a:lnTo>
                  <a:pt x="1922" y="13967"/>
                </a:lnTo>
                <a:lnTo>
                  <a:pt x="2020" y="14064"/>
                </a:lnTo>
                <a:lnTo>
                  <a:pt x="2117" y="14137"/>
                </a:lnTo>
                <a:lnTo>
                  <a:pt x="2214" y="14210"/>
                </a:lnTo>
                <a:lnTo>
                  <a:pt x="2336" y="14234"/>
                </a:lnTo>
                <a:lnTo>
                  <a:pt x="2458" y="14283"/>
                </a:lnTo>
                <a:lnTo>
                  <a:pt x="2701" y="14283"/>
                </a:lnTo>
                <a:lnTo>
                  <a:pt x="2969" y="14259"/>
                </a:lnTo>
                <a:lnTo>
                  <a:pt x="3236" y="14210"/>
                </a:lnTo>
                <a:lnTo>
                  <a:pt x="3480" y="14137"/>
                </a:lnTo>
                <a:lnTo>
                  <a:pt x="3674" y="14040"/>
                </a:lnTo>
                <a:lnTo>
                  <a:pt x="4064" y="13869"/>
                </a:lnTo>
                <a:lnTo>
                  <a:pt x="4404" y="13650"/>
                </a:lnTo>
                <a:lnTo>
                  <a:pt x="4745" y="13407"/>
                </a:lnTo>
                <a:lnTo>
                  <a:pt x="5086" y="13139"/>
                </a:lnTo>
                <a:lnTo>
                  <a:pt x="5718" y="12580"/>
                </a:lnTo>
                <a:lnTo>
                  <a:pt x="6351" y="12020"/>
                </a:lnTo>
                <a:lnTo>
                  <a:pt x="7056" y="11315"/>
                </a:lnTo>
                <a:lnTo>
                  <a:pt x="7762" y="10585"/>
                </a:lnTo>
                <a:lnTo>
                  <a:pt x="8443" y="9855"/>
                </a:lnTo>
                <a:lnTo>
                  <a:pt x="9149" y="9125"/>
                </a:lnTo>
                <a:lnTo>
                  <a:pt x="10585" y="7665"/>
                </a:lnTo>
                <a:lnTo>
                  <a:pt x="11315" y="6910"/>
                </a:lnTo>
                <a:lnTo>
                  <a:pt x="12045" y="6180"/>
                </a:lnTo>
                <a:lnTo>
                  <a:pt x="12580" y="5596"/>
                </a:lnTo>
                <a:lnTo>
                  <a:pt x="13091" y="4988"/>
                </a:lnTo>
                <a:lnTo>
                  <a:pt x="13334" y="4672"/>
                </a:lnTo>
                <a:lnTo>
                  <a:pt x="13553" y="4356"/>
                </a:lnTo>
                <a:lnTo>
                  <a:pt x="13772" y="4015"/>
                </a:lnTo>
                <a:lnTo>
                  <a:pt x="13943" y="3674"/>
                </a:lnTo>
                <a:lnTo>
                  <a:pt x="14040" y="3407"/>
                </a:lnTo>
                <a:lnTo>
                  <a:pt x="14113" y="3163"/>
                </a:lnTo>
                <a:lnTo>
                  <a:pt x="14162" y="2896"/>
                </a:lnTo>
                <a:lnTo>
                  <a:pt x="14186" y="2628"/>
                </a:lnTo>
                <a:lnTo>
                  <a:pt x="14137" y="2385"/>
                </a:lnTo>
                <a:lnTo>
                  <a:pt x="14089" y="2263"/>
                </a:lnTo>
                <a:lnTo>
                  <a:pt x="14040" y="2141"/>
                </a:lnTo>
                <a:lnTo>
                  <a:pt x="13967" y="2044"/>
                </a:lnTo>
                <a:lnTo>
                  <a:pt x="13894" y="1947"/>
                </a:lnTo>
                <a:lnTo>
                  <a:pt x="13772" y="1849"/>
                </a:lnTo>
                <a:lnTo>
                  <a:pt x="13651" y="1776"/>
                </a:lnTo>
                <a:lnTo>
                  <a:pt x="13480" y="1703"/>
                </a:lnTo>
                <a:lnTo>
                  <a:pt x="13334" y="1679"/>
                </a:lnTo>
                <a:lnTo>
                  <a:pt x="12994" y="1679"/>
                </a:lnTo>
                <a:lnTo>
                  <a:pt x="13261" y="1606"/>
                </a:lnTo>
                <a:lnTo>
                  <a:pt x="13529" y="1533"/>
                </a:lnTo>
                <a:lnTo>
                  <a:pt x="13821" y="1484"/>
                </a:lnTo>
                <a:lnTo>
                  <a:pt x="14113" y="1460"/>
                </a:lnTo>
                <a:close/>
                <a:moveTo>
                  <a:pt x="15573" y="535"/>
                </a:moveTo>
                <a:lnTo>
                  <a:pt x="15694" y="584"/>
                </a:lnTo>
                <a:lnTo>
                  <a:pt x="15767" y="633"/>
                </a:lnTo>
                <a:lnTo>
                  <a:pt x="15816" y="681"/>
                </a:lnTo>
                <a:lnTo>
                  <a:pt x="15840" y="754"/>
                </a:lnTo>
                <a:lnTo>
                  <a:pt x="15889" y="852"/>
                </a:lnTo>
                <a:lnTo>
                  <a:pt x="15938" y="1119"/>
                </a:lnTo>
                <a:lnTo>
                  <a:pt x="15938" y="1387"/>
                </a:lnTo>
                <a:lnTo>
                  <a:pt x="15913" y="1679"/>
                </a:lnTo>
                <a:lnTo>
                  <a:pt x="15865" y="1971"/>
                </a:lnTo>
                <a:lnTo>
                  <a:pt x="15719" y="2531"/>
                </a:lnTo>
                <a:lnTo>
                  <a:pt x="15548" y="3066"/>
                </a:lnTo>
                <a:lnTo>
                  <a:pt x="15378" y="3577"/>
                </a:lnTo>
                <a:lnTo>
                  <a:pt x="15159" y="4088"/>
                </a:lnTo>
                <a:lnTo>
                  <a:pt x="14916" y="4574"/>
                </a:lnTo>
                <a:lnTo>
                  <a:pt x="14624" y="5061"/>
                </a:lnTo>
                <a:lnTo>
                  <a:pt x="14332" y="5499"/>
                </a:lnTo>
                <a:lnTo>
                  <a:pt x="13991" y="5937"/>
                </a:lnTo>
                <a:lnTo>
                  <a:pt x="13626" y="6351"/>
                </a:lnTo>
                <a:lnTo>
                  <a:pt x="13261" y="6740"/>
                </a:lnTo>
                <a:lnTo>
                  <a:pt x="12604" y="7397"/>
                </a:lnTo>
                <a:lnTo>
                  <a:pt x="12288" y="7738"/>
                </a:lnTo>
                <a:lnTo>
                  <a:pt x="11996" y="8103"/>
                </a:lnTo>
                <a:lnTo>
                  <a:pt x="11363" y="8979"/>
                </a:lnTo>
                <a:lnTo>
                  <a:pt x="11047" y="9392"/>
                </a:lnTo>
                <a:lnTo>
                  <a:pt x="10877" y="9611"/>
                </a:lnTo>
                <a:lnTo>
                  <a:pt x="10682" y="9806"/>
                </a:lnTo>
                <a:lnTo>
                  <a:pt x="10293" y="10122"/>
                </a:lnTo>
                <a:lnTo>
                  <a:pt x="9903" y="10439"/>
                </a:lnTo>
                <a:lnTo>
                  <a:pt x="9100" y="11047"/>
                </a:lnTo>
                <a:lnTo>
                  <a:pt x="8687" y="11388"/>
                </a:lnTo>
                <a:lnTo>
                  <a:pt x="8297" y="11728"/>
                </a:lnTo>
                <a:lnTo>
                  <a:pt x="7519" y="12410"/>
                </a:lnTo>
                <a:lnTo>
                  <a:pt x="6837" y="12969"/>
                </a:lnTo>
                <a:lnTo>
                  <a:pt x="6156" y="13529"/>
                </a:lnTo>
                <a:lnTo>
                  <a:pt x="5475" y="14064"/>
                </a:lnTo>
                <a:lnTo>
                  <a:pt x="4769" y="14575"/>
                </a:lnTo>
                <a:lnTo>
                  <a:pt x="4283" y="14916"/>
                </a:lnTo>
                <a:lnTo>
                  <a:pt x="3796" y="15208"/>
                </a:lnTo>
                <a:lnTo>
                  <a:pt x="3285" y="15500"/>
                </a:lnTo>
                <a:lnTo>
                  <a:pt x="2750" y="15767"/>
                </a:lnTo>
                <a:lnTo>
                  <a:pt x="2287" y="15962"/>
                </a:lnTo>
                <a:lnTo>
                  <a:pt x="2020" y="16059"/>
                </a:lnTo>
                <a:lnTo>
                  <a:pt x="1752" y="16132"/>
                </a:lnTo>
                <a:lnTo>
                  <a:pt x="1484" y="16205"/>
                </a:lnTo>
                <a:lnTo>
                  <a:pt x="1217" y="16230"/>
                </a:lnTo>
                <a:lnTo>
                  <a:pt x="949" y="16205"/>
                </a:lnTo>
                <a:lnTo>
                  <a:pt x="827" y="16181"/>
                </a:lnTo>
                <a:lnTo>
                  <a:pt x="730" y="16132"/>
                </a:lnTo>
                <a:lnTo>
                  <a:pt x="633" y="16084"/>
                </a:lnTo>
                <a:lnTo>
                  <a:pt x="560" y="16011"/>
                </a:lnTo>
                <a:lnTo>
                  <a:pt x="511" y="15938"/>
                </a:lnTo>
                <a:lnTo>
                  <a:pt x="462" y="15840"/>
                </a:lnTo>
                <a:lnTo>
                  <a:pt x="438" y="15646"/>
                </a:lnTo>
                <a:lnTo>
                  <a:pt x="438" y="15402"/>
                </a:lnTo>
                <a:lnTo>
                  <a:pt x="487" y="15159"/>
                </a:lnTo>
                <a:lnTo>
                  <a:pt x="560" y="14891"/>
                </a:lnTo>
                <a:lnTo>
                  <a:pt x="754" y="14405"/>
                </a:lnTo>
                <a:lnTo>
                  <a:pt x="754" y="14599"/>
                </a:lnTo>
                <a:lnTo>
                  <a:pt x="754" y="14794"/>
                </a:lnTo>
                <a:lnTo>
                  <a:pt x="803" y="14964"/>
                </a:lnTo>
                <a:lnTo>
                  <a:pt x="827" y="15110"/>
                </a:lnTo>
                <a:lnTo>
                  <a:pt x="900" y="15232"/>
                </a:lnTo>
                <a:lnTo>
                  <a:pt x="973" y="15354"/>
                </a:lnTo>
                <a:lnTo>
                  <a:pt x="1046" y="15427"/>
                </a:lnTo>
                <a:lnTo>
                  <a:pt x="1144" y="15500"/>
                </a:lnTo>
                <a:lnTo>
                  <a:pt x="1241" y="15573"/>
                </a:lnTo>
                <a:lnTo>
                  <a:pt x="1338" y="15597"/>
                </a:lnTo>
                <a:lnTo>
                  <a:pt x="1460" y="15646"/>
                </a:lnTo>
                <a:lnTo>
                  <a:pt x="1849" y="15646"/>
                </a:lnTo>
                <a:lnTo>
                  <a:pt x="2141" y="15597"/>
                </a:lnTo>
                <a:lnTo>
                  <a:pt x="2433" y="15500"/>
                </a:lnTo>
                <a:lnTo>
                  <a:pt x="2750" y="15402"/>
                </a:lnTo>
                <a:lnTo>
                  <a:pt x="3042" y="15256"/>
                </a:lnTo>
                <a:lnTo>
                  <a:pt x="3626" y="14964"/>
                </a:lnTo>
                <a:lnTo>
                  <a:pt x="4112" y="14648"/>
                </a:lnTo>
                <a:lnTo>
                  <a:pt x="4453" y="14405"/>
                </a:lnTo>
                <a:lnTo>
                  <a:pt x="4794" y="14137"/>
                </a:lnTo>
                <a:lnTo>
                  <a:pt x="5134" y="13845"/>
                </a:lnTo>
                <a:lnTo>
                  <a:pt x="5767" y="13261"/>
                </a:lnTo>
                <a:lnTo>
                  <a:pt x="6375" y="12653"/>
                </a:lnTo>
                <a:lnTo>
                  <a:pt x="6983" y="12045"/>
                </a:lnTo>
                <a:lnTo>
                  <a:pt x="7738" y="11363"/>
                </a:lnTo>
                <a:lnTo>
                  <a:pt x="8492" y="10731"/>
                </a:lnTo>
                <a:lnTo>
                  <a:pt x="9271" y="10098"/>
                </a:lnTo>
                <a:lnTo>
                  <a:pt x="10049" y="9465"/>
                </a:lnTo>
                <a:lnTo>
                  <a:pt x="10439" y="9125"/>
                </a:lnTo>
                <a:lnTo>
                  <a:pt x="10828" y="8760"/>
                </a:lnTo>
                <a:lnTo>
                  <a:pt x="11193" y="8395"/>
                </a:lnTo>
                <a:lnTo>
                  <a:pt x="11558" y="8030"/>
                </a:lnTo>
                <a:lnTo>
                  <a:pt x="11899" y="7665"/>
                </a:lnTo>
                <a:lnTo>
                  <a:pt x="12239" y="7275"/>
                </a:lnTo>
                <a:lnTo>
                  <a:pt x="12896" y="6448"/>
                </a:lnTo>
                <a:lnTo>
                  <a:pt x="13894" y="5110"/>
                </a:lnTo>
                <a:lnTo>
                  <a:pt x="14381" y="4429"/>
                </a:lnTo>
                <a:lnTo>
                  <a:pt x="14599" y="4064"/>
                </a:lnTo>
                <a:lnTo>
                  <a:pt x="14818" y="3723"/>
                </a:lnTo>
                <a:lnTo>
                  <a:pt x="14989" y="3382"/>
                </a:lnTo>
                <a:lnTo>
                  <a:pt x="15159" y="2993"/>
                </a:lnTo>
                <a:lnTo>
                  <a:pt x="15281" y="2604"/>
                </a:lnTo>
                <a:lnTo>
                  <a:pt x="15329" y="2409"/>
                </a:lnTo>
                <a:lnTo>
                  <a:pt x="15378" y="2214"/>
                </a:lnTo>
                <a:lnTo>
                  <a:pt x="15378" y="2020"/>
                </a:lnTo>
                <a:lnTo>
                  <a:pt x="15354" y="1849"/>
                </a:lnTo>
                <a:lnTo>
                  <a:pt x="15305" y="1655"/>
                </a:lnTo>
                <a:lnTo>
                  <a:pt x="15232" y="1509"/>
                </a:lnTo>
                <a:lnTo>
                  <a:pt x="15135" y="1363"/>
                </a:lnTo>
                <a:lnTo>
                  <a:pt x="14989" y="1241"/>
                </a:lnTo>
                <a:lnTo>
                  <a:pt x="14794" y="1144"/>
                </a:lnTo>
                <a:lnTo>
                  <a:pt x="14575" y="1046"/>
                </a:lnTo>
                <a:lnTo>
                  <a:pt x="14332" y="998"/>
                </a:lnTo>
                <a:lnTo>
                  <a:pt x="14089" y="973"/>
                </a:lnTo>
                <a:lnTo>
                  <a:pt x="14818" y="730"/>
                </a:lnTo>
                <a:lnTo>
                  <a:pt x="15110" y="608"/>
                </a:lnTo>
                <a:lnTo>
                  <a:pt x="15281" y="560"/>
                </a:lnTo>
                <a:lnTo>
                  <a:pt x="15427" y="535"/>
                </a:lnTo>
                <a:close/>
                <a:moveTo>
                  <a:pt x="15451" y="0"/>
                </a:moveTo>
                <a:lnTo>
                  <a:pt x="15305" y="24"/>
                </a:lnTo>
                <a:lnTo>
                  <a:pt x="15013" y="97"/>
                </a:lnTo>
                <a:lnTo>
                  <a:pt x="13845" y="462"/>
                </a:lnTo>
                <a:lnTo>
                  <a:pt x="13261" y="657"/>
                </a:lnTo>
                <a:lnTo>
                  <a:pt x="12702" y="876"/>
                </a:lnTo>
                <a:lnTo>
                  <a:pt x="12118" y="1119"/>
                </a:lnTo>
                <a:lnTo>
                  <a:pt x="11582" y="1411"/>
                </a:lnTo>
                <a:lnTo>
                  <a:pt x="11047" y="1703"/>
                </a:lnTo>
                <a:lnTo>
                  <a:pt x="10536" y="2020"/>
                </a:lnTo>
                <a:lnTo>
                  <a:pt x="10512" y="2068"/>
                </a:lnTo>
                <a:lnTo>
                  <a:pt x="10195" y="1971"/>
                </a:lnTo>
                <a:lnTo>
                  <a:pt x="9879" y="1898"/>
                </a:lnTo>
                <a:lnTo>
                  <a:pt x="9246" y="1801"/>
                </a:lnTo>
                <a:lnTo>
                  <a:pt x="8906" y="1776"/>
                </a:lnTo>
                <a:lnTo>
                  <a:pt x="8565" y="1752"/>
                </a:lnTo>
                <a:lnTo>
                  <a:pt x="8224" y="1752"/>
                </a:lnTo>
                <a:lnTo>
                  <a:pt x="7884" y="1776"/>
                </a:lnTo>
                <a:lnTo>
                  <a:pt x="7543" y="1801"/>
                </a:lnTo>
                <a:lnTo>
                  <a:pt x="7178" y="1849"/>
                </a:lnTo>
                <a:lnTo>
                  <a:pt x="6837" y="1898"/>
                </a:lnTo>
                <a:lnTo>
                  <a:pt x="6497" y="1971"/>
                </a:lnTo>
                <a:lnTo>
                  <a:pt x="6181" y="2068"/>
                </a:lnTo>
                <a:lnTo>
                  <a:pt x="5840" y="2166"/>
                </a:lnTo>
                <a:lnTo>
                  <a:pt x="5524" y="2287"/>
                </a:lnTo>
                <a:lnTo>
                  <a:pt x="5207" y="2409"/>
                </a:lnTo>
                <a:lnTo>
                  <a:pt x="4891" y="2555"/>
                </a:lnTo>
                <a:lnTo>
                  <a:pt x="4575" y="2725"/>
                </a:lnTo>
                <a:lnTo>
                  <a:pt x="4283" y="2896"/>
                </a:lnTo>
                <a:lnTo>
                  <a:pt x="3991" y="3090"/>
                </a:lnTo>
                <a:lnTo>
                  <a:pt x="3626" y="3358"/>
                </a:lnTo>
                <a:lnTo>
                  <a:pt x="3285" y="3699"/>
                </a:lnTo>
                <a:lnTo>
                  <a:pt x="2969" y="4039"/>
                </a:lnTo>
                <a:lnTo>
                  <a:pt x="2677" y="4429"/>
                </a:lnTo>
                <a:lnTo>
                  <a:pt x="2433" y="4842"/>
                </a:lnTo>
                <a:lnTo>
                  <a:pt x="2214" y="5256"/>
                </a:lnTo>
                <a:lnTo>
                  <a:pt x="2044" y="5718"/>
                </a:lnTo>
                <a:lnTo>
                  <a:pt x="1874" y="6156"/>
                </a:lnTo>
                <a:lnTo>
                  <a:pt x="1776" y="6351"/>
                </a:lnTo>
                <a:lnTo>
                  <a:pt x="1679" y="6521"/>
                </a:lnTo>
                <a:lnTo>
                  <a:pt x="1630" y="6691"/>
                </a:lnTo>
                <a:lnTo>
                  <a:pt x="1630" y="6862"/>
                </a:lnTo>
                <a:lnTo>
                  <a:pt x="1655" y="6910"/>
                </a:lnTo>
                <a:lnTo>
                  <a:pt x="1703" y="6935"/>
                </a:lnTo>
                <a:lnTo>
                  <a:pt x="1630" y="7348"/>
                </a:lnTo>
                <a:lnTo>
                  <a:pt x="1582" y="7762"/>
                </a:lnTo>
                <a:lnTo>
                  <a:pt x="1557" y="8151"/>
                </a:lnTo>
                <a:lnTo>
                  <a:pt x="1557" y="8565"/>
                </a:lnTo>
                <a:lnTo>
                  <a:pt x="1557" y="8881"/>
                </a:lnTo>
                <a:lnTo>
                  <a:pt x="1606" y="9198"/>
                </a:lnTo>
                <a:lnTo>
                  <a:pt x="1655" y="9514"/>
                </a:lnTo>
                <a:lnTo>
                  <a:pt x="1703" y="9830"/>
                </a:lnTo>
                <a:lnTo>
                  <a:pt x="1776" y="10171"/>
                </a:lnTo>
                <a:lnTo>
                  <a:pt x="1874" y="10487"/>
                </a:lnTo>
                <a:lnTo>
                  <a:pt x="1995" y="10828"/>
                </a:lnTo>
                <a:lnTo>
                  <a:pt x="2117" y="11144"/>
                </a:lnTo>
                <a:lnTo>
                  <a:pt x="2020" y="11193"/>
                </a:lnTo>
                <a:lnTo>
                  <a:pt x="1898" y="11290"/>
                </a:lnTo>
                <a:lnTo>
                  <a:pt x="1776" y="11412"/>
                </a:lnTo>
                <a:lnTo>
                  <a:pt x="1655" y="11607"/>
                </a:lnTo>
                <a:lnTo>
                  <a:pt x="1387" y="12045"/>
                </a:lnTo>
                <a:lnTo>
                  <a:pt x="1119" y="12556"/>
                </a:lnTo>
                <a:lnTo>
                  <a:pt x="876" y="13091"/>
                </a:lnTo>
                <a:lnTo>
                  <a:pt x="657" y="13553"/>
                </a:lnTo>
                <a:lnTo>
                  <a:pt x="414" y="14113"/>
                </a:lnTo>
                <a:lnTo>
                  <a:pt x="243" y="14551"/>
                </a:lnTo>
                <a:lnTo>
                  <a:pt x="97" y="14989"/>
                </a:lnTo>
                <a:lnTo>
                  <a:pt x="49" y="15208"/>
                </a:lnTo>
                <a:lnTo>
                  <a:pt x="0" y="15427"/>
                </a:lnTo>
                <a:lnTo>
                  <a:pt x="0" y="15670"/>
                </a:lnTo>
                <a:lnTo>
                  <a:pt x="49" y="15889"/>
                </a:lnTo>
                <a:lnTo>
                  <a:pt x="97" y="16084"/>
                </a:lnTo>
                <a:lnTo>
                  <a:pt x="195" y="16254"/>
                </a:lnTo>
                <a:lnTo>
                  <a:pt x="316" y="16400"/>
                </a:lnTo>
                <a:lnTo>
                  <a:pt x="487" y="16497"/>
                </a:lnTo>
                <a:lnTo>
                  <a:pt x="657" y="16595"/>
                </a:lnTo>
                <a:lnTo>
                  <a:pt x="827" y="16643"/>
                </a:lnTo>
                <a:lnTo>
                  <a:pt x="1046" y="16668"/>
                </a:lnTo>
                <a:lnTo>
                  <a:pt x="1241" y="16668"/>
                </a:lnTo>
                <a:lnTo>
                  <a:pt x="1509" y="16643"/>
                </a:lnTo>
                <a:lnTo>
                  <a:pt x="1776" y="16570"/>
                </a:lnTo>
                <a:lnTo>
                  <a:pt x="2044" y="16497"/>
                </a:lnTo>
                <a:lnTo>
                  <a:pt x="2312" y="16400"/>
                </a:lnTo>
                <a:lnTo>
                  <a:pt x="2823" y="16157"/>
                </a:lnTo>
                <a:lnTo>
                  <a:pt x="3309" y="15913"/>
                </a:lnTo>
                <a:lnTo>
                  <a:pt x="3796" y="15646"/>
                </a:lnTo>
                <a:lnTo>
                  <a:pt x="4258" y="15378"/>
                </a:lnTo>
                <a:lnTo>
                  <a:pt x="4721" y="15062"/>
                </a:lnTo>
                <a:lnTo>
                  <a:pt x="5183" y="14745"/>
                </a:lnTo>
                <a:lnTo>
                  <a:pt x="5791" y="14307"/>
                </a:lnTo>
                <a:lnTo>
                  <a:pt x="5767" y="14405"/>
                </a:lnTo>
                <a:lnTo>
                  <a:pt x="5767" y="14502"/>
                </a:lnTo>
                <a:lnTo>
                  <a:pt x="5791" y="14599"/>
                </a:lnTo>
                <a:lnTo>
                  <a:pt x="5864" y="14672"/>
                </a:lnTo>
                <a:lnTo>
                  <a:pt x="5937" y="14745"/>
                </a:lnTo>
                <a:lnTo>
                  <a:pt x="6035" y="14794"/>
                </a:lnTo>
                <a:lnTo>
                  <a:pt x="6302" y="14867"/>
                </a:lnTo>
                <a:lnTo>
                  <a:pt x="6594" y="14940"/>
                </a:lnTo>
                <a:lnTo>
                  <a:pt x="6910" y="14964"/>
                </a:lnTo>
                <a:lnTo>
                  <a:pt x="7227" y="14989"/>
                </a:lnTo>
                <a:lnTo>
                  <a:pt x="7543" y="14989"/>
                </a:lnTo>
                <a:lnTo>
                  <a:pt x="7567" y="15037"/>
                </a:lnTo>
                <a:lnTo>
                  <a:pt x="7640" y="15062"/>
                </a:lnTo>
                <a:lnTo>
                  <a:pt x="7689" y="15062"/>
                </a:lnTo>
                <a:lnTo>
                  <a:pt x="7713" y="15037"/>
                </a:lnTo>
                <a:lnTo>
                  <a:pt x="7738" y="14964"/>
                </a:lnTo>
                <a:lnTo>
                  <a:pt x="8127" y="14940"/>
                </a:lnTo>
                <a:lnTo>
                  <a:pt x="8224" y="14940"/>
                </a:lnTo>
                <a:lnTo>
                  <a:pt x="8322" y="14964"/>
                </a:lnTo>
                <a:lnTo>
                  <a:pt x="8395" y="14916"/>
                </a:lnTo>
                <a:lnTo>
                  <a:pt x="8808" y="14867"/>
                </a:lnTo>
                <a:lnTo>
                  <a:pt x="9198" y="14794"/>
                </a:lnTo>
                <a:lnTo>
                  <a:pt x="9611" y="14697"/>
                </a:lnTo>
                <a:lnTo>
                  <a:pt x="10001" y="14599"/>
                </a:lnTo>
                <a:lnTo>
                  <a:pt x="10390" y="14453"/>
                </a:lnTo>
                <a:lnTo>
                  <a:pt x="10779" y="14307"/>
                </a:lnTo>
                <a:lnTo>
                  <a:pt x="11144" y="14137"/>
                </a:lnTo>
                <a:lnTo>
                  <a:pt x="11509" y="13918"/>
                </a:lnTo>
                <a:lnTo>
                  <a:pt x="12020" y="13577"/>
                </a:lnTo>
                <a:lnTo>
                  <a:pt x="12507" y="13164"/>
                </a:lnTo>
                <a:lnTo>
                  <a:pt x="12969" y="12726"/>
                </a:lnTo>
                <a:lnTo>
                  <a:pt x="13359" y="12264"/>
                </a:lnTo>
                <a:lnTo>
                  <a:pt x="13553" y="11996"/>
                </a:lnTo>
                <a:lnTo>
                  <a:pt x="13724" y="11753"/>
                </a:lnTo>
                <a:lnTo>
                  <a:pt x="13894" y="11485"/>
                </a:lnTo>
                <a:lnTo>
                  <a:pt x="14040" y="11193"/>
                </a:lnTo>
                <a:lnTo>
                  <a:pt x="14186" y="10925"/>
                </a:lnTo>
                <a:lnTo>
                  <a:pt x="14308" y="10633"/>
                </a:lnTo>
                <a:lnTo>
                  <a:pt x="14405" y="10341"/>
                </a:lnTo>
                <a:lnTo>
                  <a:pt x="14478" y="10049"/>
                </a:lnTo>
                <a:lnTo>
                  <a:pt x="14599" y="9538"/>
                </a:lnTo>
                <a:lnTo>
                  <a:pt x="14648" y="9003"/>
                </a:lnTo>
                <a:lnTo>
                  <a:pt x="14672" y="8468"/>
                </a:lnTo>
                <a:lnTo>
                  <a:pt x="14697" y="7957"/>
                </a:lnTo>
                <a:lnTo>
                  <a:pt x="14697" y="7519"/>
                </a:lnTo>
                <a:lnTo>
                  <a:pt x="14672" y="7032"/>
                </a:lnTo>
                <a:lnTo>
                  <a:pt x="14624" y="6813"/>
                </a:lnTo>
                <a:lnTo>
                  <a:pt x="14575" y="6594"/>
                </a:lnTo>
                <a:lnTo>
                  <a:pt x="14502" y="6375"/>
                </a:lnTo>
                <a:lnTo>
                  <a:pt x="14381" y="6180"/>
                </a:lnTo>
                <a:lnTo>
                  <a:pt x="14745" y="5718"/>
                </a:lnTo>
                <a:lnTo>
                  <a:pt x="15086" y="5207"/>
                </a:lnTo>
                <a:lnTo>
                  <a:pt x="15378" y="4696"/>
                </a:lnTo>
                <a:lnTo>
                  <a:pt x="15646" y="4185"/>
                </a:lnTo>
                <a:lnTo>
                  <a:pt x="15889" y="3650"/>
                </a:lnTo>
                <a:lnTo>
                  <a:pt x="16084" y="3090"/>
                </a:lnTo>
                <a:lnTo>
                  <a:pt x="16254" y="2506"/>
                </a:lnTo>
                <a:lnTo>
                  <a:pt x="16376" y="1922"/>
                </a:lnTo>
                <a:lnTo>
                  <a:pt x="16449" y="1509"/>
                </a:lnTo>
                <a:lnTo>
                  <a:pt x="16449" y="1290"/>
                </a:lnTo>
                <a:lnTo>
                  <a:pt x="16449" y="1046"/>
                </a:lnTo>
                <a:lnTo>
                  <a:pt x="16424" y="803"/>
                </a:lnTo>
                <a:lnTo>
                  <a:pt x="16376" y="584"/>
                </a:lnTo>
                <a:lnTo>
                  <a:pt x="16303" y="389"/>
                </a:lnTo>
                <a:lnTo>
                  <a:pt x="16230" y="316"/>
                </a:lnTo>
                <a:lnTo>
                  <a:pt x="16157" y="243"/>
                </a:lnTo>
                <a:lnTo>
                  <a:pt x="16035" y="122"/>
                </a:lnTo>
                <a:lnTo>
                  <a:pt x="15889" y="49"/>
                </a:lnTo>
                <a:lnTo>
                  <a:pt x="15767" y="24"/>
                </a:lnTo>
                <a:lnTo>
                  <a:pt x="15621"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 name="Google Shape;569;p18">
            <a:extLst>
              <a:ext uri="{FF2B5EF4-FFF2-40B4-BE49-F238E27FC236}">
                <a16:creationId xmlns="" xmlns:a16="http://schemas.microsoft.com/office/drawing/2014/main" id="{EA6BB172-25C0-4CDB-9E1C-60C0312A2D89}"/>
              </a:ext>
            </a:extLst>
          </p:cNvPr>
          <p:cNvSpPr/>
          <p:nvPr/>
        </p:nvSpPr>
        <p:spPr>
          <a:xfrm rot="1473079">
            <a:off x="240263" y="1174143"/>
            <a:ext cx="773816" cy="753764"/>
          </a:xfrm>
          <a:custGeom>
            <a:avLst/>
            <a:gdLst/>
            <a:ahLst/>
            <a:cxnLst/>
            <a:rect l="l" t="t" r="r" b="b"/>
            <a:pathLst>
              <a:path w="18737" h="18250" extrusionOk="0">
                <a:moveTo>
                  <a:pt x="13554" y="3431"/>
                </a:moveTo>
                <a:lnTo>
                  <a:pt x="13748" y="3456"/>
                </a:lnTo>
                <a:lnTo>
                  <a:pt x="13919" y="3480"/>
                </a:lnTo>
                <a:lnTo>
                  <a:pt x="14308" y="3602"/>
                </a:lnTo>
                <a:lnTo>
                  <a:pt x="14478" y="3675"/>
                </a:lnTo>
                <a:lnTo>
                  <a:pt x="14624" y="3748"/>
                </a:lnTo>
                <a:lnTo>
                  <a:pt x="14746" y="3845"/>
                </a:lnTo>
                <a:lnTo>
                  <a:pt x="14843" y="3967"/>
                </a:lnTo>
                <a:lnTo>
                  <a:pt x="14941" y="4113"/>
                </a:lnTo>
                <a:lnTo>
                  <a:pt x="15038" y="4259"/>
                </a:lnTo>
                <a:lnTo>
                  <a:pt x="15111" y="4405"/>
                </a:lnTo>
                <a:lnTo>
                  <a:pt x="15160" y="4551"/>
                </a:lnTo>
                <a:lnTo>
                  <a:pt x="15184" y="4721"/>
                </a:lnTo>
                <a:lnTo>
                  <a:pt x="15208" y="4891"/>
                </a:lnTo>
                <a:lnTo>
                  <a:pt x="15233" y="5232"/>
                </a:lnTo>
                <a:lnTo>
                  <a:pt x="15160" y="5548"/>
                </a:lnTo>
                <a:lnTo>
                  <a:pt x="15111" y="5719"/>
                </a:lnTo>
                <a:lnTo>
                  <a:pt x="15062" y="5865"/>
                </a:lnTo>
                <a:lnTo>
                  <a:pt x="14916" y="6132"/>
                </a:lnTo>
                <a:lnTo>
                  <a:pt x="14722" y="6351"/>
                </a:lnTo>
                <a:lnTo>
                  <a:pt x="14527" y="6570"/>
                </a:lnTo>
                <a:lnTo>
                  <a:pt x="14284" y="6765"/>
                </a:lnTo>
                <a:lnTo>
                  <a:pt x="13821" y="7130"/>
                </a:lnTo>
                <a:lnTo>
                  <a:pt x="13602" y="7325"/>
                </a:lnTo>
                <a:lnTo>
                  <a:pt x="13408" y="7544"/>
                </a:lnTo>
                <a:lnTo>
                  <a:pt x="12678" y="6984"/>
                </a:lnTo>
                <a:lnTo>
                  <a:pt x="12313" y="6692"/>
                </a:lnTo>
                <a:lnTo>
                  <a:pt x="11948" y="6400"/>
                </a:lnTo>
                <a:lnTo>
                  <a:pt x="11631" y="6108"/>
                </a:lnTo>
                <a:lnTo>
                  <a:pt x="11315" y="5767"/>
                </a:lnTo>
                <a:lnTo>
                  <a:pt x="11023" y="5427"/>
                </a:lnTo>
                <a:lnTo>
                  <a:pt x="10755" y="5037"/>
                </a:lnTo>
                <a:lnTo>
                  <a:pt x="10877" y="4989"/>
                </a:lnTo>
                <a:lnTo>
                  <a:pt x="10999" y="4891"/>
                </a:lnTo>
                <a:lnTo>
                  <a:pt x="11242" y="4697"/>
                </a:lnTo>
                <a:lnTo>
                  <a:pt x="11461" y="4478"/>
                </a:lnTo>
                <a:lnTo>
                  <a:pt x="11656" y="4283"/>
                </a:lnTo>
                <a:lnTo>
                  <a:pt x="12191" y="3869"/>
                </a:lnTo>
                <a:lnTo>
                  <a:pt x="12483" y="3699"/>
                </a:lnTo>
                <a:lnTo>
                  <a:pt x="12775" y="3553"/>
                </a:lnTo>
                <a:lnTo>
                  <a:pt x="12970" y="3480"/>
                </a:lnTo>
                <a:lnTo>
                  <a:pt x="13164" y="3456"/>
                </a:lnTo>
                <a:lnTo>
                  <a:pt x="13359" y="3431"/>
                </a:lnTo>
                <a:close/>
                <a:moveTo>
                  <a:pt x="13529" y="2872"/>
                </a:moveTo>
                <a:lnTo>
                  <a:pt x="13335" y="2896"/>
                </a:lnTo>
                <a:lnTo>
                  <a:pt x="12945" y="2969"/>
                </a:lnTo>
                <a:lnTo>
                  <a:pt x="12556" y="3066"/>
                </a:lnTo>
                <a:lnTo>
                  <a:pt x="12191" y="3237"/>
                </a:lnTo>
                <a:lnTo>
                  <a:pt x="11850" y="3456"/>
                </a:lnTo>
                <a:lnTo>
                  <a:pt x="11607" y="3626"/>
                </a:lnTo>
                <a:lnTo>
                  <a:pt x="11388" y="3821"/>
                </a:lnTo>
                <a:lnTo>
                  <a:pt x="10950" y="4210"/>
                </a:lnTo>
                <a:lnTo>
                  <a:pt x="10658" y="4478"/>
                </a:lnTo>
                <a:lnTo>
                  <a:pt x="10512" y="4648"/>
                </a:lnTo>
                <a:lnTo>
                  <a:pt x="10464" y="4721"/>
                </a:lnTo>
                <a:lnTo>
                  <a:pt x="10464" y="4818"/>
                </a:lnTo>
                <a:lnTo>
                  <a:pt x="10366" y="4843"/>
                </a:lnTo>
                <a:lnTo>
                  <a:pt x="10293" y="4916"/>
                </a:lnTo>
                <a:lnTo>
                  <a:pt x="10245" y="4989"/>
                </a:lnTo>
                <a:lnTo>
                  <a:pt x="10269" y="5110"/>
                </a:lnTo>
                <a:lnTo>
                  <a:pt x="10366" y="5354"/>
                </a:lnTo>
                <a:lnTo>
                  <a:pt x="10488" y="5597"/>
                </a:lnTo>
                <a:lnTo>
                  <a:pt x="10610" y="5816"/>
                </a:lnTo>
                <a:lnTo>
                  <a:pt x="10780" y="6035"/>
                </a:lnTo>
                <a:lnTo>
                  <a:pt x="10950" y="6230"/>
                </a:lnTo>
                <a:lnTo>
                  <a:pt x="11120" y="6449"/>
                </a:lnTo>
                <a:lnTo>
                  <a:pt x="11534" y="6814"/>
                </a:lnTo>
                <a:lnTo>
                  <a:pt x="11972" y="7179"/>
                </a:lnTo>
                <a:lnTo>
                  <a:pt x="12410" y="7519"/>
                </a:lnTo>
                <a:lnTo>
                  <a:pt x="12848" y="7836"/>
                </a:lnTo>
                <a:lnTo>
                  <a:pt x="13262" y="8152"/>
                </a:lnTo>
                <a:lnTo>
                  <a:pt x="13335" y="8201"/>
                </a:lnTo>
                <a:lnTo>
                  <a:pt x="13432" y="8225"/>
                </a:lnTo>
                <a:lnTo>
                  <a:pt x="13505" y="8225"/>
                </a:lnTo>
                <a:lnTo>
                  <a:pt x="13602" y="8201"/>
                </a:lnTo>
                <a:lnTo>
                  <a:pt x="13651" y="8152"/>
                </a:lnTo>
                <a:lnTo>
                  <a:pt x="13724" y="8079"/>
                </a:lnTo>
                <a:lnTo>
                  <a:pt x="13748" y="8006"/>
                </a:lnTo>
                <a:lnTo>
                  <a:pt x="13748" y="7933"/>
                </a:lnTo>
                <a:lnTo>
                  <a:pt x="13943" y="7787"/>
                </a:lnTo>
                <a:lnTo>
                  <a:pt x="14089" y="7665"/>
                </a:lnTo>
                <a:lnTo>
                  <a:pt x="14722" y="7154"/>
                </a:lnTo>
                <a:lnTo>
                  <a:pt x="15014" y="6862"/>
                </a:lnTo>
                <a:lnTo>
                  <a:pt x="15281" y="6546"/>
                </a:lnTo>
                <a:lnTo>
                  <a:pt x="15500" y="6205"/>
                </a:lnTo>
                <a:lnTo>
                  <a:pt x="15598" y="6035"/>
                </a:lnTo>
                <a:lnTo>
                  <a:pt x="15671" y="5840"/>
                </a:lnTo>
                <a:lnTo>
                  <a:pt x="15719" y="5670"/>
                </a:lnTo>
                <a:lnTo>
                  <a:pt x="15768" y="5500"/>
                </a:lnTo>
                <a:lnTo>
                  <a:pt x="15792" y="5305"/>
                </a:lnTo>
                <a:lnTo>
                  <a:pt x="15792" y="5135"/>
                </a:lnTo>
                <a:lnTo>
                  <a:pt x="15768" y="4770"/>
                </a:lnTo>
                <a:lnTo>
                  <a:pt x="15695" y="4429"/>
                </a:lnTo>
                <a:lnTo>
                  <a:pt x="15549" y="4088"/>
                </a:lnTo>
                <a:lnTo>
                  <a:pt x="15379" y="3772"/>
                </a:lnTo>
                <a:lnTo>
                  <a:pt x="15257" y="3626"/>
                </a:lnTo>
                <a:lnTo>
                  <a:pt x="15135" y="3504"/>
                </a:lnTo>
                <a:lnTo>
                  <a:pt x="15014" y="3383"/>
                </a:lnTo>
                <a:lnTo>
                  <a:pt x="14868" y="3261"/>
                </a:lnTo>
                <a:lnTo>
                  <a:pt x="14697" y="3164"/>
                </a:lnTo>
                <a:lnTo>
                  <a:pt x="14503" y="3066"/>
                </a:lnTo>
                <a:lnTo>
                  <a:pt x="14332" y="2993"/>
                </a:lnTo>
                <a:lnTo>
                  <a:pt x="14138" y="2945"/>
                </a:lnTo>
                <a:lnTo>
                  <a:pt x="13943" y="2896"/>
                </a:lnTo>
                <a:lnTo>
                  <a:pt x="13724" y="2872"/>
                </a:lnTo>
                <a:close/>
                <a:moveTo>
                  <a:pt x="5597" y="6814"/>
                </a:moveTo>
                <a:lnTo>
                  <a:pt x="4283" y="8030"/>
                </a:lnTo>
                <a:lnTo>
                  <a:pt x="3675" y="8590"/>
                </a:lnTo>
                <a:lnTo>
                  <a:pt x="3602" y="8468"/>
                </a:lnTo>
                <a:lnTo>
                  <a:pt x="3504" y="8395"/>
                </a:lnTo>
                <a:lnTo>
                  <a:pt x="3285" y="8201"/>
                </a:lnTo>
                <a:lnTo>
                  <a:pt x="2969" y="7860"/>
                </a:lnTo>
                <a:lnTo>
                  <a:pt x="2677" y="7519"/>
                </a:lnTo>
                <a:lnTo>
                  <a:pt x="2410" y="7203"/>
                </a:lnTo>
                <a:lnTo>
                  <a:pt x="2264" y="7057"/>
                </a:lnTo>
                <a:lnTo>
                  <a:pt x="2093" y="6911"/>
                </a:lnTo>
                <a:lnTo>
                  <a:pt x="3821" y="6911"/>
                </a:lnTo>
                <a:lnTo>
                  <a:pt x="4745" y="6862"/>
                </a:lnTo>
                <a:lnTo>
                  <a:pt x="5597" y="6814"/>
                </a:lnTo>
                <a:close/>
                <a:moveTo>
                  <a:pt x="755" y="6911"/>
                </a:moveTo>
                <a:lnTo>
                  <a:pt x="1047" y="6935"/>
                </a:lnTo>
                <a:lnTo>
                  <a:pt x="1315" y="6935"/>
                </a:lnTo>
                <a:lnTo>
                  <a:pt x="1339" y="6984"/>
                </a:lnTo>
                <a:lnTo>
                  <a:pt x="1363" y="7008"/>
                </a:lnTo>
                <a:lnTo>
                  <a:pt x="1582" y="7227"/>
                </a:lnTo>
                <a:lnTo>
                  <a:pt x="1826" y="7422"/>
                </a:lnTo>
                <a:lnTo>
                  <a:pt x="2142" y="7738"/>
                </a:lnTo>
                <a:lnTo>
                  <a:pt x="2434" y="8103"/>
                </a:lnTo>
                <a:lnTo>
                  <a:pt x="2799" y="8541"/>
                </a:lnTo>
                <a:lnTo>
                  <a:pt x="3018" y="8785"/>
                </a:lnTo>
                <a:lnTo>
                  <a:pt x="3139" y="8882"/>
                </a:lnTo>
                <a:lnTo>
                  <a:pt x="3261" y="8955"/>
                </a:lnTo>
                <a:lnTo>
                  <a:pt x="3091" y="9077"/>
                </a:lnTo>
                <a:lnTo>
                  <a:pt x="2993" y="8931"/>
                </a:lnTo>
                <a:lnTo>
                  <a:pt x="2872" y="8785"/>
                </a:lnTo>
                <a:lnTo>
                  <a:pt x="2580" y="8517"/>
                </a:lnTo>
                <a:lnTo>
                  <a:pt x="2020" y="8079"/>
                </a:lnTo>
                <a:lnTo>
                  <a:pt x="1388" y="7495"/>
                </a:lnTo>
                <a:lnTo>
                  <a:pt x="755" y="6911"/>
                </a:lnTo>
                <a:close/>
                <a:moveTo>
                  <a:pt x="9490" y="8760"/>
                </a:moveTo>
                <a:lnTo>
                  <a:pt x="9369" y="8785"/>
                </a:lnTo>
                <a:lnTo>
                  <a:pt x="9271" y="8833"/>
                </a:lnTo>
                <a:lnTo>
                  <a:pt x="9101" y="9004"/>
                </a:lnTo>
                <a:lnTo>
                  <a:pt x="8931" y="9174"/>
                </a:lnTo>
                <a:lnTo>
                  <a:pt x="8760" y="9344"/>
                </a:lnTo>
                <a:lnTo>
                  <a:pt x="8566" y="9515"/>
                </a:lnTo>
                <a:lnTo>
                  <a:pt x="8103" y="9904"/>
                </a:lnTo>
                <a:lnTo>
                  <a:pt x="7617" y="10318"/>
                </a:lnTo>
                <a:lnTo>
                  <a:pt x="7276" y="10609"/>
                </a:lnTo>
                <a:lnTo>
                  <a:pt x="7081" y="10780"/>
                </a:lnTo>
                <a:lnTo>
                  <a:pt x="6887" y="10999"/>
                </a:lnTo>
                <a:lnTo>
                  <a:pt x="6716" y="11193"/>
                </a:lnTo>
                <a:lnTo>
                  <a:pt x="6595" y="11437"/>
                </a:lnTo>
                <a:lnTo>
                  <a:pt x="6570" y="11534"/>
                </a:lnTo>
                <a:lnTo>
                  <a:pt x="6546" y="11656"/>
                </a:lnTo>
                <a:lnTo>
                  <a:pt x="6546" y="11753"/>
                </a:lnTo>
                <a:lnTo>
                  <a:pt x="6570" y="11850"/>
                </a:lnTo>
                <a:lnTo>
                  <a:pt x="6619" y="11948"/>
                </a:lnTo>
                <a:lnTo>
                  <a:pt x="6668" y="11996"/>
                </a:lnTo>
                <a:lnTo>
                  <a:pt x="6765" y="12021"/>
                </a:lnTo>
                <a:lnTo>
                  <a:pt x="6838" y="12021"/>
                </a:lnTo>
                <a:lnTo>
                  <a:pt x="6935" y="11972"/>
                </a:lnTo>
                <a:lnTo>
                  <a:pt x="7033" y="11923"/>
                </a:lnTo>
                <a:lnTo>
                  <a:pt x="7154" y="11777"/>
                </a:lnTo>
                <a:lnTo>
                  <a:pt x="7422" y="11461"/>
                </a:lnTo>
                <a:lnTo>
                  <a:pt x="7641" y="11242"/>
                </a:lnTo>
                <a:lnTo>
                  <a:pt x="7860" y="11023"/>
                </a:lnTo>
                <a:lnTo>
                  <a:pt x="8322" y="10634"/>
                </a:lnTo>
                <a:lnTo>
                  <a:pt x="8736" y="10318"/>
                </a:lnTo>
                <a:lnTo>
                  <a:pt x="9174" y="9977"/>
                </a:lnTo>
                <a:lnTo>
                  <a:pt x="9393" y="9807"/>
                </a:lnTo>
                <a:lnTo>
                  <a:pt x="9563" y="9612"/>
                </a:lnTo>
                <a:lnTo>
                  <a:pt x="9709" y="9393"/>
                </a:lnTo>
                <a:lnTo>
                  <a:pt x="9831" y="9174"/>
                </a:lnTo>
                <a:lnTo>
                  <a:pt x="9855" y="9052"/>
                </a:lnTo>
                <a:lnTo>
                  <a:pt x="9855" y="8931"/>
                </a:lnTo>
                <a:lnTo>
                  <a:pt x="9782" y="8858"/>
                </a:lnTo>
                <a:lnTo>
                  <a:pt x="9709" y="8809"/>
                </a:lnTo>
                <a:lnTo>
                  <a:pt x="9588" y="8760"/>
                </a:lnTo>
                <a:close/>
                <a:moveTo>
                  <a:pt x="2045" y="13359"/>
                </a:moveTo>
                <a:lnTo>
                  <a:pt x="2166" y="13408"/>
                </a:lnTo>
                <a:lnTo>
                  <a:pt x="2166" y="13481"/>
                </a:lnTo>
                <a:lnTo>
                  <a:pt x="2166" y="13554"/>
                </a:lnTo>
                <a:lnTo>
                  <a:pt x="2118" y="13627"/>
                </a:lnTo>
                <a:lnTo>
                  <a:pt x="2069" y="13675"/>
                </a:lnTo>
                <a:lnTo>
                  <a:pt x="1947" y="13773"/>
                </a:lnTo>
                <a:lnTo>
                  <a:pt x="1826" y="13870"/>
                </a:lnTo>
                <a:lnTo>
                  <a:pt x="1655" y="13943"/>
                </a:lnTo>
                <a:lnTo>
                  <a:pt x="1461" y="14016"/>
                </a:lnTo>
                <a:lnTo>
                  <a:pt x="1461" y="14016"/>
                </a:lnTo>
                <a:lnTo>
                  <a:pt x="1607" y="13821"/>
                </a:lnTo>
                <a:lnTo>
                  <a:pt x="1753" y="13627"/>
                </a:lnTo>
                <a:lnTo>
                  <a:pt x="1874" y="13481"/>
                </a:lnTo>
                <a:lnTo>
                  <a:pt x="1972" y="13383"/>
                </a:lnTo>
                <a:lnTo>
                  <a:pt x="1996" y="13383"/>
                </a:lnTo>
                <a:lnTo>
                  <a:pt x="2045" y="13359"/>
                </a:lnTo>
                <a:close/>
                <a:moveTo>
                  <a:pt x="1996" y="12872"/>
                </a:moveTo>
                <a:lnTo>
                  <a:pt x="1899" y="12897"/>
                </a:lnTo>
                <a:lnTo>
                  <a:pt x="1826" y="12921"/>
                </a:lnTo>
                <a:lnTo>
                  <a:pt x="1655" y="13018"/>
                </a:lnTo>
                <a:lnTo>
                  <a:pt x="1534" y="13140"/>
                </a:lnTo>
                <a:lnTo>
                  <a:pt x="1388" y="13286"/>
                </a:lnTo>
                <a:lnTo>
                  <a:pt x="1242" y="13456"/>
                </a:lnTo>
                <a:lnTo>
                  <a:pt x="998" y="13797"/>
                </a:lnTo>
                <a:lnTo>
                  <a:pt x="925" y="13967"/>
                </a:lnTo>
                <a:lnTo>
                  <a:pt x="828" y="14138"/>
                </a:lnTo>
                <a:lnTo>
                  <a:pt x="804" y="14235"/>
                </a:lnTo>
                <a:lnTo>
                  <a:pt x="779" y="14308"/>
                </a:lnTo>
                <a:lnTo>
                  <a:pt x="779" y="14405"/>
                </a:lnTo>
                <a:lnTo>
                  <a:pt x="828" y="14478"/>
                </a:lnTo>
                <a:lnTo>
                  <a:pt x="877" y="14527"/>
                </a:lnTo>
                <a:lnTo>
                  <a:pt x="925" y="14576"/>
                </a:lnTo>
                <a:lnTo>
                  <a:pt x="1047" y="14576"/>
                </a:lnTo>
                <a:lnTo>
                  <a:pt x="1120" y="14551"/>
                </a:lnTo>
                <a:lnTo>
                  <a:pt x="1266" y="14551"/>
                </a:lnTo>
                <a:lnTo>
                  <a:pt x="1412" y="14527"/>
                </a:lnTo>
                <a:lnTo>
                  <a:pt x="1582" y="14478"/>
                </a:lnTo>
                <a:lnTo>
                  <a:pt x="1728" y="14430"/>
                </a:lnTo>
                <a:lnTo>
                  <a:pt x="2020" y="14284"/>
                </a:lnTo>
                <a:lnTo>
                  <a:pt x="2239" y="14138"/>
                </a:lnTo>
                <a:lnTo>
                  <a:pt x="2361" y="14040"/>
                </a:lnTo>
                <a:lnTo>
                  <a:pt x="2483" y="13919"/>
                </a:lnTo>
                <a:lnTo>
                  <a:pt x="2556" y="13773"/>
                </a:lnTo>
                <a:lnTo>
                  <a:pt x="2629" y="13627"/>
                </a:lnTo>
                <a:lnTo>
                  <a:pt x="2653" y="13481"/>
                </a:lnTo>
                <a:lnTo>
                  <a:pt x="2653" y="13408"/>
                </a:lnTo>
                <a:lnTo>
                  <a:pt x="2629" y="13335"/>
                </a:lnTo>
                <a:lnTo>
                  <a:pt x="2604" y="13262"/>
                </a:lnTo>
                <a:lnTo>
                  <a:pt x="2556" y="13189"/>
                </a:lnTo>
                <a:lnTo>
                  <a:pt x="2483" y="13140"/>
                </a:lnTo>
                <a:lnTo>
                  <a:pt x="2385" y="13091"/>
                </a:lnTo>
                <a:lnTo>
                  <a:pt x="2288" y="12970"/>
                </a:lnTo>
                <a:lnTo>
                  <a:pt x="2166" y="12897"/>
                </a:lnTo>
                <a:lnTo>
                  <a:pt x="2069" y="12872"/>
                </a:lnTo>
                <a:close/>
                <a:moveTo>
                  <a:pt x="15525" y="560"/>
                </a:moveTo>
                <a:lnTo>
                  <a:pt x="16084" y="633"/>
                </a:lnTo>
                <a:lnTo>
                  <a:pt x="16644" y="706"/>
                </a:lnTo>
                <a:lnTo>
                  <a:pt x="17204" y="828"/>
                </a:lnTo>
                <a:lnTo>
                  <a:pt x="17763" y="974"/>
                </a:lnTo>
                <a:lnTo>
                  <a:pt x="17666" y="1023"/>
                </a:lnTo>
                <a:lnTo>
                  <a:pt x="17593" y="1096"/>
                </a:lnTo>
                <a:lnTo>
                  <a:pt x="17496" y="1169"/>
                </a:lnTo>
                <a:lnTo>
                  <a:pt x="17496" y="1193"/>
                </a:lnTo>
                <a:lnTo>
                  <a:pt x="17520" y="1217"/>
                </a:lnTo>
                <a:lnTo>
                  <a:pt x="17569" y="1266"/>
                </a:lnTo>
                <a:lnTo>
                  <a:pt x="17617" y="1290"/>
                </a:lnTo>
                <a:lnTo>
                  <a:pt x="17739" y="1315"/>
                </a:lnTo>
                <a:lnTo>
                  <a:pt x="17861" y="1290"/>
                </a:lnTo>
                <a:lnTo>
                  <a:pt x="17934" y="1290"/>
                </a:lnTo>
                <a:lnTo>
                  <a:pt x="17982" y="1242"/>
                </a:lnTo>
                <a:lnTo>
                  <a:pt x="18007" y="1363"/>
                </a:lnTo>
                <a:lnTo>
                  <a:pt x="18031" y="1461"/>
                </a:lnTo>
                <a:lnTo>
                  <a:pt x="17909" y="1485"/>
                </a:lnTo>
                <a:lnTo>
                  <a:pt x="17812" y="1534"/>
                </a:lnTo>
                <a:lnTo>
                  <a:pt x="17715" y="1582"/>
                </a:lnTo>
                <a:lnTo>
                  <a:pt x="17617" y="1655"/>
                </a:lnTo>
                <a:lnTo>
                  <a:pt x="17593" y="1680"/>
                </a:lnTo>
                <a:lnTo>
                  <a:pt x="17593" y="1753"/>
                </a:lnTo>
                <a:lnTo>
                  <a:pt x="17617" y="1801"/>
                </a:lnTo>
                <a:lnTo>
                  <a:pt x="17690" y="1826"/>
                </a:lnTo>
                <a:lnTo>
                  <a:pt x="17739" y="1850"/>
                </a:lnTo>
                <a:lnTo>
                  <a:pt x="17812" y="1874"/>
                </a:lnTo>
                <a:lnTo>
                  <a:pt x="17958" y="1850"/>
                </a:lnTo>
                <a:lnTo>
                  <a:pt x="18080" y="1801"/>
                </a:lnTo>
                <a:lnTo>
                  <a:pt x="18104" y="1996"/>
                </a:lnTo>
                <a:lnTo>
                  <a:pt x="17909" y="2069"/>
                </a:lnTo>
                <a:lnTo>
                  <a:pt x="17788" y="2118"/>
                </a:lnTo>
                <a:lnTo>
                  <a:pt x="17690" y="2215"/>
                </a:lnTo>
                <a:lnTo>
                  <a:pt x="17642" y="2264"/>
                </a:lnTo>
                <a:lnTo>
                  <a:pt x="17642" y="2361"/>
                </a:lnTo>
                <a:lnTo>
                  <a:pt x="17666" y="2410"/>
                </a:lnTo>
                <a:lnTo>
                  <a:pt x="17739" y="2458"/>
                </a:lnTo>
                <a:lnTo>
                  <a:pt x="17836" y="2483"/>
                </a:lnTo>
                <a:lnTo>
                  <a:pt x="17934" y="2458"/>
                </a:lnTo>
                <a:lnTo>
                  <a:pt x="18128" y="2410"/>
                </a:lnTo>
                <a:lnTo>
                  <a:pt x="18153" y="2531"/>
                </a:lnTo>
                <a:lnTo>
                  <a:pt x="18007" y="2555"/>
                </a:lnTo>
                <a:lnTo>
                  <a:pt x="17836" y="2604"/>
                </a:lnTo>
                <a:lnTo>
                  <a:pt x="17763" y="2653"/>
                </a:lnTo>
                <a:lnTo>
                  <a:pt x="17715" y="2726"/>
                </a:lnTo>
                <a:lnTo>
                  <a:pt x="17690" y="2823"/>
                </a:lnTo>
                <a:lnTo>
                  <a:pt x="17690" y="2896"/>
                </a:lnTo>
                <a:lnTo>
                  <a:pt x="17739" y="2945"/>
                </a:lnTo>
                <a:lnTo>
                  <a:pt x="17812" y="2993"/>
                </a:lnTo>
                <a:lnTo>
                  <a:pt x="18153" y="2993"/>
                </a:lnTo>
                <a:lnTo>
                  <a:pt x="18177" y="2969"/>
                </a:lnTo>
                <a:lnTo>
                  <a:pt x="18177" y="3261"/>
                </a:lnTo>
                <a:lnTo>
                  <a:pt x="17739" y="3383"/>
                </a:lnTo>
                <a:lnTo>
                  <a:pt x="17690" y="3407"/>
                </a:lnTo>
                <a:lnTo>
                  <a:pt x="17666" y="3431"/>
                </a:lnTo>
                <a:lnTo>
                  <a:pt x="17617" y="3529"/>
                </a:lnTo>
                <a:lnTo>
                  <a:pt x="17617" y="3577"/>
                </a:lnTo>
                <a:lnTo>
                  <a:pt x="17642" y="3626"/>
                </a:lnTo>
                <a:lnTo>
                  <a:pt x="17666" y="3650"/>
                </a:lnTo>
                <a:lnTo>
                  <a:pt x="17715" y="3699"/>
                </a:lnTo>
                <a:lnTo>
                  <a:pt x="17812" y="3723"/>
                </a:lnTo>
                <a:lnTo>
                  <a:pt x="17934" y="3723"/>
                </a:lnTo>
                <a:lnTo>
                  <a:pt x="18153" y="3699"/>
                </a:lnTo>
                <a:lnTo>
                  <a:pt x="18153" y="3699"/>
                </a:lnTo>
                <a:lnTo>
                  <a:pt x="18104" y="4186"/>
                </a:lnTo>
                <a:lnTo>
                  <a:pt x="17934" y="4088"/>
                </a:lnTo>
                <a:lnTo>
                  <a:pt x="17739" y="4040"/>
                </a:lnTo>
                <a:lnTo>
                  <a:pt x="17642" y="4015"/>
                </a:lnTo>
                <a:lnTo>
                  <a:pt x="17569" y="4040"/>
                </a:lnTo>
                <a:lnTo>
                  <a:pt x="17471" y="4064"/>
                </a:lnTo>
                <a:lnTo>
                  <a:pt x="17423" y="4137"/>
                </a:lnTo>
                <a:lnTo>
                  <a:pt x="17423" y="4186"/>
                </a:lnTo>
                <a:lnTo>
                  <a:pt x="17496" y="4283"/>
                </a:lnTo>
                <a:lnTo>
                  <a:pt x="17617" y="4332"/>
                </a:lnTo>
                <a:lnTo>
                  <a:pt x="17812" y="4429"/>
                </a:lnTo>
                <a:lnTo>
                  <a:pt x="17982" y="4526"/>
                </a:lnTo>
                <a:lnTo>
                  <a:pt x="18055" y="4551"/>
                </a:lnTo>
                <a:lnTo>
                  <a:pt x="17958" y="4940"/>
                </a:lnTo>
                <a:lnTo>
                  <a:pt x="17690" y="4843"/>
                </a:lnTo>
                <a:lnTo>
                  <a:pt x="17471" y="4721"/>
                </a:lnTo>
                <a:lnTo>
                  <a:pt x="17228" y="4648"/>
                </a:lnTo>
                <a:lnTo>
                  <a:pt x="17155" y="4648"/>
                </a:lnTo>
                <a:lnTo>
                  <a:pt x="17155" y="4672"/>
                </a:lnTo>
                <a:lnTo>
                  <a:pt x="17155" y="4721"/>
                </a:lnTo>
                <a:lnTo>
                  <a:pt x="17204" y="4818"/>
                </a:lnTo>
                <a:lnTo>
                  <a:pt x="17252" y="4891"/>
                </a:lnTo>
                <a:lnTo>
                  <a:pt x="17350" y="4989"/>
                </a:lnTo>
                <a:lnTo>
                  <a:pt x="17423" y="5062"/>
                </a:lnTo>
                <a:lnTo>
                  <a:pt x="17642" y="5183"/>
                </a:lnTo>
                <a:lnTo>
                  <a:pt x="17861" y="5256"/>
                </a:lnTo>
                <a:lnTo>
                  <a:pt x="17739" y="5621"/>
                </a:lnTo>
                <a:lnTo>
                  <a:pt x="17617" y="5938"/>
                </a:lnTo>
                <a:lnTo>
                  <a:pt x="17569" y="5889"/>
                </a:lnTo>
                <a:lnTo>
                  <a:pt x="17520" y="5840"/>
                </a:lnTo>
                <a:lnTo>
                  <a:pt x="17398" y="5743"/>
                </a:lnTo>
                <a:lnTo>
                  <a:pt x="17301" y="5670"/>
                </a:lnTo>
                <a:lnTo>
                  <a:pt x="17179" y="5597"/>
                </a:lnTo>
                <a:lnTo>
                  <a:pt x="17082" y="5573"/>
                </a:lnTo>
                <a:lnTo>
                  <a:pt x="16985" y="5548"/>
                </a:lnTo>
                <a:lnTo>
                  <a:pt x="16887" y="5548"/>
                </a:lnTo>
                <a:lnTo>
                  <a:pt x="16766" y="5597"/>
                </a:lnTo>
                <a:lnTo>
                  <a:pt x="16741" y="5621"/>
                </a:lnTo>
                <a:lnTo>
                  <a:pt x="16741" y="5670"/>
                </a:lnTo>
                <a:lnTo>
                  <a:pt x="16741" y="5719"/>
                </a:lnTo>
                <a:lnTo>
                  <a:pt x="16766" y="5743"/>
                </a:lnTo>
                <a:lnTo>
                  <a:pt x="16863" y="5840"/>
                </a:lnTo>
                <a:lnTo>
                  <a:pt x="16936" y="5913"/>
                </a:lnTo>
                <a:lnTo>
                  <a:pt x="17009" y="5962"/>
                </a:lnTo>
                <a:lnTo>
                  <a:pt x="17228" y="6132"/>
                </a:lnTo>
                <a:lnTo>
                  <a:pt x="17325" y="6181"/>
                </a:lnTo>
                <a:lnTo>
                  <a:pt x="17447" y="6205"/>
                </a:lnTo>
                <a:lnTo>
                  <a:pt x="17496" y="6205"/>
                </a:lnTo>
                <a:lnTo>
                  <a:pt x="17325" y="6473"/>
                </a:lnTo>
                <a:lnTo>
                  <a:pt x="17204" y="6473"/>
                </a:lnTo>
                <a:lnTo>
                  <a:pt x="17106" y="6449"/>
                </a:lnTo>
                <a:lnTo>
                  <a:pt x="17009" y="6400"/>
                </a:lnTo>
                <a:lnTo>
                  <a:pt x="16936" y="6351"/>
                </a:lnTo>
                <a:lnTo>
                  <a:pt x="16814" y="6230"/>
                </a:lnTo>
                <a:lnTo>
                  <a:pt x="16668" y="6108"/>
                </a:lnTo>
                <a:lnTo>
                  <a:pt x="16522" y="6035"/>
                </a:lnTo>
                <a:lnTo>
                  <a:pt x="16449" y="6011"/>
                </a:lnTo>
                <a:lnTo>
                  <a:pt x="16352" y="6011"/>
                </a:lnTo>
                <a:lnTo>
                  <a:pt x="16279" y="6035"/>
                </a:lnTo>
                <a:lnTo>
                  <a:pt x="16182" y="6084"/>
                </a:lnTo>
                <a:lnTo>
                  <a:pt x="16133" y="6132"/>
                </a:lnTo>
                <a:lnTo>
                  <a:pt x="16133" y="6181"/>
                </a:lnTo>
                <a:lnTo>
                  <a:pt x="16182" y="6230"/>
                </a:lnTo>
                <a:lnTo>
                  <a:pt x="16230" y="6254"/>
                </a:lnTo>
                <a:lnTo>
                  <a:pt x="16303" y="6254"/>
                </a:lnTo>
                <a:lnTo>
                  <a:pt x="16401" y="6303"/>
                </a:lnTo>
                <a:lnTo>
                  <a:pt x="16547" y="6424"/>
                </a:lnTo>
                <a:lnTo>
                  <a:pt x="16693" y="6570"/>
                </a:lnTo>
                <a:lnTo>
                  <a:pt x="16814" y="6692"/>
                </a:lnTo>
                <a:lnTo>
                  <a:pt x="16936" y="6789"/>
                </a:lnTo>
                <a:lnTo>
                  <a:pt x="17082" y="6838"/>
                </a:lnTo>
                <a:lnTo>
                  <a:pt x="16668" y="7325"/>
                </a:lnTo>
                <a:lnTo>
                  <a:pt x="16157" y="7106"/>
                </a:lnTo>
                <a:lnTo>
                  <a:pt x="16011" y="7033"/>
                </a:lnTo>
                <a:lnTo>
                  <a:pt x="15865" y="7008"/>
                </a:lnTo>
                <a:lnTo>
                  <a:pt x="15744" y="7008"/>
                </a:lnTo>
                <a:lnTo>
                  <a:pt x="15598" y="7057"/>
                </a:lnTo>
                <a:lnTo>
                  <a:pt x="15573" y="7081"/>
                </a:lnTo>
                <a:lnTo>
                  <a:pt x="15549" y="7106"/>
                </a:lnTo>
                <a:lnTo>
                  <a:pt x="15549" y="7154"/>
                </a:lnTo>
                <a:lnTo>
                  <a:pt x="15573" y="7179"/>
                </a:lnTo>
                <a:lnTo>
                  <a:pt x="15646" y="7276"/>
                </a:lnTo>
                <a:lnTo>
                  <a:pt x="15744" y="7349"/>
                </a:lnTo>
                <a:lnTo>
                  <a:pt x="15987" y="7495"/>
                </a:lnTo>
                <a:lnTo>
                  <a:pt x="16328" y="7665"/>
                </a:lnTo>
                <a:lnTo>
                  <a:pt x="16036" y="7957"/>
                </a:lnTo>
                <a:lnTo>
                  <a:pt x="15890" y="7909"/>
                </a:lnTo>
                <a:lnTo>
                  <a:pt x="15744" y="7884"/>
                </a:lnTo>
                <a:lnTo>
                  <a:pt x="15598" y="7860"/>
                </a:lnTo>
                <a:lnTo>
                  <a:pt x="15452" y="7836"/>
                </a:lnTo>
                <a:lnTo>
                  <a:pt x="15160" y="7690"/>
                </a:lnTo>
                <a:lnTo>
                  <a:pt x="15014" y="7641"/>
                </a:lnTo>
                <a:lnTo>
                  <a:pt x="14868" y="7592"/>
                </a:lnTo>
                <a:lnTo>
                  <a:pt x="14819" y="7617"/>
                </a:lnTo>
                <a:lnTo>
                  <a:pt x="14770" y="7665"/>
                </a:lnTo>
                <a:lnTo>
                  <a:pt x="14770" y="7714"/>
                </a:lnTo>
                <a:lnTo>
                  <a:pt x="14770" y="7763"/>
                </a:lnTo>
                <a:lnTo>
                  <a:pt x="14843" y="7860"/>
                </a:lnTo>
                <a:lnTo>
                  <a:pt x="14916" y="7957"/>
                </a:lnTo>
                <a:lnTo>
                  <a:pt x="15135" y="8128"/>
                </a:lnTo>
                <a:lnTo>
                  <a:pt x="15427" y="8249"/>
                </a:lnTo>
                <a:lnTo>
                  <a:pt x="15549" y="8298"/>
                </a:lnTo>
                <a:lnTo>
                  <a:pt x="15695" y="8322"/>
                </a:lnTo>
                <a:lnTo>
                  <a:pt x="15403" y="8639"/>
                </a:lnTo>
                <a:lnTo>
                  <a:pt x="15184" y="8590"/>
                </a:lnTo>
                <a:lnTo>
                  <a:pt x="14965" y="8541"/>
                </a:lnTo>
                <a:lnTo>
                  <a:pt x="14770" y="8468"/>
                </a:lnTo>
                <a:lnTo>
                  <a:pt x="14576" y="8347"/>
                </a:lnTo>
                <a:lnTo>
                  <a:pt x="14551" y="8322"/>
                </a:lnTo>
                <a:lnTo>
                  <a:pt x="14503" y="8322"/>
                </a:lnTo>
                <a:lnTo>
                  <a:pt x="14454" y="8371"/>
                </a:lnTo>
                <a:lnTo>
                  <a:pt x="14430" y="8420"/>
                </a:lnTo>
                <a:lnTo>
                  <a:pt x="14430" y="8493"/>
                </a:lnTo>
                <a:lnTo>
                  <a:pt x="14478" y="8590"/>
                </a:lnTo>
                <a:lnTo>
                  <a:pt x="14551" y="8687"/>
                </a:lnTo>
                <a:lnTo>
                  <a:pt x="14722" y="8809"/>
                </a:lnTo>
                <a:lnTo>
                  <a:pt x="14892" y="8906"/>
                </a:lnTo>
                <a:lnTo>
                  <a:pt x="15111" y="8979"/>
                </a:lnTo>
                <a:lnTo>
                  <a:pt x="14843" y="9271"/>
                </a:lnTo>
                <a:lnTo>
                  <a:pt x="14795" y="9247"/>
                </a:lnTo>
                <a:lnTo>
                  <a:pt x="14503" y="9150"/>
                </a:lnTo>
                <a:lnTo>
                  <a:pt x="14211" y="9052"/>
                </a:lnTo>
                <a:lnTo>
                  <a:pt x="13919" y="8955"/>
                </a:lnTo>
                <a:lnTo>
                  <a:pt x="13627" y="8858"/>
                </a:lnTo>
                <a:lnTo>
                  <a:pt x="13578" y="8858"/>
                </a:lnTo>
                <a:lnTo>
                  <a:pt x="13554" y="8882"/>
                </a:lnTo>
                <a:lnTo>
                  <a:pt x="13529" y="8931"/>
                </a:lnTo>
                <a:lnTo>
                  <a:pt x="13554" y="8955"/>
                </a:lnTo>
                <a:lnTo>
                  <a:pt x="13627" y="9077"/>
                </a:lnTo>
                <a:lnTo>
                  <a:pt x="13748" y="9198"/>
                </a:lnTo>
                <a:lnTo>
                  <a:pt x="13846" y="9296"/>
                </a:lnTo>
                <a:lnTo>
                  <a:pt x="13992" y="9369"/>
                </a:lnTo>
                <a:lnTo>
                  <a:pt x="14284" y="9515"/>
                </a:lnTo>
                <a:lnTo>
                  <a:pt x="14576" y="9612"/>
                </a:lnTo>
                <a:lnTo>
                  <a:pt x="14211" y="10001"/>
                </a:lnTo>
                <a:lnTo>
                  <a:pt x="14186" y="9953"/>
                </a:lnTo>
                <a:lnTo>
                  <a:pt x="14113" y="9904"/>
                </a:lnTo>
                <a:lnTo>
                  <a:pt x="13846" y="9709"/>
                </a:lnTo>
                <a:lnTo>
                  <a:pt x="13529" y="9563"/>
                </a:lnTo>
                <a:lnTo>
                  <a:pt x="13359" y="9490"/>
                </a:lnTo>
                <a:lnTo>
                  <a:pt x="13213" y="9442"/>
                </a:lnTo>
                <a:lnTo>
                  <a:pt x="13043" y="9393"/>
                </a:lnTo>
                <a:lnTo>
                  <a:pt x="12824" y="9393"/>
                </a:lnTo>
                <a:lnTo>
                  <a:pt x="12799" y="9442"/>
                </a:lnTo>
                <a:lnTo>
                  <a:pt x="12799" y="9490"/>
                </a:lnTo>
                <a:lnTo>
                  <a:pt x="12824" y="9515"/>
                </a:lnTo>
                <a:lnTo>
                  <a:pt x="13067" y="9734"/>
                </a:lnTo>
                <a:lnTo>
                  <a:pt x="13335" y="9904"/>
                </a:lnTo>
                <a:lnTo>
                  <a:pt x="13627" y="10074"/>
                </a:lnTo>
                <a:lnTo>
                  <a:pt x="13919" y="10220"/>
                </a:lnTo>
                <a:lnTo>
                  <a:pt x="13967" y="10245"/>
                </a:lnTo>
                <a:lnTo>
                  <a:pt x="13894" y="10318"/>
                </a:lnTo>
                <a:lnTo>
                  <a:pt x="13748" y="10464"/>
                </a:lnTo>
                <a:lnTo>
                  <a:pt x="13700" y="10391"/>
                </a:lnTo>
                <a:lnTo>
                  <a:pt x="13627" y="10318"/>
                </a:lnTo>
                <a:lnTo>
                  <a:pt x="13456" y="10220"/>
                </a:lnTo>
                <a:lnTo>
                  <a:pt x="13091" y="10074"/>
                </a:lnTo>
                <a:lnTo>
                  <a:pt x="12897" y="10026"/>
                </a:lnTo>
                <a:lnTo>
                  <a:pt x="12702" y="9953"/>
                </a:lnTo>
                <a:lnTo>
                  <a:pt x="12507" y="9928"/>
                </a:lnTo>
                <a:lnTo>
                  <a:pt x="12288" y="9904"/>
                </a:lnTo>
                <a:lnTo>
                  <a:pt x="12240" y="9904"/>
                </a:lnTo>
                <a:lnTo>
                  <a:pt x="12215" y="9928"/>
                </a:lnTo>
                <a:lnTo>
                  <a:pt x="12191" y="9977"/>
                </a:lnTo>
                <a:lnTo>
                  <a:pt x="12215" y="10050"/>
                </a:lnTo>
                <a:lnTo>
                  <a:pt x="12264" y="10099"/>
                </a:lnTo>
                <a:lnTo>
                  <a:pt x="12459" y="10196"/>
                </a:lnTo>
                <a:lnTo>
                  <a:pt x="12629" y="10293"/>
                </a:lnTo>
                <a:lnTo>
                  <a:pt x="12994" y="10512"/>
                </a:lnTo>
                <a:lnTo>
                  <a:pt x="13237" y="10634"/>
                </a:lnTo>
                <a:lnTo>
                  <a:pt x="13359" y="10682"/>
                </a:lnTo>
                <a:lnTo>
                  <a:pt x="13505" y="10707"/>
                </a:lnTo>
                <a:lnTo>
                  <a:pt x="12921" y="11291"/>
                </a:lnTo>
                <a:lnTo>
                  <a:pt x="12799" y="11193"/>
                </a:lnTo>
                <a:lnTo>
                  <a:pt x="12653" y="11096"/>
                </a:lnTo>
                <a:lnTo>
                  <a:pt x="12434" y="10974"/>
                </a:lnTo>
                <a:lnTo>
                  <a:pt x="12240" y="10828"/>
                </a:lnTo>
                <a:lnTo>
                  <a:pt x="12021" y="10682"/>
                </a:lnTo>
                <a:lnTo>
                  <a:pt x="11802" y="10585"/>
                </a:lnTo>
                <a:lnTo>
                  <a:pt x="11680" y="10537"/>
                </a:lnTo>
                <a:lnTo>
                  <a:pt x="11534" y="10537"/>
                </a:lnTo>
                <a:lnTo>
                  <a:pt x="11510" y="10561"/>
                </a:lnTo>
                <a:lnTo>
                  <a:pt x="11510" y="10585"/>
                </a:lnTo>
                <a:lnTo>
                  <a:pt x="11534" y="10609"/>
                </a:lnTo>
                <a:lnTo>
                  <a:pt x="11704" y="10804"/>
                </a:lnTo>
                <a:lnTo>
                  <a:pt x="11996" y="11072"/>
                </a:lnTo>
                <a:lnTo>
                  <a:pt x="12337" y="11364"/>
                </a:lnTo>
                <a:lnTo>
                  <a:pt x="12507" y="11461"/>
                </a:lnTo>
                <a:lnTo>
                  <a:pt x="12678" y="11534"/>
                </a:lnTo>
                <a:lnTo>
                  <a:pt x="12337" y="11875"/>
                </a:lnTo>
                <a:lnTo>
                  <a:pt x="12215" y="11826"/>
                </a:lnTo>
                <a:lnTo>
                  <a:pt x="12094" y="11777"/>
                </a:lnTo>
                <a:lnTo>
                  <a:pt x="11899" y="11680"/>
                </a:lnTo>
                <a:lnTo>
                  <a:pt x="11510" y="11437"/>
                </a:lnTo>
                <a:lnTo>
                  <a:pt x="11291" y="11339"/>
                </a:lnTo>
                <a:lnTo>
                  <a:pt x="11193" y="11315"/>
                </a:lnTo>
                <a:lnTo>
                  <a:pt x="11072" y="11291"/>
                </a:lnTo>
                <a:lnTo>
                  <a:pt x="10999" y="11315"/>
                </a:lnTo>
                <a:lnTo>
                  <a:pt x="10974" y="11364"/>
                </a:lnTo>
                <a:lnTo>
                  <a:pt x="10950" y="11437"/>
                </a:lnTo>
                <a:lnTo>
                  <a:pt x="10999" y="11485"/>
                </a:lnTo>
                <a:lnTo>
                  <a:pt x="11266" y="11704"/>
                </a:lnTo>
                <a:lnTo>
                  <a:pt x="11558" y="11923"/>
                </a:lnTo>
                <a:lnTo>
                  <a:pt x="11777" y="12069"/>
                </a:lnTo>
                <a:lnTo>
                  <a:pt x="12045" y="12191"/>
                </a:lnTo>
                <a:lnTo>
                  <a:pt x="11753" y="12483"/>
                </a:lnTo>
                <a:lnTo>
                  <a:pt x="11485" y="12264"/>
                </a:lnTo>
                <a:lnTo>
                  <a:pt x="11218" y="12045"/>
                </a:lnTo>
                <a:lnTo>
                  <a:pt x="11047" y="11899"/>
                </a:lnTo>
                <a:lnTo>
                  <a:pt x="10877" y="11777"/>
                </a:lnTo>
                <a:lnTo>
                  <a:pt x="10682" y="11680"/>
                </a:lnTo>
                <a:lnTo>
                  <a:pt x="10488" y="11631"/>
                </a:lnTo>
                <a:lnTo>
                  <a:pt x="10439" y="11656"/>
                </a:lnTo>
                <a:lnTo>
                  <a:pt x="10439" y="11680"/>
                </a:lnTo>
                <a:lnTo>
                  <a:pt x="10415" y="11704"/>
                </a:lnTo>
                <a:lnTo>
                  <a:pt x="10439" y="11753"/>
                </a:lnTo>
                <a:lnTo>
                  <a:pt x="11072" y="12410"/>
                </a:lnTo>
                <a:lnTo>
                  <a:pt x="11242" y="12605"/>
                </a:lnTo>
                <a:lnTo>
                  <a:pt x="11461" y="12775"/>
                </a:lnTo>
                <a:lnTo>
                  <a:pt x="11315" y="12945"/>
                </a:lnTo>
                <a:lnTo>
                  <a:pt x="11193" y="12848"/>
                </a:lnTo>
                <a:lnTo>
                  <a:pt x="11047" y="12775"/>
                </a:lnTo>
                <a:lnTo>
                  <a:pt x="10780" y="12629"/>
                </a:lnTo>
                <a:lnTo>
                  <a:pt x="10366" y="12361"/>
                </a:lnTo>
                <a:lnTo>
                  <a:pt x="10172" y="12215"/>
                </a:lnTo>
                <a:lnTo>
                  <a:pt x="9977" y="12069"/>
                </a:lnTo>
                <a:lnTo>
                  <a:pt x="9953" y="12045"/>
                </a:lnTo>
                <a:lnTo>
                  <a:pt x="9928" y="12069"/>
                </a:lnTo>
                <a:lnTo>
                  <a:pt x="9904" y="12094"/>
                </a:lnTo>
                <a:lnTo>
                  <a:pt x="9928" y="12118"/>
                </a:lnTo>
                <a:lnTo>
                  <a:pt x="10220" y="12532"/>
                </a:lnTo>
                <a:lnTo>
                  <a:pt x="10391" y="12702"/>
                </a:lnTo>
                <a:lnTo>
                  <a:pt x="10585" y="12897"/>
                </a:lnTo>
                <a:lnTo>
                  <a:pt x="10804" y="13067"/>
                </a:lnTo>
                <a:lnTo>
                  <a:pt x="10926" y="13140"/>
                </a:lnTo>
                <a:lnTo>
                  <a:pt x="11047" y="13213"/>
                </a:lnTo>
                <a:lnTo>
                  <a:pt x="10780" y="13456"/>
                </a:lnTo>
                <a:lnTo>
                  <a:pt x="10439" y="13213"/>
                </a:lnTo>
                <a:lnTo>
                  <a:pt x="10099" y="12970"/>
                </a:lnTo>
                <a:lnTo>
                  <a:pt x="9928" y="12872"/>
                </a:lnTo>
                <a:lnTo>
                  <a:pt x="9734" y="12799"/>
                </a:lnTo>
                <a:lnTo>
                  <a:pt x="9563" y="12726"/>
                </a:lnTo>
                <a:lnTo>
                  <a:pt x="9369" y="12726"/>
                </a:lnTo>
                <a:lnTo>
                  <a:pt x="9320" y="12751"/>
                </a:lnTo>
                <a:lnTo>
                  <a:pt x="9320" y="12775"/>
                </a:lnTo>
                <a:lnTo>
                  <a:pt x="9320" y="12799"/>
                </a:lnTo>
                <a:lnTo>
                  <a:pt x="9442" y="12921"/>
                </a:lnTo>
                <a:lnTo>
                  <a:pt x="9588" y="13043"/>
                </a:lnTo>
                <a:lnTo>
                  <a:pt x="9855" y="13262"/>
                </a:lnTo>
                <a:lnTo>
                  <a:pt x="10464" y="13773"/>
                </a:lnTo>
                <a:lnTo>
                  <a:pt x="10293" y="13943"/>
                </a:lnTo>
                <a:lnTo>
                  <a:pt x="10123" y="13821"/>
                </a:lnTo>
                <a:lnTo>
                  <a:pt x="9953" y="13724"/>
                </a:lnTo>
                <a:lnTo>
                  <a:pt x="9612" y="13554"/>
                </a:lnTo>
                <a:lnTo>
                  <a:pt x="9393" y="13408"/>
                </a:lnTo>
                <a:lnTo>
                  <a:pt x="9223" y="13237"/>
                </a:lnTo>
                <a:lnTo>
                  <a:pt x="9052" y="13067"/>
                </a:lnTo>
                <a:lnTo>
                  <a:pt x="8906" y="12848"/>
                </a:lnTo>
                <a:lnTo>
                  <a:pt x="8833" y="12799"/>
                </a:lnTo>
                <a:lnTo>
                  <a:pt x="8760" y="12799"/>
                </a:lnTo>
                <a:lnTo>
                  <a:pt x="8712" y="12824"/>
                </a:lnTo>
                <a:lnTo>
                  <a:pt x="8663" y="12897"/>
                </a:lnTo>
                <a:lnTo>
                  <a:pt x="8639" y="13018"/>
                </a:lnTo>
                <a:lnTo>
                  <a:pt x="8663" y="13164"/>
                </a:lnTo>
                <a:lnTo>
                  <a:pt x="8687" y="13286"/>
                </a:lnTo>
                <a:lnTo>
                  <a:pt x="8760" y="13408"/>
                </a:lnTo>
                <a:lnTo>
                  <a:pt x="8833" y="13529"/>
                </a:lnTo>
                <a:lnTo>
                  <a:pt x="8931" y="13627"/>
                </a:lnTo>
                <a:lnTo>
                  <a:pt x="9125" y="13821"/>
                </a:lnTo>
                <a:lnTo>
                  <a:pt x="9490" y="14089"/>
                </a:lnTo>
                <a:lnTo>
                  <a:pt x="9685" y="14211"/>
                </a:lnTo>
                <a:lnTo>
                  <a:pt x="9904" y="14308"/>
                </a:lnTo>
                <a:lnTo>
                  <a:pt x="9661" y="14527"/>
                </a:lnTo>
                <a:lnTo>
                  <a:pt x="9369" y="14381"/>
                </a:lnTo>
                <a:lnTo>
                  <a:pt x="9052" y="14235"/>
                </a:lnTo>
                <a:lnTo>
                  <a:pt x="8760" y="14089"/>
                </a:lnTo>
                <a:lnTo>
                  <a:pt x="8614" y="13992"/>
                </a:lnTo>
                <a:lnTo>
                  <a:pt x="8468" y="13919"/>
                </a:lnTo>
                <a:lnTo>
                  <a:pt x="8444" y="13894"/>
                </a:lnTo>
                <a:lnTo>
                  <a:pt x="8420" y="13894"/>
                </a:lnTo>
                <a:lnTo>
                  <a:pt x="8395" y="13919"/>
                </a:lnTo>
                <a:lnTo>
                  <a:pt x="8395" y="13967"/>
                </a:lnTo>
                <a:lnTo>
                  <a:pt x="8468" y="14138"/>
                </a:lnTo>
                <a:lnTo>
                  <a:pt x="8566" y="14308"/>
                </a:lnTo>
                <a:lnTo>
                  <a:pt x="8687" y="14430"/>
                </a:lnTo>
                <a:lnTo>
                  <a:pt x="8833" y="14551"/>
                </a:lnTo>
                <a:lnTo>
                  <a:pt x="9296" y="14868"/>
                </a:lnTo>
                <a:lnTo>
                  <a:pt x="9004" y="15160"/>
                </a:lnTo>
                <a:lnTo>
                  <a:pt x="8614" y="14770"/>
                </a:lnTo>
                <a:lnTo>
                  <a:pt x="8201" y="14405"/>
                </a:lnTo>
                <a:lnTo>
                  <a:pt x="7398" y="13700"/>
                </a:lnTo>
                <a:lnTo>
                  <a:pt x="6984" y="13359"/>
                </a:lnTo>
                <a:lnTo>
                  <a:pt x="6595" y="12994"/>
                </a:lnTo>
                <a:lnTo>
                  <a:pt x="6205" y="12605"/>
                </a:lnTo>
                <a:lnTo>
                  <a:pt x="5840" y="12215"/>
                </a:lnTo>
                <a:lnTo>
                  <a:pt x="5500" y="11777"/>
                </a:lnTo>
                <a:lnTo>
                  <a:pt x="5135" y="11315"/>
                </a:lnTo>
                <a:lnTo>
                  <a:pt x="4794" y="10901"/>
                </a:lnTo>
                <a:lnTo>
                  <a:pt x="4599" y="10682"/>
                </a:lnTo>
                <a:lnTo>
                  <a:pt x="4405" y="10488"/>
                </a:lnTo>
                <a:lnTo>
                  <a:pt x="4137" y="10269"/>
                </a:lnTo>
                <a:lnTo>
                  <a:pt x="3845" y="10074"/>
                </a:lnTo>
                <a:lnTo>
                  <a:pt x="3553" y="9855"/>
                </a:lnTo>
                <a:lnTo>
                  <a:pt x="3285" y="9661"/>
                </a:lnTo>
                <a:lnTo>
                  <a:pt x="3261" y="9588"/>
                </a:lnTo>
                <a:lnTo>
                  <a:pt x="3602" y="9296"/>
                </a:lnTo>
                <a:lnTo>
                  <a:pt x="3967" y="9004"/>
                </a:lnTo>
                <a:lnTo>
                  <a:pt x="4332" y="8712"/>
                </a:lnTo>
                <a:lnTo>
                  <a:pt x="4672" y="8420"/>
                </a:lnTo>
                <a:lnTo>
                  <a:pt x="5646" y="7519"/>
                </a:lnTo>
                <a:lnTo>
                  <a:pt x="6595" y="6595"/>
                </a:lnTo>
                <a:lnTo>
                  <a:pt x="6984" y="6205"/>
                </a:lnTo>
                <a:lnTo>
                  <a:pt x="7349" y="5792"/>
                </a:lnTo>
                <a:lnTo>
                  <a:pt x="8055" y="4940"/>
                </a:lnTo>
                <a:lnTo>
                  <a:pt x="8760" y="4088"/>
                </a:lnTo>
                <a:lnTo>
                  <a:pt x="9466" y="3237"/>
                </a:lnTo>
                <a:lnTo>
                  <a:pt x="9855" y="2799"/>
                </a:lnTo>
                <a:lnTo>
                  <a:pt x="10269" y="2410"/>
                </a:lnTo>
                <a:lnTo>
                  <a:pt x="10707" y="2045"/>
                </a:lnTo>
                <a:lnTo>
                  <a:pt x="11169" y="1704"/>
                </a:lnTo>
                <a:lnTo>
                  <a:pt x="11631" y="1412"/>
                </a:lnTo>
                <a:lnTo>
                  <a:pt x="12142" y="1144"/>
                </a:lnTo>
                <a:lnTo>
                  <a:pt x="12678" y="950"/>
                </a:lnTo>
                <a:lnTo>
                  <a:pt x="13237" y="779"/>
                </a:lnTo>
                <a:lnTo>
                  <a:pt x="13797" y="658"/>
                </a:lnTo>
                <a:lnTo>
                  <a:pt x="14381" y="585"/>
                </a:lnTo>
                <a:lnTo>
                  <a:pt x="14941" y="560"/>
                </a:lnTo>
                <a:close/>
                <a:moveTo>
                  <a:pt x="11777" y="13237"/>
                </a:moveTo>
                <a:lnTo>
                  <a:pt x="11777" y="13602"/>
                </a:lnTo>
                <a:lnTo>
                  <a:pt x="11753" y="13967"/>
                </a:lnTo>
                <a:lnTo>
                  <a:pt x="11704" y="14746"/>
                </a:lnTo>
                <a:lnTo>
                  <a:pt x="11680" y="15549"/>
                </a:lnTo>
                <a:lnTo>
                  <a:pt x="11656" y="16328"/>
                </a:lnTo>
                <a:lnTo>
                  <a:pt x="11485" y="16084"/>
                </a:lnTo>
                <a:lnTo>
                  <a:pt x="11291" y="15865"/>
                </a:lnTo>
                <a:lnTo>
                  <a:pt x="10877" y="15427"/>
                </a:lnTo>
                <a:lnTo>
                  <a:pt x="10755" y="15257"/>
                </a:lnTo>
                <a:lnTo>
                  <a:pt x="10610" y="15062"/>
                </a:lnTo>
                <a:lnTo>
                  <a:pt x="10464" y="14868"/>
                </a:lnTo>
                <a:lnTo>
                  <a:pt x="10366" y="14770"/>
                </a:lnTo>
                <a:lnTo>
                  <a:pt x="10293" y="14722"/>
                </a:lnTo>
                <a:lnTo>
                  <a:pt x="10731" y="14284"/>
                </a:lnTo>
                <a:lnTo>
                  <a:pt x="11266" y="13773"/>
                </a:lnTo>
                <a:lnTo>
                  <a:pt x="11777" y="13237"/>
                </a:lnTo>
                <a:close/>
                <a:moveTo>
                  <a:pt x="3431" y="14381"/>
                </a:moveTo>
                <a:lnTo>
                  <a:pt x="3553" y="14405"/>
                </a:lnTo>
                <a:lnTo>
                  <a:pt x="3699" y="14454"/>
                </a:lnTo>
                <a:lnTo>
                  <a:pt x="3699" y="14527"/>
                </a:lnTo>
                <a:lnTo>
                  <a:pt x="3723" y="14576"/>
                </a:lnTo>
                <a:lnTo>
                  <a:pt x="3602" y="14576"/>
                </a:lnTo>
                <a:lnTo>
                  <a:pt x="3553" y="14600"/>
                </a:lnTo>
                <a:lnTo>
                  <a:pt x="3504" y="14649"/>
                </a:lnTo>
                <a:lnTo>
                  <a:pt x="3334" y="14843"/>
                </a:lnTo>
                <a:lnTo>
                  <a:pt x="3164" y="15038"/>
                </a:lnTo>
                <a:lnTo>
                  <a:pt x="2969" y="15233"/>
                </a:lnTo>
                <a:lnTo>
                  <a:pt x="2896" y="15330"/>
                </a:lnTo>
                <a:lnTo>
                  <a:pt x="2847" y="15452"/>
                </a:lnTo>
                <a:lnTo>
                  <a:pt x="2847" y="15525"/>
                </a:lnTo>
                <a:lnTo>
                  <a:pt x="2872" y="15573"/>
                </a:lnTo>
                <a:lnTo>
                  <a:pt x="2896" y="15622"/>
                </a:lnTo>
                <a:lnTo>
                  <a:pt x="2945" y="15646"/>
                </a:lnTo>
                <a:lnTo>
                  <a:pt x="3115" y="15646"/>
                </a:lnTo>
                <a:lnTo>
                  <a:pt x="3237" y="15598"/>
                </a:lnTo>
                <a:lnTo>
                  <a:pt x="3358" y="15525"/>
                </a:lnTo>
                <a:lnTo>
                  <a:pt x="3480" y="15427"/>
                </a:lnTo>
                <a:lnTo>
                  <a:pt x="3699" y="15208"/>
                </a:lnTo>
                <a:lnTo>
                  <a:pt x="3894" y="14941"/>
                </a:lnTo>
                <a:lnTo>
                  <a:pt x="3918" y="14868"/>
                </a:lnTo>
                <a:lnTo>
                  <a:pt x="3918" y="14795"/>
                </a:lnTo>
                <a:lnTo>
                  <a:pt x="3918" y="14722"/>
                </a:lnTo>
                <a:lnTo>
                  <a:pt x="3869" y="14673"/>
                </a:lnTo>
                <a:lnTo>
                  <a:pt x="3918" y="14697"/>
                </a:lnTo>
                <a:lnTo>
                  <a:pt x="3967" y="14770"/>
                </a:lnTo>
                <a:lnTo>
                  <a:pt x="3967" y="14819"/>
                </a:lnTo>
                <a:lnTo>
                  <a:pt x="3967" y="14892"/>
                </a:lnTo>
                <a:lnTo>
                  <a:pt x="3942" y="15087"/>
                </a:lnTo>
                <a:lnTo>
                  <a:pt x="3894" y="15281"/>
                </a:lnTo>
                <a:lnTo>
                  <a:pt x="3699" y="15671"/>
                </a:lnTo>
                <a:lnTo>
                  <a:pt x="3553" y="15938"/>
                </a:lnTo>
                <a:lnTo>
                  <a:pt x="3480" y="16060"/>
                </a:lnTo>
                <a:lnTo>
                  <a:pt x="3358" y="16157"/>
                </a:lnTo>
                <a:lnTo>
                  <a:pt x="3261" y="16230"/>
                </a:lnTo>
                <a:lnTo>
                  <a:pt x="3115" y="16303"/>
                </a:lnTo>
                <a:lnTo>
                  <a:pt x="2847" y="16376"/>
                </a:lnTo>
                <a:lnTo>
                  <a:pt x="2556" y="16425"/>
                </a:lnTo>
                <a:lnTo>
                  <a:pt x="2361" y="16449"/>
                </a:lnTo>
                <a:lnTo>
                  <a:pt x="2166" y="16449"/>
                </a:lnTo>
                <a:lnTo>
                  <a:pt x="2312" y="16182"/>
                </a:lnTo>
                <a:lnTo>
                  <a:pt x="2434" y="15890"/>
                </a:lnTo>
                <a:lnTo>
                  <a:pt x="2629" y="15403"/>
                </a:lnTo>
                <a:lnTo>
                  <a:pt x="2726" y="15160"/>
                </a:lnTo>
                <a:lnTo>
                  <a:pt x="2847" y="14916"/>
                </a:lnTo>
                <a:lnTo>
                  <a:pt x="2993" y="14697"/>
                </a:lnTo>
                <a:lnTo>
                  <a:pt x="3164" y="14503"/>
                </a:lnTo>
                <a:lnTo>
                  <a:pt x="3237" y="14430"/>
                </a:lnTo>
                <a:lnTo>
                  <a:pt x="3310" y="14405"/>
                </a:lnTo>
                <a:lnTo>
                  <a:pt x="3358" y="14381"/>
                </a:lnTo>
                <a:close/>
                <a:moveTo>
                  <a:pt x="3066" y="10001"/>
                </a:moveTo>
                <a:lnTo>
                  <a:pt x="3188" y="10147"/>
                </a:lnTo>
                <a:lnTo>
                  <a:pt x="3334" y="10293"/>
                </a:lnTo>
                <a:lnTo>
                  <a:pt x="3650" y="10488"/>
                </a:lnTo>
                <a:lnTo>
                  <a:pt x="3894" y="10682"/>
                </a:lnTo>
                <a:lnTo>
                  <a:pt x="4113" y="10877"/>
                </a:lnTo>
                <a:lnTo>
                  <a:pt x="4332" y="11096"/>
                </a:lnTo>
                <a:lnTo>
                  <a:pt x="4526" y="11315"/>
                </a:lnTo>
                <a:lnTo>
                  <a:pt x="4891" y="11777"/>
                </a:lnTo>
                <a:lnTo>
                  <a:pt x="5256" y="12264"/>
                </a:lnTo>
                <a:lnTo>
                  <a:pt x="5621" y="12702"/>
                </a:lnTo>
                <a:lnTo>
                  <a:pt x="6011" y="13140"/>
                </a:lnTo>
                <a:lnTo>
                  <a:pt x="6449" y="13529"/>
                </a:lnTo>
                <a:lnTo>
                  <a:pt x="6862" y="13919"/>
                </a:lnTo>
                <a:lnTo>
                  <a:pt x="7763" y="14697"/>
                </a:lnTo>
                <a:lnTo>
                  <a:pt x="8176" y="15087"/>
                </a:lnTo>
                <a:lnTo>
                  <a:pt x="8614" y="15500"/>
                </a:lnTo>
                <a:lnTo>
                  <a:pt x="8590" y="15525"/>
                </a:lnTo>
                <a:lnTo>
                  <a:pt x="8517" y="15573"/>
                </a:lnTo>
                <a:lnTo>
                  <a:pt x="8468" y="15646"/>
                </a:lnTo>
                <a:lnTo>
                  <a:pt x="8468" y="15719"/>
                </a:lnTo>
                <a:lnTo>
                  <a:pt x="8395" y="15914"/>
                </a:lnTo>
                <a:lnTo>
                  <a:pt x="8322" y="16133"/>
                </a:lnTo>
                <a:lnTo>
                  <a:pt x="8176" y="16547"/>
                </a:lnTo>
                <a:lnTo>
                  <a:pt x="7227" y="15817"/>
                </a:lnTo>
                <a:lnTo>
                  <a:pt x="6303" y="15062"/>
                </a:lnTo>
                <a:lnTo>
                  <a:pt x="5840" y="14649"/>
                </a:lnTo>
                <a:lnTo>
                  <a:pt x="5378" y="14259"/>
                </a:lnTo>
                <a:lnTo>
                  <a:pt x="4964" y="13846"/>
                </a:lnTo>
                <a:lnTo>
                  <a:pt x="4551" y="13408"/>
                </a:lnTo>
                <a:lnTo>
                  <a:pt x="3821" y="12580"/>
                </a:lnTo>
                <a:lnTo>
                  <a:pt x="3456" y="12142"/>
                </a:lnTo>
                <a:lnTo>
                  <a:pt x="3091" y="11729"/>
                </a:lnTo>
                <a:lnTo>
                  <a:pt x="2702" y="11315"/>
                </a:lnTo>
                <a:lnTo>
                  <a:pt x="2288" y="10950"/>
                </a:lnTo>
                <a:lnTo>
                  <a:pt x="1850" y="10609"/>
                </a:lnTo>
                <a:lnTo>
                  <a:pt x="1607" y="10464"/>
                </a:lnTo>
                <a:lnTo>
                  <a:pt x="1388" y="10318"/>
                </a:lnTo>
                <a:lnTo>
                  <a:pt x="1534" y="10318"/>
                </a:lnTo>
                <a:lnTo>
                  <a:pt x="1655" y="10293"/>
                </a:lnTo>
                <a:lnTo>
                  <a:pt x="1947" y="10245"/>
                </a:lnTo>
                <a:lnTo>
                  <a:pt x="2507" y="10147"/>
                </a:lnTo>
                <a:lnTo>
                  <a:pt x="3066" y="10001"/>
                </a:lnTo>
                <a:close/>
                <a:moveTo>
                  <a:pt x="4989" y="16328"/>
                </a:moveTo>
                <a:lnTo>
                  <a:pt x="5110" y="16352"/>
                </a:lnTo>
                <a:lnTo>
                  <a:pt x="5086" y="16401"/>
                </a:lnTo>
                <a:lnTo>
                  <a:pt x="5062" y="16474"/>
                </a:lnTo>
                <a:lnTo>
                  <a:pt x="4989" y="16522"/>
                </a:lnTo>
                <a:lnTo>
                  <a:pt x="4843" y="16620"/>
                </a:lnTo>
                <a:lnTo>
                  <a:pt x="4551" y="16741"/>
                </a:lnTo>
                <a:lnTo>
                  <a:pt x="4551" y="16741"/>
                </a:lnTo>
                <a:lnTo>
                  <a:pt x="4599" y="16620"/>
                </a:lnTo>
                <a:lnTo>
                  <a:pt x="4672" y="16474"/>
                </a:lnTo>
                <a:lnTo>
                  <a:pt x="4770" y="16376"/>
                </a:lnTo>
                <a:lnTo>
                  <a:pt x="4867" y="16328"/>
                </a:lnTo>
                <a:close/>
                <a:moveTo>
                  <a:pt x="3237" y="13846"/>
                </a:moveTo>
                <a:lnTo>
                  <a:pt x="3115" y="13894"/>
                </a:lnTo>
                <a:lnTo>
                  <a:pt x="2993" y="13943"/>
                </a:lnTo>
                <a:lnTo>
                  <a:pt x="2896" y="14016"/>
                </a:lnTo>
                <a:lnTo>
                  <a:pt x="2702" y="14211"/>
                </a:lnTo>
                <a:lnTo>
                  <a:pt x="2531" y="14430"/>
                </a:lnTo>
                <a:lnTo>
                  <a:pt x="2385" y="14673"/>
                </a:lnTo>
                <a:lnTo>
                  <a:pt x="2264" y="14941"/>
                </a:lnTo>
                <a:lnTo>
                  <a:pt x="2045" y="15500"/>
                </a:lnTo>
                <a:lnTo>
                  <a:pt x="1923" y="15768"/>
                </a:lnTo>
                <a:lnTo>
                  <a:pt x="1777" y="16036"/>
                </a:lnTo>
                <a:lnTo>
                  <a:pt x="1607" y="16279"/>
                </a:lnTo>
                <a:lnTo>
                  <a:pt x="1509" y="16376"/>
                </a:lnTo>
                <a:lnTo>
                  <a:pt x="1412" y="16449"/>
                </a:lnTo>
                <a:lnTo>
                  <a:pt x="1363" y="16522"/>
                </a:lnTo>
                <a:lnTo>
                  <a:pt x="1315" y="16595"/>
                </a:lnTo>
                <a:lnTo>
                  <a:pt x="1290" y="16668"/>
                </a:lnTo>
                <a:lnTo>
                  <a:pt x="1315" y="16741"/>
                </a:lnTo>
                <a:lnTo>
                  <a:pt x="1339" y="16814"/>
                </a:lnTo>
                <a:lnTo>
                  <a:pt x="1388" y="16863"/>
                </a:lnTo>
                <a:lnTo>
                  <a:pt x="1436" y="16887"/>
                </a:lnTo>
                <a:lnTo>
                  <a:pt x="1534" y="16912"/>
                </a:lnTo>
                <a:lnTo>
                  <a:pt x="1631" y="16912"/>
                </a:lnTo>
                <a:lnTo>
                  <a:pt x="1728" y="16887"/>
                </a:lnTo>
                <a:lnTo>
                  <a:pt x="2288" y="16887"/>
                </a:lnTo>
                <a:lnTo>
                  <a:pt x="2556" y="16863"/>
                </a:lnTo>
                <a:lnTo>
                  <a:pt x="2799" y="16839"/>
                </a:lnTo>
                <a:lnTo>
                  <a:pt x="3042" y="16790"/>
                </a:lnTo>
                <a:lnTo>
                  <a:pt x="3285" y="16717"/>
                </a:lnTo>
                <a:lnTo>
                  <a:pt x="3431" y="16644"/>
                </a:lnTo>
                <a:lnTo>
                  <a:pt x="3553" y="16571"/>
                </a:lnTo>
                <a:lnTo>
                  <a:pt x="3650" y="16474"/>
                </a:lnTo>
                <a:lnTo>
                  <a:pt x="3772" y="16376"/>
                </a:lnTo>
                <a:lnTo>
                  <a:pt x="3918" y="16157"/>
                </a:lnTo>
                <a:lnTo>
                  <a:pt x="4064" y="15865"/>
                </a:lnTo>
                <a:lnTo>
                  <a:pt x="4210" y="15549"/>
                </a:lnTo>
                <a:lnTo>
                  <a:pt x="4283" y="15306"/>
                </a:lnTo>
                <a:lnTo>
                  <a:pt x="4332" y="15062"/>
                </a:lnTo>
                <a:lnTo>
                  <a:pt x="4380" y="14795"/>
                </a:lnTo>
                <a:lnTo>
                  <a:pt x="4356" y="14576"/>
                </a:lnTo>
                <a:lnTo>
                  <a:pt x="4356" y="14478"/>
                </a:lnTo>
                <a:lnTo>
                  <a:pt x="4307" y="14405"/>
                </a:lnTo>
                <a:lnTo>
                  <a:pt x="4259" y="14332"/>
                </a:lnTo>
                <a:lnTo>
                  <a:pt x="4186" y="14284"/>
                </a:lnTo>
                <a:lnTo>
                  <a:pt x="4113" y="14186"/>
                </a:lnTo>
                <a:lnTo>
                  <a:pt x="4040" y="14089"/>
                </a:lnTo>
                <a:lnTo>
                  <a:pt x="3942" y="14016"/>
                </a:lnTo>
                <a:lnTo>
                  <a:pt x="3845" y="13967"/>
                </a:lnTo>
                <a:lnTo>
                  <a:pt x="3626" y="13870"/>
                </a:lnTo>
                <a:lnTo>
                  <a:pt x="3383" y="13846"/>
                </a:lnTo>
                <a:close/>
                <a:moveTo>
                  <a:pt x="4818" y="15817"/>
                </a:moveTo>
                <a:lnTo>
                  <a:pt x="4697" y="15865"/>
                </a:lnTo>
                <a:lnTo>
                  <a:pt x="4575" y="15914"/>
                </a:lnTo>
                <a:lnTo>
                  <a:pt x="4453" y="15987"/>
                </a:lnTo>
                <a:lnTo>
                  <a:pt x="4356" y="16084"/>
                </a:lnTo>
                <a:lnTo>
                  <a:pt x="4259" y="16206"/>
                </a:lnTo>
                <a:lnTo>
                  <a:pt x="4161" y="16328"/>
                </a:lnTo>
                <a:lnTo>
                  <a:pt x="4088" y="16474"/>
                </a:lnTo>
                <a:lnTo>
                  <a:pt x="4040" y="16620"/>
                </a:lnTo>
                <a:lnTo>
                  <a:pt x="3991" y="16766"/>
                </a:lnTo>
                <a:lnTo>
                  <a:pt x="3967" y="16912"/>
                </a:lnTo>
                <a:lnTo>
                  <a:pt x="3967" y="17058"/>
                </a:lnTo>
                <a:lnTo>
                  <a:pt x="3991" y="17155"/>
                </a:lnTo>
                <a:lnTo>
                  <a:pt x="4064" y="17252"/>
                </a:lnTo>
                <a:lnTo>
                  <a:pt x="4161" y="17301"/>
                </a:lnTo>
                <a:lnTo>
                  <a:pt x="4210" y="17325"/>
                </a:lnTo>
                <a:lnTo>
                  <a:pt x="4259" y="17301"/>
                </a:lnTo>
                <a:lnTo>
                  <a:pt x="4502" y="17228"/>
                </a:lnTo>
                <a:lnTo>
                  <a:pt x="4721" y="17131"/>
                </a:lnTo>
                <a:lnTo>
                  <a:pt x="4989" y="17009"/>
                </a:lnTo>
                <a:lnTo>
                  <a:pt x="5135" y="16936"/>
                </a:lnTo>
                <a:lnTo>
                  <a:pt x="5256" y="16863"/>
                </a:lnTo>
                <a:lnTo>
                  <a:pt x="5354" y="16766"/>
                </a:lnTo>
                <a:lnTo>
                  <a:pt x="5427" y="16668"/>
                </a:lnTo>
                <a:lnTo>
                  <a:pt x="5500" y="16547"/>
                </a:lnTo>
                <a:lnTo>
                  <a:pt x="5524" y="16401"/>
                </a:lnTo>
                <a:lnTo>
                  <a:pt x="5524" y="16328"/>
                </a:lnTo>
                <a:lnTo>
                  <a:pt x="5500" y="16230"/>
                </a:lnTo>
                <a:lnTo>
                  <a:pt x="5451" y="16133"/>
                </a:lnTo>
                <a:lnTo>
                  <a:pt x="5402" y="16060"/>
                </a:lnTo>
                <a:lnTo>
                  <a:pt x="5305" y="15963"/>
                </a:lnTo>
                <a:lnTo>
                  <a:pt x="5208" y="15890"/>
                </a:lnTo>
                <a:lnTo>
                  <a:pt x="5086" y="15841"/>
                </a:lnTo>
                <a:lnTo>
                  <a:pt x="4964" y="15817"/>
                </a:lnTo>
                <a:close/>
                <a:moveTo>
                  <a:pt x="10001" y="14965"/>
                </a:moveTo>
                <a:lnTo>
                  <a:pt x="10099" y="15184"/>
                </a:lnTo>
                <a:lnTo>
                  <a:pt x="10220" y="15379"/>
                </a:lnTo>
                <a:lnTo>
                  <a:pt x="10488" y="15719"/>
                </a:lnTo>
                <a:lnTo>
                  <a:pt x="10731" y="16011"/>
                </a:lnTo>
                <a:lnTo>
                  <a:pt x="10999" y="16303"/>
                </a:lnTo>
                <a:lnTo>
                  <a:pt x="11242" y="16595"/>
                </a:lnTo>
                <a:lnTo>
                  <a:pt x="11339" y="16766"/>
                </a:lnTo>
                <a:lnTo>
                  <a:pt x="11412" y="16936"/>
                </a:lnTo>
                <a:lnTo>
                  <a:pt x="11437" y="17009"/>
                </a:lnTo>
                <a:lnTo>
                  <a:pt x="11485" y="17058"/>
                </a:lnTo>
                <a:lnTo>
                  <a:pt x="11558" y="17082"/>
                </a:lnTo>
                <a:lnTo>
                  <a:pt x="11607" y="17106"/>
                </a:lnTo>
                <a:lnTo>
                  <a:pt x="11607" y="17350"/>
                </a:lnTo>
                <a:lnTo>
                  <a:pt x="11583" y="17593"/>
                </a:lnTo>
                <a:lnTo>
                  <a:pt x="11412" y="17471"/>
                </a:lnTo>
                <a:lnTo>
                  <a:pt x="11266" y="17325"/>
                </a:lnTo>
                <a:lnTo>
                  <a:pt x="10974" y="17009"/>
                </a:lnTo>
                <a:lnTo>
                  <a:pt x="10488" y="16328"/>
                </a:lnTo>
                <a:lnTo>
                  <a:pt x="10099" y="15817"/>
                </a:lnTo>
                <a:lnTo>
                  <a:pt x="9855" y="15549"/>
                </a:lnTo>
                <a:lnTo>
                  <a:pt x="9709" y="15427"/>
                </a:lnTo>
                <a:lnTo>
                  <a:pt x="9588" y="15306"/>
                </a:lnTo>
                <a:lnTo>
                  <a:pt x="9855" y="15111"/>
                </a:lnTo>
                <a:lnTo>
                  <a:pt x="9928" y="15038"/>
                </a:lnTo>
                <a:lnTo>
                  <a:pt x="10001" y="14965"/>
                </a:lnTo>
                <a:close/>
                <a:moveTo>
                  <a:pt x="15135" y="1"/>
                </a:moveTo>
                <a:lnTo>
                  <a:pt x="14551" y="25"/>
                </a:lnTo>
                <a:lnTo>
                  <a:pt x="13967" y="74"/>
                </a:lnTo>
                <a:lnTo>
                  <a:pt x="13408" y="171"/>
                </a:lnTo>
                <a:lnTo>
                  <a:pt x="12824" y="293"/>
                </a:lnTo>
                <a:lnTo>
                  <a:pt x="12264" y="487"/>
                </a:lnTo>
                <a:lnTo>
                  <a:pt x="11753" y="706"/>
                </a:lnTo>
                <a:lnTo>
                  <a:pt x="11242" y="974"/>
                </a:lnTo>
                <a:lnTo>
                  <a:pt x="10755" y="1290"/>
                </a:lnTo>
                <a:lnTo>
                  <a:pt x="10318" y="1631"/>
                </a:lnTo>
                <a:lnTo>
                  <a:pt x="9880" y="2020"/>
                </a:lnTo>
                <a:lnTo>
                  <a:pt x="9466" y="2434"/>
                </a:lnTo>
                <a:lnTo>
                  <a:pt x="9052" y="2847"/>
                </a:lnTo>
                <a:lnTo>
                  <a:pt x="8663" y="3310"/>
                </a:lnTo>
                <a:lnTo>
                  <a:pt x="7933" y="4234"/>
                </a:lnTo>
                <a:lnTo>
                  <a:pt x="7203" y="5135"/>
                </a:lnTo>
                <a:lnTo>
                  <a:pt x="6814" y="5597"/>
                </a:lnTo>
                <a:lnTo>
                  <a:pt x="6400" y="6011"/>
                </a:lnTo>
                <a:lnTo>
                  <a:pt x="6205" y="6205"/>
                </a:lnTo>
                <a:lnTo>
                  <a:pt x="5889" y="6205"/>
                </a:lnTo>
                <a:lnTo>
                  <a:pt x="5548" y="6230"/>
                </a:lnTo>
                <a:lnTo>
                  <a:pt x="4916" y="6303"/>
                </a:lnTo>
                <a:lnTo>
                  <a:pt x="3991" y="6376"/>
                </a:lnTo>
                <a:lnTo>
                  <a:pt x="3066" y="6400"/>
                </a:lnTo>
                <a:lnTo>
                  <a:pt x="901" y="6400"/>
                </a:lnTo>
                <a:lnTo>
                  <a:pt x="171" y="6351"/>
                </a:lnTo>
                <a:lnTo>
                  <a:pt x="122" y="6351"/>
                </a:lnTo>
                <a:lnTo>
                  <a:pt x="74" y="6376"/>
                </a:lnTo>
                <a:lnTo>
                  <a:pt x="25" y="6449"/>
                </a:lnTo>
                <a:lnTo>
                  <a:pt x="1" y="6546"/>
                </a:lnTo>
                <a:lnTo>
                  <a:pt x="25" y="6619"/>
                </a:lnTo>
                <a:lnTo>
                  <a:pt x="1" y="6716"/>
                </a:lnTo>
                <a:lnTo>
                  <a:pt x="49" y="6789"/>
                </a:lnTo>
                <a:lnTo>
                  <a:pt x="195" y="7008"/>
                </a:lnTo>
                <a:lnTo>
                  <a:pt x="366" y="7227"/>
                </a:lnTo>
                <a:lnTo>
                  <a:pt x="731" y="7617"/>
                </a:lnTo>
                <a:lnTo>
                  <a:pt x="1120" y="7982"/>
                </a:lnTo>
                <a:lnTo>
                  <a:pt x="1534" y="8347"/>
                </a:lnTo>
                <a:lnTo>
                  <a:pt x="1923" y="8712"/>
                </a:lnTo>
                <a:lnTo>
                  <a:pt x="2337" y="9101"/>
                </a:lnTo>
                <a:lnTo>
                  <a:pt x="2507" y="9296"/>
                </a:lnTo>
                <a:lnTo>
                  <a:pt x="2702" y="9466"/>
                </a:lnTo>
                <a:lnTo>
                  <a:pt x="1923" y="9661"/>
                </a:lnTo>
                <a:lnTo>
                  <a:pt x="1680" y="9709"/>
                </a:lnTo>
                <a:lnTo>
                  <a:pt x="1412" y="9734"/>
                </a:lnTo>
                <a:lnTo>
                  <a:pt x="1193" y="9807"/>
                </a:lnTo>
                <a:lnTo>
                  <a:pt x="1071" y="9855"/>
                </a:lnTo>
                <a:lnTo>
                  <a:pt x="974" y="9928"/>
                </a:lnTo>
                <a:lnTo>
                  <a:pt x="925" y="9953"/>
                </a:lnTo>
                <a:lnTo>
                  <a:pt x="925" y="10001"/>
                </a:lnTo>
                <a:lnTo>
                  <a:pt x="925" y="10099"/>
                </a:lnTo>
                <a:lnTo>
                  <a:pt x="852" y="10123"/>
                </a:lnTo>
                <a:lnTo>
                  <a:pt x="804" y="10172"/>
                </a:lnTo>
                <a:lnTo>
                  <a:pt x="779" y="10220"/>
                </a:lnTo>
                <a:lnTo>
                  <a:pt x="755" y="10293"/>
                </a:lnTo>
                <a:lnTo>
                  <a:pt x="755" y="10342"/>
                </a:lnTo>
                <a:lnTo>
                  <a:pt x="755" y="10391"/>
                </a:lnTo>
                <a:lnTo>
                  <a:pt x="779" y="10439"/>
                </a:lnTo>
                <a:lnTo>
                  <a:pt x="852" y="10512"/>
                </a:lnTo>
                <a:lnTo>
                  <a:pt x="1363" y="10901"/>
                </a:lnTo>
                <a:lnTo>
                  <a:pt x="1850" y="11291"/>
                </a:lnTo>
                <a:lnTo>
                  <a:pt x="2312" y="11729"/>
                </a:lnTo>
                <a:lnTo>
                  <a:pt x="2774" y="12167"/>
                </a:lnTo>
                <a:lnTo>
                  <a:pt x="3164" y="12629"/>
                </a:lnTo>
                <a:lnTo>
                  <a:pt x="3553" y="13091"/>
                </a:lnTo>
                <a:lnTo>
                  <a:pt x="3967" y="13554"/>
                </a:lnTo>
                <a:lnTo>
                  <a:pt x="4356" y="13992"/>
                </a:lnTo>
                <a:lnTo>
                  <a:pt x="4794" y="14454"/>
                </a:lnTo>
                <a:lnTo>
                  <a:pt x="5256" y="14892"/>
                </a:lnTo>
                <a:lnTo>
                  <a:pt x="5743" y="15330"/>
                </a:lnTo>
                <a:lnTo>
                  <a:pt x="6230" y="15744"/>
                </a:lnTo>
                <a:lnTo>
                  <a:pt x="7227" y="16522"/>
                </a:lnTo>
                <a:lnTo>
                  <a:pt x="8249" y="17301"/>
                </a:lnTo>
                <a:lnTo>
                  <a:pt x="8347" y="17350"/>
                </a:lnTo>
                <a:lnTo>
                  <a:pt x="8444" y="17350"/>
                </a:lnTo>
                <a:lnTo>
                  <a:pt x="8517" y="17325"/>
                </a:lnTo>
                <a:lnTo>
                  <a:pt x="8590" y="17277"/>
                </a:lnTo>
                <a:lnTo>
                  <a:pt x="8639" y="17204"/>
                </a:lnTo>
                <a:lnTo>
                  <a:pt x="8663" y="17106"/>
                </a:lnTo>
                <a:lnTo>
                  <a:pt x="8663" y="17009"/>
                </a:lnTo>
                <a:lnTo>
                  <a:pt x="8614" y="16912"/>
                </a:lnTo>
                <a:lnTo>
                  <a:pt x="8760" y="16620"/>
                </a:lnTo>
                <a:lnTo>
                  <a:pt x="8858" y="16328"/>
                </a:lnTo>
                <a:lnTo>
                  <a:pt x="8955" y="16011"/>
                </a:lnTo>
                <a:lnTo>
                  <a:pt x="9004" y="15695"/>
                </a:lnTo>
                <a:lnTo>
                  <a:pt x="9174" y="15598"/>
                </a:lnTo>
                <a:lnTo>
                  <a:pt x="9466" y="15914"/>
                </a:lnTo>
                <a:lnTo>
                  <a:pt x="9831" y="16376"/>
                </a:lnTo>
                <a:lnTo>
                  <a:pt x="10196" y="16887"/>
                </a:lnTo>
                <a:lnTo>
                  <a:pt x="10464" y="17252"/>
                </a:lnTo>
                <a:lnTo>
                  <a:pt x="10755" y="17617"/>
                </a:lnTo>
                <a:lnTo>
                  <a:pt x="10901" y="17788"/>
                </a:lnTo>
                <a:lnTo>
                  <a:pt x="11072" y="17934"/>
                </a:lnTo>
                <a:lnTo>
                  <a:pt x="11242" y="18080"/>
                </a:lnTo>
                <a:lnTo>
                  <a:pt x="11437" y="18201"/>
                </a:lnTo>
                <a:lnTo>
                  <a:pt x="11510" y="18226"/>
                </a:lnTo>
                <a:lnTo>
                  <a:pt x="11558" y="18250"/>
                </a:lnTo>
                <a:lnTo>
                  <a:pt x="11631" y="18250"/>
                </a:lnTo>
                <a:lnTo>
                  <a:pt x="11704" y="18226"/>
                </a:lnTo>
                <a:lnTo>
                  <a:pt x="11826" y="18226"/>
                </a:lnTo>
                <a:lnTo>
                  <a:pt x="11948" y="18177"/>
                </a:lnTo>
                <a:lnTo>
                  <a:pt x="12045" y="18128"/>
                </a:lnTo>
                <a:lnTo>
                  <a:pt x="12094" y="18007"/>
                </a:lnTo>
                <a:lnTo>
                  <a:pt x="12167" y="17763"/>
                </a:lnTo>
                <a:lnTo>
                  <a:pt x="12191" y="17520"/>
                </a:lnTo>
                <a:lnTo>
                  <a:pt x="12240" y="17033"/>
                </a:lnTo>
                <a:lnTo>
                  <a:pt x="12264" y="16279"/>
                </a:lnTo>
                <a:lnTo>
                  <a:pt x="12264" y="15549"/>
                </a:lnTo>
                <a:lnTo>
                  <a:pt x="12288" y="14746"/>
                </a:lnTo>
                <a:lnTo>
                  <a:pt x="12337" y="13967"/>
                </a:lnTo>
                <a:lnTo>
                  <a:pt x="12361" y="13651"/>
                </a:lnTo>
                <a:lnTo>
                  <a:pt x="12386" y="13335"/>
                </a:lnTo>
                <a:lnTo>
                  <a:pt x="12361" y="13018"/>
                </a:lnTo>
                <a:lnTo>
                  <a:pt x="12337" y="12848"/>
                </a:lnTo>
                <a:lnTo>
                  <a:pt x="12288" y="12726"/>
                </a:lnTo>
                <a:lnTo>
                  <a:pt x="12775" y="12191"/>
                </a:lnTo>
                <a:lnTo>
                  <a:pt x="13335" y="11607"/>
                </a:lnTo>
                <a:lnTo>
                  <a:pt x="13943" y="11047"/>
                </a:lnTo>
                <a:lnTo>
                  <a:pt x="14527" y="10464"/>
                </a:lnTo>
                <a:lnTo>
                  <a:pt x="15087" y="9880"/>
                </a:lnTo>
                <a:lnTo>
                  <a:pt x="15622" y="9247"/>
                </a:lnTo>
                <a:lnTo>
                  <a:pt x="15865" y="8931"/>
                </a:lnTo>
                <a:lnTo>
                  <a:pt x="16157" y="8639"/>
                </a:lnTo>
                <a:lnTo>
                  <a:pt x="16717" y="8055"/>
                </a:lnTo>
                <a:lnTo>
                  <a:pt x="17277" y="7446"/>
                </a:lnTo>
                <a:lnTo>
                  <a:pt x="17471" y="7227"/>
                </a:lnTo>
                <a:lnTo>
                  <a:pt x="17666" y="6960"/>
                </a:lnTo>
                <a:lnTo>
                  <a:pt x="17836" y="6716"/>
                </a:lnTo>
                <a:lnTo>
                  <a:pt x="17982" y="6449"/>
                </a:lnTo>
                <a:lnTo>
                  <a:pt x="18104" y="6157"/>
                </a:lnTo>
                <a:lnTo>
                  <a:pt x="18250" y="5889"/>
                </a:lnTo>
                <a:lnTo>
                  <a:pt x="18347" y="5597"/>
                </a:lnTo>
                <a:lnTo>
                  <a:pt x="18445" y="5305"/>
                </a:lnTo>
                <a:lnTo>
                  <a:pt x="18591" y="4721"/>
                </a:lnTo>
                <a:lnTo>
                  <a:pt x="18688" y="4113"/>
                </a:lnTo>
                <a:lnTo>
                  <a:pt x="18736" y="3480"/>
                </a:lnTo>
                <a:lnTo>
                  <a:pt x="18736" y="2872"/>
                </a:lnTo>
                <a:lnTo>
                  <a:pt x="18712" y="2312"/>
                </a:lnTo>
                <a:lnTo>
                  <a:pt x="18688" y="1899"/>
                </a:lnTo>
                <a:lnTo>
                  <a:pt x="18639" y="1436"/>
                </a:lnTo>
                <a:lnTo>
                  <a:pt x="18542" y="998"/>
                </a:lnTo>
                <a:lnTo>
                  <a:pt x="18493" y="828"/>
                </a:lnTo>
                <a:lnTo>
                  <a:pt x="18420" y="658"/>
                </a:lnTo>
                <a:lnTo>
                  <a:pt x="18323" y="536"/>
                </a:lnTo>
                <a:lnTo>
                  <a:pt x="18226" y="463"/>
                </a:lnTo>
                <a:lnTo>
                  <a:pt x="18104" y="414"/>
                </a:lnTo>
                <a:lnTo>
                  <a:pt x="17982" y="439"/>
                </a:lnTo>
                <a:lnTo>
                  <a:pt x="17447" y="268"/>
                </a:lnTo>
                <a:lnTo>
                  <a:pt x="16863" y="147"/>
                </a:lnTo>
                <a:lnTo>
                  <a:pt x="16303" y="49"/>
                </a:lnTo>
                <a:lnTo>
                  <a:pt x="15719"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 name="Google Shape;570;p18">
            <a:extLst>
              <a:ext uri="{FF2B5EF4-FFF2-40B4-BE49-F238E27FC236}">
                <a16:creationId xmlns="" xmlns:a16="http://schemas.microsoft.com/office/drawing/2014/main" id="{CE7A205E-7591-44A6-9D2B-BD031673E6D0}"/>
              </a:ext>
            </a:extLst>
          </p:cNvPr>
          <p:cNvSpPr/>
          <p:nvPr/>
        </p:nvSpPr>
        <p:spPr>
          <a:xfrm>
            <a:off x="1187674" y="376345"/>
            <a:ext cx="338774" cy="329202"/>
          </a:xfrm>
          <a:custGeom>
            <a:avLst/>
            <a:gdLst/>
            <a:ahLst/>
            <a:cxnLst/>
            <a:rect l="l" t="t" r="r" b="b"/>
            <a:pathLst>
              <a:path w="15501" h="15063" extrusionOk="0">
                <a:moveTo>
                  <a:pt x="7957" y="925"/>
                </a:moveTo>
                <a:lnTo>
                  <a:pt x="8249" y="1533"/>
                </a:lnTo>
                <a:lnTo>
                  <a:pt x="8103" y="1606"/>
                </a:lnTo>
                <a:lnTo>
                  <a:pt x="7957" y="1704"/>
                </a:lnTo>
                <a:lnTo>
                  <a:pt x="7933" y="1752"/>
                </a:lnTo>
                <a:lnTo>
                  <a:pt x="7933" y="1339"/>
                </a:lnTo>
                <a:lnTo>
                  <a:pt x="7957" y="925"/>
                </a:lnTo>
                <a:close/>
                <a:moveTo>
                  <a:pt x="8371" y="1801"/>
                </a:moveTo>
                <a:lnTo>
                  <a:pt x="8492" y="2020"/>
                </a:lnTo>
                <a:lnTo>
                  <a:pt x="8346" y="2117"/>
                </a:lnTo>
                <a:lnTo>
                  <a:pt x="8200" y="2215"/>
                </a:lnTo>
                <a:lnTo>
                  <a:pt x="8079" y="2288"/>
                </a:lnTo>
                <a:lnTo>
                  <a:pt x="7957" y="2409"/>
                </a:lnTo>
                <a:lnTo>
                  <a:pt x="7933" y="2069"/>
                </a:lnTo>
                <a:lnTo>
                  <a:pt x="8127" y="1971"/>
                </a:lnTo>
                <a:lnTo>
                  <a:pt x="8249" y="1898"/>
                </a:lnTo>
                <a:lnTo>
                  <a:pt x="8371" y="1801"/>
                </a:lnTo>
                <a:close/>
                <a:moveTo>
                  <a:pt x="8663" y="2336"/>
                </a:moveTo>
                <a:lnTo>
                  <a:pt x="8784" y="2628"/>
                </a:lnTo>
                <a:lnTo>
                  <a:pt x="8687" y="2653"/>
                </a:lnTo>
                <a:lnTo>
                  <a:pt x="8590" y="2726"/>
                </a:lnTo>
                <a:lnTo>
                  <a:pt x="8419" y="2847"/>
                </a:lnTo>
                <a:lnTo>
                  <a:pt x="8225" y="2993"/>
                </a:lnTo>
                <a:lnTo>
                  <a:pt x="8054" y="3164"/>
                </a:lnTo>
                <a:lnTo>
                  <a:pt x="8006" y="2750"/>
                </a:lnTo>
                <a:lnTo>
                  <a:pt x="8176" y="2653"/>
                </a:lnTo>
                <a:lnTo>
                  <a:pt x="8322" y="2531"/>
                </a:lnTo>
                <a:lnTo>
                  <a:pt x="8565" y="2385"/>
                </a:lnTo>
                <a:lnTo>
                  <a:pt x="8663" y="2336"/>
                </a:lnTo>
                <a:close/>
                <a:moveTo>
                  <a:pt x="8979" y="2945"/>
                </a:moveTo>
                <a:lnTo>
                  <a:pt x="8979" y="2969"/>
                </a:lnTo>
                <a:lnTo>
                  <a:pt x="9076" y="3164"/>
                </a:lnTo>
                <a:lnTo>
                  <a:pt x="8857" y="3285"/>
                </a:lnTo>
                <a:lnTo>
                  <a:pt x="8663" y="3431"/>
                </a:lnTo>
                <a:lnTo>
                  <a:pt x="8371" y="3626"/>
                </a:lnTo>
                <a:lnTo>
                  <a:pt x="8079" y="3821"/>
                </a:lnTo>
                <a:lnTo>
                  <a:pt x="8054" y="3504"/>
                </a:lnTo>
                <a:lnTo>
                  <a:pt x="8200" y="3456"/>
                </a:lnTo>
                <a:lnTo>
                  <a:pt x="8322" y="3383"/>
                </a:lnTo>
                <a:lnTo>
                  <a:pt x="8541" y="3212"/>
                </a:lnTo>
                <a:lnTo>
                  <a:pt x="8833" y="3018"/>
                </a:lnTo>
                <a:lnTo>
                  <a:pt x="8979" y="2945"/>
                </a:lnTo>
                <a:close/>
                <a:moveTo>
                  <a:pt x="9271" y="3529"/>
                </a:moveTo>
                <a:lnTo>
                  <a:pt x="9393" y="3796"/>
                </a:lnTo>
                <a:lnTo>
                  <a:pt x="8736" y="4186"/>
                </a:lnTo>
                <a:lnTo>
                  <a:pt x="8419" y="4380"/>
                </a:lnTo>
                <a:lnTo>
                  <a:pt x="8249" y="4478"/>
                </a:lnTo>
                <a:lnTo>
                  <a:pt x="8103" y="4599"/>
                </a:lnTo>
                <a:lnTo>
                  <a:pt x="8079" y="4113"/>
                </a:lnTo>
                <a:lnTo>
                  <a:pt x="8225" y="4088"/>
                </a:lnTo>
                <a:lnTo>
                  <a:pt x="8371" y="4040"/>
                </a:lnTo>
                <a:lnTo>
                  <a:pt x="8663" y="3894"/>
                </a:lnTo>
                <a:lnTo>
                  <a:pt x="9052" y="3650"/>
                </a:lnTo>
                <a:lnTo>
                  <a:pt x="9271" y="3529"/>
                </a:lnTo>
                <a:close/>
                <a:moveTo>
                  <a:pt x="9587" y="4186"/>
                </a:moveTo>
                <a:lnTo>
                  <a:pt x="9660" y="4332"/>
                </a:lnTo>
                <a:lnTo>
                  <a:pt x="9490" y="4429"/>
                </a:lnTo>
                <a:lnTo>
                  <a:pt x="9344" y="4551"/>
                </a:lnTo>
                <a:lnTo>
                  <a:pt x="9052" y="4770"/>
                </a:lnTo>
                <a:lnTo>
                  <a:pt x="8809" y="4916"/>
                </a:lnTo>
                <a:lnTo>
                  <a:pt x="8590" y="5110"/>
                </a:lnTo>
                <a:lnTo>
                  <a:pt x="8371" y="5305"/>
                </a:lnTo>
                <a:lnTo>
                  <a:pt x="8176" y="5524"/>
                </a:lnTo>
                <a:lnTo>
                  <a:pt x="8127" y="4794"/>
                </a:lnTo>
                <a:lnTo>
                  <a:pt x="8322" y="4794"/>
                </a:lnTo>
                <a:lnTo>
                  <a:pt x="8492" y="4721"/>
                </a:lnTo>
                <a:lnTo>
                  <a:pt x="8833" y="4575"/>
                </a:lnTo>
                <a:lnTo>
                  <a:pt x="9222" y="4380"/>
                </a:lnTo>
                <a:lnTo>
                  <a:pt x="9587" y="4186"/>
                </a:lnTo>
                <a:close/>
                <a:moveTo>
                  <a:pt x="14965" y="5938"/>
                </a:moveTo>
                <a:lnTo>
                  <a:pt x="14795" y="6059"/>
                </a:lnTo>
                <a:lnTo>
                  <a:pt x="14649" y="6205"/>
                </a:lnTo>
                <a:lnTo>
                  <a:pt x="14576" y="6181"/>
                </a:lnTo>
                <a:lnTo>
                  <a:pt x="14332" y="6157"/>
                </a:lnTo>
                <a:lnTo>
                  <a:pt x="14965" y="5938"/>
                </a:lnTo>
                <a:close/>
                <a:moveTo>
                  <a:pt x="2190" y="5840"/>
                </a:moveTo>
                <a:lnTo>
                  <a:pt x="2093" y="5986"/>
                </a:lnTo>
                <a:lnTo>
                  <a:pt x="2044" y="6132"/>
                </a:lnTo>
                <a:lnTo>
                  <a:pt x="2044" y="6181"/>
                </a:lnTo>
                <a:lnTo>
                  <a:pt x="2044" y="6254"/>
                </a:lnTo>
                <a:lnTo>
                  <a:pt x="1874" y="6181"/>
                </a:lnTo>
                <a:lnTo>
                  <a:pt x="1679" y="6108"/>
                </a:lnTo>
                <a:lnTo>
                  <a:pt x="1266" y="5962"/>
                </a:lnTo>
                <a:lnTo>
                  <a:pt x="2190" y="5840"/>
                </a:lnTo>
                <a:close/>
                <a:moveTo>
                  <a:pt x="3018" y="5743"/>
                </a:moveTo>
                <a:lnTo>
                  <a:pt x="2677" y="6132"/>
                </a:lnTo>
                <a:lnTo>
                  <a:pt x="2555" y="6302"/>
                </a:lnTo>
                <a:lnTo>
                  <a:pt x="2288" y="6278"/>
                </a:lnTo>
                <a:lnTo>
                  <a:pt x="2312" y="6254"/>
                </a:lnTo>
                <a:lnTo>
                  <a:pt x="2409" y="6181"/>
                </a:lnTo>
                <a:lnTo>
                  <a:pt x="2482" y="6059"/>
                </a:lnTo>
                <a:lnTo>
                  <a:pt x="2604" y="5938"/>
                </a:lnTo>
                <a:lnTo>
                  <a:pt x="2750" y="5816"/>
                </a:lnTo>
                <a:lnTo>
                  <a:pt x="2823" y="5767"/>
                </a:lnTo>
                <a:lnTo>
                  <a:pt x="3018" y="5743"/>
                </a:lnTo>
                <a:close/>
                <a:moveTo>
                  <a:pt x="9879" y="4672"/>
                </a:moveTo>
                <a:lnTo>
                  <a:pt x="9977" y="4818"/>
                </a:lnTo>
                <a:lnTo>
                  <a:pt x="9952" y="4818"/>
                </a:lnTo>
                <a:lnTo>
                  <a:pt x="9733" y="5062"/>
                </a:lnTo>
                <a:lnTo>
                  <a:pt x="9490" y="5281"/>
                </a:lnTo>
                <a:lnTo>
                  <a:pt x="8979" y="5719"/>
                </a:lnTo>
                <a:lnTo>
                  <a:pt x="8590" y="6035"/>
                </a:lnTo>
                <a:lnTo>
                  <a:pt x="8395" y="6181"/>
                </a:lnTo>
                <a:lnTo>
                  <a:pt x="8200" y="6351"/>
                </a:lnTo>
                <a:lnTo>
                  <a:pt x="8176" y="5694"/>
                </a:lnTo>
                <a:lnTo>
                  <a:pt x="8468" y="5573"/>
                </a:lnTo>
                <a:lnTo>
                  <a:pt x="8736" y="5402"/>
                </a:lnTo>
                <a:lnTo>
                  <a:pt x="9247" y="5086"/>
                </a:lnTo>
                <a:lnTo>
                  <a:pt x="9539" y="4916"/>
                </a:lnTo>
                <a:lnTo>
                  <a:pt x="9709" y="4794"/>
                </a:lnTo>
                <a:lnTo>
                  <a:pt x="9879" y="4672"/>
                </a:lnTo>
                <a:close/>
                <a:moveTo>
                  <a:pt x="3967" y="5597"/>
                </a:moveTo>
                <a:lnTo>
                  <a:pt x="3869" y="5719"/>
                </a:lnTo>
                <a:lnTo>
                  <a:pt x="3723" y="5986"/>
                </a:lnTo>
                <a:lnTo>
                  <a:pt x="3553" y="6229"/>
                </a:lnTo>
                <a:lnTo>
                  <a:pt x="3504" y="6327"/>
                </a:lnTo>
                <a:lnTo>
                  <a:pt x="3456" y="6424"/>
                </a:lnTo>
                <a:lnTo>
                  <a:pt x="3164" y="6375"/>
                </a:lnTo>
                <a:lnTo>
                  <a:pt x="2920" y="6327"/>
                </a:lnTo>
                <a:lnTo>
                  <a:pt x="3066" y="6181"/>
                </a:lnTo>
                <a:lnTo>
                  <a:pt x="3431" y="5792"/>
                </a:lnTo>
                <a:lnTo>
                  <a:pt x="3602" y="5646"/>
                </a:lnTo>
                <a:lnTo>
                  <a:pt x="3967" y="5597"/>
                </a:lnTo>
                <a:close/>
                <a:moveTo>
                  <a:pt x="5110" y="5354"/>
                </a:moveTo>
                <a:lnTo>
                  <a:pt x="4989" y="5475"/>
                </a:lnTo>
                <a:lnTo>
                  <a:pt x="4867" y="5597"/>
                </a:lnTo>
                <a:lnTo>
                  <a:pt x="4648" y="5865"/>
                </a:lnTo>
                <a:lnTo>
                  <a:pt x="4380" y="6205"/>
                </a:lnTo>
                <a:lnTo>
                  <a:pt x="4234" y="6400"/>
                </a:lnTo>
                <a:lnTo>
                  <a:pt x="4113" y="6594"/>
                </a:lnTo>
                <a:lnTo>
                  <a:pt x="3723" y="6497"/>
                </a:lnTo>
                <a:lnTo>
                  <a:pt x="3821" y="6400"/>
                </a:lnTo>
                <a:lnTo>
                  <a:pt x="3869" y="6278"/>
                </a:lnTo>
                <a:lnTo>
                  <a:pt x="3991" y="6084"/>
                </a:lnTo>
                <a:lnTo>
                  <a:pt x="4137" y="5865"/>
                </a:lnTo>
                <a:lnTo>
                  <a:pt x="4307" y="5694"/>
                </a:lnTo>
                <a:lnTo>
                  <a:pt x="4405" y="5597"/>
                </a:lnTo>
                <a:lnTo>
                  <a:pt x="4526" y="5500"/>
                </a:lnTo>
                <a:lnTo>
                  <a:pt x="5110" y="5354"/>
                </a:lnTo>
                <a:close/>
                <a:moveTo>
                  <a:pt x="14065" y="6254"/>
                </a:moveTo>
                <a:lnTo>
                  <a:pt x="14138" y="6327"/>
                </a:lnTo>
                <a:lnTo>
                  <a:pt x="14235" y="6375"/>
                </a:lnTo>
                <a:lnTo>
                  <a:pt x="14430" y="6448"/>
                </a:lnTo>
                <a:lnTo>
                  <a:pt x="14186" y="6740"/>
                </a:lnTo>
                <a:lnTo>
                  <a:pt x="14016" y="6643"/>
                </a:lnTo>
                <a:lnTo>
                  <a:pt x="13846" y="6546"/>
                </a:lnTo>
                <a:lnTo>
                  <a:pt x="13675" y="6497"/>
                </a:lnTo>
                <a:lnTo>
                  <a:pt x="13481" y="6448"/>
                </a:lnTo>
                <a:lnTo>
                  <a:pt x="14065" y="6254"/>
                </a:lnTo>
                <a:close/>
                <a:moveTo>
                  <a:pt x="5573" y="5451"/>
                </a:moveTo>
                <a:lnTo>
                  <a:pt x="5719" y="5621"/>
                </a:lnTo>
                <a:lnTo>
                  <a:pt x="5840" y="5767"/>
                </a:lnTo>
                <a:lnTo>
                  <a:pt x="5816" y="5767"/>
                </a:lnTo>
                <a:lnTo>
                  <a:pt x="5670" y="5840"/>
                </a:lnTo>
                <a:lnTo>
                  <a:pt x="5548" y="5962"/>
                </a:lnTo>
                <a:lnTo>
                  <a:pt x="5354" y="6205"/>
                </a:lnTo>
                <a:lnTo>
                  <a:pt x="5110" y="6473"/>
                </a:lnTo>
                <a:lnTo>
                  <a:pt x="4989" y="6619"/>
                </a:lnTo>
                <a:lnTo>
                  <a:pt x="4916" y="6765"/>
                </a:lnTo>
                <a:lnTo>
                  <a:pt x="4429" y="6667"/>
                </a:lnTo>
                <a:lnTo>
                  <a:pt x="4551" y="6546"/>
                </a:lnTo>
                <a:lnTo>
                  <a:pt x="4648" y="6424"/>
                </a:lnTo>
                <a:lnTo>
                  <a:pt x="4843" y="6157"/>
                </a:lnTo>
                <a:lnTo>
                  <a:pt x="5159" y="5816"/>
                </a:lnTo>
                <a:lnTo>
                  <a:pt x="5354" y="5646"/>
                </a:lnTo>
                <a:lnTo>
                  <a:pt x="5475" y="5548"/>
                </a:lnTo>
                <a:lnTo>
                  <a:pt x="5548" y="5451"/>
                </a:lnTo>
                <a:close/>
                <a:moveTo>
                  <a:pt x="6035" y="5962"/>
                </a:moveTo>
                <a:lnTo>
                  <a:pt x="6278" y="6254"/>
                </a:lnTo>
                <a:lnTo>
                  <a:pt x="6157" y="6424"/>
                </a:lnTo>
                <a:lnTo>
                  <a:pt x="6011" y="6643"/>
                </a:lnTo>
                <a:lnTo>
                  <a:pt x="5889" y="6862"/>
                </a:lnTo>
                <a:lnTo>
                  <a:pt x="5840" y="6935"/>
                </a:lnTo>
                <a:lnTo>
                  <a:pt x="5840" y="7008"/>
                </a:lnTo>
                <a:lnTo>
                  <a:pt x="5232" y="6838"/>
                </a:lnTo>
                <a:lnTo>
                  <a:pt x="5402" y="6692"/>
                </a:lnTo>
                <a:lnTo>
                  <a:pt x="5548" y="6546"/>
                </a:lnTo>
                <a:lnTo>
                  <a:pt x="5767" y="6278"/>
                </a:lnTo>
                <a:lnTo>
                  <a:pt x="5889" y="6157"/>
                </a:lnTo>
                <a:lnTo>
                  <a:pt x="6011" y="6011"/>
                </a:lnTo>
                <a:lnTo>
                  <a:pt x="6035" y="5962"/>
                </a:lnTo>
                <a:close/>
                <a:moveTo>
                  <a:pt x="7519" y="925"/>
                </a:moveTo>
                <a:lnTo>
                  <a:pt x="7470" y="1120"/>
                </a:lnTo>
                <a:lnTo>
                  <a:pt x="7470" y="1314"/>
                </a:lnTo>
                <a:lnTo>
                  <a:pt x="7470" y="1704"/>
                </a:lnTo>
                <a:lnTo>
                  <a:pt x="7495" y="2093"/>
                </a:lnTo>
                <a:lnTo>
                  <a:pt x="7519" y="2482"/>
                </a:lnTo>
                <a:lnTo>
                  <a:pt x="7592" y="3285"/>
                </a:lnTo>
                <a:lnTo>
                  <a:pt x="7665" y="4234"/>
                </a:lnTo>
                <a:lnTo>
                  <a:pt x="7714" y="5183"/>
                </a:lnTo>
                <a:lnTo>
                  <a:pt x="7714" y="6132"/>
                </a:lnTo>
                <a:lnTo>
                  <a:pt x="7714" y="7081"/>
                </a:lnTo>
                <a:lnTo>
                  <a:pt x="7519" y="6886"/>
                </a:lnTo>
                <a:lnTo>
                  <a:pt x="7324" y="6716"/>
                </a:lnTo>
                <a:lnTo>
                  <a:pt x="7032" y="6473"/>
                </a:lnTo>
                <a:lnTo>
                  <a:pt x="6522" y="5913"/>
                </a:lnTo>
                <a:lnTo>
                  <a:pt x="5986" y="5354"/>
                </a:lnTo>
                <a:lnTo>
                  <a:pt x="5792" y="5159"/>
                </a:lnTo>
                <a:lnTo>
                  <a:pt x="5670" y="5086"/>
                </a:lnTo>
                <a:lnTo>
                  <a:pt x="5573" y="5013"/>
                </a:lnTo>
                <a:lnTo>
                  <a:pt x="5719" y="4721"/>
                </a:lnTo>
                <a:lnTo>
                  <a:pt x="5913" y="4453"/>
                </a:lnTo>
                <a:lnTo>
                  <a:pt x="6278" y="3894"/>
                </a:lnTo>
                <a:lnTo>
                  <a:pt x="6449" y="3626"/>
                </a:lnTo>
                <a:lnTo>
                  <a:pt x="6570" y="3358"/>
                </a:lnTo>
                <a:lnTo>
                  <a:pt x="6692" y="3066"/>
                </a:lnTo>
                <a:lnTo>
                  <a:pt x="6789" y="2774"/>
                </a:lnTo>
                <a:lnTo>
                  <a:pt x="6984" y="2166"/>
                </a:lnTo>
                <a:lnTo>
                  <a:pt x="7203" y="1558"/>
                </a:lnTo>
                <a:lnTo>
                  <a:pt x="7349" y="1217"/>
                </a:lnTo>
                <a:lnTo>
                  <a:pt x="7519" y="925"/>
                </a:lnTo>
                <a:close/>
                <a:moveTo>
                  <a:pt x="6497" y="6497"/>
                </a:moveTo>
                <a:lnTo>
                  <a:pt x="6522" y="6521"/>
                </a:lnTo>
                <a:lnTo>
                  <a:pt x="6716" y="6716"/>
                </a:lnTo>
                <a:lnTo>
                  <a:pt x="6643" y="6765"/>
                </a:lnTo>
                <a:lnTo>
                  <a:pt x="6595" y="6789"/>
                </a:lnTo>
                <a:lnTo>
                  <a:pt x="6497" y="6911"/>
                </a:lnTo>
                <a:lnTo>
                  <a:pt x="6400" y="7008"/>
                </a:lnTo>
                <a:lnTo>
                  <a:pt x="6327" y="7130"/>
                </a:lnTo>
                <a:lnTo>
                  <a:pt x="5986" y="7057"/>
                </a:lnTo>
                <a:lnTo>
                  <a:pt x="6059" y="7008"/>
                </a:lnTo>
                <a:lnTo>
                  <a:pt x="6132" y="6935"/>
                </a:lnTo>
                <a:lnTo>
                  <a:pt x="6254" y="6838"/>
                </a:lnTo>
                <a:lnTo>
                  <a:pt x="6497" y="6497"/>
                </a:lnTo>
                <a:close/>
                <a:moveTo>
                  <a:pt x="13286" y="6521"/>
                </a:moveTo>
                <a:lnTo>
                  <a:pt x="13627" y="6740"/>
                </a:lnTo>
                <a:lnTo>
                  <a:pt x="13967" y="6935"/>
                </a:lnTo>
                <a:lnTo>
                  <a:pt x="13870" y="7032"/>
                </a:lnTo>
                <a:lnTo>
                  <a:pt x="13724" y="7178"/>
                </a:lnTo>
                <a:lnTo>
                  <a:pt x="13578" y="7081"/>
                </a:lnTo>
                <a:lnTo>
                  <a:pt x="13456" y="7032"/>
                </a:lnTo>
                <a:lnTo>
                  <a:pt x="13164" y="6911"/>
                </a:lnTo>
                <a:lnTo>
                  <a:pt x="12897" y="6813"/>
                </a:lnTo>
                <a:lnTo>
                  <a:pt x="12653" y="6716"/>
                </a:lnTo>
                <a:lnTo>
                  <a:pt x="13286" y="6521"/>
                </a:lnTo>
                <a:close/>
                <a:moveTo>
                  <a:pt x="10171" y="5062"/>
                </a:moveTo>
                <a:lnTo>
                  <a:pt x="10220" y="5135"/>
                </a:lnTo>
                <a:lnTo>
                  <a:pt x="10196" y="5159"/>
                </a:lnTo>
                <a:lnTo>
                  <a:pt x="9587" y="5816"/>
                </a:lnTo>
                <a:lnTo>
                  <a:pt x="9003" y="6521"/>
                </a:lnTo>
                <a:lnTo>
                  <a:pt x="8809" y="6716"/>
                </a:lnTo>
                <a:lnTo>
                  <a:pt x="8590" y="6935"/>
                </a:lnTo>
                <a:lnTo>
                  <a:pt x="8371" y="7154"/>
                </a:lnTo>
                <a:lnTo>
                  <a:pt x="8152" y="7373"/>
                </a:lnTo>
                <a:lnTo>
                  <a:pt x="8200" y="6740"/>
                </a:lnTo>
                <a:lnTo>
                  <a:pt x="8444" y="6570"/>
                </a:lnTo>
                <a:lnTo>
                  <a:pt x="8663" y="6400"/>
                </a:lnTo>
                <a:lnTo>
                  <a:pt x="9101" y="6035"/>
                </a:lnTo>
                <a:lnTo>
                  <a:pt x="9660" y="5573"/>
                </a:lnTo>
                <a:lnTo>
                  <a:pt x="9928" y="5329"/>
                </a:lnTo>
                <a:lnTo>
                  <a:pt x="10171" y="5062"/>
                </a:lnTo>
                <a:close/>
                <a:moveTo>
                  <a:pt x="10488" y="5329"/>
                </a:moveTo>
                <a:lnTo>
                  <a:pt x="10731" y="5427"/>
                </a:lnTo>
                <a:lnTo>
                  <a:pt x="10999" y="5500"/>
                </a:lnTo>
                <a:lnTo>
                  <a:pt x="11510" y="5597"/>
                </a:lnTo>
                <a:lnTo>
                  <a:pt x="11850" y="5670"/>
                </a:lnTo>
                <a:lnTo>
                  <a:pt x="12167" y="5694"/>
                </a:lnTo>
                <a:lnTo>
                  <a:pt x="12824" y="5719"/>
                </a:lnTo>
                <a:lnTo>
                  <a:pt x="13529" y="5743"/>
                </a:lnTo>
                <a:lnTo>
                  <a:pt x="14235" y="5792"/>
                </a:lnTo>
                <a:lnTo>
                  <a:pt x="13505" y="6059"/>
                </a:lnTo>
                <a:lnTo>
                  <a:pt x="12799" y="6278"/>
                </a:lnTo>
                <a:lnTo>
                  <a:pt x="11339" y="6692"/>
                </a:lnTo>
                <a:lnTo>
                  <a:pt x="9612" y="7130"/>
                </a:lnTo>
                <a:lnTo>
                  <a:pt x="9149" y="7251"/>
                </a:lnTo>
                <a:lnTo>
                  <a:pt x="8663" y="7373"/>
                </a:lnTo>
                <a:lnTo>
                  <a:pt x="9101" y="6862"/>
                </a:lnTo>
                <a:lnTo>
                  <a:pt x="9758" y="6132"/>
                </a:lnTo>
                <a:lnTo>
                  <a:pt x="10098" y="5767"/>
                </a:lnTo>
                <a:lnTo>
                  <a:pt x="10439" y="5402"/>
                </a:lnTo>
                <a:lnTo>
                  <a:pt x="10488" y="5329"/>
                </a:lnTo>
                <a:close/>
                <a:moveTo>
                  <a:pt x="6862" y="6886"/>
                </a:moveTo>
                <a:lnTo>
                  <a:pt x="7349" y="7422"/>
                </a:lnTo>
                <a:lnTo>
                  <a:pt x="7349" y="7422"/>
                </a:lnTo>
                <a:lnTo>
                  <a:pt x="6570" y="7203"/>
                </a:lnTo>
                <a:lnTo>
                  <a:pt x="6668" y="7105"/>
                </a:lnTo>
                <a:lnTo>
                  <a:pt x="6765" y="7008"/>
                </a:lnTo>
                <a:lnTo>
                  <a:pt x="6862" y="6911"/>
                </a:lnTo>
                <a:lnTo>
                  <a:pt x="6862" y="6886"/>
                </a:lnTo>
                <a:close/>
                <a:moveTo>
                  <a:pt x="12386" y="6789"/>
                </a:moveTo>
                <a:lnTo>
                  <a:pt x="12483" y="6911"/>
                </a:lnTo>
                <a:lnTo>
                  <a:pt x="12629" y="7008"/>
                </a:lnTo>
                <a:lnTo>
                  <a:pt x="12775" y="7105"/>
                </a:lnTo>
                <a:lnTo>
                  <a:pt x="12921" y="7178"/>
                </a:lnTo>
                <a:lnTo>
                  <a:pt x="13432" y="7422"/>
                </a:lnTo>
                <a:lnTo>
                  <a:pt x="13140" y="7641"/>
                </a:lnTo>
                <a:lnTo>
                  <a:pt x="12970" y="7543"/>
                </a:lnTo>
                <a:lnTo>
                  <a:pt x="12799" y="7470"/>
                </a:lnTo>
                <a:lnTo>
                  <a:pt x="12483" y="7349"/>
                </a:lnTo>
                <a:lnTo>
                  <a:pt x="12045" y="7154"/>
                </a:lnTo>
                <a:lnTo>
                  <a:pt x="11826" y="7057"/>
                </a:lnTo>
                <a:lnTo>
                  <a:pt x="11607" y="7008"/>
                </a:lnTo>
                <a:lnTo>
                  <a:pt x="12386" y="6789"/>
                </a:lnTo>
                <a:close/>
                <a:moveTo>
                  <a:pt x="11461" y="7057"/>
                </a:moveTo>
                <a:lnTo>
                  <a:pt x="11534" y="7154"/>
                </a:lnTo>
                <a:lnTo>
                  <a:pt x="11631" y="7251"/>
                </a:lnTo>
                <a:lnTo>
                  <a:pt x="11850" y="7397"/>
                </a:lnTo>
                <a:lnTo>
                  <a:pt x="12069" y="7519"/>
                </a:lnTo>
                <a:lnTo>
                  <a:pt x="12313" y="7641"/>
                </a:lnTo>
                <a:lnTo>
                  <a:pt x="12532" y="7762"/>
                </a:lnTo>
                <a:lnTo>
                  <a:pt x="12799" y="7908"/>
                </a:lnTo>
                <a:lnTo>
                  <a:pt x="12483" y="8152"/>
                </a:lnTo>
                <a:lnTo>
                  <a:pt x="12410" y="8054"/>
                </a:lnTo>
                <a:lnTo>
                  <a:pt x="12337" y="7981"/>
                </a:lnTo>
                <a:lnTo>
                  <a:pt x="12240" y="7908"/>
                </a:lnTo>
                <a:lnTo>
                  <a:pt x="12118" y="7860"/>
                </a:lnTo>
                <a:lnTo>
                  <a:pt x="11875" y="7762"/>
                </a:lnTo>
                <a:lnTo>
                  <a:pt x="11656" y="7689"/>
                </a:lnTo>
                <a:lnTo>
                  <a:pt x="11145" y="7470"/>
                </a:lnTo>
                <a:lnTo>
                  <a:pt x="10901" y="7349"/>
                </a:lnTo>
                <a:lnTo>
                  <a:pt x="10634" y="7251"/>
                </a:lnTo>
                <a:lnTo>
                  <a:pt x="11437" y="7057"/>
                </a:lnTo>
                <a:close/>
                <a:moveTo>
                  <a:pt x="10439" y="7324"/>
                </a:moveTo>
                <a:lnTo>
                  <a:pt x="10512" y="7422"/>
                </a:lnTo>
                <a:lnTo>
                  <a:pt x="10609" y="7495"/>
                </a:lnTo>
                <a:lnTo>
                  <a:pt x="10828" y="7665"/>
                </a:lnTo>
                <a:lnTo>
                  <a:pt x="11047" y="7787"/>
                </a:lnTo>
                <a:lnTo>
                  <a:pt x="11291" y="7884"/>
                </a:lnTo>
                <a:lnTo>
                  <a:pt x="11996" y="8176"/>
                </a:lnTo>
                <a:lnTo>
                  <a:pt x="12167" y="8249"/>
                </a:lnTo>
                <a:lnTo>
                  <a:pt x="12215" y="8273"/>
                </a:lnTo>
                <a:lnTo>
                  <a:pt x="12288" y="8298"/>
                </a:lnTo>
                <a:lnTo>
                  <a:pt x="11996" y="8541"/>
                </a:lnTo>
                <a:lnTo>
                  <a:pt x="11972" y="8541"/>
                </a:lnTo>
                <a:lnTo>
                  <a:pt x="11583" y="8444"/>
                </a:lnTo>
                <a:lnTo>
                  <a:pt x="11218" y="8322"/>
                </a:lnTo>
                <a:lnTo>
                  <a:pt x="10853" y="8152"/>
                </a:lnTo>
                <a:lnTo>
                  <a:pt x="10512" y="7957"/>
                </a:lnTo>
                <a:lnTo>
                  <a:pt x="10098" y="7714"/>
                </a:lnTo>
                <a:lnTo>
                  <a:pt x="9879" y="7592"/>
                </a:lnTo>
                <a:lnTo>
                  <a:pt x="9660" y="7495"/>
                </a:lnTo>
                <a:lnTo>
                  <a:pt x="10439" y="7324"/>
                </a:lnTo>
                <a:close/>
                <a:moveTo>
                  <a:pt x="8225" y="8103"/>
                </a:moveTo>
                <a:lnTo>
                  <a:pt x="8638" y="8249"/>
                </a:lnTo>
                <a:lnTo>
                  <a:pt x="9028" y="8419"/>
                </a:lnTo>
                <a:lnTo>
                  <a:pt x="8930" y="8517"/>
                </a:lnTo>
                <a:lnTo>
                  <a:pt x="8784" y="8638"/>
                </a:lnTo>
                <a:lnTo>
                  <a:pt x="8711" y="8711"/>
                </a:lnTo>
                <a:lnTo>
                  <a:pt x="8687" y="8784"/>
                </a:lnTo>
                <a:lnTo>
                  <a:pt x="8225" y="8103"/>
                </a:lnTo>
                <a:close/>
                <a:moveTo>
                  <a:pt x="7689" y="8663"/>
                </a:moveTo>
                <a:lnTo>
                  <a:pt x="7714" y="9003"/>
                </a:lnTo>
                <a:lnTo>
                  <a:pt x="7689" y="9003"/>
                </a:lnTo>
                <a:lnTo>
                  <a:pt x="7519" y="8930"/>
                </a:lnTo>
                <a:lnTo>
                  <a:pt x="7665" y="8687"/>
                </a:lnTo>
                <a:lnTo>
                  <a:pt x="7689" y="8663"/>
                </a:lnTo>
                <a:close/>
                <a:moveTo>
                  <a:pt x="9344" y="7592"/>
                </a:moveTo>
                <a:lnTo>
                  <a:pt x="9612" y="7787"/>
                </a:lnTo>
                <a:lnTo>
                  <a:pt x="9904" y="7981"/>
                </a:lnTo>
                <a:lnTo>
                  <a:pt x="10463" y="8322"/>
                </a:lnTo>
                <a:lnTo>
                  <a:pt x="10755" y="8492"/>
                </a:lnTo>
                <a:lnTo>
                  <a:pt x="11047" y="8638"/>
                </a:lnTo>
                <a:lnTo>
                  <a:pt x="11364" y="8760"/>
                </a:lnTo>
                <a:lnTo>
                  <a:pt x="11680" y="8833"/>
                </a:lnTo>
                <a:lnTo>
                  <a:pt x="11510" y="9003"/>
                </a:lnTo>
                <a:lnTo>
                  <a:pt x="11485" y="9028"/>
                </a:lnTo>
                <a:lnTo>
                  <a:pt x="10463" y="8565"/>
                </a:lnTo>
                <a:lnTo>
                  <a:pt x="9952" y="8371"/>
                </a:lnTo>
                <a:lnTo>
                  <a:pt x="9417" y="8176"/>
                </a:lnTo>
                <a:lnTo>
                  <a:pt x="8979" y="7981"/>
                </a:lnTo>
                <a:lnTo>
                  <a:pt x="8736" y="7884"/>
                </a:lnTo>
                <a:lnTo>
                  <a:pt x="8468" y="7811"/>
                </a:lnTo>
                <a:lnTo>
                  <a:pt x="8906" y="7714"/>
                </a:lnTo>
                <a:lnTo>
                  <a:pt x="9344" y="7592"/>
                </a:lnTo>
                <a:close/>
                <a:moveTo>
                  <a:pt x="9368" y="8565"/>
                </a:moveTo>
                <a:lnTo>
                  <a:pt x="9733" y="8687"/>
                </a:lnTo>
                <a:lnTo>
                  <a:pt x="9660" y="8760"/>
                </a:lnTo>
                <a:lnTo>
                  <a:pt x="9198" y="9076"/>
                </a:lnTo>
                <a:lnTo>
                  <a:pt x="9101" y="9149"/>
                </a:lnTo>
                <a:lnTo>
                  <a:pt x="9003" y="9247"/>
                </a:lnTo>
                <a:lnTo>
                  <a:pt x="8760" y="8906"/>
                </a:lnTo>
                <a:lnTo>
                  <a:pt x="8784" y="8906"/>
                </a:lnTo>
                <a:lnTo>
                  <a:pt x="8930" y="8809"/>
                </a:lnTo>
                <a:lnTo>
                  <a:pt x="9052" y="8711"/>
                </a:lnTo>
                <a:lnTo>
                  <a:pt x="9174" y="8638"/>
                </a:lnTo>
                <a:lnTo>
                  <a:pt x="9344" y="8590"/>
                </a:lnTo>
                <a:lnTo>
                  <a:pt x="9368" y="8565"/>
                </a:lnTo>
                <a:close/>
                <a:moveTo>
                  <a:pt x="828" y="6181"/>
                </a:moveTo>
                <a:lnTo>
                  <a:pt x="1168" y="6302"/>
                </a:lnTo>
                <a:lnTo>
                  <a:pt x="1533" y="6400"/>
                </a:lnTo>
                <a:lnTo>
                  <a:pt x="2239" y="6546"/>
                </a:lnTo>
                <a:lnTo>
                  <a:pt x="2507" y="6570"/>
                </a:lnTo>
                <a:lnTo>
                  <a:pt x="2750" y="6594"/>
                </a:lnTo>
                <a:lnTo>
                  <a:pt x="3018" y="6619"/>
                </a:lnTo>
                <a:lnTo>
                  <a:pt x="3285" y="6643"/>
                </a:lnTo>
                <a:lnTo>
                  <a:pt x="4356" y="6911"/>
                </a:lnTo>
                <a:lnTo>
                  <a:pt x="5159" y="7081"/>
                </a:lnTo>
                <a:lnTo>
                  <a:pt x="5938" y="7300"/>
                </a:lnTo>
                <a:lnTo>
                  <a:pt x="7519" y="7762"/>
                </a:lnTo>
                <a:lnTo>
                  <a:pt x="6546" y="8273"/>
                </a:lnTo>
                <a:lnTo>
                  <a:pt x="5548" y="8736"/>
                </a:lnTo>
                <a:lnTo>
                  <a:pt x="4697" y="9076"/>
                </a:lnTo>
                <a:lnTo>
                  <a:pt x="4453" y="9198"/>
                </a:lnTo>
                <a:lnTo>
                  <a:pt x="4332" y="9271"/>
                </a:lnTo>
                <a:lnTo>
                  <a:pt x="4234" y="9368"/>
                </a:lnTo>
                <a:lnTo>
                  <a:pt x="4210" y="9320"/>
                </a:lnTo>
                <a:lnTo>
                  <a:pt x="3991" y="9003"/>
                </a:lnTo>
                <a:lnTo>
                  <a:pt x="3748" y="8687"/>
                </a:lnTo>
                <a:lnTo>
                  <a:pt x="3456" y="8395"/>
                </a:lnTo>
                <a:lnTo>
                  <a:pt x="3164" y="8127"/>
                </a:lnTo>
                <a:lnTo>
                  <a:pt x="2531" y="7616"/>
                </a:lnTo>
                <a:lnTo>
                  <a:pt x="2239" y="7373"/>
                </a:lnTo>
                <a:lnTo>
                  <a:pt x="1947" y="7105"/>
                </a:lnTo>
                <a:lnTo>
                  <a:pt x="1728" y="6911"/>
                </a:lnTo>
                <a:lnTo>
                  <a:pt x="1485" y="6716"/>
                </a:lnTo>
                <a:lnTo>
                  <a:pt x="1047" y="6375"/>
                </a:lnTo>
                <a:lnTo>
                  <a:pt x="828" y="6181"/>
                </a:lnTo>
                <a:close/>
                <a:moveTo>
                  <a:pt x="10098" y="8833"/>
                </a:moveTo>
                <a:lnTo>
                  <a:pt x="10658" y="9076"/>
                </a:lnTo>
                <a:lnTo>
                  <a:pt x="10366" y="9247"/>
                </a:lnTo>
                <a:lnTo>
                  <a:pt x="10098" y="9393"/>
                </a:lnTo>
                <a:lnTo>
                  <a:pt x="9758" y="9612"/>
                </a:lnTo>
                <a:lnTo>
                  <a:pt x="9612" y="9758"/>
                </a:lnTo>
                <a:lnTo>
                  <a:pt x="9466" y="9904"/>
                </a:lnTo>
                <a:lnTo>
                  <a:pt x="9125" y="9417"/>
                </a:lnTo>
                <a:lnTo>
                  <a:pt x="9198" y="9393"/>
                </a:lnTo>
                <a:lnTo>
                  <a:pt x="9271" y="9368"/>
                </a:lnTo>
                <a:lnTo>
                  <a:pt x="9417" y="9271"/>
                </a:lnTo>
                <a:lnTo>
                  <a:pt x="9660" y="9101"/>
                </a:lnTo>
                <a:lnTo>
                  <a:pt x="10098" y="8857"/>
                </a:lnTo>
                <a:lnTo>
                  <a:pt x="10098" y="8833"/>
                </a:lnTo>
                <a:close/>
                <a:moveTo>
                  <a:pt x="7324" y="9174"/>
                </a:moveTo>
                <a:lnTo>
                  <a:pt x="7446" y="9222"/>
                </a:lnTo>
                <a:lnTo>
                  <a:pt x="7519" y="9295"/>
                </a:lnTo>
                <a:lnTo>
                  <a:pt x="7738" y="9393"/>
                </a:lnTo>
                <a:lnTo>
                  <a:pt x="7738" y="9855"/>
                </a:lnTo>
                <a:lnTo>
                  <a:pt x="7738" y="10001"/>
                </a:lnTo>
                <a:lnTo>
                  <a:pt x="7495" y="9855"/>
                </a:lnTo>
                <a:lnTo>
                  <a:pt x="7251" y="9733"/>
                </a:lnTo>
                <a:lnTo>
                  <a:pt x="7105" y="9685"/>
                </a:lnTo>
                <a:lnTo>
                  <a:pt x="6984" y="9660"/>
                </a:lnTo>
                <a:lnTo>
                  <a:pt x="7324" y="9174"/>
                </a:lnTo>
                <a:close/>
                <a:moveTo>
                  <a:pt x="6911" y="9758"/>
                </a:moveTo>
                <a:lnTo>
                  <a:pt x="7008" y="9879"/>
                </a:lnTo>
                <a:lnTo>
                  <a:pt x="7130" y="10001"/>
                </a:lnTo>
                <a:lnTo>
                  <a:pt x="7373" y="10196"/>
                </a:lnTo>
                <a:lnTo>
                  <a:pt x="7543" y="10317"/>
                </a:lnTo>
                <a:lnTo>
                  <a:pt x="7762" y="10415"/>
                </a:lnTo>
                <a:lnTo>
                  <a:pt x="7762" y="10926"/>
                </a:lnTo>
                <a:lnTo>
                  <a:pt x="7470" y="10707"/>
                </a:lnTo>
                <a:lnTo>
                  <a:pt x="7203" y="10488"/>
                </a:lnTo>
                <a:lnTo>
                  <a:pt x="7057" y="10415"/>
                </a:lnTo>
                <a:lnTo>
                  <a:pt x="6911" y="10317"/>
                </a:lnTo>
                <a:lnTo>
                  <a:pt x="6741" y="10269"/>
                </a:lnTo>
                <a:lnTo>
                  <a:pt x="6570" y="10244"/>
                </a:lnTo>
                <a:lnTo>
                  <a:pt x="6911" y="9758"/>
                </a:lnTo>
                <a:close/>
                <a:moveTo>
                  <a:pt x="11072" y="9271"/>
                </a:moveTo>
                <a:lnTo>
                  <a:pt x="11291" y="9368"/>
                </a:lnTo>
                <a:lnTo>
                  <a:pt x="11266" y="9490"/>
                </a:lnTo>
                <a:lnTo>
                  <a:pt x="11266" y="9612"/>
                </a:lnTo>
                <a:lnTo>
                  <a:pt x="11096" y="9685"/>
                </a:lnTo>
                <a:lnTo>
                  <a:pt x="10950" y="9782"/>
                </a:lnTo>
                <a:lnTo>
                  <a:pt x="10658" y="9977"/>
                </a:lnTo>
                <a:lnTo>
                  <a:pt x="10293" y="10220"/>
                </a:lnTo>
                <a:lnTo>
                  <a:pt x="10123" y="10366"/>
                </a:lnTo>
                <a:lnTo>
                  <a:pt x="10050" y="10439"/>
                </a:lnTo>
                <a:lnTo>
                  <a:pt x="10001" y="10536"/>
                </a:lnTo>
                <a:lnTo>
                  <a:pt x="10001" y="10585"/>
                </a:lnTo>
                <a:lnTo>
                  <a:pt x="10025" y="10609"/>
                </a:lnTo>
                <a:lnTo>
                  <a:pt x="10123" y="10609"/>
                </a:lnTo>
                <a:lnTo>
                  <a:pt x="10220" y="10585"/>
                </a:lnTo>
                <a:lnTo>
                  <a:pt x="10390" y="10512"/>
                </a:lnTo>
                <a:lnTo>
                  <a:pt x="10561" y="10390"/>
                </a:lnTo>
                <a:lnTo>
                  <a:pt x="10731" y="10269"/>
                </a:lnTo>
                <a:lnTo>
                  <a:pt x="10999" y="10074"/>
                </a:lnTo>
                <a:lnTo>
                  <a:pt x="11291" y="9904"/>
                </a:lnTo>
                <a:lnTo>
                  <a:pt x="11339" y="10171"/>
                </a:lnTo>
                <a:lnTo>
                  <a:pt x="11412" y="10390"/>
                </a:lnTo>
                <a:lnTo>
                  <a:pt x="11145" y="10488"/>
                </a:lnTo>
                <a:lnTo>
                  <a:pt x="10877" y="10634"/>
                </a:lnTo>
                <a:lnTo>
                  <a:pt x="10731" y="10682"/>
                </a:lnTo>
                <a:lnTo>
                  <a:pt x="10561" y="10804"/>
                </a:lnTo>
                <a:lnTo>
                  <a:pt x="10415" y="10926"/>
                </a:lnTo>
                <a:lnTo>
                  <a:pt x="10342" y="10999"/>
                </a:lnTo>
                <a:lnTo>
                  <a:pt x="10317" y="11072"/>
                </a:lnTo>
                <a:lnTo>
                  <a:pt x="9879" y="10463"/>
                </a:lnTo>
                <a:lnTo>
                  <a:pt x="9587" y="10050"/>
                </a:lnTo>
                <a:lnTo>
                  <a:pt x="9733" y="10001"/>
                </a:lnTo>
                <a:lnTo>
                  <a:pt x="9904" y="9928"/>
                </a:lnTo>
                <a:lnTo>
                  <a:pt x="10196" y="9758"/>
                </a:lnTo>
                <a:lnTo>
                  <a:pt x="10634" y="9514"/>
                </a:lnTo>
                <a:lnTo>
                  <a:pt x="11047" y="9295"/>
                </a:lnTo>
                <a:lnTo>
                  <a:pt x="11072" y="9271"/>
                </a:lnTo>
                <a:close/>
                <a:moveTo>
                  <a:pt x="11534" y="10780"/>
                </a:moveTo>
                <a:lnTo>
                  <a:pt x="11656" y="11193"/>
                </a:lnTo>
                <a:lnTo>
                  <a:pt x="11631" y="11193"/>
                </a:lnTo>
                <a:lnTo>
                  <a:pt x="11437" y="11364"/>
                </a:lnTo>
                <a:lnTo>
                  <a:pt x="11218" y="11510"/>
                </a:lnTo>
                <a:lnTo>
                  <a:pt x="11023" y="11631"/>
                </a:lnTo>
                <a:lnTo>
                  <a:pt x="10828" y="11753"/>
                </a:lnTo>
                <a:lnTo>
                  <a:pt x="10804" y="11777"/>
                </a:lnTo>
                <a:lnTo>
                  <a:pt x="10439" y="11242"/>
                </a:lnTo>
                <a:lnTo>
                  <a:pt x="10512" y="11242"/>
                </a:lnTo>
                <a:lnTo>
                  <a:pt x="10585" y="11218"/>
                </a:lnTo>
                <a:lnTo>
                  <a:pt x="10731" y="11145"/>
                </a:lnTo>
                <a:lnTo>
                  <a:pt x="10999" y="10974"/>
                </a:lnTo>
                <a:lnTo>
                  <a:pt x="11534" y="10780"/>
                </a:lnTo>
                <a:close/>
                <a:moveTo>
                  <a:pt x="6522" y="10342"/>
                </a:moveTo>
                <a:lnTo>
                  <a:pt x="6668" y="10439"/>
                </a:lnTo>
                <a:lnTo>
                  <a:pt x="6838" y="10561"/>
                </a:lnTo>
                <a:lnTo>
                  <a:pt x="7105" y="10853"/>
                </a:lnTo>
                <a:lnTo>
                  <a:pt x="7251" y="10999"/>
                </a:lnTo>
                <a:lnTo>
                  <a:pt x="7397" y="11120"/>
                </a:lnTo>
                <a:lnTo>
                  <a:pt x="7568" y="11218"/>
                </a:lnTo>
                <a:lnTo>
                  <a:pt x="7738" y="11291"/>
                </a:lnTo>
                <a:lnTo>
                  <a:pt x="7762" y="11291"/>
                </a:lnTo>
                <a:lnTo>
                  <a:pt x="7762" y="12021"/>
                </a:lnTo>
                <a:lnTo>
                  <a:pt x="7665" y="11948"/>
                </a:lnTo>
                <a:lnTo>
                  <a:pt x="7568" y="11875"/>
                </a:lnTo>
                <a:lnTo>
                  <a:pt x="7397" y="11704"/>
                </a:lnTo>
                <a:lnTo>
                  <a:pt x="7057" y="11364"/>
                </a:lnTo>
                <a:lnTo>
                  <a:pt x="6862" y="11193"/>
                </a:lnTo>
                <a:lnTo>
                  <a:pt x="6619" y="11072"/>
                </a:lnTo>
                <a:lnTo>
                  <a:pt x="6376" y="10999"/>
                </a:lnTo>
                <a:lnTo>
                  <a:pt x="6132" y="10926"/>
                </a:lnTo>
                <a:lnTo>
                  <a:pt x="6522" y="10342"/>
                </a:lnTo>
                <a:close/>
                <a:moveTo>
                  <a:pt x="11753" y="11510"/>
                </a:moveTo>
                <a:lnTo>
                  <a:pt x="11826" y="11802"/>
                </a:lnTo>
                <a:lnTo>
                  <a:pt x="11704" y="11826"/>
                </a:lnTo>
                <a:lnTo>
                  <a:pt x="11607" y="11899"/>
                </a:lnTo>
                <a:lnTo>
                  <a:pt x="11412" y="12021"/>
                </a:lnTo>
                <a:lnTo>
                  <a:pt x="11291" y="12167"/>
                </a:lnTo>
                <a:lnTo>
                  <a:pt x="11218" y="12240"/>
                </a:lnTo>
                <a:lnTo>
                  <a:pt x="11193" y="12313"/>
                </a:lnTo>
                <a:lnTo>
                  <a:pt x="10901" y="11899"/>
                </a:lnTo>
                <a:lnTo>
                  <a:pt x="11120" y="11850"/>
                </a:lnTo>
                <a:lnTo>
                  <a:pt x="11339" y="11777"/>
                </a:lnTo>
                <a:lnTo>
                  <a:pt x="11558" y="11656"/>
                </a:lnTo>
                <a:lnTo>
                  <a:pt x="11753" y="11510"/>
                </a:lnTo>
                <a:close/>
                <a:moveTo>
                  <a:pt x="6059" y="11047"/>
                </a:moveTo>
                <a:lnTo>
                  <a:pt x="6303" y="11218"/>
                </a:lnTo>
                <a:lnTo>
                  <a:pt x="6546" y="11388"/>
                </a:lnTo>
                <a:lnTo>
                  <a:pt x="6789" y="11583"/>
                </a:lnTo>
                <a:lnTo>
                  <a:pt x="6984" y="11802"/>
                </a:lnTo>
                <a:lnTo>
                  <a:pt x="7251" y="12069"/>
                </a:lnTo>
                <a:lnTo>
                  <a:pt x="7397" y="12215"/>
                </a:lnTo>
                <a:lnTo>
                  <a:pt x="7543" y="12313"/>
                </a:lnTo>
                <a:lnTo>
                  <a:pt x="7276" y="12459"/>
                </a:lnTo>
                <a:lnTo>
                  <a:pt x="7154" y="12386"/>
                </a:lnTo>
                <a:lnTo>
                  <a:pt x="7008" y="12337"/>
                </a:lnTo>
                <a:lnTo>
                  <a:pt x="6765" y="12215"/>
                </a:lnTo>
                <a:lnTo>
                  <a:pt x="6522" y="12069"/>
                </a:lnTo>
                <a:lnTo>
                  <a:pt x="6327" y="11948"/>
                </a:lnTo>
                <a:lnTo>
                  <a:pt x="6157" y="11802"/>
                </a:lnTo>
                <a:lnTo>
                  <a:pt x="5962" y="11656"/>
                </a:lnTo>
                <a:lnTo>
                  <a:pt x="5767" y="11534"/>
                </a:lnTo>
                <a:lnTo>
                  <a:pt x="6059" y="11047"/>
                </a:lnTo>
                <a:close/>
                <a:moveTo>
                  <a:pt x="5670" y="11680"/>
                </a:moveTo>
                <a:lnTo>
                  <a:pt x="5719" y="11777"/>
                </a:lnTo>
                <a:lnTo>
                  <a:pt x="5792" y="11850"/>
                </a:lnTo>
                <a:lnTo>
                  <a:pt x="5938" y="12021"/>
                </a:lnTo>
                <a:lnTo>
                  <a:pt x="6108" y="12167"/>
                </a:lnTo>
                <a:lnTo>
                  <a:pt x="6278" y="12288"/>
                </a:lnTo>
                <a:lnTo>
                  <a:pt x="6546" y="12483"/>
                </a:lnTo>
                <a:lnTo>
                  <a:pt x="6716" y="12580"/>
                </a:lnTo>
                <a:lnTo>
                  <a:pt x="6887" y="12678"/>
                </a:lnTo>
                <a:lnTo>
                  <a:pt x="6522" y="12848"/>
                </a:lnTo>
                <a:lnTo>
                  <a:pt x="6230" y="12653"/>
                </a:lnTo>
                <a:lnTo>
                  <a:pt x="5938" y="12434"/>
                </a:lnTo>
                <a:lnTo>
                  <a:pt x="5694" y="12215"/>
                </a:lnTo>
                <a:lnTo>
                  <a:pt x="5475" y="12021"/>
                </a:lnTo>
                <a:lnTo>
                  <a:pt x="5621" y="11777"/>
                </a:lnTo>
                <a:lnTo>
                  <a:pt x="5670" y="11680"/>
                </a:lnTo>
                <a:close/>
                <a:moveTo>
                  <a:pt x="11899" y="12094"/>
                </a:moveTo>
                <a:lnTo>
                  <a:pt x="12021" y="12605"/>
                </a:lnTo>
                <a:lnTo>
                  <a:pt x="11899" y="12726"/>
                </a:lnTo>
                <a:lnTo>
                  <a:pt x="11777" y="12848"/>
                </a:lnTo>
                <a:lnTo>
                  <a:pt x="11729" y="12921"/>
                </a:lnTo>
                <a:lnTo>
                  <a:pt x="11680" y="12994"/>
                </a:lnTo>
                <a:lnTo>
                  <a:pt x="11680" y="13018"/>
                </a:lnTo>
                <a:lnTo>
                  <a:pt x="11266" y="12434"/>
                </a:lnTo>
                <a:lnTo>
                  <a:pt x="11412" y="12386"/>
                </a:lnTo>
                <a:lnTo>
                  <a:pt x="11558" y="12313"/>
                </a:lnTo>
                <a:lnTo>
                  <a:pt x="11729" y="12215"/>
                </a:lnTo>
                <a:lnTo>
                  <a:pt x="11899" y="12094"/>
                </a:lnTo>
                <a:close/>
                <a:moveTo>
                  <a:pt x="5329" y="12240"/>
                </a:moveTo>
                <a:lnTo>
                  <a:pt x="5402" y="12361"/>
                </a:lnTo>
                <a:lnTo>
                  <a:pt x="5500" y="12483"/>
                </a:lnTo>
                <a:lnTo>
                  <a:pt x="5670" y="12678"/>
                </a:lnTo>
                <a:lnTo>
                  <a:pt x="5913" y="12897"/>
                </a:lnTo>
                <a:lnTo>
                  <a:pt x="6157" y="13067"/>
                </a:lnTo>
                <a:lnTo>
                  <a:pt x="5743" y="13335"/>
                </a:lnTo>
                <a:lnTo>
                  <a:pt x="5646" y="13310"/>
                </a:lnTo>
                <a:lnTo>
                  <a:pt x="5475" y="13237"/>
                </a:lnTo>
                <a:lnTo>
                  <a:pt x="5305" y="13164"/>
                </a:lnTo>
                <a:lnTo>
                  <a:pt x="5135" y="13043"/>
                </a:lnTo>
                <a:lnTo>
                  <a:pt x="4940" y="12970"/>
                </a:lnTo>
                <a:lnTo>
                  <a:pt x="4891" y="12945"/>
                </a:lnTo>
                <a:lnTo>
                  <a:pt x="5110" y="12605"/>
                </a:lnTo>
                <a:lnTo>
                  <a:pt x="5329" y="12240"/>
                </a:lnTo>
                <a:close/>
                <a:moveTo>
                  <a:pt x="12094" y="13043"/>
                </a:moveTo>
                <a:lnTo>
                  <a:pt x="12215" y="13748"/>
                </a:lnTo>
                <a:lnTo>
                  <a:pt x="11802" y="13189"/>
                </a:lnTo>
                <a:lnTo>
                  <a:pt x="11850" y="13189"/>
                </a:lnTo>
                <a:lnTo>
                  <a:pt x="11923" y="13164"/>
                </a:lnTo>
                <a:lnTo>
                  <a:pt x="11972" y="13140"/>
                </a:lnTo>
                <a:lnTo>
                  <a:pt x="12094" y="13043"/>
                </a:lnTo>
                <a:close/>
                <a:moveTo>
                  <a:pt x="4745" y="13140"/>
                </a:moveTo>
                <a:lnTo>
                  <a:pt x="4891" y="13310"/>
                </a:lnTo>
                <a:lnTo>
                  <a:pt x="5062" y="13456"/>
                </a:lnTo>
                <a:lnTo>
                  <a:pt x="5305" y="13602"/>
                </a:lnTo>
                <a:lnTo>
                  <a:pt x="4964" y="13846"/>
                </a:lnTo>
                <a:lnTo>
                  <a:pt x="4891" y="13773"/>
                </a:lnTo>
                <a:lnTo>
                  <a:pt x="4818" y="13700"/>
                </a:lnTo>
                <a:lnTo>
                  <a:pt x="4648" y="13627"/>
                </a:lnTo>
                <a:lnTo>
                  <a:pt x="4551" y="13554"/>
                </a:lnTo>
                <a:lnTo>
                  <a:pt x="4405" y="13529"/>
                </a:lnTo>
                <a:lnTo>
                  <a:pt x="4575" y="13335"/>
                </a:lnTo>
                <a:lnTo>
                  <a:pt x="4745" y="13140"/>
                </a:lnTo>
                <a:close/>
                <a:moveTo>
                  <a:pt x="8200" y="8833"/>
                </a:moveTo>
                <a:lnTo>
                  <a:pt x="8371" y="9076"/>
                </a:lnTo>
                <a:lnTo>
                  <a:pt x="8663" y="9514"/>
                </a:lnTo>
                <a:lnTo>
                  <a:pt x="8979" y="9928"/>
                </a:lnTo>
                <a:lnTo>
                  <a:pt x="9587" y="10780"/>
                </a:lnTo>
                <a:lnTo>
                  <a:pt x="10171" y="11583"/>
                </a:lnTo>
                <a:lnTo>
                  <a:pt x="10731" y="12410"/>
                </a:lnTo>
                <a:lnTo>
                  <a:pt x="11291" y="13213"/>
                </a:lnTo>
                <a:lnTo>
                  <a:pt x="11850" y="13992"/>
                </a:lnTo>
                <a:lnTo>
                  <a:pt x="11729" y="13943"/>
                </a:lnTo>
                <a:lnTo>
                  <a:pt x="11072" y="13554"/>
                </a:lnTo>
                <a:lnTo>
                  <a:pt x="10415" y="13189"/>
                </a:lnTo>
                <a:lnTo>
                  <a:pt x="9831" y="12921"/>
                </a:lnTo>
                <a:lnTo>
                  <a:pt x="9539" y="12799"/>
                </a:lnTo>
                <a:lnTo>
                  <a:pt x="9222" y="12678"/>
                </a:lnTo>
                <a:lnTo>
                  <a:pt x="8760" y="12507"/>
                </a:lnTo>
                <a:lnTo>
                  <a:pt x="8517" y="12410"/>
                </a:lnTo>
                <a:lnTo>
                  <a:pt x="8273" y="12337"/>
                </a:lnTo>
                <a:lnTo>
                  <a:pt x="8273" y="12288"/>
                </a:lnTo>
                <a:lnTo>
                  <a:pt x="8322" y="11996"/>
                </a:lnTo>
                <a:lnTo>
                  <a:pt x="8346" y="11680"/>
                </a:lnTo>
                <a:lnTo>
                  <a:pt x="8346" y="11388"/>
                </a:lnTo>
                <a:lnTo>
                  <a:pt x="8322" y="11072"/>
                </a:lnTo>
                <a:lnTo>
                  <a:pt x="8273" y="10463"/>
                </a:lnTo>
                <a:lnTo>
                  <a:pt x="8225" y="9855"/>
                </a:lnTo>
                <a:lnTo>
                  <a:pt x="8200" y="8833"/>
                </a:lnTo>
                <a:close/>
                <a:moveTo>
                  <a:pt x="7324" y="8346"/>
                </a:moveTo>
                <a:lnTo>
                  <a:pt x="6935" y="8906"/>
                </a:lnTo>
                <a:lnTo>
                  <a:pt x="6570" y="9441"/>
                </a:lnTo>
                <a:lnTo>
                  <a:pt x="5962" y="10439"/>
                </a:lnTo>
                <a:lnTo>
                  <a:pt x="5354" y="11437"/>
                </a:lnTo>
                <a:lnTo>
                  <a:pt x="4818" y="12386"/>
                </a:lnTo>
                <a:lnTo>
                  <a:pt x="4502" y="12848"/>
                </a:lnTo>
                <a:lnTo>
                  <a:pt x="4356" y="13067"/>
                </a:lnTo>
                <a:lnTo>
                  <a:pt x="4161" y="13286"/>
                </a:lnTo>
                <a:lnTo>
                  <a:pt x="3967" y="13529"/>
                </a:lnTo>
                <a:lnTo>
                  <a:pt x="3796" y="13773"/>
                </a:lnTo>
                <a:lnTo>
                  <a:pt x="3650" y="14040"/>
                </a:lnTo>
                <a:lnTo>
                  <a:pt x="3504" y="14308"/>
                </a:lnTo>
                <a:lnTo>
                  <a:pt x="3577" y="13578"/>
                </a:lnTo>
                <a:lnTo>
                  <a:pt x="3699" y="12897"/>
                </a:lnTo>
                <a:lnTo>
                  <a:pt x="3821" y="12215"/>
                </a:lnTo>
                <a:lnTo>
                  <a:pt x="3967" y="11558"/>
                </a:lnTo>
                <a:lnTo>
                  <a:pt x="4113" y="10926"/>
                </a:lnTo>
                <a:lnTo>
                  <a:pt x="4234" y="10269"/>
                </a:lnTo>
                <a:lnTo>
                  <a:pt x="4332" y="9612"/>
                </a:lnTo>
                <a:lnTo>
                  <a:pt x="4307" y="9539"/>
                </a:lnTo>
                <a:lnTo>
                  <a:pt x="4453" y="9587"/>
                </a:lnTo>
                <a:lnTo>
                  <a:pt x="4624" y="9563"/>
                </a:lnTo>
                <a:lnTo>
                  <a:pt x="4818" y="9514"/>
                </a:lnTo>
                <a:lnTo>
                  <a:pt x="5013" y="9441"/>
                </a:lnTo>
                <a:lnTo>
                  <a:pt x="5354" y="9271"/>
                </a:lnTo>
                <a:lnTo>
                  <a:pt x="5646" y="9149"/>
                </a:lnTo>
                <a:lnTo>
                  <a:pt x="6497" y="8760"/>
                </a:lnTo>
                <a:lnTo>
                  <a:pt x="7324" y="8346"/>
                </a:lnTo>
                <a:close/>
                <a:moveTo>
                  <a:pt x="4234" y="13700"/>
                </a:moveTo>
                <a:lnTo>
                  <a:pt x="4307" y="13773"/>
                </a:lnTo>
                <a:lnTo>
                  <a:pt x="4380" y="13821"/>
                </a:lnTo>
                <a:lnTo>
                  <a:pt x="4551" y="13943"/>
                </a:lnTo>
                <a:lnTo>
                  <a:pt x="4697" y="14016"/>
                </a:lnTo>
                <a:lnTo>
                  <a:pt x="4307" y="14259"/>
                </a:lnTo>
                <a:lnTo>
                  <a:pt x="4161" y="14332"/>
                </a:lnTo>
                <a:lnTo>
                  <a:pt x="3991" y="14405"/>
                </a:lnTo>
                <a:lnTo>
                  <a:pt x="3650" y="14502"/>
                </a:lnTo>
                <a:lnTo>
                  <a:pt x="3748" y="14429"/>
                </a:lnTo>
                <a:lnTo>
                  <a:pt x="3821" y="14332"/>
                </a:lnTo>
                <a:lnTo>
                  <a:pt x="3967" y="14113"/>
                </a:lnTo>
                <a:lnTo>
                  <a:pt x="4113" y="13894"/>
                </a:lnTo>
                <a:lnTo>
                  <a:pt x="4234" y="13700"/>
                </a:lnTo>
                <a:close/>
                <a:moveTo>
                  <a:pt x="7835" y="0"/>
                </a:moveTo>
                <a:lnTo>
                  <a:pt x="7762" y="25"/>
                </a:lnTo>
                <a:lnTo>
                  <a:pt x="7689" y="73"/>
                </a:lnTo>
                <a:lnTo>
                  <a:pt x="7641" y="73"/>
                </a:lnTo>
                <a:lnTo>
                  <a:pt x="7495" y="146"/>
                </a:lnTo>
                <a:lnTo>
                  <a:pt x="7373" y="244"/>
                </a:lnTo>
                <a:lnTo>
                  <a:pt x="7276" y="341"/>
                </a:lnTo>
                <a:lnTo>
                  <a:pt x="7178" y="463"/>
                </a:lnTo>
                <a:lnTo>
                  <a:pt x="6984" y="730"/>
                </a:lnTo>
                <a:lnTo>
                  <a:pt x="6838" y="1047"/>
                </a:lnTo>
                <a:lnTo>
                  <a:pt x="6716" y="1387"/>
                </a:lnTo>
                <a:lnTo>
                  <a:pt x="6619" y="1704"/>
                </a:lnTo>
                <a:lnTo>
                  <a:pt x="6449" y="2288"/>
                </a:lnTo>
                <a:lnTo>
                  <a:pt x="6230" y="2920"/>
                </a:lnTo>
                <a:lnTo>
                  <a:pt x="6108" y="3237"/>
                </a:lnTo>
                <a:lnTo>
                  <a:pt x="5962" y="3529"/>
                </a:lnTo>
                <a:lnTo>
                  <a:pt x="5767" y="3845"/>
                </a:lnTo>
                <a:lnTo>
                  <a:pt x="5548" y="4161"/>
                </a:lnTo>
                <a:lnTo>
                  <a:pt x="5378" y="4478"/>
                </a:lnTo>
                <a:lnTo>
                  <a:pt x="5281" y="4648"/>
                </a:lnTo>
                <a:lnTo>
                  <a:pt x="5208" y="4818"/>
                </a:lnTo>
                <a:lnTo>
                  <a:pt x="4891" y="4916"/>
                </a:lnTo>
                <a:lnTo>
                  <a:pt x="4575" y="4989"/>
                </a:lnTo>
                <a:lnTo>
                  <a:pt x="3918" y="5110"/>
                </a:lnTo>
                <a:lnTo>
                  <a:pt x="2580" y="5305"/>
                </a:lnTo>
                <a:lnTo>
                  <a:pt x="1801" y="5402"/>
                </a:lnTo>
                <a:lnTo>
                  <a:pt x="998" y="5500"/>
                </a:lnTo>
                <a:lnTo>
                  <a:pt x="755" y="5524"/>
                </a:lnTo>
                <a:lnTo>
                  <a:pt x="511" y="5524"/>
                </a:lnTo>
                <a:lnTo>
                  <a:pt x="244" y="5548"/>
                </a:lnTo>
                <a:lnTo>
                  <a:pt x="146" y="5597"/>
                </a:lnTo>
                <a:lnTo>
                  <a:pt x="49" y="5646"/>
                </a:lnTo>
                <a:lnTo>
                  <a:pt x="0" y="5719"/>
                </a:lnTo>
                <a:lnTo>
                  <a:pt x="0" y="5792"/>
                </a:lnTo>
                <a:lnTo>
                  <a:pt x="0" y="5865"/>
                </a:lnTo>
                <a:lnTo>
                  <a:pt x="0" y="5962"/>
                </a:lnTo>
                <a:lnTo>
                  <a:pt x="49" y="6035"/>
                </a:lnTo>
                <a:lnTo>
                  <a:pt x="146" y="6229"/>
                </a:lnTo>
                <a:lnTo>
                  <a:pt x="292" y="6375"/>
                </a:lnTo>
                <a:lnTo>
                  <a:pt x="438" y="6497"/>
                </a:lnTo>
                <a:lnTo>
                  <a:pt x="682" y="6716"/>
                </a:lnTo>
                <a:lnTo>
                  <a:pt x="925" y="6935"/>
                </a:lnTo>
                <a:lnTo>
                  <a:pt x="1460" y="7349"/>
                </a:lnTo>
                <a:lnTo>
                  <a:pt x="1971" y="7811"/>
                </a:lnTo>
                <a:lnTo>
                  <a:pt x="2507" y="8273"/>
                </a:lnTo>
                <a:lnTo>
                  <a:pt x="2847" y="8565"/>
                </a:lnTo>
                <a:lnTo>
                  <a:pt x="3188" y="8882"/>
                </a:lnTo>
                <a:lnTo>
                  <a:pt x="3504" y="9222"/>
                </a:lnTo>
                <a:lnTo>
                  <a:pt x="3650" y="9417"/>
                </a:lnTo>
                <a:lnTo>
                  <a:pt x="3772" y="9612"/>
                </a:lnTo>
                <a:lnTo>
                  <a:pt x="3821" y="9685"/>
                </a:lnTo>
                <a:lnTo>
                  <a:pt x="3918" y="9709"/>
                </a:lnTo>
                <a:lnTo>
                  <a:pt x="3748" y="10342"/>
                </a:lnTo>
                <a:lnTo>
                  <a:pt x="3602" y="10974"/>
                </a:lnTo>
                <a:lnTo>
                  <a:pt x="3334" y="12264"/>
                </a:lnTo>
                <a:lnTo>
                  <a:pt x="3212" y="12872"/>
                </a:lnTo>
                <a:lnTo>
                  <a:pt x="3091" y="13529"/>
                </a:lnTo>
                <a:lnTo>
                  <a:pt x="3042" y="13870"/>
                </a:lnTo>
                <a:lnTo>
                  <a:pt x="2993" y="14186"/>
                </a:lnTo>
                <a:lnTo>
                  <a:pt x="2993" y="14502"/>
                </a:lnTo>
                <a:lnTo>
                  <a:pt x="3018" y="14819"/>
                </a:lnTo>
                <a:lnTo>
                  <a:pt x="3042" y="14916"/>
                </a:lnTo>
                <a:lnTo>
                  <a:pt x="3091" y="14965"/>
                </a:lnTo>
                <a:lnTo>
                  <a:pt x="3188" y="15013"/>
                </a:lnTo>
                <a:lnTo>
                  <a:pt x="3261" y="15013"/>
                </a:lnTo>
                <a:lnTo>
                  <a:pt x="3383" y="15038"/>
                </a:lnTo>
                <a:lnTo>
                  <a:pt x="3529" y="15062"/>
                </a:lnTo>
                <a:lnTo>
                  <a:pt x="3675" y="15038"/>
                </a:lnTo>
                <a:lnTo>
                  <a:pt x="3796" y="15013"/>
                </a:lnTo>
                <a:lnTo>
                  <a:pt x="4088" y="14940"/>
                </a:lnTo>
                <a:lnTo>
                  <a:pt x="4405" y="14794"/>
                </a:lnTo>
                <a:lnTo>
                  <a:pt x="4672" y="14624"/>
                </a:lnTo>
                <a:lnTo>
                  <a:pt x="4964" y="14454"/>
                </a:lnTo>
                <a:lnTo>
                  <a:pt x="5402" y="14138"/>
                </a:lnTo>
                <a:lnTo>
                  <a:pt x="5719" y="13943"/>
                </a:lnTo>
                <a:lnTo>
                  <a:pt x="6035" y="13748"/>
                </a:lnTo>
                <a:lnTo>
                  <a:pt x="6716" y="13383"/>
                </a:lnTo>
                <a:lnTo>
                  <a:pt x="7373" y="13018"/>
                </a:lnTo>
                <a:lnTo>
                  <a:pt x="7689" y="12824"/>
                </a:lnTo>
                <a:lnTo>
                  <a:pt x="8006" y="12629"/>
                </a:lnTo>
                <a:lnTo>
                  <a:pt x="8127" y="12726"/>
                </a:lnTo>
                <a:lnTo>
                  <a:pt x="8273" y="12799"/>
                </a:lnTo>
                <a:lnTo>
                  <a:pt x="8590" y="12945"/>
                </a:lnTo>
                <a:lnTo>
                  <a:pt x="9320" y="13213"/>
                </a:lnTo>
                <a:lnTo>
                  <a:pt x="9685" y="13383"/>
                </a:lnTo>
                <a:lnTo>
                  <a:pt x="10050" y="13554"/>
                </a:lnTo>
                <a:lnTo>
                  <a:pt x="10707" y="13894"/>
                </a:lnTo>
                <a:lnTo>
                  <a:pt x="11364" y="14283"/>
                </a:lnTo>
                <a:lnTo>
                  <a:pt x="11607" y="14454"/>
                </a:lnTo>
                <a:lnTo>
                  <a:pt x="11875" y="14624"/>
                </a:lnTo>
                <a:lnTo>
                  <a:pt x="12021" y="14697"/>
                </a:lnTo>
                <a:lnTo>
                  <a:pt x="12167" y="14770"/>
                </a:lnTo>
                <a:lnTo>
                  <a:pt x="12313" y="14794"/>
                </a:lnTo>
                <a:lnTo>
                  <a:pt x="12459" y="14770"/>
                </a:lnTo>
                <a:lnTo>
                  <a:pt x="12507" y="14770"/>
                </a:lnTo>
                <a:lnTo>
                  <a:pt x="12532" y="14721"/>
                </a:lnTo>
                <a:lnTo>
                  <a:pt x="12629" y="14697"/>
                </a:lnTo>
                <a:lnTo>
                  <a:pt x="12702" y="14648"/>
                </a:lnTo>
                <a:lnTo>
                  <a:pt x="12751" y="14575"/>
                </a:lnTo>
                <a:lnTo>
                  <a:pt x="12775" y="14478"/>
                </a:lnTo>
                <a:lnTo>
                  <a:pt x="12751" y="14065"/>
                </a:lnTo>
                <a:lnTo>
                  <a:pt x="12702" y="13651"/>
                </a:lnTo>
                <a:lnTo>
                  <a:pt x="12629" y="13262"/>
                </a:lnTo>
                <a:lnTo>
                  <a:pt x="12556" y="12848"/>
                </a:lnTo>
                <a:lnTo>
                  <a:pt x="12337" y="12045"/>
                </a:lnTo>
                <a:lnTo>
                  <a:pt x="12118" y="11242"/>
                </a:lnTo>
                <a:lnTo>
                  <a:pt x="11899" y="10463"/>
                </a:lnTo>
                <a:lnTo>
                  <a:pt x="11875" y="10390"/>
                </a:lnTo>
                <a:lnTo>
                  <a:pt x="11680" y="9685"/>
                </a:lnTo>
                <a:lnTo>
                  <a:pt x="11680" y="9636"/>
                </a:lnTo>
                <a:lnTo>
                  <a:pt x="11656" y="9563"/>
                </a:lnTo>
                <a:lnTo>
                  <a:pt x="11631" y="9514"/>
                </a:lnTo>
                <a:lnTo>
                  <a:pt x="11680" y="9490"/>
                </a:lnTo>
                <a:lnTo>
                  <a:pt x="11729" y="9466"/>
                </a:lnTo>
                <a:lnTo>
                  <a:pt x="11802" y="9393"/>
                </a:lnTo>
                <a:lnTo>
                  <a:pt x="11850" y="9344"/>
                </a:lnTo>
                <a:lnTo>
                  <a:pt x="12094" y="9101"/>
                </a:lnTo>
                <a:lnTo>
                  <a:pt x="12361" y="8882"/>
                </a:lnTo>
                <a:lnTo>
                  <a:pt x="12897" y="8419"/>
                </a:lnTo>
                <a:lnTo>
                  <a:pt x="13432" y="8006"/>
                </a:lnTo>
                <a:lnTo>
                  <a:pt x="13967" y="7568"/>
                </a:lnTo>
                <a:lnTo>
                  <a:pt x="14211" y="7324"/>
                </a:lnTo>
                <a:lnTo>
                  <a:pt x="14454" y="7105"/>
                </a:lnTo>
                <a:lnTo>
                  <a:pt x="14697" y="6838"/>
                </a:lnTo>
                <a:lnTo>
                  <a:pt x="14892" y="6570"/>
                </a:lnTo>
                <a:lnTo>
                  <a:pt x="15232" y="6205"/>
                </a:lnTo>
                <a:lnTo>
                  <a:pt x="15403" y="5986"/>
                </a:lnTo>
                <a:lnTo>
                  <a:pt x="15451" y="5889"/>
                </a:lnTo>
                <a:lnTo>
                  <a:pt x="15500" y="5767"/>
                </a:lnTo>
                <a:lnTo>
                  <a:pt x="15500" y="5743"/>
                </a:lnTo>
                <a:lnTo>
                  <a:pt x="15476" y="5646"/>
                </a:lnTo>
                <a:lnTo>
                  <a:pt x="15427" y="5573"/>
                </a:lnTo>
                <a:lnTo>
                  <a:pt x="15354" y="5475"/>
                </a:lnTo>
                <a:lnTo>
                  <a:pt x="15257" y="5427"/>
                </a:lnTo>
                <a:lnTo>
                  <a:pt x="15135" y="5378"/>
                </a:lnTo>
                <a:lnTo>
                  <a:pt x="15013" y="5354"/>
                </a:lnTo>
                <a:lnTo>
                  <a:pt x="14770" y="5329"/>
                </a:lnTo>
                <a:lnTo>
                  <a:pt x="14527" y="5305"/>
                </a:lnTo>
                <a:lnTo>
                  <a:pt x="13797" y="5256"/>
                </a:lnTo>
                <a:lnTo>
                  <a:pt x="13091" y="5208"/>
                </a:lnTo>
                <a:lnTo>
                  <a:pt x="12410" y="5208"/>
                </a:lnTo>
                <a:lnTo>
                  <a:pt x="11753" y="5159"/>
                </a:lnTo>
                <a:lnTo>
                  <a:pt x="11485" y="5135"/>
                </a:lnTo>
                <a:lnTo>
                  <a:pt x="11218" y="5086"/>
                </a:lnTo>
                <a:lnTo>
                  <a:pt x="10950" y="5013"/>
                </a:lnTo>
                <a:lnTo>
                  <a:pt x="10682" y="4989"/>
                </a:lnTo>
                <a:lnTo>
                  <a:pt x="10658" y="4940"/>
                </a:lnTo>
                <a:lnTo>
                  <a:pt x="10634" y="4867"/>
                </a:lnTo>
                <a:lnTo>
                  <a:pt x="10415" y="4599"/>
                </a:lnTo>
                <a:lnTo>
                  <a:pt x="10220" y="4332"/>
                </a:lnTo>
                <a:lnTo>
                  <a:pt x="10025" y="4040"/>
                </a:lnTo>
                <a:lnTo>
                  <a:pt x="9855" y="3748"/>
                </a:lnTo>
                <a:lnTo>
                  <a:pt x="9514" y="3164"/>
                </a:lnTo>
                <a:lnTo>
                  <a:pt x="9222" y="2531"/>
                </a:lnTo>
                <a:lnTo>
                  <a:pt x="8638" y="1290"/>
                </a:lnTo>
                <a:lnTo>
                  <a:pt x="8322" y="682"/>
                </a:lnTo>
                <a:lnTo>
                  <a:pt x="7981" y="73"/>
                </a:lnTo>
                <a:lnTo>
                  <a:pt x="7908" y="25"/>
                </a:lnTo>
                <a:lnTo>
                  <a:pt x="7835"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9" name="Google Shape;571;p18">
            <a:extLst>
              <a:ext uri="{FF2B5EF4-FFF2-40B4-BE49-F238E27FC236}">
                <a16:creationId xmlns="" xmlns:a16="http://schemas.microsoft.com/office/drawing/2014/main" id="{AFAC0CC4-1016-4DBF-AEEF-E944F7F0E449}"/>
              </a:ext>
            </a:extLst>
          </p:cNvPr>
          <p:cNvSpPr/>
          <p:nvPr/>
        </p:nvSpPr>
        <p:spPr>
          <a:xfrm rot="2487273">
            <a:off x="969790" y="1870118"/>
            <a:ext cx="241052" cy="234241"/>
          </a:xfrm>
          <a:custGeom>
            <a:avLst/>
            <a:gdLst/>
            <a:ahLst/>
            <a:cxnLst/>
            <a:rect l="l" t="t" r="r" b="b"/>
            <a:pathLst>
              <a:path w="15501" h="15063" extrusionOk="0">
                <a:moveTo>
                  <a:pt x="7957" y="925"/>
                </a:moveTo>
                <a:lnTo>
                  <a:pt x="8249" y="1533"/>
                </a:lnTo>
                <a:lnTo>
                  <a:pt x="8103" y="1606"/>
                </a:lnTo>
                <a:lnTo>
                  <a:pt x="7957" y="1704"/>
                </a:lnTo>
                <a:lnTo>
                  <a:pt x="7933" y="1752"/>
                </a:lnTo>
                <a:lnTo>
                  <a:pt x="7933" y="1339"/>
                </a:lnTo>
                <a:lnTo>
                  <a:pt x="7957" y="925"/>
                </a:lnTo>
                <a:close/>
                <a:moveTo>
                  <a:pt x="8371" y="1801"/>
                </a:moveTo>
                <a:lnTo>
                  <a:pt x="8492" y="2020"/>
                </a:lnTo>
                <a:lnTo>
                  <a:pt x="8346" y="2117"/>
                </a:lnTo>
                <a:lnTo>
                  <a:pt x="8200" y="2215"/>
                </a:lnTo>
                <a:lnTo>
                  <a:pt x="8079" y="2288"/>
                </a:lnTo>
                <a:lnTo>
                  <a:pt x="7957" y="2409"/>
                </a:lnTo>
                <a:lnTo>
                  <a:pt x="7933" y="2069"/>
                </a:lnTo>
                <a:lnTo>
                  <a:pt x="8127" y="1971"/>
                </a:lnTo>
                <a:lnTo>
                  <a:pt x="8249" y="1898"/>
                </a:lnTo>
                <a:lnTo>
                  <a:pt x="8371" y="1801"/>
                </a:lnTo>
                <a:close/>
                <a:moveTo>
                  <a:pt x="8663" y="2336"/>
                </a:moveTo>
                <a:lnTo>
                  <a:pt x="8784" y="2628"/>
                </a:lnTo>
                <a:lnTo>
                  <a:pt x="8687" y="2653"/>
                </a:lnTo>
                <a:lnTo>
                  <a:pt x="8590" y="2726"/>
                </a:lnTo>
                <a:lnTo>
                  <a:pt x="8419" y="2847"/>
                </a:lnTo>
                <a:lnTo>
                  <a:pt x="8225" y="2993"/>
                </a:lnTo>
                <a:lnTo>
                  <a:pt x="8054" y="3164"/>
                </a:lnTo>
                <a:lnTo>
                  <a:pt x="8006" y="2750"/>
                </a:lnTo>
                <a:lnTo>
                  <a:pt x="8176" y="2653"/>
                </a:lnTo>
                <a:lnTo>
                  <a:pt x="8322" y="2531"/>
                </a:lnTo>
                <a:lnTo>
                  <a:pt x="8565" y="2385"/>
                </a:lnTo>
                <a:lnTo>
                  <a:pt x="8663" y="2336"/>
                </a:lnTo>
                <a:close/>
                <a:moveTo>
                  <a:pt x="8979" y="2945"/>
                </a:moveTo>
                <a:lnTo>
                  <a:pt x="8979" y="2969"/>
                </a:lnTo>
                <a:lnTo>
                  <a:pt x="9076" y="3164"/>
                </a:lnTo>
                <a:lnTo>
                  <a:pt x="8857" y="3285"/>
                </a:lnTo>
                <a:lnTo>
                  <a:pt x="8663" y="3431"/>
                </a:lnTo>
                <a:lnTo>
                  <a:pt x="8371" y="3626"/>
                </a:lnTo>
                <a:lnTo>
                  <a:pt x="8079" y="3821"/>
                </a:lnTo>
                <a:lnTo>
                  <a:pt x="8054" y="3504"/>
                </a:lnTo>
                <a:lnTo>
                  <a:pt x="8200" y="3456"/>
                </a:lnTo>
                <a:lnTo>
                  <a:pt x="8322" y="3383"/>
                </a:lnTo>
                <a:lnTo>
                  <a:pt x="8541" y="3212"/>
                </a:lnTo>
                <a:lnTo>
                  <a:pt x="8833" y="3018"/>
                </a:lnTo>
                <a:lnTo>
                  <a:pt x="8979" y="2945"/>
                </a:lnTo>
                <a:close/>
                <a:moveTo>
                  <a:pt x="9271" y="3529"/>
                </a:moveTo>
                <a:lnTo>
                  <a:pt x="9393" y="3796"/>
                </a:lnTo>
                <a:lnTo>
                  <a:pt x="8736" y="4186"/>
                </a:lnTo>
                <a:lnTo>
                  <a:pt x="8419" y="4380"/>
                </a:lnTo>
                <a:lnTo>
                  <a:pt x="8249" y="4478"/>
                </a:lnTo>
                <a:lnTo>
                  <a:pt x="8103" y="4599"/>
                </a:lnTo>
                <a:lnTo>
                  <a:pt x="8079" y="4113"/>
                </a:lnTo>
                <a:lnTo>
                  <a:pt x="8225" y="4088"/>
                </a:lnTo>
                <a:lnTo>
                  <a:pt x="8371" y="4040"/>
                </a:lnTo>
                <a:lnTo>
                  <a:pt x="8663" y="3894"/>
                </a:lnTo>
                <a:lnTo>
                  <a:pt x="9052" y="3650"/>
                </a:lnTo>
                <a:lnTo>
                  <a:pt x="9271" y="3529"/>
                </a:lnTo>
                <a:close/>
                <a:moveTo>
                  <a:pt x="9587" y="4186"/>
                </a:moveTo>
                <a:lnTo>
                  <a:pt x="9660" y="4332"/>
                </a:lnTo>
                <a:lnTo>
                  <a:pt x="9490" y="4429"/>
                </a:lnTo>
                <a:lnTo>
                  <a:pt x="9344" y="4551"/>
                </a:lnTo>
                <a:lnTo>
                  <a:pt x="9052" y="4770"/>
                </a:lnTo>
                <a:lnTo>
                  <a:pt x="8809" y="4916"/>
                </a:lnTo>
                <a:lnTo>
                  <a:pt x="8590" y="5110"/>
                </a:lnTo>
                <a:lnTo>
                  <a:pt x="8371" y="5305"/>
                </a:lnTo>
                <a:lnTo>
                  <a:pt x="8176" y="5524"/>
                </a:lnTo>
                <a:lnTo>
                  <a:pt x="8127" y="4794"/>
                </a:lnTo>
                <a:lnTo>
                  <a:pt x="8322" y="4794"/>
                </a:lnTo>
                <a:lnTo>
                  <a:pt x="8492" y="4721"/>
                </a:lnTo>
                <a:lnTo>
                  <a:pt x="8833" y="4575"/>
                </a:lnTo>
                <a:lnTo>
                  <a:pt x="9222" y="4380"/>
                </a:lnTo>
                <a:lnTo>
                  <a:pt x="9587" y="4186"/>
                </a:lnTo>
                <a:close/>
                <a:moveTo>
                  <a:pt x="14965" y="5938"/>
                </a:moveTo>
                <a:lnTo>
                  <a:pt x="14795" y="6059"/>
                </a:lnTo>
                <a:lnTo>
                  <a:pt x="14649" y="6205"/>
                </a:lnTo>
                <a:lnTo>
                  <a:pt x="14576" y="6181"/>
                </a:lnTo>
                <a:lnTo>
                  <a:pt x="14332" y="6157"/>
                </a:lnTo>
                <a:lnTo>
                  <a:pt x="14965" y="5938"/>
                </a:lnTo>
                <a:close/>
                <a:moveTo>
                  <a:pt x="2190" y="5840"/>
                </a:moveTo>
                <a:lnTo>
                  <a:pt x="2093" y="5986"/>
                </a:lnTo>
                <a:lnTo>
                  <a:pt x="2044" y="6132"/>
                </a:lnTo>
                <a:lnTo>
                  <a:pt x="2044" y="6181"/>
                </a:lnTo>
                <a:lnTo>
                  <a:pt x="2044" y="6254"/>
                </a:lnTo>
                <a:lnTo>
                  <a:pt x="1874" y="6181"/>
                </a:lnTo>
                <a:lnTo>
                  <a:pt x="1679" y="6108"/>
                </a:lnTo>
                <a:lnTo>
                  <a:pt x="1266" y="5962"/>
                </a:lnTo>
                <a:lnTo>
                  <a:pt x="2190" y="5840"/>
                </a:lnTo>
                <a:close/>
                <a:moveTo>
                  <a:pt x="3018" y="5743"/>
                </a:moveTo>
                <a:lnTo>
                  <a:pt x="2677" y="6132"/>
                </a:lnTo>
                <a:lnTo>
                  <a:pt x="2555" y="6302"/>
                </a:lnTo>
                <a:lnTo>
                  <a:pt x="2288" y="6278"/>
                </a:lnTo>
                <a:lnTo>
                  <a:pt x="2312" y="6254"/>
                </a:lnTo>
                <a:lnTo>
                  <a:pt x="2409" y="6181"/>
                </a:lnTo>
                <a:lnTo>
                  <a:pt x="2482" y="6059"/>
                </a:lnTo>
                <a:lnTo>
                  <a:pt x="2604" y="5938"/>
                </a:lnTo>
                <a:lnTo>
                  <a:pt x="2750" y="5816"/>
                </a:lnTo>
                <a:lnTo>
                  <a:pt x="2823" y="5767"/>
                </a:lnTo>
                <a:lnTo>
                  <a:pt x="3018" y="5743"/>
                </a:lnTo>
                <a:close/>
                <a:moveTo>
                  <a:pt x="9879" y="4672"/>
                </a:moveTo>
                <a:lnTo>
                  <a:pt x="9977" y="4818"/>
                </a:lnTo>
                <a:lnTo>
                  <a:pt x="9952" y="4818"/>
                </a:lnTo>
                <a:lnTo>
                  <a:pt x="9733" y="5062"/>
                </a:lnTo>
                <a:lnTo>
                  <a:pt x="9490" y="5281"/>
                </a:lnTo>
                <a:lnTo>
                  <a:pt x="8979" y="5719"/>
                </a:lnTo>
                <a:lnTo>
                  <a:pt x="8590" y="6035"/>
                </a:lnTo>
                <a:lnTo>
                  <a:pt x="8395" y="6181"/>
                </a:lnTo>
                <a:lnTo>
                  <a:pt x="8200" y="6351"/>
                </a:lnTo>
                <a:lnTo>
                  <a:pt x="8176" y="5694"/>
                </a:lnTo>
                <a:lnTo>
                  <a:pt x="8468" y="5573"/>
                </a:lnTo>
                <a:lnTo>
                  <a:pt x="8736" y="5402"/>
                </a:lnTo>
                <a:lnTo>
                  <a:pt x="9247" y="5086"/>
                </a:lnTo>
                <a:lnTo>
                  <a:pt x="9539" y="4916"/>
                </a:lnTo>
                <a:lnTo>
                  <a:pt x="9709" y="4794"/>
                </a:lnTo>
                <a:lnTo>
                  <a:pt x="9879" y="4672"/>
                </a:lnTo>
                <a:close/>
                <a:moveTo>
                  <a:pt x="3967" y="5597"/>
                </a:moveTo>
                <a:lnTo>
                  <a:pt x="3869" y="5719"/>
                </a:lnTo>
                <a:lnTo>
                  <a:pt x="3723" y="5986"/>
                </a:lnTo>
                <a:lnTo>
                  <a:pt x="3553" y="6229"/>
                </a:lnTo>
                <a:lnTo>
                  <a:pt x="3504" y="6327"/>
                </a:lnTo>
                <a:lnTo>
                  <a:pt x="3456" y="6424"/>
                </a:lnTo>
                <a:lnTo>
                  <a:pt x="3164" y="6375"/>
                </a:lnTo>
                <a:lnTo>
                  <a:pt x="2920" y="6327"/>
                </a:lnTo>
                <a:lnTo>
                  <a:pt x="3066" y="6181"/>
                </a:lnTo>
                <a:lnTo>
                  <a:pt x="3431" y="5792"/>
                </a:lnTo>
                <a:lnTo>
                  <a:pt x="3602" y="5646"/>
                </a:lnTo>
                <a:lnTo>
                  <a:pt x="3967" y="5597"/>
                </a:lnTo>
                <a:close/>
                <a:moveTo>
                  <a:pt x="5110" y="5354"/>
                </a:moveTo>
                <a:lnTo>
                  <a:pt x="4989" y="5475"/>
                </a:lnTo>
                <a:lnTo>
                  <a:pt x="4867" y="5597"/>
                </a:lnTo>
                <a:lnTo>
                  <a:pt x="4648" y="5865"/>
                </a:lnTo>
                <a:lnTo>
                  <a:pt x="4380" y="6205"/>
                </a:lnTo>
                <a:lnTo>
                  <a:pt x="4234" y="6400"/>
                </a:lnTo>
                <a:lnTo>
                  <a:pt x="4113" y="6594"/>
                </a:lnTo>
                <a:lnTo>
                  <a:pt x="3723" y="6497"/>
                </a:lnTo>
                <a:lnTo>
                  <a:pt x="3821" y="6400"/>
                </a:lnTo>
                <a:lnTo>
                  <a:pt x="3869" y="6278"/>
                </a:lnTo>
                <a:lnTo>
                  <a:pt x="3991" y="6084"/>
                </a:lnTo>
                <a:lnTo>
                  <a:pt x="4137" y="5865"/>
                </a:lnTo>
                <a:lnTo>
                  <a:pt x="4307" y="5694"/>
                </a:lnTo>
                <a:lnTo>
                  <a:pt x="4405" y="5597"/>
                </a:lnTo>
                <a:lnTo>
                  <a:pt x="4526" y="5500"/>
                </a:lnTo>
                <a:lnTo>
                  <a:pt x="5110" y="5354"/>
                </a:lnTo>
                <a:close/>
                <a:moveTo>
                  <a:pt x="14065" y="6254"/>
                </a:moveTo>
                <a:lnTo>
                  <a:pt x="14138" y="6327"/>
                </a:lnTo>
                <a:lnTo>
                  <a:pt x="14235" y="6375"/>
                </a:lnTo>
                <a:lnTo>
                  <a:pt x="14430" y="6448"/>
                </a:lnTo>
                <a:lnTo>
                  <a:pt x="14186" y="6740"/>
                </a:lnTo>
                <a:lnTo>
                  <a:pt x="14016" y="6643"/>
                </a:lnTo>
                <a:lnTo>
                  <a:pt x="13846" y="6546"/>
                </a:lnTo>
                <a:lnTo>
                  <a:pt x="13675" y="6497"/>
                </a:lnTo>
                <a:lnTo>
                  <a:pt x="13481" y="6448"/>
                </a:lnTo>
                <a:lnTo>
                  <a:pt x="14065" y="6254"/>
                </a:lnTo>
                <a:close/>
                <a:moveTo>
                  <a:pt x="5573" y="5451"/>
                </a:moveTo>
                <a:lnTo>
                  <a:pt x="5719" y="5621"/>
                </a:lnTo>
                <a:lnTo>
                  <a:pt x="5840" y="5767"/>
                </a:lnTo>
                <a:lnTo>
                  <a:pt x="5816" y="5767"/>
                </a:lnTo>
                <a:lnTo>
                  <a:pt x="5670" y="5840"/>
                </a:lnTo>
                <a:lnTo>
                  <a:pt x="5548" y="5962"/>
                </a:lnTo>
                <a:lnTo>
                  <a:pt x="5354" y="6205"/>
                </a:lnTo>
                <a:lnTo>
                  <a:pt x="5110" y="6473"/>
                </a:lnTo>
                <a:lnTo>
                  <a:pt x="4989" y="6619"/>
                </a:lnTo>
                <a:lnTo>
                  <a:pt x="4916" y="6765"/>
                </a:lnTo>
                <a:lnTo>
                  <a:pt x="4429" y="6667"/>
                </a:lnTo>
                <a:lnTo>
                  <a:pt x="4551" y="6546"/>
                </a:lnTo>
                <a:lnTo>
                  <a:pt x="4648" y="6424"/>
                </a:lnTo>
                <a:lnTo>
                  <a:pt x="4843" y="6157"/>
                </a:lnTo>
                <a:lnTo>
                  <a:pt x="5159" y="5816"/>
                </a:lnTo>
                <a:lnTo>
                  <a:pt x="5354" y="5646"/>
                </a:lnTo>
                <a:lnTo>
                  <a:pt x="5475" y="5548"/>
                </a:lnTo>
                <a:lnTo>
                  <a:pt x="5548" y="5451"/>
                </a:lnTo>
                <a:close/>
                <a:moveTo>
                  <a:pt x="6035" y="5962"/>
                </a:moveTo>
                <a:lnTo>
                  <a:pt x="6278" y="6254"/>
                </a:lnTo>
                <a:lnTo>
                  <a:pt x="6157" y="6424"/>
                </a:lnTo>
                <a:lnTo>
                  <a:pt x="6011" y="6643"/>
                </a:lnTo>
                <a:lnTo>
                  <a:pt x="5889" y="6862"/>
                </a:lnTo>
                <a:lnTo>
                  <a:pt x="5840" y="6935"/>
                </a:lnTo>
                <a:lnTo>
                  <a:pt x="5840" y="7008"/>
                </a:lnTo>
                <a:lnTo>
                  <a:pt x="5232" y="6838"/>
                </a:lnTo>
                <a:lnTo>
                  <a:pt x="5402" y="6692"/>
                </a:lnTo>
                <a:lnTo>
                  <a:pt x="5548" y="6546"/>
                </a:lnTo>
                <a:lnTo>
                  <a:pt x="5767" y="6278"/>
                </a:lnTo>
                <a:lnTo>
                  <a:pt x="5889" y="6157"/>
                </a:lnTo>
                <a:lnTo>
                  <a:pt x="6011" y="6011"/>
                </a:lnTo>
                <a:lnTo>
                  <a:pt x="6035" y="5962"/>
                </a:lnTo>
                <a:close/>
                <a:moveTo>
                  <a:pt x="7519" y="925"/>
                </a:moveTo>
                <a:lnTo>
                  <a:pt x="7470" y="1120"/>
                </a:lnTo>
                <a:lnTo>
                  <a:pt x="7470" y="1314"/>
                </a:lnTo>
                <a:lnTo>
                  <a:pt x="7470" y="1704"/>
                </a:lnTo>
                <a:lnTo>
                  <a:pt x="7495" y="2093"/>
                </a:lnTo>
                <a:lnTo>
                  <a:pt x="7519" y="2482"/>
                </a:lnTo>
                <a:lnTo>
                  <a:pt x="7592" y="3285"/>
                </a:lnTo>
                <a:lnTo>
                  <a:pt x="7665" y="4234"/>
                </a:lnTo>
                <a:lnTo>
                  <a:pt x="7714" y="5183"/>
                </a:lnTo>
                <a:lnTo>
                  <a:pt x="7714" y="6132"/>
                </a:lnTo>
                <a:lnTo>
                  <a:pt x="7714" y="7081"/>
                </a:lnTo>
                <a:lnTo>
                  <a:pt x="7519" y="6886"/>
                </a:lnTo>
                <a:lnTo>
                  <a:pt x="7324" y="6716"/>
                </a:lnTo>
                <a:lnTo>
                  <a:pt x="7032" y="6473"/>
                </a:lnTo>
                <a:lnTo>
                  <a:pt x="6522" y="5913"/>
                </a:lnTo>
                <a:lnTo>
                  <a:pt x="5986" y="5354"/>
                </a:lnTo>
                <a:lnTo>
                  <a:pt x="5792" y="5159"/>
                </a:lnTo>
                <a:lnTo>
                  <a:pt x="5670" y="5086"/>
                </a:lnTo>
                <a:lnTo>
                  <a:pt x="5573" y="5013"/>
                </a:lnTo>
                <a:lnTo>
                  <a:pt x="5719" y="4721"/>
                </a:lnTo>
                <a:lnTo>
                  <a:pt x="5913" y="4453"/>
                </a:lnTo>
                <a:lnTo>
                  <a:pt x="6278" y="3894"/>
                </a:lnTo>
                <a:lnTo>
                  <a:pt x="6449" y="3626"/>
                </a:lnTo>
                <a:lnTo>
                  <a:pt x="6570" y="3358"/>
                </a:lnTo>
                <a:lnTo>
                  <a:pt x="6692" y="3066"/>
                </a:lnTo>
                <a:lnTo>
                  <a:pt x="6789" y="2774"/>
                </a:lnTo>
                <a:lnTo>
                  <a:pt x="6984" y="2166"/>
                </a:lnTo>
                <a:lnTo>
                  <a:pt x="7203" y="1558"/>
                </a:lnTo>
                <a:lnTo>
                  <a:pt x="7349" y="1217"/>
                </a:lnTo>
                <a:lnTo>
                  <a:pt x="7519" y="925"/>
                </a:lnTo>
                <a:close/>
                <a:moveTo>
                  <a:pt x="6497" y="6497"/>
                </a:moveTo>
                <a:lnTo>
                  <a:pt x="6522" y="6521"/>
                </a:lnTo>
                <a:lnTo>
                  <a:pt x="6716" y="6716"/>
                </a:lnTo>
                <a:lnTo>
                  <a:pt x="6643" y="6765"/>
                </a:lnTo>
                <a:lnTo>
                  <a:pt x="6595" y="6789"/>
                </a:lnTo>
                <a:lnTo>
                  <a:pt x="6497" y="6911"/>
                </a:lnTo>
                <a:lnTo>
                  <a:pt x="6400" y="7008"/>
                </a:lnTo>
                <a:lnTo>
                  <a:pt x="6327" y="7130"/>
                </a:lnTo>
                <a:lnTo>
                  <a:pt x="5986" y="7057"/>
                </a:lnTo>
                <a:lnTo>
                  <a:pt x="6059" y="7008"/>
                </a:lnTo>
                <a:lnTo>
                  <a:pt x="6132" y="6935"/>
                </a:lnTo>
                <a:lnTo>
                  <a:pt x="6254" y="6838"/>
                </a:lnTo>
                <a:lnTo>
                  <a:pt x="6497" y="6497"/>
                </a:lnTo>
                <a:close/>
                <a:moveTo>
                  <a:pt x="13286" y="6521"/>
                </a:moveTo>
                <a:lnTo>
                  <a:pt x="13627" y="6740"/>
                </a:lnTo>
                <a:lnTo>
                  <a:pt x="13967" y="6935"/>
                </a:lnTo>
                <a:lnTo>
                  <a:pt x="13870" y="7032"/>
                </a:lnTo>
                <a:lnTo>
                  <a:pt x="13724" y="7178"/>
                </a:lnTo>
                <a:lnTo>
                  <a:pt x="13578" y="7081"/>
                </a:lnTo>
                <a:lnTo>
                  <a:pt x="13456" y="7032"/>
                </a:lnTo>
                <a:lnTo>
                  <a:pt x="13164" y="6911"/>
                </a:lnTo>
                <a:lnTo>
                  <a:pt x="12897" y="6813"/>
                </a:lnTo>
                <a:lnTo>
                  <a:pt x="12653" y="6716"/>
                </a:lnTo>
                <a:lnTo>
                  <a:pt x="13286" y="6521"/>
                </a:lnTo>
                <a:close/>
                <a:moveTo>
                  <a:pt x="10171" y="5062"/>
                </a:moveTo>
                <a:lnTo>
                  <a:pt x="10220" y="5135"/>
                </a:lnTo>
                <a:lnTo>
                  <a:pt x="10196" y="5159"/>
                </a:lnTo>
                <a:lnTo>
                  <a:pt x="9587" y="5816"/>
                </a:lnTo>
                <a:lnTo>
                  <a:pt x="9003" y="6521"/>
                </a:lnTo>
                <a:lnTo>
                  <a:pt x="8809" y="6716"/>
                </a:lnTo>
                <a:lnTo>
                  <a:pt x="8590" y="6935"/>
                </a:lnTo>
                <a:lnTo>
                  <a:pt x="8371" y="7154"/>
                </a:lnTo>
                <a:lnTo>
                  <a:pt x="8152" y="7373"/>
                </a:lnTo>
                <a:lnTo>
                  <a:pt x="8200" y="6740"/>
                </a:lnTo>
                <a:lnTo>
                  <a:pt x="8444" y="6570"/>
                </a:lnTo>
                <a:lnTo>
                  <a:pt x="8663" y="6400"/>
                </a:lnTo>
                <a:lnTo>
                  <a:pt x="9101" y="6035"/>
                </a:lnTo>
                <a:lnTo>
                  <a:pt x="9660" y="5573"/>
                </a:lnTo>
                <a:lnTo>
                  <a:pt x="9928" y="5329"/>
                </a:lnTo>
                <a:lnTo>
                  <a:pt x="10171" y="5062"/>
                </a:lnTo>
                <a:close/>
                <a:moveTo>
                  <a:pt x="10488" y="5329"/>
                </a:moveTo>
                <a:lnTo>
                  <a:pt x="10731" y="5427"/>
                </a:lnTo>
                <a:lnTo>
                  <a:pt x="10999" y="5500"/>
                </a:lnTo>
                <a:lnTo>
                  <a:pt x="11510" y="5597"/>
                </a:lnTo>
                <a:lnTo>
                  <a:pt x="11850" y="5670"/>
                </a:lnTo>
                <a:lnTo>
                  <a:pt x="12167" y="5694"/>
                </a:lnTo>
                <a:lnTo>
                  <a:pt x="12824" y="5719"/>
                </a:lnTo>
                <a:lnTo>
                  <a:pt x="13529" y="5743"/>
                </a:lnTo>
                <a:lnTo>
                  <a:pt x="14235" y="5792"/>
                </a:lnTo>
                <a:lnTo>
                  <a:pt x="13505" y="6059"/>
                </a:lnTo>
                <a:lnTo>
                  <a:pt x="12799" y="6278"/>
                </a:lnTo>
                <a:lnTo>
                  <a:pt x="11339" y="6692"/>
                </a:lnTo>
                <a:lnTo>
                  <a:pt x="9612" y="7130"/>
                </a:lnTo>
                <a:lnTo>
                  <a:pt x="9149" y="7251"/>
                </a:lnTo>
                <a:lnTo>
                  <a:pt x="8663" y="7373"/>
                </a:lnTo>
                <a:lnTo>
                  <a:pt x="9101" y="6862"/>
                </a:lnTo>
                <a:lnTo>
                  <a:pt x="9758" y="6132"/>
                </a:lnTo>
                <a:lnTo>
                  <a:pt x="10098" y="5767"/>
                </a:lnTo>
                <a:lnTo>
                  <a:pt x="10439" y="5402"/>
                </a:lnTo>
                <a:lnTo>
                  <a:pt x="10488" y="5329"/>
                </a:lnTo>
                <a:close/>
                <a:moveTo>
                  <a:pt x="6862" y="6886"/>
                </a:moveTo>
                <a:lnTo>
                  <a:pt x="7349" y="7422"/>
                </a:lnTo>
                <a:lnTo>
                  <a:pt x="7349" y="7422"/>
                </a:lnTo>
                <a:lnTo>
                  <a:pt x="6570" y="7203"/>
                </a:lnTo>
                <a:lnTo>
                  <a:pt x="6668" y="7105"/>
                </a:lnTo>
                <a:lnTo>
                  <a:pt x="6765" y="7008"/>
                </a:lnTo>
                <a:lnTo>
                  <a:pt x="6862" y="6911"/>
                </a:lnTo>
                <a:lnTo>
                  <a:pt x="6862" y="6886"/>
                </a:lnTo>
                <a:close/>
                <a:moveTo>
                  <a:pt x="12386" y="6789"/>
                </a:moveTo>
                <a:lnTo>
                  <a:pt x="12483" y="6911"/>
                </a:lnTo>
                <a:lnTo>
                  <a:pt x="12629" y="7008"/>
                </a:lnTo>
                <a:lnTo>
                  <a:pt x="12775" y="7105"/>
                </a:lnTo>
                <a:lnTo>
                  <a:pt x="12921" y="7178"/>
                </a:lnTo>
                <a:lnTo>
                  <a:pt x="13432" y="7422"/>
                </a:lnTo>
                <a:lnTo>
                  <a:pt x="13140" y="7641"/>
                </a:lnTo>
                <a:lnTo>
                  <a:pt x="12970" y="7543"/>
                </a:lnTo>
                <a:lnTo>
                  <a:pt x="12799" y="7470"/>
                </a:lnTo>
                <a:lnTo>
                  <a:pt x="12483" y="7349"/>
                </a:lnTo>
                <a:lnTo>
                  <a:pt x="12045" y="7154"/>
                </a:lnTo>
                <a:lnTo>
                  <a:pt x="11826" y="7057"/>
                </a:lnTo>
                <a:lnTo>
                  <a:pt x="11607" y="7008"/>
                </a:lnTo>
                <a:lnTo>
                  <a:pt x="12386" y="6789"/>
                </a:lnTo>
                <a:close/>
                <a:moveTo>
                  <a:pt x="11461" y="7057"/>
                </a:moveTo>
                <a:lnTo>
                  <a:pt x="11534" y="7154"/>
                </a:lnTo>
                <a:lnTo>
                  <a:pt x="11631" y="7251"/>
                </a:lnTo>
                <a:lnTo>
                  <a:pt x="11850" y="7397"/>
                </a:lnTo>
                <a:lnTo>
                  <a:pt x="12069" y="7519"/>
                </a:lnTo>
                <a:lnTo>
                  <a:pt x="12313" y="7641"/>
                </a:lnTo>
                <a:lnTo>
                  <a:pt x="12532" y="7762"/>
                </a:lnTo>
                <a:lnTo>
                  <a:pt x="12799" y="7908"/>
                </a:lnTo>
                <a:lnTo>
                  <a:pt x="12483" y="8152"/>
                </a:lnTo>
                <a:lnTo>
                  <a:pt x="12410" y="8054"/>
                </a:lnTo>
                <a:lnTo>
                  <a:pt x="12337" y="7981"/>
                </a:lnTo>
                <a:lnTo>
                  <a:pt x="12240" y="7908"/>
                </a:lnTo>
                <a:lnTo>
                  <a:pt x="12118" y="7860"/>
                </a:lnTo>
                <a:lnTo>
                  <a:pt x="11875" y="7762"/>
                </a:lnTo>
                <a:lnTo>
                  <a:pt x="11656" y="7689"/>
                </a:lnTo>
                <a:lnTo>
                  <a:pt x="11145" y="7470"/>
                </a:lnTo>
                <a:lnTo>
                  <a:pt x="10901" y="7349"/>
                </a:lnTo>
                <a:lnTo>
                  <a:pt x="10634" y="7251"/>
                </a:lnTo>
                <a:lnTo>
                  <a:pt x="11437" y="7057"/>
                </a:lnTo>
                <a:close/>
                <a:moveTo>
                  <a:pt x="10439" y="7324"/>
                </a:moveTo>
                <a:lnTo>
                  <a:pt x="10512" y="7422"/>
                </a:lnTo>
                <a:lnTo>
                  <a:pt x="10609" y="7495"/>
                </a:lnTo>
                <a:lnTo>
                  <a:pt x="10828" y="7665"/>
                </a:lnTo>
                <a:lnTo>
                  <a:pt x="11047" y="7787"/>
                </a:lnTo>
                <a:lnTo>
                  <a:pt x="11291" y="7884"/>
                </a:lnTo>
                <a:lnTo>
                  <a:pt x="11996" y="8176"/>
                </a:lnTo>
                <a:lnTo>
                  <a:pt x="12167" y="8249"/>
                </a:lnTo>
                <a:lnTo>
                  <a:pt x="12215" y="8273"/>
                </a:lnTo>
                <a:lnTo>
                  <a:pt x="12288" y="8298"/>
                </a:lnTo>
                <a:lnTo>
                  <a:pt x="11996" y="8541"/>
                </a:lnTo>
                <a:lnTo>
                  <a:pt x="11972" y="8541"/>
                </a:lnTo>
                <a:lnTo>
                  <a:pt x="11583" y="8444"/>
                </a:lnTo>
                <a:lnTo>
                  <a:pt x="11218" y="8322"/>
                </a:lnTo>
                <a:lnTo>
                  <a:pt x="10853" y="8152"/>
                </a:lnTo>
                <a:lnTo>
                  <a:pt x="10512" y="7957"/>
                </a:lnTo>
                <a:lnTo>
                  <a:pt x="10098" y="7714"/>
                </a:lnTo>
                <a:lnTo>
                  <a:pt x="9879" y="7592"/>
                </a:lnTo>
                <a:lnTo>
                  <a:pt x="9660" y="7495"/>
                </a:lnTo>
                <a:lnTo>
                  <a:pt x="10439" y="7324"/>
                </a:lnTo>
                <a:close/>
                <a:moveTo>
                  <a:pt x="8225" y="8103"/>
                </a:moveTo>
                <a:lnTo>
                  <a:pt x="8638" y="8249"/>
                </a:lnTo>
                <a:lnTo>
                  <a:pt x="9028" y="8419"/>
                </a:lnTo>
                <a:lnTo>
                  <a:pt x="8930" y="8517"/>
                </a:lnTo>
                <a:lnTo>
                  <a:pt x="8784" y="8638"/>
                </a:lnTo>
                <a:lnTo>
                  <a:pt x="8711" y="8711"/>
                </a:lnTo>
                <a:lnTo>
                  <a:pt x="8687" y="8784"/>
                </a:lnTo>
                <a:lnTo>
                  <a:pt x="8225" y="8103"/>
                </a:lnTo>
                <a:close/>
                <a:moveTo>
                  <a:pt x="7689" y="8663"/>
                </a:moveTo>
                <a:lnTo>
                  <a:pt x="7714" y="9003"/>
                </a:lnTo>
                <a:lnTo>
                  <a:pt x="7689" y="9003"/>
                </a:lnTo>
                <a:lnTo>
                  <a:pt x="7519" y="8930"/>
                </a:lnTo>
                <a:lnTo>
                  <a:pt x="7665" y="8687"/>
                </a:lnTo>
                <a:lnTo>
                  <a:pt x="7689" y="8663"/>
                </a:lnTo>
                <a:close/>
                <a:moveTo>
                  <a:pt x="9344" y="7592"/>
                </a:moveTo>
                <a:lnTo>
                  <a:pt x="9612" y="7787"/>
                </a:lnTo>
                <a:lnTo>
                  <a:pt x="9904" y="7981"/>
                </a:lnTo>
                <a:lnTo>
                  <a:pt x="10463" y="8322"/>
                </a:lnTo>
                <a:lnTo>
                  <a:pt x="10755" y="8492"/>
                </a:lnTo>
                <a:lnTo>
                  <a:pt x="11047" y="8638"/>
                </a:lnTo>
                <a:lnTo>
                  <a:pt x="11364" y="8760"/>
                </a:lnTo>
                <a:lnTo>
                  <a:pt x="11680" y="8833"/>
                </a:lnTo>
                <a:lnTo>
                  <a:pt x="11510" y="9003"/>
                </a:lnTo>
                <a:lnTo>
                  <a:pt x="11485" y="9028"/>
                </a:lnTo>
                <a:lnTo>
                  <a:pt x="10463" y="8565"/>
                </a:lnTo>
                <a:lnTo>
                  <a:pt x="9952" y="8371"/>
                </a:lnTo>
                <a:lnTo>
                  <a:pt x="9417" y="8176"/>
                </a:lnTo>
                <a:lnTo>
                  <a:pt x="8979" y="7981"/>
                </a:lnTo>
                <a:lnTo>
                  <a:pt x="8736" y="7884"/>
                </a:lnTo>
                <a:lnTo>
                  <a:pt x="8468" y="7811"/>
                </a:lnTo>
                <a:lnTo>
                  <a:pt x="8906" y="7714"/>
                </a:lnTo>
                <a:lnTo>
                  <a:pt x="9344" y="7592"/>
                </a:lnTo>
                <a:close/>
                <a:moveTo>
                  <a:pt x="9368" y="8565"/>
                </a:moveTo>
                <a:lnTo>
                  <a:pt x="9733" y="8687"/>
                </a:lnTo>
                <a:lnTo>
                  <a:pt x="9660" y="8760"/>
                </a:lnTo>
                <a:lnTo>
                  <a:pt x="9198" y="9076"/>
                </a:lnTo>
                <a:lnTo>
                  <a:pt x="9101" y="9149"/>
                </a:lnTo>
                <a:lnTo>
                  <a:pt x="9003" y="9247"/>
                </a:lnTo>
                <a:lnTo>
                  <a:pt x="8760" y="8906"/>
                </a:lnTo>
                <a:lnTo>
                  <a:pt x="8784" y="8906"/>
                </a:lnTo>
                <a:lnTo>
                  <a:pt x="8930" y="8809"/>
                </a:lnTo>
                <a:lnTo>
                  <a:pt x="9052" y="8711"/>
                </a:lnTo>
                <a:lnTo>
                  <a:pt x="9174" y="8638"/>
                </a:lnTo>
                <a:lnTo>
                  <a:pt x="9344" y="8590"/>
                </a:lnTo>
                <a:lnTo>
                  <a:pt x="9368" y="8565"/>
                </a:lnTo>
                <a:close/>
                <a:moveTo>
                  <a:pt x="828" y="6181"/>
                </a:moveTo>
                <a:lnTo>
                  <a:pt x="1168" y="6302"/>
                </a:lnTo>
                <a:lnTo>
                  <a:pt x="1533" y="6400"/>
                </a:lnTo>
                <a:lnTo>
                  <a:pt x="2239" y="6546"/>
                </a:lnTo>
                <a:lnTo>
                  <a:pt x="2507" y="6570"/>
                </a:lnTo>
                <a:lnTo>
                  <a:pt x="2750" y="6594"/>
                </a:lnTo>
                <a:lnTo>
                  <a:pt x="3018" y="6619"/>
                </a:lnTo>
                <a:lnTo>
                  <a:pt x="3285" y="6643"/>
                </a:lnTo>
                <a:lnTo>
                  <a:pt x="4356" y="6911"/>
                </a:lnTo>
                <a:lnTo>
                  <a:pt x="5159" y="7081"/>
                </a:lnTo>
                <a:lnTo>
                  <a:pt x="5938" y="7300"/>
                </a:lnTo>
                <a:lnTo>
                  <a:pt x="7519" y="7762"/>
                </a:lnTo>
                <a:lnTo>
                  <a:pt x="6546" y="8273"/>
                </a:lnTo>
                <a:lnTo>
                  <a:pt x="5548" y="8736"/>
                </a:lnTo>
                <a:lnTo>
                  <a:pt x="4697" y="9076"/>
                </a:lnTo>
                <a:lnTo>
                  <a:pt x="4453" y="9198"/>
                </a:lnTo>
                <a:lnTo>
                  <a:pt x="4332" y="9271"/>
                </a:lnTo>
                <a:lnTo>
                  <a:pt x="4234" y="9368"/>
                </a:lnTo>
                <a:lnTo>
                  <a:pt x="4210" y="9320"/>
                </a:lnTo>
                <a:lnTo>
                  <a:pt x="3991" y="9003"/>
                </a:lnTo>
                <a:lnTo>
                  <a:pt x="3748" y="8687"/>
                </a:lnTo>
                <a:lnTo>
                  <a:pt x="3456" y="8395"/>
                </a:lnTo>
                <a:lnTo>
                  <a:pt x="3164" y="8127"/>
                </a:lnTo>
                <a:lnTo>
                  <a:pt x="2531" y="7616"/>
                </a:lnTo>
                <a:lnTo>
                  <a:pt x="2239" y="7373"/>
                </a:lnTo>
                <a:lnTo>
                  <a:pt x="1947" y="7105"/>
                </a:lnTo>
                <a:lnTo>
                  <a:pt x="1728" y="6911"/>
                </a:lnTo>
                <a:lnTo>
                  <a:pt x="1485" y="6716"/>
                </a:lnTo>
                <a:lnTo>
                  <a:pt x="1047" y="6375"/>
                </a:lnTo>
                <a:lnTo>
                  <a:pt x="828" y="6181"/>
                </a:lnTo>
                <a:close/>
                <a:moveTo>
                  <a:pt x="10098" y="8833"/>
                </a:moveTo>
                <a:lnTo>
                  <a:pt x="10658" y="9076"/>
                </a:lnTo>
                <a:lnTo>
                  <a:pt x="10366" y="9247"/>
                </a:lnTo>
                <a:lnTo>
                  <a:pt x="10098" y="9393"/>
                </a:lnTo>
                <a:lnTo>
                  <a:pt x="9758" y="9612"/>
                </a:lnTo>
                <a:lnTo>
                  <a:pt x="9612" y="9758"/>
                </a:lnTo>
                <a:lnTo>
                  <a:pt x="9466" y="9904"/>
                </a:lnTo>
                <a:lnTo>
                  <a:pt x="9125" y="9417"/>
                </a:lnTo>
                <a:lnTo>
                  <a:pt x="9198" y="9393"/>
                </a:lnTo>
                <a:lnTo>
                  <a:pt x="9271" y="9368"/>
                </a:lnTo>
                <a:lnTo>
                  <a:pt x="9417" y="9271"/>
                </a:lnTo>
                <a:lnTo>
                  <a:pt x="9660" y="9101"/>
                </a:lnTo>
                <a:lnTo>
                  <a:pt x="10098" y="8857"/>
                </a:lnTo>
                <a:lnTo>
                  <a:pt x="10098" y="8833"/>
                </a:lnTo>
                <a:close/>
                <a:moveTo>
                  <a:pt x="7324" y="9174"/>
                </a:moveTo>
                <a:lnTo>
                  <a:pt x="7446" y="9222"/>
                </a:lnTo>
                <a:lnTo>
                  <a:pt x="7519" y="9295"/>
                </a:lnTo>
                <a:lnTo>
                  <a:pt x="7738" y="9393"/>
                </a:lnTo>
                <a:lnTo>
                  <a:pt x="7738" y="9855"/>
                </a:lnTo>
                <a:lnTo>
                  <a:pt x="7738" y="10001"/>
                </a:lnTo>
                <a:lnTo>
                  <a:pt x="7495" y="9855"/>
                </a:lnTo>
                <a:lnTo>
                  <a:pt x="7251" y="9733"/>
                </a:lnTo>
                <a:lnTo>
                  <a:pt x="7105" y="9685"/>
                </a:lnTo>
                <a:lnTo>
                  <a:pt x="6984" y="9660"/>
                </a:lnTo>
                <a:lnTo>
                  <a:pt x="7324" y="9174"/>
                </a:lnTo>
                <a:close/>
                <a:moveTo>
                  <a:pt x="6911" y="9758"/>
                </a:moveTo>
                <a:lnTo>
                  <a:pt x="7008" y="9879"/>
                </a:lnTo>
                <a:lnTo>
                  <a:pt x="7130" y="10001"/>
                </a:lnTo>
                <a:lnTo>
                  <a:pt x="7373" y="10196"/>
                </a:lnTo>
                <a:lnTo>
                  <a:pt x="7543" y="10317"/>
                </a:lnTo>
                <a:lnTo>
                  <a:pt x="7762" y="10415"/>
                </a:lnTo>
                <a:lnTo>
                  <a:pt x="7762" y="10926"/>
                </a:lnTo>
                <a:lnTo>
                  <a:pt x="7470" y="10707"/>
                </a:lnTo>
                <a:lnTo>
                  <a:pt x="7203" y="10488"/>
                </a:lnTo>
                <a:lnTo>
                  <a:pt x="7057" y="10415"/>
                </a:lnTo>
                <a:lnTo>
                  <a:pt x="6911" y="10317"/>
                </a:lnTo>
                <a:lnTo>
                  <a:pt x="6741" y="10269"/>
                </a:lnTo>
                <a:lnTo>
                  <a:pt x="6570" y="10244"/>
                </a:lnTo>
                <a:lnTo>
                  <a:pt x="6911" y="9758"/>
                </a:lnTo>
                <a:close/>
                <a:moveTo>
                  <a:pt x="11072" y="9271"/>
                </a:moveTo>
                <a:lnTo>
                  <a:pt x="11291" y="9368"/>
                </a:lnTo>
                <a:lnTo>
                  <a:pt x="11266" y="9490"/>
                </a:lnTo>
                <a:lnTo>
                  <a:pt x="11266" y="9612"/>
                </a:lnTo>
                <a:lnTo>
                  <a:pt x="11096" y="9685"/>
                </a:lnTo>
                <a:lnTo>
                  <a:pt x="10950" y="9782"/>
                </a:lnTo>
                <a:lnTo>
                  <a:pt x="10658" y="9977"/>
                </a:lnTo>
                <a:lnTo>
                  <a:pt x="10293" y="10220"/>
                </a:lnTo>
                <a:lnTo>
                  <a:pt x="10123" y="10366"/>
                </a:lnTo>
                <a:lnTo>
                  <a:pt x="10050" y="10439"/>
                </a:lnTo>
                <a:lnTo>
                  <a:pt x="10001" y="10536"/>
                </a:lnTo>
                <a:lnTo>
                  <a:pt x="10001" y="10585"/>
                </a:lnTo>
                <a:lnTo>
                  <a:pt x="10025" y="10609"/>
                </a:lnTo>
                <a:lnTo>
                  <a:pt x="10123" y="10609"/>
                </a:lnTo>
                <a:lnTo>
                  <a:pt x="10220" y="10585"/>
                </a:lnTo>
                <a:lnTo>
                  <a:pt x="10390" y="10512"/>
                </a:lnTo>
                <a:lnTo>
                  <a:pt x="10561" y="10390"/>
                </a:lnTo>
                <a:lnTo>
                  <a:pt x="10731" y="10269"/>
                </a:lnTo>
                <a:lnTo>
                  <a:pt x="10999" y="10074"/>
                </a:lnTo>
                <a:lnTo>
                  <a:pt x="11291" y="9904"/>
                </a:lnTo>
                <a:lnTo>
                  <a:pt x="11339" y="10171"/>
                </a:lnTo>
                <a:lnTo>
                  <a:pt x="11412" y="10390"/>
                </a:lnTo>
                <a:lnTo>
                  <a:pt x="11145" y="10488"/>
                </a:lnTo>
                <a:lnTo>
                  <a:pt x="10877" y="10634"/>
                </a:lnTo>
                <a:lnTo>
                  <a:pt x="10731" y="10682"/>
                </a:lnTo>
                <a:lnTo>
                  <a:pt x="10561" y="10804"/>
                </a:lnTo>
                <a:lnTo>
                  <a:pt x="10415" y="10926"/>
                </a:lnTo>
                <a:lnTo>
                  <a:pt x="10342" y="10999"/>
                </a:lnTo>
                <a:lnTo>
                  <a:pt x="10317" y="11072"/>
                </a:lnTo>
                <a:lnTo>
                  <a:pt x="9879" y="10463"/>
                </a:lnTo>
                <a:lnTo>
                  <a:pt x="9587" y="10050"/>
                </a:lnTo>
                <a:lnTo>
                  <a:pt x="9733" y="10001"/>
                </a:lnTo>
                <a:lnTo>
                  <a:pt x="9904" y="9928"/>
                </a:lnTo>
                <a:lnTo>
                  <a:pt x="10196" y="9758"/>
                </a:lnTo>
                <a:lnTo>
                  <a:pt x="10634" y="9514"/>
                </a:lnTo>
                <a:lnTo>
                  <a:pt x="11047" y="9295"/>
                </a:lnTo>
                <a:lnTo>
                  <a:pt x="11072" y="9271"/>
                </a:lnTo>
                <a:close/>
                <a:moveTo>
                  <a:pt x="11534" y="10780"/>
                </a:moveTo>
                <a:lnTo>
                  <a:pt x="11656" y="11193"/>
                </a:lnTo>
                <a:lnTo>
                  <a:pt x="11631" y="11193"/>
                </a:lnTo>
                <a:lnTo>
                  <a:pt x="11437" y="11364"/>
                </a:lnTo>
                <a:lnTo>
                  <a:pt x="11218" y="11510"/>
                </a:lnTo>
                <a:lnTo>
                  <a:pt x="11023" y="11631"/>
                </a:lnTo>
                <a:lnTo>
                  <a:pt x="10828" y="11753"/>
                </a:lnTo>
                <a:lnTo>
                  <a:pt x="10804" y="11777"/>
                </a:lnTo>
                <a:lnTo>
                  <a:pt x="10439" y="11242"/>
                </a:lnTo>
                <a:lnTo>
                  <a:pt x="10512" y="11242"/>
                </a:lnTo>
                <a:lnTo>
                  <a:pt x="10585" y="11218"/>
                </a:lnTo>
                <a:lnTo>
                  <a:pt x="10731" y="11145"/>
                </a:lnTo>
                <a:lnTo>
                  <a:pt x="10999" y="10974"/>
                </a:lnTo>
                <a:lnTo>
                  <a:pt x="11534" y="10780"/>
                </a:lnTo>
                <a:close/>
                <a:moveTo>
                  <a:pt x="6522" y="10342"/>
                </a:moveTo>
                <a:lnTo>
                  <a:pt x="6668" y="10439"/>
                </a:lnTo>
                <a:lnTo>
                  <a:pt x="6838" y="10561"/>
                </a:lnTo>
                <a:lnTo>
                  <a:pt x="7105" y="10853"/>
                </a:lnTo>
                <a:lnTo>
                  <a:pt x="7251" y="10999"/>
                </a:lnTo>
                <a:lnTo>
                  <a:pt x="7397" y="11120"/>
                </a:lnTo>
                <a:lnTo>
                  <a:pt x="7568" y="11218"/>
                </a:lnTo>
                <a:lnTo>
                  <a:pt x="7738" y="11291"/>
                </a:lnTo>
                <a:lnTo>
                  <a:pt x="7762" y="11291"/>
                </a:lnTo>
                <a:lnTo>
                  <a:pt x="7762" y="12021"/>
                </a:lnTo>
                <a:lnTo>
                  <a:pt x="7665" y="11948"/>
                </a:lnTo>
                <a:lnTo>
                  <a:pt x="7568" y="11875"/>
                </a:lnTo>
                <a:lnTo>
                  <a:pt x="7397" y="11704"/>
                </a:lnTo>
                <a:lnTo>
                  <a:pt x="7057" y="11364"/>
                </a:lnTo>
                <a:lnTo>
                  <a:pt x="6862" y="11193"/>
                </a:lnTo>
                <a:lnTo>
                  <a:pt x="6619" y="11072"/>
                </a:lnTo>
                <a:lnTo>
                  <a:pt x="6376" y="10999"/>
                </a:lnTo>
                <a:lnTo>
                  <a:pt x="6132" y="10926"/>
                </a:lnTo>
                <a:lnTo>
                  <a:pt x="6522" y="10342"/>
                </a:lnTo>
                <a:close/>
                <a:moveTo>
                  <a:pt x="11753" y="11510"/>
                </a:moveTo>
                <a:lnTo>
                  <a:pt x="11826" y="11802"/>
                </a:lnTo>
                <a:lnTo>
                  <a:pt x="11704" y="11826"/>
                </a:lnTo>
                <a:lnTo>
                  <a:pt x="11607" y="11899"/>
                </a:lnTo>
                <a:lnTo>
                  <a:pt x="11412" y="12021"/>
                </a:lnTo>
                <a:lnTo>
                  <a:pt x="11291" y="12167"/>
                </a:lnTo>
                <a:lnTo>
                  <a:pt x="11218" y="12240"/>
                </a:lnTo>
                <a:lnTo>
                  <a:pt x="11193" y="12313"/>
                </a:lnTo>
                <a:lnTo>
                  <a:pt x="10901" y="11899"/>
                </a:lnTo>
                <a:lnTo>
                  <a:pt x="11120" y="11850"/>
                </a:lnTo>
                <a:lnTo>
                  <a:pt x="11339" y="11777"/>
                </a:lnTo>
                <a:lnTo>
                  <a:pt x="11558" y="11656"/>
                </a:lnTo>
                <a:lnTo>
                  <a:pt x="11753" y="11510"/>
                </a:lnTo>
                <a:close/>
                <a:moveTo>
                  <a:pt x="6059" y="11047"/>
                </a:moveTo>
                <a:lnTo>
                  <a:pt x="6303" y="11218"/>
                </a:lnTo>
                <a:lnTo>
                  <a:pt x="6546" y="11388"/>
                </a:lnTo>
                <a:lnTo>
                  <a:pt x="6789" y="11583"/>
                </a:lnTo>
                <a:lnTo>
                  <a:pt x="6984" y="11802"/>
                </a:lnTo>
                <a:lnTo>
                  <a:pt x="7251" y="12069"/>
                </a:lnTo>
                <a:lnTo>
                  <a:pt x="7397" y="12215"/>
                </a:lnTo>
                <a:lnTo>
                  <a:pt x="7543" y="12313"/>
                </a:lnTo>
                <a:lnTo>
                  <a:pt x="7276" y="12459"/>
                </a:lnTo>
                <a:lnTo>
                  <a:pt x="7154" y="12386"/>
                </a:lnTo>
                <a:lnTo>
                  <a:pt x="7008" y="12337"/>
                </a:lnTo>
                <a:lnTo>
                  <a:pt x="6765" y="12215"/>
                </a:lnTo>
                <a:lnTo>
                  <a:pt x="6522" y="12069"/>
                </a:lnTo>
                <a:lnTo>
                  <a:pt x="6327" y="11948"/>
                </a:lnTo>
                <a:lnTo>
                  <a:pt x="6157" y="11802"/>
                </a:lnTo>
                <a:lnTo>
                  <a:pt x="5962" y="11656"/>
                </a:lnTo>
                <a:lnTo>
                  <a:pt x="5767" y="11534"/>
                </a:lnTo>
                <a:lnTo>
                  <a:pt x="6059" y="11047"/>
                </a:lnTo>
                <a:close/>
                <a:moveTo>
                  <a:pt x="5670" y="11680"/>
                </a:moveTo>
                <a:lnTo>
                  <a:pt x="5719" y="11777"/>
                </a:lnTo>
                <a:lnTo>
                  <a:pt x="5792" y="11850"/>
                </a:lnTo>
                <a:lnTo>
                  <a:pt x="5938" y="12021"/>
                </a:lnTo>
                <a:lnTo>
                  <a:pt x="6108" y="12167"/>
                </a:lnTo>
                <a:lnTo>
                  <a:pt x="6278" y="12288"/>
                </a:lnTo>
                <a:lnTo>
                  <a:pt x="6546" y="12483"/>
                </a:lnTo>
                <a:lnTo>
                  <a:pt x="6716" y="12580"/>
                </a:lnTo>
                <a:lnTo>
                  <a:pt x="6887" y="12678"/>
                </a:lnTo>
                <a:lnTo>
                  <a:pt x="6522" y="12848"/>
                </a:lnTo>
                <a:lnTo>
                  <a:pt x="6230" y="12653"/>
                </a:lnTo>
                <a:lnTo>
                  <a:pt x="5938" y="12434"/>
                </a:lnTo>
                <a:lnTo>
                  <a:pt x="5694" y="12215"/>
                </a:lnTo>
                <a:lnTo>
                  <a:pt x="5475" y="12021"/>
                </a:lnTo>
                <a:lnTo>
                  <a:pt x="5621" y="11777"/>
                </a:lnTo>
                <a:lnTo>
                  <a:pt x="5670" y="11680"/>
                </a:lnTo>
                <a:close/>
                <a:moveTo>
                  <a:pt x="11899" y="12094"/>
                </a:moveTo>
                <a:lnTo>
                  <a:pt x="12021" y="12605"/>
                </a:lnTo>
                <a:lnTo>
                  <a:pt x="11899" y="12726"/>
                </a:lnTo>
                <a:lnTo>
                  <a:pt x="11777" y="12848"/>
                </a:lnTo>
                <a:lnTo>
                  <a:pt x="11729" y="12921"/>
                </a:lnTo>
                <a:lnTo>
                  <a:pt x="11680" y="12994"/>
                </a:lnTo>
                <a:lnTo>
                  <a:pt x="11680" y="13018"/>
                </a:lnTo>
                <a:lnTo>
                  <a:pt x="11266" y="12434"/>
                </a:lnTo>
                <a:lnTo>
                  <a:pt x="11412" y="12386"/>
                </a:lnTo>
                <a:lnTo>
                  <a:pt x="11558" y="12313"/>
                </a:lnTo>
                <a:lnTo>
                  <a:pt x="11729" y="12215"/>
                </a:lnTo>
                <a:lnTo>
                  <a:pt x="11899" y="12094"/>
                </a:lnTo>
                <a:close/>
                <a:moveTo>
                  <a:pt x="5329" y="12240"/>
                </a:moveTo>
                <a:lnTo>
                  <a:pt x="5402" y="12361"/>
                </a:lnTo>
                <a:lnTo>
                  <a:pt x="5500" y="12483"/>
                </a:lnTo>
                <a:lnTo>
                  <a:pt x="5670" y="12678"/>
                </a:lnTo>
                <a:lnTo>
                  <a:pt x="5913" y="12897"/>
                </a:lnTo>
                <a:lnTo>
                  <a:pt x="6157" y="13067"/>
                </a:lnTo>
                <a:lnTo>
                  <a:pt x="5743" y="13335"/>
                </a:lnTo>
                <a:lnTo>
                  <a:pt x="5646" y="13310"/>
                </a:lnTo>
                <a:lnTo>
                  <a:pt x="5475" y="13237"/>
                </a:lnTo>
                <a:lnTo>
                  <a:pt x="5305" y="13164"/>
                </a:lnTo>
                <a:lnTo>
                  <a:pt x="5135" y="13043"/>
                </a:lnTo>
                <a:lnTo>
                  <a:pt x="4940" y="12970"/>
                </a:lnTo>
                <a:lnTo>
                  <a:pt x="4891" y="12945"/>
                </a:lnTo>
                <a:lnTo>
                  <a:pt x="5110" y="12605"/>
                </a:lnTo>
                <a:lnTo>
                  <a:pt x="5329" y="12240"/>
                </a:lnTo>
                <a:close/>
                <a:moveTo>
                  <a:pt x="12094" y="13043"/>
                </a:moveTo>
                <a:lnTo>
                  <a:pt x="12215" y="13748"/>
                </a:lnTo>
                <a:lnTo>
                  <a:pt x="11802" y="13189"/>
                </a:lnTo>
                <a:lnTo>
                  <a:pt x="11850" y="13189"/>
                </a:lnTo>
                <a:lnTo>
                  <a:pt x="11923" y="13164"/>
                </a:lnTo>
                <a:lnTo>
                  <a:pt x="11972" y="13140"/>
                </a:lnTo>
                <a:lnTo>
                  <a:pt x="12094" y="13043"/>
                </a:lnTo>
                <a:close/>
                <a:moveTo>
                  <a:pt x="4745" y="13140"/>
                </a:moveTo>
                <a:lnTo>
                  <a:pt x="4891" y="13310"/>
                </a:lnTo>
                <a:lnTo>
                  <a:pt x="5062" y="13456"/>
                </a:lnTo>
                <a:lnTo>
                  <a:pt x="5305" y="13602"/>
                </a:lnTo>
                <a:lnTo>
                  <a:pt x="4964" y="13846"/>
                </a:lnTo>
                <a:lnTo>
                  <a:pt x="4891" y="13773"/>
                </a:lnTo>
                <a:lnTo>
                  <a:pt x="4818" y="13700"/>
                </a:lnTo>
                <a:lnTo>
                  <a:pt x="4648" y="13627"/>
                </a:lnTo>
                <a:lnTo>
                  <a:pt x="4551" y="13554"/>
                </a:lnTo>
                <a:lnTo>
                  <a:pt x="4405" y="13529"/>
                </a:lnTo>
                <a:lnTo>
                  <a:pt x="4575" y="13335"/>
                </a:lnTo>
                <a:lnTo>
                  <a:pt x="4745" y="13140"/>
                </a:lnTo>
                <a:close/>
                <a:moveTo>
                  <a:pt x="8200" y="8833"/>
                </a:moveTo>
                <a:lnTo>
                  <a:pt x="8371" y="9076"/>
                </a:lnTo>
                <a:lnTo>
                  <a:pt x="8663" y="9514"/>
                </a:lnTo>
                <a:lnTo>
                  <a:pt x="8979" y="9928"/>
                </a:lnTo>
                <a:lnTo>
                  <a:pt x="9587" y="10780"/>
                </a:lnTo>
                <a:lnTo>
                  <a:pt x="10171" y="11583"/>
                </a:lnTo>
                <a:lnTo>
                  <a:pt x="10731" y="12410"/>
                </a:lnTo>
                <a:lnTo>
                  <a:pt x="11291" y="13213"/>
                </a:lnTo>
                <a:lnTo>
                  <a:pt x="11850" y="13992"/>
                </a:lnTo>
                <a:lnTo>
                  <a:pt x="11729" y="13943"/>
                </a:lnTo>
                <a:lnTo>
                  <a:pt x="11072" y="13554"/>
                </a:lnTo>
                <a:lnTo>
                  <a:pt x="10415" y="13189"/>
                </a:lnTo>
                <a:lnTo>
                  <a:pt x="9831" y="12921"/>
                </a:lnTo>
                <a:lnTo>
                  <a:pt x="9539" y="12799"/>
                </a:lnTo>
                <a:lnTo>
                  <a:pt x="9222" y="12678"/>
                </a:lnTo>
                <a:lnTo>
                  <a:pt x="8760" y="12507"/>
                </a:lnTo>
                <a:lnTo>
                  <a:pt x="8517" y="12410"/>
                </a:lnTo>
                <a:lnTo>
                  <a:pt x="8273" y="12337"/>
                </a:lnTo>
                <a:lnTo>
                  <a:pt x="8273" y="12288"/>
                </a:lnTo>
                <a:lnTo>
                  <a:pt x="8322" y="11996"/>
                </a:lnTo>
                <a:lnTo>
                  <a:pt x="8346" y="11680"/>
                </a:lnTo>
                <a:lnTo>
                  <a:pt x="8346" y="11388"/>
                </a:lnTo>
                <a:lnTo>
                  <a:pt x="8322" y="11072"/>
                </a:lnTo>
                <a:lnTo>
                  <a:pt x="8273" y="10463"/>
                </a:lnTo>
                <a:lnTo>
                  <a:pt x="8225" y="9855"/>
                </a:lnTo>
                <a:lnTo>
                  <a:pt x="8200" y="8833"/>
                </a:lnTo>
                <a:close/>
                <a:moveTo>
                  <a:pt x="7324" y="8346"/>
                </a:moveTo>
                <a:lnTo>
                  <a:pt x="6935" y="8906"/>
                </a:lnTo>
                <a:lnTo>
                  <a:pt x="6570" y="9441"/>
                </a:lnTo>
                <a:lnTo>
                  <a:pt x="5962" y="10439"/>
                </a:lnTo>
                <a:lnTo>
                  <a:pt x="5354" y="11437"/>
                </a:lnTo>
                <a:lnTo>
                  <a:pt x="4818" y="12386"/>
                </a:lnTo>
                <a:lnTo>
                  <a:pt x="4502" y="12848"/>
                </a:lnTo>
                <a:lnTo>
                  <a:pt x="4356" y="13067"/>
                </a:lnTo>
                <a:lnTo>
                  <a:pt x="4161" y="13286"/>
                </a:lnTo>
                <a:lnTo>
                  <a:pt x="3967" y="13529"/>
                </a:lnTo>
                <a:lnTo>
                  <a:pt x="3796" y="13773"/>
                </a:lnTo>
                <a:lnTo>
                  <a:pt x="3650" y="14040"/>
                </a:lnTo>
                <a:lnTo>
                  <a:pt x="3504" y="14308"/>
                </a:lnTo>
                <a:lnTo>
                  <a:pt x="3577" y="13578"/>
                </a:lnTo>
                <a:lnTo>
                  <a:pt x="3699" y="12897"/>
                </a:lnTo>
                <a:lnTo>
                  <a:pt x="3821" y="12215"/>
                </a:lnTo>
                <a:lnTo>
                  <a:pt x="3967" y="11558"/>
                </a:lnTo>
                <a:lnTo>
                  <a:pt x="4113" y="10926"/>
                </a:lnTo>
                <a:lnTo>
                  <a:pt x="4234" y="10269"/>
                </a:lnTo>
                <a:lnTo>
                  <a:pt x="4332" y="9612"/>
                </a:lnTo>
                <a:lnTo>
                  <a:pt x="4307" y="9539"/>
                </a:lnTo>
                <a:lnTo>
                  <a:pt x="4453" y="9587"/>
                </a:lnTo>
                <a:lnTo>
                  <a:pt x="4624" y="9563"/>
                </a:lnTo>
                <a:lnTo>
                  <a:pt x="4818" y="9514"/>
                </a:lnTo>
                <a:lnTo>
                  <a:pt x="5013" y="9441"/>
                </a:lnTo>
                <a:lnTo>
                  <a:pt x="5354" y="9271"/>
                </a:lnTo>
                <a:lnTo>
                  <a:pt x="5646" y="9149"/>
                </a:lnTo>
                <a:lnTo>
                  <a:pt x="6497" y="8760"/>
                </a:lnTo>
                <a:lnTo>
                  <a:pt x="7324" y="8346"/>
                </a:lnTo>
                <a:close/>
                <a:moveTo>
                  <a:pt x="4234" y="13700"/>
                </a:moveTo>
                <a:lnTo>
                  <a:pt x="4307" y="13773"/>
                </a:lnTo>
                <a:lnTo>
                  <a:pt x="4380" y="13821"/>
                </a:lnTo>
                <a:lnTo>
                  <a:pt x="4551" y="13943"/>
                </a:lnTo>
                <a:lnTo>
                  <a:pt x="4697" y="14016"/>
                </a:lnTo>
                <a:lnTo>
                  <a:pt x="4307" y="14259"/>
                </a:lnTo>
                <a:lnTo>
                  <a:pt x="4161" y="14332"/>
                </a:lnTo>
                <a:lnTo>
                  <a:pt x="3991" y="14405"/>
                </a:lnTo>
                <a:lnTo>
                  <a:pt x="3650" y="14502"/>
                </a:lnTo>
                <a:lnTo>
                  <a:pt x="3748" y="14429"/>
                </a:lnTo>
                <a:lnTo>
                  <a:pt x="3821" y="14332"/>
                </a:lnTo>
                <a:lnTo>
                  <a:pt x="3967" y="14113"/>
                </a:lnTo>
                <a:lnTo>
                  <a:pt x="4113" y="13894"/>
                </a:lnTo>
                <a:lnTo>
                  <a:pt x="4234" y="13700"/>
                </a:lnTo>
                <a:close/>
                <a:moveTo>
                  <a:pt x="7835" y="0"/>
                </a:moveTo>
                <a:lnTo>
                  <a:pt x="7762" y="25"/>
                </a:lnTo>
                <a:lnTo>
                  <a:pt x="7689" y="73"/>
                </a:lnTo>
                <a:lnTo>
                  <a:pt x="7641" y="73"/>
                </a:lnTo>
                <a:lnTo>
                  <a:pt x="7495" y="146"/>
                </a:lnTo>
                <a:lnTo>
                  <a:pt x="7373" y="244"/>
                </a:lnTo>
                <a:lnTo>
                  <a:pt x="7276" y="341"/>
                </a:lnTo>
                <a:lnTo>
                  <a:pt x="7178" y="463"/>
                </a:lnTo>
                <a:lnTo>
                  <a:pt x="6984" y="730"/>
                </a:lnTo>
                <a:lnTo>
                  <a:pt x="6838" y="1047"/>
                </a:lnTo>
                <a:lnTo>
                  <a:pt x="6716" y="1387"/>
                </a:lnTo>
                <a:lnTo>
                  <a:pt x="6619" y="1704"/>
                </a:lnTo>
                <a:lnTo>
                  <a:pt x="6449" y="2288"/>
                </a:lnTo>
                <a:lnTo>
                  <a:pt x="6230" y="2920"/>
                </a:lnTo>
                <a:lnTo>
                  <a:pt x="6108" y="3237"/>
                </a:lnTo>
                <a:lnTo>
                  <a:pt x="5962" y="3529"/>
                </a:lnTo>
                <a:lnTo>
                  <a:pt x="5767" y="3845"/>
                </a:lnTo>
                <a:lnTo>
                  <a:pt x="5548" y="4161"/>
                </a:lnTo>
                <a:lnTo>
                  <a:pt x="5378" y="4478"/>
                </a:lnTo>
                <a:lnTo>
                  <a:pt x="5281" y="4648"/>
                </a:lnTo>
                <a:lnTo>
                  <a:pt x="5208" y="4818"/>
                </a:lnTo>
                <a:lnTo>
                  <a:pt x="4891" y="4916"/>
                </a:lnTo>
                <a:lnTo>
                  <a:pt x="4575" y="4989"/>
                </a:lnTo>
                <a:lnTo>
                  <a:pt x="3918" y="5110"/>
                </a:lnTo>
                <a:lnTo>
                  <a:pt x="2580" y="5305"/>
                </a:lnTo>
                <a:lnTo>
                  <a:pt x="1801" y="5402"/>
                </a:lnTo>
                <a:lnTo>
                  <a:pt x="998" y="5500"/>
                </a:lnTo>
                <a:lnTo>
                  <a:pt x="755" y="5524"/>
                </a:lnTo>
                <a:lnTo>
                  <a:pt x="511" y="5524"/>
                </a:lnTo>
                <a:lnTo>
                  <a:pt x="244" y="5548"/>
                </a:lnTo>
                <a:lnTo>
                  <a:pt x="146" y="5597"/>
                </a:lnTo>
                <a:lnTo>
                  <a:pt x="49" y="5646"/>
                </a:lnTo>
                <a:lnTo>
                  <a:pt x="0" y="5719"/>
                </a:lnTo>
                <a:lnTo>
                  <a:pt x="0" y="5792"/>
                </a:lnTo>
                <a:lnTo>
                  <a:pt x="0" y="5865"/>
                </a:lnTo>
                <a:lnTo>
                  <a:pt x="0" y="5962"/>
                </a:lnTo>
                <a:lnTo>
                  <a:pt x="49" y="6035"/>
                </a:lnTo>
                <a:lnTo>
                  <a:pt x="146" y="6229"/>
                </a:lnTo>
                <a:lnTo>
                  <a:pt x="292" y="6375"/>
                </a:lnTo>
                <a:lnTo>
                  <a:pt x="438" y="6497"/>
                </a:lnTo>
                <a:lnTo>
                  <a:pt x="682" y="6716"/>
                </a:lnTo>
                <a:lnTo>
                  <a:pt x="925" y="6935"/>
                </a:lnTo>
                <a:lnTo>
                  <a:pt x="1460" y="7349"/>
                </a:lnTo>
                <a:lnTo>
                  <a:pt x="1971" y="7811"/>
                </a:lnTo>
                <a:lnTo>
                  <a:pt x="2507" y="8273"/>
                </a:lnTo>
                <a:lnTo>
                  <a:pt x="2847" y="8565"/>
                </a:lnTo>
                <a:lnTo>
                  <a:pt x="3188" y="8882"/>
                </a:lnTo>
                <a:lnTo>
                  <a:pt x="3504" y="9222"/>
                </a:lnTo>
                <a:lnTo>
                  <a:pt x="3650" y="9417"/>
                </a:lnTo>
                <a:lnTo>
                  <a:pt x="3772" y="9612"/>
                </a:lnTo>
                <a:lnTo>
                  <a:pt x="3821" y="9685"/>
                </a:lnTo>
                <a:lnTo>
                  <a:pt x="3918" y="9709"/>
                </a:lnTo>
                <a:lnTo>
                  <a:pt x="3748" y="10342"/>
                </a:lnTo>
                <a:lnTo>
                  <a:pt x="3602" y="10974"/>
                </a:lnTo>
                <a:lnTo>
                  <a:pt x="3334" y="12264"/>
                </a:lnTo>
                <a:lnTo>
                  <a:pt x="3212" y="12872"/>
                </a:lnTo>
                <a:lnTo>
                  <a:pt x="3091" y="13529"/>
                </a:lnTo>
                <a:lnTo>
                  <a:pt x="3042" y="13870"/>
                </a:lnTo>
                <a:lnTo>
                  <a:pt x="2993" y="14186"/>
                </a:lnTo>
                <a:lnTo>
                  <a:pt x="2993" y="14502"/>
                </a:lnTo>
                <a:lnTo>
                  <a:pt x="3018" y="14819"/>
                </a:lnTo>
                <a:lnTo>
                  <a:pt x="3042" y="14916"/>
                </a:lnTo>
                <a:lnTo>
                  <a:pt x="3091" y="14965"/>
                </a:lnTo>
                <a:lnTo>
                  <a:pt x="3188" y="15013"/>
                </a:lnTo>
                <a:lnTo>
                  <a:pt x="3261" y="15013"/>
                </a:lnTo>
                <a:lnTo>
                  <a:pt x="3383" y="15038"/>
                </a:lnTo>
                <a:lnTo>
                  <a:pt x="3529" y="15062"/>
                </a:lnTo>
                <a:lnTo>
                  <a:pt x="3675" y="15038"/>
                </a:lnTo>
                <a:lnTo>
                  <a:pt x="3796" y="15013"/>
                </a:lnTo>
                <a:lnTo>
                  <a:pt x="4088" y="14940"/>
                </a:lnTo>
                <a:lnTo>
                  <a:pt x="4405" y="14794"/>
                </a:lnTo>
                <a:lnTo>
                  <a:pt x="4672" y="14624"/>
                </a:lnTo>
                <a:lnTo>
                  <a:pt x="4964" y="14454"/>
                </a:lnTo>
                <a:lnTo>
                  <a:pt x="5402" y="14138"/>
                </a:lnTo>
                <a:lnTo>
                  <a:pt x="5719" y="13943"/>
                </a:lnTo>
                <a:lnTo>
                  <a:pt x="6035" y="13748"/>
                </a:lnTo>
                <a:lnTo>
                  <a:pt x="6716" y="13383"/>
                </a:lnTo>
                <a:lnTo>
                  <a:pt x="7373" y="13018"/>
                </a:lnTo>
                <a:lnTo>
                  <a:pt x="7689" y="12824"/>
                </a:lnTo>
                <a:lnTo>
                  <a:pt x="8006" y="12629"/>
                </a:lnTo>
                <a:lnTo>
                  <a:pt x="8127" y="12726"/>
                </a:lnTo>
                <a:lnTo>
                  <a:pt x="8273" y="12799"/>
                </a:lnTo>
                <a:lnTo>
                  <a:pt x="8590" y="12945"/>
                </a:lnTo>
                <a:lnTo>
                  <a:pt x="9320" y="13213"/>
                </a:lnTo>
                <a:lnTo>
                  <a:pt x="9685" y="13383"/>
                </a:lnTo>
                <a:lnTo>
                  <a:pt x="10050" y="13554"/>
                </a:lnTo>
                <a:lnTo>
                  <a:pt x="10707" y="13894"/>
                </a:lnTo>
                <a:lnTo>
                  <a:pt x="11364" y="14283"/>
                </a:lnTo>
                <a:lnTo>
                  <a:pt x="11607" y="14454"/>
                </a:lnTo>
                <a:lnTo>
                  <a:pt x="11875" y="14624"/>
                </a:lnTo>
                <a:lnTo>
                  <a:pt x="12021" y="14697"/>
                </a:lnTo>
                <a:lnTo>
                  <a:pt x="12167" y="14770"/>
                </a:lnTo>
                <a:lnTo>
                  <a:pt x="12313" y="14794"/>
                </a:lnTo>
                <a:lnTo>
                  <a:pt x="12459" y="14770"/>
                </a:lnTo>
                <a:lnTo>
                  <a:pt x="12507" y="14770"/>
                </a:lnTo>
                <a:lnTo>
                  <a:pt x="12532" y="14721"/>
                </a:lnTo>
                <a:lnTo>
                  <a:pt x="12629" y="14697"/>
                </a:lnTo>
                <a:lnTo>
                  <a:pt x="12702" y="14648"/>
                </a:lnTo>
                <a:lnTo>
                  <a:pt x="12751" y="14575"/>
                </a:lnTo>
                <a:lnTo>
                  <a:pt x="12775" y="14478"/>
                </a:lnTo>
                <a:lnTo>
                  <a:pt x="12751" y="14065"/>
                </a:lnTo>
                <a:lnTo>
                  <a:pt x="12702" y="13651"/>
                </a:lnTo>
                <a:lnTo>
                  <a:pt x="12629" y="13262"/>
                </a:lnTo>
                <a:lnTo>
                  <a:pt x="12556" y="12848"/>
                </a:lnTo>
                <a:lnTo>
                  <a:pt x="12337" y="12045"/>
                </a:lnTo>
                <a:lnTo>
                  <a:pt x="12118" y="11242"/>
                </a:lnTo>
                <a:lnTo>
                  <a:pt x="11899" y="10463"/>
                </a:lnTo>
                <a:lnTo>
                  <a:pt x="11875" y="10390"/>
                </a:lnTo>
                <a:lnTo>
                  <a:pt x="11680" y="9685"/>
                </a:lnTo>
                <a:lnTo>
                  <a:pt x="11680" y="9636"/>
                </a:lnTo>
                <a:lnTo>
                  <a:pt x="11656" y="9563"/>
                </a:lnTo>
                <a:lnTo>
                  <a:pt x="11631" y="9514"/>
                </a:lnTo>
                <a:lnTo>
                  <a:pt x="11680" y="9490"/>
                </a:lnTo>
                <a:lnTo>
                  <a:pt x="11729" y="9466"/>
                </a:lnTo>
                <a:lnTo>
                  <a:pt x="11802" y="9393"/>
                </a:lnTo>
                <a:lnTo>
                  <a:pt x="11850" y="9344"/>
                </a:lnTo>
                <a:lnTo>
                  <a:pt x="12094" y="9101"/>
                </a:lnTo>
                <a:lnTo>
                  <a:pt x="12361" y="8882"/>
                </a:lnTo>
                <a:lnTo>
                  <a:pt x="12897" y="8419"/>
                </a:lnTo>
                <a:lnTo>
                  <a:pt x="13432" y="8006"/>
                </a:lnTo>
                <a:lnTo>
                  <a:pt x="13967" y="7568"/>
                </a:lnTo>
                <a:lnTo>
                  <a:pt x="14211" y="7324"/>
                </a:lnTo>
                <a:lnTo>
                  <a:pt x="14454" y="7105"/>
                </a:lnTo>
                <a:lnTo>
                  <a:pt x="14697" y="6838"/>
                </a:lnTo>
                <a:lnTo>
                  <a:pt x="14892" y="6570"/>
                </a:lnTo>
                <a:lnTo>
                  <a:pt x="15232" y="6205"/>
                </a:lnTo>
                <a:lnTo>
                  <a:pt x="15403" y="5986"/>
                </a:lnTo>
                <a:lnTo>
                  <a:pt x="15451" y="5889"/>
                </a:lnTo>
                <a:lnTo>
                  <a:pt x="15500" y="5767"/>
                </a:lnTo>
                <a:lnTo>
                  <a:pt x="15500" y="5743"/>
                </a:lnTo>
                <a:lnTo>
                  <a:pt x="15476" y="5646"/>
                </a:lnTo>
                <a:lnTo>
                  <a:pt x="15427" y="5573"/>
                </a:lnTo>
                <a:lnTo>
                  <a:pt x="15354" y="5475"/>
                </a:lnTo>
                <a:lnTo>
                  <a:pt x="15257" y="5427"/>
                </a:lnTo>
                <a:lnTo>
                  <a:pt x="15135" y="5378"/>
                </a:lnTo>
                <a:lnTo>
                  <a:pt x="15013" y="5354"/>
                </a:lnTo>
                <a:lnTo>
                  <a:pt x="14770" y="5329"/>
                </a:lnTo>
                <a:lnTo>
                  <a:pt x="14527" y="5305"/>
                </a:lnTo>
                <a:lnTo>
                  <a:pt x="13797" y="5256"/>
                </a:lnTo>
                <a:lnTo>
                  <a:pt x="13091" y="5208"/>
                </a:lnTo>
                <a:lnTo>
                  <a:pt x="12410" y="5208"/>
                </a:lnTo>
                <a:lnTo>
                  <a:pt x="11753" y="5159"/>
                </a:lnTo>
                <a:lnTo>
                  <a:pt x="11485" y="5135"/>
                </a:lnTo>
                <a:lnTo>
                  <a:pt x="11218" y="5086"/>
                </a:lnTo>
                <a:lnTo>
                  <a:pt x="10950" y="5013"/>
                </a:lnTo>
                <a:lnTo>
                  <a:pt x="10682" y="4989"/>
                </a:lnTo>
                <a:lnTo>
                  <a:pt x="10658" y="4940"/>
                </a:lnTo>
                <a:lnTo>
                  <a:pt x="10634" y="4867"/>
                </a:lnTo>
                <a:lnTo>
                  <a:pt x="10415" y="4599"/>
                </a:lnTo>
                <a:lnTo>
                  <a:pt x="10220" y="4332"/>
                </a:lnTo>
                <a:lnTo>
                  <a:pt x="10025" y="4040"/>
                </a:lnTo>
                <a:lnTo>
                  <a:pt x="9855" y="3748"/>
                </a:lnTo>
                <a:lnTo>
                  <a:pt x="9514" y="3164"/>
                </a:lnTo>
                <a:lnTo>
                  <a:pt x="9222" y="2531"/>
                </a:lnTo>
                <a:lnTo>
                  <a:pt x="8638" y="1290"/>
                </a:lnTo>
                <a:lnTo>
                  <a:pt x="8322" y="682"/>
                </a:lnTo>
                <a:lnTo>
                  <a:pt x="7981" y="73"/>
                </a:lnTo>
                <a:lnTo>
                  <a:pt x="7908" y="25"/>
                </a:lnTo>
                <a:lnTo>
                  <a:pt x="7835"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4" name="Google Shape;554;p16"/>
          <p:cNvSpPr txBox="1">
            <a:spLocks noGrp="1"/>
          </p:cNvSpPr>
          <p:nvPr>
            <p:ph type="sldNum" idx="12"/>
          </p:nvPr>
        </p:nvSpPr>
        <p:spPr>
          <a:xfrm>
            <a:off x="4297650" y="4853299"/>
            <a:ext cx="548700" cy="29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
              <a:t>7</a:t>
            </a:fld>
            <a:endParaRPr/>
          </a:p>
        </p:txBody>
      </p:sp>
      <p:pic>
        <p:nvPicPr>
          <p:cNvPr id="3" name="圖片 2">
            <a:extLst>
              <a:ext uri="{FF2B5EF4-FFF2-40B4-BE49-F238E27FC236}">
                <a16:creationId xmlns="" xmlns:a16="http://schemas.microsoft.com/office/drawing/2014/main" id="{08620D9C-8E15-4C5B-892E-0A37EB149574}"/>
              </a:ext>
            </a:extLst>
          </p:cNvPr>
          <p:cNvPicPr>
            <a:picLocks noChangeAspect="1"/>
          </p:cNvPicPr>
          <p:nvPr/>
        </p:nvPicPr>
        <p:blipFill>
          <a:blip r:embed="rId3"/>
          <a:stretch>
            <a:fillRect/>
          </a:stretch>
        </p:blipFill>
        <p:spPr>
          <a:xfrm>
            <a:off x="1986145" y="0"/>
            <a:ext cx="5171709" cy="51435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17"/>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System </a:t>
            </a:r>
            <a:r>
              <a:rPr lang="en-US" altLang="zh-TW" sz="2400" dirty="0" err="1"/>
              <a:t>Discription</a:t>
            </a:r>
            <a:endParaRPr sz="2400" dirty="0"/>
          </a:p>
        </p:txBody>
      </p:sp>
      <mc:AlternateContent xmlns:mc="http://schemas.openxmlformats.org/markup-compatibility/2006" xmlns:a14="http://schemas.microsoft.com/office/drawing/2010/main">
        <mc:Choice Requires="a14">
          <p:sp>
            <p:nvSpPr>
              <p:cNvPr id="560" name="Google Shape;560;p17"/>
              <p:cNvSpPr txBox="1">
                <a:spLocks noGrp="1"/>
              </p:cNvSpPr>
              <p:nvPr>
                <p:ph type="body" idx="1"/>
              </p:nvPr>
            </p:nvSpPr>
            <p:spPr>
              <a:xfrm>
                <a:off x="747925" y="1111937"/>
                <a:ext cx="6667943" cy="3610800"/>
              </a:xfrm>
              <a:prstGeom prst="rect">
                <a:avLst/>
              </a:prstGeom>
            </p:spPr>
            <p:txBody>
              <a:bodyPr spcFirstLastPara="1" wrap="square" lIns="91425" tIns="91425" rIns="91425" bIns="91425" anchor="t" anchorCtr="0">
                <a:noAutofit/>
              </a:bodyPr>
              <a:lstStyle/>
              <a:p>
                <a:r>
                  <a:rPr lang="en-US" altLang="zh-TW" sz="1800" b="1" dirty="0"/>
                  <a:t>Traffic Model</a:t>
                </a:r>
              </a:p>
              <a:p>
                <a:pPr marL="69850" lvl="0" indent="0">
                  <a:buNone/>
                </a:pPr>
                <a:endParaRPr lang="en" sz="1200" dirty="0"/>
              </a:p>
              <a:p>
                <a:pPr marL="69850" lvl="0" indent="0">
                  <a:buNone/>
                </a:pPr>
                <a:r>
                  <a:rPr lang="en-US" altLang="zh-TW" sz="1600" dirty="0"/>
                  <a:t>This paper adopts the </a:t>
                </a:r>
                <a:r>
                  <a:rPr lang="en-US" altLang="zh-TW" sz="1600" dirty="0" err="1">
                    <a:solidFill>
                      <a:srgbClr val="00B050"/>
                    </a:solidFill>
                  </a:rPr>
                  <a:t>poisson</a:t>
                </a:r>
                <a:r>
                  <a:rPr lang="en-US" altLang="zh-TW" sz="1600" dirty="0">
                    <a:solidFill>
                      <a:srgbClr val="00B050"/>
                    </a:solidFill>
                  </a:rPr>
                  <a:t> process </a:t>
                </a:r>
                <a:r>
                  <a:rPr lang="en-US" altLang="zh-TW" sz="1600" dirty="0"/>
                  <a:t>to model the random and mutually independent arrivals of traffic packets for each UT. </a:t>
                </a:r>
              </a:p>
              <a:p>
                <a:pPr marL="69850" lvl="0" indent="0">
                  <a:buNone/>
                </a:pPr>
                <a:endParaRPr lang="en-US" altLang="zh-TW" sz="1600" dirty="0"/>
              </a:p>
              <a:p>
                <a:pPr marL="69850" lvl="0" indent="0">
                  <a:buNone/>
                </a:pPr>
                <a:r>
                  <a:rPr lang="en-US" altLang="zh-TW" sz="1600" dirty="0"/>
                  <a:t>The probability </a:t>
                </a:r>
                <a:r>
                  <a:rPr lang="en-US" altLang="zh-TW" sz="1600" i="1" dirty="0" err="1"/>
                  <a:t>p</a:t>
                </a:r>
                <a:r>
                  <a:rPr lang="en-US" altLang="zh-TW" sz="1600" i="1" baseline="-25000" dirty="0" err="1"/>
                  <a:t>n</a:t>
                </a:r>
                <a:r>
                  <a:rPr lang="en-US" altLang="zh-TW" sz="1600" dirty="0"/>
                  <a:t> that there are </a:t>
                </a:r>
                <a:r>
                  <a:rPr lang="en-US" altLang="zh-TW" sz="1600" i="1" dirty="0"/>
                  <a:t>n</a:t>
                </a:r>
                <a:r>
                  <a:rPr lang="en-US" altLang="zh-TW" sz="1600" dirty="0"/>
                  <a:t> packet arrivals in a time interval of </a:t>
                </a:r>
                <a:r>
                  <a:rPr lang="en-US" altLang="zh-TW" sz="1600" i="1" dirty="0"/>
                  <a:t>T</a:t>
                </a:r>
                <a:r>
                  <a:rPr lang="en-US" altLang="zh-TW" sz="1600" dirty="0"/>
                  <a:t>  is given by</a:t>
                </a:r>
              </a:p>
              <a:p>
                <a:pPr marL="69850" lvl="0" indent="0">
                  <a:buNone/>
                </a:pPr>
                <a:endParaRPr lang="en-US" altLang="zh-TW" sz="1600" dirty="0"/>
              </a:p>
              <a:p>
                <a:pPr marL="69850" lvl="0" indent="0">
                  <a:buNone/>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𝑃</m:t>
                          </m:r>
                        </m:e>
                        <m:sub>
                          <m:r>
                            <a:rPr lang="en-US" altLang="zh-TW" sz="1600" b="0" i="1" smtClean="0">
                              <a:latin typeface="Cambria Math" panose="02040503050406030204" pitchFamily="18" charset="0"/>
                            </a:rPr>
                            <m:t>𝑛</m:t>
                          </m:r>
                        </m:sub>
                        <m:sup/>
                      </m:sSubSup>
                      <m:r>
                        <a:rPr lang="en-US" altLang="zh-TW" sz="1600" b="0" i="1" smtClean="0">
                          <a:latin typeface="Cambria Math" panose="02040503050406030204" pitchFamily="18" charset="0"/>
                        </a:rPr>
                        <m:t>=</m:t>
                      </m:r>
                      <m:f>
                        <m:fPr>
                          <m:ctrlPr>
                            <a:rPr lang="en-US" altLang="zh-TW" sz="1600" b="0" i="1" smtClean="0">
                              <a:latin typeface="Cambria Math" panose="02040503050406030204" pitchFamily="18" charset="0"/>
                            </a:rPr>
                          </m:ctrlPr>
                        </m:fPr>
                        <m:num>
                          <m:sSup>
                            <m:sSupPr>
                              <m:ctrlPr>
                                <a:rPr lang="en-US" altLang="zh-TW" sz="1600" b="0" i="1" smtClean="0">
                                  <a:latin typeface="Cambria Math" panose="02040503050406030204" pitchFamily="18" charset="0"/>
                                </a:rPr>
                              </m:ctrlPr>
                            </m:sSupPr>
                            <m:e>
                              <m:r>
                                <a:rPr lang="en-US" altLang="zh-TW" sz="1600" i="1">
                                  <a:latin typeface="Cambria Math" panose="02040503050406030204" pitchFamily="18" charset="0"/>
                                </a:rPr>
                                <m:t>(</m:t>
                              </m:r>
                              <m:r>
                                <a:rPr lang="zh-TW" altLang="en-US" sz="1600" i="1">
                                  <a:latin typeface="Cambria Math" panose="02040503050406030204" pitchFamily="18" charset="0"/>
                                </a:rPr>
                                <m:t>𝛼</m:t>
                              </m:r>
                              <m:r>
                                <a:rPr lang="en-US" altLang="zh-TW" sz="1600" i="1">
                                  <a:latin typeface="Cambria Math" panose="02040503050406030204" pitchFamily="18" charset="0"/>
                                </a:rPr>
                                <m:t>𝑇</m:t>
                              </m:r>
                              <m:r>
                                <a:rPr lang="en-US" altLang="zh-TW" sz="1600" i="1">
                                  <a:latin typeface="Cambria Math" panose="02040503050406030204" pitchFamily="18" charset="0"/>
                                </a:rPr>
                                <m:t>)</m:t>
                              </m:r>
                            </m:e>
                            <m:sup>
                              <m:r>
                                <a:rPr lang="en-US" altLang="zh-TW" sz="1600" b="0" i="1" smtClean="0">
                                  <a:latin typeface="Cambria Math" panose="02040503050406030204" pitchFamily="18" charset="0"/>
                                </a:rPr>
                                <m:t>𝑛</m:t>
                              </m:r>
                            </m:sup>
                          </m:sSup>
                        </m:num>
                        <m:den>
                          <m:r>
                            <a:rPr lang="en-US" altLang="zh-TW" sz="1600" b="0" i="1" smtClean="0">
                              <a:latin typeface="Cambria Math" panose="02040503050406030204" pitchFamily="18" charset="0"/>
                            </a:rPr>
                            <m:t>𝑛</m:t>
                          </m:r>
                        </m:den>
                      </m:f>
                      <m:r>
                        <m:rPr>
                          <m:sty m:val="p"/>
                        </m:rPr>
                        <a:rPr lang="en-US" altLang="zh-TW" sz="1600" b="0" i="0" smtClean="0">
                          <a:latin typeface="Cambria Math" panose="02040503050406030204" pitchFamily="18" charset="0"/>
                        </a:rPr>
                        <m:t>exp</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ea typeface="Cambria Math" panose="02040503050406030204" pitchFamily="18" charset="0"/>
                        </a:rPr>
                        <m:t>−</m:t>
                      </m:r>
                      <m:r>
                        <a:rPr lang="zh-TW" altLang="en-US" sz="1600" b="0" i="1" smtClean="0">
                          <a:latin typeface="Cambria Math" panose="02040503050406030204" pitchFamily="18" charset="0"/>
                          <a:ea typeface="Cambria Math" panose="02040503050406030204" pitchFamily="18" charset="0"/>
                        </a:rPr>
                        <m:t>𝛼</m:t>
                      </m:r>
                      <m:r>
                        <a:rPr lang="en-US" altLang="zh-TW" sz="1600" b="0" i="1" smtClean="0">
                          <a:latin typeface="Cambria Math" panose="02040503050406030204" pitchFamily="18" charset="0"/>
                          <a:ea typeface="Cambria Math" panose="02040503050406030204" pitchFamily="18" charset="0"/>
                        </a:rPr>
                        <m:t>𝑇</m:t>
                      </m:r>
                      <m:r>
                        <a:rPr lang="en-US" altLang="zh-TW" sz="1600" b="0" i="1" smtClean="0">
                          <a:latin typeface="Cambria Math" panose="02040503050406030204" pitchFamily="18" charset="0"/>
                          <a:ea typeface="Cambria Math" panose="02040503050406030204" pitchFamily="18" charset="0"/>
                        </a:rPr>
                        <m:t>}</m:t>
                      </m:r>
                    </m:oMath>
                  </m:oMathPara>
                </a14:m>
                <a:endParaRPr lang="en-US" altLang="zh-TW" sz="1600" dirty="0"/>
              </a:p>
              <a:p>
                <a:pPr marL="69850" lvl="0" indent="0">
                  <a:buNone/>
                </a:pPr>
                <a:r>
                  <a:rPr lang="en-US" altLang="zh-TW" sz="1600" dirty="0"/>
                  <a:t>The probability that there are no arrivals during a period of </a:t>
                </a:r>
                <a:r>
                  <a:rPr lang="en-US" altLang="zh-TW" sz="1600" i="1" dirty="0"/>
                  <a:t>T</a:t>
                </a:r>
                <a:r>
                  <a:rPr lang="en-US" altLang="zh-TW" sz="1600" dirty="0"/>
                  <a:t> </a:t>
                </a:r>
                <a:r>
                  <a:rPr lang="zh-TW" altLang="en-US" sz="1600" dirty="0"/>
                  <a:t> </a:t>
                </a:r>
                <a:r>
                  <a:rPr lang="en-US" altLang="zh-TW" sz="1600" dirty="0"/>
                  <a:t>is given by</a:t>
                </a:r>
              </a:p>
              <a:p>
                <a:pPr marL="69850" lvl="0" indent="0">
                  <a:buNone/>
                </a:pPr>
                <a:endParaRPr lang="en-US" altLang="zh-TW" sz="1600" dirty="0"/>
              </a:p>
              <a:p>
                <a:pPr marL="69850" indent="0">
                  <a:buNone/>
                </a:pPr>
                <a14:m>
                  <m:oMathPara xmlns:m="http://schemas.openxmlformats.org/officeDocument/2006/math">
                    <m:oMathParaPr>
                      <m:jc m:val="centerGroup"/>
                    </m:oMathParaPr>
                    <m:oMath xmlns:m="http://schemas.openxmlformats.org/officeDocument/2006/math">
                      <m:r>
                        <a:rPr lang="en-US" altLang="zh-TW" sz="1600" i="1">
                          <a:latin typeface="Cambria Math" panose="02040503050406030204" pitchFamily="18" charset="0"/>
                        </a:rPr>
                        <m:t>𝑓</m:t>
                      </m:r>
                      <m:d>
                        <m:dPr>
                          <m:ctrlPr>
                            <a:rPr lang="en-US" altLang="zh-TW" sz="1600" b="0" i="1" smtClean="0">
                              <a:latin typeface="Cambria Math" panose="02040503050406030204" pitchFamily="18" charset="0"/>
                            </a:rPr>
                          </m:ctrlPr>
                        </m:dPr>
                        <m:e>
                          <m:r>
                            <a:rPr lang="en-US" altLang="zh-TW" sz="1600" b="0" i="1" smtClean="0">
                              <a:latin typeface="Cambria Math" panose="02040503050406030204" pitchFamily="18" charset="0"/>
                            </a:rPr>
                            <m:t>𝑇</m:t>
                          </m:r>
                        </m:e>
                      </m:d>
                      <m:r>
                        <a:rPr lang="en-US" altLang="zh-TW" sz="1600" b="0" i="0" smtClean="0">
                          <a:latin typeface="Cambria Math" panose="02040503050406030204" pitchFamily="18" charset="0"/>
                        </a:rPr>
                        <m:t>=</m:t>
                      </m:r>
                      <m:r>
                        <m:rPr>
                          <m:sty m:val="p"/>
                        </m:rPr>
                        <a:rPr lang="en-US" altLang="zh-TW" sz="1600">
                          <a:latin typeface="Cambria Math" panose="02040503050406030204" pitchFamily="18" charset="0"/>
                        </a:rPr>
                        <m:t>exp</m:t>
                      </m:r>
                      <m:r>
                        <a:rPr lang="en-US" altLang="zh-TW" sz="1600" i="1">
                          <a:latin typeface="Cambria Math" panose="02040503050406030204" pitchFamily="18" charset="0"/>
                        </a:rPr>
                        <m:t>⁡{</m:t>
                      </m:r>
                      <m:r>
                        <a:rPr lang="en-US" altLang="zh-TW" sz="1600" i="1">
                          <a:latin typeface="Cambria Math" panose="02040503050406030204" pitchFamily="18" charset="0"/>
                          <a:ea typeface="Cambria Math" panose="02040503050406030204" pitchFamily="18" charset="0"/>
                        </a:rPr>
                        <m:t>−</m:t>
                      </m:r>
                      <m:r>
                        <a:rPr lang="zh-TW" altLang="en-US" sz="1600" i="1">
                          <a:latin typeface="Cambria Math" panose="02040503050406030204" pitchFamily="18" charset="0"/>
                          <a:ea typeface="Cambria Math" panose="02040503050406030204" pitchFamily="18" charset="0"/>
                        </a:rPr>
                        <m:t>𝛼</m:t>
                      </m:r>
                      <m:r>
                        <a:rPr lang="en-US" altLang="zh-TW" sz="1600" i="1">
                          <a:latin typeface="Cambria Math" panose="02040503050406030204" pitchFamily="18" charset="0"/>
                          <a:ea typeface="Cambria Math" panose="02040503050406030204" pitchFamily="18" charset="0"/>
                        </a:rPr>
                        <m:t>𝑇</m:t>
                      </m:r>
                      <m:r>
                        <a:rPr lang="en-US" altLang="zh-TW" sz="1600" i="1">
                          <a:latin typeface="Cambria Math" panose="02040503050406030204" pitchFamily="18" charset="0"/>
                          <a:ea typeface="Cambria Math" panose="02040503050406030204" pitchFamily="18" charset="0"/>
                        </a:rPr>
                        <m:t>}</m:t>
                      </m:r>
                    </m:oMath>
                  </m:oMathPara>
                </a14:m>
                <a:endParaRPr lang="en-US" altLang="zh-TW" sz="1600" dirty="0"/>
              </a:p>
              <a:p>
                <a:pPr marL="69850" lvl="0" indent="0">
                  <a:buNone/>
                </a:pPr>
                <a:endParaRPr lang="en-US" altLang="zh-TW" sz="1600" dirty="0"/>
              </a:p>
              <a:p>
                <a:pPr marL="69850" lvl="0" indent="0">
                  <a:buNone/>
                </a:pPr>
                <a:endParaRPr lang="en-US" altLang="zh-TW" sz="1600" dirty="0"/>
              </a:p>
              <a:p>
                <a:pPr marL="69850" lvl="0" indent="0">
                  <a:buNone/>
                </a:pPr>
                <a:endParaRPr sz="1050" b="1" dirty="0">
                  <a:solidFill>
                    <a:schemeClr val="tx2">
                      <a:lumMod val="50000"/>
                    </a:schemeClr>
                  </a:solidFill>
                </a:endParaRPr>
              </a:p>
            </p:txBody>
          </p:sp>
        </mc:Choice>
        <mc:Fallback xmlns="">
          <p:sp>
            <p:nvSpPr>
              <p:cNvPr id="560" name="Google Shape;560;p17"/>
              <p:cNvSpPr txBox="1">
                <a:spLocks noGrp="1" noRot="1" noChangeAspect="1" noMove="1" noResize="1" noEditPoints="1" noAdjustHandles="1" noChangeArrowheads="1" noChangeShapeType="1" noTextEdit="1"/>
              </p:cNvSpPr>
              <p:nvPr>
                <p:ph type="body" idx="1"/>
              </p:nvPr>
            </p:nvSpPr>
            <p:spPr>
              <a:xfrm>
                <a:off x="747925" y="1111937"/>
                <a:ext cx="6667943" cy="3610800"/>
              </a:xfrm>
              <a:prstGeom prst="rect">
                <a:avLst/>
              </a:prstGeom>
              <a:blipFill rotWithShape="0">
                <a:blip r:embed="rId3"/>
                <a:stretch>
                  <a:fillRect l="-823" t="-1518" b="-1686"/>
                </a:stretch>
              </a:blipFill>
            </p:spPr>
            <p:txBody>
              <a:bodyPr/>
              <a:lstStyle/>
              <a:p>
                <a:r>
                  <a:rPr lang="zh-TW" altLang="en-US">
                    <a:noFill/>
                  </a:rPr>
                  <a:t> </a:t>
                </a:r>
              </a:p>
            </p:txBody>
          </p:sp>
        </mc:Fallback>
      </mc:AlternateContent>
      <p:sp>
        <p:nvSpPr>
          <p:cNvPr id="561" name="Google Shape;561;p17"/>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8</a:t>
            </a:fld>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17"/>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System </a:t>
            </a:r>
            <a:r>
              <a:rPr lang="en-US" altLang="zh-TW" sz="2400" dirty="0" err="1"/>
              <a:t>Discription</a:t>
            </a:r>
            <a:endParaRPr sz="2400" dirty="0"/>
          </a:p>
        </p:txBody>
      </p:sp>
      <mc:AlternateContent xmlns:mc="http://schemas.openxmlformats.org/markup-compatibility/2006" xmlns:a14="http://schemas.microsoft.com/office/drawing/2010/main">
        <mc:Choice Requires="a14">
          <p:sp>
            <p:nvSpPr>
              <p:cNvPr id="560" name="Google Shape;560;p17"/>
              <p:cNvSpPr txBox="1">
                <a:spLocks noGrp="1"/>
              </p:cNvSpPr>
              <p:nvPr>
                <p:ph type="body" idx="1"/>
              </p:nvPr>
            </p:nvSpPr>
            <p:spPr>
              <a:xfrm>
                <a:off x="747925" y="1111937"/>
                <a:ext cx="6667943" cy="3610800"/>
              </a:xfrm>
              <a:prstGeom prst="rect">
                <a:avLst/>
              </a:prstGeom>
            </p:spPr>
            <p:txBody>
              <a:bodyPr spcFirstLastPara="1" wrap="square" lIns="91425" tIns="91425" rIns="91425" bIns="91425" anchor="t" anchorCtr="0">
                <a:noAutofit/>
              </a:bodyPr>
              <a:lstStyle/>
              <a:p>
                <a:r>
                  <a:rPr lang="en-US" altLang="zh-TW" sz="1800" b="1" dirty="0"/>
                  <a:t>System Resources Management Model</a:t>
                </a:r>
              </a:p>
              <a:p>
                <a:pPr marL="69850" lvl="0" indent="0">
                  <a:buNone/>
                </a:pPr>
                <a:endParaRPr lang="en" sz="1200" dirty="0"/>
              </a:p>
              <a:p>
                <a:pPr marL="69850" lvl="0" indent="0">
                  <a:buNone/>
                </a:pPr>
                <a:r>
                  <a:rPr lang="en-US" altLang="zh-TW" sz="1600" i="1" dirty="0"/>
                  <a:t>B</a:t>
                </a:r>
                <a:r>
                  <a:rPr lang="zh-TW" altLang="en-US" sz="1600" i="1" dirty="0"/>
                  <a:t> </a:t>
                </a:r>
                <a:r>
                  <a:rPr lang="en-US" altLang="zh-TW" sz="1600" dirty="0"/>
                  <a:t>: set of beams</a:t>
                </a:r>
              </a:p>
              <a:p>
                <a:pPr marL="69850" lvl="0" indent="0">
                  <a:buNone/>
                </a:pPr>
                <a14:m>
                  <m:oMath xmlns:m="http://schemas.openxmlformats.org/officeDocument/2006/math">
                    <m:sSubSup>
                      <m:sSubSupPr>
                        <m:ctrlPr>
                          <a:rPr lang="en-US" altLang="zh-TW" sz="1600" i="1">
                            <a:latin typeface="Cambria Math" panose="02040503050406030204" pitchFamily="18" charset="0"/>
                          </a:rPr>
                        </m:ctrlPr>
                      </m:sSubSupPr>
                      <m:e>
                        <m:r>
                          <a:rPr lang="en-US" altLang="zh-TW" sz="1600" b="0" i="1" smtClean="0">
                            <a:latin typeface="Cambria Math" panose="02040503050406030204" pitchFamily="18" charset="0"/>
                          </a:rPr>
                          <m:t>𝐶</m:t>
                        </m:r>
                      </m:e>
                      <m:sub>
                        <m:r>
                          <a:rPr lang="en-US" altLang="zh-TW" sz="1600" b="0" i="1" smtClean="0">
                            <a:latin typeface="Cambria Math" panose="02040503050406030204" pitchFamily="18" charset="0"/>
                          </a:rPr>
                          <m:t>𝑖</m:t>
                        </m:r>
                      </m:sub>
                      <m:sup/>
                    </m:sSubSup>
                  </m:oMath>
                </a14:m>
                <a:r>
                  <a:rPr lang="en-US" altLang="zh-TW" sz="1600" dirty="0"/>
                  <a:t>: :set of UTs within the coverage of the </a:t>
                </a:r>
                <a:r>
                  <a:rPr lang="en-US" altLang="zh-TW" sz="1600" i="1" dirty="0" err="1"/>
                  <a:t>i</a:t>
                </a:r>
                <a:r>
                  <a:rPr lang="en-US" altLang="zh-TW" sz="1600" i="1" dirty="0"/>
                  <a:t> </a:t>
                </a:r>
                <a:r>
                  <a:rPr lang="en-US" altLang="zh-TW" sz="1600" dirty="0"/>
                  <a:t>- </a:t>
                </a:r>
                <a:r>
                  <a:rPr lang="en-US" altLang="zh-TW" sz="1600" dirty="0" err="1"/>
                  <a:t>th</a:t>
                </a:r>
                <a:r>
                  <a:rPr lang="en-US" altLang="zh-TW" sz="1600" dirty="0"/>
                  <a:t> beam. </a:t>
                </a:r>
              </a:p>
              <a:p>
                <a:pPr marL="69850" lvl="0" indent="0">
                  <a:buNone/>
                </a:pPr>
                <a14:m>
                  <m:oMath xmlns:m="http://schemas.openxmlformats.org/officeDocument/2006/math">
                    <m:sSubSup>
                      <m:sSubSupPr>
                        <m:ctrlPr>
                          <a:rPr lang="en-US" altLang="zh-TW" sz="1600" i="1">
                            <a:latin typeface="Cambria Math" panose="02040503050406030204" pitchFamily="18" charset="0"/>
                          </a:rPr>
                        </m:ctrlPr>
                      </m:sSubSupPr>
                      <m:e>
                        <m:r>
                          <a:rPr lang="en-US" altLang="zh-TW" sz="1600" b="0" i="1" smtClean="0">
                            <a:latin typeface="Cambria Math" panose="02040503050406030204" pitchFamily="18" charset="0"/>
                          </a:rPr>
                          <m:t>𝑀</m:t>
                        </m:r>
                      </m:e>
                      <m:sub>
                        <m:r>
                          <a:rPr lang="en-US" altLang="zh-TW" sz="1600" b="0" i="1" smtClean="0">
                            <a:latin typeface="Cambria Math" panose="02040503050406030204" pitchFamily="18" charset="0"/>
                          </a:rPr>
                          <m:t>𝑅𝑇</m:t>
                        </m:r>
                      </m:sub>
                      <m:sup/>
                    </m:sSubSup>
                  </m:oMath>
                </a14:m>
                <a:r>
                  <a:rPr lang="en-US" altLang="zh-TW" sz="1600" dirty="0"/>
                  <a:t>: set of UTs (UTs</a:t>
                </a:r>
                <a14:m>
                  <m:oMath xmlns:m="http://schemas.openxmlformats.org/officeDocument/2006/math">
                    <m:r>
                      <a:rPr lang="en-US" altLang="zh-TW" sz="1600" b="0" i="0" smtClean="0">
                        <a:latin typeface="Cambria Math" panose="02040503050406030204" pitchFamily="18" charset="0"/>
                        <a:ea typeface="Cambria Math" panose="02040503050406030204" pitchFamily="18" charset="0"/>
                      </a:rPr>
                      <m:t> </m:t>
                    </m:r>
                    <m:r>
                      <a:rPr lang="en-US" altLang="zh-TW" sz="1600" i="1" smtClean="0">
                        <a:latin typeface="Cambria Math" panose="02040503050406030204" pitchFamily="18" charset="0"/>
                        <a:ea typeface="Cambria Math" panose="02040503050406030204" pitchFamily="18" charset="0"/>
                      </a:rPr>
                      <m:t>∈</m:t>
                    </m:r>
                  </m:oMath>
                </a14:m>
                <a:r>
                  <a:rPr lang="en-US" altLang="zh-TW" sz="1600" dirty="0"/>
                  <a:t> </a:t>
                </a:r>
                <a14:m>
                  <m:oMath xmlns:m="http://schemas.openxmlformats.org/officeDocument/2006/math">
                    <m:sSubSup>
                      <m:sSubSupPr>
                        <m:ctrlPr>
                          <a:rPr lang="en-US" altLang="zh-TW" sz="1600" i="1">
                            <a:latin typeface="Cambria Math" panose="02040503050406030204" pitchFamily="18" charset="0"/>
                          </a:rPr>
                        </m:ctrlPr>
                      </m:sSubSupPr>
                      <m:e>
                        <m:r>
                          <a:rPr lang="en-US" altLang="zh-TW" sz="1600" i="1">
                            <a:latin typeface="Cambria Math" panose="02040503050406030204" pitchFamily="18" charset="0"/>
                          </a:rPr>
                          <m:t>𝐶</m:t>
                        </m:r>
                      </m:e>
                      <m:sub>
                        <m:r>
                          <a:rPr lang="en-US" altLang="zh-TW" sz="1600" i="1">
                            <a:latin typeface="Cambria Math" panose="02040503050406030204" pitchFamily="18" charset="0"/>
                          </a:rPr>
                          <m:t>𝑖</m:t>
                        </m:r>
                      </m:sub>
                      <m:sup/>
                    </m:sSubSup>
                  </m:oMath>
                </a14:m>
                <a:r>
                  <a:rPr lang="en-US" altLang="zh-TW" sz="1600" dirty="0"/>
                  <a:t>) served by the </a:t>
                </a:r>
                <a:r>
                  <a:rPr lang="en-US" altLang="zh-TW" sz="1600" i="1" dirty="0" err="1"/>
                  <a:t>i</a:t>
                </a:r>
                <a:r>
                  <a:rPr lang="en-US" altLang="zh-TW" sz="1600" i="1" dirty="0"/>
                  <a:t> </a:t>
                </a:r>
                <a:r>
                  <a:rPr lang="en-US" altLang="zh-TW" sz="1600" dirty="0"/>
                  <a:t>- </a:t>
                </a:r>
                <a:r>
                  <a:rPr lang="en-US" altLang="zh-TW" sz="1600" dirty="0" err="1"/>
                  <a:t>th</a:t>
                </a:r>
                <a:r>
                  <a:rPr lang="en-US" altLang="zh-TW" sz="1600" dirty="0"/>
                  <a:t> beam.</a:t>
                </a:r>
              </a:p>
              <a:p>
                <a:pPr marL="69850" lvl="0" indent="0">
                  <a:buNone/>
                </a:pPr>
                <a14:m>
                  <m:oMath xmlns:m="http://schemas.openxmlformats.org/officeDocument/2006/math">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𝐵𝑊</m:t>
                        </m:r>
                      </m:e>
                      <m:sub>
                        <m:r>
                          <a:rPr lang="en-US" altLang="zh-TW" sz="1600" i="1">
                            <a:latin typeface="Cambria Math" panose="02040503050406030204" pitchFamily="18" charset="0"/>
                          </a:rPr>
                          <m:t>𝑖</m:t>
                        </m:r>
                      </m:sub>
                    </m:sSub>
                  </m:oMath>
                </a14:m>
                <a:r>
                  <a:rPr lang="en-US" altLang="zh-TW" sz="1600" dirty="0"/>
                  <a:t>: bandwidth allocated to beam </a:t>
                </a:r>
                <a:r>
                  <a:rPr lang="en-US" altLang="zh-TW" sz="1600" i="1" dirty="0" err="1"/>
                  <a:t>i</a:t>
                </a:r>
                <a:r>
                  <a:rPr lang="en-US" altLang="zh-TW" sz="1600" dirty="0"/>
                  <a:t>.</a:t>
                </a:r>
              </a:p>
              <a:p>
                <a:pPr marL="69850" lvl="0" indent="0">
                  <a:buNone/>
                </a:pPr>
                <a14:m>
                  <m:oMath xmlns:m="http://schemas.openxmlformats.org/officeDocument/2006/math">
                    <m:sSubSup>
                      <m:sSubSupPr>
                        <m:ctrlPr>
                          <a:rPr lang="en-US" altLang="zh-TW" sz="1600" i="1">
                            <a:latin typeface="Cambria Math" panose="02040503050406030204" pitchFamily="18" charset="0"/>
                          </a:rPr>
                        </m:ctrlPr>
                      </m:sSubSupPr>
                      <m:e>
                        <m:r>
                          <a:rPr lang="en-US" altLang="zh-TW" sz="1600" b="0" i="1" smtClean="0">
                            <a:latin typeface="Cambria Math" panose="02040503050406030204" pitchFamily="18" charset="0"/>
                          </a:rPr>
                          <m:t>𝑃</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sub>
                      <m:sup/>
                    </m:sSubSup>
                    <m:r>
                      <a:rPr lang="en-US" altLang="zh-TW" sz="1600" i="1">
                        <a:latin typeface="Cambria Math" panose="02040503050406030204" pitchFamily="18" charset="0"/>
                      </a:rPr>
                      <m:t>(</m:t>
                    </m:r>
                    <m:r>
                      <a:rPr lang="en-US" altLang="zh-TW" sz="1600" i="1">
                        <a:latin typeface="Cambria Math" panose="02040503050406030204" pitchFamily="18" charset="0"/>
                      </a:rPr>
                      <m:t>𝑡</m:t>
                    </m:r>
                    <m:r>
                      <a:rPr lang="en-US" altLang="zh-TW" sz="1600" i="1">
                        <a:latin typeface="Cambria Math" panose="02040503050406030204" pitchFamily="18" charset="0"/>
                      </a:rPr>
                      <m:t>)</m:t>
                    </m:r>
                  </m:oMath>
                </a14:m>
                <a:r>
                  <a:rPr lang="en-US" altLang="zh-TW" sz="1600" dirty="0"/>
                  <a:t> : power allocated to </a:t>
                </a:r>
                <a14:m>
                  <m:oMath xmlns:m="http://schemas.openxmlformats.org/officeDocument/2006/math">
                    <m:sSubSup>
                      <m:sSubSupPr>
                        <m:ctrlPr>
                          <a:rPr lang="en-US" altLang="zh-TW" sz="1600" i="1">
                            <a:latin typeface="Cambria Math" panose="02040503050406030204" pitchFamily="18" charset="0"/>
                          </a:rPr>
                        </m:ctrlPr>
                      </m:sSubSupPr>
                      <m:e>
                        <m:r>
                          <a:rPr lang="en-US" altLang="zh-TW" sz="1600" b="0" i="1" smtClean="0">
                            <a:latin typeface="Cambria Math" panose="02040503050406030204" pitchFamily="18" charset="0"/>
                          </a:rPr>
                          <m:t>𝑈𝑇</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sub>
                      <m:sup/>
                    </m:sSubSup>
                    <m:r>
                      <a:rPr lang="en-US" altLang="zh-TW" sz="1600" b="0" i="1">
                        <a:latin typeface="Cambria Math" panose="02040503050406030204" pitchFamily="18" charset="0"/>
                      </a:rPr>
                      <m:t> </m:t>
                    </m:r>
                  </m:oMath>
                </a14:m>
                <a:r>
                  <a:rPr lang="en-US" altLang="zh-TW" sz="1600" dirty="0"/>
                  <a:t>at time slot t. </a:t>
                </a:r>
              </a:p>
              <a:p>
                <a:pPr marL="69850" indent="0">
                  <a:buNone/>
                </a:pPr>
                <a14:m>
                  <m:oMath xmlns:m="http://schemas.openxmlformats.org/officeDocument/2006/math">
                    <m:sSubSup>
                      <m:sSubSupPr>
                        <m:ctrlPr>
                          <a:rPr lang="en-US" altLang="zh-TW" sz="1600" i="1">
                            <a:latin typeface="Cambria Math" panose="02040503050406030204" pitchFamily="18" charset="0"/>
                          </a:rPr>
                        </m:ctrlPr>
                      </m:sSubSupPr>
                      <m:e>
                        <m:r>
                          <a:rPr lang="en-US" altLang="zh-TW" sz="1600" b="0" i="1" smtClean="0">
                            <a:latin typeface="Cambria Math" panose="02040503050406030204" pitchFamily="18" charset="0"/>
                          </a:rPr>
                          <m:t>𝑅</m:t>
                        </m:r>
                      </m:e>
                      <m:sub>
                        <m:r>
                          <a:rPr lang="en-US" altLang="zh-TW" sz="1600" b="0" i="1" smtClean="0">
                            <a:latin typeface="Cambria Math" panose="02040503050406030204" pitchFamily="18" charset="0"/>
                          </a:rPr>
                          <m:t>𝑖</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m:t>
                        </m:r>
                      </m:sub>
                      <m:sup/>
                    </m:sSubSup>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𝑡</m:t>
                    </m:r>
                    <m:r>
                      <a:rPr lang="en-US" altLang="zh-TW" sz="1600" b="0" i="1" smtClean="0">
                        <a:latin typeface="Cambria Math" panose="02040503050406030204" pitchFamily="18" charset="0"/>
                      </a:rPr>
                      <m:t>)</m:t>
                    </m:r>
                  </m:oMath>
                </a14:m>
                <a:r>
                  <a:rPr lang="en-US" altLang="zh-TW" sz="1600" dirty="0"/>
                  <a:t> : bit rate allocated to UT m server by the  </a:t>
                </a:r>
                <a:r>
                  <a:rPr lang="en-US" altLang="zh-TW" sz="1600" i="1" dirty="0" err="1"/>
                  <a:t>i</a:t>
                </a:r>
                <a:r>
                  <a:rPr lang="en-US" altLang="zh-TW" sz="1600" i="1" dirty="0"/>
                  <a:t> </a:t>
                </a:r>
                <a:r>
                  <a:rPr lang="en-US" altLang="zh-TW" sz="1600" dirty="0"/>
                  <a:t>- </a:t>
                </a:r>
                <a:r>
                  <a:rPr lang="en-US" altLang="zh-TW" sz="1600" dirty="0" err="1"/>
                  <a:t>th</a:t>
                </a:r>
                <a:r>
                  <a:rPr lang="en-US" altLang="zh-TW" sz="1600" dirty="0"/>
                  <a:t> beam at the time slot </a:t>
                </a:r>
                <a:r>
                  <a:rPr lang="en-US" altLang="zh-TW" sz="1600" i="1" dirty="0"/>
                  <a:t>t.</a:t>
                </a:r>
              </a:p>
              <a:p>
                <a:pPr marL="69850" indent="0">
                  <a:buNone/>
                </a:pPr>
                <a:endParaRPr lang="en-US" altLang="zh-TW" sz="1600" i="1" dirty="0"/>
              </a:p>
              <a:p>
                <a:pPr marL="69850" lvl="0" indent="0">
                  <a:buNone/>
                </a:pPr>
                <a14:m>
                  <m:oMathPara xmlns:m="http://schemas.openxmlformats.org/officeDocument/2006/math">
                    <m:oMathParaPr>
                      <m:jc m:val="centerGroup"/>
                    </m:oMathParaPr>
                    <m:oMath xmlns:m="http://schemas.openxmlformats.org/officeDocument/2006/math">
                      <m:sSubSup>
                        <m:sSubSupPr>
                          <m:ctrlPr>
                            <a:rPr lang="en-US" altLang="zh-TW" sz="1600" i="1">
                              <a:latin typeface="Cambria Math" panose="02040503050406030204" pitchFamily="18" charset="0"/>
                            </a:rPr>
                          </m:ctrlPr>
                        </m:sSubSupPr>
                        <m:e>
                          <m:r>
                            <a:rPr lang="en-US" altLang="zh-TW" sz="1600" i="1">
                              <a:latin typeface="Cambria Math" panose="02040503050406030204" pitchFamily="18" charset="0"/>
                            </a:rPr>
                            <m:t>𝑅</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sub>
                        <m:sup/>
                      </m:sSubSup>
                      <m:d>
                        <m:dPr>
                          <m:ctrlPr>
                            <a:rPr lang="en-US" altLang="zh-TW" sz="1600" i="1">
                              <a:latin typeface="Cambria Math" panose="02040503050406030204" pitchFamily="18" charset="0"/>
                            </a:rPr>
                          </m:ctrlPr>
                        </m:dPr>
                        <m:e>
                          <m:r>
                            <a:rPr lang="en-US" altLang="zh-TW" sz="1600" i="1">
                              <a:latin typeface="Cambria Math" panose="02040503050406030204" pitchFamily="18" charset="0"/>
                            </a:rPr>
                            <m:t>𝑡</m:t>
                          </m:r>
                        </m:e>
                      </m:d>
                      <m:r>
                        <a:rPr lang="en-US" altLang="zh-TW" sz="1600" b="0" i="0" smtClean="0">
                          <a:latin typeface="Cambria Math" panose="02040503050406030204" pitchFamily="18" charset="0"/>
                        </a:rPr>
                        <m:t>=</m:t>
                      </m:r>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𝐵𝑊</m:t>
                          </m:r>
                        </m:e>
                        <m:sub>
                          <m:r>
                            <a:rPr lang="en-US" altLang="zh-TW" sz="1600" b="0" i="1" smtClean="0">
                              <a:latin typeface="Cambria Math" panose="02040503050406030204" pitchFamily="18" charset="0"/>
                            </a:rPr>
                            <m:t>𝑖</m:t>
                          </m:r>
                        </m:sub>
                      </m:sSub>
                      <m:func>
                        <m:funcPr>
                          <m:ctrlPr>
                            <a:rPr lang="en-US" altLang="zh-TW" sz="1600" i="1" smtClean="0">
                              <a:latin typeface="Cambria Math" panose="02040503050406030204" pitchFamily="18" charset="0"/>
                            </a:rPr>
                          </m:ctrlPr>
                        </m:funcPr>
                        <m:fName>
                          <m:sSub>
                            <m:sSubPr>
                              <m:ctrlPr>
                                <a:rPr lang="en-US" altLang="zh-TW" sz="1600" i="1" smtClean="0">
                                  <a:latin typeface="Cambria Math" panose="02040503050406030204" pitchFamily="18" charset="0"/>
                                </a:rPr>
                              </m:ctrlPr>
                            </m:sSubPr>
                            <m:e>
                              <m:r>
                                <m:rPr>
                                  <m:sty m:val="p"/>
                                </m:rPr>
                                <a:rPr lang="en-US" altLang="zh-TW" sz="1600" i="0" smtClean="0">
                                  <a:latin typeface="Cambria Math" panose="02040503050406030204" pitchFamily="18" charset="0"/>
                                </a:rPr>
                                <m:t>log</m:t>
                              </m:r>
                            </m:e>
                            <m:sub>
                              <m:r>
                                <a:rPr lang="en-US" altLang="zh-TW" sz="1600" b="0" i="1" smtClean="0">
                                  <a:latin typeface="Cambria Math" panose="02040503050406030204" pitchFamily="18" charset="0"/>
                                </a:rPr>
                                <m:t>2</m:t>
                              </m:r>
                            </m:sub>
                          </m:sSub>
                        </m:fName>
                        <m:e>
                          <m:r>
                            <a:rPr lang="en-US" altLang="zh-TW" sz="1600" b="0" i="1" smtClean="0">
                              <a:latin typeface="Cambria Math" panose="02040503050406030204" pitchFamily="18" charset="0"/>
                            </a:rPr>
                            <m:t>(1+</m:t>
                          </m:r>
                          <m:f>
                            <m:fPr>
                              <m:ctrlPr>
                                <a:rPr lang="en-US" altLang="zh-TW" sz="1600" b="0" i="1" smtClean="0">
                                  <a:latin typeface="Cambria Math" panose="02040503050406030204" pitchFamily="18" charset="0"/>
                                </a:rPr>
                              </m:ctrlPr>
                            </m:fPr>
                            <m:num>
                              <m:sSubSup>
                                <m:sSubSupPr>
                                  <m:ctrlPr>
                                    <a:rPr lang="en-US" altLang="zh-TW" sz="1600" i="1">
                                      <a:latin typeface="Cambria Math" panose="02040503050406030204" pitchFamily="18" charset="0"/>
                                    </a:rPr>
                                  </m:ctrlPr>
                                </m:sSubSupPr>
                                <m:e>
                                  <m:r>
                                    <a:rPr lang="en-US" altLang="zh-TW" sz="1600" b="0" i="1" smtClean="0">
                                      <a:latin typeface="Cambria Math" panose="02040503050406030204" pitchFamily="18" charset="0"/>
                                    </a:rPr>
                                    <m:t>𝑃</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sub>
                                <m:sup/>
                              </m:sSubSup>
                              <m:d>
                                <m:dPr>
                                  <m:ctrlPr>
                                    <a:rPr lang="en-US" altLang="zh-TW" sz="1600" i="1">
                                      <a:latin typeface="Cambria Math" panose="02040503050406030204" pitchFamily="18" charset="0"/>
                                    </a:rPr>
                                  </m:ctrlPr>
                                </m:dPr>
                                <m:e>
                                  <m:r>
                                    <a:rPr lang="en-US" altLang="zh-TW" sz="1600" i="1">
                                      <a:latin typeface="Cambria Math" panose="02040503050406030204" pitchFamily="18" charset="0"/>
                                    </a:rPr>
                                    <m:t>𝑡</m:t>
                                  </m:r>
                                </m:e>
                              </m:d>
                              <m:r>
                                <a:rPr lang="en-US" altLang="zh-TW" sz="1600" b="0" i="1" smtClean="0">
                                  <a:latin typeface="Cambria Math" panose="02040503050406030204" pitchFamily="18" charset="0"/>
                                </a:rPr>
                                <m:t>∗</m:t>
                              </m:r>
                              <m:sSubSup>
                                <m:sSubSupPr>
                                  <m:ctrlPr>
                                    <a:rPr lang="en-US" altLang="zh-TW" sz="1600" i="1">
                                      <a:latin typeface="Cambria Math" panose="02040503050406030204" pitchFamily="18" charset="0"/>
                                    </a:rPr>
                                  </m:ctrlPr>
                                </m:sSubSupPr>
                                <m:e>
                                  <m:r>
                                    <a:rPr lang="en-US" altLang="zh-TW" sz="1600" b="0" i="1" smtClean="0">
                                      <a:latin typeface="Cambria Math" panose="02040503050406030204" pitchFamily="18" charset="0"/>
                                    </a:rPr>
                                    <m:t>𝐺</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sub>
                                <m:sup/>
                              </m:sSubSup>
                              <m:d>
                                <m:dPr>
                                  <m:ctrlPr>
                                    <a:rPr lang="en-US" altLang="zh-TW" sz="1600" i="1">
                                      <a:latin typeface="Cambria Math" panose="02040503050406030204" pitchFamily="18" charset="0"/>
                                    </a:rPr>
                                  </m:ctrlPr>
                                </m:dPr>
                                <m:e>
                                  <m:r>
                                    <a:rPr lang="en-US" altLang="zh-TW" sz="1600" i="1">
                                      <a:latin typeface="Cambria Math" panose="02040503050406030204" pitchFamily="18" charset="0"/>
                                    </a:rPr>
                                    <m:t>𝑡</m:t>
                                  </m:r>
                                </m:e>
                              </m:d>
                            </m:num>
                            <m:den>
                              <m:sSup>
                                <m:sSupPr>
                                  <m:ctrlPr>
                                    <a:rPr lang="en-US" altLang="zh-TW" sz="1600" b="0" i="1" smtClean="0">
                                      <a:latin typeface="Cambria Math" panose="02040503050406030204" pitchFamily="18" charset="0"/>
                                    </a:rPr>
                                  </m:ctrlPr>
                                </m:sSupPr>
                                <m:e>
                                  <m:r>
                                    <a:rPr lang="zh-TW" altLang="en-US" sz="1600" b="0" i="1" smtClean="0">
                                      <a:latin typeface="Cambria Math" panose="02040503050406030204" pitchFamily="18" charset="0"/>
                                    </a:rPr>
                                    <m:t>𝜎</m:t>
                                  </m:r>
                                </m:e>
                                <m:sup>
                                  <m:r>
                                    <a:rPr lang="en-US" altLang="zh-TW" sz="1600" b="0" i="1" smtClean="0">
                                      <a:latin typeface="Cambria Math" panose="02040503050406030204" pitchFamily="18" charset="0"/>
                                    </a:rPr>
                                    <m:t>2</m:t>
                                  </m:r>
                                </m:sup>
                              </m:sSup>
                            </m:den>
                          </m:f>
                          <m:r>
                            <a:rPr lang="en-US" altLang="zh-TW" sz="1600" b="0" i="1" smtClean="0">
                              <a:latin typeface="Cambria Math" panose="02040503050406030204" pitchFamily="18" charset="0"/>
                            </a:rPr>
                            <m:t>)</m:t>
                          </m:r>
                        </m:e>
                      </m:func>
                    </m:oMath>
                  </m:oMathPara>
                </a14:m>
                <a:endParaRPr lang="en-US" altLang="zh-TW" sz="1600" dirty="0"/>
              </a:p>
              <a:p>
                <a:pPr marL="69850" lvl="0" indent="0">
                  <a:buNone/>
                </a:pPr>
                <a:endParaRPr sz="1050" b="1" dirty="0">
                  <a:solidFill>
                    <a:schemeClr val="tx2">
                      <a:lumMod val="50000"/>
                    </a:schemeClr>
                  </a:solidFill>
                </a:endParaRPr>
              </a:p>
            </p:txBody>
          </p:sp>
        </mc:Choice>
        <mc:Fallback xmlns="">
          <p:sp>
            <p:nvSpPr>
              <p:cNvPr id="560" name="Google Shape;560;p17"/>
              <p:cNvSpPr txBox="1">
                <a:spLocks noGrp="1" noRot="1" noChangeAspect="1" noMove="1" noResize="1" noEditPoints="1" noAdjustHandles="1" noChangeArrowheads="1" noChangeShapeType="1" noTextEdit="1"/>
              </p:cNvSpPr>
              <p:nvPr>
                <p:ph type="body" idx="1"/>
              </p:nvPr>
            </p:nvSpPr>
            <p:spPr>
              <a:xfrm>
                <a:off x="747925" y="1111937"/>
                <a:ext cx="6667943" cy="3610800"/>
              </a:xfrm>
              <a:prstGeom prst="rect">
                <a:avLst/>
              </a:prstGeom>
              <a:blipFill rotWithShape="0">
                <a:blip r:embed="rId3"/>
                <a:stretch>
                  <a:fillRect l="-823" t="-1518" b="-843"/>
                </a:stretch>
              </a:blipFill>
            </p:spPr>
            <p:txBody>
              <a:bodyPr/>
              <a:lstStyle/>
              <a:p>
                <a:r>
                  <a:rPr lang="zh-TW" altLang="en-US">
                    <a:noFill/>
                  </a:rPr>
                  <a:t> </a:t>
                </a:r>
              </a:p>
            </p:txBody>
          </p:sp>
        </mc:Fallback>
      </mc:AlternateContent>
      <p:sp>
        <p:nvSpPr>
          <p:cNvPr id="561" name="Google Shape;561;p17"/>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9</a:t>
            </a:fld>
            <a:endParaRPr/>
          </a:p>
        </p:txBody>
      </p:sp>
      <mc:AlternateContent xmlns:mc="http://schemas.openxmlformats.org/markup-compatibility/2006" xmlns:a14="http://schemas.microsoft.com/office/drawing/2010/main">
        <mc:Choice Requires="a14">
          <p:sp>
            <p:nvSpPr>
              <p:cNvPr id="2" name="剪去單一角落矩形 1"/>
              <p:cNvSpPr/>
              <p:nvPr/>
            </p:nvSpPr>
            <p:spPr>
              <a:xfrm>
                <a:off x="2448452" y="2314833"/>
                <a:ext cx="4852087" cy="1639330"/>
              </a:xfrm>
              <a:prstGeom prst="snip1Rect">
                <a:avLst/>
              </a:prstGeom>
              <a:solidFill>
                <a:srgbClr val="EFCF9F"/>
              </a:solidFill>
              <a:ln>
                <a:solidFill>
                  <a:srgbClr val="EFCF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n-US" altLang="zh-TW" sz="1800" i="1" smtClean="0">
                              <a:solidFill>
                                <a:srgbClr val="2C2204"/>
                              </a:solidFill>
                              <a:latin typeface="Cambria Math" panose="02040503050406030204" pitchFamily="18" charset="0"/>
                            </a:rPr>
                          </m:ctrlPr>
                        </m:sSubSupPr>
                        <m:e>
                          <m:r>
                            <a:rPr lang="en-US" altLang="zh-TW" sz="1800" b="0" i="1" smtClean="0">
                              <a:solidFill>
                                <a:srgbClr val="2C2204"/>
                              </a:solidFill>
                              <a:latin typeface="Cambria Math" panose="02040503050406030204" pitchFamily="18" charset="0"/>
                            </a:rPr>
                            <m:t>𝐺</m:t>
                          </m:r>
                        </m:e>
                        <m:sub>
                          <m:r>
                            <a:rPr lang="en-US" altLang="zh-TW" sz="1800" i="1">
                              <a:solidFill>
                                <a:srgbClr val="2C2204"/>
                              </a:solidFill>
                              <a:latin typeface="Cambria Math" panose="02040503050406030204" pitchFamily="18" charset="0"/>
                            </a:rPr>
                            <m:t>𝑖</m:t>
                          </m:r>
                          <m:r>
                            <a:rPr lang="en-US" altLang="zh-TW" sz="1800" i="1">
                              <a:solidFill>
                                <a:srgbClr val="2C2204"/>
                              </a:solidFill>
                              <a:latin typeface="Cambria Math" panose="02040503050406030204" pitchFamily="18" charset="0"/>
                            </a:rPr>
                            <m:t>,</m:t>
                          </m:r>
                          <m:r>
                            <a:rPr lang="en-US" altLang="zh-TW" sz="1800" i="1">
                              <a:solidFill>
                                <a:srgbClr val="2C2204"/>
                              </a:solidFill>
                              <a:latin typeface="Cambria Math" panose="02040503050406030204" pitchFamily="18" charset="0"/>
                            </a:rPr>
                            <m:t>𝑚</m:t>
                          </m:r>
                        </m:sub>
                        <m:sup/>
                      </m:sSubSup>
                      <m:d>
                        <m:dPr>
                          <m:ctrlPr>
                            <a:rPr lang="en-US" altLang="zh-TW" sz="1800" i="1">
                              <a:solidFill>
                                <a:srgbClr val="2C2204"/>
                              </a:solidFill>
                              <a:latin typeface="Cambria Math" panose="02040503050406030204" pitchFamily="18" charset="0"/>
                            </a:rPr>
                          </m:ctrlPr>
                        </m:dPr>
                        <m:e>
                          <m:r>
                            <a:rPr lang="en-US" altLang="zh-TW" sz="1800" i="1">
                              <a:solidFill>
                                <a:srgbClr val="2C2204"/>
                              </a:solidFill>
                              <a:latin typeface="Cambria Math" panose="02040503050406030204" pitchFamily="18" charset="0"/>
                            </a:rPr>
                            <m:t>𝑡</m:t>
                          </m:r>
                        </m:e>
                      </m:d>
                      <m:r>
                        <a:rPr lang="en-US" altLang="zh-TW" sz="1800" b="0" i="1" smtClean="0">
                          <a:solidFill>
                            <a:srgbClr val="2C2204"/>
                          </a:solidFill>
                          <a:latin typeface="Cambria Math" panose="02040503050406030204" pitchFamily="18" charset="0"/>
                        </a:rPr>
                        <m:t>=</m:t>
                      </m:r>
                      <m:f>
                        <m:fPr>
                          <m:ctrlPr>
                            <a:rPr lang="en-US" altLang="zh-TW" sz="1800" b="0" i="1" smtClean="0">
                              <a:solidFill>
                                <a:srgbClr val="2C2204"/>
                              </a:solidFill>
                              <a:latin typeface="Cambria Math" panose="02040503050406030204" pitchFamily="18" charset="0"/>
                            </a:rPr>
                          </m:ctrlPr>
                        </m:fPr>
                        <m:num>
                          <m:sSubSup>
                            <m:sSubSupPr>
                              <m:ctrlPr>
                                <a:rPr lang="en-US" altLang="zh-TW" sz="1800" i="1">
                                  <a:solidFill>
                                    <a:srgbClr val="2C2204"/>
                                  </a:solidFill>
                                  <a:latin typeface="Cambria Math" panose="02040503050406030204" pitchFamily="18" charset="0"/>
                                </a:rPr>
                              </m:ctrlPr>
                            </m:sSubSupPr>
                            <m:e>
                              <m:r>
                                <a:rPr lang="en-US" altLang="zh-TW" sz="1800" b="0" i="1" smtClean="0">
                                  <a:solidFill>
                                    <a:srgbClr val="2C2204"/>
                                  </a:solidFill>
                                  <a:latin typeface="Cambria Math" panose="02040503050406030204" pitchFamily="18" charset="0"/>
                                </a:rPr>
                                <m:t>𝐺</m:t>
                              </m:r>
                            </m:e>
                            <m:sub>
                              <m:r>
                                <a:rPr lang="en-US" altLang="zh-TW" sz="1800" i="1">
                                  <a:solidFill>
                                    <a:srgbClr val="2C2204"/>
                                  </a:solidFill>
                                  <a:latin typeface="Cambria Math" panose="02040503050406030204" pitchFamily="18" charset="0"/>
                                </a:rPr>
                                <m:t>𝑖</m:t>
                              </m:r>
                              <m:r>
                                <a:rPr lang="en-US" altLang="zh-TW" sz="1800" i="1">
                                  <a:solidFill>
                                    <a:srgbClr val="2C2204"/>
                                  </a:solidFill>
                                  <a:latin typeface="Cambria Math" panose="02040503050406030204" pitchFamily="18" charset="0"/>
                                </a:rPr>
                                <m:t>,</m:t>
                              </m:r>
                              <m:r>
                                <a:rPr lang="en-US" altLang="zh-TW" sz="1800" i="1">
                                  <a:solidFill>
                                    <a:srgbClr val="2C2204"/>
                                  </a:solidFill>
                                  <a:latin typeface="Cambria Math" panose="02040503050406030204" pitchFamily="18" charset="0"/>
                                </a:rPr>
                                <m:t>𝑚</m:t>
                              </m:r>
                            </m:sub>
                            <m:sup>
                              <m:r>
                                <a:rPr lang="en-US" altLang="zh-TW" sz="1800" b="0" i="1" smtClean="0">
                                  <a:solidFill>
                                    <a:srgbClr val="2C2204"/>
                                  </a:solidFill>
                                  <a:latin typeface="Cambria Math" panose="02040503050406030204" pitchFamily="18" charset="0"/>
                                </a:rPr>
                                <m:t>𝑟𝑒𝑐𝑒𝑖𝑣𝑒</m:t>
                              </m:r>
                            </m:sup>
                          </m:sSubSup>
                          <m:r>
                            <a:rPr lang="en-US" altLang="zh-TW" sz="1800" i="1">
                              <a:solidFill>
                                <a:srgbClr val="2C2204"/>
                              </a:solidFill>
                              <a:latin typeface="Cambria Math" panose="02040503050406030204" pitchFamily="18" charset="0"/>
                            </a:rPr>
                            <m:t>(</m:t>
                          </m:r>
                          <m:r>
                            <a:rPr lang="en-US" altLang="zh-TW" sz="1800" i="1">
                              <a:solidFill>
                                <a:srgbClr val="2C2204"/>
                              </a:solidFill>
                              <a:latin typeface="Cambria Math" panose="02040503050406030204" pitchFamily="18" charset="0"/>
                            </a:rPr>
                            <m:t>𝑡</m:t>
                          </m:r>
                          <m:r>
                            <a:rPr lang="en-US" altLang="zh-TW" sz="1800" i="1">
                              <a:solidFill>
                                <a:srgbClr val="2C2204"/>
                              </a:solidFill>
                              <a:latin typeface="Cambria Math" panose="02040503050406030204" pitchFamily="18" charset="0"/>
                            </a:rPr>
                            <m:t>)</m:t>
                          </m:r>
                          <m:sSubSup>
                            <m:sSubSupPr>
                              <m:ctrlPr>
                                <a:rPr lang="en-US" altLang="zh-TW" sz="1800" i="1">
                                  <a:solidFill>
                                    <a:srgbClr val="2C2204"/>
                                  </a:solidFill>
                                  <a:latin typeface="Cambria Math" panose="02040503050406030204" pitchFamily="18" charset="0"/>
                                </a:rPr>
                              </m:ctrlPr>
                            </m:sSubSupPr>
                            <m:e>
                              <m:r>
                                <a:rPr lang="en-US" altLang="zh-TW" sz="1800" b="0" i="1" smtClean="0">
                                  <a:solidFill>
                                    <a:srgbClr val="2C2204"/>
                                  </a:solidFill>
                                  <a:latin typeface="Cambria Math" panose="02040503050406030204" pitchFamily="18" charset="0"/>
                                </a:rPr>
                                <m:t>𝐺</m:t>
                              </m:r>
                            </m:e>
                            <m:sub>
                              <m:r>
                                <a:rPr lang="en-US" altLang="zh-TW" sz="1800" b="0" i="1" smtClean="0">
                                  <a:solidFill>
                                    <a:srgbClr val="2C2204"/>
                                  </a:solidFill>
                                  <a:latin typeface="Cambria Math" panose="02040503050406030204" pitchFamily="18" charset="0"/>
                                </a:rPr>
                                <m:t>𝑠𝑎𝑡𝑒𝑙𝑙𝑖𝑡𝑒</m:t>
                              </m:r>
                            </m:sub>
                            <m:sup>
                              <m:r>
                                <a:rPr lang="en-US" altLang="zh-TW" sz="1800" b="0" i="1" smtClean="0">
                                  <a:solidFill>
                                    <a:srgbClr val="2C2204"/>
                                  </a:solidFill>
                                  <a:latin typeface="Cambria Math" panose="02040503050406030204" pitchFamily="18" charset="0"/>
                                </a:rPr>
                                <m:t>𝑇𝑥</m:t>
                              </m:r>
                            </m:sup>
                          </m:sSubSup>
                          <m:r>
                            <a:rPr lang="en-US" altLang="zh-TW" sz="1800" i="1">
                              <a:solidFill>
                                <a:srgbClr val="2C2204"/>
                              </a:solidFill>
                              <a:latin typeface="Cambria Math" panose="02040503050406030204" pitchFamily="18" charset="0"/>
                            </a:rPr>
                            <m:t>(</m:t>
                          </m:r>
                          <m:r>
                            <a:rPr lang="en-US" altLang="zh-TW" sz="1800" i="1">
                              <a:solidFill>
                                <a:srgbClr val="2C2204"/>
                              </a:solidFill>
                              <a:latin typeface="Cambria Math" panose="02040503050406030204" pitchFamily="18" charset="0"/>
                            </a:rPr>
                            <m:t>𝑡</m:t>
                          </m:r>
                          <m:r>
                            <a:rPr lang="en-US" altLang="zh-TW" sz="1800" i="1">
                              <a:solidFill>
                                <a:srgbClr val="2C2204"/>
                              </a:solidFill>
                              <a:latin typeface="Cambria Math" panose="02040503050406030204" pitchFamily="18" charset="0"/>
                            </a:rPr>
                            <m:t>)</m:t>
                          </m:r>
                          <m:sSup>
                            <m:sSupPr>
                              <m:ctrlPr>
                                <a:rPr lang="en-US" altLang="zh-TW" sz="1800" i="1" smtClean="0">
                                  <a:solidFill>
                                    <a:srgbClr val="2C2204"/>
                                  </a:solidFill>
                                  <a:latin typeface="Cambria Math" panose="02040503050406030204" pitchFamily="18" charset="0"/>
                                </a:rPr>
                              </m:ctrlPr>
                            </m:sSupPr>
                            <m:e>
                              <m:r>
                                <m:rPr>
                                  <m:sty m:val="p"/>
                                </m:rPr>
                                <a:rPr lang="el-GR" altLang="zh-TW" sz="1800" i="1" smtClean="0">
                                  <a:solidFill>
                                    <a:srgbClr val="2C2204"/>
                                  </a:solidFill>
                                  <a:latin typeface="Cambria Math" panose="02040503050406030204" pitchFamily="18" charset="0"/>
                                </a:rPr>
                                <m:t>λ</m:t>
                              </m:r>
                            </m:e>
                            <m:sup>
                              <m:r>
                                <a:rPr lang="en-US" altLang="zh-TW" sz="1800" b="0" i="1" smtClean="0">
                                  <a:solidFill>
                                    <a:srgbClr val="2C2204"/>
                                  </a:solidFill>
                                  <a:latin typeface="Cambria Math" panose="02040503050406030204" pitchFamily="18" charset="0"/>
                                </a:rPr>
                                <m:t>2</m:t>
                              </m:r>
                            </m:sup>
                          </m:sSup>
                        </m:num>
                        <m:den>
                          <m:sSup>
                            <m:sSupPr>
                              <m:ctrlPr>
                                <a:rPr lang="en-US" altLang="zh-TW" sz="1800" b="0" i="1" smtClean="0">
                                  <a:solidFill>
                                    <a:srgbClr val="2C2204"/>
                                  </a:solidFill>
                                  <a:latin typeface="Cambria Math" panose="02040503050406030204" pitchFamily="18" charset="0"/>
                                </a:rPr>
                              </m:ctrlPr>
                            </m:sSupPr>
                            <m:e>
                              <m:r>
                                <a:rPr lang="en-US" altLang="zh-TW" sz="1800" b="0" i="1" smtClean="0">
                                  <a:solidFill>
                                    <a:srgbClr val="2C2204"/>
                                  </a:solidFill>
                                  <a:latin typeface="Cambria Math" panose="02040503050406030204" pitchFamily="18" charset="0"/>
                                </a:rPr>
                                <m:t>(4</m:t>
                              </m:r>
                              <m:r>
                                <a:rPr lang="zh-TW" altLang="en-US" sz="1800" b="0" i="1" smtClean="0">
                                  <a:solidFill>
                                    <a:srgbClr val="2C2204"/>
                                  </a:solidFill>
                                  <a:latin typeface="Cambria Math" panose="02040503050406030204" pitchFamily="18" charset="0"/>
                                </a:rPr>
                                <m:t>𝜋</m:t>
                              </m:r>
                              <m:r>
                                <a:rPr lang="en-US" altLang="zh-TW" sz="1800" b="0" i="1" smtClean="0">
                                  <a:solidFill>
                                    <a:srgbClr val="2C2204"/>
                                  </a:solidFill>
                                  <a:latin typeface="Cambria Math" panose="02040503050406030204" pitchFamily="18" charset="0"/>
                                </a:rPr>
                                <m:t>𝑑</m:t>
                              </m:r>
                            </m:e>
                            <m:sup>
                              <m:r>
                                <a:rPr lang="en-US" altLang="zh-TW" sz="1800" b="0" i="1" smtClean="0">
                                  <a:solidFill>
                                    <a:srgbClr val="2C2204"/>
                                  </a:solidFill>
                                  <a:latin typeface="Cambria Math" panose="02040503050406030204" pitchFamily="18" charset="0"/>
                                </a:rPr>
                                <m:t>2</m:t>
                              </m:r>
                            </m:sup>
                          </m:sSup>
                          <m:r>
                            <a:rPr lang="en-US" altLang="zh-TW" sz="1800" b="0" i="1" smtClean="0">
                              <a:solidFill>
                                <a:srgbClr val="2C2204"/>
                              </a:solidFill>
                              <a:latin typeface="Cambria Math" panose="02040503050406030204" pitchFamily="18" charset="0"/>
                            </a:rPr>
                            <m:t>)</m:t>
                          </m:r>
                        </m:den>
                      </m:f>
                      <m:sSup>
                        <m:sSupPr>
                          <m:ctrlPr>
                            <a:rPr lang="en-US" altLang="zh-TW" sz="1800" b="0" i="1" smtClean="0">
                              <a:solidFill>
                                <a:srgbClr val="2C2204"/>
                              </a:solidFill>
                              <a:latin typeface="Cambria Math" panose="02040503050406030204" pitchFamily="18" charset="0"/>
                            </a:rPr>
                          </m:ctrlPr>
                        </m:sSupPr>
                        <m:e>
                          <m:r>
                            <a:rPr lang="en-US" altLang="zh-TW" sz="1800" b="0" i="1" smtClean="0">
                              <a:solidFill>
                                <a:srgbClr val="2C2204"/>
                              </a:solidFill>
                              <a:latin typeface="Cambria Math" panose="02040503050406030204" pitchFamily="18" charset="0"/>
                            </a:rPr>
                            <m:t>10</m:t>
                          </m:r>
                        </m:e>
                        <m:sup>
                          <m:r>
                            <a:rPr lang="en-US" altLang="zh-TW" sz="1800" b="0" i="1" smtClean="0">
                              <a:solidFill>
                                <a:srgbClr val="2C2204"/>
                              </a:solidFill>
                              <a:latin typeface="Cambria Math" panose="02040503050406030204" pitchFamily="18" charset="0"/>
                            </a:rPr>
                            <m:t>−</m:t>
                          </m:r>
                          <m:f>
                            <m:fPr>
                              <m:ctrlPr>
                                <a:rPr lang="en-US" altLang="zh-TW" sz="1800" b="0" i="1" smtClean="0">
                                  <a:solidFill>
                                    <a:srgbClr val="2C2204"/>
                                  </a:solidFill>
                                  <a:latin typeface="Cambria Math" panose="02040503050406030204" pitchFamily="18" charset="0"/>
                                </a:rPr>
                              </m:ctrlPr>
                            </m:fPr>
                            <m:num>
                              <m:sSubSup>
                                <m:sSubSupPr>
                                  <m:ctrlPr>
                                    <a:rPr lang="en-US" altLang="zh-TW" sz="1800" i="1">
                                      <a:solidFill>
                                        <a:srgbClr val="2C2204"/>
                                      </a:solidFill>
                                      <a:latin typeface="Cambria Math" panose="02040503050406030204" pitchFamily="18" charset="0"/>
                                    </a:rPr>
                                  </m:ctrlPr>
                                </m:sSubSupPr>
                                <m:e>
                                  <m:r>
                                    <a:rPr lang="en-US" altLang="zh-TW" sz="1800" b="0" i="1" smtClean="0">
                                      <a:solidFill>
                                        <a:srgbClr val="2C2204"/>
                                      </a:solidFill>
                                      <a:latin typeface="Cambria Math" panose="02040503050406030204" pitchFamily="18" charset="0"/>
                                    </a:rPr>
                                    <m:t>𝐴</m:t>
                                  </m:r>
                                </m:e>
                                <m:sub>
                                  <m:r>
                                    <a:rPr lang="en-US" altLang="zh-TW" sz="1800" i="1">
                                      <a:solidFill>
                                        <a:srgbClr val="2C2204"/>
                                      </a:solidFill>
                                      <a:latin typeface="Cambria Math" panose="02040503050406030204" pitchFamily="18" charset="0"/>
                                    </a:rPr>
                                    <m:t>𝑖</m:t>
                                  </m:r>
                                  <m:r>
                                    <a:rPr lang="en-US" altLang="zh-TW" sz="1800" i="1">
                                      <a:solidFill>
                                        <a:srgbClr val="2C2204"/>
                                      </a:solidFill>
                                      <a:latin typeface="Cambria Math" panose="02040503050406030204" pitchFamily="18" charset="0"/>
                                    </a:rPr>
                                    <m:t>,</m:t>
                                  </m:r>
                                  <m:r>
                                    <a:rPr lang="en-US" altLang="zh-TW" sz="1800" i="1">
                                      <a:solidFill>
                                        <a:srgbClr val="2C2204"/>
                                      </a:solidFill>
                                      <a:latin typeface="Cambria Math" panose="02040503050406030204" pitchFamily="18" charset="0"/>
                                    </a:rPr>
                                    <m:t>𝑚</m:t>
                                  </m:r>
                                </m:sub>
                                <m:sup/>
                              </m:sSubSup>
                              <m:d>
                                <m:dPr>
                                  <m:ctrlPr>
                                    <a:rPr lang="en-US" altLang="zh-TW" sz="1800" i="1">
                                      <a:solidFill>
                                        <a:srgbClr val="2C2204"/>
                                      </a:solidFill>
                                      <a:latin typeface="Cambria Math" panose="02040503050406030204" pitchFamily="18" charset="0"/>
                                    </a:rPr>
                                  </m:ctrlPr>
                                </m:dPr>
                                <m:e>
                                  <m:r>
                                    <a:rPr lang="en-US" altLang="zh-TW" sz="1800" i="1">
                                      <a:solidFill>
                                        <a:srgbClr val="2C2204"/>
                                      </a:solidFill>
                                      <a:latin typeface="Cambria Math" panose="02040503050406030204" pitchFamily="18" charset="0"/>
                                    </a:rPr>
                                    <m:t>𝑡</m:t>
                                  </m:r>
                                </m:e>
                              </m:d>
                            </m:num>
                            <m:den>
                              <m:r>
                                <a:rPr lang="en-US" altLang="zh-TW" sz="1800" b="0" i="1" smtClean="0">
                                  <a:solidFill>
                                    <a:srgbClr val="2C2204"/>
                                  </a:solidFill>
                                  <a:latin typeface="Cambria Math" panose="02040503050406030204" pitchFamily="18" charset="0"/>
                                </a:rPr>
                                <m:t>10</m:t>
                              </m:r>
                            </m:den>
                          </m:f>
                        </m:sup>
                      </m:sSup>
                    </m:oMath>
                  </m:oMathPara>
                </a14:m>
                <a:endParaRPr lang="zh-TW" altLang="en-US" dirty="0"/>
              </a:p>
            </p:txBody>
          </p:sp>
        </mc:Choice>
        <mc:Fallback xmlns="">
          <p:sp>
            <p:nvSpPr>
              <p:cNvPr id="2" name="剪去單一角落矩形 1"/>
              <p:cNvSpPr>
                <a:spLocks noRot="1" noChangeAspect="1" noMove="1" noResize="1" noEditPoints="1" noAdjustHandles="1" noChangeArrowheads="1" noChangeShapeType="1" noTextEdit="1"/>
              </p:cNvSpPr>
              <p:nvPr/>
            </p:nvSpPr>
            <p:spPr>
              <a:xfrm>
                <a:off x="2448452" y="2314833"/>
                <a:ext cx="4852087" cy="1639330"/>
              </a:xfrm>
              <a:prstGeom prst="snip1Rect">
                <a:avLst/>
              </a:prstGeom>
              <a:blipFill rotWithShape="0">
                <a:blip r:embed="rId4"/>
                <a:stretch>
                  <a:fillRect/>
                </a:stretch>
              </a:blipFill>
              <a:ln>
                <a:solidFill>
                  <a:srgbClr val="EFCF9F"/>
                </a:solidFill>
              </a:ln>
            </p:spPr>
            <p:txBody>
              <a:bodyPr/>
              <a:lstStyle/>
              <a:p>
                <a:r>
                  <a:rPr lang="zh-TW" altLang="en-US">
                    <a:noFill/>
                  </a:rPr>
                  <a:t> </a:t>
                </a:r>
              </a:p>
            </p:txBody>
          </p:sp>
        </mc:Fallback>
      </mc:AlternateContent>
    </p:spTree>
    <p:extLst>
      <p:ext uri="{BB962C8B-B14F-4D97-AF65-F5344CB8AC3E}">
        <p14:creationId xmlns:p14="http://schemas.microsoft.com/office/powerpoint/2010/main" val="338446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17"/>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System </a:t>
            </a:r>
            <a:r>
              <a:rPr lang="en-US" altLang="zh-TW" sz="2400" dirty="0" err="1"/>
              <a:t>Discription</a:t>
            </a:r>
            <a:endParaRPr sz="2400" dirty="0"/>
          </a:p>
        </p:txBody>
      </p:sp>
      <p:sp>
        <p:nvSpPr>
          <p:cNvPr id="560" name="Google Shape;560;p17"/>
          <p:cNvSpPr txBox="1">
            <a:spLocks noGrp="1"/>
          </p:cNvSpPr>
          <p:nvPr>
            <p:ph type="body" idx="1"/>
          </p:nvPr>
        </p:nvSpPr>
        <p:spPr>
          <a:xfrm>
            <a:off x="747925" y="1111937"/>
            <a:ext cx="6667943" cy="3610800"/>
          </a:xfrm>
          <a:prstGeom prst="rect">
            <a:avLst/>
          </a:prstGeom>
        </p:spPr>
        <p:txBody>
          <a:bodyPr spcFirstLastPara="1" wrap="square" lIns="91425" tIns="91425" rIns="91425" bIns="91425" anchor="t" anchorCtr="0">
            <a:noAutofit/>
          </a:bodyPr>
          <a:lstStyle/>
          <a:p>
            <a:r>
              <a:rPr lang="en-US" altLang="zh-TW" sz="1800" b="1" dirty="0" err="1"/>
              <a:t>QoS</a:t>
            </a:r>
            <a:r>
              <a:rPr lang="en-US" altLang="zh-TW" sz="1800" b="1" dirty="0"/>
              <a:t> Guaranteed Load Balancing Model</a:t>
            </a:r>
          </a:p>
          <a:p>
            <a:pPr marL="69850" lvl="0" indent="0">
              <a:buNone/>
            </a:pPr>
            <a:endParaRPr lang="en" sz="1200" dirty="0"/>
          </a:p>
          <a:p>
            <a:pPr marL="69850" lvl="0" indent="0">
              <a:buNone/>
            </a:pPr>
            <a:endParaRPr lang="en-US" altLang="zh-TW" sz="1600" dirty="0"/>
          </a:p>
          <a:p>
            <a:pPr marL="69850" lvl="0" indent="0">
              <a:buNone/>
            </a:pPr>
            <a:endParaRPr lang="en-US" altLang="zh-TW" sz="1600" dirty="0"/>
          </a:p>
          <a:p>
            <a:pPr marL="69850" lvl="0" indent="0">
              <a:buNone/>
            </a:pPr>
            <a:endParaRPr sz="1050" b="1" dirty="0">
              <a:solidFill>
                <a:schemeClr val="tx2">
                  <a:lumMod val="50000"/>
                </a:schemeClr>
              </a:solidFill>
            </a:endParaRPr>
          </a:p>
        </p:txBody>
      </p:sp>
      <p:sp>
        <p:nvSpPr>
          <p:cNvPr id="561" name="Google Shape;561;p17"/>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10</a:t>
            </a:fld>
            <a:endParaRPr/>
          </a:p>
        </p:txBody>
      </p:sp>
      <p:sp>
        <p:nvSpPr>
          <p:cNvPr id="3" name="AutoShape 4" descr="Fig. 3. - &#10;QoS guaranteed scheduler for each beam&#10;"/>
          <p:cNvSpPr>
            <a:spLocks noChangeAspect="1" noChangeArrowheads="1"/>
          </p:cNvSpPr>
          <p:nvPr/>
        </p:nvSpPr>
        <p:spPr bwMode="auto">
          <a:xfrm>
            <a:off x="212569" y="1651386"/>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pic>
        <p:nvPicPr>
          <p:cNvPr id="4" name="圖片 3"/>
          <p:cNvPicPr>
            <a:picLocks noChangeAspect="1"/>
          </p:cNvPicPr>
          <p:nvPr/>
        </p:nvPicPr>
        <p:blipFill>
          <a:blip r:embed="rId3"/>
          <a:stretch>
            <a:fillRect/>
          </a:stretch>
        </p:blipFill>
        <p:spPr>
          <a:xfrm>
            <a:off x="364968" y="1887394"/>
            <a:ext cx="7072655" cy="3137687"/>
          </a:xfrm>
          <a:prstGeom prst="rect">
            <a:avLst/>
          </a:prstGeom>
        </p:spPr>
      </p:pic>
      <mc:AlternateContent xmlns:mc="http://schemas.openxmlformats.org/markup-compatibility/2006" xmlns:a14="http://schemas.microsoft.com/office/drawing/2010/main">
        <mc:Choice Requires="a14">
          <p:sp>
            <p:nvSpPr>
              <p:cNvPr id="2" name="矩形: 圓角 1">
                <a:extLst>
                  <a:ext uri="{FF2B5EF4-FFF2-40B4-BE49-F238E27FC236}">
                    <a16:creationId xmlns="" xmlns:a16="http://schemas.microsoft.com/office/drawing/2014/main" id="{7FF94F6D-53F8-4719-93D6-6841C3DF2D9C}"/>
                  </a:ext>
                </a:extLst>
              </p:cNvPr>
              <p:cNvSpPr/>
              <p:nvPr/>
            </p:nvSpPr>
            <p:spPr>
              <a:xfrm>
                <a:off x="5100506" y="771787"/>
                <a:ext cx="3506599" cy="11844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14:m>
                  <m:oMath xmlns:m="http://schemas.openxmlformats.org/officeDocument/2006/math">
                    <m:sSub>
                      <m:sSubPr>
                        <m:ctrlPr>
                          <a:rPr lang="en-US" altLang="zh-TW" i="1" smtClean="0">
                            <a:latin typeface="Cambria Math" panose="02040503050406030204" pitchFamily="18" charset="0"/>
                          </a:rPr>
                        </m:ctrlPr>
                      </m:sSubPr>
                      <m:e>
                        <m:r>
                          <m:rPr>
                            <m:sty m:val="p"/>
                          </m:rPr>
                          <a:rPr lang="en-US" altLang="zh-TW" i="1" smtClean="0">
                            <a:latin typeface="Cambria Math" panose="02040503050406030204" pitchFamily="18" charset="0"/>
                          </a:rPr>
                          <m:t>D</m:t>
                        </m:r>
                        <m:r>
                          <m:rPr>
                            <m:sty m:val="p"/>
                          </m:rPr>
                          <a:rPr lang="en-US" altLang="zh-TW" i="1">
                            <a:latin typeface="Cambria Math" panose="02040503050406030204" pitchFamily="18" charset="0"/>
                          </a:rPr>
                          <m:t>B</m:t>
                        </m:r>
                      </m:e>
                      <m:sub>
                        <m:r>
                          <a:rPr lang="en-US" altLang="zh-TW" i="1">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𝑚</m:t>
                        </m:r>
                      </m:sub>
                    </m:sSub>
                  </m:oMath>
                </a14:m>
                <a:r>
                  <a:rPr lang="zh-TW" altLang="en-US" dirty="0"/>
                  <a:t> </a:t>
                </a:r>
                <a:r>
                  <a:rPr lang="en-US" altLang="zh-TW" dirty="0"/>
                  <a:t>: maximum delay for this packet</a:t>
                </a:r>
              </a:p>
              <a:p>
                <a:pPr algn="ctr"/>
                <a:endParaRPr lang="en-US" altLang="zh-TW"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i="1">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𝑚</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𝐷𝐵</m:t>
                          </m:r>
                        </m:e>
                        <m:sub>
                          <m:r>
                            <a:rPr lang="en-US" altLang="zh-TW" i="1">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𝑚</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𝑠</m:t>
                          </m:r>
                        </m:sub>
                      </m:sSub>
                    </m:oMath>
                  </m:oMathPara>
                </a14:m>
                <a:endParaRPr lang="zh-TW" altLang="en-US" dirty="0"/>
              </a:p>
            </p:txBody>
          </p:sp>
        </mc:Choice>
        <mc:Fallback xmlns="">
          <p:sp>
            <p:nvSpPr>
              <p:cNvPr id="2" name="矩形: 圓角 1">
                <a:extLst>
                  <a:ext uri="{FF2B5EF4-FFF2-40B4-BE49-F238E27FC236}">
                    <a16:creationId xmlns:a16="http://schemas.microsoft.com/office/drawing/2014/main" id="{7FF94F6D-53F8-4719-93D6-6841C3DF2D9C}"/>
                  </a:ext>
                </a:extLst>
              </p:cNvPr>
              <p:cNvSpPr>
                <a:spLocks noRot="1" noChangeAspect="1" noMove="1" noResize="1" noEditPoints="1" noAdjustHandles="1" noChangeArrowheads="1" noChangeShapeType="1" noTextEdit="1"/>
              </p:cNvSpPr>
              <p:nvPr/>
            </p:nvSpPr>
            <p:spPr>
              <a:xfrm>
                <a:off x="5100506" y="771787"/>
                <a:ext cx="3506599" cy="1184400"/>
              </a:xfrm>
              <a:prstGeom prst="round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220450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17"/>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System </a:t>
            </a:r>
            <a:r>
              <a:rPr lang="en-US" altLang="zh-TW" sz="2400" dirty="0" err="1"/>
              <a:t>Discription</a:t>
            </a:r>
            <a:endParaRPr sz="2400" dirty="0"/>
          </a:p>
        </p:txBody>
      </p:sp>
      <mc:AlternateContent xmlns:mc="http://schemas.openxmlformats.org/markup-compatibility/2006" xmlns:a14="http://schemas.microsoft.com/office/drawing/2010/main">
        <mc:Choice Requires="a14">
          <p:sp>
            <p:nvSpPr>
              <p:cNvPr id="560" name="Google Shape;560;p17"/>
              <p:cNvSpPr txBox="1">
                <a:spLocks noGrp="1"/>
              </p:cNvSpPr>
              <p:nvPr>
                <p:ph type="body" idx="1"/>
              </p:nvPr>
            </p:nvSpPr>
            <p:spPr>
              <a:xfrm>
                <a:off x="747925" y="964734"/>
                <a:ext cx="6667943" cy="4151603"/>
              </a:xfrm>
              <a:prstGeom prst="rect">
                <a:avLst/>
              </a:prstGeom>
            </p:spPr>
            <p:txBody>
              <a:bodyPr spcFirstLastPara="1" wrap="square" lIns="91425" tIns="91425" rIns="91425" bIns="91425" anchor="t" anchorCtr="0">
                <a:noAutofit/>
              </a:bodyPr>
              <a:lstStyle/>
              <a:p>
                <a:pPr marL="69850" lvl="0" indent="0">
                  <a:buNone/>
                </a:pPr>
                <a:r>
                  <a:rPr lang="en-US" altLang="zh-TW" sz="1600" dirty="0">
                    <a:solidFill>
                      <a:schemeClr val="tx2">
                        <a:lumMod val="50000"/>
                      </a:schemeClr>
                    </a:solidFill>
                  </a:rPr>
                  <a:t>T</a:t>
                </a:r>
                <a:r>
                  <a:rPr lang="en-US" sz="1600" dirty="0">
                    <a:solidFill>
                      <a:schemeClr val="tx2">
                        <a:lumMod val="50000"/>
                      </a:schemeClr>
                    </a:solidFill>
                  </a:rPr>
                  <a:t>he scheduler will query the </a:t>
                </a:r>
                <a:r>
                  <a:rPr lang="en-US" sz="1600" dirty="0">
                    <a:solidFill>
                      <a:srgbClr val="00B050"/>
                    </a:solidFill>
                  </a:rPr>
                  <a:t>queue status information (QSI)</a:t>
                </a:r>
                <a:r>
                  <a:rPr lang="en-US" sz="1600" dirty="0">
                    <a:solidFill>
                      <a:schemeClr val="tx2">
                        <a:lumMod val="50000"/>
                      </a:schemeClr>
                    </a:solidFill>
                  </a:rPr>
                  <a:t> of each UT, which contains the </a:t>
                </a:r>
                <a:r>
                  <a:rPr lang="en-US" sz="1600" dirty="0">
                    <a:solidFill>
                      <a:srgbClr val="00B050"/>
                    </a:solidFill>
                  </a:rPr>
                  <a:t>time out</a:t>
                </a:r>
                <a:r>
                  <a:rPr lang="en-US" sz="1600" dirty="0">
                    <a:solidFill>
                      <a:schemeClr val="tx2">
                        <a:lumMod val="50000"/>
                      </a:schemeClr>
                    </a:solidFill>
                  </a:rPr>
                  <a:t> information and </a:t>
                </a:r>
                <a:r>
                  <a:rPr lang="en-US" sz="1600" dirty="0">
                    <a:solidFill>
                      <a:srgbClr val="00B050"/>
                    </a:solidFill>
                  </a:rPr>
                  <a:t>packet size </a:t>
                </a:r>
                <a:r>
                  <a:rPr lang="en-US" sz="1600" dirty="0">
                    <a:solidFill>
                      <a:schemeClr val="tx2">
                        <a:lumMod val="50000"/>
                      </a:schemeClr>
                    </a:solidFill>
                  </a:rPr>
                  <a:t>information of the UT’s packet, and calculate the </a:t>
                </a:r>
                <a:r>
                  <a:rPr lang="en-US" sz="1600" dirty="0">
                    <a:solidFill>
                      <a:srgbClr val="00B050"/>
                    </a:solidFill>
                  </a:rPr>
                  <a:t>required data rate</a:t>
                </a:r>
                <a:r>
                  <a:rPr lang="en-US" sz="1600" dirty="0">
                    <a:solidFill>
                      <a:schemeClr val="tx2">
                        <a:lumMod val="50000"/>
                      </a:schemeClr>
                    </a:solidFill>
                  </a:rPr>
                  <a:t>.</a:t>
                </a:r>
              </a:p>
              <a:p>
                <a:pPr marL="69850" lvl="0" indent="0">
                  <a:buNone/>
                </a:pPr>
                <a:endParaRPr lang="en-US" sz="1600" dirty="0">
                  <a:solidFill>
                    <a:schemeClr val="tx2">
                      <a:lumMod val="50000"/>
                    </a:schemeClr>
                  </a:solidFill>
                </a:endParaRPr>
              </a:p>
              <a:p>
                <a:pPr marL="69850" lvl="0" indent="0">
                  <a:buNone/>
                </a:pPr>
                <a14:m>
                  <m:oMath xmlns:m="http://schemas.openxmlformats.org/officeDocument/2006/math">
                    <m:sSubSup>
                      <m:sSubSupPr>
                        <m:ctrlPr>
                          <a:rPr lang="en-US" altLang="zh-TW" sz="1600" i="1">
                            <a:latin typeface="Cambria Math" panose="02040503050406030204" pitchFamily="18" charset="0"/>
                          </a:rPr>
                        </m:ctrlPr>
                      </m:sSubSupPr>
                      <m:e>
                        <m:r>
                          <a:rPr lang="en-US" altLang="zh-TW" sz="1600" i="1">
                            <a:latin typeface="Cambria Math" panose="02040503050406030204" pitchFamily="18" charset="0"/>
                          </a:rPr>
                          <m:t>𝑙</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r>
                          <a:rPr lang="en-US" altLang="zh-TW" sz="1600" i="1">
                            <a:latin typeface="Cambria Math" panose="02040503050406030204" pitchFamily="18" charset="0"/>
                          </a:rPr>
                          <m:t>,</m:t>
                        </m:r>
                        <m:r>
                          <a:rPr lang="en-US" altLang="zh-TW" sz="1600" i="1">
                            <a:latin typeface="Cambria Math" panose="02040503050406030204" pitchFamily="18" charset="0"/>
                          </a:rPr>
                          <m:t>𝑘</m:t>
                        </m:r>
                      </m:sub>
                      <m:sup/>
                    </m:sSubSup>
                  </m:oMath>
                </a14:m>
                <a:r>
                  <a:rPr lang="en-US" sz="1600" dirty="0">
                    <a:solidFill>
                      <a:schemeClr val="tx2">
                        <a:lumMod val="50000"/>
                      </a:schemeClr>
                    </a:solidFill>
                  </a:rPr>
                  <a:t> : size of the k-</a:t>
                </a:r>
                <a:r>
                  <a:rPr lang="en-US" sz="1600" dirty="0" err="1">
                    <a:solidFill>
                      <a:schemeClr val="tx2">
                        <a:lumMod val="50000"/>
                      </a:schemeClr>
                    </a:solidFill>
                  </a:rPr>
                  <a:t>th</a:t>
                </a:r>
                <a:r>
                  <a:rPr lang="en-US" sz="1600" dirty="0">
                    <a:solidFill>
                      <a:schemeClr val="tx2">
                        <a:lumMod val="50000"/>
                      </a:schemeClr>
                    </a:solidFill>
                  </a:rPr>
                  <a:t> packet in the queue of </a:t>
                </a:r>
                <a14:m>
                  <m:oMath xmlns:m="http://schemas.openxmlformats.org/officeDocument/2006/math">
                    <m:sSubSup>
                      <m:sSubSupPr>
                        <m:ctrlPr>
                          <a:rPr lang="en-US" altLang="zh-TW" sz="1600" i="1">
                            <a:latin typeface="Cambria Math" panose="02040503050406030204" pitchFamily="18" charset="0"/>
                          </a:rPr>
                        </m:ctrlPr>
                      </m:sSubSupPr>
                      <m:e>
                        <m:r>
                          <a:rPr lang="en-US" altLang="zh-TW" sz="1600" b="0" i="1" smtClean="0">
                            <a:latin typeface="Cambria Math" panose="02040503050406030204" pitchFamily="18" charset="0"/>
                          </a:rPr>
                          <m:t>𝑈𝑇</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sub>
                      <m:sup/>
                    </m:sSubSup>
                  </m:oMath>
                </a14:m>
                <a:r>
                  <a:rPr lang="en-US" sz="1600" dirty="0">
                    <a:solidFill>
                      <a:schemeClr val="tx2">
                        <a:lumMod val="50000"/>
                      </a:schemeClr>
                    </a:solidFill>
                  </a:rPr>
                  <a:t>at the slot t.</a:t>
                </a:r>
              </a:p>
              <a:p>
                <a:pPr marL="69850" lvl="0" indent="0">
                  <a:buNone/>
                </a:pPr>
                <a14:m>
                  <m:oMath xmlns:m="http://schemas.openxmlformats.org/officeDocument/2006/math">
                    <m:sSubSup>
                      <m:sSubSupPr>
                        <m:ctrlPr>
                          <a:rPr lang="en-US" altLang="zh-TW" sz="1600" i="1">
                            <a:latin typeface="Cambria Math" panose="02040503050406030204" pitchFamily="18" charset="0"/>
                          </a:rPr>
                        </m:ctrlPr>
                      </m:sSubSupPr>
                      <m:e>
                        <m:r>
                          <a:rPr lang="en-US" altLang="zh-TW" sz="1600" i="1">
                            <a:latin typeface="Cambria Math" panose="02040503050406030204" pitchFamily="18" charset="0"/>
                          </a:rPr>
                          <m:t>𝑒</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r>
                          <a:rPr lang="en-US" altLang="zh-TW" sz="1600" i="1">
                            <a:latin typeface="Cambria Math" panose="02040503050406030204" pitchFamily="18" charset="0"/>
                          </a:rPr>
                          <m:t>,</m:t>
                        </m:r>
                        <m:r>
                          <a:rPr lang="en-US" altLang="zh-TW" sz="1600" i="1">
                            <a:latin typeface="Cambria Math" panose="02040503050406030204" pitchFamily="18" charset="0"/>
                          </a:rPr>
                          <m:t>𝑘</m:t>
                        </m:r>
                      </m:sub>
                      <m:sup/>
                    </m:sSubSup>
                  </m:oMath>
                </a14:m>
                <a:r>
                  <a:rPr lang="zh-TW" altLang="en-US" sz="1600" dirty="0">
                    <a:solidFill>
                      <a:schemeClr val="tx2">
                        <a:lumMod val="50000"/>
                      </a:schemeClr>
                    </a:solidFill>
                  </a:rPr>
                  <a:t> </a:t>
                </a:r>
                <a:r>
                  <a:rPr lang="en-US" altLang="zh-TW" sz="1600" dirty="0">
                    <a:solidFill>
                      <a:schemeClr val="tx2">
                        <a:lumMod val="50000"/>
                      </a:schemeClr>
                    </a:solidFill>
                  </a:rPr>
                  <a:t>:time to time out value of the k-</a:t>
                </a:r>
                <a:r>
                  <a:rPr lang="en-US" altLang="zh-TW" sz="1600" dirty="0" err="1">
                    <a:solidFill>
                      <a:schemeClr val="tx2">
                        <a:lumMod val="50000"/>
                      </a:schemeClr>
                    </a:solidFill>
                  </a:rPr>
                  <a:t>th</a:t>
                </a:r>
                <a:r>
                  <a:rPr lang="en-US" altLang="zh-TW" sz="1600" dirty="0">
                    <a:solidFill>
                      <a:schemeClr val="tx2">
                        <a:lumMod val="50000"/>
                      </a:schemeClr>
                    </a:solidFill>
                  </a:rPr>
                  <a:t> packet of</a:t>
                </a:r>
                <a14:m>
                  <m:oMath xmlns:m="http://schemas.openxmlformats.org/officeDocument/2006/math">
                    <m:sSubSup>
                      <m:sSubSupPr>
                        <m:ctrlPr>
                          <a:rPr lang="en-US" altLang="zh-TW" sz="1600" i="1">
                            <a:latin typeface="Cambria Math" panose="02040503050406030204" pitchFamily="18" charset="0"/>
                          </a:rPr>
                        </m:ctrlPr>
                      </m:sSubSupPr>
                      <m:e>
                        <m:r>
                          <a:rPr lang="en-US" altLang="zh-TW" sz="1600" i="1">
                            <a:latin typeface="Cambria Math" panose="02040503050406030204" pitchFamily="18" charset="0"/>
                          </a:rPr>
                          <m:t>𝑈𝑇</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sub>
                      <m:sup/>
                    </m:sSubSup>
                  </m:oMath>
                </a14:m>
                <a:endParaRPr lang="en-US" sz="1600" dirty="0">
                  <a:solidFill>
                    <a:schemeClr val="tx2">
                      <a:lumMod val="50000"/>
                    </a:schemeClr>
                  </a:solidFill>
                </a:endParaRPr>
              </a:p>
              <a:p>
                <a:pPr marL="69850" lvl="0" indent="0">
                  <a:buNone/>
                </a:pPr>
                <a14:m>
                  <m:oMath xmlns:m="http://schemas.openxmlformats.org/officeDocument/2006/math">
                    <m:sSubSup>
                      <m:sSubSupPr>
                        <m:ctrlPr>
                          <a:rPr lang="en-US" altLang="zh-TW" sz="1600" i="1">
                            <a:latin typeface="Cambria Math" panose="02040503050406030204" pitchFamily="18" charset="0"/>
                          </a:rPr>
                        </m:ctrlPr>
                      </m:sSubSupPr>
                      <m:e>
                        <m:r>
                          <a:rPr lang="en-US" altLang="zh-TW" sz="1600" i="1">
                            <a:latin typeface="Cambria Math" panose="02040503050406030204" pitchFamily="18" charset="0"/>
                          </a:rPr>
                          <m:t>𝑄</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sub>
                      <m:sup/>
                    </m:sSubSup>
                    <m:d>
                      <m:dPr>
                        <m:ctrlPr>
                          <a:rPr lang="en-US" altLang="zh-TW" sz="1600" i="1">
                            <a:latin typeface="Cambria Math" panose="02040503050406030204" pitchFamily="18" charset="0"/>
                          </a:rPr>
                        </m:ctrlPr>
                      </m:dPr>
                      <m:e>
                        <m:r>
                          <a:rPr lang="en-US" altLang="zh-TW" sz="1600" i="1">
                            <a:latin typeface="Cambria Math" panose="02040503050406030204" pitchFamily="18" charset="0"/>
                          </a:rPr>
                          <m:t>𝑡</m:t>
                        </m:r>
                      </m:e>
                    </m:d>
                  </m:oMath>
                </a14:m>
                <a:r>
                  <a:rPr lang="en-US" sz="1600" dirty="0">
                    <a:solidFill>
                      <a:schemeClr val="tx2">
                        <a:lumMod val="50000"/>
                      </a:schemeClr>
                    </a:solidFill>
                  </a:rPr>
                  <a:t>: total number of packets of </a:t>
                </a:r>
                <a14:m>
                  <m:oMath xmlns:m="http://schemas.openxmlformats.org/officeDocument/2006/math">
                    <m:sSubSup>
                      <m:sSubSupPr>
                        <m:ctrlPr>
                          <a:rPr lang="en-US" altLang="zh-TW" sz="1600" i="1">
                            <a:latin typeface="Cambria Math" panose="02040503050406030204" pitchFamily="18" charset="0"/>
                          </a:rPr>
                        </m:ctrlPr>
                      </m:sSubSupPr>
                      <m:e>
                        <m:r>
                          <a:rPr lang="en-US" altLang="zh-TW" sz="1600" i="1">
                            <a:latin typeface="Cambria Math" panose="02040503050406030204" pitchFamily="18" charset="0"/>
                          </a:rPr>
                          <m:t>𝑈𝑇</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sub>
                      <m:sup/>
                    </m:sSubSup>
                  </m:oMath>
                </a14:m>
                <a:r>
                  <a:rPr lang="en-US" sz="1600" dirty="0">
                    <a:solidFill>
                      <a:schemeClr val="tx2">
                        <a:lumMod val="50000"/>
                      </a:schemeClr>
                    </a:solidFill>
                  </a:rPr>
                  <a:t> at time slot t</a:t>
                </a:r>
              </a:p>
              <a:p>
                <a:pPr marL="69850" lvl="0" indent="0">
                  <a:buNone/>
                </a:pPr>
                <a:endParaRPr lang="en-US" sz="1600" dirty="0">
                  <a:solidFill>
                    <a:schemeClr val="tx2">
                      <a:lumMod val="50000"/>
                    </a:schemeClr>
                  </a:solidFill>
                </a:endParaRPr>
              </a:p>
              <a:p>
                <a:pPr marL="69850" lvl="0" indent="0">
                  <a:buNone/>
                </a:pPr>
                <a14:m>
                  <m:oMathPara xmlns:m="http://schemas.openxmlformats.org/officeDocument/2006/math">
                    <m:oMathParaPr>
                      <m:jc m:val="centerGroup"/>
                    </m:oMathParaPr>
                    <m:oMath xmlns:m="http://schemas.openxmlformats.org/officeDocument/2006/math">
                      <m:sSubSup>
                        <m:sSubSupPr>
                          <m:ctrlPr>
                            <a:rPr lang="en-US" altLang="zh-TW" sz="1600" i="1">
                              <a:latin typeface="Cambria Math" panose="02040503050406030204" pitchFamily="18" charset="0"/>
                            </a:rPr>
                          </m:ctrlPr>
                        </m:sSubSupPr>
                        <m:e>
                          <m:r>
                            <a:rPr lang="en-US" altLang="zh-TW" sz="1600" i="1">
                              <a:latin typeface="Cambria Math" panose="02040503050406030204" pitchFamily="18" charset="0"/>
                            </a:rPr>
                            <m:t>𝑅</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sub>
                        <m:sup>
                          <m:r>
                            <a:rPr lang="en-US" altLang="zh-TW" sz="1600" b="0" i="1" smtClean="0">
                              <a:latin typeface="Cambria Math" panose="02040503050406030204" pitchFamily="18" charset="0"/>
                            </a:rPr>
                            <m:t>𝑟𝑒𝑞</m:t>
                          </m:r>
                        </m:sup>
                      </m:sSubSup>
                      <m:d>
                        <m:dPr>
                          <m:ctrlPr>
                            <a:rPr lang="en-US" altLang="zh-TW" sz="1600" i="1">
                              <a:latin typeface="Cambria Math" panose="02040503050406030204" pitchFamily="18" charset="0"/>
                            </a:rPr>
                          </m:ctrlPr>
                        </m:dPr>
                        <m:e>
                          <m:r>
                            <a:rPr lang="en-US" altLang="zh-TW" sz="1600" i="1">
                              <a:latin typeface="Cambria Math" panose="02040503050406030204" pitchFamily="18" charset="0"/>
                            </a:rPr>
                            <m:t>𝑡</m:t>
                          </m:r>
                        </m:e>
                      </m:d>
                      <m:r>
                        <a:rPr lang="en-US" altLang="zh-TW" sz="1600">
                          <a:latin typeface="Cambria Math" panose="02040503050406030204" pitchFamily="18" charset="0"/>
                        </a:rPr>
                        <m:t>=</m:t>
                      </m:r>
                      <m:nary>
                        <m:naryPr>
                          <m:chr m:val="∑"/>
                          <m:ctrlPr>
                            <a:rPr lang="en-US" altLang="zh-TW" sz="1600" i="1" smtClean="0">
                              <a:latin typeface="Cambria Math" panose="02040503050406030204" pitchFamily="18" charset="0"/>
                            </a:rPr>
                          </m:ctrlPr>
                        </m:naryPr>
                        <m:sub>
                          <m:r>
                            <m:rPr>
                              <m:brk m:alnAt="23"/>
                            </m:rPr>
                            <a:rPr lang="en-US" altLang="zh-TW" sz="1600" b="0" i="1" smtClean="0">
                              <a:latin typeface="Cambria Math" panose="02040503050406030204" pitchFamily="18" charset="0"/>
                            </a:rPr>
                            <m:t>𝑘</m:t>
                          </m:r>
                          <m:r>
                            <a:rPr lang="en-US" altLang="zh-TW" sz="1600" b="0" i="1" smtClean="0">
                              <a:latin typeface="Cambria Math" panose="02040503050406030204" pitchFamily="18" charset="0"/>
                            </a:rPr>
                            <m:t>=1</m:t>
                          </m:r>
                        </m:sub>
                        <m:sup>
                          <m:sSubSup>
                            <m:sSubSupPr>
                              <m:ctrlPr>
                                <a:rPr lang="en-US" altLang="zh-TW" sz="1600" i="1">
                                  <a:latin typeface="Cambria Math" panose="02040503050406030204" pitchFamily="18" charset="0"/>
                                </a:rPr>
                              </m:ctrlPr>
                            </m:sSubSupPr>
                            <m:e>
                              <m:r>
                                <a:rPr lang="en-US" altLang="zh-TW" sz="1600" b="0" i="1" smtClean="0">
                                  <a:latin typeface="Cambria Math" panose="02040503050406030204" pitchFamily="18" charset="0"/>
                                </a:rPr>
                                <m:t>𝑄</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sub>
                            <m:sup/>
                          </m:sSubSup>
                          <m:d>
                            <m:dPr>
                              <m:ctrlPr>
                                <a:rPr lang="en-US" altLang="zh-TW" sz="1600" i="1">
                                  <a:latin typeface="Cambria Math" panose="02040503050406030204" pitchFamily="18" charset="0"/>
                                </a:rPr>
                              </m:ctrlPr>
                            </m:dPr>
                            <m:e>
                              <m:r>
                                <a:rPr lang="en-US" altLang="zh-TW" sz="1600" i="1">
                                  <a:latin typeface="Cambria Math" panose="02040503050406030204" pitchFamily="18" charset="0"/>
                                </a:rPr>
                                <m:t>𝑡</m:t>
                              </m:r>
                            </m:e>
                          </m:d>
                        </m:sup>
                        <m:e>
                          <m:f>
                            <m:fPr>
                              <m:ctrlPr>
                                <a:rPr lang="en-US" altLang="zh-TW" sz="1600" i="1" smtClean="0">
                                  <a:latin typeface="Cambria Math" panose="02040503050406030204" pitchFamily="18" charset="0"/>
                                </a:rPr>
                              </m:ctrlPr>
                            </m:fPr>
                            <m:num>
                              <m:sSubSup>
                                <m:sSubSupPr>
                                  <m:ctrlPr>
                                    <a:rPr lang="en-US" altLang="zh-TW" sz="1600" i="1">
                                      <a:latin typeface="Cambria Math" panose="02040503050406030204" pitchFamily="18" charset="0"/>
                                    </a:rPr>
                                  </m:ctrlPr>
                                </m:sSubSupPr>
                                <m:e>
                                  <m:r>
                                    <a:rPr lang="en-US" altLang="zh-TW" sz="1600" b="0" i="1" smtClean="0">
                                      <a:latin typeface="Cambria Math" panose="02040503050406030204" pitchFamily="18" charset="0"/>
                                    </a:rPr>
                                    <m:t>𝑙</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r>
                                    <a:rPr lang="en-US" altLang="zh-TW" sz="1600" i="1">
                                      <a:latin typeface="Cambria Math" panose="02040503050406030204" pitchFamily="18" charset="0"/>
                                    </a:rPr>
                                    <m:t>,</m:t>
                                  </m:r>
                                  <m:r>
                                    <a:rPr lang="en-US" altLang="zh-TW" sz="1600" i="1">
                                      <a:latin typeface="Cambria Math" panose="02040503050406030204" pitchFamily="18" charset="0"/>
                                    </a:rPr>
                                    <m:t>𝑘</m:t>
                                  </m:r>
                                </m:sub>
                                <m:sup/>
                              </m:sSubSup>
                            </m:num>
                            <m:den>
                              <m:sSubSup>
                                <m:sSubSupPr>
                                  <m:ctrlPr>
                                    <a:rPr lang="en-US" altLang="zh-TW" sz="1600" i="1">
                                      <a:latin typeface="Cambria Math" panose="02040503050406030204" pitchFamily="18" charset="0"/>
                                    </a:rPr>
                                  </m:ctrlPr>
                                </m:sSubSupPr>
                                <m:e>
                                  <m:r>
                                    <a:rPr lang="en-US" altLang="zh-TW" sz="1600" b="0" i="1" smtClean="0">
                                      <a:latin typeface="Cambria Math" panose="02040503050406030204" pitchFamily="18" charset="0"/>
                                    </a:rPr>
                                    <m:t>𝑒</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𝑘</m:t>
                                  </m:r>
                                </m:sub>
                                <m:sup/>
                              </m:sSubSup>
                            </m:den>
                          </m:f>
                        </m:e>
                      </m:nary>
                    </m:oMath>
                  </m:oMathPara>
                </a14:m>
                <a:endParaRPr sz="1600" dirty="0">
                  <a:solidFill>
                    <a:schemeClr val="tx2">
                      <a:lumMod val="50000"/>
                    </a:schemeClr>
                  </a:solidFill>
                </a:endParaRPr>
              </a:p>
            </p:txBody>
          </p:sp>
        </mc:Choice>
        <mc:Fallback xmlns="">
          <p:sp>
            <p:nvSpPr>
              <p:cNvPr id="560" name="Google Shape;560;p17"/>
              <p:cNvSpPr txBox="1">
                <a:spLocks noGrp="1" noRot="1" noChangeAspect="1" noMove="1" noResize="1" noEditPoints="1" noAdjustHandles="1" noChangeArrowheads="1" noChangeShapeType="1" noTextEdit="1"/>
              </p:cNvSpPr>
              <p:nvPr>
                <p:ph type="body" idx="1"/>
              </p:nvPr>
            </p:nvSpPr>
            <p:spPr>
              <a:xfrm>
                <a:off x="747925" y="964734"/>
                <a:ext cx="6667943" cy="4151603"/>
              </a:xfrm>
              <a:prstGeom prst="rect">
                <a:avLst/>
              </a:prstGeom>
              <a:blipFill rotWithShape="0">
                <a:blip r:embed="rId3"/>
                <a:stretch>
                  <a:fillRect/>
                </a:stretch>
              </a:blipFill>
            </p:spPr>
            <p:txBody>
              <a:bodyPr/>
              <a:lstStyle/>
              <a:p>
                <a:r>
                  <a:rPr lang="zh-TW" altLang="en-US">
                    <a:noFill/>
                  </a:rPr>
                  <a:t> </a:t>
                </a:r>
              </a:p>
            </p:txBody>
          </p:sp>
        </mc:Fallback>
      </mc:AlternateContent>
      <p:sp>
        <p:nvSpPr>
          <p:cNvPr id="561" name="Google Shape;561;p17"/>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11</a:t>
            </a:fld>
            <a:endParaRPr/>
          </a:p>
        </p:txBody>
      </p:sp>
    </p:spTree>
    <p:extLst>
      <p:ext uri="{BB962C8B-B14F-4D97-AF65-F5344CB8AC3E}">
        <p14:creationId xmlns:p14="http://schemas.microsoft.com/office/powerpoint/2010/main" val="33222844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17"/>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System </a:t>
            </a:r>
            <a:r>
              <a:rPr lang="en-US" altLang="zh-TW" sz="2400" dirty="0" err="1"/>
              <a:t>Discription</a:t>
            </a:r>
            <a:endParaRPr sz="2400" dirty="0"/>
          </a:p>
        </p:txBody>
      </p:sp>
      <mc:AlternateContent xmlns:mc="http://schemas.openxmlformats.org/markup-compatibility/2006" xmlns:a14="http://schemas.microsoft.com/office/drawing/2010/main">
        <mc:Choice Requires="a14">
          <p:sp>
            <p:nvSpPr>
              <p:cNvPr id="560" name="Google Shape;560;p17"/>
              <p:cNvSpPr txBox="1">
                <a:spLocks noGrp="1"/>
              </p:cNvSpPr>
              <p:nvPr>
                <p:ph type="body" idx="1"/>
              </p:nvPr>
            </p:nvSpPr>
            <p:spPr>
              <a:xfrm>
                <a:off x="747925" y="964734"/>
                <a:ext cx="6667943" cy="4151603"/>
              </a:xfrm>
              <a:prstGeom prst="rect">
                <a:avLst/>
              </a:prstGeom>
            </p:spPr>
            <p:txBody>
              <a:bodyPr spcFirstLastPara="1" wrap="square" lIns="91425" tIns="91425" rIns="91425" bIns="91425" anchor="t" anchorCtr="0">
                <a:noAutofit/>
              </a:bodyPr>
              <a:lstStyle/>
              <a:p>
                <a:pPr marL="69850" indent="0">
                  <a:buNone/>
                </a:pPr>
                <a:r>
                  <a:rPr lang="en-US" altLang="zh-TW" sz="1600" dirty="0">
                    <a:solidFill>
                      <a:schemeClr val="tx2">
                        <a:lumMod val="50000"/>
                      </a:schemeClr>
                    </a:solidFill>
                  </a:rPr>
                  <a:t>Then, the resource allocation unit will allocate the bit rate to </a:t>
                </a:r>
                <a14:m>
                  <m:oMath xmlns:m="http://schemas.openxmlformats.org/officeDocument/2006/math">
                    <m:sSubSup>
                      <m:sSubSupPr>
                        <m:ctrlPr>
                          <a:rPr lang="en-US" altLang="zh-TW" sz="1600" i="1">
                            <a:latin typeface="Cambria Math" panose="02040503050406030204" pitchFamily="18" charset="0"/>
                          </a:rPr>
                        </m:ctrlPr>
                      </m:sSubSupPr>
                      <m:e>
                        <m:r>
                          <a:rPr lang="en-US" altLang="zh-TW" sz="1600" i="1">
                            <a:latin typeface="Cambria Math" panose="02040503050406030204" pitchFamily="18" charset="0"/>
                          </a:rPr>
                          <m:t>𝑈𝑇</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sub>
                      <m:sup/>
                    </m:sSubSup>
                    <m:r>
                      <a:rPr lang="en-US" altLang="zh-TW" sz="1600" i="1">
                        <a:latin typeface="Cambria Math" panose="02040503050406030204" pitchFamily="18" charset="0"/>
                      </a:rPr>
                      <m:t> </m:t>
                    </m:r>
                  </m:oMath>
                </a14:m>
                <a:r>
                  <a:rPr lang="en-US" altLang="zh-TW" sz="1600" dirty="0">
                    <a:solidFill>
                      <a:schemeClr val="tx2">
                        <a:lumMod val="50000"/>
                      </a:schemeClr>
                    </a:solidFill>
                  </a:rPr>
                  <a:t>based on QoS provision in an average sense, and it is given by</a:t>
                </a:r>
              </a:p>
              <a:p>
                <a:pPr marL="69850" indent="0">
                  <a:buNone/>
                </a:pPr>
                <a:endParaRPr lang="en-US" altLang="zh-TW" sz="1600" dirty="0">
                  <a:solidFill>
                    <a:schemeClr val="tx2">
                      <a:lumMod val="50000"/>
                    </a:schemeClr>
                  </a:solidFill>
                </a:endParaRPr>
              </a:p>
              <a:p>
                <a:pPr marL="69850" indent="0">
                  <a:buNone/>
                </a:pPr>
                <a14:m>
                  <m:oMath xmlns:m="http://schemas.openxmlformats.org/officeDocument/2006/math">
                    <m:sSubSup>
                      <m:sSubSupPr>
                        <m:ctrlPr>
                          <a:rPr lang="en-US" altLang="zh-TW" sz="1600" i="1">
                            <a:latin typeface="Cambria Math" panose="02040503050406030204" pitchFamily="18" charset="0"/>
                          </a:rPr>
                        </m:ctrlPr>
                      </m:sSubSupPr>
                      <m:e>
                        <m:r>
                          <a:rPr lang="en-US" altLang="zh-TW" sz="1600" i="1">
                            <a:latin typeface="Cambria Math" panose="02040503050406030204" pitchFamily="18" charset="0"/>
                          </a:rPr>
                          <m:t>𝑅</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sub>
                      <m:sup>
                        <m:r>
                          <a:rPr lang="en-US" altLang="zh-TW" sz="1600" b="0" i="1" smtClean="0">
                            <a:latin typeface="Cambria Math" panose="02040503050406030204" pitchFamily="18" charset="0"/>
                          </a:rPr>
                          <m:t>𝑎𝑐𝑡𝑢𝑎𝑙</m:t>
                        </m:r>
                      </m:sup>
                    </m:sSubSup>
                    <m:d>
                      <m:dPr>
                        <m:ctrlPr>
                          <a:rPr lang="en-US" altLang="zh-TW" sz="1600" i="1">
                            <a:latin typeface="Cambria Math" panose="02040503050406030204" pitchFamily="18" charset="0"/>
                          </a:rPr>
                        </m:ctrlPr>
                      </m:dPr>
                      <m:e>
                        <m:r>
                          <a:rPr lang="en-US" altLang="zh-TW" sz="1600" i="1">
                            <a:latin typeface="Cambria Math" panose="02040503050406030204" pitchFamily="18" charset="0"/>
                          </a:rPr>
                          <m:t>𝑡</m:t>
                        </m:r>
                      </m:e>
                    </m:d>
                    <m:r>
                      <a:rPr lang="en-US" altLang="zh-TW" sz="1600" i="1" smtClean="0">
                        <a:latin typeface="Cambria Math" panose="02040503050406030204" pitchFamily="18" charset="0"/>
                        <a:ea typeface="Cambria Math" panose="02040503050406030204" pitchFamily="18" charset="0"/>
                      </a:rPr>
                      <m:t>≥</m:t>
                    </m:r>
                    <m:r>
                      <m:rPr>
                        <m:sty m:val="p"/>
                      </m:rPr>
                      <a:rPr lang="en-US" altLang="zh-TW" sz="1600" b="0" i="0" smtClean="0">
                        <a:latin typeface="Cambria Math" panose="02040503050406030204" pitchFamily="18" charset="0"/>
                        <a:ea typeface="Cambria Math" panose="02040503050406030204" pitchFamily="18" charset="0"/>
                      </a:rPr>
                      <m:t>min</m:t>
                    </m:r>
                    <m:r>
                      <a:rPr lang="en-US" altLang="zh-TW" sz="1600" b="0" i="1" smtClean="0">
                        <a:latin typeface="Cambria Math" panose="02040503050406030204" pitchFamily="18" charset="0"/>
                        <a:ea typeface="Cambria Math" panose="02040503050406030204" pitchFamily="18" charset="0"/>
                      </a:rPr>
                      <m:t>⁡{</m:t>
                    </m:r>
                    <m:sSubSup>
                      <m:sSubSupPr>
                        <m:ctrlPr>
                          <a:rPr lang="en-US" altLang="zh-TW" sz="1600" i="1">
                            <a:latin typeface="Cambria Math" panose="02040503050406030204" pitchFamily="18" charset="0"/>
                          </a:rPr>
                        </m:ctrlPr>
                      </m:sSubSupPr>
                      <m:e>
                        <m:r>
                          <a:rPr lang="en-US" altLang="zh-TW" sz="1600" i="1">
                            <a:latin typeface="Cambria Math" panose="02040503050406030204" pitchFamily="18" charset="0"/>
                          </a:rPr>
                          <m:t>𝑅</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sub>
                      <m:sup>
                        <m:r>
                          <a:rPr lang="en-US" altLang="zh-TW" sz="1600" i="1">
                            <a:latin typeface="Cambria Math" panose="02040503050406030204" pitchFamily="18" charset="0"/>
                          </a:rPr>
                          <m:t>𝑟𝑒𝑞</m:t>
                        </m:r>
                      </m:sup>
                    </m:sSubSup>
                    <m:d>
                      <m:dPr>
                        <m:ctrlPr>
                          <a:rPr lang="en-US" altLang="zh-TW" sz="1600" i="1">
                            <a:latin typeface="Cambria Math" panose="02040503050406030204" pitchFamily="18" charset="0"/>
                          </a:rPr>
                        </m:ctrlPr>
                      </m:dPr>
                      <m:e>
                        <m:r>
                          <a:rPr lang="en-US" altLang="zh-TW" sz="1600" i="1">
                            <a:latin typeface="Cambria Math" panose="02040503050406030204" pitchFamily="18" charset="0"/>
                          </a:rPr>
                          <m:t>𝑡</m:t>
                        </m:r>
                      </m:e>
                    </m:d>
                  </m:oMath>
                </a14:m>
                <a:r>
                  <a:rPr lang="en-US" altLang="zh-TW" sz="1600" dirty="0">
                    <a:solidFill>
                      <a:schemeClr val="tx2">
                        <a:lumMod val="50000"/>
                      </a:schemeClr>
                    </a:solidFill>
                  </a:rPr>
                  <a:t>,</a:t>
                </a:r>
                <a:r>
                  <a:rPr lang="en-US" altLang="zh-TW" sz="1600" dirty="0"/>
                  <a:t> </a:t>
                </a:r>
                <a14:m>
                  <m:oMath xmlns:m="http://schemas.openxmlformats.org/officeDocument/2006/math">
                    <m:sSubSup>
                      <m:sSubSupPr>
                        <m:ctrlPr>
                          <a:rPr lang="en-US" altLang="zh-TW" sz="1600" i="1">
                            <a:latin typeface="Cambria Math" panose="02040503050406030204" pitchFamily="18" charset="0"/>
                          </a:rPr>
                        </m:ctrlPr>
                      </m:sSubSupPr>
                      <m:e>
                        <m:r>
                          <a:rPr lang="en-US" altLang="zh-TW" sz="1600" i="1">
                            <a:latin typeface="Cambria Math" panose="02040503050406030204" pitchFamily="18" charset="0"/>
                          </a:rPr>
                          <m:t>𝑅</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sub>
                      <m:sup>
                        <m:r>
                          <a:rPr lang="en-US" altLang="zh-TW" sz="1600" b="0" i="1" smtClean="0">
                            <a:latin typeface="Cambria Math" panose="02040503050406030204" pitchFamily="18" charset="0"/>
                          </a:rPr>
                          <m:t>𝑚𝑎𝑥</m:t>
                        </m:r>
                      </m:sup>
                    </m:sSubSup>
                    <m:d>
                      <m:dPr>
                        <m:ctrlPr>
                          <a:rPr lang="en-US" altLang="zh-TW" sz="1600" i="1">
                            <a:latin typeface="Cambria Math" panose="02040503050406030204" pitchFamily="18" charset="0"/>
                          </a:rPr>
                        </m:ctrlPr>
                      </m:dPr>
                      <m:e>
                        <m:r>
                          <a:rPr lang="en-US" altLang="zh-TW" sz="1600" i="1">
                            <a:latin typeface="Cambria Math" panose="02040503050406030204" pitchFamily="18" charset="0"/>
                          </a:rPr>
                          <m:t>𝑡</m:t>
                        </m:r>
                      </m:e>
                    </m:d>
                    <m:r>
                      <a:rPr lang="en-US" altLang="zh-TW" sz="1600" b="0" i="0" smtClean="0">
                        <a:latin typeface="Cambria Math" panose="02040503050406030204" pitchFamily="18" charset="0"/>
                      </a:rPr>
                      <m:t>}, </m:t>
                    </m:r>
                    <m:r>
                      <a:rPr lang="en-US" altLang="zh-TW" sz="1600" b="0" i="1" smtClean="0">
                        <a:latin typeface="Cambria Math" panose="02040503050406030204" pitchFamily="18" charset="0"/>
                        <a:ea typeface="Cambria Math" panose="02040503050406030204" pitchFamily="18" charset="0"/>
                      </a:rPr>
                      <m:t>∀</m:t>
                    </m:r>
                    <m:r>
                      <a:rPr lang="en-US" altLang="zh-TW" sz="1600" b="0" i="1" smtClean="0">
                        <a:latin typeface="Cambria Math" panose="02040503050406030204" pitchFamily="18" charset="0"/>
                        <a:ea typeface="Cambria Math" panose="02040503050406030204" pitchFamily="18" charset="0"/>
                      </a:rPr>
                      <m:t>𝑖</m:t>
                    </m:r>
                    <m:r>
                      <a:rPr lang="en-US" altLang="zh-TW" sz="1600" b="0" i="1" smtClean="0">
                        <a:latin typeface="Cambria Math" panose="02040503050406030204" pitchFamily="18" charset="0"/>
                        <a:ea typeface="Cambria Math" panose="02040503050406030204" pitchFamily="18" charset="0"/>
                      </a:rPr>
                      <m:t>, </m:t>
                    </m:r>
                    <m:r>
                      <a:rPr lang="en-US" altLang="zh-TW" sz="1600" b="0" i="1" smtClean="0">
                        <a:latin typeface="Cambria Math" panose="02040503050406030204" pitchFamily="18" charset="0"/>
                        <a:ea typeface="Cambria Math" panose="02040503050406030204" pitchFamily="18" charset="0"/>
                      </a:rPr>
                      <m:t>𝑚</m:t>
                    </m:r>
                    <m:r>
                      <a:rPr lang="en-US" altLang="zh-TW" sz="1600" b="0" i="1" smtClean="0">
                        <a:latin typeface="Cambria Math" panose="02040503050406030204" pitchFamily="18" charset="0"/>
                        <a:ea typeface="Cambria Math" panose="02040503050406030204" pitchFamily="18" charset="0"/>
                      </a:rPr>
                      <m:t>, </m:t>
                    </m:r>
                    <m:r>
                      <a:rPr lang="en-US" altLang="zh-TW" sz="1600" b="0" i="1" smtClean="0">
                        <a:latin typeface="Cambria Math" panose="02040503050406030204" pitchFamily="18" charset="0"/>
                        <a:ea typeface="Cambria Math" panose="02040503050406030204" pitchFamily="18" charset="0"/>
                      </a:rPr>
                      <m:t>𝑡</m:t>
                    </m:r>
                  </m:oMath>
                </a14:m>
                <a:endParaRPr lang="en-US" altLang="zh-TW" sz="1600" dirty="0">
                  <a:solidFill>
                    <a:schemeClr val="tx2">
                      <a:lumMod val="50000"/>
                    </a:schemeClr>
                  </a:solidFill>
                </a:endParaRPr>
              </a:p>
              <a:p>
                <a:pPr marL="69850" indent="0">
                  <a:buNone/>
                </a:pPr>
                <a:endParaRPr lang="en-US" altLang="zh-TW" sz="1600" dirty="0">
                  <a:solidFill>
                    <a:schemeClr val="tx2">
                      <a:lumMod val="50000"/>
                    </a:schemeClr>
                  </a:solidFill>
                </a:endParaRPr>
              </a:p>
              <a:p>
                <a:pPr marL="69850" indent="0">
                  <a:buNone/>
                </a:pPr>
                <a:r>
                  <a:rPr lang="en-US" altLang="zh-TW" sz="1600" dirty="0">
                    <a:solidFill>
                      <a:schemeClr val="tx2">
                        <a:lumMod val="50000"/>
                      </a:schemeClr>
                    </a:solidFill>
                  </a:rPr>
                  <a:t>The resource allocation unit’s result for each beam during the </a:t>
                </a:r>
                <a:r>
                  <a:rPr lang="en-US" altLang="zh-TW" sz="1600" dirty="0">
                    <a:solidFill>
                      <a:srgbClr val="00B050"/>
                    </a:solidFill>
                  </a:rPr>
                  <a:t>BMSN’s running time</a:t>
                </a:r>
                <a:r>
                  <a:rPr lang="en-US" altLang="zh-TW" sz="1600" dirty="0">
                    <a:solidFill>
                      <a:schemeClr val="tx2">
                        <a:lumMod val="50000"/>
                      </a:schemeClr>
                    </a:solidFill>
                  </a:rPr>
                  <a:t> can be described as</a:t>
                </a:r>
              </a:p>
              <a:p>
                <a:pPr marL="69850" indent="0">
                  <a:buNone/>
                </a:pPr>
                <a:endParaRPr lang="en-US" altLang="zh-TW" sz="1600" dirty="0">
                  <a:solidFill>
                    <a:schemeClr val="tx2">
                      <a:lumMod val="50000"/>
                    </a:schemeClr>
                  </a:solidFill>
                </a:endParaRPr>
              </a:p>
              <a:p>
                <a:pPr marL="69850" lvl="0" indent="0">
                  <a:buNone/>
                </a:pPr>
                <a:endParaRPr sz="1600" dirty="0">
                  <a:solidFill>
                    <a:schemeClr val="tx2">
                      <a:lumMod val="50000"/>
                    </a:schemeClr>
                  </a:solidFill>
                </a:endParaRPr>
              </a:p>
            </p:txBody>
          </p:sp>
        </mc:Choice>
        <mc:Fallback xmlns="">
          <p:sp>
            <p:nvSpPr>
              <p:cNvPr id="560" name="Google Shape;560;p17"/>
              <p:cNvSpPr txBox="1">
                <a:spLocks noGrp="1" noRot="1" noChangeAspect="1" noMove="1" noResize="1" noEditPoints="1" noAdjustHandles="1" noChangeArrowheads="1" noChangeShapeType="1" noTextEdit="1"/>
              </p:cNvSpPr>
              <p:nvPr>
                <p:ph type="body" idx="1"/>
              </p:nvPr>
            </p:nvSpPr>
            <p:spPr>
              <a:xfrm>
                <a:off x="747925" y="964734"/>
                <a:ext cx="6667943" cy="4151603"/>
              </a:xfrm>
              <a:prstGeom prst="rect">
                <a:avLst/>
              </a:prstGeom>
              <a:blipFill rotWithShape="0">
                <a:blip r:embed="rId3"/>
                <a:stretch>
                  <a:fillRect/>
                </a:stretch>
              </a:blipFill>
            </p:spPr>
            <p:txBody>
              <a:bodyPr/>
              <a:lstStyle/>
              <a:p>
                <a:r>
                  <a:rPr lang="zh-TW" altLang="en-US">
                    <a:noFill/>
                  </a:rPr>
                  <a:t> </a:t>
                </a:r>
              </a:p>
            </p:txBody>
          </p:sp>
        </mc:Fallback>
      </mc:AlternateContent>
      <p:sp>
        <p:nvSpPr>
          <p:cNvPr id="561" name="Google Shape;561;p17"/>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12</a:t>
            </a:fld>
            <a:endParaRPr/>
          </a:p>
        </p:txBody>
      </p:sp>
      <p:pic>
        <p:nvPicPr>
          <p:cNvPr id="2" name="圖片 1">
            <a:extLst>
              <a:ext uri="{FF2B5EF4-FFF2-40B4-BE49-F238E27FC236}">
                <a16:creationId xmlns="" xmlns:a16="http://schemas.microsoft.com/office/drawing/2014/main" id="{00606E7A-8931-4025-BD7B-2A21461A8E26}"/>
              </a:ext>
            </a:extLst>
          </p:cNvPr>
          <p:cNvPicPr>
            <a:picLocks noChangeAspect="1"/>
          </p:cNvPicPr>
          <p:nvPr/>
        </p:nvPicPr>
        <p:blipFill>
          <a:blip r:embed="rId4"/>
          <a:stretch>
            <a:fillRect/>
          </a:stretch>
        </p:blipFill>
        <p:spPr>
          <a:xfrm>
            <a:off x="2643350" y="3162920"/>
            <a:ext cx="3857299" cy="1888301"/>
          </a:xfrm>
          <a:prstGeom prst="rect">
            <a:avLst/>
          </a:prstGeom>
        </p:spPr>
      </p:pic>
    </p:spTree>
    <p:extLst>
      <p:ext uri="{BB962C8B-B14F-4D97-AF65-F5344CB8AC3E}">
        <p14:creationId xmlns:p14="http://schemas.microsoft.com/office/powerpoint/2010/main" val="13224671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17"/>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System </a:t>
            </a:r>
            <a:r>
              <a:rPr lang="en-US" altLang="zh-TW" sz="2400" dirty="0" err="1"/>
              <a:t>Discription</a:t>
            </a:r>
            <a:endParaRPr sz="2400" dirty="0"/>
          </a:p>
        </p:txBody>
      </p:sp>
      <mc:AlternateContent xmlns:mc="http://schemas.openxmlformats.org/markup-compatibility/2006" xmlns:a14="http://schemas.microsoft.com/office/drawing/2010/main">
        <mc:Choice Requires="a14">
          <p:sp>
            <p:nvSpPr>
              <p:cNvPr id="560" name="Google Shape;560;p17"/>
              <p:cNvSpPr txBox="1">
                <a:spLocks noGrp="1"/>
              </p:cNvSpPr>
              <p:nvPr>
                <p:ph type="body" idx="1"/>
              </p:nvPr>
            </p:nvSpPr>
            <p:spPr>
              <a:xfrm>
                <a:off x="747925" y="964734"/>
                <a:ext cx="6667943" cy="4151603"/>
              </a:xfrm>
              <a:prstGeom prst="rect">
                <a:avLst/>
              </a:prstGeom>
            </p:spPr>
            <p:txBody>
              <a:bodyPr spcFirstLastPara="1" wrap="square" lIns="91425" tIns="91425" rIns="91425" bIns="91425" anchor="t" anchorCtr="0">
                <a:noAutofit/>
              </a:bodyPr>
              <a:lstStyle/>
              <a:p>
                <a:pPr marL="69850" indent="0">
                  <a:buNone/>
                </a:pPr>
                <a:r>
                  <a:rPr lang="en-US" altLang="zh-TW" sz="1600" dirty="0">
                    <a:solidFill>
                      <a:schemeClr val="tx2">
                        <a:lumMod val="50000"/>
                      </a:schemeClr>
                    </a:solidFill>
                  </a:rPr>
                  <a:t>As mentioned above, if there are time out value of packets reach to zero in current slot, the packets will be lost</a:t>
                </a:r>
                <a:r>
                  <a:rPr lang="en-US" altLang="zh-TW" sz="1600" dirty="0" smtClean="0">
                    <a:solidFill>
                      <a:schemeClr val="tx2">
                        <a:lumMod val="50000"/>
                      </a:schemeClr>
                    </a:solidFill>
                  </a:rPr>
                  <a:t>.</a:t>
                </a:r>
              </a:p>
              <a:p>
                <a:pPr marL="69850" indent="0">
                  <a:buNone/>
                </a:pPr>
                <a:r>
                  <a:rPr lang="en-US" altLang="zh-TW" sz="1600" dirty="0" smtClean="0">
                    <a:solidFill>
                      <a:schemeClr val="tx2">
                        <a:lumMod val="50000"/>
                      </a:schemeClr>
                    </a:solidFill>
                  </a:rPr>
                  <a:t> </a:t>
                </a:r>
                <a:endParaRPr lang="en-US" altLang="zh-TW" sz="1600" dirty="0">
                  <a:solidFill>
                    <a:schemeClr val="tx2">
                      <a:lumMod val="50000"/>
                    </a:schemeClr>
                  </a:solidFill>
                </a:endParaRPr>
              </a:p>
              <a:p>
                <a:pPr marL="69850" indent="0">
                  <a:buNone/>
                </a:pPr>
                <a:r>
                  <a:rPr lang="en-US" altLang="zh-TW" sz="1600" dirty="0">
                    <a:solidFill>
                      <a:schemeClr val="tx2">
                        <a:lumMod val="50000"/>
                      </a:schemeClr>
                    </a:solidFill>
                  </a:rPr>
                  <a:t>Define</a:t>
                </a:r>
                <a:r>
                  <a:rPr lang="en-US" altLang="zh-TW" sz="1600" dirty="0"/>
                  <a:t> </a:t>
                </a:r>
                <a14:m>
                  <m:oMath xmlns:m="http://schemas.openxmlformats.org/officeDocument/2006/math">
                    <m:sSubSup>
                      <m:sSubSupPr>
                        <m:ctrlPr>
                          <a:rPr lang="en-US" altLang="zh-TW" sz="1600" i="1">
                            <a:latin typeface="Cambria Math" panose="02040503050406030204" pitchFamily="18" charset="0"/>
                          </a:rPr>
                        </m:ctrlPr>
                      </m:sSubSupPr>
                      <m:e>
                        <m:r>
                          <a:rPr lang="en-US" altLang="zh-TW" sz="1600" b="0" i="1" smtClean="0">
                            <a:latin typeface="Cambria Math" panose="02040503050406030204" pitchFamily="18" charset="0"/>
                          </a:rPr>
                          <m:t>𝐷</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sub>
                      <m:sup>
                        <m:r>
                          <a:rPr lang="en-US" altLang="zh-TW" sz="1600" b="0" i="1" smtClean="0">
                            <a:latin typeface="Cambria Math" panose="02040503050406030204" pitchFamily="18" charset="0"/>
                          </a:rPr>
                          <m:t>𝑇h𝑟𝑒𝑠h𝑜𝑙𝑑</m:t>
                        </m:r>
                      </m:sup>
                    </m:sSubSup>
                    <m:r>
                      <a:rPr lang="en-US" altLang="zh-TW" sz="1600" b="0" i="0" smtClean="0">
                        <a:latin typeface="Cambria Math" panose="02040503050406030204" pitchFamily="18" charset="0"/>
                      </a:rPr>
                      <m:t> </m:t>
                    </m:r>
                  </m:oMath>
                </a14:m>
                <a:r>
                  <a:rPr lang="en-US" altLang="zh-TW" sz="1600" dirty="0">
                    <a:solidFill>
                      <a:schemeClr val="tx2">
                        <a:lumMod val="50000"/>
                      </a:schemeClr>
                    </a:solidFill>
                  </a:rPr>
                  <a:t>as the </a:t>
                </a:r>
                <a:r>
                  <a:rPr lang="en-US" altLang="zh-TW" sz="1600" dirty="0">
                    <a:solidFill>
                      <a:srgbClr val="00B050"/>
                    </a:solidFill>
                  </a:rPr>
                  <a:t>PLR threshold </a:t>
                </a:r>
                <a:r>
                  <a:rPr lang="en-US" altLang="zh-TW" sz="1600" dirty="0">
                    <a:solidFill>
                      <a:schemeClr val="tx2">
                        <a:lumMod val="50000"/>
                      </a:schemeClr>
                    </a:solidFill>
                  </a:rPr>
                  <a:t>of</a:t>
                </a:r>
                <a:r>
                  <a:rPr lang="zh-TW" altLang="en-US" sz="1600" dirty="0">
                    <a:solidFill>
                      <a:schemeClr val="tx2">
                        <a:lumMod val="50000"/>
                      </a:schemeClr>
                    </a:solidFill>
                  </a:rPr>
                  <a:t> </a:t>
                </a:r>
                <a14:m>
                  <m:oMath xmlns:m="http://schemas.openxmlformats.org/officeDocument/2006/math">
                    <m:sSubSup>
                      <m:sSubSupPr>
                        <m:ctrlPr>
                          <a:rPr lang="en-US" altLang="zh-TW" sz="1600" i="1">
                            <a:latin typeface="Cambria Math" panose="02040503050406030204" pitchFamily="18" charset="0"/>
                          </a:rPr>
                        </m:ctrlPr>
                      </m:sSubSupPr>
                      <m:e>
                        <m:r>
                          <m:rPr>
                            <m:sty m:val="p"/>
                          </m:rPr>
                          <a:rPr lang="en-US" altLang="zh-TW" sz="1600" i="1" smtClean="0">
                            <a:latin typeface="Cambria Math" panose="02040503050406030204" pitchFamily="18" charset="0"/>
                          </a:rPr>
                          <m:t>U</m:t>
                        </m:r>
                        <m:r>
                          <m:rPr>
                            <m:sty m:val="p"/>
                          </m:rPr>
                          <a:rPr lang="en-US" altLang="zh-TW" sz="1600" i="1">
                            <a:latin typeface="Cambria Math" panose="02040503050406030204" pitchFamily="18" charset="0"/>
                          </a:rPr>
                          <m:t>T</m:t>
                        </m:r>
                      </m:e>
                      <m:sub>
                        <m:r>
                          <a:rPr lang="en-US" altLang="zh-TW" sz="1600" i="1">
                            <a:latin typeface="Cambria Math" panose="02040503050406030204" pitchFamily="18" charset="0"/>
                          </a:rPr>
                          <m:t>𝑖</m:t>
                        </m:r>
                        <m:r>
                          <a:rPr lang="en-US" altLang="zh-TW" sz="1600" i="1">
                            <a:latin typeface="Cambria Math" panose="02040503050406030204" pitchFamily="18" charset="0"/>
                          </a:rPr>
                          <m:t>,</m:t>
                        </m:r>
                        <m:r>
                          <a:rPr lang="en-US" altLang="zh-TW" sz="1600" i="1">
                            <a:latin typeface="Cambria Math" panose="02040503050406030204" pitchFamily="18" charset="0"/>
                          </a:rPr>
                          <m:t>𝑚</m:t>
                        </m:r>
                      </m:sub>
                      <m:sup/>
                    </m:sSubSup>
                  </m:oMath>
                </a14:m>
                <a:r>
                  <a:rPr lang="zh-TW" altLang="en-US" sz="1600" dirty="0">
                    <a:solidFill>
                      <a:schemeClr val="tx2">
                        <a:lumMod val="50000"/>
                      </a:schemeClr>
                    </a:solidFill>
                  </a:rPr>
                  <a:t> </a:t>
                </a:r>
                <a:r>
                  <a:rPr lang="en-US" altLang="zh-TW" sz="1600" dirty="0">
                    <a:solidFill>
                      <a:schemeClr val="tx2">
                        <a:lumMod val="50000"/>
                      </a:schemeClr>
                    </a:solidFill>
                  </a:rPr>
                  <a:t>QoS provisioning</a:t>
                </a:r>
              </a:p>
              <a:p>
                <a:pPr marL="69850" indent="0">
                  <a:buNone/>
                </a:pPr>
                <a:endParaRPr lang="en-US" altLang="zh-TW" sz="1600" dirty="0">
                  <a:solidFill>
                    <a:schemeClr val="tx2">
                      <a:lumMod val="50000"/>
                    </a:schemeClr>
                  </a:solidFill>
                </a:endParaRPr>
              </a:p>
              <a:p>
                <a:pPr marL="69850" lvl="0" indent="0">
                  <a:buNone/>
                </a:pPr>
                <a:endParaRPr sz="1600" dirty="0">
                  <a:solidFill>
                    <a:schemeClr val="tx2">
                      <a:lumMod val="50000"/>
                    </a:schemeClr>
                  </a:solidFill>
                </a:endParaRPr>
              </a:p>
            </p:txBody>
          </p:sp>
        </mc:Choice>
        <mc:Fallback xmlns="">
          <p:sp>
            <p:nvSpPr>
              <p:cNvPr id="560" name="Google Shape;560;p17"/>
              <p:cNvSpPr txBox="1">
                <a:spLocks noGrp="1" noRot="1" noChangeAspect="1" noMove="1" noResize="1" noEditPoints="1" noAdjustHandles="1" noChangeArrowheads="1" noChangeShapeType="1" noTextEdit="1"/>
              </p:cNvSpPr>
              <p:nvPr>
                <p:ph type="body" idx="1"/>
              </p:nvPr>
            </p:nvSpPr>
            <p:spPr>
              <a:xfrm>
                <a:off x="747925" y="964734"/>
                <a:ext cx="6667943" cy="4151603"/>
              </a:xfrm>
              <a:prstGeom prst="rect">
                <a:avLst/>
              </a:prstGeom>
              <a:blipFill rotWithShape="0">
                <a:blip r:embed="rId3"/>
                <a:stretch>
                  <a:fillRect/>
                </a:stretch>
              </a:blipFill>
            </p:spPr>
            <p:txBody>
              <a:bodyPr/>
              <a:lstStyle/>
              <a:p>
                <a:r>
                  <a:rPr lang="zh-TW" altLang="en-US">
                    <a:noFill/>
                  </a:rPr>
                  <a:t> </a:t>
                </a:r>
              </a:p>
            </p:txBody>
          </p:sp>
        </mc:Fallback>
      </mc:AlternateContent>
      <p:sp>
        <p:nvSpPr>
          <p:cNvPr id="561" name="Google Shape;561;p17"/>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13</a:t>
            </a:fld>
            <a:endParaRPr/>
          </a:p>
        </p:txBody>
      </p:sp>
      <p:pic>
        <p:nvPicPr>
          <p:cNvPr id="3" name="圖片 2">
            <a:extLst>
              <a:ext uri="{FF2B5EF4-FFF2-40B4-BE49-F238E27FC236}">
                <a16:creationId xmlns="" xmlns:a16="http://schemas.microsoft.com/office/drawing/2014/main" id="{E73A44E5-F988-4A63-9B60-7EBC9A6F4A0B}"/>
              </a:ext>
            </a:extLst>
          </p:cNvPr>
          <p:cNvPicPr>
            <a:picLocks noChangeAspect="1"/>
          </p:cNvPicPr>
          <p:nvPr/>
        </p:nvPicPr>
        <p:blipFill>
          <a:blip r:embed="rId4"/>
          <a:stretch>
            <a:fillRect/>
          </a:stretch>
        </p:blipFill>
        <p:spPr>
          <a:xfrm>
            <a:off x="1560385" y="2922369"/>
            <a:ext cx="4515480" cy="1066949"/>
          </a:xfrm>
          <a:prstGeom prst="rect">
            <a:avLst/>
          </a:prstGeom>
        </p:spPr>
      </p:pic>
    </p:spTree>
    <p:extLst>
      <p:ext uri="{BB962C8B-B14F-4D97-AF65-F5344CB8AC3E}">
        <p14:creationId xmlns:p14="http://schemas.microsoft.com/office/powerpoint/2010/main" val="13361981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B0CA05DE-EAE1-4875-8676-68205C23DB73}"/>
              </a:ext>
            </a:extLst>
          </p:cNvPr>
          <p:cNvSpPr>
            <a:spLocks noGrp="1"/>
          </p:cNvSpPr>
          <p:nvPr>
            <p:ph type="title"/>
          </p:nvPr>
        </p:nvSpPr>
        <p:spPr/>
        <p:txBody>
          <a:bodyPr/>
          <a:lstStyle/>
          <a:p>
            <a:r>
              <a:rPr lang="en-US" altLang="zh-TW" sz="2400" dirty="0"/>
              <a:t>System </a:t>
            </a:r>
            <a:r>
              <a:rPr lang="en-US" altLang="zh-TW" sz="2400" dirty="0" err="1"/>
              <a:t>Discription</a:t>
            </a:r>
            <a:endParaRPr lang="zh-TW" altLang="en-US" sz="2400" dirty="0"/>
          </a:p>
        </p:txBody>
      </p:sp>
      <p:pic>
        <p:nvPicPr>
          <p:cNvPr id="6" name="圖片 5">
            <a:extLst>
              <a:ext uri="{FF2B5EF4-FFF2-40B4-BE49-F238E27FC236}">
                <a16:creationId xmlns="" xmlns:a16="http://schemas.microsoft.com/office/drawing/2014/main" id="{95F7327D-4017-456E-BD65-4603698DBB58}"/>
              </a:ext>
            </a:extLst>
          </p:cNvPr>
          <p:cNvPicPr>
            <a:picLocks noChangeAspect="1"/>
          </p:cNvPicPr>
          <p:nvPr/>
        </p:nvPicPr>
        <p:blipFill>
          <a:blip r:embed="rId3"/>
          <a:stretch>
            <a:fillRect/>
          </a:stretch>
        </p:blipFill>
        <p:spPr>
          <a:xfrm>
            <a:off x="6389589" y="1582069"/>
            <a:ext cx="2857899" cy="3534268"/>
          </a:xfrm>
          <a:prstGeom prst="rect">
            <a:avLst/>
          </a:prstGeom>
        </p:spPr>
      </p:pic>
      <p:sp>
        <p:nvSpPr>
          <p:cNvPr id="4" name="投影片編號版面配置區 3">
            <a:extLst>
              <a:ext uri="{FF2B5EF4-FFF2-40B4-BE49-F238E27FC236}">
                <a16:creationId xmlns="" xmlns:a16="http://schemas.microsoft.com/office/drawing/2014/main" id="{6A948986-2C5A-4FE5-944C-E55208085727}"/>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14</a:t>
            </a:fld>
            <a:endParaRPr lang="en"/>
          </a:p>
        </p:txBody>
      </p:sp>
      <p:sp>
        <p:nvSpPr>
          <p:cNvPr id="9" name="Google Shape;560;p17">
            <a:extLst>
              <a:ext uri="{FF2B5EF4-FFF2-40B4-BE49-F238E27FC236}">
                <a16:creationId xmlns="" xmlns:a16="http://schemas.microsoft.com/office/drawing/2014/main" id="{5FBBCD1B-B7D1-4C1A-AAB7-F5DB7F40F7A5}"/>
              </a:ext>
            </a:extLst>
          </p:cNvPr>
          <p:cNvSpPr txBox="1">
            <a:spLocks noGrp="1"/>
          </p:cNvSpPr>
          <p:nvPr>
            <p:ph type="body" idx="1"/>
          </p:nvPr>
        </p:nvSpPr>
        <p:spPr>
          <a:xfrm>
            <a:off x="747925" y="964734"/>
            <a:ext cx="6667943" cy="4151603"/>
          </a:xfrm>
          <a:prstGeom prst="rect">
            <a:avLst/>
          </a:prstGeom>
        </p:spPr>
        <p:txBody>
          <a:bodyPr spcFirstLastPara="1" wrap="square" lIns="91425" tIns="91425" rIns="91425" bIns="91425" anchor="t" anchorCtr="0">
            <a:noAutofit/>
          </a:bodyPr>
          <a:lstStyle/>
          <a:p>
            <a:pPr marL="69850" indent="0">
              <a:buNone/>
            </a:pPr>
            <a:r>
              <a:rPr lang="en-US" altLang="zh-TW" sz="1800" b="1" dirty="0">
                <a:solidFill>
                  <a:schemeClr val="tx2">
                    <a:lumMod val="50000"/>
                  </a:schemeClr>
                </a:solidFill>
              </a:rPr>
              <a:t>OCA</a:t>
            </a:r>
            <a:r>
              <a:rPr lang="en-US" altLang="zh-TW" sz="1800" dirty="0">
                <a:solidFill>
                  <a:schemeClr val="tx2">
                    <a:lumMod val="50000"/>
                  </a:schemeClr>
                </a:solidFill>
              </a:rPr>
              <a:t> : overlapping coverage area</a:t>
            </a:r>
          </a:p>
          <a:p>
            <a:pPr marL="69850" indent="0">
              <a:buNone/>
            </a:pPr>
            <a:r>
              <a:rPr lang="en-US" altLang="zh-TW" sz="1800" b="1" dirty="0">
                <a:solidFill>
                  <a:schemeClr val="tx2">
                    <a:lumMod val="50000"/>
                  </a:schemeClr>
                </a:solidFill>
              </a:rPr>
              <a:t>NCA </a:t>
            </a:r>
            <a:r>
              <a:rPr lang="en-US" altLang="zh-TW" sz="1800" dirty="0">
                <a:solidFill>
                  <a:schemeClr val="tx2">
                    <a:lumMod val="50000"/>
                  </a:schemeClr>
                </a:solidFill>
              </a:rPr>
              <a:t>: nonoverlapping coverage area</a:t>
            </a:r>
          </a:p>
          <a:p>
            <a:pPr marL="69850" indent="0">
              <a:buNone/>
            </a:pPr>
            <a:r>
              <a:rPr lang="en-US" altLang="zh-TW" sz="1800" b="1" dirty="0">
                <a:solidFill>
                  <a:srgbClr val="00B050"/>
                </a:solidFill>
              </a:rPr>
              <a:t>LLB</a:t>
            </a:r>
            <a:r>
              <a:rPr lang="zh-TW" altLang="en-US" sz="1800" dirty="0">
                <a:solidFill>
                  <a:srgbClr val="00B050"/>
                </a:solidFill>
              </a:rPr>
              <a:t> </a:t>
            </a:r>
            <a:r>
              <a:rPr lang="en-US" altLang="zh-TW" sz="1800" dirty="0">
                <a:solidFill>
                  <a:srgbClr val="00B050"/>
                </a:solidFill>
              </a:rPr>
              <a:t>:</a:t>
            </a:r>
            <a:r>
              <a:rPr lang="zh-TW" altLang="en-US" sz="1800" dirty="0">
                <a:solidFill>
                  <a:srgbClr val="00B050"/>
                </a:solidFill>
              </a:rPr>
              <a:t> </a:t>
            </a:r>
            <a:r>
              <a:rPr lang="en-US" altLang="zh-TW" sz="1800" dirty="0">
                <a:solidFill>
                  <a:srgbClr val="00B050"/>
                </a:solidFill>
              </a:rPr>
              <a:t>low-load beam</a:t>
            </a:r>
          </a:p>
          <a:p>
            <a:pPr marL="69850" indent="0">
              <a:buNone/>
            </a:pPr>
            <a:r>
              <a:rPr lang="en-US" altLang="zh-TW" sz="1800" b="1" dirty="0">
                <a:solidFill>
                  <a:srgbClr val="00B050"/>
                </a:solidFill>
              </a:rPr>
              <a:t>HLB</a:t>
            </a:r>
            <a:r>
              <a:rPr lang="en-US" altLang="zh-TW" sz="1800" dirty="0">
                <a:solidFill>
                  <a:srgbClr val="00B050"/>
                </a:solidFill>
              </a:rPr>
              <a:t>:</a:t>
            </a:r>
            <a:r>
              <a:rPr lang="zh-TW" altLang="en-US" sz="1800" dirty="0">
                <a:solidFill>
                  <a:srgbClr val="00B050"/>
                </a:solidFill>
              </a:rPr>
              <a:t> </a:t>
            </a:r>
            <a:r>
              <a:rPr lang="en-US" altLang="zh-TW" sz="1800" dirty="0">
                <a:solidFill>
                  <a:srgbClr val="00B050"/>
                </a:solidFill>
              </a:rPr>
              <a:t>high-load beam</a:t>
            </a:r>
            <a:endParaRPr lang="en-US" altLang="zh-TW" sz="1600" dirty="0">
              <a:solidFill>
                <a:srgbClr val="00B050"/>
              </a:solidFill>
            </a:endParaRPr>
          </a:p>
          <a:p>
            <a:pPr marL="69850" lvl="0" indent="0">
              <a:buNone/>
            </a:pPr>
            <a:endParaRPr sz="1600" dirty="0">
              <a:solidFill>
                <a:schemeClr val="tx2">
                  <a:lumMod val="50000"/>
                </a:schemeClr>
              </a:solidFill>
            </a:endParaRPr>
          </a:p>
        </p:txBody>
      </p:sp>
      <p:pic>
        <p:nvPicPr>
          <p:cNvPr id="10" name="圖片 9">
            <a:extLst>
              <a:ext uri="{FF2B5EF4-FFF2-40B4-BE49-F238E27FC236}">
                <a16:creationId xmlns="" xmlns:a16="http://schemas.microsoft.com/office/drawing/2014/main" id="{F0F6928B-8998-4056-AF03-7218E4CEA099}"/>
              </a:ext>
            </a:extLst>
          </p:cNvPr>
          <p:cNvPicPr>
            <a:picLocks noChangeAspect="1"/>
          </p:cNvPicPr>
          <p:nvPr/>
        </p:nvPicPr>
        <p:blipFill>
          <a:blip r:embed="rId4"/>
          <a:stretch>
            <a:fillRect/>
          </a:stretch>
        </p:blipFill>
        <p:spPr>
          <a:xfrm>
            <a:off x="850239" y="2741260"/>
            <a:ext cx="4854275" cy="2064805"/>
          </a:xfrm>
          <a:prstGeom prst="rect">
            <a:avLst/>
          </a:prstGeom>
        </p:spPr>
      </p:pic>
    </p:spTree>
    <p:extLst>
      <p:ext uri="{BB962C8B-B14F-4D97-AF65-F5344CB8AC3E}">
        <p14:creationId xmlns:p14="http://schemas.microsoft.com/office/powerpoint/2010/main" val="38945347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15"/>
          <p:cNvSpPr txBox="1">
            <a:spLocks noGrp="1"/>
          </p:cNvSpPr>
          <p:nvPr>
            <p:ph type="ctrTitle"/>
          </p:nvPr>
        </p:nvSpPr>
        <p:spPr>
          <a:xfrm>
            <a:off x="4748169" y="2564103"/>
            <a:ext cx="4032764" cy="1159800"/>
          </a:xfrm>
          <a:prstGeom prst="rect">
            <a:avLst/>
          </a:prstGeom>
        </p:spPr>
        <p:txBody>
          <a:bodyPr spcFirstLastPara="1" wrap="square" lIns="91425" tIns="91425" rIns="91425" bIns="91425" anchor="b" anchorCtr="0">
            <a:noAutofit/>
          </a:bodyPr>
          <a:lstStyle/>
          <a:p>
            <a:r>
              <a:rPr lang="en-US" altLang="zh-TW" dirty="0"/>
              <a:t>ALGORITHM FOR LOAD</a:t>
            </a:r>
            <a:r>
              <a:rPr lang="zh-TW" altLang="en-US" dirty="0"/>
              <a:t> </a:t>
            </a:r>
            <a:r>
              <a:rPr lang="en-US" altLang="zh-TW" dirty="0"/>
              <a:t>BALANCING</a:t>
            </a:r>
          </a:p>
        </p:txBody>
      </p:sp>
      <p:sp>
        <p:nvSpPr>
          <p:cNvPr id="4" name="Google Shape;568;p18">
            <a:extLst>
              <a:ext uri="{FF2B5EF4-FFF2-40B4-BE49-F238E27FC236}">
                <a16:creationId xmlns="" xmlns:a16="http://schemas.microsoft.com/office/drawing/2014/main" id="{FAE29E66-A2A6-4F1B-953F-BB341C49EE17}"/>
              </a:ext>
            </a:extLst>
          </p:cNvPr>
          <p:cNvSpPr/>
          <p:nvPr/>
        </p:nvSpPr>
        <p:spPr>
          <a:xfrm>
            <a:off x="1551913" y="505171"/>
            <a:ext cx="1323528" cy="1341149"/>
          </a:xfrm>
          <a:custGeom>
            <a:avLst/>
            <a:gdLst/>
            <a:ahLst/>
            <a:cxnLst/>
            <a:rect l="l" t="t" r="r" b="b"/>
            <a:pathLst>
              <a:path w="16449" h="16668" extrusionOk="0">
                <a:moveTo>
                  <a:pt x="12288" y="1995"/>
                </a:moveTo>
                <a:lnTo>
                  <a:pt x="12093" y="2117"/>
                </a:lnTo>
                <a:lnTo>
                  <a:pt x="11923" y="2239"/>
                </a:lnTo>
                <a:lnTo>
                  <a:pt x="11655" y="2531"/>
                </a:lnTo>
                <a:lnTo>
                  <a:pt x="11461" y="2433"/>
                </a:lnTo>
                <a:lnTo>
                  <a:pt x="11874" y="2214"/>
                </a:lnTo>
                <a:lnTo>
                  <a:pt x="12288" y="1995"/>
                </a:lnTo>
                <a:close/>
                <a:moveTo>
                  <a:pt x="13261" y="2239"/>
                </a:moveTo>
                <a:lnTo>
                  <a:pt x="13359" y="2263"/>
                </a:lnTo>
                <a:lnTo>
                  <a:pt x="13456" y="2287"/>
                </a:lnTo>
                <a:lnTo>
                  <a:pt x="13529" y="2336"/>
                </a:lnTo>
                <a:lnTo>
                  <a:pt x="13578" y="2433"/>
                </a:lnTo>
                <a:lnTo>
                  <a:pt x="13626" y="2531"/>
                </a:lnTo>
                <a:lnTo>
                  <a:pt x="13675" y="2725"/>
                </a:lnTo>
                <a:lnTo>
                  <a:pt x="13651" y="2896"/>
                </a:lnTo>
                <a:lnTo>
                  <a:pt x="13626" y="3090"/>
                </a:lnTo>
                <a:lnTo>
                  <a:pt x="13578" y="3285"/>
                </a:lnTo>
                <a:lnTo>
                  <a:pt x="13480" y="3480"/>
                </a:lnTo>
                <a:lnTo>
                  <a:pt x="13383" y="3650"/>
                </a:lnTo>
                <a:lnTo>
                  <a:pt x="13188" y="4015"/>
                </a:lnTo>
                <a:lnTo>
                  <a:pt x="12969" y="3674"/>
                </a:lnTo>
                <a:lnTo>
                  <a:pt x="12702" y="3358"/>
                </a:lnTo>
                <a:lnTo>
                  <a:pt x="12410" y="3066"/>
                </a:lnTo>
                <a:lnTo>
                  <a:pt x="12093" y="2823"/>
                </a:lnTo>
                <a:lnTo>
                  <a:pt x="12288" y="2677"/>
                </a:lnTo>
                <a:lnTo>
                  <a:pt x="12483" y="2531"/>
                </a:lnTo>
                <a:lnTo>
                  <a:pt x="12726" y="2385"/>
                </a:lnTo>
                <a:lnTo>
                  <a:pt x="12945" y="2287"/>
                </a:lnTo>
                <a:lnTo>
                  <a:pt x="13164" y="2239"/>
                </a:lnTo>
                <a:close/>
                <a:moveTo>
                  <a:pt x="7981" y="3699"/>
                </a:moveTo>
                <a:lnTo>
                  <a:pt x="7981" y="3723"/>
                </a:lnTo>
                <a:lnTo>
                  <a:pt x="7932" y="3723"/>
                </a:lnTo>
                <a:lnTo>
                  <a:pt x="7908" y="3747"/>
                </a:lnTo>
                <a:lnTo>
                  <a:pt x="7835" y="3796"/>
                </a:lnTo>
                <a:lnTo>
                  <a:pt x="7786" y="3845"/>
                </a:lnTo>
                <a:lnTo>
                  <a:pt x="7738" y="3918"/>
                </a:lnTo>
                <a:lnTo>
                  <a:pt x="7689" y="3991"/>
                </a:lnTo>
                <a:lnTo>
                  <a:pt x="7689" y="4064"/>
                </a:lnTo>
                <a:lnTo>
                  <a:pt x="7689" y="4088"/>
                </a:lnTo>
                <a:lnTo>
                  <a:pt x="7689" y="4112"/>
                </a:lnTo>
                <a:lnTo>
                  <a:pt x="7689" y="4137"/>
                </a:lnTo>
                <a:lnTo>
                  <a:pt x="7689" y="4161"/>
                </a:lnTo>
                <a:lnTo>
                  <a:pt x="7689" y="4307"/>
                </a:lnTo>
                <a:lnTo>
                  <a:pt x="7738" y="4453"/>
                </a:lnTo>
                <a:lnTo>
                  <a:pt x="7786" y="4526"/>
                </a:lnTo>
                <a:lnTo>
                  <a:pt x="7859" y="4574"/>
                </a:lnTo>
                <a:lnTo>
                  <a:pt x="8030" y="4672"/>
                </a:lnTo>
                <a:lnTo>
                  <a:pt x="8176" y="4720"/>
                </a:lnTo>
                <a:lnTo>
                  <a:pt x="8297" y="4720"/>
                </a:lnTo>
                <a:lnTo>
                  <a:pt x="8395" y="4696"/>
                </a:lnTo>
                <a:lnTo>
                  <a:pt x="8492" y="4672"/>
                </a:lnTo>
                <a:lnTo>
                  <a:pt x="8589" y="4599"/>
                </a:lnTo>
                <a:lnTo>
                  <a:pt x="8662" y="4526"/>
                </a:lnTo>
                <a:lnTo>
                  <a:pt x="8711" y="4429"/>
                </a:lnTo>
                <a:lnTo>
                  <a:pt x="8711" y="4307"/>
                </a:lnTo>
                <a:lnTo>
                  <a:pt x="8711" y="4185"/>
                </a:lnTo>
                <a:lnTo>
                  <a:pt x="8662" y="4064"/>
                </a:lnTo>
                <a:lnTo>
                  <a:pt x="8614" y="3942"/>
                </a:lnTo>
                <a:lnTo>
                  <a:pt x="8541" y="3845"/>
                </a:lnTo>
                <a:lnTo>
                  <a:pt x="8468" y="3772"/>
                </a:lnTo>
                <a:lnTo>
                  <a:pt x="8370" y="3723"/>
                </a:lnTo>
                <a:lnTo>
                  <a:pt x="8273" y="3699"/>
                </a:lnTo>
                <a:close/>
                <a:moveTo>
                  <a:pt x="9830" y="3966"/>
                </a:moveTo>
                <a:lnTo>
                  <a:pt x="9709" y="3991"/>
                </a:lnTo>
                <a:lnTo>
                  <a:pt x="9611" y="4064"/>
                </a:lnTo>
                <a:lnTo>
                  <a:pt x="9538" y="4161"/>
                </a:lnTo>
                <a:lnTo>
                  <a:pt x="9514" y="4258"/>
                </a:lnTo>
                <a:lnTo>
                  <a:pt x="9490" y="4356"/>
                </a:lnTo>
                <a:lnTo>
                  <a:pt x="9514" y="4453"/>
                </a:lnTo>
                <a:lnTo>
                  <a:pt x="9563" y="4574"/>
                </a:lnTo>
                <a:lnTo>
                  <a:pt x="9636" y="4647"/>
                </a:lnTo>
                <a:lnTo>
                  <a:pt x="9757" y="4720"/>
                </a:lnTo>
                <a:lnTo>
                  <a:pt x="9879" y="4745"/>
                </a:lnTo>
                <a:lnTo>
                  <a:pt x="10025" y="4696"/>
                </a:lnTo>
                <a:lnTo>
                  <a:pt x="10098" y="4672"/>
                </a:lnTo>
                <a:lnTo>
                  <a:pt x="10147" y="4623"/>
                </a:lnTo>
                <a:lnTo>
                  <a:pt x="10244" y="4502"/>
                </a:lnTo>
                <a:lnTo>
                  <a:pt x="10268" y="4429"/>
                </a:lnTo>
                <a:lnTo>
                  <a:pt x="10268" y="4356"/>
                </a:lnTo>
                <a:lnTo>
                  <a:pt x="10244" y="4234"/>
                </a:lnTo>
                <a:lnTo>
                  <a:pt x="10220" y="4161"/>
                </a:lnTo>
                <a:lnTo>
                  <a:pt x="10147" y="4064"/>
                </a:lnTo>
                <a:lnTo>
                  <a:pt x="10074" y="4015"/>
                </a:lnTo>
                <a:lnTo>
                  <a:pt x="9952" y="3966"/>
                </a:lnTo>
                <a:close/>
                <a:moveTo>
                  <a:pt x="9125" y="5572"/>
                </a:moveTo>
                <a:lnTo>
                  <a:pt x="9003" y="5596"/>
                </a:lnTo>
                <a:lnTo>
                  <a:pt x="8881" y="5669"/>
                </a:lnTo>
                <a:lnTo>
                  <a:pt x="8808" y="5791"/>
                </a:lnTo>
                <a:lnTo>
                  <a:pt x="8784" y="5913"/>
                </a:lnTo>
                <a:lnTo>
                  <a:pt x="8808" y="6034"/>
                </a:lnTo>
                <a:lnTo>
                  <a:pt x="8881" y="6156"/>
                </a:lnTo>
                <a:lnTo>
                  <a:pt x="9003" y="6229"/>
                </a:lnTo>
                <a:lnTo>
                  <a:pt x="9125" y="6253"/>
                </a:lnTo>
                <a:lnTo>
                  <a:pt x="9246" y="6229"/>
                </a:lnTo>
                <a:lnTo>
                  <a:pt x="9368" y="6156"/>
                </a:lnTo>
                <a:lnTo>
                  <a:pt x="9441" y="6034"/>
                </a:lnTo>
                <a:lnTo>
                  <a:pt x="9465" y="5913"/>
                </a:lnTo>
                <a:lnTo>
                  <a:pt x="9441" y="5791"/>
                </a:lnTo>
                <a:lnTo>
                  <a:pt x="9368" y="5669"/>
                </a:lnTo>
                <a:lnTo>
                  <a:pt x="9246" y="5596"/>
                </a:lnTo>
                <a:lnTo>
                  <a:pt x="9125" y="5572"/>
                </a:lnTo>
                <a:close/>
                <a:moveTo>
                  <a:pt x="5013" y="9441"/>
                </a:moveTo>
                <a:lnTo>
                  <a:pt x="4842" y="9538"/>
                </a:lnTo>
                <a:lnTo>
                  <a:pt x="4672" y="9684"/>
                </a:lnTo>
                <a:lnTo>
                  <a:pt x="4502" y="9855"/>
                </a:lnTo>
                <a:lnTo>
                  <a:pt x="4356" y="10025"/>
                </a:lnTo>
                <a:lnTo>
                  <a:pt x="4112" y="10414"/>
                </a:lnTo>
                <a:lnTo>
                  <a:pt x="3918" y="10779"/>
                </a:lnTo>
                <a:lnTo>
                  <a:pt x="3723" y="11144"/>
                </a:lnTo>
                <a:lnTo>
                  <a:pt x="3650" y="11363"/>
                </a:lnTo>
                <a:lnTo>
                  <a:pt x="3553" y="11582"/>
                </a:lnTo>
                <a:lnTo>
                  <a:pt x="3504" y="11826"/>
                </a:lnTo>
                <a:lnTo>
                  <a:pt x="3480" y="12045"/>
                </a:lnTo>
                <a:lnTo>
                  <a:pt x="3480" y="12239"/>
                </a:lnTo>
                <a:lnTo>
                  <a:pt x="3528" y="12337"/>
                </a:lnTo>
                <a:lnTo>
                  <a:pt x="3577" y="12410"/>
                </a:lnTo>
                <a:lnTo>
                  <a:pt x="3601" y="12434"/>
                </a:lnTo>
                <a:lnTo>
                  <a:pt x="3626" y="12458"/>
                </a:lnTo>
                <a:lnTo>
                  <a:pt x="3650" y="12434"/>
                </a:lnTo>
                <a:lnTo>
                  <a:pt x="3674" y="12410"/>
                </a:lnTo>
                <a:lnTo>
                  <a:pt x="3747" y="12288"/>
                </a:lnTo>
                <a:lnTo>
                  <a:pt x="3772" y="12166"/>
                </a:lnTo>
                <a:lnTo>
                  <a:pt x="3820" y="11874"/>
                </a:lnTo>
                <a:lnTo>
                  <a:pt x="3869" y="11631"/>
                </a:lnTo>
                <a:lnTo>
                  <a:pt x="3966" y="11388"/>
                </a:lnTo>
                <a:lnTo>
                  <a:pt x="4137" y="10925"/>
                </a:lnTo>
                <a:lnTo>
                  <a:pt x="4331" y="10536"/>
                </a:lnTo>
                <a:lnTo>
                  <a:pt x="4575" y="10171"/>
                </a:lnTo>
                <a:lnTo>
                  <a:pt x="4818" y="9830"/>
                </a:lnTo>
                <a:lnTo>
                  <a:pt x="5061" y="9490"/>
                </a:lnTo>
                <a:lnTo>
                  <a:pt x="5061" y="9465"/>
                </a:lnTo>
                <a:lnTo>
                  <a:pt x="5061" y="9441"/>
                </a:lnTo>
                <a:close/>
                <a:moveTo>
                  <a:pt x="9003" y="2287"/>
                </a:moveTo>
                <a:lnTo>
                  <a:pt x="9319" y="2312"/>
                </a:lnTo>
                <a:lnTo>
                  <a:pt x="9611" y="2360"/>
                </a:lnTo>
                <a:lnTo>
                  <a:pt x="9928" y="2409"/>
                </a:lnTo>
                <a:lnTo>
                  <a:pt x="10220" y="2482"/>
                </a:lnTo>
                <a:lnTo>
                  <a:pt x="10512" y="2579"/>
                </a:lnTo>
                <a:lnTo>
                  <a:pt x="10804" y="2677"/>
                </a:lnTo>
                <a:lnTo>
                  <a:pt x="11071" y="2798"/>
                </a:lnTo>
                <a:lnTo>
                  <a:pt x="11339" y="2944"/>
                </a:lnTo>
                <a:lnTo>
                  <a:pt x="11582" y="3066"/>
                </a:lnTo>
                <a:lnTo>
                  <a:pt x="11826" y="3236"/>
                </a:lnTo>
                <a:lnTo>
                  <a:pt x="12020" y="3382"/>
                </a:lnTo>
                <a:lnTo>
                  <a:pt x="12215" y="3577"/>
                </a:lnTo>
                <a:lnTo>
                  <a:pt x="12580" y="3966"/>
                </a:lnTo>
                <a:lnTo>
                  <a:pt x="12921" y="4380"/>
                </a:lnTo>
                <a:lnTo>
                  <a:pt x="12410" y="5012"/>
                </a:lnTo>
                <a:lnTo>
                  <a:pt x="11874" y="5596"/>
                </a:lnTo>
                <a:lnTo>
                  <a:pt x="11339" y="6180"/>
                </a:lnTo>
                <a:lnTo>
                  <a:pt x="10804" y="6764"/>
                </a:lnTo>
                <a:lnTo>
                  <a:pt x="9684" y="7908"/>
                </a:lnTo>
                <a:lnTo>
                  <a:pt x="9149" y="8492"/>
                </a:lnTo>
                <a:lnTo>
                  <a:pt x="8614" y="9076"/>
                </a:lnTo>
                <a:lnTo>
                  <a:pt x="6667" y="11217"/>
                </a:lnTo>
                <a:lnTo>
                  <a:pt x="6302" y="11631"/>
                </a:lnTo>
                <a:lnTo>
                  <a:pt x="5889" y="12045"/>
                </a:lnTo>
                <a:lnTo>
                  <a:pt x="5499" y="12410"/>
                </a:lnTo>
                <a:lnTo>
                  <a:pt x="5061" y="12774"/>
                </a:lnTo>
                <a:lnTo>
                  <a:pt x="5061" y="12774"/>
                </a:lnTo>
                <a:lnTo>
                  <a:pt x="5110" y="12677"/>
                </a:lnTo>
                <a:lnTo>
                  <a:pt x="5329" y="12166"/>
                </a:lnTo>
                <a:lnTo>
                  <a:pt x="5572" y="11631"/>
                </a:lnTo>
                <a:lnTo>
                  <a:pt x="5597" y="11582"/>
                </a:lnTo>
                <a:lnTo>
                  <a:pt x="5548" y="11558"/>
                </a:lnTo>
                <a:lnTo>
                  <a:pt x="5499" y="11534"/>
                </a:lnTo>
                <a:lnTo>
                  <a:pt x="5475" y="11582"/>
                </a:lnTo>
                <a:lnTo>
                  <a:pt x="5183" y="11996"/>
                </a:lnTo>
                <a:lnTo>
                  <a:pt x="4915" y="12434"/>
                </a:lnTo>
                <a:lnTo>
                  <a:pt x="4745" y="12750"/>
                </a:lnTo>
                <a:lnTo>
                  <a:pt x="4648" y="12920"/>
                </a:lnTo>
                <a:lnTo>
                  <a:pt x="4599" y="13091"/>
                </a:lnTo>
                <a:lnTo>
                  <a:pt x="4477" y="13188"/>
                </a:lnTo>
                <a:lnTo>
                  <a:pt x="4404" y="13115"/>
                </a:lnTo>
                <a:lnTo>
                  <a:pt x="4258" y="13042"/>
                </a:lnTo>
                <a:lnTo>
                  <a:pt x="4331" y="12750"/>
                </a:lnTo>
                <a:lnTo>
                  <a:pt x="4404" y="12507"/>
                </a:lnTo>
                <a:lnTo>
                  <a:pt x="4526" y="12264"/>
                </a:lnTo>
                <a:lnTo>
                  <a:pt x="4769" y="11801"/>
                </a:lnTo>
                <a:lnTo>
                  <a:pt x="5232" y="11071"/>
                </a:lnTo>
                <a:lnTo>
                  <a:pt x="5694" y="10366"/>
                </a:lnTo>
                <a:lnTo>
                  <a:pt x="5718" y="10341"/>
                </a:lnTo>
                <a:lnTo>
                  <a:pt x="5694" y="10317"/>
                </a:lnTo>
                <a:lnTo>
                  <a:pt x="5670" y="10293"/>
                </a:lnTo>
                <a:lnTo>
                  <a:pt x="5645" y="10317"/>
                </a:lnTo>
                <a:lnTo>
                  <a:pt x="5037" y="11047"/>
                </a:lnTo>
                <a:lnTo>
                  <a:pt x="4745" y="11412"/>
                </a:lnTo>
                <a:lnTo>
                  <a:pt x="4477" y="11801"/>
                </a:lnTo>
                <a:lnTo>
                  <a:pt x="4331" y="12020"/>
                </a:lnTo>
                <a:lnTo>
                  <a:pt x="4185" y="12288"/>
                </a:lnTo>
                <a:lnTo>
                  <a:pt x="4064" y="12556"/>
                </a:lnTo>
                <a:lnTo>
                  <a:pt x="3966" y="12847"/>
                </a:lnTo>
                <a:lnTo>
                  <a:pt x="3674" y="12604"/>
                </a:lnTo>
                <a:lnTo>
                  <a:pt x="3407" y="12312"/>
                </a:lnTo>
                <a:lnTo>
                  <a:pt x="3188" y="11996"/>
                </a:lnTo>
                <a:lnTo>
                  <a:pt x="2969" y="11655"/>
                </a:lnTo>
                <a:lnTo>
                  <a:pt x="3066" y="11436"/>
                </a:lnTo>
                <a:lnTo>
                  <a:pt x="3139" y="11193"/>
                </a:lnTo>
                <a:lnTo>
                  <a:pt x="3236" y="10950"/>
                </a:lnTo>
                <a:lnTo>
                  <a:pt x="3358" y="10706"/>
                </a:lnTo>
                <a:lnTo>
                  <a:pt x="3626" y="10220"/>
                </a:lnTo>
                <a:lnTo>
                  <a:pt x="3869" y="9782"/>
                </a:lnTo>
                <a:lnTo>
                  <a:pt x="4161" y="9368"/>
                </a:lnTo>
                <a:lnTo>
                  <a:pt x="4453" y="8954"/>
                </a:lnTo>
                <a:lnTo>
                  <a:pt x="4769" y="8565"/>
                </a:lnTo>
                <a:lnTo>
                  <a:pt x="4794" y="8541"/>
                </a:lnTo>
                <a:lnTo>
                  <a:pt x="4769" y="8516"/>
                </a:lnTo>
                <a:lnTo>
                  <a:pt x="4745" y="8492"/>
                </a:lnTo>
                <a:lnTo>
                  <a:pt x="4721" y="8492"/>
                </a:lnTo>
                <a:lnTo>
                  <a:pt x="4331" y="8808"/>
                </a:lnTo>
                <a:lnTo>
                  <a:pt x="3991" y="9149"/>
                </a:lnTo>
                <a:lnTo>
                  <a:pt x="3699" y="9514"/>
                </a:lnTo>
                <a:lnTo>
                  <a:pt x="3407" y="9928"/>
                </a:lnTo>
                <a:lnTo>
                  <a:pt x="3236" y="10195"/>
                </a:lnTo>
                <a:lnTo>
                  <a:pt x="3042" y="10512"/>
                </a:lnTo>
                <a:lnTo>
                  <a:pt x="2871" y="10852"/>
                </a:lnTo>
                <a:lnTo>
                  <a:pt x="2798" y="11047"/>
                </a:lnTo>
                <a:lnTo>
                  <a:pt x="2750" y="11217"/>
                </a:lnTo>
                <a:lnTo>
                  <a:pt x="2579" y="10852"/>
                </a:lnTo>
                <a:lnTo>
                  <a:pt x="2458" y="10487"/>
                </a:lnTo>
                <a:lnTo>
                  <a:pt x="2579" y="10341"/>
                </a:lnTo>
                <a:lnTo>
                  <a:pt x="2652" y="10195"/>
                </a:lnTo>
                <a:lnTo>
                  <a:pt x="2798" y="9830"/>
                </a:lnTo>
                <a:lnTo>
                  <a:pt x="3236" y="8954"/>
                </a:lnTo>
                <a:lnTo>
                  <a:pt x="3455" y="8565"/>
                </a:lnTo>
                <a:lnTo>
                  <a:pt x="3699" y="8200"/>
                </a:lnTo>
                <a:lnTo>
                  <a:pt x="3966" y="7835"/>
                </a:lnTo>
                <a:lnTo>
                  <a:pt x="4185" y="7446"/>
                </a:lnTo>
                <a:lnTo>
                  <a:pt x="4210" y="7421"/>
                </a:lnTo>
                <a:lnTo>
                  <a:pt x="4185" y="7397"/>
                </a:lnTo>
                <a:lnTo>
                  <a:pt x="4161" y="7373"/>
                </a:lnTo>
                <a:lnTo>
                  <a:pt x="4137" y="7397"/>
                </a:lnTo>
                <a:lnTo>
                  <a:pt x="3966" y="7494"/>
                </a:lnTo>
                <a:lnTo>
                  <a:pt x="3820" y="7640"/>
                </a:lnTo>
                <a:lnTo>
                  <a:pt x="3674" y="7786"/>
                </a:lnTo>
                <a:lnTo>
                  <a:pt x="3528" y="7957"/>
                </a:lnTo>
                <a:lnTo>
                  <a:pt x="3285" y="8346"/>
                </a:lnTo>
                <a:lnTo>
                  <a:pt x="3066" y="8687"/>
                </a:lnTo>
                <a:lnTo>
                  <a:pt x="2798" y="9198"/>
                </a:lnTo>
                <a:lnTo>
                  <a:pt x="2555" y="9709"/>
                </a:lnTo>
                <a:lnTo>
                  <a:pt x="2458" y="9928"/>
                </a:lnTo>
                <a:lnTo>
                  <a:pt x="2360" y="10171"/>
                </a:lnTo>
                <a:lnTo>
                  <a:pt x="2239" y="9757"/>
                </a:lnTo>
                <a:lnTo>
                  <a:pt x="2166" y="9368"/>
                </a:lnTo>
                <a:lnTo>
                  <a:pt x="2239" y="9173"/>
                </a:lnTo>
                <a:lnTo>
                  <a:pt x="2385" y="8833"/>
                </a:lnTo>
                <a:lnTo>
                  <a:pt x="2555" y="8492"/>
                </a:lnTo>
                <a:lnTo>
                  <a:pt x="2725" y="8176"/>
                </a:lnTo>
                <a:lnTo>
                  <a:pt x="2920" y="7859"/>
                </a:lnTo>
                <a:lnTo>
                  <a:pt x="3309" y="7300"/>
                </a:lnTo>
                <a:lnTo>
                  <a:pt x="3528" y="7056"/>
                </a:lnTo>
                <a:lnTo>
                  <a:pt x="3747" y="6789"/>
                </a:lnTo>
                <a:lnTo>
                  <a:pt x="3893" y="6667"/>
                </a:lnTo>
                <a:lnTo>
                  <a:pt x="4088" y="6545"/>
                </a:lnTo>
                <a:lnTo>
                  <a:pt x="4234" y="6399"/>
                </a:lnTo>
                <a:lnTo>
                  <a:pt x="4380" y="6253"/>
                </a:lnTo>
                <a:lnTo>
                  <a:pt x="4356" y="6229"/>
                </a:lnTo>
                <a:lnTo>
                  <a:pt x="4283" y="6205"/>
                </a:lnTo>
                <a:lnTo>
                  <a:pt x="4185" y="6180"/>
                </a:lnTo>
                <a:lnTo>
                  <a:pt x="4064" y="6229"/>
                </a:lnTo>
                <a:lnTo>
                  <a:pt x="3942" y="6278"/>
                </a:lnTo>
                <a:lnTo>
                  <a:pt x="3820" y="6375"/>
                </a:lnTo>
                <a:lnTo>
                  <a:pt x="3699" y="6472"/>
                </a:lnTo>
                <a:lnTo>
                  <a:pt x="3455" y="6716"/>
                </a:lnTo>
                <a:lnTo>
                  <a:pt x="3236" y="6983"/>
                </a:lnTo>
                <a:lnTo>
                  <a:pt x="3017" y="7251"/>
                </a:lnTo>
                <a:lnTo>
                  <a:pt x="2750" y="7640"/>
                </a:lnTo>
                <a:lnTo>
                  <a:pt x="2579" y="7908"/>
                </a:lnTo>
                <a:lnTo>
                  <a:pt x="2409" y="8176"/>
                </a:lnTo>
                <a:lnTo>
                  <a:pt x="2239" y="8468"/>
                </a:lnTo>
                <a:lnTo>
                  <a:pt x="2093" y="8784"/>
                </a:lnTo>
                <a:lnTo>
                  <a:pt x="2093" y="8565"/>
                </a:lnTo>
                <a:lnTo>
                  <a:pt x="2093" y="8224"/>
                </a:lnTo>
                <a:lnTo>
                  <a:pt x="2239" y="7835"/>
                </a:lnTo>
                <a:lnTo>
                  <a:pt x="2385" y="7567"/>
                </a:lnTo>
                <a:lnTo>
                  <a:pt x="2506" y="7324"/>
                </a:lnTo>
                <a:lnTo>
                  <a:pt x="2823" y="6837"/>
                </a:lnTo>
                <a:lnTo>
                  <a:pt x="3139" y="6375"/>
                </a:lnTo>
                <a:lnTo>
                  <a:pt x="3309" y="6156"/>
                </a:lnTo>
                <a:lnTo>
                  <a:pt x="3504" y="5961"/>
                </a:lnTo>
                <a:lnTo>
                  <a:pt x="3723" y="5742"/>
                </a:lnTo>
                <a:lnTo>
                  <a:pt x="3942" y="5572"/>
                </a:lnTo>
                <a:lnTo>
                  <a:pt x="4161" y="5402"/>
                </a:lnTo>
                <a:lnTo>
                  <a:pt x="4404" y="5256"/>
                </a:lnTo>
                <a:lnTo>
                  <a:pt x="4429" y="5207"/>
                </a:lnTo>
                <a:lnTo>
                  <a:pt x="4429" y="5158"/>
                </a:lnTo>
                <a:lnTo>
                  <a:pt x="4380" y="5110"/>
                </a:lnTo>
                <a:lnTo>
                  <a:pt x="4331" y="5110"/>
                </a:lnTo>
                <a:lnTo>
                  <a:pt x="4088" y="5207"/>
                </a:lnTo>
                <a:lnTo>
                  <a:pt x="3845" y="5353"/>
                </a:lnTo>
                <a:lnTo>
                  <a:pt x="3626" y="5499"/>
                </a:lnTo>
                <a:lnTo>
                  <a:pt x="3431" y="5645"/>
                </a:lnTo>
                <a:lnTo>
                  <a:pt x="3236" y="5840"/>
                </a:lnTo>
                <a:lnTo>
                  <a:pt x="3042" y="6034"/>
                </a:lnTo>
                <a:lnTo>
                  <a:pt x="2701" y="6424"/>
                </a:lnTo>
                <a:lnTo>
                  <a:pt x="2409" y="6837"/>
                </a:lnTo>
                <a:lnTo>
                  <a:pt x="2166" y="7251"/>
                </a:lnTo>
                <a:lnTo>
                  <a:pt x="2239" y="6910"/>
                </a:lnTo>
                <a:lnTo>
                  <a:pt x="2312" y="6570"/>
                </a:lnTo>
                <a:lnTo>
                  <a:pt x="2409" y="6229"/>
                </a:lnTo>
                <a:lnTo>
                  <a:pt x="2531" y="5888"/>
                </a:lnTo>
                <a:lnTo>
                  <a:pt x="2774" y="5621"/>
                </a:lnTo>
                <a:lnTo>
                  <a:pt x="3042" y="5402"/>
                </a:lnTo>
                <a:lnTo>
                  <a:pt x="3626" y="4964"/>
                </a:lnTo>
                <a:lnTo>
                  <a:pt x="3650" y="4915"/>
                </a:lnTo>
                <a:lnTo>
                  <a:pt x="3650" y="4866"/>
                </a:lnTo>
                <a:lnTo>
                  <a:pt x="3626" y="4818"/>
                </a:lnTo>
                <a:lnTo>
                  <a:pt x="3407" y="4818"/>
                </a:lnTo>
                <a:lnTo>
                  <a:pt x="3261" y="4866"/>
                </a:lnTo>
                <a:lnTo>
                  <a:pt x="3090" y="4939"/>
                </a:lnTo>
                <a:lnTo>
                  <a:pt x="2944" y="5012"/>
                </a:lnTo>
                <a:lnTo>
                  <a:pt x="3236" y="4574"/>
                </a:lnTo>
                <a:lnTo>
                  <a:pt x="3577" y="4161"/>
                </a:lnTo>
                <a:lnTo>
                  <a:pt x="3747" y="3966"/>
                </a:lnTo>
                <a:lnTo>
                  <a:pt x="3942" y="3796"/>
                </a:lnTo>
                <a:lnTo>
                  <a:pt x="4137" y="3626"/>
                </a:lnTo>
                <a:lnTo>
                  <a:pt x="4356" y="3480"/>
                </a:lnTo>
                <a:lnTo>
                  <a:pt x="4623" y="3309"/>
                </a:lnTo>
                <a:lnTo>
                  <a:pt x="4867" y="3163"/>
                </a:lnTo>
                <a:lnTo>
                  <a:pt x="5426" y="2896"/>
                </a:lnTo>
                <a:lnTo>
                  <a:pt x="5986" y="2677"/>
                </a:lnTo>
                <a:lnTo>
                  <a:pt x="6594" y="2506"/>
                </a:lnTo>
                <a:lnTo>
                  <a:pt x="7178" y="2385"/>
                </a:lnTo>
                <a:lnTo>
                  <a:pt x="7786" y="2312"/>
                </a:lnTo>
                <a:lnTo>
                  <a:pt x="8419" y="2287"/>
                </a:lnTo>
                <a:close/>
                <a:moveTo>
                  <a:pt x="2506" y="11947"/>
                </a:moveTo>
                <a:lnTo>
                  <a:pt x="2798" y="12410"/>
                </a:lnTo>
                <a:lnTo>
                  <a:pt x="2969" y="12628"/>
                </a:lnTo>
                <a:lnTo>
                  <a:pt x="3139" y="12823"/>
                </a:lnTo>
                <a:lnTo>
                  <a:pt x="3334" y="12993"/>
                </a:lnTo>
                <a:lnTo>
                  <a:pt x="3528" y="13188"/>
                </a:lnTo>
                <a:lnTo>
                  <a:pt x="3723" y="13334"/>
                </a:lnTo>
                <a:lnTo>
                  <a:pt x="3918" y="13480"/>
                </a:lnTo>
                <a:lnTo>
                  <a:pt x="3528" y="13675"/>
                </a:lnTo>
                <a:lnTo>
                  <a:pt x="3309" y="13748"/>
                </a:lnTo>
                <a:lnTo>
                  <a:pt x="3090" y="13821"/>
                </a:lnTo>
                <a:lnTo>
                  <a:pt x="2871" y="13845"/>
                </a:lnTo>
                <a:lnTo>
                  <a:pt x="2677" y="13845"/>
                </a:lnTo>
                <a:lnTo>
                  <a:pt x="2506" y="13796"/>
                </a:lnTo>
                <a:lnTo>
                  <a:pt x="2409" y="13772"/>
                </a:lnTo>
                <a:lnTo>
                  <a:pt x="2336" y="13723"/>
                </a:lnTo>
                <a:lnTo>
                  <a:pt x="2239" y="13626"/>
                </a:lnTo>
                <a:lnTo>
                  <a:pt x="2190" y="13553"/>
                </a:lnTo>
                <a:lnTo>
                  <a:pt x="2141" y="13456"/>
                </a:lnTo>
                <a:lnTo>
                  <a:pt x="2117" y="13358"/>
                </a:lnTo>
                <a:lnTo>
                  <a:pt x="2117" y="13139"/>
                </a:lnTo>
                <a:lnTo>
                  <a:pt x="2166" y="12896"/>
                </a:lnTo>
                <a:lnTo>
                  <a:pt x="2239" y="12653"/>
                </a:lnTo>
                <a:lnTo>
                  <a:pt x="2336" y="12410"/>
                </a:lnTo>
                <a:lnTo>
                  <a:pt x="2506" y="11947"/>
                </a:lnTo>
                <a:close/>
                <a:moveTo>
                  <a:pt x="14064" y="6570"/>
                </a:moveTo>
                <a:lnTo>
                  <a:pt x="14113" y="6740"/>
                </a:lnTo>
                <a:lnTo>
                  <a:pt x="14162" y="6910"/>
                </a:lnTo>
                <a:lnTo>
                  <a:pt x="14210" y="7105"/>
                </a:lnTo>
                <a:lnTo>
                  <a:pt x="14235" y="7324"/>
                </a:lnTo>
                <a:lnTo>
                  <a:pt x="14235" y="7713"/>
                </a:lnTo>
                <a:lnTo>
                  <a:pt x="14235" y="8078"/>
                </a:lnTo>
                <a:lnTo>
                  <a:pt x="14235" y="8541"/>
                </a:lnTo>
                <a:lnTo>
                  <a:pt x="14210" y="9003"/>
                </a:lnTo>
                <a:lnTo>
                  <a:pt x="14162" y="9465"/>
                </a:lnTo>
                <a:lnTo>
                  <a:pt x="14064" y="9928"/>
                </a:lnTo>
                <a:lnTo>
                  <a:pt x="13943" y="10341"/>
                </a:lnTo>
                <a:lnTo>
                  <a:pt x="13797" y="10731"/>
                </a:lnTo>
                <a:lnTo>
                  <a:pt x="13602" y="11120"/>
                </a:lnTo>
                <a:lnTo>
                  <a:pt x="13383" y="11485"/>
                </a:lnTo>
                <a:lnTo>
                  <a:pt x="13140" y="11850"/>
                </a:lnTo>
                <a:lnTo>
                  <a:pt x="12848" y="12166"/>
                </a:lnTo>
                <a:lnTo>
                  <a:pt x="12556" y="12483"/>
                </a:lnTo>
                <a:lnTo>
                  <a:pt x="12239" y="12799"/>
                </a:lnTo>
                <a:lnTo>
                  <a:pt x="12191" y="12726"/>
                </a:lnTo>
                <a:lnTo>
                  <a:pt x="12142" y="12701"/>
                </a:lnTo>
                <a:lnTo>
                  <a:pt x="12020" y="12628"/>
                </a:lnTo>
                <a:lnTo>
                  <a:pt x="11972" y="12628"/>
                </a:lnTo>
                <a:lnTo>
                  <a:pt x="11947" y="12653"/>
                </a:lnTo>
                <a:lnTo>
                  <a:pt x="11947" y="12677"/>
                </a:lnTo>
                <a:lnTo>
                  <a:pt x="11947" y="12726"/>
                </a:lnTo>
                <a:lnTo>
                  <a:pt x="11996" y="12774"/>
                </a:lnTo>
                <a:lnTo>
                  <a:pt x="12020" y="12823"/>
                </a:lnTo>
                <a:lnTo>
                  <a:pt x="12045" y="12969"/>
                </a:lnTo>
                <a:lnTo>
                  <a:pt x="11680" y="13237"/>
                </a:lnTo>
                <a:lnTo>
                  <a:pt x="11582" y="13018"/>
                </a:lnTo>
                <a:lnTo>
                  <a:pt x="11558" y="12896"/>
                </a:lnTo>
                <a:lnTo>
                  <a:pt x="11534" y="12774"/>
                </a:lnTo>
                <a:lnTo>
                  <a:pt x="11509" y="12726"/>
                </a:lnTo>
                <a:lnTo>
                  <a:pt x="11461" y="12701"/>
                </a:lnTo>
                <a:lnTo>
                  <a:pt x="11412" y="12726"/>
                </a:lnTo>
                <a:lnTo>
                  <a:pt x="11388" y="12774"/>
                </a:lnTo>
                <a:lnTo>
                  <a:pt x="11363" y="13115"/>
                </a:lnTo>
                <a:lnTo>
                  <a:pt x="11363" y="13285"/>
                </a:lnTo>
                <a:lnTo>
                  <a:pt x="11388" y="13431"/>
                </a:lnTo>
                <a:lnTo>
                  <a:pt x="11266" y="13529"/>
                </a:lnTo>
                <a:lnTo>
                  <a:pt x="11096" y="13626"/>
                </a:lnTo>
                <a:lnTo>
                  <a:pt x="11023" y="13310"/>
                </a:lnTo>
                <a:lnTo>
                  <a:pt x="10925" y="12993"/>
                </a:lnTo>
                <a:lnTo>
                  <a:pt x="10877" y="12969"/>
                </a:lnTo>
                <a:lnTo>
                  <a:pt x="10828" y="12993"/>
                </a:lnTo>
                <a:lnTo>
                  <a:pt x="10779" y="13188"/>
                </a:lnTo>
                <a:lnTo>
                  <a:pt x="10779" y="13383"/>
                </a:lnTo>
                <a:lnTo>
                  <a:pt x="10804" y="13577"/>
                </a:lnTo>
                <a:lnTo>
                  <a:pt x="10852" y="13772"/>
                </a:lnTo>
                <a:lnTo>
                  <a:pt x="10487" y="13918"/>
                </a:lnTo>
                <a:lnTo>
                  <a:pt x="10487" y="13821"/>
                </a:lnTo>
                <a:lnTo>
                  <a:pt x="10463" y="13480"/>
                </a:lnTo>
                <a:lnTo>
                  <a:pt x="10439" y="13310"/>
                </a:lnTo>
                <a:lnTo>
                  <a:pt x="10414" y="13139"/>
                </a:lnTo>
                <a:lnTo>
                  <a:pt x="10390" y="13091"/>
                </a:lnTo>
                <a:lnTo>
                  <a:pt x="10293" y="13091"/>
                </a:lnTo>
                <a:lnTo>
                  <a:pt x="10268" y="13139"/>
                </a:lnTo>
                <a:lnTo>
                  <a:pt x="10195" y="13480"/>
                </a:lnTo>
                <a:lnTo>
                  <a:pt x="10195" y="13821"/>
                </a:lnTo>
                <a:lnTo>
                  <a:pt x="10171" y="14040"/>
                </a:lnTo>
                <a:lnTo>
                  <a:pt x="9782" y="14186"/>
                </a:lnTo>
                <a:lnTo>
                  <a:pt x="9806" y="13845"/>
                </a:lnTo>
                <a:lnTo>
                  <a:pt x="9879" y="13504"/>
                </a:lnTo>
                <a:lnTo>
                  <a:pt x="9928" y="13164"/>
                </a:lnTo>
                <a:lnTo>
                  <a:pt x="9952" y="12823"/>
                </a:lnTo>
                <a:lnTo>
                  <a:pt x="9952" y="12774"/>
                </a:lnTo>
                <a:lnTo>
                  <a:pt x="9928" y="12750"/>
                </a:lnTo>
                <a:lnTo>
                  <a:pt x="9879" y="12726"/>
                </a:lnTo>
                <a:lnTo>
                  <a:pt x="9806" y="12750"/>
                </a:lnTo>
                <a:lnTo>
                  <a:pt x="9757" y="12799"/>
                </a:lnTo>
                <a:lnTo>
                  <a:pt x="9636" y="13139"/>
                </a:lnTo>
                <a:lnTo>
                  <a:pt x="9490" y="13504"/>
                </a:lnTo>
                <a:lnTo>
                  <a:pt x="9417" y="13894"/>
                </a:lnTo>
                <a:lnTo>
                  <a:pt x="9392" y="14088"/>
                </a:lnTo>
                <a:lnTo>
                  <a:pt x="9368" y="14283"/>
                </a:lnTo>
                <a:lnTo>
                  <a:pt x="9125" y="14332"/>
                </a:lnTo>
                <a:lnTo>
                  <a:pt x="9125" y="14064"/>
                </a:lnTo>
                <a:lnTo>
                  <a:pt x="9149" y="13821"/>
                </a:lnTo>
                <a:lnTo>
                  <a:pt x="9173" y="13431"/>
                </a:lnTo>
                <a:lnTo>
                  <a:pt x="9222" y="13237"/>
                </a:lnTo>
                <a:lnTo>
                  <a:pt x="9246" y="13139"/>
                </a:lnTo>
                <a:lnTo>
                  <a:pt x="9295" y="13091"/>
                </a:lnTo>
                <a:lnTo>
                  <a:pt x="9295" y="13066"/>
                </a:lnTo>
                <a:lnTo>
                  <a:pt x="9295" y="13042"/>
                </a:lnTo>
                <a:lnTo>
                  <a:pt x="9246" y="13042"/>
                </a:lnTo>
                <a:lnTo>
                  <a:pt x="9173" y="13091"/>
                </a:lnTo>
                <a:lnTo>
                  <a:pt x="9125" y="13139"/>
                </a:lnTo>
                <a:lnTo>
                  <a:pt x="9027" y="13310"/>
                </a:lnTo>
                <a:lnTo>
                  <a:pt x="8954" y="13480"/>
                </a:lnTo>
                <a:lnTo>
                  <a:pt x="8906" y="13650"/>
                </a:lnTo>
                <a:lnTo>
                  <a:pt x="8808" y="13991"/>
                </a:lnTo>
                <a:lnTo>
                  <a:pt x="8784" y="14210"/>
                </a:lnTo>
                <a:lnTo>
                  <a:pt x="8784" y="14405"/>
                </a:lnTo>
                <a:lnTo>
                  <a:pt x="8443" y="14453"/>
                </a:lnTo>
                <a:lnTo>
                  <a:pt x="8443" y="14332"/>
                </a:lnTo>
                <a:lnTo>
                  <a:pt x="8492" y="13894"/>
                </a:lnTo>
                <a:lnTo>
                  <a:pt x="8589" y="13456"/>
                </a:lnTo>
                <a:lnTo>
                  <a:pt x="8735" y="13042"/>
                </a:lnTo>
                <a:lnTo>
                  <a:pt x="8833" y="12847"/>
                </a:lnTo>
                <a:lnTo>
                  <a:pt x="8930" y="12653"/>
                </a:lnTo>
                <a:lnTo>
                  <a:pt x="8930" y="12628"/>
                </a:lnTo>
                <a:lnTo>
                  <a:pt x="8906" y="12580"/>
                </a:lnTo>
                <a:lnTo>
                  <a:pt x="8881" y="12580"/>
                </a:lnTo>
                <a:lnTo>
                  <a:pt x="8857" y="12604"/>
                </a:lnTo>
                <a:lnTo>
                  <a:pt x="8687" y="12799"/>
                </a:lnTo>
                <a:lnTo>
                  <a:pt x="8516" y="12993"/>
                </a:lnTo>
                <a:lnTo>
                  <a:pt x="8395" y="13237"/>
                </a:lnTo>
                <a:lnTo>
                  <a:pt x="8297" y="13456"/>
                </a:lnTo>
                <a:lnTo>
                  <a:pt x="8200" y="13723"/>
                </a:lnTo>
                <a:lnTo>
                  <a:pt x="8127" y="13967"/>
                </a:lnTo>
                <a:lnTo>
                  <a:pt x="8103" y="14234"/>
                </a:lnTo>
                <a:lnTo>
                  <a:pt x="8078" y="14478"/>
                </a:lnTo>
                <a:lnTo>
                  <a:pt x="7762" y="14502"/>
                </a:lnTo>
                <a:lnTo>
                  <a:pt x="7811" y="14259"/>
                </a:lnTo>
                <a:lnTo>
                  <a:pt x="7859" y="14113"/>
                </a:lnTo>
                <a:lnTo>
                  <a:pt x="7908" y="13967"/>
                </a:lnTo>
                <a:lnTo>
                  <a:pt x="7957" y="13796"/>
                </a:lnTo>
                <a:lnTo>
                  <a:pt x="7981" y="13650"/>
                </a:lnTo>
                <a:lnTo>
                  <a:pt x="7957" y="13602"/>
                </a:lnTo>
                <a:lnTo>
                  <a:pt x="7932" y="13577"/>
                </a:lnTo>
                <a:lnTo>
                  <a:pt x="7884" y="13577"/>
                </a:lnTo>
                <a:lnTo>
                  <a:pt x="7811" y="13626"/>
                </a:lnTo>
                <a:lnTo>
                  <a:pt x="7738" y="13699"/>
                </a:lnTo>
                <a:lnTo>
                  <a:pt x="7689" y="13772"/>
                </a:lnTo>
                <a:lnTo>
                  <a:pt x="7640" y="13869"/>
                </a:lnTo>
                <a:lnTo>
                  <a:pt x="7567" y="14064"/>
                </a:lnTo>
                <a:lnTo>
                  <a:pt x="7519" y="14259"/>
                </a:lnTo>
                <a:lnTo>
                  <a:pt x="7446" y="14526"/>
                </a:lnTo>
                <a:lnTo>
                  <a:pt x="7105" y="14526"/>
                </a:lnTo>
                <a:lnTo>
                  <a:pt x="7129" y="14380"/>
                </a:lnTo>
                <a:lnTo>
                  <a:pt x="7178" y="14210"/>
                </a:lnTo>
                <a:lnTo>
                  <a:pt x="7300" y="13894"/>
                </a:lnTo>
                <a:lnTo>
                  <a:pt x="7421" y="13577"/>
                </a:lnTo>
                <a:lnTo>
                  <a:pt x="7421" y="13529"/>
                </a:lnTo>
                <a:lnTo>
                  <a:pt x="7397" y="13504"/>
                </a:lnTo>
                <a:lnTo>
                  <a:pt x="7324" y="13504"/>
                </a:lnTo>
                <a:lnTo>
                  <a:pt x="7154" y="13650"/>
                </a:lnTo>
                <a:lnTo>
                  <a:pt x="7008" y="13821"/>
                </a:lnTo>
                <a:lnTo>
                  <a:pt x="6886" y="13991"/>
                </a:lnTo>
                <a:lnTo>
                  <a:pt x="6789" y="14210"/>
                </a:lnTo>
                <a:lnTo>
                  <a:pt x="6740" y="14332"/>
                </a:lnTo>
                <a:lnTo>
                  <a:pt x="6716" y="14502"/>
                </a:lnTo>
                <a:lnTo>
                  <a:pt x="6497" y="14453"/>
                </a:lnTo>
                <a:lnTo>
                  <a:pt x="6302" y="14380"/>
                </a:lnTo>
                <a:lnTo>
                  <a:pt x="5889" y="14210"/>
                </a:lnTo>
                <a:lnTo>
                  <a:pt x="7008" y="13358"/>
                </a:lnTo>
                <a:lnTo>
                  <a:pt x="8078" y="12458"/>
                </a:lnTo>
                <a:lnTo>
                  <a:pt x="8881" y="11777"/>
                </a:lnTo>
                <a:lnTo>
                  <a:pt x="9271" y="11436"/>
                </a:lnTo>
                <a:lnTo>
                  <a:pt x="9684" y="11120"/>
                </a:lnTo>
                <a:lnTo>
                  <a:pt x="10463" y="10512"/>
                </a:lnTo>
                <a:lnTo>
                  <a:pt x="10828" y="10195"/>
                </a:lnTo>
                <a:lnTo>
                  <a:pt x="11193" y="9855"/>
                </a:lnTo>
                <a:lnTo>
                  <a:pt x="11388" y="9636"/>
                </a:lnTo>
                <a:lnTo>
                  <a:pt x="11582" y="9417"/>
                </a:lnTo>
                <a:lnTo>
                  <a:pt x="11923" y="8930"/>
                </a:lnTo>
                <a:lnTo>
                  <a:pt x="12264" y="8443"/>
                </a:lnTo>
                <a:lnTo>
                  <a:pt x="12434" y="8200"/>
                </a:lnTo>
                <a:lnTo>
                  <a:pt x="12629" y="7981"/>
                </a:lnTo>
                <a:lnTo>
                  <a:pt x="12969" y="7616"/>
                </a:lnTo>
                <a:lnTo>
                  <a:pt x="13334" y="7251"/>
                </a:lnTo>
                <a:lnTo>
                  <a:pt x="13699" y="6910"/>
                </a:lnTo>
                <a:lnTo>
                  <a:pt x="14064" y="6570"/>
                </a:lnTo>
                <a:close/>
                <a:moveTo>
                  <a:pt x="14356" y="1460"/>
                </a:moveTo>
                <a:lnTo>
                  <a:pt x="14575" y="1509"/>
                </a:lnTo>
                <a:lnTo>
                  <a:pt x="14721" y="1582"/>
                </a:lnTo>
                <a:lnTo>
                  <a:pt x="14843" y="1679"/>
                </a:lnTo>
                <a:lnTo>
                  <a:pt x="14916" y="1825"/>
                </a:lnTo>
                <a:lnTo>
                  <a:pt x="14964" y="1971"/>
                </a:lnTo>
                <a:lnTo>
                  <a:pt x="14989" y="2141"/>
                </a:lnTo>
                <a:lnTo>
                  <a:pt x="14964" y="2312"/>
                </a:lnTo>
                <a:lnTo>
                  <a:pt x="14940" y="2506"/>
                </a:lnTo>
                <a:lnTo>
                  <a:pt x="14867" y="2701"/>
                </a:lnTo>
                <a:lnTo>
                  <a:pt x="14721" y="3090"/>
                </a:lnTo>
                <a:lnTo>
                  <a:pt x="14551" y="3455"/>
                </a:lnTo>
                <a:lnTo>
                  <a:pt x="14381" y="3747"/>
                </a:lnTo>
                <a:lnTo>
                  <a:pt x="14162" y="4112"/>
                </a:lnTo>
                <a:lnTo>
                  <a:pt x="13918" y="4477"/>
                </a:lnTo>
                <a:lnTo>
                  <a:pt x="13432" y="5183"/>
                </a:lnTo>
                <a:lnTo>
                  <a:pt x="12385" y="6545"/>
                </a:lnTo>
                <a:lnTo>
                  <a:pt x="12045" y="7008"/>
                </a:lnTo>
                <a:lnTo>
                  <a:pt x="11704" y="7421"/>
                </a:lnTo>
                <a:lnTo>
                  <a:pt x="11339" y="7835"/>
                </a:lnTo>
                <a:lnTo>
                  <a:pt x="10950" y="8224"/>
                </a:lnTo>
                <a:lnTo>
                  <a:pt x="10560" y="8614"/>
                </a:lnTo>
                <a:lnTo>
                  <a:pt x="10171" y="9003"/>
                </a:lnTo>
                <a:lnTo>
                  <a:pt x="9319" y="9733"/>
                </a:lnTo>
                <a:lnTo>
                  <a:pt x="8565" y="10341"/>
                </a:lnTo>
                <a:lnTo>
                  <a:pt x="7835" y="10974"/>
                </a:lnTo>
                <a:lnTo>
                  <a:pt x="7129" y="11607"/>
                </a:lnTo>
                <a:lnTo>
                  <a:pt x="6789" y="11947"/>
                </a:lnTo>
                <a:lnTo>
                  <a:pt x="6448" y="12288"/>
                </a:lnTo>
                <a:lnTo>
                  <a:pt x="5791" y="12945"/>
                </a:lnTo>
                <a:lnTo>
                  <a:pt x="5134" y="13602"/>
                </a:lnTo>
                <a:lnTo>
                  <a:pt x="4794" y="13918"/>
                </a:lnTo>
                <a:lnTo>
                  <a:pt x="4429" y="14210"/>
                </a:lnTo>
                <a:lnTo>
                  <a:pt x="4064" y="14478"/>
                </a:lnTo>
                <a:lnTo>
                  <a:pt x="3674" y="14745"/>
                </a:lnTo>
                <a:lnTo>
                  <a:pt x="3431" y="14891"/>
                </a:lnTo>
                <a:lnTo>
                  <a:pt x="3115" y="15037"/>
                </a:lnTo>
                <a:lnTo>
                  <a:pt x="2750" y="15208"/>
                </a:lnTo>
                <a:lnTo>
                  <a:pt x="2360" y="15305"/>
                </a:lnTo>
                <a:lnTo>
                  <a:pt x="2166" y="15354"/>
                </a:lnTo>
                <a:lnTo>
                  <a:pt x="1971" y="15378"/>
                </a:lnTo>
                <a:lnTo>
                  <a:pt x="1776" y="15402"/>
                </a:lnTo>
                <a:lnTo>
                  <a:pt x="1606" y="15378"/>
                </a:lnTo>
                <a:lnTo>
                  <a:pt x="1460" y="15329"/>
                </a:lnTo>
                <a:lnTo>
                  <a:pt x="1314" y="15256"/>
                </a:lnTo>
                <a:lnTo>
                  <a:pt x="1192" y="15159"/>
                </a:lnTo>
                <a:lnTo>
                  <a:pt x="1095" y="15037"/>
                </a:lnTo>
                <a:lnTo>
                  <a:pt x="1022" y="14867"/>
                </a:lnTo>
                <a:lnTo>
                  <a:pt x="973" y="14672"/>
                </a:lnTo>
                <a:lnTo>
                  <a:pt x="973" y="14478"/>
                </a:lnTo>
                <a:lnTo>
                  <a:pt x="973" y="14283"/>
                </a:lnTo>
                <a:lnTo>
                  <a:pt x="998" y="14064"/>
                </a:lnTo>
                <a:lnTo>
                  <a:pt x="1046" y="13869"/>
                </a:lnTo>
                <a:lnTo>
                  <a:pt x="1168" y="13456"/>
                </a:lnTo>
                <a:lnTo>
                  <a:pt x="1752" y="12288"/>
                </a:lnTo>
                <a:lnTo>
                  <a:pt x="2020" y="11753"/>
                </a:lnTo>
                <a:lnTo>
                  <a:pt x="2141" y="11558"/>
                </a:lnTo>
                <a:lnTo>
                  <a:pt x="2190" y="11485"/>
                </a:lnTo>
                <a:lnTo>
                  <a:pt x="2239" y="11436"/>
                </a:lnTo>
                <a:lnTo>
                  <a:pt x="2287" y="11534"/>
                </a:lnTo>
                <a:lnTo>
                  <a:pt x="2263" y="11558"/>
                </a:lnTo>
                <a:lnTo>
                  <a:pt x="1995" y="12118"/>
                </a:lnTo>
                <a:lnTo>
                  <a:pt x="1874" y="12410"/>
                </a:lnTo>
                <a:lnTo>
                  <a:pt x="1776" y="12701"/>
                </a:lnTo>
                <a:lnTo>
                  <a:pt x="1703" y="12993"/>
                </a:lnTo>
                <a:lnTo>
                  <a:pt x="1703" y="13139"/>
                </a:lnTo>
                <a:lnTo>
                  <a:pt x="1703" y="13285"/>
                </a:lnTo>
                <a:lnTo>
                  <a:pt x="1703" y="13431"/>
                </a:lnTo>
                <a:lnTo>
                  <a:pt x="1728" y="13577"/>
                </a:lnTo>
                <a:lnTo>
                  <a:pt x="1776" y="13723"/>
                </a:lnTo>
                <a:lnTo>
                  <a:pt x="1849" y="13869"/>
                </a:lnTo>
                <a:lnTo>
                  <a:pt x="1922" y="13967"/>
                </a:lnTo>
                <a:lnTo>
                  <a:pt x="2020" y="14064"/>
                </a:lnTo>
                <a:lnTo>
                  <a:pt x="2117" y="14137"/>
                </a:lnTo>
                <a:lnTo>
                  <a:pt x="2214" y="14210"/>
                </a:lnTo>
                <a:lnTo>
                  <a:pt x="2336" y="14234"/>
                </a:lnTo>
                <a:lnTo>
                  <a:pt x="2458" y="14283"/>
                </a:lnTo>
                <a:lnTo>
                  <a:pt x="2701" y="14283"/>
                </a:lnTo>
                <a:lnTo>
                  <a:pt x="2969" y="14259"/>
                </a:lnTo>
                <a:lnTo>
                  <a:pt x="3236" y="14210"/>
                </a:lnTo>
                <a:lnTo>
                  <a:pt x="3480" y="14137"/>
                </a:lnTo>
                <a:lnTo>
                  <a:pt x="3674" y="14040"/>
                </a:lnTo>
                <a:lnTo>
                  <a:pt x="4064" y="13869"/>
                </a:lnTo>
                <a:lnTo>
                  <a:pt x="4404" y="13650"/>
                </a:lnTo>
                <a:lnTo>
                  <a:pt x="4745" y="13407"/>
                </a:lnTo>
                <a:lnTo>
                  <a:pt x="5086" y="13139"/>
                </a:lnTo>
                <a:lnTo>
                  <a:pt x="5718" y="12580"/>
                </a:lnTo>
                <a:lnTo>
                  <a:pt x="6351" y="12020"/>
                </a:lnTo>
                <a:lnTo>
                  <a:pt x="7056" y="11315"/>
                </a:lnTo>
                <a:lnTo>
                  <a:pt x="7762" y="10585"/>
                </a:lnTo>
                <a:lnTo>
                  <a:pt x="8443" y="9855"/>
                </a:lnTo>
                <a:lnTo>
                  <a:pt x="9149" y="9125"/>
                </a:lnTo>
                <a:lnTo>
                  <a:pt x="10585" y="7665"/>
                </a:lnTo>
                <a:lnTo>
                  <a:pt x="11315" y="6910"/>
                </a:lnTo>
                <a:lnTo>
                  <a:pt x="12045" y="6180"/>
                </a:lnTo>
                <a:lnTo>
                  <a:pt x="12580" y="5596"/>
                </a:lnTo>
                <a:lnTo>
                  <a:pt x="13091" y="4988"/>
                </a:lnTo>
                <a:lnTo>
                  <a:pt x="13334" y="4672"/>
                </a:lnTo>
                <a:lnTo>
                  <a:pt x="13553" y="4356"/>
                </a:lnTo>
                <a:lnTo>
                  <a:pt x="13772" y="4015"/>
                </a:lnTo>
                <a:lnTo>
                  <a:pt x="13943" y="3674"/>
                </a:lnTo>
                <a:lnTo>
                  <a:pt x="14040" y="3407"/>
                </a:lnTo>
                <a:lnTo>
                  <a:pt x="14113" y="3163"/>
                </a:lnTo>
                <a:lnTo>
                  <a:pt x="14162" y="2896"/>
                </a:lnTo>
                <a:lnTo>
                  <a:pt x="14186" y="2628"/>
                </a:lnTo>
                <a:lnTo>
                  <a:pt x="14137" y="2385"/>
                </a:lnTo>
                <a:lnTo>
                  <a:pt x="14089" y="2263"/>
                </a:lnTo>
                <a:lnTo>
                  <a:pt x="14040" y="2141"/>
                </a:lnTo>
                <a:lnTo>
                  <a:pt x="13967" y="2044"/>
                </a:lnTo>
                <a:lnTo>
                  <a:pt x="13894" y="1947"/>
                </a:lnTo>
                <a:lnTo>
                  <a:pt x="13772" y="1849"/>
                </a:lnTo>
                <a:lnTo>
                  <a:pt x="13651" y="1776"/>
                </a:lnTo>
                <a:lnTo>
                  <a:pt x="13480" y="1703"/>
                </a:lnTo>
                <a:lnTo>
                  <a:pt x="13334" y="1679"/>
                </a:lnTo>
                <a:lnTo>
                  <a:pt x="12994" y="1679"/>
                </a:lnTo>
                <a:lnTo>
                  <a:pt x="13261" y="1606"/>
                </a:lnTo>
                <a:lnTo>
                  <a:pt x="13529" y="1533"/>
                </a:lnTo>
                <a:lnTo>
                  <a:pt x="13821" y="1484"/>
                </a:lnTo>
                <a:lnTo>
                  <a:pt x="14113" y="1460"/>
                </a:lnTo>
                <a:close/>
                <a:moveTo>
                  <a:pt x="15573" y="535"/>
                </a:moveTo>
                <a:lnTo>
                  <a:pt x="15694" y="584"/>
                </a:lnTo>
                <a:lnTo>
                  <a:pt x="15767" y="633"/>
                </a:lnTo>
                <a:lnTo>
                  <a:pt x="15816" y="681"/>
                </a:lnTo>
                <a:lnTo>
                  <a:pt x="15840" y="754"/>
                </a:lnTo>
                <a:lnTo>
                  <a:pt x="15889" y="852"/>
                </a:lnTo>
                <a:lnTo>
                  <a:pt x="15938" y="1119"/>
                </a:lnTo>
                <a:lnTo>
                  <a:pt x="15938" y="1387"/>
                </a:lnTo>
                <a:lnTo>
                  <a:pt x="15913" y="1679"/>
                </a:lnTo>
                <a:lnTo>
                  <a:pt x="15865" y="1971"/>
                </a:lnTo>
                <a:lnTo>
                  <a:pt x="15719" y="2531"/>
                </a:lnTo>
                <a:lnTo>
                  <a:pt x="15548" y="3066"/>
                </a:lnTo>
                <a:lnTo>
                  <a:pt x="15378" y="3577"/>
                </a:lnTo>
                <a:lnTo>
                  <a:pt x="15159" y="4088"/>
                </a:lnTo>
                <a:lnTo>
                  <a:pt x="14916" y="4574"/>
                </a:lnTo>
                <a:lnTo>
                  <a:pt x="14624" y="5061"/>
                </a:lnTo>
                <a:lnTo>
                  <a:pt x="14332" y="5499"/>
                </a:lnTo>
                <a:lnTo>
                  <a:pt x="13991" y="5937"/>
                </a:lnTo>
                <a:lnTo>
                  <a:pt x="13626" y="6351"/>
                </a:lnTo>
                <a:lnTo>
                  <a:pt x="13261" y="6740"/>
                </a:lnTo>
                <a:lnTo>
                  <a:pt x="12604" y="7397"/>
                </a:lnTo>
                <a:lnTo>
                  <a:pt x="12288" y="7738"/>
                </a:lnTo>
                <a:lnTo>
                  <a:pt x="11996" y="8103"/>
                </a:lnTo>
                <a:lnTo>
                  <a:pt x="11363" y="8979"/>
                </a:lnTo>
                <a:lnTo>
                  <a:pt x="11047" y="9392"/>
                </a:lnTo>
                <a:lnTo>
                  <a:pt x="10877" y="9611"/>
                </a:lnTo>
                <a:lnTo>
                  <a:pt x="10682" y="9806"/>
                </a:lnTo>
                <a:lnTo>
                  <a:pt x="10293" y="10122"/>
                </a:lnTo>
                <a:lnTo>
                  <a:pt x="9903" y="10439"/>
                </a:lnTo>
                <a:lnTo>
                  <a:pt x="9100" y="11047"/>
                </a:lnTo>
                <a:lnTo>
                  <a:pt x="8687" y="11388"/>
                </a:lnTo>
                <a:lnTo>
                  <a:pt x="8297" y="11728"/>
                </a:lnTo>
                <a:lnTo>
                  <a:pt x="7519" y="12410"/>
                </a:lnTo>
                <a:lnTo>
                  <a:pt x="6837" y="12969"/>
                </a:lnTo>
                <a:lnTo>
                  <a:pt x="6156" y="13529"/>
                </a:lnTo>
                <a:lnTo>
                  <a:pt x="5475" y="14064"/>
                </a:lnTo>
                <a:lnTo>
                  <a:pt x="4769" y="14575"/>
                </a:lnTo>
                <a:lnTo>
                  <a:pt x="4283" y="14916"/>
                </a:lnTo>
                <a:lnTo>
                  <a:pt x="3796" y="15208"/>
                </a:lnTo>
                <a:lnTo>
                  <a:pt x="3285" y="15500"/>
                </a:lnTo>
                <a:lnTo>
                  <a:pt x="2750" y="15767"/>
                </a:lnTo>
                <a:lnTo>
                  <a:pt x="2287" y="15962"/>
                </a:lnTo>
                <a:lnTo>
                  <a:pt x="2020" y="16059"/>
                </a:lnTo>
                <a:lnTo>
                  <a:pt x="1752" y="16132"/>
                </a:lnTo>
                <a:lnTo>
                  <a:pt x="1484" y="16205"/>
                </a:lnTo>
                <a:lnTo>
                  <a:pt x="1217" y="16230"/>
                </a:lnTo>
                <a:lnTo>
                  <a:pt x="949" y="16205"/>
                </a:lnTo>
                <a:lnTo>
                  <a:pt x="827" y="16181"/>
                </a:lnTo>
                <a:lnTo>
                  <a:pt x="730" y="16132"/>
                </a:lnTo>
                <a:lnTo>
                  <a:pt x="633" y="16084"/>
                </a:lnTo>
                <a:lnTo>
                  <a:pt x="560" y="16011"/>
                </a:lnTo>
                <a:lnTo>
                  <a:pt x="511" y="15938"/>
                </a:lnTo>
                <a:lnTo>
                  <a:pt x="462" y="15840"/>
                </a:lnTo>
                <a:lnTo>
                  <a:pt x="438" y="15646"/>
                </a:lnTo>
                <a:lnTo>
                  <a:pt x="438" y="15402"/>
                </a:lnTo>
                <a:lnTo>
                  <a:pt x="487" y="15159"/>
                </a:lnTo>
                <a:lnTo>
                  <a:pt x="560" y="14891"/>
                </a:lnTo>
                <a:lnTo>
                  <a:pt x="754" y="14405"/>
                </a:lnTo>
                <a:lnTo>
                  <a:pt x="754" y="14599"/>
                </a:lnTo>
                <a:lnTo>
                  <a:pt x="754" y="14794"/>
                </a:lnTo>
                <a:lnTo>
                  <a:pt x="803" y="14964"/>
                </a:lnTo>
                <a:lnTo>
                  <a:pt x="827" y="15110"/>
                </a:lnTo>
                <a:lnTo>
                  <a:pt x="900" y="15232"/>
                </a:lnTo>
                <a:lnTo>
                  <a:pt x="973" y="15354"/>
                </a:lnTo>
                <a:lnTo>
                  <a:pt x="1046" y="15427"/>
                </a:lnTo>
                <a:lnTo>
                  <a:pt x="1144" y="15500"/>
                </a:lnTo>
                <a:lnTo>
                  <a:pt x="1241" y="15573"/>
                </a:lnTo>
                <a:lnTo>
                  <a:pt x="1338" y="15597"/>
                </a:lnTo>
                <a:lnTo>
                  <a:pt x="1460" y="15646"/>
                </a:lnTo>
                <a:lnTo>
                  <a:pt x="1849" y="15646"/>
                </a:lnTo>
                <a:lnTo>
                  <a:pt x="2141" y="15597"/>
                </a:lnTo>
                <a:lnTo>
                  <a:pt x="2433" y="15500"/>
                </a:lnTo>
                <a:lnTo>
                  <a:pt x="2750" y="15402"/>
                </a:lnTo>
                <a:lnTo>
                  <a:pt x="3042" y="15256"/>
                </a:lnTo>
                <a:lnTo>
                  <a:pt x="3626" y="14964"/>
                </a:lnTo>
                <a:lnTo>
                  <a:pt x="4112" y="14648"/>
                </a:lnTo>
                <a:lnTo>
                  <a:pt x="4453" y="14405"/>
                </a:lnTo>
                <a:lnTo>
                  <a:pt x="4794" y="14137"/>
                </a:lnTo>
                <a:lnTo>
                  <a:pt x="5134" y="13845"/>
                </a:lnTo>
                <a:lnTo>
                  <a:pt x="5767" y="13261"/>
                </a:lnTo>
                <a:lnTo>
                  <a:pt x="6375" y="12653"/>
                </a:lnTo>
                <a:lnTo>
                  <a:pt x="6983" y="12045"/>
                </a:lnTo>
                <a:lnTo>
                  <a:pt x="7738" y="11363"/>
                </a:lnTo>
                <a:lnTo>
                  <a:pt x="8492" y="10731"/>
                </a:lnTo>
                <a:lnTo>
                  <a:pt x="9271" y="10098"/>
                </a:lnTo>
                <a:lnTo>
                  <a:pt x="10049" y="9465"/>
                </a:lnTo>
                <a:lnTo>
                  <a:pt x="10439" y="9125"/>
                </a:lnTo>
                <a:lnTo>
                  <a:pt x="10828" y="8760"/>
                </a:lnTo>
                <a:lnTo>
                  <a:pt x="11193" y="8395"/>
                </a:lnTo>
                <a:lnTo>
                  <a:pt x="11558" y="8030"/>
                </a:lnTo>
                <a:lnTo>
                  <a:pt x="11899" y="7665"/>
                </a:lnTo>
                <a:lnTo>
                  <a:pt x="12239" y="7275"/>
                </a:lnTo>
                <a:lnTo>
                  <a:pt x="12896" y="6448"/>
                </a:lnTo>
                <a:lnTo>
                  <a:pt x="13894" y="5110"/>
                </a:lnTo>
                <a:lnTo>
                  <a:pt x="14381" y="4429"/>
                </a:lnTo>
                <a:lnTo>
                  <a:pt x="14599" y="4064"/>
                </a:lnTo>
                <a:lnTo>
                  <a:pt x="14818" y="3723"/>
                </a:lnTo>
                <a:lnTo>
                  <a:pt x="14989" y="3382"/>
                </a:lnTo>
                <a:lnTo>
                  <a:pt x="15159" y="2993"/>
                </a:lnTo>
                <a:lnTo>
                  <a:pt x="15281" y="2604"/>
                </a:lnTo>
                <a:lnTo>
                  <a:pt x="15329" y="2409"/>
                </a:lnTo>
                <a:lnTo>
                  <a:pt x="15378" y="2214"/>
                </a:lnTo>
                <a:lnTo>
                  <a:pt x="15378" y="2020"/>
                </a:lnTo>
                <a:lnTo>
                  <a:pt x="15354" y="1849"/>
                </a:lnTo>
                <a:lnTo>
                  <a:pt x="15305" y="1655"/>
                </a:lnTo>
                <a:lnTo>
                  <a:pt x="15232" y="1509"/>
                </a:lnTo>
                <a:lnTo>
                  <a:pt x="15135" y="1363"/>
                </a:lnTo>
                <a:lnTo>
                  <a:pt x="14989" y="1241"/>
                </a:lnTo>
                <a:lnTo>
                  <a:pt x="14794" y="1144"/>
                </a:lnTo>
                <a:lnTo>
                  <a:pt x="14575" y="1046"/>
                </a:lnTo>
                <a:lnTo>
                  <a:pt x="14332" y="998"/>
                </a:lnTo>
                <a:lnTo>
                  <a:pt x="14089" y="973"/>
                </a:lnTo>
                <a:lnTo>
                  <a:pt x="14818" y="730"/>
                </a:lnTo>
                <a:lnTo>
                  <a:pt x="15110" y="608"/>
                </a:lnTo>
                <a:lnTo>
                  <a:pt x="15281" y="560"/>
                </a:lnTo>
                <a:lnTo>
                  <a:pt x="15427" y="535"/>
                </a:lnTo>
                <a:close/>
                <a:moveTo>
                  <a:pt x="15451" y="0"/>
                </a:moveTo>
                <a:lnTo>
                  <a:pt x="15305" y="24"/>
                </a:lnTo>
                <a:lnTo>
                  <a:pt x="15013" y="97"/>
                </a:lnTo>
                <a:lnTo>
                  <a:pt x="13845" y="462"/>
                </a:lnTo>
                <a:lnTo>
                  <a:pt x="13261" y="657"/>
                </a:lnTo>
                <a:lnTo>
                  <a:pt x="12702" y="876"/>
                </a:lnTo>
                <a:lnTo>
                  <a:pt x="12118" y="1119"/>
                </a:lnTo>
                <a:lnTo>
                  <a:pt x="11582" y="1411"/>
                </a:lnTo>
                <a:lnTo>
                  <a:pt x="11047" y="1703"/>
                </a:lnTo>
                <a:lnTo>
                  <a:pt x="10536" y="2020"/>
                </a:lnTo>
                <a:lnTo>
                  <a:pt x="10512" y="2068"/>
                </a:lnTo>
                <a:lnTo>
                  <a:pt x="10195" y="1971"/>
                </a:lnTo>
                <a:lnTo>
                  <a:pt x="9879" y="1898"/>
                </a:lnTo>
                <a:lnTo>
                  <a:pt x="9246" y="1801"/>
                </a:lnTo>
                <a:lnTo>
                  <a:pt x="8906" y="1776"/>
                </a:lnTo>
                <a:lnTo>
                  <a:pt x="8565" y="1752"/>
                </a:lnTo>
                <a:lnTo>
                  <a:pt x="8224" y="1752"/>
                </a:lnTo>
                <a:lnTo>
                  <a:pt x="7884" y="1776"/>
                </a:lnTo>
                <a:lnTo>
                  <a:pt x="7543" y="1801"/>
                </a:lnTo>
                <a:lnTo>
                  <a:pt x="7178" y="1849"/>
                </a:lnTo>
                <a:lnTo>
                  <a:pt x="6837" y="1898"/>
                </a:lnTo>
                <a:lnTo>
                  <a:pt x="6497" y="1971"/>
                </a:lnTo>
                <a:lnTo>
                  <a:pt x="6181" y="2068"/>
                </a:lnTo>
                <a:lnTo>
                  <a:pt x="5840" y="2166"/>
                </a:lnTo>
                <a:lnTo>
                  <a:pt x="5524" y="2287"/>
                </a:lnTo>
                <a:lnTo>
                  <a:pt x="5207" y="2409"/>
                </a:lnTo>
                <a:lnTo>
                  <a:pt x="4891" y="2555"/>
                </a:lnTo>
                <a:lnTo>
                  <a:pt x="4575" y="2725"/>
                </a:lnTo>
                <a:lnTo>
                  <a:pt x="4283" y="2896"/>
                </a:lnTo>
                <a:lnTo>
                  <a:pt x="3991" y="3090"/>
                </a:lnTo>
                <a:lnTo>
                  <a:pt x="3626" y="3358"/>
                </a:lnTo>
                <a:lnTo>
                  <a:pt x="3285" y="3699"/>
                </a:lnTo>
                <a:lnTo>
                  <a:pt x="2969" y="4039"/>
                </a:lnTo>
                <a:lnTo>
                  <a:pt x="2677" y="4429"/>
                </a:lnTo>
                <a:lnTo>
                  <a:pt x="2433" y="4842"/>
                </a:lnTo>
                <a:lnTo>
                  <a:pt x="2214" y="5256"/>
                </a:lnTo>
                <a:lnTo>
                  <a:pt x="2044" y="5718"/>
                </a:lnTo>
                <a:lnTo>
                  <a:pt x="1874" y="6156"/>
                </a:lnTo>
                <a:lnTo>
                  <a:pt x="1776" y="6351"/>
                </a:lnTo>
                <a:lnTo>
                  <a:pt x="1679" y="6521"/>
                </a:lnTo>
                <a:lnTo>
                  <a:pt x="1630" y="6691"/>
                </a:lnTo>
                <a:lnTo>
                  <a:pt x="1630" y="6862"/>
                </a:lnTo>
                <a:lnTo>
                  <a:pt x="1655" y="6910"/>
                </a:lnTo>
                <a:lnTo>
                  <a:pt x="1703" y="6935"/>
                </a:lnTo>
                <a:lnTo>
                  <a:pt x="1630" y="7348"/>
                </a:lnTo>
                <a:lnTo>
                  <a:pt x="1582" y="7762"/>
                </a:lnTo>
                <a:lnTo>
                  <a:pt x="1557" y="8151"/>
                </a:lnTo>
                <a:lnTo>
                  <a:pt x="1557" y="8565"/>
                </a:lnTo>
                <a:lnTo>
                  <a:pt x="1557" y="8881"/>
                </a:lnTo>
                <a:lnTo>
                  <a:pt x="1606" y="9198"/>
                </a:lnTo>
                <a:lnTo>
                  <a:pt x="1655" y="9514"/>
                </a:lnTo>
                <a:lnTo>
                  <a:pt x="1703" y="9830"/>
                </a:lnTo>
                <a:lnTo>
                  <a:pt x="1776" y="10171"/>
                </a:lnTo>
                <a:lnTo>
                  <a:pt x="1874" y="10487"/>
                </a:lnTo>
                <a:lnTo>
                  <a:pt x="1995" y="10828"/>
                </a:lnTo>
                <a:lnTo>
                  <a:pt x="2117" y="11144"/>
                </a:lnTo>
                <a:lnTo>
                  <a:pt x="2020" y="11193"/>
                </a:lnTo>
                <a:lnTo>
                  <a:pt x="1898" y="11290"/>
                </a:lnTo>
                <a:lnTo>
                  <a:pt x="1776" y="11412"/>
                </a:lnTo>
                <a:lnTo>
                  <a:pt x="1655" y="11607"/>
                </a:lnTo>
                <a:lnTo>
                  <a:pt x="1387" y="12045"/>
                </a:lnTo>
                <a:lnTo>
                  <a:pt x="1119" y="12556"/>
                </a:lnTo>
                <a:lnTo>
                  <a:pt x="876" y="13091"/>
                </a:lnTo>
                <a:lnTo>
                  <a:pt x="657" y="13553"/>
                </a:lnTo>
                <a:lnTo>
                  <a:pt x="414" y="14113"/>
                </a:lnTo>
                <a:lnTo>
                  <a:pt x="243" y="14551"/>
                </a:lnTo>
                <a:lnTo>
                  <a:pt x="97" y="14989"/>
                </a:lnTo>
                <a:lnTo>
                  <a:pt x="49" y="15208"/>
                </a:lnTo>
                <a:lnTo>
                  <a:pt x="0" y="15427"/>
                </a:lnTo>
                <a:lnTo>
                  <a:pt x="0" y="15670"/>
                </a:lnTo>
                <a:lnTo>
                  <a:pt x="49" y="15889"/>
                </a:lnTo>
                <a:lnTo>
                  <a:pt x="97" y="16084"/>
                </a:lnTo>
                <a:lnTo>
                  <a:pt x="195" y="16254"/>
                </a:lnTo>
                <a:lnTo>
                  <a:pt x="316" y="16400"/>
                </a:lnTo>
                <a:lnTo>
                  <a:pt x="487" y="16497"/>
                </a:lnTo>
                <a:lnTo>
                  <a:pt x="657" y="16595"/>
                </a:lnTo>
                <a:lnTo>
                  <a:pt x="827" y="16643"/>
                </a:lnTo>
                <a:lnTo>
                  <a:pt x="1046" y="16668"/>
                </a:lnTo>
                <a:lnTo>
                  <a:pt x="1241" y="16668"/>
                </a:lnTo>
                <a:lnTo>
                  <a:pt x="1509" y="16643"/>
                </a:lnTo>
                <a:lnTo>
                  <a:pt x="1776" y="16570"/>
                </a:lnTo>
                <a:lnTo>
                  <a:pt x="2044" y="16497"/>
                </a:lnTo>
                <a:lnTo>
                  <a:pt x="2312" y="16400"/>
                </a:lnTo>
                <a:lnTo>
                  <a:pt x="2823" y="16157"/>
                </a:lnTo>
                <a:lnTo>
                  <a:pt x="3309" y="15913"/>
                </a:lnTo>
                <a:lnTo>
                  <a:pt x="3796" y="15646"/>
                </a:lnTo>
                <a:lnTo>
                  <a:pt x="4258" y="15378"/>
                </a:lnTo>
                <a:lnTo>
                  <a:pt x="4721" y="15062"/>
                </a:lnTo>
                <a:lnTo>
                  <a:pt x="5183" y="14745"/>
                </a:lnTo>
                <a:lnTo>
                  <a:pt x="5791" y="14307"/>
                </a:lnTo>
                <a:lnTo>
                  <a:pt x="5767" y="14405"/>
                </a:lnTo>
                <a:lnTo>
                  <a:pt x="5767" y="14502"/>
                </a:lnTo>
                <a:lnTo>
                  <a:pt x="5791" y="14599"/>
                </a:lnTo>
                <a:lnTo>
                  <a:pt x="5864" y="14672"/>
                </a:lnTo>
                <a:lnTo>
                  <a:pt x="5937" y="14745"/>
                </a:lnTo>
                <a:lnTo>
                  <a:pt x="6035" y="14794"/>
                </a:lnTo>
                <a:lnTo>
                  <a:pt x="6302" y="14867"/>
                </a:lnTo>
                <a:lnTo>
                  <a:pt x="6594" y="14940"/>
                </a:lnTo>
                <a:lnTo>
                  <a:pt x="6910" y="14964"/>
                </a:lnTo>
                <a:lnTo>
                  <a:pt x="7227" y="14989"/>
                </a:lnTo>
                <a:lnTo>
                  <a:pt x="7543" y="14989"/>
                </a:lnTo>
                <a:lnTo>
                  <a:pt x="7567" y="15037"/>
                </a:lnTo>
                <a:lnTo>
                  <a:pt x="7640" y="15062"/>
                </a:lnTo>
                <a:lnTo>
                  <a:pt x="7689" y="15062"/>
                </a:lnTo>
                <a:lnTo>
                  <a:pt x="7713" y="15037"/>
                </a:lnTo>
                <a:lnTo>
                  <a:pt x="7738" y="14964"/>
                </a:lnTo>
                <a:lnTo>
                  <a:pt x="8127" y="14940"/>
                </a:lnTo>
                <a:lnTo>
                  <a:pt x="8224" y="14940"/>
                </a:lnTo>
                <a:lnTo>
                  <a:pt x="8322" y="14964"/>
                </a:lnTo>
                <a:lnTo>
                  <a:pt x="8395" y="14916"/>
                </a:lnTo>
                <a:lnTo>
                  <a:pt x="8808" y="14867"/>
                </a:lnTo>
                <a:lnTo>
                  <a:pt x="9198" y="14794"/>
                </a:lnTo>
                <a:lnTo>
                  <a:pt x="9611" y="14697"/>
                </a:lnTo>
                <a:lnTo>
                  <a:pt x="10001" y="14599"/>
                </a:lnTo>
                <a:lnTo>
                  <a:pt x="10390" y="14453"/>
                </a:lnTo>
                <a:lnTo>
                  <a:pt x="10779" y="14307"/>
                </a:lnTo>
                <a:lnTo>
                  <a:pt x="11144" y="14137"/>
                </a:lnTo>
                <a:lnTo>
                  <a:pt x="11509" y="13918"/>
                </a:lnTo>
                <a:lnTo>
                  <a:pt x="12020" y="13577"/>
                </a:lnTo>
                <a:lnTo>
                  <a:pt x="12507" y="13164"/>
                </a:lnTo>
                <a:lnTo>
                  <a:pt x="12969" y="12726"/>
                </a:lnTo>
                <a:lnTo>
                  <a:pt x="13359" y="12264"/>
                </a:lnTo>
                <a:lnTo>
                  <a:pt x="13553" y="11996"/>
                </a:lnTo>
                <a:lnTo>
                  <a:pt x="13724" y="11753"/>
                </a:lnTo>
                <a:lnTo>
                  <a:pt x="13894" y="11485"/>
                </a:lnTo>
                <a:lnTo>
                  <a:pt x="14040" y="11193"/>
                </a:lnTo>
                <a:lnTo>
                  <a:pt x="14186" y="10925"/>
                </a:lnTo>
                <a:lnTo>
                  <a:pt x="14308" y="10633"/>
                </a:lnTo>
                <a:lnTo>
                  <a:pt x="14405" y="10341"/>
                </a:lnTo>
                <a:lnTo>
                  <a:pt x="14478" y="10049"/>
                </a:lnTo>
                <a:lnTo>
                  <a:pt x="14599" y="9538"/>
                </a:lnTo>
                <a:lnTo>
                  <a:pt x="14648" y="9003"/>
                </a:lnTo>
                <a:lnTo>
                  <a:pt x="14672" y="8468"/>
                </a:lnTo>
                <a:lnTo>
                  <a:pt x="14697" y="7957"/>
                </a:lnTo>
                <a:lnTo>
                  <a:pt x="14697" y="7519"/>
                </a:lnTo>
                <a:lnTo>
                  <a:pt x="14672" y="7032"/>
                </a:lnTo>
                <a:lnTo>
                  <a:pt x="14624" y="6813"/>
                </a:lnTo>
                <a:lnTo>
                  <a:pt x="14575" y="6594"/>
                </a:lnTo>
                <a:lnTo>
                  <a:pt x="14502" y="6375"/>
                </a:lnTo>
                <a:lnTo>
                  <a:pt x="14381" y="6180"/>
                </a:lnTo>
                <a:lnTo>
                  <a:pt x="14745" y="5718"/>
                </a:lnTo>
                <a:lnTo>
                  <a:pt x="15086" y="5207"/>
                </a:lnTo>
                <a:lnTo>
                  <a:pt x="15378" y="4696"/>
                </a:lnTo>
                <a:lnTo>
                  <a:pt x="15646" y="4185"/>
                </a:lnTo>
                <a:lnTo>
                  <a:pt x="15889" y="3650"/>
                </a:lnTo>
                <a:lnTo>
                  <a:pt x="16084" y="3090"/>
                </a:lnTo>
                <a:lnTo>
                  <a:pt x="16254" y="2506"/>
                </a:lnTo>
                <a:lnTo>
                  <a:pt x="16376" y="1922"/>
                </a:lnTo>
                <a:lnTo>
                  <a:pt x="16449" y="1509"/>
                </a:lnTo>
                <a:lnTo>
                  <a:pt x="16449" y="1290"/>
                </a:lnTo>
                <a:lnTo>
                  <a:pt x="16449" y="1046"/>
                </a:lnTo>
                <a:lnTo>
                  <a:pt x="16424" y="803"/>
                </a:lnTo>
                <a:lnTo>
                  <a:pt x="16376" y="584"/>
                </a:lnTo>
                <a:lnTo>
                  <a:pt x="16303" y="389"/>
                </a:lnTo>
                <a:lnTo>
                  <a:pt x="16230" y="316"/>
                </a:lnTo>
                <a:lnTo>
                  <a:pt x="16157" y="243"/>
                </a:lnTo>
                <a:lnTo>
                  <a:pt x="16035" y="122"/>
                </a:lnTo>
                <a:lnTo>
                  <a:pt x="15889" y="49"/>
                </a:lnTo>
                <a:lnTo>
                  <a:pt x="15767" y="24"/>
                </a:lnTo>
                <a:lnTo>
                  <a:pt x="15621"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5" name="Google Shape;569;p18">
            <a:extLst>
              <a:ext uri="{FF2B5EF4-FFF2-40B4-BE49-F238E27FC236}">
                <a16:creationId xmlns="" xmlns:a16="http://schemas.microsoft.com/office/drawing/2014/main" id="{1DF7F7C9-0F6C-434D-A239-20C6F2602727}"/>
              </a:ext>
            </a:extLst>
          </p:cNvPr>
          <p:cNvSpPr/>
          <p:nvPr/>
        </p:nvSpPr>
        <p:spPr>
          <a:xfrm rot="1473079">
            <a:off x="348517" y="1174803"/>
            <a:ext cx="773816" cy="753764"/>
          </a:xfrm>
          <a:custGeom>
            <a:avLst/>
            <a:gdLst/>
            <a:ahLst/>
            <a:cxnLst/>
            <a:rect l="l" t="t" r="r" b="b"/>
            <a:pathLst>
              <a:path w="18737" h="18250" extrusionOk="0">
                <a:moveTo>
                  <a:pt x="13554" y="3431"/>
                </a:moveTo>
                <a:lnTo>
                  <a:pt x="13748" y="3456"/>
                </a:lnTo>
                <a:lnTo>
                  <a:pt x="13919" y="3480"/>
                </a:lnTo>
                <a:lnTo>
                  <a:pt x="14308" y="3602"/>
                </a:lnTo>
                <a:lnTo>
                  <a:pt x="14478" y="3675"/>
                </a:lnTo>
                <a:lnTo>
                  <a:pt x="14624" y="3748"/>
                </a:lnTo>
                <a:lnTo>
                  <a:pt x="14746" y="3845"/>
                </a:lnTo>
                <a:lnTo>
                  <a:pt x="14843" y="3967"/>
                </a:lnTo>
                <a:lnTo>
                  <a:pt x="14941" y="4113"/>
                </a:lnTo>
                <a:lnTo>
                  <a:pt x="15038" y="4259"/>
                </a:lnTo>
                <a:lnTo>
                  <a:pt x="15111" y="4405"/>
                </a:lnTo>
                <a:lnTo>
                  <a:pt x="15160" y="4551"/>
                </a:lnTo>
                <a:lnTo>
                  <a:pt x="15184" y="4721"/>
                </a:lnTo>
                <a:lnTo>
                  <a:pt x="15208" y="4891"/>
                </a:lnTo>
                <a:lnTo>
                  <a:pt x="15233" y="5232"/>
                </a:lnTo>
                <a:lnTo>
                  <a:pt x="15160" y="5548"/>
                </a:lnTo>
                <a:lnTo>
                  <a:pt x="15111" y="5719"/>
                </a:lnTo>
                <a:lnTo>
                  <a:pt x="15062" y="5865"/>
                </a:lnTo>
                <a:lnTo>
                  <a:pt x="14916" y="6132"/>
                </a:lnTo>
                <a:lnTo>
                  <a:pt x="14722" y="6351"/>
                </a:lnTo>
                <a:lnTo>
                  <a:pt x="14527" y="6570"/>
                </a:lnTo>
                <a:lnTo>
                  <a:pt x="14284" y="6765"/>
                </a:lnTo>
                <a:lnTo>
                  <a:pt x="13821" y="7130"/>
                </a:lnTo>
                <a:lnTo>
                  <a:pt x="13602" y="7325"/>
                </a:lnTo>
                <a:lnTo>
                  <a:pt x="13408" y="7544"/>
                </a:lnTo>
                <a:lnTo>
                  <a:pt x="12678" y="6984"/>
                </a:lnTo>
                <a:lnTo>
                  <a:pt x="12313" y="6692"/>
                </a:lnTo>
                <a:lnTo>
                  <a:pt x="11948" y="6400"/>
                </a:lnTo>
                <a:lnTo>
                  <a:pt x="11631" y="6108"/>
                </a:lnTo>
                <a:lnTo>
                  <a:pt x="11315" y="5767"/>
                </a:lnTo>
                <a:lnTo>
                  <a:pt x="11023" y="5427"/>
                </a:lnTo>
                <a:lnTo>
                  <a:pt x="10755" y="5037"/>
                </a:lnTo>
                <a:lnTo>
                  <a:pt x="10877" y="4989"/>
                </a:lnTo>
                <a:lnTo>
                  <a:pt x="10999" y="4891"/>
                </a:lnTo>
                <a:lnTo>
                  <a:pt x="11242" y="4697"/>
                </a:lnTo>
                <a:lnTo>
                  <a:pt x="11461" y="4478"/>
                </a:lnTo>
                <a:lnTo>
                  <a:pt x="11656" y="4283"/>
                </a:lnTo>
                <a:lnTo>
                  <a:pt x="12191" y="3869"/>
                </a:lnTo>
                <a:lnTo>
                  <a:pt x="12483" y="3699"/>
                </a:lnTo>
                <a:lnTo>
                  <a:pt x="12775" y="3553"/>
                </a:lnTo>
                <a:lnTo>
                  <a:pt x="12970" y="3480"/>
                </a:lnTo>
                <a:lnTo>
                  <a:pt x="13164" y="3456"/>
                </a:lnTo>
                <a:lnTo>
                  <a:pt x="13359" y="3431"/>
                </a:lnTo>
                <a:close/>
                <a:moveTo>
                  <a:pt x="13529" y="2872"/>
                </a:moveTo>
                <a:lnTo>
                  <a:pt x="13335" y="2896"/>
                </a:lnTo>
                <a:lnTo>
                  <a:pt x="12945" y="2969"/>
                </a:lnTo>
                <a:lnTo>
                  <a:pt x="12556" y="3066"/>
                </a:lnTo>
                <a:lnTo>
                  <a:pt x="12191" y="3237"/>
                </a:lnTo>
                <a:lnTo>
                  <a:pt x="11850" y="3456"/>
                </a:lnTo>
                <a:lnTo>
                  <a:pt x="11607" y="3626"/>
                </a:lnTo>
                <a:lnTo>
                  <a:pt x="11388" y="3821"/>
                </a:lnTo>
                <a:lnTo>
                  <a:pt x="10950" y="4210"/>
                </a:lnTo>
                <a:lnTo>
                  <a:pt x="10658" y="4478"/>
                </a:lnTo>
                <a:lnTo>
                  <a:pt x="10512" y="4648"/>
                </a:lnTo>
                <a:lnTo>
                  <a:pt x="10464" y="4721"/>
                </a:lnTo>
                <a:lnTo>
                  <a:pt x="10464" y="4818"/>
                </a:lnTo>
                <a:lnTo>
                  <a:pt x="10366" y="4843"/>
                </a:lnTo>
                <a:lnTo>
                  <a:pt x="10293" y="4916"/>
                </a:lnTo>
                <a:lnTo>
                  <a:pt x="10245" y="4989"/>
                </a:lnTo>
                <a:lnTo>
                  <a:pt x="10269" y="5110"/>
                </a:lnTo>
                <a:lnTo>
                  <a:pt x="10366" y="5354"/>
                </a:lnTo>
                <a:lnTo>
                  <a:pt x="10488" y="5597"/>
                </a:lnTo>
                <a:lnTo>
                  <a:pt x="10610" y="5816"/>
                </a:lnTo>
                <a:lnTo>
                  <a:pt x="10780" y="6035"/>
                </a:lnTo>
                <a:lnTo>
                  <a:pt x="10950" y="6230"/>
                </a:lnTo>
                <a:lnTo>
                  <a:pt x="11120" y="6449"/>
                </a:lnTo>
                <a:lnTo>
                  <a:pt x="11534" y="6814"/>
                </a:lnTo>
                <a:lnTo>
                  <a:pt x="11972" y="7179"/>
                </a:lnTo>
                <a:lnTo>
                  <a:pt x="12410" y="7519"/>
                </a:lnTo>
                <a:lnTo>
                  <a:pt x="12848" y="7836"/>
                </a:lnTo>
                <a:lnTo>
                  <a:pt x="13262" y="8152"/>
                </a:lnTo>
                <a:lnTo>
                  <a:pt x="13335" y="8201"/>
                </a:lnTo>
                <a:lnTo>
                  <a:pt x="13432" y="8225"/>
                </a:lnTo>
                <a:lnTo>
                  <a:pt x="13505" y="8225"/>
                </a:lnTo>
                <a:lnTo>
                  <a:pt x="13602" y="8201"/>
                </a:lnTo>
                <a:lnTo>
                  <a:pt x="13651" y="8152"/>
                </a:lnTo>
                <a:lnTo>
                  <a:pt x="13724" y="8079"/>
                </a:lnTo>
                <a:lnTo>
                  <a:pt x="13748" y="8006"/>
                </a:lnTo>
                <a:lnTo>
                  <a:pt x="13748" y="7933"/>
                </a:lnTo>
                <a:lnTo>
                  <a:pt x="13943" y="7787"/>
                </a:lnTo>
                <a:lnTo>
                  <a:pt x="14089" y="7665"/>
                </a:lnTo>
                <a:lnTo>
                  <a:pt x="14722" y="7154"/>
                </a:lnTo>
                <a:lnTo>
                  <a:pt x="15014" y="6862"/>
                </a:lnTo>
                <a:lnTo>
                  <a:pt x="15281" y="6546"/>
                </a:lnTo>
                <a:lnTo>
                  <a:pt x="15500" y="6205"/>
                </a:lnTo>
                <a:lnTo>
                  <a:pt x="15598" y="6035"/>
                </a:lnTo>
                <a:lnTo>
                  <a:pt x="15671" y="5840"/>
                </a:lnTo>
                <a:lnTo>
                  <a:pt x="15719" y="5670"/>
                </a:lnTo>
                <a:lnTo>
                  <a:pt x="15768" y="5500"/>
                </a:lnTo>
                <a:lnTo>
                  <a:pt x="15792" y="5305"/>
                </a:lnTo>
                <a:lnTo>
                  <a:pt x="15792" y="5135"/>
                </a:lnTo>
                <a:lnTo>
                  <a:pt x="15768" y="4770"/>
                </a:lnTo>
                <a:lnTo>
                  <a:pt x="15695" y="4429"/>
                </a:lnTo>
                <a:lnTo>
                  <a:pt x="15549" y="4088"/>
                </a:lnTo>
                <a:lnTo>
                  <a:pt x="15379" y="3772"/>
                </a:lnTo>
                <a:lnTo>
                  <a:pt x="15257" y="3626"/>
                </a:lnTo>
                <a:lnTo>
                  <a:pt x="15135" y="3504"/>
                </a:lnTo>
                <a:lnTo>
                  <a:pt x="15014" y="3383"/>
                </a:lnTo>
                <a:lnTo>
                  <a:pt x="14868" y="3261"/>
                </a:lnTo>
                <a:lnTo>
                  <a:pt x="14697" y="3164"/>
                </a:lnTo>
                <a:lnTo>
                  <a:pt x="14503" y="3066"/>
                </a:lnTo>
                <a:lnTo>
                  <a:pt x="14332" y="2993"/>
                </a:lnTo>
                <a:lnTo>
                  <a:pt x="14138" y="2945"/>
                </a:lnTo>
                <a:lnTo>
                  <a:pt x="13943" y="2896"/>
                </a:lnTo>
                <a:lnTo>
                  <a:pt x="13724" y="2872"/>
                </a:lnTo>
                <a:close/>
                <a:moveTo>
                  <a:pt x="5597" y="6814"/>
                </a:moveTo>
                <a:lnTo>
                  <a:pt x="4283" y="8030"/>
                </a:lnTo>
                <a:lnTo>
                  <a:pt x="3675" y="8590"/>
                </a:lnTo>
                <a:lnTo>
                  <a:pt x="3602" y="8468"/>
                </a:lnTo>
                <a:lnTo>
                  <a:pt x="3504" y="8395"/>
                </a:lnTo>
                <a:lnTo>
                  <a:pt x="3285" y="8201"/>
                </a:lnTo>
                <a:lnTo>
                  <a:pt x="2969" y="7860"/>
                </a:lnTo>
                <a:lnTo>
                  <a:pt x="2677" y="7519"/>
                </a:lnTo>
                <a:lnTo>
                  <a:pt x="2410" y="7203"/>
                </a:lnTo>
                <a:lnTo>
                  <a:pt x="2264" y="7057"/>
                </a:lnTo>
                <a:lnTo>
                  <a:pt x="2093" y="6911"/>
                </a:lnTo>
                <a:lnTo>
                  <a:pt x="3821" y="6911"/>
                </a:lnTo>
                <a:lnTo>
                  <a:pt x="4745" y="6862"/>
                </a:lnTo>
                <a:lnTo>
                  <a:pt x="5597" y="6814"/>
                </a:lnTo>
                <a:close/>
                <a:moveTo>
                  <a:pt x="755" y="6911"/>
                </a:moveTo>
                <a:lnTo>
                  <a:pt x="1047" y="6935"/>
                </a:lnTo>
                <a:lnTo>
                  <a:pt x="1315" y="6935"/>
                </a:lnTo>
                <a:lnTo>
                  <a:pt x="1339" y="6984"/>
                </a:lnTo>
                <a:lnTo>
                  <a:pt x="1363" y="7008"/>
                </a:lnTo>
                <a:lnTo>
                  <a:pt x="1582" y="7227"/>
                </a:lnTo>
                <a:lnTo>
                  <a:pt x="1826" y="7422"/>
                </a:lnTo>
                <a:lnTo>
                  <a:pt x="2142" y="7738"/>
                </a:lnTo>
                <a:lnTo>
                  <a:pt x="2434" y="8103"/>
                </a:lnTo>
                <a:lnTo>
                  <a:pt x="2799" y="8541"/>
                </a:lnTo>
                <a:lnTo>
                  <a:pt x="3018" y="8785"/>
                </a:lnTo>
                <a:lnTo>
                  <a:pt x="3139" y="8882"/>
                </a:lnTo>
                <a:lnTo>
                  <a:pt x="3261" y="8955"/>
                </a:lnTo>
                <a:lnTo>
                  <a:pt x="3091" y="9077"/>
                </a:lnTo>
                <a:lnTo>
                  <a:pt x="2993" y="8931"/>
                </a:lnTo>
                <a:lnTo>
                  <a:pt x="2872" y="8785"/>
                </a:lnTo>
                <a:lnTo>
                  <a:pt x="2580" y="8517"/>
                </a:lnTo>
                <a:lnTo>
                  <a:pt x="2020" y="8079"/>
                </a:lnTo>
                <a:lnTo>
                  <a:pt x="1388" y="7495"/>
                </a:lnTo>
                <a:lnTo>
                  <a:pt x="755" y="6911"/>
                </a:lnTo>
                <a:close/>
                <a:moveTo>
                  <a:pt x="9490" y="8760"/>
                </a:moveTo>
                <a:lnTo>
                  <a:pt x="9369" y="8785"/>
                </a:lnTo>
                <a:lnTo>
                  <a:pt x="9271" y="8833"/>
                </a:lnTo>
                <a:lnTo>
                  <a:pt x="9101" y="9004"/>
                </a:lnTo>
                <a:lnTo>
                  <a:pt x="8931" y="9174"/>
                </a:lnTo>
                <a:lnTo>
                  <a:pt x="8760" y="9344"/>
                </a:lnTo>
                <a:lnTo>
                  <a:pt x="8566" y="9515"/>
                </a:lnTo>
                <a:lnTo>
                  <a:pt x="8103" y="9904"/>
                </a:lnTo>
                <a:lnTo>
                  <a:pt x="7617" y="10318"/>
                </a:lnTo>
                <a:lnTo>
                  <a:pt x="7276" y="10609"/>
                </a:lnTo>
                <a:lnTo>
                  <a:pt x="7081" y="10780"/>
                </a:lnTo>
                <a:lnTo>
                  <a:pt x="6887" y="10999"/>
                </a:lnTo>
                <a:lnTo>
                  <a:pt x="6716" y="11193"/>
                </a:lnTo>
                <a:lnTo>
                  <a:pt x="6595" y="11437"/>
                </a:lnTo>
                <a:lnTo>
                  <a:pt x="6570" y="11534"/>
                </a:lnTo>
                <a:lnTo>
                  <a:pt x="6546" y="11656"/>
                </a:lnTo>
                <a:lnTo>
                  <a:pt x="6546" y="11753"/>
                </a:lnTo>
                <a:lnTo>
                  <a:pt x="6570" y="11850"/>
                </a:lnTo>
                <a:lnTo>
                  <a:pt x="6619" y="11948"/>
                </a:lnTo>
                <a:lnTo>
                  <a:pt x="6668" y="11996"/>
                </a:lnTo>
                <a:lnTo>
                  <a:pt x="6765" y="12021"/>
                </a:lnTo>
                <a:lnTo>
                  <a:pt x="6838" y="12021"/>
                </a:lnTo>
                <a:lnTo>
                  <a:pt x="6935" y="11972"/>
                </a:lnTo>
                <a:lnTo>
                  <a:pt x="7033" y="11923"/>
                </a:lnTo>
                <a:lnTo>
                  <a:pt x="7154" y="11777"/>
                </a:lnTo>
                <a:lnTo>
                  <a:pt x="7422" y="11461"/>
                </a:lnTo>
                <a:lnTo>
                  <a:pt x="7641" y="11242"/>
                </a:lnTo>
                <a:lnTo>
                  <a:pt x="7860" y="11023"/>
                </a:lnTo>
                <a:lnTo>
                  <a:pt x="8322" y="10634"/>
                </a:lnTo>
                <a:lnTo>
                  <a:pt x="8736" y="10318"/>
                </a:lnTo>
                <a:lnTo>
                  <a:pt x="9174" y="9977"/>
                </a:lnTo>
                <a:lnTo>
                  <a:pt x="9393" y="9807"/>
                </a:lnTo>
                <a:lnTo>
                  <a:pt x="9563" y="9612"/>
                </a:lnTo>
                <a:lnTo>
                  <a:pt x="9709" y="9393"/>
                </a:lnTo>
                <a:lnTo>
                  <a:pt x="9831" y="9174"/>
                </a:lnTo>
                <a:lnTo>
                  <a:pt x="9855" y="9052"/>
                </a:lnTo>
                <a:lnTo>
                  <a:pt x="9855" y="8931"/>
                </a:lnTo>
                <a:lnTo>
                  <a:pt x="9782" y="8858"/>
                </a:lnTo>
                <a:lnTo>
                  <a:pt x="9709" y="8809"/>
                </a:lnTo>
                <a:lnTo>
                  <a:pt x="9588" y="8760"/>
                </a:lnTo>
                <a:close/>
                <a:moveTo>
                  <a:pt x="2045" y="13359"/>
                </a:moveTo>
                <a:lnTo>
                  <a:pt x="2166" y="13408"/>
                </a:lnTo>
                <a:lnTo>
                  <a:pt x="2166" y="13481"/>
                </a:lnTo>
                <a:lnTo>
                  <a:pt x="2166" y="13554"/>
                </a:lnTo>
                <a:lnTo>
                  <a:pt x="2118" y="13627"/>
                </a:lnTo>
                <a:lnTo>
                  <a:pt x="2069" y="13675"/>
                </a:lnTo>
                <a:lnTo>
                  <a:pt x="1947" y="13773"/>
                </a:lnTo>
                <a:lnTo>
                  <a:pt x="1826" y="13870"/>
                </a:lnTo>
                <a:lnTo>
                  <a:pt x="1655" y="13943"/>
                </a:lnTo>
                <a:lnTo>
                  <a:pt x="1461" y="14016"/>
                </a:lnTo>
                <a:lnTo>
                  <a:pt x="1461" y="14016"/>
                </a:lnTo>
                <a:lnTo>
                  <a:pt x="1607" y="13821"/>
                </a:lnTo>
                <a:lnTo>
                  <a:pt x="1753" y="13627"/>
                </a:lnTo>
                <a:lnTo>
                  <a:pt x="1874" y="13481"/>
                </a:lnTo>
                <a:lnTo>
                  <a:pt x="1972" y="13383"/>
                </a:lnTo>
                <a:lnTo>
                  <a:pt x="1996" y="13383"/>
                </a:lnTo>
                <a:lnTo>
                  <a:pt x="2045" y="13359"/>
                </a:lnTo>
                <a:close/>
                <a:moveTo>
                  <a:pt x="1996" y="12872"/>
                </a:moveTo>
                <a:lnTo>
                  <a:pt x="1899" y="12897"/>
                </a:lnTo>
                <a:lnTo>
                  <a:pt x="1826" y="12921"/>
                </a:lnTo>
                <a:lnTo>
                  <a:pt x="1655" y="13018"/>
                </a:lnTo>
                <a:lnTo>
                  <a:pt x="1534" y="13140"/>
                </a:lnTo>
                <a:lnTo>
                  <a:pt x="1388" y="13286"/>
                </a:lnTo>
                <a:lnTo>
                  <a:pt x="1242" y="13456"/>
                </a:lnTo>
                <a:lnTo>
                  <a:pt x="998" y="13797"/>
                </a:lnTo>
                <a:lnTo>
                  <a:pt x="925" y="13967"/>
                </a:lnTo>
                <a:lnTo>
                  <a:pt x="828" y="14138"/>
                </a:lnTo>
                <a:lnTo>
                  <a:pt x="804" y="14235"/>
                </a:lnTo>
                <a:lnTo>
                  <a:pt x="779" y="14308"/>
                </a:lnTo>
                <a:lnTo>
                  <a:pt x="779" y="14405"/>
                </a:lnTo>
                <a:lnTo>
                  <a:pt x="828" y="14478"/>
                </a:lnTo>
                <a:lnTo>
                  <a:pt x="877" y="14527"/>
                </a:lnTo>
                <a:lnTo>
                  <a:pt x="925" y="14576"/>
                </a:lnTo>
                <a:lnTo>
                  <a:pt x="1047" y="14576"/>
                </a:lnTo>
                <a:lnTo>
                  <a:pt x="1120" y="14551"/>
                </a:lnTo>
                <a:lnTo>
                  <a:pt x="1266" y="14551"/>
                </a:lnTo>
                <a:lnTo>
                  <a:pt x="1412" y="14527"/>
                </a:lnTo>
                <a:lnTo>
                  <a:pt x="1582" y="14478"/>
                </a:lnTo>
                <a:lnTo>
                  <a:pt x="1728" y="14430"/>
                </a:lnTo>
                <a:lnTo>
                  <a:pt x="2020" y="14284"/>
                </a:lnTo>
                <a:lnTo>
                  <a:pt x="2239" y="14138"/>
                </a:lnTo>
                <a:lnTo>
                  <a:pt x="2361" y="14040"/>
                </a:lnTo>
                <a:lnTo>
                  <a:pt x="2483" y="13919"/>
                </a:lnTo>
                <a:lnTo>
                  <a:pt x="2556" y="13773"/>
                </a:lnTo>
                <a:lnTo>
                  <a:pt x="2629" y="13627"/>
                </a:lnTo>
                <a:lnTo>
                  <a:pt x="2653" y="13481"/>
                </a:lnTo>
                <a:lnTo>
                  <a:pt x="2653" y="13408"/>
                </a:lnTo>
                <a:lnTo>
                  <a:pt x="2629" y="13335"/>
                </a:lnTo>
                <a:lnTo>
                  <a:pt x="2604" y="13262"/>
                </a:lnTo>
                <a:lnTo>
                  <a:pt x="2556" y="13189"/>
                </a:lnTo>
                <a:lnTo>
                  <a:pt x="2483" y="13140"/>
                </a:lnTo>
                <a:lnTo>
                  <a:pt x="2385" y="13091"/>
                </a:lnTo>
                <a:lnTo>
                  <a:pt x="2288" y="12970"/>
                </a:lnTo>
                <a:lnTo>
                  <a:pt x="2166" y="12897"/>
                </a:lnTo>
                <a:lnTo>
                  <a:pt x="2069" y="12872"/>
                </a:lnTo>
                <a:close/>
                <a:moveTo>
                  <a:pt x="15525" y="560"/>
                </a:moveTo>
                <a:lnTo>
                  <a:pt x="16084" y="633"/>
                </a:lnTo>
                <a:lnTo>
                  <a:pt x="16644" y="706"/>
                </a:lnTo>
                <a:lnTo>
                  <a:pt x="17204" y="828"/>
                </a:lnTo>
                <a:lnTo>
                  <a:pt x="17763" y="974"/>
                </a:lnTo>
                <a:lnTo>
                  <a:pt x="17666" y="1023"/>
                </a:lnTo>
                <a:lnTo>
                  <a:pt x="17593" y="1096"/>
                </a:lnTo>
                <a:lnTo>
                  <a:pt x="17496" y="1169"/>
                </a:lnTo>
                <a:lnTo>
                  <a:pt x="17496" y="1193"/>
                </a:lnTo>
                <a:lnTo>
                  <a:pt x="17520" y="1217"/>
                </a:lnTo>
                <a:lnTo>
                  <a:pt x="17569" y="1266"/>
                </a:lnTo>
                <a:lnTo>
                  <a:pt x="17617" y="1290"/>
                </a:lnTo>
                <a:lnTo>
                  <a:pt x="17739" y="1315"/>
                </a:lnTo>
                <a:lnTo>
                  <a:pt x="17861" y="1290"/>
                </a:lnTo>
                <a:lnTo>
                  <a:pt x="17934" y="1290"/>
                </a:lnTo>
                <a:lnTo>
                  <a:pt x="17982" y="1242"/>
                </a:lnTo>
                <a:lnTo>
                  <a:pt x="18007" y="1363"/>
                </a:lnTo>
                <a:lnTo>
                  <a:pt x="18031" y="1461"/>
                </a:lnTo>
                <a:lnTo>
                  <a:pt x="17909" y="1485"/>
                </a:lnTo>
                <a:lnTo>
                  <a:pt x="17812" y="1534"/>
                </a:lnTo>
                <a:lnTo>
                  <a:pt x="17715" y="1582"/>
                </a:lnTo>
                <a:lnTo>
                  <a:pt x="17617" y="1655"/>
                </a:lnTo>
                <a:lnTo>
                  <a:pt x="17593" y="1680"/>
                </a:lnTo>
                <a:lnTo>
                  <a:pt x="17593" y="1753"/>
                </a:lnTo>
                <a:lnTo>
                  <a:pt x="17617" y="1801"/>
                </a:lnTo>
                <a:lnTo>
                  <a:pt x="17690" y="1826"/>
                </a:lnTo>
                <a:lnTo>
                  <a:pt x="17739" y="1850"/>
                </a:lnTo>
                <a:lnTo>
                  <a:pt x="17812" y="1874"/>
                </a:lnTo>
                <a:lnTo>
                  <a:pt x="17958" y="1850"/>
                </a:lnTo>
                <a:lnTo>
                  <a:pt x="18080" y="1801"/>
                </a:lnTo>
                <a:lnTo>
                  <a:pt x="18104" y="1996"/>
                </a:lnTo>
                <a:lnTo>
                  <a:pt x="17909" y="2069"/>
                </a:lnTo>
                <a:lnTo>
                  <a:pt x="17788" y="2118"/>
                </a:lnTo>
                <a:lnTo>
                  <a:pt x="17690" y="2215"/>
                </a:lnTo>
                <a:lnTo>
                  <a:pt x="17642" y="2264"/>
                </a:lnTo>
                <a:lnTo>
                  <a:pt x="17642" y="2361"/>
                </a:lnTo>
                <a:lnTo>
                  <a:pt x="17666" y="2410"/>
                </a:lnTo>
                <a:lnTo>
                  <a:pt x="17739" y="2458"/>
                </a:lnTo>
                <a:lnTo>
                  <a:pt x="17836" y="2483"/>
                </a:lnTo>
                <a:lnTo>
                  <a:pt x="17934" y="2458"/>
                </a:lnTo>
                <a:lnTo>
                  <a:pt x="18128" y="2410"/>
                </a:lnTo>
                <a:lnTo>
                  <a:pt x="18153" y="2531"/>
                </a:lnTo>
                <a:lnTo>
                  <a:pt x="18007" y="2555"/>
                </a:lnTo>
                <a:lnTo>
                  <a:pt x="17836" y="2604"/>
                </a:lnTo>
                <a:lnTo>
                  <a:pt x="17763" y="2653"/>
                </a:lnTo>
                <a:lnTo>
                  <a:pt x="17715" y="2726"/>
                </a:lnTo>
                <a:lnTo>
                  <a:pt x="17690" y="2823"/>
                </a:lnTo>
                <a:lnTo>
                  <a:pt x="17690" y="2896"/>
                </a:lnTo>
                <a:lnTo>
                  <a:pt x="17739" y="2945"/>
                </a:lnTo>
                <a:lnTo>
                  <a:pt x="17812" y="2993"/>
                </a:lnTo>
                <a:lnTo>
                  <a:pt x="18153" y="2993"/>
                </a:lnTo>
                <a:lnTo>
                  <a:pt x="18177" y="2969"/>
                </a:lnTo>
                <a:lnTo>
                  <a:pt x="18177" y="3261"/>
                </a:lnTo>
                <a:lnTo>
                  <a:pt x="17739" y="3383"/>
                </a:lnTo>
                <a:lnTo>
                  <a:pt x="17690" y="3407"/>
                </a:lnTo>
                <a:lnTo>
                  <a:pt x="17666" y="3431"/>
                </a:lnTo>
                <a:lnTo>
                  <a:pt x="17617" y="3529"/>
                </a:lnTo>
                <a:lnTo>
                  <a:pt x="17617" y="3577"/>
                </a:lnTo>
                <a:lnTo>
                  <a:pt x="17642" y="3626"/>
                </a:lnTo>
                <a:lnTo>
                  <a:pt x="17666" y="3650"/>
                </a:lnTo>
                <a:lnTo>
                  <a:pt x="17715" y="3699"/>
                </a:lnTo>
                <a:lnTo>
                  <a:pt x="17812" y="3723"/>
                </a:lnTo>
                <a:lnTo>
                  <a:pt x="17934" y="3723"/>
                </a:lnTo>
                <a:lnTo>
                  <a:pt x="18153" y="3699"/>
                </a:lnTo>
                <a:lnTo>
                  <a:pt x="18153" y="3699"/>
                </a:lnTo>
                <a:lnTo>
                  <a:pt x="18104" y="4186"/>
                </a:lnTo>
                <a:lnTo>
                  <a:pt x="17934" y="4088"/>
                </a:lnTo>
                <a:lnTo>
                  <a:pt x="17739" y="4040"/>
                </a:lnTo>
                <a:lnTo>
                  <a:pt x="17642" y="4015"/>
                </a:lnTo>
                <a:lnTo>
                  <a:pt x="17569" y="4040"/>
                </a:lnTo>
                <a:lnTo>
                  <a:pt x="17471" y="4064"/>
                </a:lnTo>
                <a:lnTo>
                  <a:pt x="17423" y="4137"/>
                </a:lnTo>
                <a:lnTo>
                  <a:pt x="17423" y="4186"/>
                </a:lnTo>
                <a:lnTo>
                  <a:pt x="17496" y="4283"/>
                </a:lnTo>
                <a:lnTo>
                  <a:pt x="17617" y="4332"/>
                </a:lnTo>
                <a:lnTo>
                  <a:pt x="17812" y="4429"/>
                </a:lnTo>
                <a:lnTo>
                  <a:pt x="17982" y="4526"/>
                </a:lnTo>
                <a:lnTo>
                  <a:pt x="18055" y="4551"/>
                </a:lnTo>
                <a:lnTo>
                  <a:pt x="17958" y="4940"/>
                </a:lnTo>
                <a:lnTo>
                  <a:pt x="17690" y="4843"/>
                </a:lnTo>
                <a:lnTo>
                  <a:pt x="17471" y="4721"/>
                </a:lnTo>
                <a:lnTo>
                  <a:pt x="17228" y="4648"/>
                </a:lnTo>
                <a:lnTo>
                  <a:pt x="17155" y="4648"/>
                </a:lnTo>
                <a:lnTo>
                  <a:pt x="17155" y="4672"/>
                </a:lnTo>
                <a:lnTo>
                  <a:pt x="17155" y="4721"/>
                </a:lnTo>
                <a:lnTo>
                  <a:pt x="17204" y="4818"/>
                </a:lnTo>
                <a:lnTo>
                  <a:pt x="17252" y="4891"/>
                </a:lnTo>
                <a:lnTo>
                  <a:pt x="17350" y="4989"/>
                </a:lnTo>
                <a:lnTo>
                  <a:pt x="17423" y="5062"/>
                </a:lnTo>
                <a:lnTo>
                  <a:pt x="17642" y="5183"/>
                </a:lnTo>
                <a:lnTo>
                  <a:pt x="17861" y="5256"/>
                </a:lnTo>
                <a:lnTo>
                  <a:pt x="17739" y="5621"/>
                </a:lnTo>
                <a:lnTo>
                  <a:pt x="17617" y="5938"/>
                </a:lnTo>
                <a:lnTo>
                  <a:pt x="17569" y="5889"/>
                </a:lnTo>
                <a:lnTo>
                  <a:pt x="17520" y="5840"/>
                </a:lnTo>
                <a:lnTo>
                  <a:pt x="17398" y="5743"/>
                </a:lnTo>
                <a:lnTo>
                  <a:pt x="17301" y="5670"/>
                </a:lnTo>
                <a:lnTo>
                  <a:pt x="17179" y="5597"/>
                </a:lnTo>
                <a:lnTo>
                  <a:pt x="17082" y="5573"/>
                </a:lnTo>
                <a:lnTo>
                  <a:pt x="16985" y="5548"/>
                </a:lnTo>
                <a:lnTo>
                  <a:pt x="16887" y="5548"/>
                </a:lnTo>
                <a:lnTo>
                  <a:pt x="16766" y="5597"/>
                </a:lnTo>
                <a:lnTo>
                  <a:pt x="16741" y="5621"/>
                </a:lnTo>
                <a:lnTo>
                  <a:pt x="16741" y="5670"/>
                </a:lnTo>
                <a:lnTo>
                  <a:pt x="16741" y="5719"/>
                </a:lnTo>
                <a:lnTo>
                  <a:pt x="16766" y="5743"/>
                </a:lnTo>
                <a:lnTo>
                  <a:pt x="16863" y="5840"/>
                </a:lnTo>
                <a:lnTo>
                  <a:pt x="16936" y="5913"/>
                </a:lnTo>
                <a:lnTo>
                  <a:pt x="17009" y="5962"/>
                </a:lnTo>
                <a:lnTo>
                  <a:pt x="17228" y="6132"/>
                </a:lnTo>
                <a:lnTo>
                  <a:pt x="17325" y="6181"/>
                </a:lnTo>
                <a:lnTo>
                  <a:pt x="17447" y="6205"/>
                </a:lnTo>
                <a:lnTo>
                  <a:pt x="17496" y="6205"/>
                </a:lnTo>
                <a:lnTo>
                  <a:pt x="17325" y="6473"/>
                </a:lnTo>
                <a:lnTo>
                  <a:pt x="17204" y="6473"/>
                </a:lnTo>
                <a:lnTo>
                  <a:pt x="17106" y="6449"/>
                </a:lnTo>
                <a:lnTo>
                  <a:pt x="17009" y="6400"/>
                </a:lnTo>
                <a:lnTo>
                  <a:pt x="16936" y="6351"/>
                </a:lnTo>
                <a:lnTo>
                  <a:pt x="16814" y="6230"/>
                </a:lnTo>
                <a:lnTo>
                  <a:pt x="16668" y="6108"/>
                </a:lnTo>
                <a:lnTo>
                  <a:pt x="16522" y="6035"/>
                </a:lnTo>
                <a:lnTo>
                  <a:pt x="16449" y="6011"/>
                </a:lnTo>
                <a:lnTo>
                  <a:pt x="16352" y="6011"/>
                </a:lnTo>
                <a:lnTo>
                  <a:pt x="16279" y="6035"/>
                </a:lnTo>
                <a:lnTo>
                  <a:pt x="16182" y="6084"/>
                </a:lnTo>
                <a:lnTo>
                  <a:pt x="16133" y="6132"/>
                </a:lnTo>
                <a:lnTo>
                  <a:pt x="16133" y="6181"/>
                </a:lnTo>
                <a:lnTo>
                  <a:pt x="16182" y="6230"/>
                </a:lnTo>
                <a:lnTo>
                  <a:pt x="16230" y="6254"/>
                </a:lnTo>
                <a:lnTo>
                  <a:pt x="16303" y="6254"/>
                </a:lnTo>
                <a:lnTo>
                  <a:pt x="16401" y="6303"/>
                </a:lnTo>
                <a:lnTo>
                  <a:pt x="16547" y="6424"/>
                </a:lnTo>
                <a:lnTo>
                  <a:pt x="16693" y="6570"/>
                </a:lnTo>
                <a:lnTo>
                  <a:pt x="16814" y="6692"/>
                </a:lnTo>
                <a:lnTo>
                  <a:pt x="16936" y="6789"/>
                </a:lnTo>
                <a:lnTo>
                  <a:pt x="17082" y="6838"/>
                </a:lnTo>
                <a:lnTo>
                  <a:pt x="16668" y="7325"/>
                </a:lnTo>
                <a:lnTo>
                  <a:pt x="16157" y="7106"/>
                </a:lnTo>
                <a:lnTo>
                  <a:pt x="16011" y="7033"/>
                </a:lnTo>
                <a:lnTo>
                  <a:pt x="15865" y="7008"/>
                </a:lnTo>
                <a:lnTo>
                  <a:pt x="15744" y="7008"/>
                </a:lnTo>
                <a:lnTo>
                  <a:pt x="15598" y="7057"/>
                </a:lnTo>
                <a:lnTo>
                  <a:pt x="15573" y="7081"/>
                </a:lnTo>
                <a:lnTo>
                  <a:pt x="15549" y="7106"/>
                </a:lnTo>
                <a:lnTo>
                  <a:pt x="15549" y="7154"/>
                </a:lnTo>
                <a:lnTo>
                  <a:pt x="15573" y="7179"/>
                </a:lnTo>
                <a:lnTo>
                  <a:pt x="15646" y="7276"/>
                </a:lnTo>
                <a:lnTo>
                  <a:pt x="15744" y="7349"/>
                </a:lnTo>
                <a:lnTo>
                  <a:pt x="15987" y="7495"/>
                </a:lnTo>
                <a:lnTo>
                  <a:pt x="16328" y="7665"/>
                </a:lnTo>
                <a:lnTo>
                  <a:pt x="16036" y="7957"/>
                </a:lnTo>
                <a:lnTo>
                  <a:pt x="15890" y="7909"/>
                </a:lnTo>
                <a:lnTo>
                  <a:pt x="15744" y="7884"/>
                </a:lnTo>
                <a:lnTo>
                  <a:pt x="15598" y="7860"/>
                </a:lnTo>
                <a:lnTo>
                  <a:pt x="15452" y="7836"/>
                </a:lnTo>
                <a:lnTo>
                  <a:pt x="15160" y="7690"/>
                </a:lnTo>
                <a:lnTo>
                  <a:pt x="15014" y="7641"/>
                </a:lnTo>
                <a:lnTo>
                  <a:pt x="14868" y="7592"/>
                </a:lnTo>
                <a:lnTo>
                  <a:pt x="14819" y="7617"/>
                </a:lnTo>
                <a:lnTo>
                  <a:pt x="14770" y="7665"/>
                </a:lnTo>
                <a:lnTo>
                  <a:pt x="14770" y="7714"/>
                </a:lnTo>
                <a:lnTo>
                  <a:pt x="14770" y="7763"/>
                </a:lnTo>
                <a:lnTo>
                  <a:pt x="14843" y="7860"/>
                </a:lnTo>
                <a:lnTo>
                  <a:pt x="14916" y="7957"/>
                </a:lnTo>
                <a:lnTo>
                  <a:pt x="15135" y="8128"/>
                </a:lnTo>
                <a:lnTo>
                  <a:pt x="15427" y="8249"/>
                </a:lnTo>
                <a:lnTo>
                  <a:pt x="15549" y="8298"/>
                </a:lnTo>
                <a:lnTo>
                  <a:pt x="15695" y="8322"/>
                </a:lnTo>
                <a:lnTo>
                  <a:pt x="15403" y="8639"/>
                </a:lnTo>
                <a:lnTo>
                  <a:pt x="15184" y="8590"/>
                </a:lnTo>
                <a:lnTo>
                  <a:pt x="14965" y="8541"/>
                </a:lnTo>
                <a:lnTo>
                  <a:pt x="14770" y="8468"/>
                </a:lnTo>
                <a:lnTo>
                  <a:pt x="14576" y="8347"/>
                </a:lnTo>
                <a:lnTo>
                  <a:pt x="14551" y="8322"/>
                </a:lnTo>
                <a:lnTo>
                  <a:pt x="14503" y="8322"/>
                </a:lnTo>
                <a:lnTo>
                  <a:pt x="14454" y="8371"/>
                </a:lnTo>
                <a:lnTo>
                  <a:pt x="14430" y="8420"/>
                </a:lnTo>
                <a:lnTo>
                  <a:pt x="14430" y="8493"/>
                </a:lnTo>
                <a:lnTo>
                  <a:pt x="14478" y="8590"/>
                </a:lnTo>
                <a:lnTo>
                  <a:pt x="14551" y="8687"/>
                </a:lnTo>
                <a:lnTo>
                  <a:pt x="14722" y="8809"/>
                </a:lnTo>
                <a:lnTo>
                  <a:pt x="14892" y="8906"/>
                </a:lnTo>
                <a:lnTo>
                  <a:pt x="15111" y="8979"/>
                </a:lnTo>
                <a:lnTo>
                  <a:pt x="14843" y="9271"/>
                </a:lnTo>
                <a:lnTo>
                  <a:pt x="14795" y="9247"/>
                </a:lnTo>
                <a:lnTo>
                  <a:pt x="14503" y="9150"/>
                </a:lnTo>
                <a:lnTo>
                  <a:pt x="14211" y="9052"/>
                </a:lnTo>
                <a:lnTo>
                  <a:pt x="13919" y="8955"/>
                </a:lnTo>
                <a:lnTo>
                  <a:pt x="13627" y="8858"/>
                </a:lnTo>
                <a:lnTo>
                  <a:pt x="13578" y="8858"/>
                </a:lnTo>
                <a:lnTo>
                  <a:pt x="13554" y="8882"/>
                </a:lnTo>
                <a:lnTo>
                  <a:pt x="13529" y="8931"/>
                </a:lnTo>
                <a:lnTo>
                  <a:pt x="13554" y="8955"/>
                </a:lnTo>
                <a:lnTo>
                  <a:pt x="13627" y="9077"/>
                </a:lnTo>
                <a:lnTo>
                  <a:pt x="13748" y="9198"/>
                </a:lnTo>
                <a:lnTo>
                  <a:pt x="13846" y="9296"/>
                </a:lnTo>
                <a:lnTo>
                  <a:pt x="13992" y="9369"/>
                </a:lnTo>
                <a:lnTo>
                  <a:pt x="14284" y="9515"/>
                </a:lnTo>
                <a:lnTo>
                  <a:pt x="14576" y="9612"/>
                </a:lnTo>
                <a:lnTo>
                  <a:pt x="14211" y="10001"/>
                </a:lnTo>
                <a:lnTo>
                  <a:pt x="14186" y="9953"/>
                </a:lnTo>
                <a:lnTo>
                  <a:pt x="14113" y="9904"/>
                </a:lnTo>
                <a:lnTo>
                  <a:pt x="13846" y="9709"/>
                </a:lnTo>
                <a:lnTo>
                  <a:pt x="13529" y="9563"/>
                </a:lnTo>
                <a:lnTo>
                  <a:pt x="13359" y="9490"/>
                </a:lnTo>
                <a:lnTo>
                  <a:pt x="13213" y="9442"/>
                </a:lnTo>
                <a:lnTo>
                  <a:pt x="13043" y="9393"/>
                </a:lnTo>
                <a:lnTo>
                  <a:pt x="12824" y="9393"/>
                </a:lnTo>
                <a:lnTo>
                  <a:pt x="12799" y="9442"/>
                </a:lnTo>
                <a:lnTo>
                  <a:pt x="12799" y="9490"/>
                </a:lnTo>
                <a:lnTo>
                  <a:pt x="12824" y="9515"/>
                </a:lnTo>
                <a:lnTo>
                  <a:pt x="13067" y="9734"/>
                </a:lnTo>
                <a:lnTo>
                  <a:pt x="13335" y="9904"/>
                </a:lnTo>
                <a:lnTo>
                  <a:pt x="13627" y="10074"/>
                </a:lnTo>
                <a:lnTo>
                  <a:pt x="13919" y="10220"/>
                </a:lnTo>
                <a:lnTo>
                  <a:pt x="13967" y="10245"/>
                </a:lnTo>
                <a:lnTo>
                  <a:pt x="13894" y="10318"/>
                </a:lnTo>
                <a:lnTo>
                  <a:pt x="13748" y="10464"/>
                </a:lnTo>
                <a:lnTo>
                  <a:pt x="13700" y="10391"/>
                </a:lnTo>
                <a:lnTo>
                  <a:pt x="13627" y="10318"/>
                </a:lnTo>
                <a:lnTo>
                  <a:pt x="13456" y="10220"/>
                </a:lnTo>
                <a:lnTo>
                  <a:pt x="13091" y="10074"/>
                </a:lnTo>
                <a:lnTo>
                  <a:pt x="12897" y="10026"/>
                </a:lnTo>
                <a:lnTo>
                  <a:pt x="12702" y="9953"/>
                </a:lnTo>
                <a:lnTo>
                  <a:pt x="12507" y="9928"/>
                </a:lnTo>
                <a:lnTo>
                  <a:pt x="12288" y="9904"/>
                </a:lnTo>
                <a:lnTo>
                  <a:pt x="12240" y="9904"/>
                </a:lnTo>
                <a:lnTo>
                  <a:pt x="12215" y="9928"/>
                </a:lnTo>
                <a:lnTo>
                  <a:pt x="12191" y="9977"/>
                </a:lnTo>
                <a:lnTo>
                  <a:pt x="12215" y="10050"/>
                </a:lnTo>
                <a:lnTo>
                  <a:pt x="12264" y="10099"/>
                </a:lnTo>
                <a:lnTo>
                  <a:pt x="12459" y="10196"/>
                </a:lnTo>
                <a:lnTo>
                  <a:pt x="12629" y="10293"/>
                </a:lnTo>
                <a:lnTo>
                  <a:pt x="12994" y="10512"/>
                </a:lnTo>
                <a:lnTo>
                  <a:pt x="13237" y="10634"/>
                </a:lnTo>
                <a:lnTo>
                  <a:pt x="13359" y="10682"/>
                </a:lnTo>
                <a:lnTo>
                  <a:pt x="13505" y="10707"/>
                </a:lnTo>
                <a:lnTo>
                  <a:pt x="12921" y="11291"/>
                </a:lnTo>
                <a:lnTo>
                  <a:pt x="12799" y="11193"/>
                </a:lnTo>
                <a:lnTo>
                  <a:pt x="12653" y="11096"/>
                </a:lnTo>
                <a:lnTo>
                  <a:pt x="12434" y="10974"/>
                </a:lnTo>
                <a:lnTo>
                  <a:pt x="12240" y="10828"/>
                </a:lnTo>
                <a:lnTo>
                  <a:pt x="12021" y="10682"/>
                </a:lnTo>
                <a:lnTo>
                  <a:pt x="11802" y="10585"/>
                </a:lnTo>
                <a:lnTo>
                  <a:pt x="11680" y="10537"/>
                </a:lnTo>
                <a:lnTo>
                  <a:pt x="11534" y="10537"/>
                </a:lnTo>
                <a:lnTo>
                  <a:pt x="11510" y="10561"/>
                </a:lnTo>
                <a:lnTo>
                  <a:pt x="11510" y="10585"/>
                </a:lnTo>
                <a:lnTo>
                  <a:pt x="11534" y="10609"/>
                </a:lnTo>
                <a:lnTo>
                  <a:pt x="11704" y="10804"/>
                </a:lnTo>
                <a:lnTo>
                  <a:pt x="11996" y="11072"/>
                </a:lnTo>
                <a:lnTo>
                  <a:pt x="12337" y="11364"/>
                </a:lnTo>
                <a:lnTo>
                  <a:pt x="12507" y="11461"/>
                </a:lnTo>
                <a:lnTo>
                  <a:pt x="12678" y="11534"/>
                </a:lnTo>
                <a:lnTo>
                  <a:pt x="12337" y="11875"/>
                </a:lnTo>
                <a:lnTo>
                  <a:pt x="12215" y="11826"/>
                </a:lnTo>
                <a:lnTo>
                  <a:pt x="12094" y="11777"/>
                </a:lnTo>
                <a:lnTo>
                  <a:pt x="11899" y="11680"/>
                </a:lnTo>
                <a:lnTo>
                  <a:pt x="11510" y="11437"/>
                </a:lnTo>
                <a:lnTo>
                  <a:pt x="11291" y="11339"/>
                </a:lnTo>
                <a:lnTo>
                  <a:pt x="11193" y="11315"/>
                </a:lnTo>
                <a:lnTo>
                  <a:pt x="11072" y="11291"/>
                </a:lnTo>
                <a:lnTo>
                  <a:pt x="10999" y="11315"/>
                </a:lnTo>
                <a:lnTo>
                  <a:pt x="10974" y="11364"/>
                </a:lnTo>
                <a:lnTo>
                  <a:pt x="10950" y="11437"/>
                </a:lnTo>
                <a:lnTo>
                  <a:pt x="10999" y="11485"/>
                </a:lnTo>
                <a:lnTo>
                  <a:pt x="11266" y="11704"/>
                </a:lnTo>
                <a:lnTo>
                  <a:pt x="11558" y="11923"/>
                </a:lnTo>
                <a:lnTo>
                  <a:pt x="11777" y="12069"/>
                </a:lnTo>
                <a:lnTo>
                  <a:pt x="12045" y="12191"/>
                </a:lnTo>
                <a:lnTo>
                  <a:pt x="11753" y="12483"/>
                </a:lnTo>
                <a:lnTo>
                  <a:pt x="11485" y="12264"/>
                </a:lnTo>
                <a:lnTo>
                  <a:pt x="11218" y="12045"/>
                </a:lnTo>
                <a:lnTo>
                  <a:pt x="11047" y="11899"/>
                </a:lnTo>
                <a:lnTo>
                  <a:pt x="10877" y="11777"/>
                </a:lnTo>
                <a:lnTo>
                  <a:pt x="10682" y="11680"/>
                </a:lnTo>
                <a:lnTo>
                  <a:pt x="10488" y="11631"/>
                </a:lnTo>
                <a:lnTo>
                  <a:pt x="10439" y="11656"/>
                </a:lnTo>
                <a:lnTo>
                  <a:pt x="10439" y="11680"/>
                </a:lnTo>
                <a:lnTo>
                  <a:pt x="10415" y="11704"/>
                </a:lnTo>
                <a:lnTo>
                  <a:pt x="10439" y="11753"/>
                </a:lnTo>
                <a:lnTo>
                  <a:pt x="11072" y="12410"/>
                </a:lnTo>
                <a:lnTo>
                  <a:pt x="11242" y="12605"/>
                </a:lnTo>
                <a:lnTo>
                  <a:pt x="11461" y="12775"/>
                </a:lnTo>
                <a:lnTo>
                  <a:pt x="11315" y="12945"/>
                </a:lnTo>
                <a:lnTo>
                  <a:pt x="11193" y="12848"/>
                </a:lnTo>
                <a:lnTo>
                  <a:pt x="11047" y="12775"/>
                </a:lnTo>
                <a:lnTo>
                  <a:pt x="10780" y="12629"/>
                </a:lnTo>
                <a:lnTo>
                  <a:pt x="10366" y="12361"/>
                </a:lnTo>
                <a:lnTo>
                  <a:pt x="10172" y="12215"/>
                </a:lnTo>
                <a:lnTo>
                  <a:pt x="9977" y="12069"/>
                </a:lnTo>
                <a:lnTo>
                  <a:pt x="9953" y="12045"/>
                </a:lnTo>
                <a:lnTo>
                  <a:pt x="9928" y="12069"/>
                </a:lnTo>
                <a:lnTo>
                  <a:pt x="9904" y="12094"/>
                </a:lnTo>
                <a:lnTo>
                  <a:pt x="9928" y="12118"/>
                </a:lnTo>
                <a:lnTo>
                  <a:pt x="10220" y="12532"/>
                </a:lnTo>
                <a:lnTo>
                  <a:pt x="10391" y="12702"/>
                </a:lnTo>
                <a:lnTo>
                  <a:pt x="10585" y="12897"/>
                </a:lnTo>
                <a:lnTo>
                  <a:pt x="10804" y="13067"/>
                </a:lnTo>
                <a:lnTo>
                  <a:pt x="10926" y="13140"/>
                </a:lnTo>
                <a:lnTo>
                  <a:pt x="11047" y="13213"/>
                </a:lnTo>
                <a:lnTo>
                  <a:pt x="10780" y="13456"/>
                </a:lnTo>
                <a:lnTo>
                  <a:pt x="10439" y="13213"/>
                </a:lnTo>
                <a:lnTo>
                  <a:pt x="10099" y="12970"/>
                </a:lnTo>
                <a:lnTo>
                  <a:pt x="9928" y="12872"/>
                </a:lnTo>
                <a:lnTo>
                  <a:pt x="9734" y="12799"/>
                </a:lnTo>
                <a:lnTo>
                  <a:pt x="9563" y="12726"/>
                </a:lnTo>
                <a:lnTo>
                  <a:pt x="9369" y="12726"/>
                </a:lnTo>
                <a:lnTo>
                  <a:pt x="9320" y="12751"/>
                </a:lnTo>
                <a:lnTo>
                  <a:pt x="9320" y="12775"/>
                </a:lnTo>
                <a:lnTo>
                  <a:pt x="9320" y="12799"/>
                </a:lnTo>
                <a:lnTo>
                  <a:pt x="9442" y="12921"/>
                </a:lnTo>
                <a:lnTo>
                  <a:pt x="9588" y="13043"/>
                </a:lnTo>
                <a:lnTo>
                  <a:pt x="9855" y="13262"/>
                </a:lnTo>
                <a:lnTo>
                  <a:pt x="10464" y="13773"/>
                </a:lnTo>
                <a:lnTo>
                  <a:pt x="10293" y="13943"/>
                </a:lnTo>
                <a:lnTo>
                  <a:pt x="10123" y="13821"/>
                </a:lnTo>
                <a:lnTo>
                  <a:pt x="9953" y="13724"/>
                </a:lnTo>
                <a:lnTo>
                  <a:pt x="9612" y="13554"/>
                </a:lnTo>
                <a:lnTo>
                  <a:pt x="9393" y="13408"/>
                </a:lnTo>
                <a:lnTo>
                  <a:pt x="9223" y="13237"/>
                </a:lnTo>
                <a:lnTo>
                  <a:pt x="9052" y="13067"/>
                </a:lnTo>
                <a:lnTo>
                  <a:pt x="8906" y="12848"/>
                </a:lnTo>
                <a:lnTo>
                  <a:pt x="8833" y="12799"/>
                </a:lnTo>
                <a:lnTo>
                  <a:pt x="8760" y="12799"/>
                </a:lnTo>
                <a:lnTo>
                  <a:pt x="8712" y="12824"/>
                </a:lnTo>
                <a:lnTo>
                  <a:pt x="8663" y="12897"/>
                </a:lnTo>
                <a:lnTo>
                  <a:pt x="8639" y="13018"/>
                </a:lnTo>
                <a:lnTo>
                  <a:pt x="8663" y="13164"/>
                </a:lnTo>
                <a:lnTo>
                  <a:pt x="8687" y="13286"/>
                </a:lnTo>
                <a:lnTo>
                  <a:pt x="8760" y="13408"/>
                </a:lnTo>
                <a:lnTo>
                  <a:pt x="8833" y="13529"/>
                </a:lnTo>
                <a:lnTo>
                  <a:pt x="8931" y="13627"/>
                </a:lnTo>
                <a:lnTo>
                  <a:pt x="9125" y="13821"/>
                </a:lnTo>
                <a:lnTo>
                  <a:pt x="9490" y="14089"/>
                </a:lnTo>
                <a:lnTo>
                  <a:pt x="9685" y="14211"/>
                </a:lnTo>
                <a:lnTo>
                  <a:pt x="9904" y="14308"/>
                </a:lnTo>
                <a:lnTo>
                  <a:pt x="9661" y="14527"/>
                </a:lnTo>
                <a:lnTo>
                  <a:pt x="9369" y="14381"/>
                </a:lnTo>
                <a:lnTo>
                  <a:pt x="9052" y="14235"/>
                </a:lnTo>
                <a:lnTo>
                  <a:pt x="8760" y="14089"/>
                </a:lnTo>
                <a:lnTo>
                  <a:pt x="8614" y="13992"/>
                </a:lnTo>
                <a:lnTo>
                  <a:pt x="8468" y="13919"/>
                </a:lnTo>
                <a:lnTo>
                  <a:pt x="8444" y="13894"/>
                </a:lnTo>
                <a:lnTo>
                  <a:pt x="8420" y="13894"/>
                </a:lnTo>
                <a:lnTo>
                  <a:pt x="8395" y="13919"/>
                </a:lnTo>
                <a:lnTo>
                  <a:pt x="8395" y="13967"/>
                </a:lnTo>
                <a:lnTo>
                  <a:pt x="8468" y="14138"/>
                </a:lnTo>
                <a:lnTo>
                  <a:pt x="8566" y="14308"/>
                </a:lnTo>
                <a:lnTo>
                  <a:pt x="8687" y="14430"/>
                </a:lnTo>
                <a:lnTo>
                  <a:pt x="8833" y="14551"/>
                </a:lnTo>
                <a:lnTo>
                  <a:pt x="9296" y="14868"/>
                </a:lnTo>
                <a:lnTo>
                  <a:pt x="9004" y="15160"/>
                </a:lnTo>
                <a:lnTo>
                  <a:pt x="8614" y="14770"/>
                </a:lnTo>
                <a:lnTo>
                  <a:pt x="8201" y="14405"/>
                </a:lnTo>
                <a:lnTo>
                  <a:pt x="7398" y="13700"/>
                </a:lnTo>
                <a:lnTo>
                  <a:pt x="6984" y="13359"/>
                </a:lnTo>
                <a:lnTo>
                  <a:pt x="6595" y="12994"/>
                </a:lnTo>
                <a:lnTo>
                  <a:pt x="6205" y="12605"/>
                </a:lnTo>
                <a:lnTo>
                  <a:pt x="5840" y="12215"/>
                </a:lnTo>
                <a:lnTo>
                  <a:pt x="5500" y="11777"/>
                </a:lnTo>
                <a:lnTo>
                  <a:pt x="5135" y="11315"/>
                </a:lnTo>
                <a:lnTo>
                  <a:pt x="4794" y="10901"/>
                </a:lnTo>
                <a:lnTo>
                  <a:pt x="4599" y="10682"/>
                </a:lnTo>
                <a:lnTo>
                  <a:pt x="4405" y="10488"/>
                </a:lnTo>
                <a:lnTo>
                  <a:pt x="4137" y="10269"/>
                </a:lnTo>
                <a:lnTo>
                  <a:pt x="3845" y="10074"/>
                </a:lnTo>
                <a:lnTo>
                  <a:pt x="3553" y="9855"/>
                </a:lnTo>
                <a:lnTo>
                  <a:pt x="3285" y="9661"/>
                </a:lnTo>
                <a:lnTo>
                  <a:pt x="3261" y="9588"/>
                </a:lnTo>
                <a:lnTo>
                  <a:pt x="3602" y="9296"/>
                </a:lnTo>
                <a:lnTo>
                  <a:pt x="3967" y="9004"/>
                </a:lnTo>
                <a:lnTo>
                  <a:pt x="4332" y="8712"/>
                </a:lnTo>
                <a:lnTo>
                  <a:pt x="4672" y="8420"/>
                </a:lnTo>
                <a:lnTo>
                  <a:pt x="5646" y="7519"/>
                </a:lnTo>
                <a:lnTo>
                  <a:pt x="6595" y="6595"/>
                </a:lnTo>
                <a:lnTo>
                  <a:pt x="6984" y="6205"/>
                </a:lnTo>
                <a:lnTo>
                  <a:pt x="7349" y="5792"/>
                </a:lnTo>
                <a:lnTo>
                  <a:pt x="8055" y="4940"/>
                </a:lnTo>
                <a:lnTo>
                  <a:pt x="8760" y="4088"/>
                </a:lnTo>
                <a:lnTo>
                  <a:pt x="9466" y="3237"/>
                </a:lnTo>
                <a:lnTo>
                  <a:pt x="9855" y="2799"/>
                </a:lnTo>
                <a:lnTo>
                  <a:pt x="10269" y="2410"/>
                </a:lnTo>
                <a:lnTo>
                  <a:pt x="10707" y="2045"/>
                </a:lnTo>
                <a:lnTo>
                  <a:pt x="11169" y="1704"/>
                </a:lnTo>
                <a:lnTo>
                  <a:pt x="11631" y="1412"/>
                </a:lnTo>
                <a:lnTo>
                  <a:pt x="12142" y="1144"/>
                </a:lnTo>
                <a:lnTo>
                  <a:pt x="12678" y="950"/>
                </a:lnTo>
                <a:lnTo>
                  <a:pt x="13237" y="779"/>
                </a:lnTo>
                <a:lnTo>
                  <a:pt x="13797" y="658"/>
                </a:lnTo>
                <a:lnTo>
                  <a:pt x="14381" y="585"/>
                </a:lnTo>
                <a:lnTo>
                  <a:pt x="14941" y="560"/>
                </a:lnTo>
                <a:close/>
                <a:moveTo>
                  <a:pt x="11777" y="13237"/>
                </a:moveTo>
                <a:lnTo>
                  <a:pt x="11777" y="13602"/>
                </a:lnTo>
                <a:lnTo>
                  <a:pt x="11753" y="13967"/>
                </a:lnTo>
                <a:lnTo>
                  <a:pt x="11704" y="14746"/>
                </a:lnTo>
                <a:lnTo>
                  <a:pt x="11680" y="15549"/>
                </a:lnTo>
                <a:lnTo>
                  <a:pt x="11656" y="16328"/>
                </a:lnTo>
                <a:lnTo>
                  <a:pt x="11485" y="16084"/>
                </a:lnTo>
                <a:lnTo>
                  <a:pt x="11291" y="15865"/>
                </a:lnTo>
                <a:lnTo>
                  <a:pt x="10877" y="15427"/>
                </a:lnTo>
                <a:lnTo>
                  <a:pt x="10755" y="15257"/>
                </a:lnTo>
                <a:lnTo>
                  <a:pt x="10610" y="15062"/>
                </a:lnTo>
                <a:lnTo>
                  <a:pt x="10464" y="14868"/>
                </a:lnTo>
                <a:lnTo>
                  <a:pt x="10366" y="14770"/>
                </a:lnTo>
                <a:lnTo>
                  <a:pt x="10293" y="14722"/>
                </a:lnTo>
                <a:lnTo>
                  <a:pt x="10731" y="14284"/>
                </a:lnTo>
                <a:lnTo>
                  <a:pt x="11266" y="13773"/>
                </a:lnTo>
                <a:lnTo>
                  <a:pt x="11777" y="13237"/>
                </a:lnTo>
                <a:close/>
                <a:moveTo>
                  <a:pt x="3431" y="14381"/>
                </a:moveTo>
                <a:lnTo>
                  <a:pt x="3553" y="14405"/>
                </a:lnTo>
                <a:lnTo>
                  <a:pt x="3699" y="14454"/>
                </a:lnTo>
                <a:lnTo>
                  <a:pt x="3699" y="14527"/>
                </a:lnTo>
                <a:lnTo>
                  <a:pt x="3723" y="14576"/>
                </a:lnTo>
                <a:lnTo>
                  <a:pt x="3602" y="14576"/>
                </a:lnTo>
                <a:lnTo>
                  <a:pt x="3553" y="14600"/>
                </a:lnTo>
                <a:lnTo>
                  <a:pt x="3504" y="14649"/>
                </a:lnTo>
                <a:lnTo>
                  <a:pt x="3334" y="14843"/>
                </a:lnTo>
                <a:lnTo>
                  <a:pt x="3164" y="15038"/>
                </a:lnTo>
                <a:lnTo>
                  <a:pt x="2969" y="15233"/>
                </a:lnTo>
                <a:lnTo>
                  <a:pt x="2896" y="15330"/>
                </a:lnTo>
                <a:lnTo>
                  <a:pt x="2847" y="15452"/>
                </a:lnTo>
                <a:lnTo>
                  <a:pt x="2847" y="15525"/>
                </a:lnTo>
                <a:lnTo>
                  <a:pt x="2872" y="15573"/>
                </a:lnTo>
                <a:lnTo>
                  <a:pt x="2896" y="15622"/>
                </a:lnTo>
                <a:lnTo>
                  <a:pt x="2945" y="15646"/>
                </a:lnTo>
                <a:lnTo>
                  <a:pt x="3115" y="15646"/>
                </a:lnTo>
                <a:lnTo>
                  <a:pt x="3237" y="15598"/>
                </a:lnTo>
                <a:lnTo>
                  <a:pt x="3358" y="15525"/>
                </a:lnTo>
                <a:lnTo>
                  <a:pt x="3480" y="15427"/>
                </a:lnTo>
                <a:lnTo>
                  <a:pt x="3699" y="15208"/>
                </a:lnTo>
                <a:lnTo>
                  <a:pt x="3894" y="14941"/>
                </a:lnTo>
                <a:lnTo>
                  <a:pt x="3918" y="14868"/>
                </a:lnTo>
                <a:lnTo>
                  <a:pt x="3918" y="14795"/>
                </a:lnTo>
                <a:lnTo>
                  <a:pt x="3918" y="14722"/>
                </a:lnTo>
                <a:lnTo>
                  <a:pt x="3869" y="14673"/>
                </a:lnTo>
                <a:lnTo>
                  <a:pt x="3918" y="14697"/>
                </a:lnTo>
                <a:lnTo>
                  <a:pt x="3967" y="14770"/>
                </a:lnTo>
                <a:lnTo>
                  <a:pt x="3967" y="14819"/>
                </a:lnTo>
                <a:lnTo>
                  <a:pt x="3967" y="14892"/>
                </a:lnTo>
                <a:lnTo>
                  <a:pt x="3942" y="15087"/>
                </a:lnTo>
                <a:lnTo>
                  <a:pt x="3894" y="15281"/>
                </a:lnTo>
                <a:lnTo>
                  <a:pt x="3699" y="15671"/>
                </a:lnTo>
                <a:lnTo>
                  <a:pt x="3553" y="15938"/>
                </a:lnTo>
                <a:lnTo>
                  <a:pt x="3480" y="16060"/>
                </a:lnTo>
                <a:lnTo>
                  <a:pt x="3358" y="16157"/>
                </a:lnTo>
                <a:lnTo>
                  <a:pt x="3261" y="16230"/>
                </a:lnTo>
                <a:lnTo>
                  <a:pt x="3115" y="16303"/>
                </a:lnTo>
                <a:lnTo>
                  <a:pt x="2847" y="16376"/>
                </a:lnTo>
                <a:lnTo>
                  <a:pt x="2556" y="16425"/>
                </a:lnTo>
                <a:lnTo>
                  <a:pt x="2361" y="16449"/>
                </a:lnTo>
                <a:lnTo>
                  <a:pt x="2166" y="16449"/>
                </a:lnTo>
                <a:lnTo>
                  <a:pt x="2312" y="16182"/>
                </a:lnTo>
                <a:lnTo>
                  <a:pt x="2434" y="15890"/>
                </a:lnTo>
                <a:lnTo>
                  <a:pt x="2629" y="15403"/>
                </a:lnTo>
                <a:lnTo>
                  <a:pt x="2726" y="15160"/>
                </a:lnTo>
                <a:lnTo>
                  <a:pt x="2847" y="14916"/>
                </a:lnTo>
                <a:lnTo>
                  <a:pt x="2993" y="14697"/>
                </a:lnTo>
                <a:lnTo>
                  <a:pt x="3164" y="14503"/>
                </a:lnTo>
                <a:lnTo>
                  <a:pt x="3237" y="14430"/>
                </a:lnTo>
                <a:lnTo>
                  <a:pt x="3310" y="14405"/>
                </a:lnTo>
                <a:lnTo>
                  <a:pt x="3358" y="14381"/>
                </a:lnTo>
                <a:close/>
                <a:moveTo>
                  <a:pt x="3066" y="10001"/>
                </a:moveTo>
                <a:lnTo>
                  <a:pt x="3188" y="10147"/>
                </a:lnTo>
                <a:lnTo>
                  <a:pt x="3334" y="10293"/>
                </a:lnTo>
                <a:lnTo>
                  <a:pt x="3650" y="10488"/>
                </a:lnTo>
                <a:lnTo>
                  <a:pt x="3894" y="10682"/>
                </a:lnTo>
                <a:lnTo>
                  <a:pt x="4113" y="10877"/>
                </a:lnTo>
                <a:lnTo>
                  <a:pt x="4332" y="11096"/>
                </a:lnTo>
                <a:lnTo>
                  <a:pt x="4526" y="11315"/>
                </a:lnTo>
                <a:lnTo>
                  <a:pt x="4891" y="11777"/>
                </a:lnTo>
                <a:lnTo>
                  <a:pt x="5256" y="12264"/>
                </a:lnTo>
                <a:lnTo>
                  <a:pt x="5621" y="12702"/>
                </a:lnTo>
                <a:lnTo>
                  <a:pt x="6011" y="13140"/>
                </a:lnTo>
                <a:lnTo>
                  <a:pt x="6449" y="13529"/>
                </a:lnTo>
                <a:lnTo>
                  <a:pt x="6862" y="13919"/>
                </a:lnTo>
                <a:lnTo>
                  <a:pt x="7763" y="14697"/>
                </a:lnTo>
                <a:lnTo>
                  <a:pt x="8176" y="15087"/>
                </a:lnTo>
                <a:lnTo>
                  <a:pt x="8614" y="15500"/>
                </a:lnTo>
                <a:lnTo>
                  <a:pt x="8590" y="15525"/>
                </a:lnTo>
                <a:lnTo>
                  <a:pt x="8517" y="15573"/>
                </a:lnTo>
                <a:lnTo>
                  <a:pt x="8468" y="15646"/>
                </a:lnTo>
                <a:lnTo>
                  <a:pt x="8468" y="15719"/>
                </a:lnTo>
                <a:lnTo>
                  <a:pt x="8395" y="15914"/>
                </a:lnTo>
                <a:lnTo>
                  <a:pt x="8322" y="16133"/>
                </a:lnTo>
                <a:lnTo>
                  <a:pt x="8176" y="16547"/>
                </a:lnTo>
                <a:lnTo>
                  <a:pt x="7227" y="15817"/>
                </a:lnTo>
                <a:lnTo>
                  <a:pt x="6303" y="15062"/>
                </a:lnTo>
                <a:lnTo>
                  <a:pt x="5840" y="14649"/>
                </a:lnTo>
                <a:lnTo>
                  <a:pt x="5378" y="14259"/>
                </a:lnTo>
                <a:lnTo>
                  <a:pt x="4964" y="13846"/>
                </a:lnTo>
                <a:lnTo>
                  <a:pt x="4551" y="13408"/>
                </a:lnTo>
                <a:lnTo>
                  <a:pt x="3821" y="12580"/>
                </a:lnTo>
                <a:lnTo>
                  <a:pt x="3456" y="12142"/>
                </a:lnTo>
                <a:lnTo>
                  <a:pt x="3091" y="11729"/>
                </a:lnTo>
                <a:lnTo>
                  <a:pt x="2702" y="11315"/>
                </a:lnTo>
                <a:lnTo>
                  <a:pt x="2288" y="10950"/>
                </a:lnTo>
                <a:lnTo>
                  <a:pt x="1850" y="10609"/>
                </a:lnTo>
                <a:lnTo>
                  <a:pt x="1607" y="10464"/>
                </a:lnTo>
                <a:lnTo>
                  <a:pt x="1388" y="10318"/>
                </a:lnTo>
                <a:lnTo>
                  <a:pt x="1534" y="10318"/>
                </a:lnTo>
                <a:lnTo>
                  <a:pt x="1655" y="10293"/>
                </a:lnTo>
                <a:lnTo>
                  <a:pt x="1947" y="10245"/>
                </a:lnTo>
                <a:lnTo>
                  <a:pt x="2507" y="10147"/>
                </a:lnTo>
                <a:lnTo>
                  <a:pt x="3066" y="10001"/>
                </a:lnTo>
                <a:close/>
                <a:moveTo>
                  <a:pt x="4989" y="16328"/>
                </a:moveTo>
                <a:lnTo>
                  <a:pt x="5110" y="16352"/>
                </a:lnTo>
                <a:lnTo>
                  <a:pt x="5086" y="16401"/>
                </a:lnTo>
                <a:lnTo>
                  <a:pt x="5062" y="16474"/>
                </a:lnTo>
                <a:lnTo>
                  <a:pt x="4989" y="16522"/>
                </a:lnTo>
                <a:lnTo>
                  <a:pt x="4843" y="16620"/>
                </a:lnTo>
                <a:lnTo>
                  <a:pt x="4551" y="16741"/>
                </a:lnTo>
                <a:lnTo>
                  <a:pt x="4551" y="16741"/>
                </a:lnTo>
                <a:lnTo>
                  <a:pt x="4599" y="16620"/>
                </a:lnTo>
                <a:lnTo>
                  <a:pt x="4672" y="16474"/>
                </a:lnTo>
                <a:lnTo>
                  <a:pt x="4770" y="16376"/>
                </a:lnTo>
                <a:lnTo>
                  <a:pt x="4867" y="16328"/>
                </a:lnTo>
                <a:close/>
                <a:moveTo>
                  <a:pt x="3237" y="13846"/>
                </a:moveTo>
                <a:lnTo>
                  <a:pt x="3115" y="13894"/>
                </a:lnTo>
                <a:lnTo>
                  <a:pt x="2993" y="13943"/>
                </a:lnTo>
                <a:lnTo>
                  <a:pt x="2896" y="14016"/>
                </a:lnTo>
                <a:lnTo>
                  <a:pt x="2702" y="14211"/>
                </a:lnTo>
                <a:lnTo>
                  <a:pt x="2531" y="14430"/>
                </a:lnTo>
                <a:lnTo>
                  <a:pt x="2385" y="14673"/>
                </a:lnTo>
                <a:lnTo>
                  <a:pt x="2264" y="14941"/>
                </a:lnTo>
                <a:lnTo>
                  <a:pt x="2045" y="15500"/>
                </a:lnTo>
                <a:lnTo>
                  <a:pt x="1923" y="15768"/>
                </a:lnTo>
                <a:lnTo>
                  <a:pt x="1777" y="16036"/>
                </a:lnTo>
                <a:lnTo>
                  <a:pt x="1607" y="16279"/>
                </a:lnTo>
                <a:lnTo>
                  <a:pt x="1509" y="16376"/>
                </a:lnTo>
                <a:lnTo>
                  <a:pt x="1412" y="16449"/>
                </a:lnTo>
                <a:lnTo>
                  <a:pt x="1363" y="16522"/>
                </a:lnTo>
                <a:lnTo>
                  <a:pt x="1315" y="16595"/>
                </a:lnTo>
                <a:lnTo>
                  <a:pt x="1290" y="16668"/>
                </a:lnTo>
                <a:lnTo>
                  <a:pt x="1315" y="16741"/>
                </a:lnTo>
                <a:lnTo>
                  <a:pt x="1339" y="16814"/>
                </a:lnTo>
                <a:lnTo>
                  <a:pt x="1388" y="16863"/>
                </a:lnTo>
                <a:lnTo>
                  <a:pt x="1436" y="16887"/>
                </a:lnTo>
                <a:lnTo>
                  <a:pt x="1534" y="16912"/>
                </a:lnTo>
                <a:lnTo>
                  <a:pt x="1631" y="16912"/>
                </a:lnTo>
                <a:lnTo>
                  <a:pt x="1728" y="16887"/>
                </a:lnTo>
                <a:lnTo>
                  <a:pt x="2288" y="16887"/>
                </a:lnTo>
                <a:lnTo>
                  <a:pt x="2556" y="16863"/>
                </a:lnTo>
                <a:lnTo>
                  <a:pt x="2799" y="16839"/>
                </a:lnTo>
                <a:lnTo>
                  <a:pt x="3042" y="16790"/>
                </a:lnTo>
                <a:lnTo>
                  <a:pt x="3285" y="16717"/>
                </a:lnTo>
                <a:lnTo>
                  <a:pt x="3431" y="16644"/>
                </a:lnTo>
                <a:lnTo>
                  <a:pt x="3553" y="16571"/>
                </a:lnTo>
                <a:lnTo>
                  <a:pt x="3650" y="16474"/>
                </a:lnTo>
                <a:lnTo>
                  <a:pt x="3772" y="16376"/>
                </a:lnTo>
                <a:lnTo>
                  <a:pt x="3918" y="16157"/>
                </a:lnTo>
                <a:lnTo>
                  <a:pt x="4064" y="15865"/>
                </a:lnTo>
                <a:lnTo>
                  <a:pt x="4210" y="15549"/>
                </a:lnTo>
                <a:lnTo>
                  <a:pt x="4283" y="15306"/>
                </a:lnTo>
                <a:lnTo>
                  <a:pt x="4332" y="15062"/>
                </a:lnTo>
                <a:lnTo>
                  <a:pt x="4380" y="14795"/>
                </a:lnTo>
                <a:lnTo>
                  <a:pt x="4356" y="14576"/>
                </a:lnTo>
                <a:lnTo>
                  <a:pt x="4356" y="14478"/>
                </a:lnTo>
                <a:lnTo>
                  <a:pt x="4307" y="14405"/>
                </a:lnTo>
                <a:lnTo>
                  <a:pt x="4259" y="14332"/>
                </a:lnTo>
                <a:lnTo>
                  <a:pt x="4186" y="14284"/>
                </a:lnTo>
                <a:lnTo>
                  <a:pt x="4113" y="14186"/>
                </a:lnTo>
                <a:lnTo>
                  <a:pt x="4040" y="14089"/>
                </a:lnTo>
                <a:lnTo>
                  <a:pt x="3942" y="14016"/>
                </a:lnTo>
                <a:lnTo>
                  <a:pt x="3845" y="13967"/>
                </a:lnTo>
                <a:lnTo>
                  <a:pt x="3626" y="13870"/>
                </a:lnTo>
                <a:lnTo>
                  <a:pt x="3383" y="13846"/>
                </a:lnTo>
                <a:close/>
                <a:moveTo>
                  <a:pt x="4818" y="15817"/>
                </a:moveTo>
                <a:lnTo>
                  <a:pt x="4697" y="15865"/>
                </a:lnTo>
                <a:lnTo>
                  <a:pt x="4575" y="15914"/>
                </a:lnTo>
                <a:lnTo>
                  <a:pt x="4453" y="15987"/>
                </a:lnTo>
                <a:lnTo>
                  <a:pt x="4356" y="16084"/>
                </a:lnTo>
                <a:lnTo>
                  <a:pt x="4259" y="16206"/>
                </a:lnTo>
                <a:lnTo>
                  <a:pt x="4161" y="16328"/>
                </a:lnTo>
                <a:lnTo>
                  <a:pt x="4088" y="16474"/>
                </a:lnTo>
                <a:lnTo>
                  <a:pt x="4040" y="16620"/>
                </a:lnTo>
                <a:lnTo>
                  <a:pt x="3991" y="16766"/>
                </a:lnTo>
                <a:lnTo>
                  <a:pt x="3967" y="16912"/>
                </a:lnTo>
                <a:lnTo>
                  <a:pt x="3967" y="17058"/>
                </a:lnTo>
                <a:lnTo>
                  <a:pt x="3991" y="17155"/>
                </a:lnTo>
                <a:lnTo>
                  <a:pt x="4064" y="17252"/>
                </a:lnTo>
                <a:lnTo>
                  <a:pt x="4161" y="17301"/>
                </a:lnTo>
                <a:lnTo>
                  <a:pt x="4210" y="17325"/>
                </a:lnTo>
                <a:lnTo>
                  <a:pt x="4259" y="17301"/>
                </a:lnTo>
                <a:lnTo>
                  <a:pt x="4502" y="17228"/>
                </a:lnTo>
                <a:lnTo>
                  <a:pt x="4721" y="17131"/>
                </a:lnTo>
                <a:lnTo>
                  <a:pt x="4989" y="17009"/>
                </a:lnTo>
                <a:lnTo>
                  <a:pt x="5135" y="16936"/>
                </a:lnTo>
                <a:lnTo>
                  <a:pt x="5256" y="16863"/>
                </a:lnTo>
                <a:lnTo>
                  <a:pt x="5354" y="16766"/>
                </a:lnTo>
                <a:lnTo>
                  <a:pt x="5427" y="16668"/>
                </a:lnTo>
                <a:lnTo>
                  <a:pt x="5500" y="16547"/>
                </a:lnTo>
                <a:lnTo>
                  <a:pt x="5524" y="16401"/>
                </a:lnTo>
                <a:lnTo>
                  <a:pt x="5524" y="16328"/>
                </a:lnTo>
                <a:lnTo>
                  <a:pt x="5500" y="16230"/>
                </a:lnTo>
                <a:lnTo>
                  <a:pt x="5451" y="16133"/>
                </a:lnTo>
                <a:lnTo>
                  <a:pt x="5402" y="16060"/>
                </a:lnTo>
                <a:lnTo>
                  <a:pt x="5305" y="15963"/>
                </a:lnTo>
                <a:lnTo>
                  <a:pt x="5208" y="15890"/>
                </a:lnTo>
                <a:lnTo>
                  <a:pt x="5086" y="15841"/>
                </a:lnTo>
                <a:lnTo>
                  <a:pt x="4964" y="15817"/>
                </a:lnTo>
                <a:close/>
                <a:moveTo>
                  <a:pt x="10001" y="14965"/>
                </a:moveTo>
                <a:lnTo>
                  <a:pt x="10099" y="15184"/>
                </a:lnTo>
                <a:lnTo>
                  <a:pt x="10220" y="15379"/>
                </a:lnTo>
                <a:lnTo>
                  <a:pt x="10488" y="15719"/>
                </a:lnTo>
                <a:lnTo>
                  <a:pt x="10731" y="16011"/>
                </a:lnTo>
                <a:lnTo>
                  <a:pt x="10999" y="16303"/>
                </a:lnTo>
                <a:lnTo>
                  <a:pt x="11242" y="16595"/>
                </a:lnTo>
                <a:lnTo>
                  <a:pt x="11339" y="16766"/>
                </a:lnTo>
                <a:lnTo>
                  <a:pt x="11412" y="16936"/>
                </a:lnTo>
                <a:lnTo>
                  <a:pt x="11437" y="17009"/>
                </a:lnTo>
                <a:lnTo>
                  <a:pt x="11485" y="17058"/>
                </a:lnTo>
                <a:lnTo>
                  <a:pt x="11558" y="17082"/>
                </a:lnTo>
                <a:lnTo>
                  <a:pt x="11607" y="17106"/>
                </a:lnTo>
                <a:lnTo>
                  <a:pt x="11607" y="17350"/>
                </a:lnTo>
                <a:lnTo>
                  <a:pt x="11583" y="17593"/>
                </a:lnTo>
                <a:lnTo>
                  <a:pt x="11412" y="17471"/>
                </a:lnTo>
                <a:lnTo>
                  <a:pt x="11266" y="17325"/>
                </a:lnTo>
                <a:lnTo>
                  <a:pt x="10974" y="17009"/>
                </a:lnTo>
                <a:lnTo>
                  <a:pt x="10488" y="16328"/>
                </a:lnTo>
                <a:lnTo>
                  <a:pt x="10099" y="15817"/>
                </a:lnTo>
                <a:lnTo>
                  <a:pt x="9855" y="15549"/>
                </a:lnTo>
                <a:lnTo>
                  <a:pt x="9709" y="15427"/>
                </a:lnTo>
                <a:lnTo>
                  <a:pt x="9588" y="15306"/>
                </a:lnTo>
                <a:lnTo>
                  <a:pt x="9855" y="15111"/>
                </a:lnTo>
                <a:lnTo>
                  <a:pt x="9928" y="15038"/>
                </a:lnTo>
                <a:lnTo>
                  <a:pt x="10001" y="14965"/>
                </a:lnTo>
                <a:close/>
                <a:moveTo>
                  <a:pt x="15135" y="1"/>
                </a:moveTo>
                <a:lnTo>
                  <a:pt x="14551" y="25"/>
                </a:lnTo>
                <a:lnTo>
                  <a:pt x="13967" y="74"/>
                </a:lnTo>
                <a:lnTo>
                  <a:pt x="13408" y="171"/>
                </a:lnTo>
                <a:lnTo>
                  <a:pt x="12824" y="293"/>
                </a:lnTo>
                <a:lnTo>
                  <a:pt x="12264" y="487"/>
                </a:lnTo>
                <a:lnTo>
                  <a:pt x="11753" y="706"/>
                </a:lnTo>
                <a:lnTo>
                  <a:pt x="11242" y="974"/>
                </a:lnTo>
                <a:lnTo>
                  <a:pt x="10755" y="1290"/>
                </a:lnTo>
                <a:lnTo>
                  <a:pt x="10318" y="1631"/>
                </a:lnTo>
                <a:lnTo>
                  <a:pt x="9880" y="2020"/>
                </a:lnTo>
                <a:lnTo>
                  <a:pt x="9466" y="2434"/>
                </a:lnTo>
                <a:lnTo>
                  <a:pt x="9052" y="2847"/>
                </a:lnTo>
                <a:lnTo>
                  <a:pt x="8663" y="3310"/>
                </a:lnTo>
                <a:lnTo>
                  <a:pt x="7933" y="4234"/>
                </a:lnTo>
                <a:lnTo>
                  <a:pt x="7203" y="5135"/>
                </a:lnTo>
                <a:lnTo>
                  <a:pt x="6814" y="5597"/>
                </a:lnTo>
                <a:lnTo>
                  <a:pt x="6400" y="6011"/>
                </a:lnTo>
                <a:lnTo>
                  <a:pt x="6205" y="6205"/>
                </a:lnTo>
                <a:lnTo>
                  <a:pt x="5889" y="6205"/>
                </a:lnTo>
                <a:lnTo>
                  <a:pt x="5548" y="6230"/>
                </a:lnTo>
                <a:lnTo>
                  <a:pt x="4916" y="6303"/>
                </a:lnTo>
                <a:lnTo>
                  <a:pt x="3991" y="6376"/>
                </a:lnTo>
                <a:lnTo>
                  <a:pt x="3066" y="6400"/>
                </a:lnTo>
                <a:lnTo>
                  <a:pt x="901" y="6400"/>
                </a:lnTo>
                <a:lnTo>
                  <a:pt x="171" y="6351"/>
                </a:lnTo>
                <a:lnTo>
                  <a:pt x="122" y="6351"/>
                </a:lnTo>
                <a:lnTo>
                  <a:pt x="74" y="6376"/>
                </a:lnTo>
                <a:lnTo>
                  <a:pt x="25" y="6449"/>
                </a:lnTo>
                <a:lnTo>
                  <a:pt x="1" y="6546"/>
                </a:lnTo>
                <a:lnTo>
                  <a:pt x="25" y="6619"/>
                </a:lnTo>
                <a:lnTo>
                  <a:pt x="1" y="6716"/>
                </a:lnTo>
                <a:lnTo>
                  <a:pt x="49" y="6789"/>
                </a:lnTo>
                <a:lnTo>
                  <a:pt x="195" y="7008"/>
                </a:lnTo>
                <a:lnTo>
                  <a:pt x="366" y="7227"/>
                </a:lnTo>
                <a:lnTo>
                  <a:pt x="731" y="7617"/>
                </a:lnTo>
                <a:lnTo>
                  <a:pt x="1120" y="7982"/>
                </a:lnTo>
                <a:lnTo>
                  <a:pt x="1534" y="8347"/>
                </a:lnTo>
                <a:lnTo>
                  <a:pt x="1923" y="8712"/>
                </a:lnTo>
                <a:lnTo>
                  <a:pt x="2337" y="9101"/>
                </a:lnTo>
                <a:lnTo>
                  <a:pt x="2507" y="9296"/>
                </a:lnTo>
                <a:lnTo>
                  <a:pt x="2702" y="9466"/>
                </a:lnTo>
                <a:lnTo>
                  <a:pt x="1923" y="9661"/>
                </a:lnTo>
                <a:lnTo>
                  <a:pt x="1680" y="9709"/>
                </a:lnTo>
                <a:lnTo>
                  <a:pt x="1412" y="9734"/>
                </a:lnTo>
                <a:lnTo>
                  <a:pt x="1193" y="9807"/>
                </a:lnTo>
                <a:lnTo>
                  <a:pt x="1071" y="9855"/>
                </a:lnTo>
                <a:lnTo>
                  <a:pt x="974" y="9928"/>
                </a:lnTo>
                <a:lnTo>
                  <a:pt x="925" y="9953"/>
                </a:lnTo>
                <a:lnTo>
                  <a:pt x="925" y="10001"/>
                </a:lnTo>
                <a:lnTo>
                  <a:pt x="925" y="10099"/>
                </a:lnTo>
                <a:lnTo>
                  <a:pt x="852" y="10123"/>
                </a:lnTo>
                <a:lnTo>
                  <a:pt x="804" y="10172"/>
                </a:lnTo>
                <a:lnTo>
                  <a:pt x="779" y="10220"/>
                </a:lnTo>
                <a:lnTo>
                  <a:pt x="755" y="10293"/>
                </a:lnTo>
                <a:lnTo>
                  <a:pt x="755" y="10342"/>
                </a:lnTo>
                <a:lnTo>
                  <a:pt x="755" y="10391"/>
                </a:lnTo>
                <a:lnTo>
                  <a:pt x="779" y="10439"/>
                </a:lnTo>
                <a:lnTo>
                  <a:pt x="852" y="10512"/>
                </a:lnTo>
                <a:lnTo>
                  <a:pt x="1363" y="10901"/>
                </a:lnTo>
                <a:lnTo>
                  <a:pt x="1850" y="11291"/>
                </a:lnTo>
                <a:lnTo>
                  <a:pt x="2312" y="11729"/>
                </a:lnTo>
                <a:lnTo>
                  <a:pt x="2774" y="12167"/>
                </a:lnTo>
                <a:lnTo>
                  <a:pt x="3164" y="12629"/>
                </a:lnTo>
                <a:lnTo>
                  <a:pt x="3553" y="13091"/>
                </a:lnTo>
                <a:lnTo>
                  <a:pt x="3967" y="13554"/>
                </a:lnTo>
                <a:lnTo>
                  <a:pt x="4356" y="13992"/>
                </a:lnTo>
                <a:lnTo>
                  <a:pt x="4794" y="14454"/>
                </a:lnTo>
                <a:lnTo>
                  <a:pt x="5256" y="14892"/>
                </a:lnTo>
                <a:lnTo>
                  <a:pt x="5743" y="15330"/>
                </a:lnTo>
                <a:lnTo>
                  <a:pt x="6230" y="15744"/>
                </a:lnTo>
                <a:lnTo>
                  <a:pt x="7227" y="16522"/>
                </a:lnTo>
                <a:lnTo>
                  <a:pt x="8249" y="17301"/>
                </a:lnTo>
                <a:lnTo>
                  <a:pt x="8347" y="17350"/>
                </a:lnTo>
                <a:lnTo>
                  <a:pt x="8444" y="17350"/>
                </a:lnTo>
                <a:lnTo>
                  <a:pt x="8517" y="17325"/>
                </a:lnTo>
                <a:lnTo>
                  <a:pt x="8590" y="17277"/>
                </a:lnTo>
                <a:lnTo>
                  <a:pt x="8639" y="17204"/>
                </a:lnTo>
                <a:lnTo>
                  <a:pt x="8663" y="17106"/>
                </a:lnTo>
                <a:lnTo>
                  <a:pt x="8663" y="17009"/>
                </a:lnTo>
                <a:lnTo>
                  <a:pt x="8614" y="16912"/>
                </a:lnTo>
                <a:lnTo>
                  <a:pt x="8760" y="16620"/>
                </a:lnTo>
                <a:lnTo>
                  <a:pt x="8858" y="16328"/>
                </a:lnTo>
                <a:lnTo>
                  <a:pt x="8955" y="16011"/>
                </a:lnTo>
                <a:lnTo>
                  <a:pt x="9004" y="15695"/>
                </a:lnTo>
                <a:lnTo>
                  <a:pt x="9174" y="15598"/>
                </a:lnTo>
                <a:lnTo>
                  <a:pt x="9466" y="15914"/>
                </a:lnTo>
                <a:lnTo>
                  <a:pt x="9831" y="16376"/>
                </a:lnTo>
                <a:lnTo>
                  <a:pt x="10196" y="16887"/>
                </a:lnTo>
                <a:lnTo>
                  <a:pt x="10464" y="17252"/>
                </a:lnTo>
                <a:lnTo>
                  <a:pt x="10755" y="17617"/>
                </a:lnTo>
                <a:lnTo>
                  <a:pt x="10901" y="17788"/>
                </a:lnTo>
                <a:lnTo>
                  <a:pt x="11072" y="17934"/>
                </a:lnTo>
                <a:lnTo>
                  <a:pt x="11242" y="18080"/>
                </a:lnTo>
                <a:lnTo>
                  <a:pt x="11437" y="18201"/>
                </a:lnTo>
                <a:lnTo>
                  <a:pt x="11510" y="18226"/>
                </a:lnTo>
                <a:lnTo>
                  <a:pt x="11558" y="18250"/>
                </a:lnTo>
                <a:lnTo>
                  <a:pt x="11631" y="18250"/>
                </a:lnTo>
                <a:lnTo>
                  <a:pt x="11704" y="18226"/>
                </a:lnTo>
                <a:lnTo>
                  <a:pt x="11826" y="18226"/>
                </a:lnTo>
                <a:lnTo>
                  <a:pt x="11948" y="18177"/>
                </a:lnTo>
                <a:lnTo>
                  <a:pt x="12045" y="18128"/>
                </a:lnTo>
                <a:lnTo>
                  <a:pt x="12094" y="18007"/>
                </a:lnTo>
                <a:lnTo>
                  <a:pt x="12167" y="17763"/>
                </a:lnTo>
                <a:lnTo>
                  <a:pt x="12191" y="17520"/>
                </a:lnTo>
                <a:lnTo>
                  <a:pt x="12240" y="17033"/>
                </a:lnTo>
                <a:lnTo>
                  <a:pt x="12264" y="16279"/>
                </a:lnTo>
                <a:lnTo>
                  <a:pt x="12264" y="15549"/>
                </a:lnTo>
                <a:lnTo>
                  <a:pt x="12288" y="14746"/>
                </a:lnTo>
                <a:lnTo>
                  <a:pt x="12337" y="13967"/>
                </a:lnTo>
                <a:lnTo>
                  <a:pt x="12361" y="13651"/>
                </a:lnTo>
                <a:lnTo>
                  <a:pt x="12386" y="13335"/>
                </a:lnTo>
                <a:lnTo>
                  <a:pt x="12361" y="13018"/>
                </a:lnTo>
                <a:lnTo>
                  <a:pt x="12337" y="12848"/>
                </a:lnTo>
                <a:lnTo>
                  <a:pt x="12288" y="12726"/>
                </a:lnTo>
                <a:lnTo>
                  <a:pt x="12775" y="12191"/>
                </a:lnTo>
                <a:lnTo>
                  <a:pt x="13335" y="11607"/>
                </a:lnTo>
                <a:lnTo>
                  <a:pt x="13943" y="11047"/>
                </a:lnTo>
                <a:lnTo>
                  <a:pt x="14527" y="10464"/>
                </a:lnTo>
                <a:lnTo>
                  <a:pt x="15087" y="9880"/>
                </a:lnTo>
                <a:lnTo>
                  <a:pt x="15622" y="9247"/>
                </a:lnTo>
                <a:lnTo>
                  <a:pt x="15865" y="8931"/>
                </a:lnTo>
                <a:lnTo>
                  <a:pt x="16157" y="8639"/>
                </a:lnTo>
                <a:lnTo>
                  <a:pt x="16717" y="8055"/>
                </a:lnTo>
                <a:lnTo>
                  <a:pt x="17277" y="7446"/>
                </a:lnTo>
                <a:lnTo>
                  <a:pt x="17471" y="7227"/>
                </a:lnTo>
                <a:lnTo>
                  <a:pt x="17666" y="6960"/>
                </a:lnTo>
                <a:lnTo>
                  <a:pt x="17836" y="6716"/>
                </a:lnTo>
                <a:lnTo>
                  <a:pt x="17982" y="6449"/>
                </a:lnTo>
                <a:lnTo>
                  <a:pt x="18104" y="6157"/>
                </a:lnTo>
                <a:lnTo>
                  <a:pt x="18250" y="5889"/>
                </a:lnTo>
                <a:lnTo>
                  <a:pt x="18347" y="5597"/>
                </a:lnTo>
                <a:lnTo>
                  <a:pt x="18445" y="5305"/>
                </a:lnTo>
                <a:lnTo>
                  <a:pt x="18591" y="4721"/>
                </a:lnTo>
                <a:lnTo>
                  <a:pt x="18688" y="4113"/>
                </a:lnTo>
                <a:lnTo>
                  <a:pt x="18736" y="3480"/>
                </a:lnTo>
                <a:lnTo>
                  <a:pt x="18736" y="2872"/>
                </a:lnTo>
                <a:lnTo>
                  <a:pt x="18712" y="2312"/>
                </a:lnTo>
                <a:lnTo>
                  <a:pt x="18688" y="1899"/>
                </a:lnTo>
                <a:lnTo>
                  <a:pt x="18639" y="1436"/>
                </a:lnTo>
                <a:lnTo>
                  <a:pt x="18542" y="998"/>
                </a:lnTo>
                <a:lnTo>
                  <a:pt x="18493" y="828"/>
                </a:lnTo>
                <a:lnTo>
                  <a:pt x="18420" y="658"/>
                </a:lnTo>
                <a:lnTo>
                  <a:pt x="18323" y="536"/>
                </a:lnTo>
                <a:lnTo>
                  <a:pt x="18226" y="463"/>
                </a:lnTo>
                <a:lnTo>
                  <a:pt x="18104" y="414"/>
                </a:lnTo>
                <a:lnTo>
                  <a:pt x="17982" y="439"/>
                </a:lnTo>
                <a:lnTo>
                  <a:pt x="17447" y="268"/>
                </a:lnTo>
                <a:lnTo>
                  <a:pt x="16863" y="147"/>
                </a:lnTo>
                <a:lnTo>
                  <a:pt x="16303" y="49"/>
                </a:lnTo>
                <a:lnTo>
                  <a:pt x="15719"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6" name="Google Shape;570;p18">
            <a:extLst>
              <a:ext uri="{FF2B5EF4-FFF2-40B4-BE49-F238E27FC236}">
                <a16:creationId xmlns="" xmlns:a16="http://schemas.microsoft.com/office/drawing/2014/main" id="{6CCF473F-4BBA-4AEB-B5C2-0CC9752127C9}"/>
              </a:ext>
            </a:extLst>
          </p:cNvPr>
          <p:cNvSpPr/>
          <p:nvPr/>
        </p:nvSpPr>
        <p:spPr>
          <a:xfrm>
            <a:off x="1295928" y="377005"/>
            <a:ext cx="338774" cy="329202"/>
          </a:xfrm>
          <a:custGeom>
            <a:avLst/>
            <a:gdLst/>
            <a:ahLst/>
            <a:cxnLst/>
            <a:rect l="l" t="t" r="r" b="b"/>
            <a:pathLst>
              <a:path w="15501" h="15063" extrusionOk="0">
                <a:moveTo>
                  <a:pt x="7957" y="925"/>
                </a:moveTo>
                <a:lnTo>
                  <a:pt x="8249" y="1533"/>
                </a:lnTo>
                <a:lnTo>
                  <a:pt x="8103" y="1606"/>
                </a:lnTo>
                <a:lnTo>
                  <a:pt x="7957" y="1704"/>
                </a:lnTo>
                <a:lnTo>
                  <a:pt x="7933" y="1752"/>
                </a:lnTo>
                <a:lnTo>
                  <a:pt x="7933" y="1339"/>
                </a:lnTo>
                <a:lnTo>
                  <a:pt x="7957" y="925"/>
                </a:lnTo>
                <a:close/>
                <a:moveTo>
                  <a:pt x="8371" y="1801"/>
                </a:moveTo>
                <a:lnTo>
                  <a:pt x="8492" y="2020"/>
                </a:lnTo>
                <a:lnTo>
                  <a:pt x="8346" y="2117"/>
                </a:lnTo>
                <a:lnTo>
                  <a:pt x="8200" y="2215"/>
                </a:lnTo>
                <a:lnTo>
                  <a:pt x="8079" y="2288"/>
                </a:lnTo>
                <a:lnTo>
                  <a:pt x="7957" y="2409"/>
                </a:lnTo>
                <a:lnTo>
                  <a:pt x="7933" y="2069"/>
                </a:lnTo>
                <a:lnTo>
                  <a:pt x="8127" y="1971"/>
                </a:lnTo>
                <a:lnTo>
                  <a:pt x="8249" y="1898"/>
                </a:lnTo>
                <a:lnTo>
                  <a:pt x="8371" y="1801"/>
                </a:lnTo>
                <a:close/>
                <a:moveTo>
                  <a:pt x="8663" y="2336"/>
                </a:moveTo>
                <a:lnTo>
                  <a:pt x="8784" y="2628"/>
                </a:lnTo>
                <a:lnTo>
                  <a:pt x="8687" y="2653"/>
                </a:lnTo>
                <a:lnTo>
                  <a:pt x="8590" y="2726"/>
                </a:lnTo>
                <a:lnTo>
                  <a:pt x="8419" y="2847"/>
                </a:lnTo>
                <a:lnTo>
                  <a:pt x="8225" y="2993"/>
                </a:lnTo>
                <a:lnTo>
                  <a:pt x="8054" y="3164"/>
                </a:lnTo>
                <a:lnTo>
                  <a:pt x="8006" y="2750"/>
                </a:lnTo>
                <a:lnTo>
                  <a:pt x="8176" y="2653"/>
                </a:lnTo>
                <a:lnTo>
                  <a:pt x="8322" y="2531"/>
                </a:lnTo>
                <a:lnTo>
                  <a:pt x="8565" y="2385"/>
                </a:lnTo>
                <a:lnTo>
                  <a:pt x="8663" y="2336"/>
                </a:lnTo>
                <a:close/>
                <a:moveTo>
                  <a:pt x="8979" y="2945"/>
                </a:moveTo>
                <a:lnTo>
                  <a:pt x="8979" y="2969"/>
                </a:lnTo>
                <a:lnTo>
                  <a:pt x="9076" y="3164"/>
                </a:lnTo>
                <a:lnTo>
                  <a:pt x="8857" y="3285"/>
                </a:lnTo>
                <a:lnTo>
                  <a:pt x="8663" y="3431"/>
                </a:lnTo>
                <a:lnTo>
                  <a:pt x="8371" y="3626"/>
                </a:lnTo>
                <a:lnTo>
                  <a:pt x="8079" y="3821"/>
                </a:lnTo>
                <a:lnTo>
                  <a:pt x="8054" y="3504"/>
                </a:lnTo>
                <a:lnTo>
                  <a:pt x="8200" y="3456"/>
                </a:lnTo>
                <a:lnTo>
                  <a:pt x="8322" y="3383"/>
                </a:lnTo>
                <a:lnTo>
                  <a:pt x="8541" y="3212"/>
                </a:lnTo>
                <a:lnTo>
                  <a:pt x="8833" y="3018"/>
                </a:lnTo>
                <a:lnTo>
                  <a:pt x="8979" y="2945"/>
                </a:lnTo>
                <a:close/>
                <a:moveTo>
                  <a:pt x="9271" y="3529"/>
                </a:moveTo>
                <a:lnTo>
                  <a:pt x="9393" y="3796"/>
                </a:lnTo>
                <a:lnTo>
                  <a:pt x="8736" y="4186"/>
                </a:lnTo>
                <a:lnTo>
                  <a:pt x="8419" y="4380"/>
                </a:lnTo>
                <a:lnTo>
                  <a:pt x="8249" y="4478"/>
                </a:lnTo>
                <a:lnTo>
                  <a:pt x="8103" y="4599"/>
                </a:lnTo>
                <a:lnTo>
                  <a:pt x="8079" y="4113"/>
                </a:lnTo>
                <a:lnTo>
                  <a:pt x="8225" y="4088"/>
                </a:lnTo>
                <a:lnTo>
                  <a:pt x="8371" y="4040"/>
                </a:lnTo>
                <a:lnTo>
                  <a:pt x="8663" y="3894"/>
                </a:lnTo>
                <a:lnTo>
                  <a:pt x="9052" y="3650"/>
                </a:lnTo>
                <a:lnTo>
                  <a:pt x="9271" y="3529"/>
                </a:lnTo>
                <a:close/>
                <a:moveTo>
                  <a:pt x="9587" y="4186"/>
                </a:moveTo>
                <a:lnTo>
                  <a:pt x="9660" y="4332"/>
                </a:lnTo>
                <a:lnTo>
                  <a:pt x="9490" y="4429"/>
                </a:lnTo>
                <a:lnTo>
                  <a:pt x="9344" y="4551"/>
                </a:lnTo>
                <a:lnTo>
                  <a:pt x="9052" y="4770"/>
                </a:lnTo>
                <a:lnTo>
                  <a:pt x="8809" y="4916"/>
                </a:lnTo>
                <a:lnTo>
                  <a:pt x="8590" y="5110"/>
                </a:lnTo>
                <a:lnTo>
                  <a:pt x="8371" y="5305"/>
                </a:lnTo>
                <a:lnTo>
                  <a:pt x="8176" y="5524"/>
                </a:lnTo>
                <a:lnTo>
                  <a:pt x="8127" y="4794"/>
                </a:lnTo>
                <a:lnTo>
                  <a:pt x="8322" y="4794"/>
                </a:lnTo>
                <a:lnTo>
                  <a:pt x="8492" y="4721"/>
                </a:lnTo>
                <a:lnTo>
                  <a:pt x="8833" y="4575"/>
                </a:lnTo>
                <a:lnTo>
                  <a:pt x="9222" y="4380"/>
                </a:lnTo>
                <a:lnTo>
                  <a:pt x="9587" y="4186"/>
                </a:lnTo>
                <a:close/>
                <a:moveTo>
                  <a:pt x="14965" y="5938"/>
                </a:moveTo>
                <a:lnTo>
                  <a:pt x="14795" y="6059"/>
                </a:lnTo>
                <a:lnTo>
                  <a:pt x="14649" y="6205"/>
                </a:lnTo>
                <a:lnTo>
                  <a:pt x="14576" y="6181"/>
                </a:lnTo>
                <a:lnTo>
                  <a:pt x="14332" y="6157"/>
                </a:lnTo>
                <a:lnTo>
                  <a:pt x="14965" y="5938"/>
                </a:lnTo>
                <a:close/>
                <a:moveTo>
                  <a:pt x="2190" y="5840"/>
                </a:moveTo>
                <a:lnTo>
                  <a:pt x="2093" y="5986"/>
                </a:lnTo>
                <a:lnTo>
                  <a:pt x="2044" y="6132"/>
                </a:lnTo>
                <a:lnTo>
                  <a:pt x="2044" y="6181"/>
                </a:lnTo>
                <a:lnTo>
                  <a:pt x="2044" y="6254"/>
                </a:lnTo>
                <a:lnTo>
                  <a:pt x="1874" y="6181"/>
                </a:lnTo>
                <a:lnTo>
                  <a:pt x="1679" y="6108"/>
                </a:lnTo>
                <a:lnTo>
                  <a:pt x="1266" y="5962"/>
                </a:lnTo>
                <a:lnTo>
                  <a:pt x="2190" y="5840"/>
                </a:lnTo>
                <a:close/>
                <a:moveTo>
                  <a:pt x="3018" y="5743"/>
                </a:moveTo>
                <a:lnTo>
                  <a:pt x="2677" y="6132"/>
                </a:lnTo>
                <a:lnTo>
                  <a:pt x="2555" y="6302"/>
                </a:lnTo>
                <a:lnTo>
                  <a:pt x="2288" y="6278"/>
                </a:lnTo>
                <a:lnTo>
                  <a:pt x="2312" y="6254"/>
                </a:lnTo>
                <a:lnTo>
                  <a:pt x="2409" y="6181"/>
                </a:lnTo>
                <a:lnTo>
                  <a:pt x="2482" y="6059"/>
                </a:lnTo>
                <a:lnTo>
                  <a:pt x="2604" y="5938"/>
                </a:lnTo>
                <a:lnTo>
                  <a:pt x="2750" y="5816"/>
                </a:lnTo>
                <a:lnTo>
                  <a:pt x="2823" y="5767"/>
                </a:lnTo>
                <a:lnTo>
                  <a:pt x="3018" y="5743"/>
                </a:lnTo>
                <a:close/>
                <a:moveTo>
                  <a:pt x="9879" y="4672"/>
                </a:moveTo>
                <a:lnTo>
                  <a:pt x="9977" y="4818"/>
                </a:lnTo>
                <a:lnTo>
                  <a:pt x="9952" y="4818"/>
                </a:lnTo>
                <a:lnTo>
                  <a:pt x="9733" y="5062"/>
                </a:lnTo>
                <a:lnTo>
                  <a:pt x="9490" y="5281"/>
                </a:lnTo>
                <a:lnTo>
                  <a:pt x="8979" y="5719"/>
                </a:lnTo>
                <a:lnTo>
                  <a:pt x="8590" y="6035"/>
                </a:lnTo>
                <a:lnTo>
                  <a:pt x="8395" y="6181"/>
                </a:lnTo>
                <a:lnTo>
                  <a:pt x="8200" y="6351"/>
                </a:lnTo>
                <a:lnTo>
                  <a:pt x="8176" y="5694"/>
                </a:lnTo>
                <a:lnTo>
                  <a:pt x="8468" y="5573"/>
                </a:lnTo>
                <a:lnTo>
                  <a:pt x="8736" y="5402"/>
                </a:lnTo>
                <a:lnTo>
                  <a:pt x="9247" y="5086"/>
                </a:lnTo>
                <a:lnTo>
                  <a:pt x="9539" y="4916"/>
                </a:lnTo>
                <a:lnTo>
                  <a:pt x="9709" y="4794"/>
                </a:lnTo>
                <a:lnTo>
                  <a:pt x="9879" y="4672"/>
                </a:lnTo>
                <a:close/>
                <a:moveTo>
                  <a:pt x="3967" y="5597"/>
                </a:moveTo>
                <a:lnTo>
                  <a:pt x="3869" y="5719"/>
                </a:lnTo>
                <a:lnTo>
                  <a:pt x="3723" y="5986"/>
                </a:lnTo>
                <a:lnTo>
                  <a:pt x="3553" y="6229"/>
                </a:lnTo>
                <a:lnTo>
                  <a:pt x="3504" y="6327"/>
                </a:lnTo>
                <a:lnTo>
                  <a:pt x="3456" y="6424"/>
                </a:lnTo>
                <a:lnTo>
                  <a:pt x="3164" y="6375"/>
                </a:lnTo>
                <a:lnTo>
                  <a:pt x="2920" y="6327"/>
                </a:lnTo>
                <a:lnTo>
                  <a:pt x="3066" y="6181"/>
                </a:lnTo>
                <a:lnTo>
                  <a:pt x="3431" y="5792"/>
                </a:lnTo>
                <a:lnTo>
                  <a:pt x="3602" y="5646"/>
                </a:lnTo>
                <a:lnTo>
                  <a:pt x="3967" y="5597"/>
                </a:lnTo>
                <a:close/>
                <a:moveTo>
                  <a:pt x="5110" y="5354"/>
                </a:moveTo>
                <a:lnTo>
                  <a:pt x="4989" y="5475"/>
                </a:lnTo>
                <a:lnTo>
                  <a:pt x="4867" y="5597"/>
                </a:lnTo>
                <a:lnTo>
                  <a:pt x="4648" y="5865"/>
                </a:lnTo>
                <a:lnTo>
                  <a:pt x="4380" y="6205"/>
                </a:lnTo>
                <a:lnTo>
                  <a:pt x="4234" y="6400"/>
                </a:lnTo>
                <a:lnTo>
                  <a:pt x="4113" y="6594"/>
                </a:lnTo>
                <a:lnTo>
                  <a:pt x="3723" y="6497"/>
                </a:lnTo>
                <a:lnTo>
                  <a:pt x="3821" y="6400"/>
                </a:lnTo>
                <a:lnTo>
                  <a:pt x="3869" y="6278"/>
                </a:lnTo>
                <a:lnTo>
                  <a:pt x="3991" y="6084"/>
                </a:lnTo>
                <a:lnTo>
                  <a:pt x="4137" y="5865"/>
                </a:lnTo>
                <a:lnTo>
                  <a:pt x="4307" y="5694"/>
                </a:lnTo>
                <a:lnTo>
                  <a:pt x="4405" y="5597"/>
                </a:lnTo>
                <a:lnTo>
                  <a:pt x="4526" y="5500"/>
                </a:lnTo>
                <a:lnTo>
                  <a:pt x="5110" y="5354"/>
                </a:lnTo>
                <a:close/>
                <a:moveTo>
                  <a:pt x="14065" y="6254"/>
                </a:moveTo>
                <a:lnTo>
                  <a:pt x="14138" y="6327"/>
                </a:lnTo>
                <a:lnTo>
                  <a:pt x="14235" y="6375"/>
                </a:lnTo>
                <a:lnTo>
                  <a:pt x="14430" y="6448"/>
                </a:lnTo>
                <a:lnTo>
                  <a:pt x="14186" y="6740"/>
                </a:lnTo>
                <a:lnTo>
                  <a:pt x="14016" y="6643"/>
                </a:lnTo>
                <a:lnTo>
                  <a:pt x="13846" y="6546"/>
                </a:lnTo>
                <a:lnTo>
                  <a:pt x="13675" y="6497"/>
                </a:lnTo>
                <a:lnTo>
                  <a:pt x="13481" y="6448"/>
                </a:lnTo>
                <a:lnTo>
                  <a:pt x="14065" y="6254"/>
                </a:lnTo>
                <a:close/>
                <a:moveTo>
                  <a:pt x="5573" y="5451"/>
                </a:moveTo>
                <a:lnTo>
                  <a:pt x="5719" y="5621"/>
                </a:lnTo>
                <a:lnTo>
                  <a:pt x="5840" y="5767"/>
                </a:lnTo>
                <a:lnTo>
                  <a:pt x="5816" y="5767"/>
                </a:lnTo>
                <a:lnTo>
                  <a:pt x="5670" y="5840"/>
                </a:lnTo>
                <a:lnTo>
                  <a:pt x="5548" y="5962"/>
                </a:lnTo>
                <a:lnTo>
                  <a:pt x="5354" y="6205"/>
                </a:lnTo>
                <a:lnTo>
                  <a:pt x="5110" y="6473"/>
                </a:lnTo>
                <a:lnTo>
                  <a:pt x="4989" y="6619"/>
                </a:lnTo>
                <a:lnTo>
                  <a:pt x="4916" y="6765"/>
                </a:lnTo>
                <a:lnTo>
                  <a:pt x="4429" y="6667"/>
                </a:lnTo>
                <a:lnTo>
                  <a:pt x="4551" y="6546"/>
                </a:lnTo>
                <a:lnTo>
                  <a:pt x="4648" y="6424"/>
                </a:lnTo>
                <a:lnTo>
                  <a:pt x="4843" y="6157"/>
                </a:lnTo>
                <a:lnTo>
                  <a:pt x="5159" y="5816"/>
                </a:lnTo>
                <a:lnTo>
                  <a:pt x="5354" y="5646"/>
                </a:lnTo>
                <a:lnTo>
                  <a:pt x="5475" y="5548"/>
                </a:lnTo>
                <a:lnTo>
                  <a:pt x="5548" y="5451"/>
                </a:lnTo>
                <a:close/>
                <a:moveTo>
                  <a:pt x="6035" y="5962"/>
                </a:moveTo>
                <a:lnTo>
                  <a:pt x="6278" y="6254"/>
                </a:lnTo>
                <a:lnTo>
                  <a:pt x="6157" y="6424"/>
                </a:lnTo>
                <a:lnTo>
                  <a:pt x="6011" y="6643"/>
                </a:lnTo>
                <a:lnTo>
                  <a:pt x="5889" y="6862"/>
                </a:lnTo>
                <a:lnTo>
                  <a:pt x="5840" y="6935"/>
                </a:lnTo>
                <a:lnTo>
                  <a:pt x="5840" y="7008"/>
                </a:lnTo>
                <a:lnTo>
                  <a:pt x="5232" y="6838"/>
                </a:lnTo>
                <a:lnTo>
                  <a:pt x="5402" y="6692"/>
                </a:lnTo>
                <a:lnTo>
                  <a:pt x="5548" y="6546"/>
                </a:lnTo>
                <a:lnTo>
                  <a:pt x="5767" y="6278"/>
                </a:lnTo>
                <a:lnTo>
                  <a:pt x="5889" y="6157"/>
                </a:lnTo>
                <a:lnTo>
                  <a:pt x="6011" y="6011"/>
                </a:lnTo>
                <a:lnTo>
                  <a:pt x="6035" y="5962"/>
                </a:lnTo>
                <a:close/>
                <a:moveTo>
                  <a:pt x="7519" y="925"/>
                </a:moveTo>
                <a:lnTo>
                  <a:pt x="7470" y="1120"/>
                </a:lnTo>
                <a:lnTo>
                  <a:pt x="7470" y="1314"/>
                </a:lnTo>
                <a:lnTo>
                  <a:pt x="7470" y="1704"/>
                </a:lnTo>
                <a:lnTo>
                  <a:pt x="7495" y="2093"/>
                </a:lnTo>
                <a:lnTo>
                  <a:pt x="7519" y="2482"/>
                </a:lnTo>
                <a:lnTo>
                  <a:pt x="7592" y="3285"/>
                </a:lnTo>
                <a:lnTo>
                  <a:pt x="7665" y="4234"/>
                </a:lnTo>
                <a:lnTo>
                  <a:pt x="7714" y="5183"/>
                </a:lnTo>
                <a:lnTo>
                  <a:pt x="7714" y="6132"/>
                </a:lnTo>
                <a:lnTo>
                  <a:pt x="7714" y="7081"/>
                </a:lnTo>
                <a:lnTo>
                  <a:pt x="7519" y="6886"/>
                </a:lnTo>
                <a:lnTo>
                  <a:pt x="7324" y="6716"/>
                </a:lnTo>
                <a:lnTo>
                  <a:pt x="7032" y="6473"/>
                </a:lnTo>
                <a:lnTo>
                  <a:pt x="6522" y="5913"/>
                </a:lnTo>
                <a:lnTo>
                  <a:pt x="5986" y="5354"/>
                </a:lnTo>
                <a:lnTo>
                  <a:pt x="5792" y="5159"/>
                </a:lnTo>
                <a:lnTo>
                  <a:pt x="5670" y="5086"/>
                </a:lnTo>
                <a:lnTo>
                  <a:pt x="5573" y="5013"/>
                </a:lnTo>
                <a:lnTo>
                  <a:pt x="5719" y="4721"/>
                </a:lnTo>
                <a:lnTo>
                  <a:pt x="5913" y="4453"/>
                </a:lnTo>
                <a:lnTo>
                  <a:pt x="6278" y="3894"/>
                </a:lnTo>
                <a:lnTo>
                  <a:pt x="6449" y="3626"/>
                </a:lnTo>
                <a:lnTo>
                  <a:pt x="6570" y="3358"/>
                </a:lnTo>
                <a:lnTo>
                  <a:pt x="6692" y="3066"/>
                </a:lnTo>
                <a:lnTo>
                  <a:pt x="6789" y="2774"/>
                </a:lnTo>
                <a:lnTo>
                  <a:pt x="6984" y="2166"/>
                </a:lnTo>
                <a:lnTo>
                  <a:pt x="7203" y="1558"/>
                </a:lnTo>
                <a:lnTo>
                  <a:pt x="7349" y="1217"/>
                </a:lnTo>
                <a:lnTo>
                  <a:pt x="7519" y="925"/>
                </a:lnTo>
                <a:close/>
                <a:moveTo>
                  <a:pt x="6497" y="6497"/>
                </a:moveTo>
                <a:lnTo>
                  <a:pt x="6522" y="6521"/>
                </a:lnTo>
                <a:lnTo>
                  <a:pt x="6716" y="6716"/>
                </a:lnTo>
                <a:lnTo>
                  <a:pt x="6643" y="6765"/>
                </a:lnTo>
                <a:lnTo>
                  <a:pt x="6595" y="6789"/>
                </a:lnTo>
                <a:lnTo>
                  <a:pt x="6497" y="6911"/>
                </a:lnTo>
                <a:lnTo>
                  <a:pt x="6400" y="7008"/>
                </a:lnTo>
                <a:lnTo>
                  <a:pt x="6327" y="7130"/>
                </a:lnTo>
                <a:lnTo>
                  <a:pt x="5986" y="7057"/>
                </a:lnTo>
                <a:lnTo>
                  <a:pt x="6059" y="7008"/>
                </a:lnTo>
                <a:lnTo>
                  <a:pt x="6132" y="6935"/>
                </a:lnTo>
                <a:lnTo>
                  <a:pt x="6254" y="6838"/>
                </a:lnTo>
                <a:lnTo>
                  <a:pt x="6497" y="6497"/>
                </a:lnTo>
                <a:close/>
                <a:moveTo>
                  <a:pt x="13286" y="6521"/>
                </a:moveTo>
                <a:lnTo>
                  <a:pt x="13627" y="6740"/>
                </a:lnTo>
                <a:lnTo>
                  <a:pt x="13967" y="6935"/>
                </a:lnTo>
                <a:lnTo>
                  <a:pt x="13870" y="7032"/>
                </a:lnTo>
                <a:lnTo>
                  <a:pt x="13724" y="7178"/>
                </a:lnTo>
                <a:lnTo>
                  <a:pt x="13578" y="7081"/>
                </a:lnTo>
                <a:lnTo>
                  <a:pt x="13456" y="7032"/>
                </a:lnTo>
                <a:lnTo>
                  <a:pt x="13164" y="6911"/>
                </a:lnTo>
                <a:lnTo>
                  <a:pt x="12897" y="6813"/>
                </a:lnTo>
                <a:lnTo>
                  <a:pt x="12653" y="6716"/>
                </a:lnTo>
                <a:lnTo>
                  <a:pt x="13286" y="6521"/>
                </a:lnTo>
                <a:close/>
                <a:moveTo>
                  <a:pt x="10171" y="5062"/>
                </a:moveTo>
                <a:lnTo>
                  <a:pt x="10220" y="5135"/>
                </a:lnTo>
                <a:lnTo>
                  <a:pt x="10196" y="5159"/>
                </a:lnTo>
                <a:lnTo>
                  <a:pt x="9587" y="5816"/>
                </a:lnTo>
                <a:lnTo>
                  <a:pt x="9003" y="6521"/>
                </a:lnTo>
                <a:lnTo>
                  <a:pt x="8809" y="6716"/>
                </a:lnTo>
                <a:lnTo>
                  <a:pt x="8590" y="6935"/>
                </a:lnTo>
                <a:lnTo>
                  <a:pt x="8371" y="7154"/>
                </a:lnTo>
                <a:lnTo>
                  <a:pt x="8152" y="7373"/>
                </a:lnTo>
                <a:lnTo>
                  <a:pt x="8200" y="6740"/>
                </a:lnTo>
                <a:lnTo>
                  <a:pt x="8444" y="6570"/>
                </a:lnTo>
                <a:lnTo>
                  <a:pt x="8663" y="6400"/>
                </a:lnTo>
                <a:lnTo>
                  <a:pt x="9101" y="6035"/>
                </a:lnTo>
                <a:lnTo>
                  <a:pt x="9660" y="5573"/>
                </a:lnTo>
                <a:lnTo>
                  <a:pt x="9928" y="5329"/>
                </a:lnTo>
                <a:lnTo>
                  <a:pt x="10171" y="5062"/>
                </a:lnTo>
                <a:close/>
                <a:moveTo>
                  <a:pt x="10488" y="5329"/>
                </a:moveTo>
                <a:lnTo>
                  <a:pt x="10731" y="5427"/>
                </a:lnTo>
                <a:lnTo>
                  <a:pt x="10999" y="5500"/>
                </a:lnTo>
                <a:lnTo>
                  <a:pt x="11510" y="5597"/>
                </a:lnTo>
                <a:lnTo>
                  <a:pt x="11850" y="5670"/>
                </a:lnTo>
                <a:lnTo>
                  <a:pt x="12167" y="5694"/>
                </a:lnTo>
                <a:lnTo>
                  <a:pt x="12824" y="5719"/>
                </a:lnTo>
                <a:lnTo>
                  <a:pt x="13529" y="5743"/>
                </a:lnTo>
                <a:lnTo>
                  <a:pt x="14235" y="5792"/>
                </a:lnTo>
                <a:lnTo>
                  <a:pt x="13505" y="6059"/>
                </a:lnTo>
                <a:lnTo>
                  <a:pt x="12799" y="6278"/>
                </a:lnTo>
                <a:lnTo>
                  <a:pt x="11339" y="6692"/>
                </a:lnTo>
                <a:lnTo>
                  <a:pt x="9612" y="7130"/>
                </a:lnTo>
                <a:lnTo>
                  <a:pt x="9149" y="7251"/>
                </a:lnTo>
                <a:lnTo>
                  <a:pt x="8663" y="7373"/>
                </a:lnTo>
                <a:lnTo>
                  <a:pt x="9101" y="6862"/>
                </a:lnTo>
                <a:lnTo>
                  <a:pt x="9758" y="6132"/>
                </a:lnTo>
                <a:lnTo>
                  <a:pt x="10098" y="5767"/>
                </a:lnTo>
                <a:lnTo>
                  <a:pt x="10439" y="5402"/>
                </a:lnTo>
                <a:lnTo>
                  <a:pt x="10488" y="5329"/>
                </a:lnTo>
                <a:close/>
                <a:moveTo>
                  <a:pt x="6862" y="6886"/>
                </a:moveTo>
                <a:lnTo>
                  <a:pt x="7349" y="7422"/>
                </a:lnTo>
                <a:lnTo>
                  <a:pt x="7349" y="7422"/>
                </a:lnTo>
                <a:lnTo>
                  <a:pt x="6570" y="7203"/>
                </a:lnTo>
                <a:lnTo>
                  <a:pt x="6668" y="7105"/>
                </a:lnTo>
                <a:lnTo>
                  <a:pt x="6765" y="7008"/>
                </a:lnTo>
                <a:lnTo>
                  <a:pt x="6862" y="6911"/>
                </a:lnTo>
                <a:lnTo>
                  <a:pt x="6862" y="6886"/>
                </a:lnTo>
                <a:close/>
                <a:moveTo>
                  <a:pt x="12386" y="6789"/>
                </a:moveTo>
                <a:lnTo>
                  <a:pt x="12483" y="6911"/>
                </a:lnTo>
                <a:lnTo>
                  <a:pt x="12629" y="7008"/>
                </a:lnTo>
                <a:lnTo>
                  <a:pt x="12775" y="7105"/>
                </a:lnTo>
                <a:lnTo>
                  <a:pt x="12921" y="7178"/>
                </a:lnTo>
                <a:lnTo>
                  <a:pt x="13432" y="7422"/>
                </a:lnTo>
                <a:lnTo>
                  <a:pt x="13140" y="7641"/>
                </a:lnTo>
                <a:lnTo>
                  <a:pt x="12970" y="7543"/>
                </a:lnTo>
                <a:lnTo>
                  <a:pt x="12799" y="7470"/>
                </a:lnTo>
                <a:lnTo>
                  <a:pt x="12483" y="7349"/>
                </a:lnTo>
                <a:lnTo>
                  <a:pt x="12045" y="7154"/>
                </a:lnTo>
                <a:lnTo>
                  <a:pt x="11826" y="7057"/>
                </a:lnTo>
                <a:lnTo>
                  <a:pt x="11607" y="7008"/>
                </a:lnTo>
                <a:lnTo>
                  <a:pt x="12386" y="6789"/>
                </a:lnTo>
                <a:close/>
                <a:moveTo>
                  <a:pt x="11461" y="7057"/>
                </a:moveTo>
                <a:lnTo>
                  <a:pt x="11534" y="7154"/>
                </a:lnTo>
                <a:lnTo>
                  <a:pt x="11631" y="7251"/>
                </a:lnTo>
                <a:lnTo>
                  <a:pt x="11850" y="7397"/>
                </a:lnTo>
                <a:lnTo>
                  <a:pt x="12069" y="7519"/>
                </a:lnTo>
                <a:lnTo>
                  <a:pt x="12313" y="7641"/>
                </a:lnTo>
                <a:lnTo>
                  <a:pt x="12532" y="7762"/>
                </a:lnTo>
                <a:lnTo>
                  <a:pt x="12799" y="7908"/>
                </a:lnTo>
                <a:lnTo>
                  <a:pt x="12483" y="8152"/>
                </a:lnTo>
                <a:lnTo>
                  <a:pt x="12410" y="8054"/>
                </a:lnTo>
                <a:lnTo>
                  <a:pt x="12337" y="7981"/>
                </a:lnTo>
                <a:lnTo>
                  <a:pt x="12240" y="7908"/>
                </a:lnTo>
                <a:lnTo>
                  <a:pt x="12118" y="7860"/>
                </a:lnTo>
                <a:lnTo>
                  <a:pt x="11875" y="7762"/>
                </a:lnTo>
                <a:lnTo>
                  <a:pt x="11656" y="7689"/>
                </a:lnTo>
                <a:lnTo>
                  <a:pt x="11145" y="7470"/>
                </a:lnTo>
                <a:lnTo>
                  <a:pt x="10901" y="7349"/>
                </a:lnTo>
                <a:lnTo>
                  <a:pt x="10634" y="7251"/>
                </a:lnTo>
                <a:lnTo>
                  <a:pt x="11437" y="7057"/>
                </a:lnTo>
                <a:close/>
                <a:moveTo>
                  <a:pt x="10439" y="7324"/>
                </a:moveTo>
                <a:lnTo>
                  <a:pt x="10512" y="7422"/>
                </a:lnTo>
                <a:lnTo>
                  <a:pt x="10609" y="7495"/>
                </a:lnTo>
                <a:lnTo>
                  <a:pt x="10828" y="7665"/>
                </a:lnTo>
                <a:lnTo>
                  <a:pt x="11047" y="7787"/>
                </a:lnTo>
                <a:lnTo>
                  <a:pt x="11291" y="7884"/>
                </a:lnTo>
                <a:lnTo>
                  <a:pt x="11996" y="8176"/>
                </a:lnTo>
                <a:lnTo>
                  <a:pt x="12167" y="8249"/>
                </a:lnTo>
                <a:lnTo>
                  <a:pt x="12215" y="8273"/>
                </a:lnTo>
                <a:lnTo>
                  <a:pt x="12288" y="8298"/>
                </a:lnTo>
                <a:lnTo>
                  <a:pt x="11996" y="8541"/>
                </a:lnTo>
                <a:lnTo>
                  <a:pt x="11972" y="8541"/>
                </a:lnTo>
                <a:lnTo>
                  <a:pt x="11583" y="8444"/>
                </a:lnTo>
                <a:lnTo>
                  <a:pt x="11218" y="8322"/>
                </a:lnTo>
                <a:lnTo>
                  <a:pt x="10853" y="8152"/>
                </a:lnTo>
                <a:lnTo>
                  <a:pt x="10512" y="7957"/>
                </a:lnTo>
                <a:lnTo>
                  <a:pt x="10098" y="7714"/>
                </a:lnTo>
                <a:lnTo>
                  <a:pt x="9879" y="7592"/>
                </a:lnTo>
                <a:lnTo>
                  <a:pt x="9660" y="7495"/>
                </a:lnTo>
                <a:lnTo>
                  <a:pt x="10439" y="7324"/>
                </a:lnTo>
                <a:close/>
                <a:moveTo>
                  <a:pt x="8225" y="8103"/>
                </a:moveTo>
                <a:lnTo>
                  <a:pt x="8638" y="8249"/>
                </a:lnTo>
                <a:lnTo>
                  <a:pt x="9028" y="8419"/>
                </a:lnTo>
                <a:lnTo>
                  <a:pt x="8930" y="8517"/>
                </a:lnTo>
                <a:lnTo>
                  <a:pt x="8784" y="8638"/>
                </a:lnTo>
                <a:lnTo>
                  <a:pt x="8711" y="8711"/>
                </a:lnTo>
                <a:lnTo>
                  <a:pt x="8687" y="8784"/>
                </a:lnTo>
                <a:lnTo>
                  <a:pt x="8225" y="8103"/>
                </a:lnTo>
                <a:close/>
                <a:moveTo>
                  <a:pt x="7689" y="8663"/>
                </a:moveTo>
                <a:lnTo>
                  <a:pt x="7714" y="9003"/>
                </a:lnTo>
                <a:lnTo>
                  <a:pt x="7689" y="9003"/>
                </a:lnTo>
                <a:lnTo>
                  <a:pt x="7519" y="8930"/>
                </a:lnTo>
                <a:lnTo>
                  <a:pt x="7665" y="8687"/>
                </a:lnTo>
                <a:lnTo>
                  <a:pt x="7689" y="8663"/>
                </a:lnTo>
                <a:close/>
                <a:moveTo>
                  <a:pt x="9344" y="7592"/>
                </a:moveTo>
                <a:lnTo>
                  <a:pt x="9612" y="7787"/>
                </a:lnTo>
                <a:lnTo>
                  <a:pt x="9904" y="7981"/>
                </a:lnTo>
                <a:lnTo>
                  <a:pt x="10463" y="8322"/>
                </a:lnTo>
                <a:lnTo>
                  <a:pt x="10755" y="8492"/>
                </a:lnTo>
                <a:lnTo>
                  <a:pt x="11047" y="8638"/>
                </a:lnTo>
                <a:lnTo>
                  <a:pt x="11364" y="8760"/>
                </a:lnTo>
                <a:lnTo>
                  <a:pt x="11680" y="8833"/>
                </a:lnTo>
                <a:lnTo>
                  <a:pt x="11510" y="9003"/>
                </a:lnTo>
                <a:lnTo>
                  <a:pt x="11485" y="9028"/>
                </a:lnTo>
                <a:lnTo>
                  <a:pt x="10463" y="8565"/>
                </a:lnTo>
                <a:lnTo>
                  <a:pt x="9952" y="8371"/>
                </a:lnTo>
                <a:lnTo>
                  <a:pt x="9417" y="8176"/>
                </a:lnTo>
                <a:lnTo>
                  <a:pt x="8979" y="7981"/>
                </a:lnTo>
                <a:lnTo>
                  <a:pt x="8736" y="7884"/>
                </a:lnTo>
                <a:lnTo>
                  <a:pt x="8468" y="7811"/>
                </a:lnTo>
                <a:lnTo>
                  <a:pt x="8906" y="7714"/>
                </a:lnTo>
                <a:lnTo>
                  <a:pt x="9344" y="7592"/>
                </a:lnTo>
                <a:close/>
                <a:moveTo>
                  <a:pt x="9368" y="8565"/>
                </a:moveTo>
                <a:lnTo>
                  <a:pt x="9733" y="8687"/>
                </a:lnTo>
                <a:lnTo>
                  <a:pt x="9660" y="8760"/>
                </a:lnTo>
                <a:lnTo>
                  <a:pt x="9198" y="9076"/>
                </a:lnTo>
                <a:lnTo>
                  <a:pt x="9101" y="9149"/>
                </a:lnTo>
                <a:lnTo>
                  <a:pt x="9003" y="9247"/>
                </a:lnTo>
                <a:lnTo>
                  <a:pt x="8760" y="8906"/>
                </a:lnTo>
                <a:lnTo>
                  <a:pt x="8784" y="8906"/>
                </a:lnTo>
                <a:lnTo>
                  <a:pt x="8930" y="8809"/>
                </a:lnTo>
                <a:lnTo>
                  <a:pt x="9052" y="8711"/>
                </a:lnTo>
                <a:lnTo>
                  <a:pt x="9174" y="8638"/>
                </a:lnTo>
                <a:lnTo>
                  <a:pt x="9344" y="8590"/>
                </a:lnTo>
                <a:lnTo>
                  <a:pt x="9368" y="8565"/>
                </a:lnTo>
                <a:close/>
                <a:moveTo>
                  <a:pt x="828" y="6181"/>
                </a:moveTo>
                <a:lnTo>
                  <a:pt x="1168" y="6302"/>
                </a:lnTo>
                <a:lnTo>
                  <a:pt x="1533" y="6400"/>
                </a:lnTo>
                <a:lnTo>
                  <a:pt x="2239" y="6546"/>
                </a:lnTo>
                <a:lnTo>
                  <a:pt x="2507" y="6570"/>
                </a:lnTo>
                <a:lnTo>
                  <a:pt x="2750" y="6594"/>
                </a:lnTo>
                <a:lnTo>
                  <a:pt x="3018" y="6619"/>
                </a:lnTo>
                <a:lnTo>
                  <a:pt x="3285" y="6643"/>
                </a:lnTo>
                <a:lnTo>
                  <a:pt x="4356" y="6911"/>
                </a:lnTo>
                <a:lnTo>
                  <a:pt x="5159" y="7081"/>
                </a:lnTo>
                <a:lnTo>
                  <a:pt x="5938" y="7300"/>
                </a:lnTo>
                <a:lnTo>
                  <a:pt x="7519" y="7762"/>
                </a:lnTo>
                <a:lnTo>
                  <a:pt x="6546" y="8273"/>
                </a:lnTo>
                <a:lnTo>
                  <a:pt x="5548" y="8736"/>
                </a:lnTo>
                <a:lnTo>
                  <a:pt x="4697" y="9076"/>
                </a:lnTo>
                <a:lnTo>
                  <a:pt x="4453" y="9198"/>
                </a:lnTo>
                <a:lnTo>
                  <a:pt x="4332" y="9271"/>
                </a:lnTo>
                <a:lnTo>
                  <a:pt x="4234" y="9368"/>
                </a:lnTo>
                <a:lnTo>
                  <a:pt x="4210" y="9320"/>
                </a:lnTo>
                <a:lnTo>
                  <a:pt x="3991" y="9003"/>
                </a:lnTo>
                <a:lnTo>
                  <a:pt x="3748" y="8687"/>
                </a:lnTo>
                <a:lnTo>
                  <a:pt x="3456" y="8395"/>
                </a:lnTo>
                <a:lnTo>
                  <a:pt x="3164" y="8127"/>
                </a:lnTo>
                <a:lnTo>
                  <a:pt x="2531" y="7616"/>
                </a:lnTo>
                <a:lnTo>
                  <a:pt x="2239" y="7373"/>
                </a:lnTo>
                <a:lnTo>
                  <a:pt x="1947" y="7105"/>
                </a:lnTo>
                <a:lnTo>
                  <a:pt x="1728" y="6911"/>
                </a:lnTo>
                <a:lnTo>
                  <a:pt x="1485" y="6716"/>
                </a:lnTo>
                <a:lnTo>
                  <a:pt x="1047" y="6375"/>
                </a:lnTo>
                <a:lnTo>
                  <a:pt x="828" y="6181"/>
                </a:lnTo>
                <a:close/>
                <a:moveTo>
                  <a:pt x="10098" y="8833"/>
                </a:moveTo>
                <a:lnTo>
                  <a:pt x="10658" y="9076"/>
                </a:lnTo>
                <a:lnTo>
                  <a:pt x="10366" y="9247"/>
                </a:lnTo>
                <a:lnTo>
                  <a:pt x="10098" y="9393"/>
                </a:lnTo>
                <a:lnTo>
                  <a:pt x="9758" y="9612"/>
                </a:lnTo>
                <a:lnTo>
                  <a:pt x="9612" y="9758"/>
                </a:lnTo>
                <a:lnTo>
                  <a:pt x="9466" y="9904"/>
                </a:lnTo>
                <a:lnTo>
                  <a:pt x="9125" y="9417"/>
                </a:lnTo>
                <a:lnTo>
                  <a:pt x="9198" y="9393"/>
                </a:lnTo>
                <a:lnTo>
                  <a:pt x="9271" y="9368"/>
                </a:lnTo>
                <a:lnTo>
                  <a:pt x="9417" y="9271"/>
                </a:lnTo>
                <a:lnTo>
                  <a:pt x="9660" y="9101"/>
                </a:lnTo>
                <a:lnTo>
                  <a:pt x="10098" y="8857"/>
                </a:lnTo>
                <a:lnTo>
                  <a:pt x="10098" y="8833"/>
                </a:lnTo>
                <a:close/>
                <a:moveTo>
                  <a:pt x="7324" y="9174"/>
                </a:moveTo>
                <a:lnTo>
                  <a:pt x="7446" y="9222"/>
                </a:lnTo>
                <a:lnTo>
                  <a:pt x="7519" y="9295"/>
                </a:lnTo>
                <a:lnTo>
                  <a:pt x="7738" y="9393"/>
                </a:lnTo>
                <a:lnTo>
                  <a:pt x="7738" y="9855"/>
                </a:lnTo>
                <a:lnTo>
                  <a:pt x="7738" y="10001"/>
                </a:lnTo>
                <a:lnTo>
                  <a:pt x="7495" y="9855"/>
                </a:lnTo>
                <a:lnTo>
                  <a:pt x="7251" y="9733"/>
                </a:lnTo>
                <a:lnTo>
                  <a:pt x="7105" y="9685"/>
                </a:lnTo>
                <a:lnTo>
                  <a:pt x="6984" y="9660"/>
                </a:lnTo>
                <a:lnTo>
                  <a:pt x="7324" y="9174"/>
                </a:lnTo>
                <a:close/>
                <a:moveTo>
                  <a:pt x="6911" y="9758"/>
                </a:moveTo>
                <a:lnTo>
                  <a:pt x="7008" y="9879"/>
                </a:lnTo>
                <a:lnTo>
                  <a:pt x="7130" y="10001"/>
                </a:lnTo>
                <a:lnTo>
                  <a:pt x="7373" y="10196"/>
                </a:lnTo>
                <a:lnTo>
                  <a:pt x="7543" y="10317"/>
                </a:lnTo>
                <a:lnTo>
                  <a:pt x="7762" y="10415"/>
                </a:lnTo>
                <a:lnTo>
                  <a:pt x="7762" y="10926"/>
                </a:lnTo>
                <a:lnTo>
                  <a:pt x="7470" y="10707"/>
                </a:lnTo>
                <a:lnTo>
                  <a:pt x="7203" y="10488"/>
                </a:lnTo>
                <a:lnTo>
                  <a:pt x="7057" y="10415"/>
                </a:lnTo>
                <a:lnTo>
                  <a:pt x="6911" y="10317"/>
                </a:lnTo>
                <a:lnTo>
                  <a:pt x="6741" y="10269"/>
                </a:lnTo>
                <a:lnTo>
                  <a:pt x="6570" y="10244"/>
                </a:lnTo>
                <a:lnTo>
                  <a:pt x="6911" y="9758"/>
                </a:lnTo>
                <a:close/>
                <a:moveTo>
                  <a:pt x="11072" y="9271"/>
                </a:moveTo>
                <a:lnTo>
                  <a:pt x="11291" y="9368"/>
                </a:lnTo>
                <a:lnTo>
                  <a:pt x="11266" y="9490"/>
                </a:lnTo>
                <a:lnTo>
                  <a:pt x="11266" y="9612"/>
                </a:lnTo>
                <a:lnTo>
                  <a:pt x="11096" y="9685"/>
                </a:lnTo>
                <a:lnTo>
                  <a:pt x="10950" y="9782"/>
                </a:lnTo>
                <a:lnTo>
                  <a:pt x="10658" y="9977"/>
                </a:lnTo>
                <a:lnTo>
                  <a:pt x="10293" y="10220"/>
                </a:lnTo>
                <a:lnTo>
                  <a:pt x="10123" y="10366"/>
                </a:lnTo>
                <a:lnTo>
                  <a:pt x="10050" y="10439"/>
                </a:lnTo>
                <a:lnTo>
                  <a:pt x="10001" y="10536"/>
                </a:lnTo>
                <a:lnTo>
                  <a:pt x="10001" y="10585"/>
                </a:lnTo>
                <a:lnTo>
                  <a:pt x="10025" y="10609"/>
                </a:lnTo>
                <a:lnTo>
                  <a:pt x="10123" y="10609"/>
                </a:lnTo>
                <a:lnTo>
                  <a:pt x="10220" y="10585"/>
                </a:lnTo>
                <a:lnTo>
                  <a:pt x="10390" y="10512"/>
                </a:lnTo>
                <a:lnTo>
                  <a:pt x="10561" y="10390"/>
                </a:lnTo>
                <a:lnTo>
                  <a:pt x="10731" y="10269"/>
                </a:lnTo>
                <a:lnTo>
                  <a:pt x="10999" y="10074"/>
                </a:lnTo>
                <a:lnTo>
                  <a:pt x="11291" y="9904"/>
                </a:lnTo>
                <a:lnTo>
                  <a:pt x="11339" y="10171"/>
                </a:lnTo>
                <a:lnTo>
                  <a:pt x="11412" y="10390"/>
                </a:lnTo>
                <a:lnTo>
                  <a:pt x="11145" y="10488"/>
                </a:lnTo>
                <a:lnTo>
                  <a:pt x="10877" y="10634"/>
                </a:lnTo>
                <a:lnTo>
                  <a:pt x="10731" y="10682"/>
                </a:lnTo>
                <a:lnTo>
                  <a:pt x="10561" y="10804"/>
                </a:lnTo>
                <a:lnTo>
                  <a:pt x="10415" y="10926"/>
                </a:lnTo>
                <a:lnTo>
                  <a:pt x="10342" y="10999"/>
                </a:lnTo>
                <a:lnTo>
                  <a:pt x="10317" y="11072"/>
                </a:lnTo>
                <a:lnTo>
                  <a:pt x="9879" y="10463"/>
                </a:lnTo>
                <a:lnTo>
                  <a:pt x="9587" y="10050"/>
                </a:lnTo>
                <a:lnTo>
                  <a:pt x="9733" y="10001"/>
                </a:lnTo>
                <a:lnTo>
                  <a:pt x="9904" y="9928"/>
                </a:lnTo>
                <a:lnTo>
                  <a:pt x="10196" y="9758"/>
                </a:lnTo>
                <a:lnTo>
                  <a:pt x="10634" y="9514"/>
                </a:lnTo>
                <a:lnTo>
                  <a:pt x="11047" y="9295"/>
                </a:lnTo>
                <a:lnTo>
                  <a:pt x="11072" y="9271"/>
                </a:lnTo>
                <a:close/>
                <a:moveTo>
                  <a:pt x="11534" y="10780"/>
                </a:moveTo>
                <a:lnTo>
                  <a:pt x="11656" y="11193"/>
                </a:lnTo>
                <a:lnTo>
                  <a:pt x="11631" y="11193"/>
                </a:lnTo>
                <a:lnTo>
                  <a:pt x="11437" y="11364"/>
                </a:lnTo>
                <a:lnTo>
                  <a:pt x="11218" y="11510"/>
                </a:lnTo>
                <a:lnTo>
                  <a:pt x="11023" y="11631"/>
                </a:lnTo>
                <a:lnTo>
                  <a:pt x="10828" y="11753"/>
                </a:lnTo>
                <a:lnTo>
                  <a:pt x="10804" y="11777"/>
                </a:lnTo>
                <a:lnTo>
                  <a:pt x="10439" y="11242"/>
                </a:lnTo>
                <a:lnTo>
                  <a:pt x="10512" y="11242"/>
                </a:lnTo>
                <a:lnTo>
                  <a:pt x="10585" y="11218"/>
                </a:lnTo>
                <a:lnTo>
                  <a:pt x="10731" y="11145"/>
                </a:lnTo>
                <a:lnTo>
                  <a:pt x="10999" y="10974"/>
                </a:lnTo>
                <a:lnTo>
                  <a:pt x="11534" y="10780"/>
                </a:lnTo>
                <a:close/>
                <a:moveTo>
                  <a:pt x="6522" y="10342"/>
                </a:moveTo>
                <a:lnTo>
                  <a:pt x="6668" y="10439"/>
                </a:lnTo>
                <a:lnTo>
                  <a:pt x="6838" y="10561"/>
                </a:lnTo>
                <a:lnTo>
                  <a:pt x="7105" y="10853"/>
                </a:lnTo>
                <a:lnTo>
                  <a:pt x="7251" y="10999"/>
                </a:lnTo>
                <a:lnTo>
                  <a:pt x="7397" y="11120"/>
                </a:lnTo>
                <a:lnTo>
                  <a:pt x="7568" y="11218"/>
                </a:lnTo>
                <a:lnTo>
                  <a:pt x="7738" y="11291"/>
                </a:lnTo>
                <a:lnTo>
                  <a:pt x="7762" y="11291"/>
                </a:lnTo>
                <a:lnTo>
                  <a:pt x="7762" y="12021"/>
                </a:lnTo>
                <a:lnTo>
                  <a:pt x="7665" y="11948"/>
                </a:lnTo>
                <a:lnTo>
                  <a:pt x="7568" y="11875"/>
                </a:lnTo>
                <a:lnTo>
                  <a:pt x="7397" y="11704"/>
                </a:lnTo>
                <a:lnTo>
                  <a:pt x="7057" y="11364"/>
                </a:lnTo>
                <a:lnTo>
                  <a:pt x="6862" y="11193"/>
                </a:lnTo>
                <a:lnTo>
                  <a:pt x="6619" y="11072"/>
                </a:lnTo>
                <a:lnTo>
                  <a:pt x="6376" y="10999"/>
                </a:lnTo>
                <a:lnTo>
                  <a:pt x="6132" y="10926"/>
                </a:lnTo>
                <a:lnTo>
                  <a:pt x="6522" y="10342"/>
                </a:lnTo>
                <a:close/>
                <a:moveTo>
                  <a:pt x="11753" y="11510"/>
                </a:moveTo>
                <a:lnTo>
                  <a:pt x="11826" y="11802"/>
                </a:lnTo>
                <a:lnTo>
                  <a:pt x="11704" y="11826"/>
                </a:lnTo>
                <a:lnTo>
                  <a:pt x="11607" y="11899"/>
                </a:lnTo>
                <a:lnTo>
                  <a:pt x="11412" y="12021"/>
                </a:lnTo>
                <a:lnTo>
                  <a:pt x="11291" y="12167"/>
                </a:lnTo>
                <a:lnTo>
                  <a:pt x="11218" y="12240"/>
                </a:lnTo>
                <a:lnTo>
                  <a:pt x="11193" y="12313"/>
                </a:lnTo>
                <a:lnTo>
                  <a:pt x="10901" y="11899"/>
                </a:lnTo>
                <a:lnTo>
                  <a:pt x="11120" y="11850"/>
                </a:lnTo>
                <a:lnTo>
                  <a:pt x="11339" y="11777"/>
                </a:lnTo>
                <a:lnTo>
                  <a:pt x="11558" y="11656"/>
                </a:lnTo>
                <a:lnTo>
                  <a:pt x="11753" y="11510"/>
                </a:lnTo>
                <a:close/>
                <a:moveTo>
                  <a:pt x="6059" y="11047"/>
                </a:moveTo>
                <a:lnTo>
                  <a:pt x="6303" y="11218"/>
                </a:lnTo>
                <a:lnTo>
                  <a:pt x="6546" y="11388"/>
                </a:lnTo>
                <a:lnTo>
                  <a:pt x="6789" y="11583"/>
                </a:lnTo>
                <a:lnTo>
                  <a:pt x="6984" y="11802"/>
                </a:lnTo>
                <a:lnTo>
                  <a:pt x="7251" y="12069"/>
                </a:lnTo>
                <a:lnTo>
                  <a:pt x="7397" y="12215"/>
                </a:lnTo>
                <a:lnTo>
                  <a:pt x="7543" y="12313"/>
                </a:lnTo>
                <a:lnTo>
                  <a:pt x="7276" y="12459"/>
                </a:lnTo>
                <a:lnTo>
                  <a:pt x="7154" y="12386"/>
                </a:lnTo>
                <a:lnTo>
                  <a:pt x="7008" y="12337"/>
                </a:lnTo>
                <a:lnTo>
                  <a:pt x="6765" y="12215"/>
                </a:lnTo>
                <a:lnTo>
                  <a:pt x="6522" y="12069"/>
                </a:lnTo>
                <a:lnTo>
                  <a:pt x="6327" y="11948"/>
                </a:lnTo>
                <a:lnTo>
                  <a:pt x="6157" y="11802"/>
                </a:lnTo>
                <a:lnTo>
                  <a:pt x="5962" y="11656"/>
                </a:lnTo>
                <a:lnTo>
                  <a:pt x="5767" y="11534"/>
                </a:lnTo>
                <a:lnTo>
                  <a:pt x="6059" y="11047"/>
                </a:lnTo>
                <a:close/>
                <a:moveTo>
                  <a:pt x="5670" y="11680"/>
                </a:moveTo>
                <a:lnTo>
                  <a:pt x="5719" y="11777"/>
                </a:lnTo>
                <a:lnTo>
                  <a:pt x="5792" y="11850"/>
                </a:lnTo>
                <a:lnTo>
                  <a:pt x="5938" y="12021"/>
                </a:lnTo>
                <a:lnTo>
                  <a:pt x="6108" y="12167"/>
                </a:lnTo>
                <a:lnTo>
                  <a:pt x="6278" y="12288"/>
                </a:lnTo>
                <a:lnTo>
                  <a:pt x="6546" y="12483"/>
                </a:lnTo>
                <a:lnTo>
                  <a:pt x="6716" y="12580"/>
                </a:lnTo>
                <a:lnTo>
                  <a:pt x="6887" y="12678"/>
                </a:lnTo>
                <a:lnTo>
                  <a:pt x="6522" y="12848"/>
                </a:lnTo>
                <a:lnTo>
                  <a:pt x="6230" y="12653"/>
                </a:lnTo>
                <a:lnTo>
                  <a:pt x="5938" y="12434"/>
                </a:lnTo>
                <a:lnTo>
                  <a:pt x="5694" y="12215"/>
                </a:lnTo>
                <a:lnTo>
                  <a:pt x="5475" y="12021"/>
                </a:lnTo>
                <a:lnTo>
                  <a:pt x="5621" y="11777"/>
                </a:lnTo>
                <a:lnTo>
                  <a:pt x="5670" y="11680"/>
                </a:lnTo>
                <a:close/>
                <a:moveTo>
                  <a:pt x="11899" y="12094"/>
                </a:moveTo>
                <a:lnTo>
                  <a:pt x="12021" y="12605"/>
                </a:lnTo>
                <a:lnTo>
                  <a:pt x="11899" y="12726"/>
                </a:lnTo>
                <a:lnTo>
                  <a:pt x="11777" y="12848"/>
                </a:lnTo>
                <a:lnTo>
                  <a:pt x="11729" y="12921"/>
                </a:lnTo>
                <a:lnTo>
                  <a:pt x="11680" y="12994"/>
                </a:lnTo>
                <a:lnTo>
                  <a:pt x="11680" y="13018"/>
                </a:lnTo>
                <a:lnTo>
                  <a:pt x="11266" y="12434"/>
                </a:lnTo>
                <a:lnTo>
                  <a:pt x="11412" y="12386"/>
                </a:lnTo>
                <a:lnTo>
                  <a:pt x="11558" y="12313"/>
                </a:lnTo>
                <a:lnTo>
                  <a:pt x="11729" y="12215"/>
                </a:lnTo>
                <a:lnTo>
                  <a:pt x="11899" y="12094"/>
                </a:lnTo>
                <a:close/>
                <a:moveTo>
                  <a:pt x="5329" y="12240"/>
                </a:moveTo>
                <a:lnTo>
                  <a:pt x="5402" y="12361"/>
                </a:lnTo>
                <a:lnTo>
                  <a:pt x="5500" y="12483"/>
                </a:lnTo>
                <a:lnTo>
                  <a:pt x="5670" y="12678"/>
                </a:lnTo>
                <a:lnTo>
                  <a:pt x="5913" y="12897"/>
                </a:lnTo>
                <a:lnTo>
                  <a:pt x="6157" y="13067"/>
                </a:lnTo>
                <a:lnTo>
                  <a:pt x="5743" y="13335"/>
                </a:lnTo>
                <a:lnTo>
                  <a:pt x="5646" y="13310"/>
                </a:lnTo>
                <a:lnTo>
                  <a:pt x="5475" y="13237"/>
                </a:lnTo>
                <a:lnTo>
                  <a:pt x="5305" y="13164"/>
                </a:lnTo>
                <a:lnTo>
                  <a:pt x="5135" y="13043"/>
                </a:lnTo>
                <a:lnTo>
                  <a:pt x="4940" y="12970"/>
                </a:lnTo>
                <a:lnTo>
                  <a:pt x="4891" y="12945"/>
                </a:lnTo>
                <a:lnTo>
                  <a:pt x="5110" y="12605"/>
                </a:lnTo>
                <a:lnTo>
                  <a:pt x="5329" y="12240"/>
                </a:lnTo>
                <a:close/>
                <a:moveTo>
                  <a:pt x="12094" y="13043"/>
                </a:moveTo>
                <a:lnTo>
                  <a:pt x="12215" y="13748"/>
                </a:lnTo>
                <a:lnTo>
                  <a:pt x="11802" y="13189"/>
                </a:lnTo>
                <a:lnTo>
                  <a:pt x="11850" y="13189"/>
                </a:lnTo>
                <a:lnTo>
                  <a:pt x="11923" y="13164"/>
                </a:lnTo>
                <a:lnTo>
                  <a:pt x="11972" y="13140"/>
                </a:lnTo>
                <a:lnTo>
                  <a:pt x="12094" y="13043"/>
                </a:lnTo>
                <a:close/>
                <a:moveTo>
                  <a:pt x="4745" y="13140"/>
                </a:moveTo>
                <a:lnTo>
                  <a:pt x="4891" y="13310"/>
                </a:lnTo>
                <a:lnTo>
                  <a:pt x="5062" y="13456"/>
                </a:lnTo>
                <a:lnTo>
                  <a:pt x="5305" y="13602"/>
                </a:lnTo>
                <a:lnTo>
                  <a:pt x="4964" y="13846"/>
                </a:lnTo>
                <a:lnTo>
                  <a:pt x="4891" y="13773"/>
                </a:lnTo>
                <a:lnTo>
                  <a:pt x="4818" y="13700"/>
                </a:lnTo>
                <a:lnTo>
                  <a:pt x="4648" y="13627"/>
                </a:lnTo>
                <a:lnTo>
                  <a:pt x="4551" y="13554"/>
                </a:lnTo>
                <a:lnTo>
                  <a:pt x="4405" y="13529"/>
                </a:lnTo>
                <a:lnTo>
                  <a:pt x="4575" y="13335"/>
                </a:lnTo>
                <a:lnTo>
                  <a:pt x="4745" y="13140"/>
                </a:lnTo>
                <a:close/>
                <a:moveTo>
                  <a:pt x="8200" y="8833"/>
                </a:moveTo>
                <a:lnTo>
                  <a:pt x="8371" y="9076"/>
                </a:lnTo>
                <a:lnTo>
                  <a:pt x="8663" y="9514"/>
                </a:lnTo>
                <a:lnTo>
                  <a:pt x="8979" y="9928"/>
                </a:lnTo>
                <a:lnTo>
                  <a:pt x="9587" y="10780"/>
                </a:lnTo>
                <a:lnTo>
                  <a:pt x="10171" y="11583"/>
                </a:lnTo>
                <a:lnTo>
                  <a:pt x="10731" y="12410"/>
                </a:lnTo>
                <a:lnTo>
                  <a:pt x="11291" y="13213"/>
                </a:lnTo>
                <a:lnTo>
                  <a:pt x="11850" y="13992"/>
                </a:lnTo>
                <a:lnTo>
                  <a:pt x="11729" y="13943"/>
                </a:lnTo>
                <a:lnTo>
                  <a:pt x="11072" y="13554"/>
                </a:lnTo>
                <a:lnTo>
                  <a:pt x="10415" y="13189"/>
                </a:lnTo>
                <a:lnTo>
                  <a:pt x="9831" y="12921"/>
                </a:lnTo>
                <a:lnTo>
                  <a:pt x="9539" y="12799"/>
                </a:lnTo>
                <a:lnTo>
                  <a:pt x="9222" y="12678"/>
                </a:lnTo>
                <a:lnTo>
                  <a:pt x="8760" y="12507"/>
                </a:lnTo>
                <a:lnTo>
                  <a:pt x="8517" y="12410"/>
                </a:lnTo>
                <a:lnTo>
                  <a:pt x="8273" y="12337"/>
                </a:lnTo>
                <a:lnTo>
                  <a:pt x="8273" y="12288"/>
                </a:lnTo>
                <a:lnTo>
                  <a:pt x="8322" y="11996"/>
                </a:lnTo>
                <a:lnTo>
                  <a:pt x="8346" y="11680"/>
                </a:lnTo>
                <a:lnTo>
                  <a:pt x="8346" y="11388"/>
                </a:lnTo>
                <a:lnTo>
                  <a:pt x="8322" y="11072"/>
                </a:lnTo>
                <a:lnTo>
                  <a:pt x="8273" y="10463"/>
                </a:lnTo>
                <a:lnTo>
                  <a:pt x="8225" y="9855"/>
                </a:lnTo>
                <a:lnTo>
                  <a:pt x="8200" y="8833"/>
                </a:lnTo>
                <a:close/>
                <a:moveTo>
                  <a:pt x="7324" y="8346"/>
                </a:moveTo>
                <a:lnTo>
                  <a:pt x="6935" y="8906"/>
                </a:lnTo>
                <a:lnTo>
                  <a:pt x="6570" y="9441"/>
                </a:lnTo>
                <a:lnTo>
                  <a:pt x="5962" y="10439"/>
                </a:lnTo>
                <a:lnTo>
                  <a:pt x="5354" y="11437"/>
                </a:lnTo>
                <a:lnTo>
                  <a:pt x="4818" y="12386"/>
                </a:lnTo>
                <a:lnTo>
                  <a:pt x="4502" y="12848"/>
                </a:lnTo>
                <a:lnTo>
                  <a:pt x="4356" y="13067"/>
                </a:lnTo>
                <a:lnTo>
                  <a:pt x="4161" y="13286"/>
                </a:lnTo>
                <a:lnTo>
                  <a:pt x="3967" y="13529"/>
                </a:lnTo>
                <a:lnTo>
                  <a:pt x="3796" y="13773"/>
                </a:lnTo>
                <a:lnTo>
                  <a:pt x="3650" y="14040"/>
                </a:lnTo>
                <a:lnTo>
                  <a:pt x="3504" y="14308"/>
                </a:lnTo>
                <a:lnTo>
                  <a:pt x="3577" y="13578"/>
                </a:lnTo>
                <a:lnTo>
                  <a:pt x="3699" y="12897"/>
                </a:lnTo>
                <a:lnTo>
                  <a:pt x="3821" y="12215"/>
                </a:lnTo>
                <a:lnTo>
                  <a:pt x="3967" y="11558"/>
                </a:lnTo>
                <a:lnTo>
                  <a:pt x="4113" y="10926"/>
                </a:lnTo>
                <a:lnTo>
                  <a:pt x="4234" y="10269"/>
                </a:lnTo>
                <a:lnTo>
                  <a:pt x="4332" y="9612"/>
                </a:lnTo>
                <a:lnTo>
                  <a:pt x="4307" y="9539"/>
                </a:lnTo>
                <a:lnTo>
                  <a:pt x="4453" y="9587"/>
                </a:lnTo>
                <a:lnTo>
                  <a:pt x="4624" y="9563"/>
                </a:lnTo>
                <a:lnTo>
                  <a:pt x="4818" y="9514"/>
                </a:lnTo>
                <a:lnTo>
                  <a:pt x="5013" y="9441"/>
                </a:lnTo>
                <a:lnTo>
                  <a:pt x="5354" y="9271"/>
                </a:lnTo>
                <a:lnTo>
                  <a:pt x="5646" y="9149"/>
                </a:lnTo>
                <a:lnTo>
                  <a:pt x="6497" y="8760"/>
                </a:lnTo>
                <a:lnTo>
                  <a:pt x="7324" y="8346"/>
                </a:lnTo>
                <a:close/>
                <a:moveTo>
                  <a:pt x="4234" y="13700"/>
                </a:moveTo>
                <a:lnTo>
                  <a:pt x="4307" y="13773"/>
                </a:lnTo>
                <a:lnTo>
                  <a:pt x="4380" y="13821"/>
                </a:lnTo>
                <a:lnTo>
                  <a:pt x="4551" y="13943"/>
                </a:lnTo>
                <a:lnTo>
                  <a:pt x="4697" y="14016"/>
                </a:lnTo>
                <a:lnTo>
                  <a:pt x="4307" y="14259"/>
                </a:lnTo>
                <a:lnTo>
                  <a:pt x="4161" y="14332"/>
                </a:lnTo>
                <a:lnTo>
                  <a:pt x="3991" y="14405"/>
                </a:lnTo>
                <a:lnTo>
                  <a:pt x="3650" y="14502"/>
                </a:lnTo>
                <a:lnTo>
                  <a:pt x="3748" y="14429"/>
                </a:lnTo>
                <a:lnTo>
                  <a:pt x="3821" y="14332"/>
                </a:lnTo>
                <a:lnTo>
                  <a:pt x="3967" y="14113"/>
                </a:lnTo>
                <a:lnTo>
                  <a:pt x="4113" y="13894"/>
                </a:lnTo>
                <a:lnTo>
                  <a:pt x="4234" y="13700"/>
                </a:lnTo>
                <a:close/>
                <a:moveTo>
                  <a:pt x="7835" y="0"/>
                </a:moveTo>
                <a:lnTo>
                  <a:pt x="7762" y="25"/>
                </a:lnTo>
                <a:lnTo>
                  <a:pt x="7689" y="73"/>
                </a:lnTo>
                <a:lnTo>
                  <a:pt x="7641" y="73"/>
                </a:lnTo>
                <a:lnTo>
                  <a:pt x="7495" y="146"/>
                </a:lnTo>
                <a:lnTo>
                  <a:pt x="7373" y="244"/>
                </a:lnTo>
                <a:lnTo>
                  <a:pt x="7276" y="341"/>
                </a:lnTo>
                <a:lnTo>
                  <a:pt x="7178" y="463"/>
                </a:lnTo>
                <a:lnTo>
                  <a:pt x="6984" y="730"/>
                </a:lnTo>
                <a:lnTo>
                  <a:pt x="6838" y="1047"/>
                </a:lnTo>
                <a:lnTo>
                  <a:pt x="6716" y="1387"/>
                </a:lnTo>
                <a:lnTo>
                  <a:pt x="6619" y="1704"/>
                </a:lnTo>
                <a:lnTo>
                  <a:pt x="6449" y="2288"/>
                </a:lnTo>
                <a:lnTo>
                  <a:pt x="6230" y="2920"/>
                </a:lnTo>
                <a:lnTo>
                  <a:pt x="6108" y="3237"/>
                </a:lnTo>
                <a:lnTo>
                  <a:pt x="5962" y="3529"/>
                </a:lnTo>
                <a:lnTo>
                  <a:pt x="5767" y="3845"/>
                </a:lnTo>
                <a:lnTo>
                  <a:pt x="5548" y="4161"/>
                </a:lnTo>
                <a:lnTo>
                  <a:pt x="5378" y="4478"/>
                </a:lnTo>
                <a:lnTo>
                  <a:pt x="5281" y="4648"/>
                </a:lnTo>
                <a:lnTo>
                  <a:pt x="5208" y="4818"/>
                </a:lnTo>
                <a:lnTo>
                  <a:pt x="4891" y="4916"/>
                </a:lnTo>
                <a:lnTo>
                  <a:pt x="4575" y="4989"/>
                </a:lnTo>
                <a:lnTo>
                  <a:pt x="3918" y="5110"/>
                </a:lnTo>
                <a:lnTo>
                  <a:pt x="2580" y="5305"/>
                </a:lnTo>
                <a:lnTo>
                  <a:pt x="1801" y="5402"/>
                </a:lnTo>
                <a:lnTo>
                  <a:pt x="998" y="5500"/>
                </a:lnTo>
                <a:lnTo>
                  <a:pt x="755" y="5524"/>
                </a:lnTo>
                <a:lnTo>
                  <a:pt x="511" y="5524"/>
                </a:lnTo>
                <a:lnTo>
                  <a:pt x="244" y="5548"/>
                </a:lnTo>
                <a:lnTo>
                  <a:pt x="146" y="5597"/>
                </a:lnTo>
                <a:lnTo>
                  <a:pt x="49" y="5646"/>
                </a:lnTo>
                <a:lnTo>
                  <a:pt x="0" y="5719"/>
                </a:lnTo>
                <a:lnTo>
                  <a:pt x="0" y="5792"/>
                </a:lnTo>
                <a:lnTo>
                  <a:pt x="0" y="5865"/>
                </a:lnTo>
                <a:lnTo>
                  <a:pt x="0" y="5962"/>
                </a:lnTo>
                <a:lnTo>
                  <a:pt x="49" y="6035"/>
                </a:lnTo>
                <a:lnTo>
                  <a:pt x="146" y="6229"/>
                </a:lnTo>
                <a:lnTo>
                  <a:pt x="292" y="6375"/>
                </a:lnTo>
                <a:lnTo>
                  <a:pt x="438" y="6497"/>
                </a:lnTo>
                <a:lnTo>
                  <a:pt x="682" y="6716"/>
                </a:lnTo>
                <a:lnTo>
                  <a:pt x="925" y="6935"/>
                </a:lnTo>
                <a:lnTo>
                  <a:pt x="1460" y="7349"/>
                </a:lnTo>
                <a:lnTo>
                  <a:pt x="1971" y="7811"/>
                </a:lnTo>
                <a:lnTo>
                  <a:pt x="2507" y="8273"/>
                </a:lnTo>
                <a:lnTo>
                  <a:pt x="2847" y="8565"/>
                </a:lnTo>
                <a:lnTo>
                  <a:pt x="3188" y="8882"/>
                </a:lnTo>
                <a:lnTo>
                  <a:pt x="3504" y="9222"/>
                </a:lnTo>
                <a:lnTo>
                  <a:pt x="3650" y="9417"/>
                </a:lnTo>
                <a:lnTo>
                  <a:pt x="3772" y="9612"/>
                </a:lnTo>
                <a:lnTo>
                  <a:pt x="3821" y="9685"/>
                </a:lnTo>
                <a:lnTo>
                  <a:pt x="3918" y="9709"/>
                </a:lnTo>
                <a:lnTo>
                  <a:pt x="3748" y="10342"/>
                </a:lnTo>
                <a:lnTo>
                  <a:pt x="3602" y="10974"/>
                </a:lnTo>
                <a:lnTo>
                  <a:pt x="3334" y="12264"/>
                </a:lnTo>
                <a:lnTo>
                  <a:pt x="3212" y="12872"/>
                </a:lnTo>
                <a:lnTo>
                  <a:pt x="3091" y="13529"/>
                </a:lnTo>
                <a:lnTo>
                  <a:pt x="3042" y="13870"/>
                </a:lnTo>
                <a:lnTo>
                  <a:pt x="2993" y="14186"/>
                </a:lnTo>
                <a:lnTo>
                  <a:pt x="2993" y="14502"/>
                </a:lnTo>
                <a:lnTo>
                  <a:pt x="3018" y="14819"/>
                </a:lnTo>
                <a:lnTo>
                  <a:pt x="3042" y="14916"/>
                </a:lnTo>
                <a:lnTo>
                  <a:pt x="3091" y="14965"/>
                </a:lnTo>
                <a:lnTo>
                  <a:pt x="3188" y="15013"/>
                </a:lnTo>
                <a:lnTo>
                  <a:pt x="3261" y="15013"/>
                </a:lnTo>
                <a:lnTo>
                  <a:pt x="3383" y="15038"/>
                </a:lnTo>
                <a:lnTo>
                  <a:pt x="3529" y="15062"/>
                </a:lnTo>
                <a:lnTo>
                  <a:pt x="3675" y="15038"/>
                </a:lnTo>
                <a:lnTo>
                  <a:pt x="3796" y="15013"/>
                </a:lnTo>
                <a:lnTo>
                  <a:pt x="4088" y="14940"/>
                </a:lnTo>
                <a:lnTo>
                  <a:pt x="4405" y="14794"/>
                </a:lnTo>
                <a:lnTo>
                  <a:pt x="4672" y="14624"/>
                </a:lnTo>
                <a:lnTo>
                  <a:pt x="4964" y="14454"/>
                </a:lnTo>
                <a:lnTo>
                  <a:pt x="5402" y="14138"/>
                </a:lnTo>
                <a:lnTo>
                  <a:pt x="5719" y="13943"/>
                </a:lnTo>
                <a:lnTo>
                  <a:pt x="6035" y="13748"/>
                </a:lnTo>
                <a:lnTo>
                  <a:pt x="6716" y="13383"/>
                </a:lnTo>
                <a:lnTo>
                  <a:pt x="7373" y="13018"/>
                </a:lnTo>
                <a:lnTo>
                  <a:pt x="7689" y="12824"/>
                </a:lnTo>
                <a:lnTo>
                  <a:pt x="8006" y="12629"/>
                </a:lnTo>
                <a:lnTo>
                  <a:pt x="8127" y="12726"/>
                </a:lnTo>
                <a:lnTo>
                  <a:pt x="8273" y="12799"/>
                </a:lnTo>
                <a:lnTo>
                  <a:pt x="8590" y="12945"/>
                </a:lnTo>
                <a:lnTo>
                  <a:pt x="9320" y="13213"/>
                </a:lnTo>
                <a:lnTo>
                  <a:pt x="9685" y="13383"/>
                </a:lnTo>
                <a:lnTo>
                  <a:pt x="10050" y="13554"/>
                </a:lnTo>
                <a:lnTo>
                  <a:pt x="10707" y="13894"/>
                </a:lnTo>
                <a:lnTo>
                  <a:pt x="11364" y="14283"/>
                </a:lnTo>
                <a:lnTo>
                  <a:pt x="11607" y="14454"/>
                </a:lnTo>
                <a:lnTo>
                  <a:pt x="11875" y="14624"/>
                </a:lnTo>
                <a:lnTo>
                  <a:pt x="12021" y="14697"/>
                </a:lnTo>
                <a:lnTo>
                  <a:pt x="12167" y="14770"/>
                </a:lnTo>
                <a:lnTo>
                  <a:pt x="12313" y="14794"/>
                </a:lnTo>
                <a:lnTo>
                  <a:pt x="12459" y="14770"/>
                </a:lnTo>
                <a:lnTo>
                  <a:pt x="12507" y="14770"/>
                </a:lnTo>
                <a:lnTo>
                  <a:pt x="12532" y="14721"/>
                </a:lnTo>
                <a:lnTo>
                  <a:pt x="12629" y="14697"/>
                </a:lnTo>
                <a:lnTo>
                  <a:pt x="12702" y="14648"/>
                </a:lnTo>
                <a:lnTo>
                  <a:pt x="12751" y="14575"/>
                </a:lnTo>
                <a:lnTo>
                  <a:pt x="12775" y="14478"/>
                </a:lnTo>
                <a:lnTo>
                  <a:pt x="12751" y="14065"/>
                </a:lnTo>
                <a:lnTo>
                  <a:pt x="12702" y="13651"/>
                </a:lnTo>
                <a:lnTo>
                  <a:pt x="12629" y="13262"/>
                </a:lnTo>
                <a:lnTo>
                  <a:pt x="12556" y="12848"/>
                </a:lnTo>
                <a:lnTo>
                  <a:pt x="12337" y="12045"/>
                </a:lnTo>
                <a:lnTo>
                  <a:pt x="12118" y="11242"/>
                </a:lnTo>
                <a:lnTo>
                  <a:pt x="11899" y="10463"/>
                </a:lnTo>
                <a:lnTo>
                  <a:pt x="11875" y="10390"/>
                </a:lnTo>
                <a:lnTo>
                  <a:pt x="11680" y="9685"/>
                </a:lnTo>
                <a:lnTo>
                  <a:pt x="11680" y="9636"/>
                </a:lnTo>
                <a:lnTo>
                  <a:pt x="11656" y="9563"/>
                </a:lnTo>
                <a:lnTo>
                  <a:pt x="11631" y="9514"/>
                </a:lnTo>
                <a:lnTo>
                  <a:pt x="11680" y="9490"/>
                </a:lnTo>
                <a:lnTo>
                  <a:pt x="11729" y="9466"/>
                </a:lnTo>
                <a:lnTo>
                  <a:pt x="11802" y="9393"/>
                </a:lnTo>
                <a:lnTo>
                  <a:pt x="11850" y="9344"/>
                </a:lnTo>
                <a:lnTo>
                  <a:pt x="12094" y="9101"/>
                </a:lnTo>
                <a:lnTo>
                  <a:pt x="12361" y="8882"/>
                </a:lnTo>
                <a:lnTo>
                  <a:pt x="12897" y="8419"/>
                </a:lnTo>
                <a:lnTo>
                  <a:pt x="13432" y="8006"/>
                </a:lnTo>
                <a:lnTo>
                  <a:pt x="13967" y="7568"/>
                </a:lnTo>
                <a:lnTo>
                  <a:pt x="14211" y="7324"/>
                </a:lnTo>
                <a:lnTo>
                  <a:pt x="14454" y="7105"/>
                </a:lnTo>
                <a:lnTo>
                  <a:pt x="14697" y="6838"/>
                </a:lnTo>
                <a:lnTo>
                  <a:pt x="14892" y="6570"/>
                </a:lnTo>
                <a:lnTo>
                  <a:pt x="15232" y="6205"/>
                </a:lnTo>
                <a:lnTo>
                  <a:pt x="15403" y="5986"/>
                </a:lnTo>
                <a:lnTo>
                  <a:pt x="15451" y="5889"/>
                </a:lnTo>
                <a:lnTo>
                  <a:pt x="15500" y="5767"/>
                </a:lnTo>
                <a:lnTo>
                  <a:pt x="15500" y="5743"/>
                </a:lnTo>
                <a:lnTo>
                  <a:pt x="15476" y="5646"/>
                </a:lnTo>
                <a:lnTo>
                  <a:pt x="15427" y="5573"/>
                </a:lnTo>
                <a:lnTo>
                  <a:pt x="15354" y="5475"/>
                </a:lnTo>
                <a:lnTo>
                  <a:pt x="15257" y="5427"/>
                </a:lnTo>
                <a:lnTo>
                  <a:pt x="15135" y="5378"/>
                </a:lnTo>
                <a:lnTo>
                  <a:pt x="15013" y="5354"/>
                </a:lnTo>
                <a:lnTo>
                  <a:pt x="14770" y="5329"/>
                </a:lnTo>
                <a:lnTo>
                  <a:pt x="14527" y="5305"/>
                </a:lnTo>
                <a:lnTo>
                  <a:pt x="13797" y="5256"/>
                </a:lnTo>
                <a:lnTo>
                  <a:pt x="13091" y="5208"/>
                </a:lnTo>
                <a:lnTo>
                  <a:pt x="12410" y="5208"/>
                </a:lnTo>
                <a:lnTo>
                  <a:pt x="11753" y="5159"/>
                </a:lnTo>
                <a:lnTo>
                  <a:pt x="11485" y="5135"/>
                </a:lnTo>
                <a:lnTo>
                  <a:pt x="11218" y="5086"/>
                </a:lnTo>
                <a:lnTo>
                  <a:pt x="10950" y="5013"/>
                </a:lnTo>
                <a:lnTo>
                  <a:pt x="10682" y="4989"/>
                </a:lnTo>
                <a:lnTo>
                  <a:pt x="10658" y="4940"/>
                </a:lnTo>
                <a:lnTo>
                  <a:pt x="10634" y="4867"/>
                </a:lnTo>
                <a:lnTo>
                  <a:pt x="10415" y="4599"/>
                </a:lnTo>
                <a:lnTo>
                  <a:pt x="10220" y="4332"/>
                </a:lnTo>
                <a:lnTo>
                  <a:pt x="10025" y="4040"/>
                </a:lnTo>
                <a:lnTo>
                  <a:pt x="9855" y="3748"/>
                </a:lnTo>
                <a:lnTo>
                  <a:pt x="9514" y="3164"/>
                </a:lnTo>
                <a:lnTo>
                  <a:pt x="9222" y="2531"/>
                </a:lnTo>
                <a:lnTo>
                  <a:pt x="8638" y="1290"/>
                </a:lnTo>
                <a:lnTo>
                  <a:pt x="8322" y="682"/>
                </a:lnTo>
                <a:lnTo>
                  <a:pt x="7981" y="73"/>
                </a:lnTo>
                <a:lnTo>
                  <a:pt x="7908" y="25"/>
                </a:lnTo>
                <a:lnTo>
                  <a:pt x="7835"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 name="Google Shape;571;p18">
            <a:extLst>
              <a:ext uri="{FF2B5EF4-FFF2-40B4-BE49-F238E27FC236}">
                <a16:creationId xmlns="" xmlns:a16="http://schemas.microsoft.com/office/drawing/2014/main" id="{38DF00E8-01BA-4A8C-AA31-D783EFE331C3}"/>
              </a:ext>
            </a:extLst>
          </p:cNvPr>
          <p:cNvSpPr/>
          <p:nvPr/>
        </p:nvSpPr>
        <p:spPr>
          <a:xfrm rot="2487273">
            <a:off x="1078044" y="1870778"/>
            <a:ext cx="241052" cy="234241"/>
          </a:xfrm>
          <a:custGeom>
            <a:avLst/>
            <a:gdLst/>
            <a:ahLst/>
            <a:cxnLst/>
            <a:rect l="l" t="t" r="r" b="b"/>
            <a:pathLst>
              <a:path w="15501" h="15063" extrusionOk="0">
                <a:moveTo>
                  <a:pt x="7957" y="925"/>
                </a:moveTo>
                <a:lnTo>
                  <a:pt x="8249" y="1533"/>
                </a:lnTo>
                <a:lnTo>
                  <a:pt x="8103" y="1606"/>
                </a:lnTo>
                <a:lnTo>
                  <a:pt x="7957" y="1704"/>
                </a:lnTo>
                <a:lnTo>
                  <a:pt x="7933" y="1752"/>
                </a:lnTo>
                <a:lnTo>
                  <a:pt x="7933" y="1339"/>
                </a:lnTo>
                <a:lnTo>
                  <a:pt x="7957" y="925"/>
                </a:lnTo>
                <a:close/>
                <a:moveTo>
                  <a:pt x="8371" y="1801"/>
                </a:moveTo>
                <a:lnTo>
                  <a:pt x="8492" y="2020"/>
                </a:lnTo>
                <a:lnTo>
                  <a:pt x="8346" y="2117"/>
                </a:lnTo>
                <a:lnTo>
                  <a:pt x="8200" y="2215"/>
                </a:lnTo>
                <a:lnTo>
                  <a:pt x="8079" y="2288"/>
                </a:lnTo>
                <a:lnTo>
                  <a:pt x="7957" y="2409"/>
                </a:lnTo>
                <a:lnTo>
                  <a:pt x="7933" y="2069"/>
                </a:lnTo>
                <a:lnTo>
                  <a:pt x="8127" y="1971"/>
                </a:lnTo>
                <a:lnTo>
                  <a:pt x="8249" y="1898"/>
                </a:lnTo>
                <a:lnTo>
                  <a:pt x="8371" y="1801"/>
                </a:lnTo>
                <a:close/>
                <a:moveTo>
                  <a:pt x="8663" y="2336"/>
                </a:moveTo>
                <a:lnTo>
                  <a:pt x="8784" y="2628"/>
                </a:lnTo>
                <a:lnTo>
                  <a:pt x="8687" y="2653"/>
                </a:lnTo>
                <a:lnTo>
                  <a:pt x="8590" y="2726"/>
                </a:lnTo>
                <a:lnTo>
                  <a:pt x="8419" y="2847"/>
                </a:lnTo>
                <a:lnTo>
                  <a:pt x="8225" y="2993"/>
                </a:lnTo>
                <a:lnTo>
                  <a:pt x="8054" y="3164"/>
                </a:lnTo>
                <a:lnTo>
                  <a:pt x="8006" y="2750"/>
                </a:lnTo>
                <a:lnTo>
                  <a:pt x="8176" y="2653"/>
                </a:lnTo>
                <a:lnTo>
                  <a:pt x="8322" y="2531"/>
                </a:lnTo>
                <a:lnTo>
                  <a:pt x="8565" y="2385"/>
                </a:lnTo>
                <a:lnTo>
                  <a:pt x="8663" y="2336"/>
                </a:lnTo>
                <a:close/>
                <a:moveTo>
                  <a:pt x="8979" y="2945"/>
                </a:moveTo>
                <a:lnTo>
                  <a:pt x="8979" y="2969"/>
                </a:lnTo>
                <a:lnTo>
                  <a:pt x="9076" y="3164"/>
                </a:lnTo>
                <a:lnTo>
                  <a:pt x="8857" y="3285"/>
                </a:lnTo>
                <a:lnTo>
                  <a:pt x="8663" y="3431"/>
                </a:lnTo>
                <a:lnTo>
                  <a:pt x="8371" y="3626"/>
                </a:lnTo>
                <a:lnTo>
                  <a:pt x="8079" y="3821"/>
                </a:lnTo>
                <a:lnTo>
                  <a:pt x="8054" y="3504"/>
                </a:lnTo>
                <a:lnTo>
                  <a:pt x="8200" y="3456"/>
                </a:lnTo>
                <a:lnTo>
                  <a:pt x="8322" y="3383"/>
                </a:lnTo>
                <a:lnTo>
                  <a:pt x="8541" y="3212"/>
                </a:lnTo>
                <a:lnTo>
                  <a:pt x="8833" y="3018"/>
                </a:lnTo>
                <a:lnTo>
                  <a:pt x="8979" y="2945"/>
                </a:lnTo>
                <a:close/>
                <a:moveTo>
                  <a:pt x="9271" y="3529"/>
                </a:moveTo>
                <a:lnTo>
                  <a:pt x="9393" y="3796"/>
                </a:lnTo>
                <a:lnTo>
                  <a:pt x="8736" y="4186"/>
                </a:lnTo>
                <a:lnTo>
                  <a:pt x="8419" y="4380"/>
                </a:lnTo>
                <a:lnTo>
                  <a:pt x="8249" y="4478"/>
                </a:lnTo>
                <a:lnTo>
                  <a:pt x="8103" y="4599"/>
                </a:lnTo>
                <a:lnTo>
                  <a:pt x="8079" y="4113"/>
                </a:lnTo>
                <a:lnTo>
                  <a:pt x="8225" y="4088"/>
                </a:lnTo>
                <a:lnTo>
                  <a:pt x="8371" y="4040"/>
                </a:lnTo>
                <a:lnTo>
                  <a:pt x="8663" y="3894"/>
                </a:lnTo>
                <a:lnTo>
                  <a:pt x="9052" y="3650"/>
                </a:lnTo>
                <a:lnTo>
                  <a:pt x="9271" y="3529"/>
                </a:lnTo>
                <a:close/>
                <a:moveTo>
                  <a:pt x="9587" y="4186"/>
                </a:moveTo>
                <a:lnTo>
                  <a:pt x="9660" y="4332"/>
                </a:lnTo>
                <a:lnTo>
                  <a:pt x="9490" y="4429"/>
                </a:lnTo>
                <a:lnTo>
                  <a:pt x="9344" y="4551"/>
                </a:lnTo>
                <a:lnTo>
                  <a:pt x="9052" y="4770"/>
                </a:lnTo>
                <a:lnTo>
                  <a:pt x="8809" y="4916"/>
                </a:lnTo>
                <a:lnTo>
                  <a:pt x="8590" y="5110"/>
                </a:lnTo>
                <a:lnTo>
                  <a:pt x="8371" y="5305"/>
                </a:lnTo>
                <a:lnTo>
                  <a:pt x="8176" y="5524"/>
                </a:lnTo>
                <a:lnTo>
                  <a:pt x="8127" y="4794"/>
                </a:lnTo>
                <a:lnTo>
                  <a:pt x="8322" y="4794"/>
                </a:lnTo>
                <a:lnTo>
                  <a:pt x="8492" y="4721"/>
                </a:lnTo>
                <a:lnTo>
                  <a:pt x="8833" y="4575"/>
                </a:lnTo>
                <a:lnTo>
                  <a:pt x="9222" y="4380"/>
                </a:lnTo>
                <a:lnTo>
                  <a:pt x="9587" y="4186"/>
                </a:lnTo>
                <a:close/>
                <a:moveTo>
                  <a:pt x="14965" y="5938"/>
                </a:moveTo>
                <a:lnTo>
                  <a:pt x="14795" y="6059"/>
                </a:lnTo>
                <a:lnTo>
                  <a:pt x="14649" y="6205"/>
                </a:lnTo>
                <a:lnTo>
                  <a:pt x="14576" y="6181"/>
                </a:lnTo>
                <a:lnTo>
                  <a:pt x="14332" y="6157"/>
                </a:lnTo>
                <a:lnTo>
                  <a:pt x="14965" y="5938"/>
                </a:lnTo>
                <a:close/>
                <a:moveTo>
                  <a:pt x="2190" y="5840"/>
                </a:moveTo>
                <a:lnTo>
                  <a:pt x="2093" y="5986"/>
                </a:lnTo>
                <a:lnTo>
                  <a:pt x="2044" y="6132"/>
                </a:lnTo>
                <a:lnTo>
                  <a:pt x="2044" y="6181"/>
                </a:lnTo>
                <a:lnTo>
                  <a:pt x="2044" y="6254"/>
                </a:lnTo>
                <a:lnTo>
                  <a:pt x="1874" y="6181"/>
                </a:lnTo>
                <a:lnTo>
                  <a:pt x="1679" y="6108"/>
                </a:lnTo>
                <a:lnTo>
                  <a:pt x="1266" y="5962"/>
                </a:lnTo>
                <a:lnTo>
                  <a:pt x="2190" y="5840"/>
                </a:lnTo>
                <a:close/>
                <a:moveTo>
                  <a:pt x="3018" y="5743"/>
                </a:moveTo>
                <a:lnTo>
                  <a:pt x="2677" y="6132"/>
                </a:lnTo>
                <a:lnTo>
                  <a:pt x="2555" y="6302"/>
                </a:lnTo>
                <a:lnTo>
                  <a:pt x="2288" y="6278"/>
                </a:lnTo>
                <a:lnTo>
                  <a:pt x="2312" y="6254"/>
                </a:lnTo>
                <a:lnTo>
                  <a:pt x="2409" y="6181"/>
                </a:lnTo>
                <a:lnTo>
                  <a:pt x="2482" y="6059"/>
                </a:lnTo>
                <a:lnTo>
                  <a:pt x="2604" y="5938"/>
                </a:lnTo>
                <a:lnTo>
                  <a:pt x="2750" y="5816"/>
                </a:lnTo>
                <a:lnTo>
                  <a:pt x="2823" y="5767"/>
                </a:lnTo>
                <a:lnTo>
                  <a:pt x="3018" y="5743"/>
                </a:lnTo>
                <a:close/>
                <a:moveTo>
                  <a:pt x="9879" y="4672"/>
                </a:moveTo>
                <a:lnTo>
                  <a:pt x="9977" y="4818"/>
                </a:lnTo>
                <a:lnTo>
                  <a:pt x="9952" y="4818"/>
                </a:lnTo>
                <a:lnTo>
                  <a:pt x="9733" y="5062"/>
                </a:lnTo>
                <a:lnTo>
                  <a:pt x="9490" y="5281"/>
                </a:lnTo>
                <a:lnTo>
                  <a:pt x="8979" y="5719"/>
                </a:lnTo>
                <a:lnTo>
                  <a:pt x="8590" y="6035"/>
                </a:lnTo>
                <a:lnTo>
                  <a:pt x="8395" y="6181"/>
                </a:lnTo>
                <a:lnTo>
                  <a:pt x="8200" y="6351"/>
                </a:lnTo>
                <a:lnTo>
                  <a:pt x="8176" y="5694"/>
                </a:lnTo>
                <a:lnTo>
                  <a:pt x="8468" y="5573"/>
                </a:lnTo>
                <a:lnTo>
                  <a:pt x="8736" y="5402"/>
                </a:lnTo>
                <a:lnTo>
                  <a:pt x="9247" y="5086"/>
                </a:lnTo>
                <a:lnTo>
                  <a:pt x="9539" y="4916"/>
                </a:lnTo>
                <a:lnTo>
                  <a:pt x="9709" y="4794"/>
                </a:lnTo>
                <a:lnTo>
                  <a:pt x="9879" y="4672"/>
                </a:lnTo>
                <a:close/>
                <a:moveTo>
                  <a:pt x="3967" y="5597"/>
                </a:moveTo>
                <a:lnTo>
                  <a:pt x="3869" y="5719"/>
                </a:lnTo>
                <a:lnTo>
                  <a:pt x="3723" y="5986"/>
                </a:lnTo>
                <a:lnTo>
                  <a:pt x="3553" y="6229"/>
                </a:lnTo>
                <a:lnTo>
                  <a:pt x="3504" y="6327"/>
                </a:lnTo>
                <a:lnTo>
                  <a:pt x="3456" y="6424"/>
                </a:lnTo>
                <a:lnTo>
                  <a:pt x="3164" y="6375"/>
                </a:lnTo>
                <a:lnTo>
                  <a:pt x="2920" y="6327"/>
                </a:lnTo>
                <a:lnTo>
                  <a:pt x="3066" y="6181"/>
                </a:lnTo>
                <a:lnTo>
                  <a:pt x="3431" y="5792"/>
                </a:lnTo>
                <a:lnTo>
                  <a:pt x="3602" y="5646"/>
                </a:lnTo>
                <a:lnTo>
                  <a:pt x="3967" y="5597"/>
                </a:lnTo>
                <a:close/>
                <a:moveTo>
                  <a:pt x="5110" y="5354"/>
                </a:moveTo>
                <a:lnTo>
                  <a:pt x="4989" y="5475"/>
                </a:lnTo>
                <a:lnTo>
                  <a:pt x="4867" y="5597"/>
                </a:lnTo>
                <a:lnTo>
                  <a:pt x="4648" y="5865"/>
                </a:lnTo>
                <a:lnTo>
                  <a:pt x="4380" y="6205"/>
                </a:lnTo>
                <a:lnTo>
                  <a:pt x="4234" y="6400"/>
                </a:lnTo>
                <a:lnTo>
                  <a:pt x="4113" y="6594"/>
                </a:lnTo>
                <a:lnTo>
                  <a:pt x="3723" y="6497"/>
                </a:lnTo>
                <a:lnTo>
                  <a:pt x="3821" y="6400"/>
                </a:lnTo>
                <a:lnTo>
                  <a:pt x="3869" y="6278"/>
                </a:lnTo>
                <a:lnTo>
                  <a:pt x="3991" y="6084"/>
                </a:lnTo>
                <a:lnTo>
                  <a:pt x="4137" y="5865"/>
                </a:lnTo>
                <a:lnTo>
                  <a:pt x="4307" y="5694"/>
                </a:lnTo>
                <a:lnTo>
                  <a:pt x="4405" y="5597"/>
                </a:lnTo>
                <a:lnTo>
                  <a:pt x="4526" y="5500"/>
                </a:lnTo>
                <a:lnTo>
                  <a:pt x="5110" y="5354"/>
                </a:lnTo>
                <a:close/>
                <a:moveTo>
                  <a:pt x="14065" y="6254"/>
                </a:moveTo>
                <a:lnTo>
                  <a:pt x="14138" y="6327"/>
                </a:lnTo>
                <a:lnTo>
                  <a:pt x="14235" y="6375"/>
                </a:lnTo>
                <a:lnTo>
                  <a:pt x="14430" y="6448"/>
                </a:lnTo>
                <a:lnTo>
                  <a:pt x="14186" y="6740"/>
                </a:lnTo>
                <a:lnTo>
                  <a:pt x="14016" y="6643"/>
                </a:lnTo>
                <a:lnTo>
                  <a:pt x="13846" y="6546"/>
                </a:lnTo>
                <a:lnTo>
                  <a:pt x="13675" y="6497"/>
                </a:lnTo>
                <a:lnTo>
                  <a:pt x="13481" y="6448"/>
                </a:lnTo>
                <a:lnTo>
                  <a:pt x="14065" y="6254"/>
                </a:lnTo>
                <a:close/>
                <a:moveTo>
                  <a:pt x="5573" y="5451"/>
                </a:moveTo>
                <a:lnTo>
                  <a:pt x="5719" y="5621"/>
                </a:lnTo>
                <a:lnTo>
                  <a:pt x="5840" y="5767"/>
                </a:lnTo>
                <a:lnTo>
                  <a:pt x="5816" y="5767"/>
                </a:lnTo>
                <a:lnTo>
                  <a:pt x="5670" y="5840"/>
                </a:lnTo>
                <a:lnTo>
                  <a:pt x="5548" y="5962"/>
                </a:lnTo>
                <a:lnTo>
                  <a:pt x="5354" y="6205"/>
                </a:lnTo>
                <a:lnTo>
                  <a:pt x="5110" y="6473"/>
                </a:lnTo>
                <a:lnTo>
                  <a:pt x="4989" y="6619"/>
                </a:lnTo>
                <a:lnTo>
                  <a:pt x="4916" y="6765"/>
                </a:lnTo>
                <a:lnTo>
                  <a:pt x="4429" y="6667"/>
                </a:lnTo>
                <a:lnTo>
                  <a:pt x="4551" y="6546"/>
                </a:lnTo>
                <a:lnTo>
                  <a:pt x="4648" y="6424"/>
                </a:lnTo>
                <a:lnTo>
                  <a:pt x="4843" y="6157"/>
                </a:lnTo>
                <a:lnTo>
                  <a:pt x="5159" y="5816"/>
                </a:lnTo>
                <a:lnTo>
                  <a:pt x="5354" y="5646"/>
                </a:lnTo>
                <a:lnTo>
                  <a:pt x="5475" y="5548"/>
                </a:lnTo>
                <a:lnTo>
                  <a:pt x="5548" y="5451"/>
                </a:lnTo>
                <a:close/>
                <a:moveTo>
                  <a:pt x="6035" y="5962"/>
                </a:moveTo>
                <a:lnTo>
                  <a:pt x="6278" y="6254"/>
                </a:lnTo>
                <a:lnTo>
                  <a:pt x="6157" y="6424"/>
                </a:lnTo>
                <a:lnTo>
                  <a:pt x="6011" y="6643"/>
                </a:lnTo>
                <a:lnTo>
                  <a:pt x="5889" y="6862"/>
                </a:lnTo>
                <a:lnTo>
                  <a:pt x="5840" y="6935"/>
                </a:lnTo>
                <a:lnTo>
                  <a:pt x="5840" y="7008"/>
                </a:lnTo>
                <a:lnTo>
                  <a:pt x="5232" y="6838"/>
                </a:lnTo>
                <a:lnTo>
                  <a:pt x="5402" y="6692"/>
                </a:lnTo>
                <a:lnTo>
                  <a:pt x="5548" y="6546"/>
                </a:lnTo>
                <a:lnTo>
                  <a:pt x="5767" y="6278"/>
                </a:lnTo>
                <a:lnTo>
                  <a:pt x="5889" y="6157"/>
                </a:lnTo>
                <a:lnTo>
                  <a:pt x="6011" y="6011"/>
                </a:lnTo>
                <a:lnTo>
                  <a:pt x="6035" y="5962"/>
                </a:lnTo>
                <a:close/>
                <a:moveTo>
                  <a:pt x="7519" y="925"/>
                </a:moveTo>
                <a:lnTo>
                  <a:pt x="7470" y="1120"/>
                </a:lnTo>
                <a:lnTo>
                  <a:pt x="7470" y="1314"/>
                </a:lnTo>
                <a:lnTo>
                  <a:pt x="7470" y="1704"/>
                </a:lnTo>
                <a:lnTo>
                  <a:pt x="7495" y="2093"/>
                </a:lnTo>
                <a:lnTo>
                  <a:pt x="7519" y="2482"/>
                </a:lnTo>
                <a:lnTo>
                  <a:pt x="7592" y="3285"/>
                </a:lnTo>
                <a:lnTo>
                  <a:pt x="7665" y="4234"/>
                </a:lnTo>
                <a:lnTo>
                  <a:pt x="7714" y="5183"/>
                </a:lnTo>
                <a:lnTo>
                  <a:pt x="7714" y="6132"/>
                </a:lnTo>
                <a:lnTo>
                  <a:pt x="7714" y="7081"/>
                </a:lnTo>
                <a:lnTo>
                  <a:pt x="7519" y="6886"/>
                </a:lnTo>
                <a:lnTo>
                  <a:pt x="7324" y="6716"/>
                </a:lnTo>
                <a:lnTo>
                  <a:pt x="7032" y="6473"/>
                </a:lnTo>
                <a:lnTo>
                  <a:pt x="6522" y="5913"/>
                </a:lnTo>
                <a:lnTo>
                  <a:pt x="5986" y="5354"/>
                </a:lnTo>
                <a:lnTo>
                  <a:pt x="5792" y="5159"/>
                </a:lnTo>
                <a:lnTo>
                  <a:pt x="5670" y="5086"/>
                </a:lnTo>
                <a:lnTo>
                  <a:pt x="5573" y="5013"/>
                </a:lnTo>
                <a:lnTo>
                  <a:pt x="5719" y="4721"/>
                </a:lnTo>
                <a:lnTo>
                  <a:pt x="5913" y="4453"/>
                </a:lnTo>
                <a:lnTo>
                  <a:pt x="6278" y="3894"/>
                </a:lnTo>
                <a:lnTo>
                  <a:pt x="6449" y="3626"/>
                </a:lnTo>
                <a:lnTo>
                  <a:pt x="6570" y="3358"/>
                </a:lnTo>
                <a:lnTo>
                  <a:pt x="6692" y="3066"/>
                </a:lnTo>
                <a:lnTo>
                  <a:pt x="6789" y="2774"/>
                </a:lnTo>
                <a:lnTo>
                  <a:pt x="6984" y="2166"/>
                </a:lnTo>
                <a:lnTo>
                  <a:pt x="7203" y="1558"/>
                </a:lnTo>
                <a:lnTo>
                  <a:pt x="7349" y="1217"/>
                </a:lnTo>
                <a:lnTo>
                  <a:pt x="7519" y="925"/>
                </a:lnTo>
                <a:close/>
                <a:moveTo>
                  <a:pt x="6497" y="6497"/>
                </a:moveTo>
                <a:lnTo>
                  <a:pt x="6522" y="6521"/>
                </a:lnTo>
                <a:lnTo>
                  <a:pt x="6716" y="6716"/>
                </a:lnTo>
                <a:lnTo>
                  <a:pt x="6643" y="6765"/>
                </a:lnTo>
                <a:lnTo>
                  <a:pt x="6595" y="6789"/>
                </a:lnTo>
                <a:lnTo>
                  <a:pt x="6497" y="6911"/>
                </a:lnTo>
                <a:lnTo>
                  <a:pt x="6400" y="7008"/>
                </a:lnTo>
                <a:lnTo>
                  <a:pt x="6327" y="7130"/>
                </a:lnTo>
                <a:lnTo>
                  <a:pt x="5986" y="7057"/>
                </a:lnTo>
                <a:lnTo>
                  <a:pt x="6059" y="7008"/>
                </a:lnTo>
                <a:lnTo>
                  <a:pt x="6132" y="6935"/>
                </a:lnTo>
                <a:lnTo>
                  <a:pt x="6254" y="6838"/>
                </a:lnTo>
                <a:lnTo>
                  <a:pt x="6497" y="6497"/>
                </a:lnTo>
                <a:close/>
                <a:moveTo>
                  <a:pt x="13286" y="6521"/>
                </a:moveTo>
                <a:lnTo>
                  <a:pt x="13627" y="6740"/>
                </a:lnTo>
                <a:lnTo>
                  <a:pt x="13967" y="6935"/>
                </a:lnTo>
                <a:lnTo>
                  <a:pt x="13870" y="7032"/>
                </a:lnTo>
                <a:lnTo>
                  <a:pt x="13724" y="7178"/>
                </a:lnTo>
                <a:lnTo>
                  <a:pt x="13578" y="7081"/>
                </a:lnTo>
                <a:lnTo>
                  <a:pt x="13456" y="7032"/>
                </a:lnTo>
                <a:lnTo>
                  <a:pt x="13164" y="6911"/>
                </a:lnTo>
                <a:lnTo>
                  <a:pt x="12897" y="6813"/>
                </a:lnTo>
                <a:lnTo>
                  <a:pt x="12653" y="6716"/>
                </a:lnTo>
                <a:lnTo>
                  <a:pt x="13286" y="6521"/>
                </a:lnTo>
                <a:close/>
                <a:moveTo>
                  <a:pt x="10171" y="5062"/>
                </a:moveTo>
                <a:lnTo>
                  <a:pt x="10220" y="5135"/>
                </a:lnTo>
                <a:lnTo>
                  <a:pt x="10196" y="5159"/>
                </a:lnTo>
                <a:lnTo>
                  <a:pt x="9587" y="5816"/>
                </a:lnTo>
                <a:lnTo>
                  <a:pt x="9003" y="6521"/>
                </a:lnTo>
                <a:lnTo>
                  <a:pt x="8809" y="6716"/>
                </a:lnTo>
                <a:lnTo>
                  <a:pt x="8590" y="6935"/>
                </a:lnTo>
                <a:lnTo>
                  <a:pt x="8371" y="7154"/>
                </a:lnTo>
                <a:lnTo>
                  <a:pt x="8152" y="7373"/>
                </a:lnTo>
                <a:lnTo>
                  <a:pt x="8200" y="6740"/>
                </a:lnTo>
                <a:lnTo>
                  <a:pt x="8444" y="6570"/>
                </a:lnTo>
                <a:lnTo>
                  <a:pt x="8663" y="6400"/>
                </a:lnTo>
                <a:lnTo>
                  <a:pt x="9101" y="6035"/>
                </a:lnTo>
                <a:lnTo>
                  <a:pt x="9660" y="5573"/>
                </a:lnTo>
                <a:lnTo>
                  <a:pt x="9928" y="5329"/>
                </a:lnTo>
                <a:lnTo>
                  <a:pt x="10171" y="5062"/>
                </a:lnTo>
                <a:close/>
                <a:moveTo>
                  <a:pt x="10488" y="5329"/>
                </a:moveTo>
                <a:lnTo>
                  <a:pt x="10731" y="5427"/>
                </a:lnTo>
                <a:lnTo>
                  <a:pt x="10999" y="5500"/>
                </a:lnTo>
                <a:lnTo>
                  <a:pt x="11510" y="5597"/>
                </a:lnTo>
                <a:lnTo>
                  <a:pt x="11850" y="5670"/>
                </a:lnTo>
                <a:lnTo>
                  <a:pt x="12167" y="5694"/>
                </a:lnTo>
                <a:lnTo>
                  <a:pt x="12824" y="5719"/>
                </a:lnTo>
                <a:lnTo>
                  <a:pt x="13529" y="5743"/>
                </a:lnTo>
                <a:lnTo>
                  <a:pt x="14235" y="5792"/>
                </a:lnTo>
                <a:lnTo>
                  <a:pt x="13505" y="6059"/>
                </a:lnTo>
                <a:lnTo>
                  <a:pt x="12799" y="6278"/>
                </a:lnTo>
                <a:lnTo>
                  <a:pt x="11339" y="6692"/>
                </a:lnTo>
                <a:lnTo>
                  <a:pt x="9612" y="7130"/>
                </a:lnTo>
                <a:lnTo>
                  <a:pt x="9149" y="7251"/>
                </a:lnTo>
                <a:lnTo>
                  <a:pt x="8663" y="7373"/>
                </a:lnTo>
                <a:lnTo>
                  <a:pt x="9101" y="6862"/>
                </a:lnTo>
                <a:lnTo>
                  <a:pt x="9758" y="6132"/>
                </a:lnTo>
                <a:lnTo>
                  <a:pt x="10098" y="5767"/>
                </a:lnTo>
                <a:lnTo>
                  <a:pt x="10439" y="5402"/>
                </a:lnTo>
                <a:lnTo>
                  <a:pt x="10488" y="5329"/>
                </a:lnTo>
                <a:close/>
                <a:moveTo>
                  <a:pt x="6862" y="6886"/>
                </a:moveTo>
                <a:lnTo>
                  <a:pt x="7349" y="7422"/>
                </a:lnTo>
                <a:lnTo>
                  <a:pt x="7349" y="7422"/>
                </a:lnTo>
                <a:lnTo>
                  <a:pt x="6570" y="7203"/>
                </a:lnTo>
                <a:lnTo>
                  <a:pt x="6668" y="7105"/>
                </a:lnTo>
                <a:lnTo>
                  <a:pt x="6765" y="7008"/>
                </a:lnTo>
                <a:lnTo>
                  <a:pt x="6862" y="6911"/>
                </a:lnTo>
                <a:lnTo>
                  <a:pt x="6862" y="6886"/>
                </a:lnTo>
                <a:close/>
                <a:moveTo>
                  <a:pt x="12386" y="6789"/>
                </a:moveTo>
                <a:lnTo>
                  <a:pt x="12483" y="6911"/>
                </a:lnTo>
                <a:lnTo>
                  <a:pt x="12629" y="7008"/>
                </a:lnTo>
                <a:lnTo>
                  <a:pt x="12775" y="7105"/>
                </a:lnTo>
                <a:lnTo>
                  <a:pt x="12921" y="7178"/>
                </a:lnTo>
                <a:lnTo>
                  <a:pt x="13432" y="7422"/>
                </a:lnTo>
                <a:lnTo>
                  <a:pt x="13140" y="7641"/>
                </a:lnTo>
                <a:lnTo>
                  <a:pt x="12970" y="7543"/>
                </a:lnTo>
                <a:lnTo>
                  <a:pt x="12799" y="7470"/>
                </a:lnTo>
                <a:lnTo>
                  <a:pt x="12483" y="7349"/>
                </a:lnTo>
                <a:lnTo>
                  <a:pt x="12045" y="7154"/>
                </a:lnTo>
                <a:lnTo>
                  <a:pt x="11826" y="7057"/>
                </a:lnTo>
                <a:lnTo>
                  <a:pt x="11607" y="7008"/>
                </a:lnTo>
                <a:lnTo>
                  <a:pt x="12386" y="6789"/>
                </a:lnTo>
                <a:close/>
                <a:moveTo>
                  <a:pt x="11461" y="7057"/>
                </a:moveTo>
                <a:lnTo>
                  <a:pt x="11534" y="7154"/>
                </a:lnTo>
                <a:lnTo>
                  <a:pt x="11631" y="7251"/>
                </a:lnTo>
                <a:lnTo>
                  <a:pt x="11850" y="7397"/>
                </a:lnTo>
                <a:lnTo>
                  <a:pt x="12069" y="7519"/>
                </a:lnTo>
                <a:lnTo>
                  <a:pt x="12313" y="7641"/>
                </a:lnTo>
                <a:lnTo>
                  <a:pt x="12532" y="7762"/>
                </a:lnTo>
                <a:lnTo>
                  <a:pt x="12799" y="7908"/>
                </a:lnTo>
                <a:lnTo>
                  <a:pt x="12483" y="8152"/>
                </a:lnTo>
                <a:lnTo>
                  <a:pt x="12410" y="8054"/>
                </a:lnTo>
                <a:lnTo>
                  <a:pt x="12337" y="7981"/>
                </a:lnTo>
                <a:lnTo>
                  <a:pt x="12240" y="7908"/>
                </a:lnTo>
                <a:lnTo>
                  <a:pt x="12118" y="7860"/>
                </a:lnTo>
                <a:lnTo>
                  <a:pt x="11875" y="7762"/>
                </a:lnTo>
                <a:lnTo>
                  <a:pt x="11656" y="7689"/>
                </a:lnTo>
                <a:lnTo>
                  <a:pt x="11145" y="7470"/>
                </a:lnTo>
                <a:lnTo>
                  <a:pt x="10901" y="7349"/>
                </a:lnTo>
                <a:lnTo>
                  <a:pt x="10634" y="7251"/>
                </a:lnTo>
                <a:lnTo>
                  <a:pt x="11437" y="7057"/>
                </a:lnTo>
                <a:close/>
                <a:moveTo>
                  <a:pt x="10439" y="7324"/>
                </a:moveTo>
                <a:lnTo>
                  <a:pt x="10512" y="7422"/>
                </a:lnTo>
                <a:lnTo>
                  <a:pt x="10609" y="7495"/>
                </a:lnTo>
                <a:lnTo>
                  <a:pt x="10828" y="7665"/>
                </a:lnTo>
                <a:lnTo>
                  <a:pt x="11047" y="7787"/>
                </a:lnTo>
                <a:lnTo>
                  <a:pt x="11291" y="7884"/>
                </a:lnTo>
                <a:lnTo>
                  <a:pt x="11996" y="8176"/>
                </a:lnTo>
                <a:lnTo>
                  <a:pt x="12167" y="8249"/>
                </a:lnTo>
                <a:lnTo>
                  <a:pt x="12215" y="8273"/>
                </a:lnTo>
                <a:lnTo>
                  <a:pt x="12288" y="8298"/>
                </a:lnTo>
                <a:lnTo>
                  <a:pt x="11996" y="8541"/>
                </a:lnTo>
                <a:lnTo>
                  <a:pt x="11972" y="8541"/>
                </a:lnTo>
                <a:lnTo>
                  <a:pt x="11583" y="8444"/>
                </a:lnTo>
                <a:lnTo>
                  <a:pt x="11218" y="8322"/>
                </a:lnTo>
                <a:lnTo>
                  <a:pt x="10853" y="8152"/>
                </a:lnTo>
                <a:lnTo>
                  <a:pt x="10512" y="7957"/>
                </a:lnTo>
                <a:lnTo>
                  <a:pt x="10098" y="7714"/>
                </a:lnTo>
                <a:lnTo>
                  <a:pt x="9879" y="7592"/>
                </a:lnTo>
                <a:lnTo>
                  <a:pt x="9660" y="7495"/>
                </a:lnTo>
                <a:lnTo>
                  <a:pt x="10439" y="7324"/>
                </a:lnTo>
                <a:close/>
                <a:moveTo>
                  <a:pt x="8225" y="8103"/>
                </a:moveTo>
                <a:lnTo>
                  <a:pt x="8638" y="8249"/>
                </a:lnTo>
                <a:lnTo>
                  <a:pt x="9028" y="8419"/>
                </a:lnTo>
                <a:lnTo>
                  <a:pt x="8930" y="8517"/>
                </a:lnTo>
                <a:lnTo>
                  <a:pt x="8784" y="8638"/>
                </a:lnTo>
                <a:lnTo>
                  <a:pt x="8711" y="8711"/>
                </a:lnTo>
                <a:lnTo>
                  <a:pt x="8687" y="8784"/>
                </a:lnTo>
                <a:lnTo>
                  <a:pt x="8225" y="8103"/>
                </a:lnTo>
                <a:close/>
                <a:moveTo>
                  <a:pt x="7689" y="8663"/>
                </a:moveTo>
                <a:lnTo>
                  <a:pt x="7714" y="9003"/>
                </a:lnTo>
                <a:lnTo>
                  <a:pt x="7689" y="9003"/>
                </a:lnTo>
                <a:lnTo>
                  <a:pt x="7519" y="8930"/>
                </a:lnTo>
                <a:lnTo>
                  <a:pt x="7665" y="8687"/>
                </a:lnTo>
                <a:lnTo>
                  <a:pt x="7689" y="8663"/>
                </a:lnTo>
                <a:close/>
                <a:moveTo>
                  <a:pt x="9344" y="7592"/>
                </a:moveTo>
                <a:lnTo>
                  <a:pt x="9612" y="7787"/>
                </a:lnTo>
                <a:lnTo>
                  <a:pt x="9904" y="7981"/>
                </a:lnTo>
                <a:lnTo>
                  <a:pt x="10463" y="8322"/>
                </a:lnTo>
                <a:lnTo>
                  <a:pt x="10755" y="8492"/>
                </a:lnTo>
                <a:lnTo>
                  <a:pt x="11047" y="8638"/>
                </a:lnTo>
                <a:lnTo>
                  <a:pt x="11364" y="8760"/>
                </a:lnTo>
                <a:lnTo>
                  <a:pt x="11680" y="8833"/>
                </a:lnTo>
                <a:lnTo>
                  <a:pt x="11510" y="9003"/>
                </a:lnTo>
                <a:lnTo>
                  <a:pt x="11485" y="9028"/>
                </a:lnTo>
                <a:lnTo>
                  <a:pt x="10463" y="8565"/>
                </a:lnTo>
                <a:lnTo>
                  <a:pt x="9952" y="8371"/>
                </a:lnTo>
                <a:lnTo>
                  <a:pt x="9417" y="8176"/>
                </a:lnTo>
                <a:lnTo>
                  <a:pt x="8979" y="7981"/>
                </a:lnTo>
                <a:lnTo>
                  <a:pt x="8736" y="7884"/>
                </a:lnTo>
                <a:lnTo>
                  <a:pt x="8468" y="7811"/>
                </a:lnTo>
                <a:lnTo>
                  <a:pt x="8906" y="7714"/>
                </a:lnTo>
                <a:lnTo>
                  <a:pt x="9344" y="7592"/>
                </a:lnTo>
                <a:close/>
                <a:moveTo>
                  <a:pt x="9368" y="8565"/>
                </a:moveTo>
                <a:lnTo>
                  <a:pt x="9733" y="8687"/>
                </a:lnTo>
                <a:lnTo>
                  <a:pt x="9660" y="8760"/>
                </a:lnTo>
                <a:lnTo>
                  <a:pt x="9198" y="9076"/>
                </a:lnTo>
                <a:lnTo>
                  <a:pt x="9101" y="9149"/>
                </a:lnTo>
                <a:lnTo>
                  <a:pt x="9003" y="9247"/>
                </a:lnTo>
                <a:lnTo>
                  <a:pt x="8760" y="8906"/>
                </a:lnTo>
                <a:lnTo>
                  <a:pt x="8784" y="8906"/>
                </a:lnTo>
                <a:lnTo>
                  <a:pt x="8930" y="8809"/>
                </a:lnTo>
                <a:lnTo>
                  <a:pt x="9052" y="8711"/>
                </a:lnTo>
                <a:lnTo>
                  <a:pt x="9174" y="8638"/>
                </a:lnTo>
                <a:lnTo>
                  <a:pt x="9344" y="8590"/>
                </a:lnTo>
                <a:lnTo>
                  <a:pt x="9368" y="8565"/>
                </a:lnTo>
                <a:close/>
                <a:moveTo>
                  <a:pt x="828" y="6181"/>
                </a:moveTo>
                <a:lnTo>
                  <a:pt x="1168" y="6302"/>
                </a:lnTo>
                <a:lnTo>
                  <a:pt x="1533" y="6400"/>
                </a:lnTo>
                <a:lnTo>
                  <a:pt x="2239" y="6546"/>
                </a:lnTo>
                <a:lnTo>
                  <a:pt x="2507" y="6570"/>
                </a:lnTo>
                <a:lnTo>
                  <a:pt x="2750" y="6594"/>
                </a:lnTo>
                <a:lnTo>
                  <a:pt x="3018" y="6619"/>
                </a:lnTo>
                <a:lnTo>
                  <a:pt x="3285" y="6643"/>
                </a:lnTo>
                <a:lnTo>
                  <a:pt x="4356" y="6911"/>
                </a:lnTo>
                <a:lnTo>
                  <a:pt x="5159" y="7081"/>
                </a:lnTo>
                <a:lnTo>
                  <a:pt x="5938" y="7300"/>
                </a:lnTo>
                <a:lnTo>
                  <a:pt x="7519" y="7762"/>
                </a:lnTo>
                <a:lnTo>
                  <a:pt x="6546" y="8273"/>
                </a:lnTo>
                <a:lnTo>
                  <a:pt x="5548" y="8736"/>
                </a:lnTo>
                <a:lnTo>
                  <a:pt x="4697" y="9076"/>
                </a:lnTo>
                <a:lnTo>
                  <a:pt x="4453" y="9198"/>
                </a:lnTo>
                <a:lnTo>
                  <a:pt x="4332" y="9271"/>
                </a:lnTo>
                <a:lnTo>
                  <a:pt x="4234" y="9368"/>
                </a:lnTo>
                <a:lnTo>
                  <a:pt x="4210" y="9320"/>
                </a:lnTo>
                <a:lnTo>
                  <a:pt x="3991" y="9003"/>
                </a:lnTo>
                <a:lnTo>
                  <a:pt x="3748" y="8687"/>
                </a:lnTo>
                <a:lnTo>
                  <a:pt x="3456" y="8395"/>
                </a:lnTo>
                <a:lnTo>
                  <a:pt x="3164" y="8127"/>
                </a:lnTo>
                <a:lnTo>
                  <a:pt x="2531" y="7616"/>
                </a:lnTo>
                <a:lnTo>
                  <a:pt x="2239" y="7373"/>
                </a:lnTo>
                <a:lnTo>
                  <a:pt x="1947" y="7105"/>
                </a:lnTo>
                <a:lnTo>
                  <a:pt x="1728" y="6911"/>
                </a:lnTo>
                <a:lnTo>
                  <a:pt x="1485" y="6716"/>
                </a:lnTo>
                <a:lnTo>
                  <a:pt x="1047" y="6375"/>
                </a:lnTo>
                <a:lnTo>
                  <a:pt x="828" y="6181"/>
                </a:lnTo>
                <a:close/>
                <a:moveTo>
                  <a:pt x="10098" y="8833"/>
                </a:moveTo>
                <a:lnTo>
                  <a:pt x="10658" y="9076"/>
                </a:lnTo>
                <a:lnTo>
                  <a:pt x="10366" y="9247"/>
                </a:lnTo>
                <a:lnTo>
                  <a:pt x="10098" y="9393"/>
                </a:lnTo>
                <a:lnTo>
                  <a:pt x="9758" y="9612"/>
                </a:lnTo>
                <a:lnTo>
                  <a:pt x="9612" y="9758"/>
                </a:lnTo>
                <a:lnTo>
                  <a:pt x="9466" y="9904"/>
                </a:lnTo>
                <a:lnTo>
                  <a:pt x="9125" y="9417"/>
                </a:lnTo>
                <a:lnTo>
                  <a:pt x="9198" y="9393"/>
                </a:lnTo>
                <a:lnTo>
                  <a:pt x="9271" y="9368"/>
                </a:lnTo>
                <a:lnTo>
                  <a:pt x="9417" y="9271"/>
                </a:lnTo>
                <a:lnTo>
                  <a:pt x="9660" y="9101"/>
                </a:lnTo>
                <a:lnTo>
                  <a:pt x="10098" y="8857"/>
                </a:lnTo>
                <a:lnTo>
                  <a:pt x="10098" y="8833"/>
                </a:lnTo>
                <a:close/>
                <a:moveTo>
                  <a:pt x="7324" y="9174"/>
                </a:moveTo>
                <a:lnTo>
                  <a:pt x="7446" y="9222"/>
                </a:lnTo>
                <a:lnTo>
                  <a:pt x="7519" y="9295"/>
                </a:lnTo>
                <a:lnTo>
                  <a:pt x="7738" y="9393"/>
                </a:lnTo>
                <a:lnTo>
                  <a:pt x="7738" y="9855"/>
                </a:lnTo>
                <a:lnTo>
                  <a:pt x="7738" y="10001"/>
                </a:lnTo>
                <a:lnTo>
                  <a:pt x="7495" y="9855"/>
                </a:lnTo>
                <a:lnTo>
                  <a:pt x="7251" y="9733"/>
                </a:lnTo>
                <a:lnTo>
                  <a:pt x="7105" y="9685"/>
                </a:lnTo>
                <a:lnTo>
                  <a:pt x="6984" y="9660"/>
                </a:lnTo>
                <a:lnTo>
                  <a:pt x="7324" y="9174"/>
                </a:lnTo>
                <a:close/>
                <a:moveTo>
                  <a:pt x="6911" y="9758"/>
                </a:moveTo>
                <a:lnTo>
                  <a:pt x="7008" y="9879"/>
                </a:lnTo>
                <a:lnTo>
                  <a:pt x="7130" y="10001"/>
                </a:lnTo>
                <a:lnTo>
                  <a:pt x="7373" y="10196"/>
                </a:lnTo>
                <a:lnTo>
                  <a:pt x="7543" y="10317"/>
                </a:lnTo>
                <a:lnTo>
                  <a:pt x="7762" y="10415"/>
                </a:lnTo>
                <a:lnTo>
                  <a:pt x="7762" y="10926"/>
                </a:lnTo>
                <a:lnTo>
                  <a:pt x="7470" y="10707"/>
                </a:lnTo>
                <a:lnTo>
                  <a:pt x="7203" y="10488"/>
                </a:lnTo>
                <a:lnTo>
                  <a:pt x="7057" y="10415"/>
                </a:lnTo>
                <a:lnTo>
                  <a:pt x="6911" y="10317"/>
                </a:lnTo>
                <a:lnTo>
                  <a:pt x="6741" y="10269"/>
                </a:lnTo>
                <a:lnTo>
                  <a:pt x="6570" y="10244"/>
                </a:lnTo>
                <a:lnTo>
                  <a:pt x="6911" y="9758"/>
                </a:lnTo>
                <a:close/>
                <a:moveTo>
                  <a:pt x="11072" y="9271"/>
                </a:moveTo>
                <a:lnTo>
                  <a:pt x="11291" y="9368"/>
                </a:lnTo>
                <a:lnTo>
                  <a:pt x="11266" y="9490"/>
                </a:lnTo>
                <a:lnTo>
                  <a:pt x="11266" y="9612"/>
                </a:lnTo>
                <a:lnTo>
                  <a:pt x="11096" y="9685"/>
                </a:lnTo>
                <a:lnTo>
                  <a:pt x="10950" y="9782"/>
                </a:lnTo>
                <a:lnTo>
                  <a:pt x="10658" y="9977"/>
                </a:lnTo>
                <a:lnTo>
                  <a:pt x="10293" y="10220"/>
                </a:lnTo>
                <a:lnTo>
                  <a:pt x="10123" y="10366"/>
                </a:lnTo>
                <a:lnTo>
                  <a:pt x="10050" y="10439"/>
                </a:lnTo>
                <a:lnTo>
                  <a:pt x="10001" y="10536"/>
                </a:lnTo>
                <a:lnTo>
                  <a:pt x="10001" y="10585"/>
                </a:lnTo>
                <a:lnTo>
                  <a:pt x="10025" y="10609"/>
                </a:lnTo>
                <a:lnTo>
                  <a:pt x="10123" y="10609"/>
                </a:lnTo>
                <a:lnTo>
                  <a:pt x="10220" y="10585"/>
                </a:lnTo>
                <a:lnTo>
                  <a:pt x="10390" y="10512"/>
                </a:lnTo>
                <a:lnTo>
                  <a:pt x="10561" y="10390"/>
                </a:lnTo>
                <a:lnTo>
                  <a:pt x="10731" y="10269"/>
                </a:lnTo>
                <a:lnTo>
                  <a:pt x="10999" y="10074"/>
                </a:lnTo>
                <a:lnTo>
                  <a:pt x="11291" y="9904"/>
                </a:lnTo>
                <a:lnTo>
                  <a:pt x="11339" y="10171"/>
                </a:lnTo>
                <a:lnTo>
                  <a:pt x="11412" y="10390"/>
                </a:lnTo>
                <a:lnTo>
                  <a:pt x="11145" y="10488"/>
                </a:lnTo>
                <a:lnTo>
                  <a:pt x="10877" y="10634"/>
                </a:lnTo>
                <a:lnTo>
                  <a:pt x="10731" y="10682"/>
                </a:lnTo>
                <a:lnTo>
                  <a:pt x="10561" y="10804"/>
                </a:lnTo>
                <a:lnTo>
                  <a:pt x="10415" y="10926"/>
                </a:lnTo>
                <a:lnTo>
                  <a:pt x="10342" y="10999"/>
                </a:lnTo>
                <a:lnTo>
                  <a:pt x="10317" y="11072"/>
                </a:lnTo>
                <a:lnTo>
                  <a:pt x="9879" y="10463"/>
                </a:lnTo>
                <a:lnTo>
                  <a:pt x="9587" y="10050"/>
                </a:lnTo>
                <a:lnTo>
                  <a:pt x="9733" y="10001"/>
                </a:lnTo>
                <a:lnTo>
                  <a:pt x="9904" y="9928"/>
                </a:lnTo>
                <a:lnTo>
                  <a:pt x="10196" y="9758"/>
                </a:lnTo>
                <a:lnTo>
                  <a:pt x="10634" y="9514"/>
                </a:lnTo>
                <a:lnTo>
                  <a:pt x="11047" y="9295"/>
                </a:lnTo>
                <a:lnTo>
                  <a:pt x="11072" y="9271"/>
                </a:lnTo>
                <a:close/>
                <a:moveTo>
                  <a:pt x="11534" y="10780"/>
                </a:moveTo>
                <a:lnTo>
                  <a:pt x="11656" y="11193"/>
                </a:lnTo>
                <a:lnTo>
                  <a:pt x="11631" y="11193"/>
                </a:lnTo>
                <a:lnTo>
                  <a:pt x="11437" y="11364"/>
                </a:lnTo>
                <a:lnTo>
                  <a:pt x="11218" y="11510"/>
                </a:lnTo>
                <a:lnTo>
                  <a:pt x="11023" y="11631"/>
                </a:lnTo>
                <a:lnTo>
                  <a:pt x="10828" y="11753"/>
                </a:lnTo>
                <a:lnTo>
                  <a:pt x="10804" y="11777"/>
                </a:lnTo>
                <a:lnTo>
                  <a:pt x="10439" y="11242"/>
                </a:lnTo>
                <a:lnTo>
                  <a:pt x="10512" y="11242"/>
                </a:lnTo>
                <a:lnTo>
                  <a:pt x="10585" y="11218"/>
                </a:lnTo>
                <a:lnTo>
                  <a:pt x="10731" y="11145"/>
                </a:lnTo>
                <a:lnTo>
                  <a:pt x="10999" y="10974"/>
                </a:lnTo>
                <a:lnTo>
                  <a:pt x="11534" y="10780"/>
                </a:lnTo>
                <a:close/>
                <a:moveTo>
                  <a:pt x="6522" y="10342"/>
                </a:moveTo>
                <a:lnTo>
                  <a:pt x="6668" y="10439"/>
                </a:lnTo>
                <a:lnTo>
                  <a:pt x="6838" y="10561"/>
                </a:lnTo>
                <a:lnTo>
                  <a:pt x="7105" y="10853"/>
                </a:lnTo>
                <a:lnTo>
                  <a:pt x="7251" y="10999"/>
                </a:lnTo>
                <a:lnTo>
                  <a:pt x="7397" y="11120"/>
                </a:lnTo>
                <a:lnTo>
                  <a:pt x="7568" y="11218"/>
                </a:lnTo>
                <a:lnTo>
                  <a:pt x="7738" y="11291"/>
                </a:lnTo>
                <a:lnTo>
                  <a:pt x="7762" y="11291"/>
                </a:lnTo>
                <a:lnTo>
                  <a:pt x="7762" y="12021"/>
                </a:lnTo>
                <a:lnTo>
                  <a:pt x="7665" y="11948"/>
                </a:lnTo>
                <a:lnTo>
                  <a:pt x="7568" y="11875"/>
                </a:lnTo>
                <a:lnTo>
                  <a:pt x="7397" y="11704"/>
                </a:lnTo>
                <a:lnTo>
                  <a:pt x="7057" y="11364"/>
                </a:lnTo>
                <a:lnTo>
                  <a:pt x="6862" y="11193"/>
                </a:lnTo>
                <a:lnTo>
                  <a:pt x="6619" y="11072"/>
                </a:lnTo>
                <a:lnTo>
                  <a:pt x="6376" y="10999"/>
                </a:lnTo>
                <a:lnTo>
                  <a:pt x="6132" y="10926"/>
                </a:lnTo>
                <a:lnTo>
                  <a:pt x="6522" y="10342"/>
                </a:lnTo>
                <a:close/>
                <a:moveTo>
                  <a:pt x="11753" y="11510"/>
                </a:moveTo>
                <a:lnTo>
                  <a:pt x="11826" y="11802"/>
                </a:lnTo>
                <a:lnTo>
                  <a:pt x="11704" y="11826"/>
                </a:lnTo>
                <a:lnTo>
                  <a:pt x="11607" y="11899"/>
                </a:lnTo>
                <a:lnTo>
                  <a:pt x="11412" y="12021"/>
                </a:lnTo>
                <a:lnTo>
                  <a:pt x="11291" y="12167"/>
                </a:lnTo>
                <a:lnTo>
                  <a:pt x="11218" y="12240"/>
                </a:lnTo>
                <a:lnTo>
                  <a:pt x="11193" y="12313"/>
                </a:lnTo>
                <a:lnTo>
                  <a:pt x="10901" y="11899"/>
                </a:lnTo>
                <a:lnTo>
                  <a:pt x="11120" y="11850"/>
                </a:lnTo>
                <a:lnTo>
                  <a:pt x="11339" y="11777"/>
                </a:lnTo>
                <a:lnTo>
                  <a:pt x="11558" y="11656"/>
                </a:lnTo>
                <a:lnTo>
                  <a:pt x="11753" y="11510"/>
                </a:lnTo>
                <a:close/>
                <a:moveTo>
                  <a:pt x="6059" y="11047"/>
                </a:moveTo>
                <a:lnTo>
                  <a:pt x="6303" y="11218"/>
                </a:lnTo>
                <a:lnTo>
                  <a:pt x="6546" y="11388"/>
                </a:lnTo>
                <a:lnTo>
                  <a:pt x="6789" y="11583"/>
                </a:lnTo>
                <a:lnTo>
                  <a:pt x="6984" y="11802"/>
                </a:lnTo>
                <a:lnTo>
                  <a:pt x="7251" y="12069"/>
                </a:lnTo>
                <a:lnTo>
                  <a:pt x="7397" y="12215"/>
                </a:lnTo>
                <a:lnTo>
                  <a:pt x="7543" y="12313"/>
                </a:lnTo>
                <a:lnTo>
                  <a:pt x="7276" y="12459"/>
                </a:lnTo>
                <a:lnTo>
                  <a:pt x="7154" y="12386"/>
                </a:lnTo>
                <a:lnTo>
                  <a:pt x="7008" y="12337"/>
                </a:lnTo>
                <a:lnTo>
                  <a:pt x="6765" y="12215"/>
                </a:lnTo>
                <a:lnTo>
                  <a:pt x="6522" y="12069"/>
                </a:lnTo>
                <a:lnTo>
                  <a:pt x="6327" y="11948"/>
                </a:lnTo>
                <a:lnTo>
                  <a:pt x="6157" y="11802"/>
                </a:lnTo>
                <a:lnTo>
                  <a:pt x="5962" y="11656"/>
                </a:lnTo>
                <a:lnTo>
                  <a:pt x="5767" y="11534"/>
                </a:lnTo>
                <a:lnTo>
                  <a:pt x="6059" y="11047"/>
                </a:lnTo>
                <a:close/>
                <a:moveTo>
                  <a:pt x="5670" y="11680"/>
                </a:moveTo>
                <a:lnTo>
                  <a:pt x="5719" y="11777"/>
                </a:lnTo>
                <a:lnTo>
                  <a:pt x="5792" y="11850"/>
                </a:lnTo>
                <a:lnTo>
                  <a:pt x="5938" y="12021"/>
                </a:lnTo>
                <a:lnTo>
                  <a:pt x="6108" y="12167"/>
                </a:lnTo>
                <a:lnTo>
                  <a:pt x="6278" y="12288"/>
                </a:lnTo>
                <a:lnTo>
                  <a:pt x="6546" y="12483"/>
                </a:lnTo>
                <a:lnTo>
                  <a:pt x="6716" y="12580"/>
                </a:lnTo>
                <a:lnTo>
                  <a:pt x="6887" y="12678"/>
                </a:lnTo>
                <a:lnTo>
                  <a:pt x="6522" y="12848"/>
                </a:lnTo>
                <a:lnTo>
                  <a:pt x="6230" y="12653"/>
                </a:lnTo>
                <a:lnTo>
                  <a:pt x="5938" y="12434"/>
                </a:lnTo>
                <a:lnTo>
                  <a:pt x="5694" y="12215"/>
                </a:lnTo>
                <a:lnTo>
                  <a:pt x="5475" y="12021"/>
                </a:lnTo>
                <a:lnTo>
                  <a:pt x="5621" y="11777"/>
                </a:lnTo>
                <a:lnTo>
                  <a:pt x="5670" y="11680"/>
                </a:lnTo>
                <a:close/>
                <a:moveTo>
                  <a:pt x="11899" y="12094"/>
                </a:moveTo>
                <a:lnTo>
                  <a:pt x="12021" y="12605"/>
                </a:lnTo>
                <a:lnTo>
                  <a:pt x="11899" y="12726"/>
                </a:lnTo>
                <a:lnTo>
                  <a:pt x="11777" y="12848"/>
                </a:lnTo>
                <a:lnTo>
                  <a:pt x="11729" y="12921"/>
                </a:lnTo>
                <a:lnTo>
                  <a:pt x="11680" y="12994"/>
                </a:lnTo>
                <a:lnTo>
                  <a:pt x="11680" y="13018"/>
                </a:lnTo>
                <a:lnTo>
                  <a:pt x="11266" y="12434"/>
                </a:lnTo>
                <a:lnTo>
                  <a:pt x="11412" y="12386"/>
                </a:lnTo>
                <a:lnTo>
                  <a:pt x="11558" y="12313"/>
                </a:lnTo>
                <a:lnTo>
                  <a:pt x="11729" y="12215"/>
                </a:lnTo>
                <a:lnTo>
                  <a:pt x="11899" y="12094"/>
                </a:lnTo>
                <a:close/>
                <a:moveTo>
                  <a:pt x="5329" y="12240"/>
                </a:moveTo>
                <a:lnTo>
                  <a:pt x="5402" y="12361"/>
                </a:lnTo>
                <a:lnTo>
                  <a:pt x="5500" y="12483"/>
                </a:lnTo>
                <a:lnTo>
                  <a:pt x="5670" y="12678"/>
                </a:lnTo>
                <a:lnTo>
                  <a:pt x="5913" y="12897"/>
                </a:lnTo>
                <a:lnTo>
                  <a:pt x="6157" y="13067"/>
                </a:lnTo>
                <a:lnTo>
                  <a:pt x="5743" y="13335"/>
                </a:lnTo>
                <a:lnTo>
                  <a:pt x="5646" y="13310"/>
                </a:lnTo>
                <a:lnTo>
                  <a:pt x="5475" y="13237"/>
                </a:lnTo>
                <a:lnTo>
                  <a:pt x="5305" y="13164"/>
                </a:lnTo>
                <a:lnTo>
                  <a:pt x="5135" y="13043"/>
                </a:lnTo>
                <a:lnTo>
                  <a:pt x="4940" y="12970"/>
                </a:lnTo>
                <a:lnTo>
                  <a:pt x="4891" y="12945"/>
                </a:lnTo>
                <a:lnTo>
                  <a:pt x="5110" y="12605"/>
                </a:lnTo>
                <a:lnTo>
                  <a:pt x="5329" y="12240"/>
                </a:lnTo>
                <a:close/>
                <a:moveTo>
                  <a:pt x="12094" y="13043"/>
                </a:moveTo>
                <a:lnTo>
                  <a:pt x="12215" y="13748"/>
                </a:lnTo>
                <a:lnTo>
                  <a:pt x="11802" y="13189"/>
                </a:lnTo>
                <a:lnTo>
                  <a:pt x="11850" y="13189"/>
                </a:lnTo>
                <a:lnTo>
                  <a:pt x="11923" y="13164"/>
                </a:lnTo>
                <a:lnTo>
                  <a:pt x="11972" y="13140"/>
                </a:lnTo>
                <a:lnTo>
                  <a:pt x="12094" y="13043"/>
                </a:lnTo>
                <a:close/>
                <a:moveTo>
                  <a:pt x="4745" y="13140"/>
                </a:moveTo>
                <a:lnTo>
                  <a:pt x="4891" y="13310"/>
                </a:lnTo>
                <a:lnTo>
                  <a:pt x="5062" y="13456"/>
                </a:lnTo>
                <a:lnTo>
                  <a:pt x="5305" y="13602"/>
                </a:lnTo>
                <a:lnTo>
                  <a:pt x="4964" y="13846"/>
                </a:lnTo>
                <a:lnTo>
                  <a:pt x="4891" y="13773"/>
                </a:lnTo>
                <a:lnTo>
                  <a:pt x="4818" y="13700"/>
                </a:lnTo>
                <a:lnTo>
                  <a:pt x="4648" y="13627"/>
                </a:lnTo>
                <a:lnTo>
                  <a:pt x="4551" y="13554"/>
                </a:lnTo>
                <a:lnTo>
                  <a:pt x="4405" y="13529"/>
                </a:lnTo>
                <a:lnTo>
                  <a:pt x="4575" y="13335"/>
                </a:lnTo>
                <a:lnTo>
                  <a:pt x="4745" y="13140"/>
                </a:lnTo>
                <a:close/>
                <a:moveTo>
                  <a:pt x="8200" y="8833"/>
                </a:moveTo>
                <a:lnTo>
                  <a:pt x="8371" y="9076"/>
                </a:lnTo>
                <a:lnTo>
                  <a:pt x="8663" y="9514"/>
                </a:lnTo>
                <a:lnTo>
                  <a:pt x="8979" y="9928"/>
                </a:lnTo>
                <a:lnTo>
                  <a:pt x="9587" y="10780"/>
                </a:lnTo>
                <a:lnTo>
                  <a:pt x="10171" y="11583"/>
                </a:lnTo>
                <a:lnTo>
                  <a:pt x="10731" y="12410"/>
                </a:lnTo>
                <a:lnTo>
                  <a:pt x="11291" y="13213"/>
                </a:lnTo>
                <a:lnTo>
                  <a:pt x="11850" y="13992"/>
                </a:lnTo>
                <a:lnTo>
                  <a:pt x="11729" y="13943"/>
                </a:lnTo>
                <a:lnTo>
                  <a:pt x="11072" y="13554"/>
                </a:lnTo>
                <a:lnTo>
                  <a:pt x="10415" y="13189"/>
                </a:lnTo>
                <a:lnTo>
                  <a:pt x="9831" y="12921"/>
                </a:lnTo>
                <a:lnTo>
                  <a:pt x="9539" y="12799"/>
                </a:lnTo>
                <a:lnTo>
                  <a:pt x="9222" y="12678"/>
                </a:lnTo>
                <a:lnTo>
                  <a:pt x="8760" y="12507"/>
                </a:lnTo>
                <a:lnTo>
                  <a:pt x="8517" y="12410"/>
                </a:lnTo>
                <a:lnTo>
                  <a:pt x="8273" y="12337"/>
                </a:lnTo>
                <a:lnTo>
                  <a:pt x="8273" y="12288"/>
                </a:lnTo>
                <a:lnTo>
                  <a:pt x="8322" y="11996"/>
                </a:lnTo>
                <a:lnTo>
                  <a:pt x="8346" y="11680"/>
                </a:lnTo>
                <a:lnTo>
                  <a:pt x="8346" y="11388"/>
                </a:lnTo>
                <a:lnTo>
                  <a:pt x="8322" y="11072"/>
                </a:lnTo>
                <a:lnTo>
                  <a:pt x="8273" y="10463"/>
                </a:lnTo>
                <a:lnTo>
                  <a:pt x="8225" y="9855"/>
                </a:lnTo>
                <a:lnTo>
                  <a:pt x="8200" y="8833"/>
                </a:lnTo>
                <a:close/>
                <a:moveTo>
                  <a:pt x="7324" y="8346"/>
                </a:moveTo>
                <a:lnTo>
                  <a:pt x="6935" y="8906"/>
                </a:lnTo>
                <a:lnTo>
                  <a:pt x="6570" y="9441"/>
                </a:lnTo>
                <a:lnTo>
                  <a:pt x="5962" y="10439"/>
                </a:lnTo>
                <a:lnTo>
                  <a:pt x="5354" y="11437"/>
                </a:lnTo>
                <a:lnTo>
                  <a:pt x="4818" y="12386"/>
                </a:lnTo>
                <a:lnTo>
                  <a:pt x="4502" y="12848"/>
                </a:lnTo>
                <a:lnTo>
                  <a:pt x="4356" y="13067"/>
                </a:lnTo>
                <a:lnTo>
                  <a:pt x="4161" y="13286"/>
                </a:lnTo>
                <a:lnTo>
                  <a:pt x="3967" y="13529"/>
                </a:lnTo>
                <a:lnTo>
                  <a:pt x="3796" y="13773"/>
                </a:lnTo>
                <a:lnTo>
                  <a:pt x="3650" y="14040"/>
                </a:lnTo>
                <a:lnTo>
                  <a:pt x="3504" y="14308"/>
                </a:lnTo>
                <a:lnTo>
                  <a:pt x="3577" y="13578"/>
                </a:lnTo>
                <a:lnTo>
                  <a:pt x="3699" y="12897"/>
                </a:lnTo>
                <a:lnTo>
                  <a:pt x="3821" y="12215"/>
                </a:lnTo>
                <a:lnTo>
                  <a:pt x="3967" y="11558"/>
                </a:lnTo>
                <a:lnTo>
                  <a:pt x="4113" y="10926"/>
                </a:lnTo>
                <a:lnTo>
                  <a:pt x="4234" y="10269"/>
                </a:lnTo>
                <a:lnTo>
                  <a:pt x="4332" y="9612"/>
                </a:lnTo>
                <a:lnTo>
                  <a:pt x="4307" y="9539"/>
                </a:lnTo>
                <a:lnTo>
                  <a:pt x="4453" y="9587"/>
                </a:lnTo>
                <a:lnTo>
                  <a:pt x="4624" y="9563"/>
                </a:lnTo>
                <a:lnTo>
                  <a:pt x="4818" y="9514"/>
                </a:lnTo>
                <a:lnTo>
                  <a:pt x="5013" y="9441"/>
                </a:lnTo>
                <a:lnTo>
                  <a:pt x="5354" y="9271"/>
                </a:lnTo>
                <a:lnTo>
                  <a:pt x="5646" y="9149"/>
                </a:lnTo>
                <a:lnTo>
                  <a:pt x="6497" y="8760"/>
                </a:lnTo>
                <a:lnTo>
                  <a:pt x="7324" y="8346"/>
                </a:lnTo>
                <a:close/>
                <a:moveTo>
                  <a:pt x="4234" y="13700"/>
                </a:moveTo>
                <a:lnTo>
                  <a:pt x="4307" y="13773"/>
                </a:lnTo>
                <a:lnTo>
                  <a:pt x="4380" y="13821"/>
                </a:lnTo>
                <a:lnTo>
                  <a:pt x="4551" y="13943"/>
                </a:lnTo>
                <a:lnTo>
                  <a:pt x="4697" y="14016"/>
                </a:lnTo>
                <a:lnTo>
                  <a:pt x="4307" y="14259"/>
                </a:lnTo>
                <a:lnTo>
                  <a:pt x="4161" y="14332"/>
                </a:lnTo>
                <a:lnTo>
                  <a:pt x="3991" y="14405"/>
                </a:lnTo>
                <a:lnTo>
                  <a:pt x="3650" y="14502"/>
                </a:lnTo>
                <a:lnTo>
                  <a:pt x="3748" y="14429"/>
                </a:lnTo>
                <a:lnTo>
                  <a:pt x="3821" y="14332"/>
                </a:lnTo>
                <a:lnTo>
                  <a:pt x="3967" y="14113"/>
                </a:lnTo>
                <a:lnTo>
                  <a:pt x="4113" y="13894"/>
                </a:lnTo>
                <a:lnTo>
                  <a:pt x="4234" y="13700"/>
                </a:lnTo>
                <a:close/>
                <a:moveTo>
                  <a:pt x="7835" y="0"/>
                </a:moveTo>
                <a:lnTo>
                  <a:pt x="7762" y="25"/>
                </a:lnTo>
                <a:lnTo>
                  <a:pt x="7689" y="73"/>
                </a:lnTo>
                <a:lnTo>
                  <a:pt x="7641" y="73"/>
                </a:lnTo>
                <a:lnTo>
                  <a:pt x="7495" y="146"/>
                </a:lnTo>
                <a:lnTo>
                  <a:pt x="7373" y="244"/>
                </a:lnTo>
                <a:lnTo>
                  <a:pt x="7276" y="341"/>
                </a:lnTo>
                <a:lnTo>
                  <a:pt x="7178" y="463"/>
                </a:lnTo>
                <a:lnTo>
                  <a:pt x="6984" y="730"/>
                </a:lnTo>
                <a:lnTo>
                  <a:pt x="6838" y="1047"/>
                </a:lnTo>
                <a:lnTo>
                  <a:pt x="6716" y="1387"/>
                </a:lnTo>
                <a:lnTo>
                  <a:pt x="6619" y="1704"/>
                </a:lnTo>
                <a:lnTo>
                  <a:pt x="6449" y="2288"/>
                </a:lnTo>
                <a:lnTo>
                  <a:pt x="6230" y="2920"/>
                </a:lnTo>
                <a:lnTo>
                  <a:pt x="6108" y="3237"/>
                </a:lnTo>
                <a:lnTo>
                  <a:pt x="5962" y="3529"/>
                </a:lnTo>
                <a:lnTo>
                  <a:pt x="5767" y="3845"/>
                </a:lnTo>
                <a:lnTo>
                  <a:pt x="5548" y="4161"/>
                </a:lnTo>
                <a:lnTo>
                  <a:pt x="5378" y="4478"/>
                </a:lnTo>
                <a:lnTo>
                  <a:pt x="5281" y="4648"/>
                </a:lnTo>
                <a:lnTo>
                  <a:pt x="5208" y="4818"/>
                </a:lnTo>
                <a:lnTo>
                  <a:pt x="4891" y="4916"/>
                </a:lnTo>
                <a:lnTo>
                  <a:pt x="4575" y="4989"/>
                </a:lnTo>
                <a:lnTo>
                  <a:pt x="3918" y="5110"/>
                </a:lnTo>
                <a:lnTo>
                  <a:pt x="2580" y="5305"/>
                </a:lnTo>
                <a:lnTo>
                  <a:pt x="1801" y="5402"/>
                </a:lnTo>
                <a:lnTo>
                  <a:pt x="998" y="5500"/>
                </a:lnTo>
                <a:lnTo>
                  <a:pt x="755" y="5524"/>
                </a:lnTo>
                <a:lnTo>
                  <a:pt x="511" y="5524"/>
                </a:lnTo>
                <a:lnTo>
                  <a:pt x="244" y="5548"/>
                </a:lnTo>
                <a:lnTo>
                  <a:pt x="146" y="5597"/>
                </a:lnTo>
                <a:lnTo>
                  <a:pt x="49" y="5646"/>
                </a:lnTo>
                <a:lnTo>
                  <a:pt x="0" y="5719"/>
                </a:lnTo>
                <a:lnTo>
                  <a:pt x="0" y="5792"/>
                </a:lnTo>
                <a:lnTo>
                  <a:pt x="0" y="5865"/>
                </a:lnTo>
                <a:lnTo>
                  <a:pt x="0" y="5962"/>
                </a:lnTo>
                <a:lnTo>
                  <a:pt x="49" y="6035"/>
                </a:lnTo>
                <a:lnTo>
                  <a:pt x="146" y="6229"/>
                </a:lnTo>
                <a:lnTo>
                  <a:pt x="292" y="6375"/>
                </a:lnTo>
                <a:lnTo>
                  <a:pt x="438" y="6497"/>
                </a:lnTo>
                <a:lnTo>
                  <a:pt x="682" y="6716"/>
                </a:lnTo>
                <a:lnTo>
                  <a:pt x="925" y="6935"/>
                </a:lnTo>
                <a:lnTo>
                  <a:pt x="1460" y="7349"/>
                </a:lnTo>
                <a:lnTo>
                  <a:pt x="1971" y="7811"/>
                </a:lnTo>
                <a:lnTo>
                  <a:pt x="2507" y="8273"/>
                </a:lnTo>
                <a:lnTo>
                  <a:pt x="2847" y="8565"/>
                </a:lnTo>
                <a:lnTo>
                  <a:pt x="3188" y="8882"/>
                </a:lnTo>
                <a:lnTo>
                  <a:pt x="3504" y="9222"/>
                </a:lnTo>
                <a:lnTo>
                  <a:pt x="3650" y="9417"/>
                </a:lnTo>
                <a:lnTo>
                  <a:pt x="3772" y="9612"/>
                </a:lnTo>
                <a:lnTo>
                  <a:pt x="3821" y="9685"/>
                </a:lnTo>
                <a:lnTo>
                  <a:pt x="3918" y="9709"/>
                </a:lnTo>
                <a:lnTo>
                  <a:pt x="3748" y="10342"/>
                </a:lnTo>
                <a:lnTo>
                  <a:pt x="3602" y="10974"/>
                </a:lnTo>
                <a:lnTo>
                  <a:pt x="3334" y="12264"/>
                </a:lnTo>
                <a:lnTo>
                  <a:pt x="3212" y="12872"/>
                </a:lnTo>
                <a:lnTo>
                  <a:pt x="3091" y="13529"/>
                </a:lnTo>
                <a:lnTo>
                  <a:pt x="3042" y="13870"/>
                </a:lnTo>
                <a:lnTo>
                  <a:pt x="2993" y="14186"/>
                </a:lnTo>
                <a:lnTo>
                  <a:pt x="2993" y="14502"/>
                </a:lnTo>
                <a:lnTo>
                  <a:pt x="3018" y="14819"/>
                </a:lnTo>
                <a:lnTo>
                  <a:pt x="3042" y="14916"/>
                </a:lnTo>
                <a:lnTo>
                  <a:pt x="3091" y="14965"/>
                </a:lnTo>
                <a:lnTo>
                  <a:pt x="3188" y="15013"/>
                </a:lnTo>
                <a:lnTo>
                  <a:pt x="3261" y="15013"/>
                </a:lnTo>
                <a:lnTo>
                  <a:pt x="3383" y="15038"/>
                </a:lnTo>
                <a:lnTo>
                  <a:pt x="3529" y="15062"/>
                </a:lnTo>
                <a:lnTo>
                  <a:pt x="3675" y="15038"/>
                </a:lnTo>
                <a:lnTo>
                  <a:pt x="3796" y="15013"/>
                </a:lnTo>
                <a:lnTo>
                  <a:pt x="4088" y="14940"/>
                </a:lnTo>
                <a:lnTo>
                  <a:pt x="4405" y="14794"/>
                </a:lnTo>
                <a:lnTo>
                  <a:pt x="4672" y="14624"/>
                </a:lnTo>
                <a:lnTo>
                  <a:pt x="4964" y="14454"/>
                </a:lnTo>
                <a:lnTo>
                  <a:pt x="5402" y="14138"/>
                </a:lnTo>
                <a:lnTo>
                  <a:pt x="5719" y="13943"/>
                </a:lnTo>
                <a:lnTo>
                  <a:pt x="6035" y="13748"/>
                </a:lnTo>
                <a:lnTo>
                  <a:pt x="6716" y="13383"/>
                </a:lnTo>
                <a:lnTo>
                  <a:pt x="7373" y="13018"/>
                </a:lnTo>
                <a:lnTo>
                  <a:pt x="7689" y="12824"/>
                </a:lnTo>
                <a:lnTo>
                  <a:pt x="8006" y="12629"/>
                </a:lnTo>
                <a:lnTo>
                  <a:pt x="8127" y="12726"/>
                </a:lnTo>
                <a:lnTo>
                  <a:pt x="8273" y="12799"/>
                </a:lnTo>
                <a:lnTo>
                  <a:pt x="8590" y="12945"/>
                </a:lnTo>
                <a:lnTo>
                  <a:pt x="9320" y="13213"/>
                </a:lnTo>
                <a:lnTo>
                  <a:pt x="9685" y="13383"/>
                </a:lnTo>
                <a:lnTo>
                  <a:pt x="10050" y="13554"/>
                </a:lnTo>
                <a:lnTo>
                  <a:pt x="10707" y="13894"/>
                </a:lnTo>
                <a:lnTo>
                  <a:pt x="11364" y="14283"/>
                </a:lnTo>
                <a:lnTo>
                  <a:pt x="11607" y="14454"/>
                </a:lnTo>
                <a:lnTo>
                  <a:pt x="11875" y="14624"/>
                </a:lnTo>
                <a:lnTo>
                  <a:pt x="12021" y="14697"/>
                </a:lnTo>
                <a:lnTo>
                  <a:pt x="12167" y="14770"/>
                </a:lnTo>
                <a:lnTo>
                  <a:pt x="12313" y="14794"/>
                </a:lnTo>
                <a:lnTo>
                  <a:pt x="12459" y="14770"/>
                </a:lnTo>
                <a:lnTo>
                  <a:pt x="12507" y="14770"/>
                </a:lnTo>
                <a:lnTo>
                  <a:pt x="12532" y="14721"/>
                </a:lnTo>
                <a:lnTo>
                  <a:pt x="12629" y="14697"/>
                </a:lnTo>
                <a:lnTo>
                  <a:pt x="12702" y="14648"/>
                </a:lnTo>
                <a:lnTo>
                  <a:pt x="12751" y="14575"/>
                </a:lnTo>
                <a:lnTo>
                  <a:pt x="12775" y="14478"/>
                </a:lnTo>
                <a:lnTo>
                  <a:pt x="12751" y="14065"/>
                </a:lnTo>
                <a:lnTo>
                  <a:pt x="12702" y="13651"/>
                </a:lnTo>
                <a:lnTo>
                  <a:pt x="12629" y="13262"/>
                </a:lnTo>
                <a:lnTo>
                  <a:pt x="12556" y="12848"/>
                </a:lnTo>
                <a:lnTo>
                  <a:pt x="12337" y="12045"/>
                </a:lnTo>
                <a:lnTo>
                  <a:pt x="12118" y="11242"/>
                </a:lnTo>
                <a:lnTo>
                  <a:pt x="11899" y="10463"/>
                </a:lnTo>
                <a:lnTo>
                  <a:pt x="11875" y="10390"/>
                </a:lnTo>
                <a:lnTo>
                  <a:pt x="11680" y="9685"/>
                </a:lnTo>
                <a:lnTo>
                  <a:pt x="11680" y="9636"/>
                </a:lnTo>
                <a:lnTo>
                  <a:pt x="11656" y="9563"/>
                </a:lnTo>
                <a:lnTo>
                  <a:pt x="11631" y="9514"/>
                </a:lnTo>
                <a:lnTo>
                  <a:pt x="11680" y="9490"/>
                </a:lnTo>
                <a:lnTo>
                  <a:pt x="11729" y="9466"/>
                </a:lnTo>
                <a:lnTo>
                  <a:pt x="11802" y="9393"/>
                </a:lnTo>
                <a:lnTo>
                  <a:pt x="11850" y="9344"/>
                </a:lnTo>
                <a:lnTo>
                  <a:pt x="12094" y="9101"/>
                </a:lnTo>
                <a:lnTo>
                  <a:pt x="12361" y="8882"/>
                </a:lnTo>
                <a:lnTo>
                  <a:pt x="12897" y="8419"/>
                </a:lnTo>
                <a:lnTo>
                  <a:pt x="13432" y="8006"/>
                </a:lnTo>
                <a:lnTo>
                  <a:pt x="13967" y="7568"/>
                </a:lnTo>
                <a:lnTo>
                  <a:pt x="14211" y="7324"/>
                </a:lnTo>
                <a:lnTo>
                  <a:pt x="14454" y="7105"/>
                </a:lnTo>
                <a:lnTo>
                  <a:pt x="14697" y="6838"/>
                </a:lnTo>
                <a:lnTo>
                  <a:pt x="14892" y="6570"/>
                </a:lnTo>
                <a:lnTo>
                  <a:pt x="15232" y="6205"/>
                </a:lnTo>
                <a:lnTo>
                  <a:pt x="15403" y="5986"/>
                </a:lnTo>
                <a:lnTo>
                  <a:pt x="15451" y="5889"/>
                </a:lnTo>
                <a:lnTo>
                  <a:pt x="15500" y="5767"/>
                </a:lnTo>
                <a:lnTo>
                  <a:pt x="15500" y="5743"/>
                </a:lnTo>
                <a:lnTo>
                  <a:pt x="15476" y="5646"/>
                </a:lnTo>
                <a:lnTo>
                  <a:pt x="15427" y="5573"/>
                </a:lnTo>
                <a:lnTo>
                  <a:pt x="15354" y="5475"/>
                </a:lnTo>
                <a:lnTo>
                  <a:pt x="15257" y="5427"/>
                </a:lnTo>
                <a:lnTo>
                  <a:pt x="15135" y="5378"/>
                </a:lnTo>
                <a:lnTo>
                  <a:pt x="15013" y="5354"/>
                </a:lnTo>
                <a:lnTo>
                  <a:pt x="14770" y="5329"/>
                </a:lnTo>
                <a:lnTo>
                  <a:pt x="14527" y="5305"/>
                </a:lnTo>
                <a:lnTo>
                  <a:pt x="13797" y="5256"/>
                </a:lnTo>
                <a:lnTo>
                  <a:pt x="13091" y="5208"/>
                </a:lnTo>
                <a:lnTo>
                  <a:pt x="12410" y="5208"/>
                </a:lnTo>
                <a:lnTo>
                  <a:pt x="11753" y="5159"/>
                </a:lnTo>
                <a:lnTo>
                  <a:pt x="11485" y="5135"/>
                </a:lnTo>
                <a:lnTo>
                  <a:pt x="11218" y="5086"/>
                </a:lnTo>
                <a:lnTo>
                  <a:pt x="10950" y="5013"/>
                </a:lnTo>
                <a:lnTo>
                  <a:pt x="10682" y="4989"/>
                </a:lnTo>
                <a:lnTo>
                  <a:pt x="10658" y="4940"/>
                </a:lnTo>
                <a:lnTo>
                  <a:pt x="10634" y="4867"/>
                </a:lnTo>
                <a:lnTo>
                  <a:pt x="10415" y="4599"/>
                </a:lnTo>
                <a:lnTo>
                  <a:pt x="10220" y="4332"/>
                </a:lnTo>
                <a:lnTo>
                  <a:pt x="10025" y="4040"/>
                </a:lnTo>
                <a:lnTo>
                  <a:pt x="9855" y="3748"/>
                </a:lnTo>
                <a:lnTo>
                  <a:pt x="9514" y="3164"/>
                </a:lnTo>
                <a:lnTo>
                  <a:pt x="9222" y="2531"/>
                </a:lnTo>
                <a:lnTo>
                  <a:pt x="8638" y="1290"/>
                </a:lnTo>
                <a:lnTo>
                  <a:pt x="8322" y="682"/>
                </a:lnTo>
                <a:lnTo>
                  <a:pt x="7981" y="73"/>
                </a:lnTo>
                <a:lnTo>
                  <a:pt x="7908" y="25"/>
                </a:lnTo>
                <a:lnTo>
                  <a:pt x="7835"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Tree>
    <p:extLst>
      <p:ext uri="{BB962C8B-B14F-4D97-AF65-F5344CB8AC3E}">
        <p14:creationId xmlns:p14="http://schemas.microsoft.com/office/powerpoint/2010/main" val="427101943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17"/>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ALGORITHM FOR LOAD</a:t>
            </a:r>
            <a:r>
              <a:rPr lang="zh-TW" altLang="en-US" sz="2400" dirty="0"/>
              <a:t> </a:t>
            </a:r>
            <a:r>
              <a:rPr lang="en-US" altLang="zh-TW" sz="2400" dirty="0"/>
              <a:t>BALANCING</a:t>
            </a:r>
            <a:endParaRPr sz="2400" dirty="0"/>
          </a:p>
        </p:txBody>
      </p:sp>
      <mc:AlternateContent xmlns:mc="http://schemas.openxmlformats.org/markup-compatibility/2006" xmlns:a14="http://schemas.microsoft.com/office/drawing/2010/main">
        <mc:Choice Requires="a14">
          <p:sp>
            <p:nvSpPr>
              <p:cNvPr id="560" name="Google Shape;560;p17"/>
              <p:cNvSpPr txBox="1">
                <a:spLocks noGrp="1"/>
              </p:cNvSpPr>
              <p:nvPr>
                <p:ph type="body" idx="1"/>
              </p:nvPr>
            </p:nvSpPr>
            <p:spPr>
              <a:xfrm>
                <a:off x="747925" y="964734"/>
                <a:ext cx="6667943" cy="4151603"/>
              </a:xfrm>
              <a:prstGeom prst="rect">
                <a:avLst/>
              </a:prstGeom>
            </p:spPr>
            <p:txBody>
              <a:bodyPr spcFirstLastPara="1" wrap="square" lIns="91425" tIns="91425" rIns="91425" bIns="91425" anchor="t" anchorCtr="0">
                <a:noAutofit/>
              </a:bodyPr>
              <a:lstStyle/>
              <a:p>
                <a:pPr marL="69850" indent="0">
                  <a:buNone/>
                </a:pPr>
                <a:r>
                  <a:rPr lang="en-US" altLang="zh-TW" sz="2000" b="1" dirty="0">
                    <a:solidFill>
                      <a:srgbClr val="00B050"/>
                    </a:solidFill>
                  </a:rPr>
                  <a:t>LB-JABHB:</a:t>
                </a:r>
              </a:p>
              <a:p>
                <a:pPr marL="69850" indent="0">
                  <a:buNone/>
                </a:pPr>
                <a:r>
                  <a:rPr lang="en-US" altLang="zh-TW" sz="1600" dirty="0">
                    <a:solidFill>
                      <a:schemeClr val="tx2">
                        <a:lumMod val="50000"/>
                      </a:schemeClr>
                    </a:solidFill>
                  </a:rPr>
                  <a:t>The proposed algorithm can be divided into two steps: load balancing with adjacent beams</a:t>
                </a:r>
                <a:r>
                  <a:rPr lang="en-US" altLang="zh-TW" sz="1600" dirty="0">
                    <a:solidFill>
                      <a:srgbClr val="00B050"/>
                    </a:solidFill>
                  </a:rPr>
                  <a:t>(LB-AB) </a:t>
                </a:r>
                <a:r>
                  <a:rPr lang="en-US" altLang="zh-TW" sz="1600" dirty="0">
                    <a:solidFill>
                      <a:schemeClr val="tx2">
                        <a:lumMod val="50000"/>
                      </a:schemeClr>
                    </a:solidFill>
                  </a:rPr>
                  <a:t>and load balancing with hopping beams </a:t>
                </a:r>
                <a:r>
                  <a:rPr lang="en-US" altLang="zh-TW" sz="1600" dirty="0">
                    <a:solidFill>
                      <a:srgbClr val="00B050"/>
                    </a:solidFill>
                  </a:rPr>
                  <a:t>(LB-HB).</a:t>
                </a:r>
              </a:p>
              <a:p>
                <a:pPr marL="69850" indent="0">
                  <a:buNone/>
                </a:pPr>
                <a:endParaRPr lang="en-US" altLang="zh-TW" sz="1600" dirty="0">
                  <a:solidFill>
                    <a:schemeClr val="tx2">
                      <a:lumMod val="50000"/>
                    </a:schemeClr>
                  </a:solidFill>
                </a:endParaRPr>
              </a:p>
              <a:p>
                <a:pPr marL="69850" indent="0">
                  <a:buNone/>
                </a:pPr>
                <a:r>
                  <a:rPr lang="en-US" altLang="zh-TW" sz="1800" b="1" dirty="0"/>
                  <a:t>Step 1: Load Balancing with Adjacent Beams</a:t>
                </a:r>
              </a:p>
              <a:p>
                <a:pPr marL="69850" indent="0">
                  <a:buNone/>
                </a:pPr>
                <a:r>
                  <a:rPr lang="en-US" altLang="zh-TW" sz="1600" dirty="0">
                    <a:solidFill>
                      <a:schemeClr val="tx2">
                        <a:lumMod val="50000"/>
                      </a:schemeClr>
                    </a:solidFill>
                  </a:rPr>
                  <a:t>The LB-AB algorithm targets the beams </a:t>
                </a:r>
                <a:r>
                  <a:rPr lang="en-US" altLang="zh-TW" sz="1600" dirty="0" err="1">
                    <a:solidFill>
                      <a:schemeClr val="tx2">
                        <a:lumMod val="50000"/>
                      </a:schemeClr>
                    </a:solidFill>
                  </a:rPr>
                  <a:t>whos</a:t>
                </a:r>
                <a:r>
                  <a:rPr lang="zh-TW" altLang="en-US" sz="1600" dirty="0">
                    <a:solidFill>
                      <a:schemeClr val="tx2">
                        <a:lumMod val="50000"/>
                      </a:schemeClr>
                    </a:solidFill>
                  </a:rPr>
                  <a:t> </a:t>
                </a:r>
                <a14:m>
                  <m:oMath xmlns:m="http://schemas.openxmlformats.org/officeDocument/2006/math">
                    <m:sSubSup>
                      <m:sSubSupPr>
                        <m:ctrlPr>
                          <a:rPr lang="en-US" altLang="zh-TW" sz="1600" i="1">
                            <a:latin typeface="Cambria Math" panose="02040503050406030204" pitchFamily="18" charset="0"/>
                          </a:rPr>
                        </m:ctrlPr>
                      </m:sSubSupPr>
                      <m:e>
                        <m:r>
                          <a:rPr lang="en-US" altLang="zh-TW" sz="1600" i="1">
                            <a:latin typeface="Cambria Math" panose="02040503050406030204" pitchFamily="18" charset="0"/>
                          </a:rPr>
                          <m:t>𝐷</m:t>
                        </m:r>
                      </m:e>
                      <m:sub>
                        <m:r>
                          <a:rPr lang="en-US" altLang="zh-TW" sz="1600" i="1">
                            <a:latin typeface="Cambria Math" panose="02040503050406030204" pitchFamily="18" charset="0"/>
                          </a:rPr>
                          <m:t>𝑖</m:t>
                        </m:r>
                        <m:r>
                          <a:rPr lang="en-US" altLang="zh-TW" sz="1600" i="1">
                            <a:latin typeface="Cambria Math" panose="02040503050406030204" pitchFamily="18" charset="0"/>
                          </a:rPr>
                          <m:t>,</m:t>
                        </m:r>
                      </m:sub>
                      <m:sup>
                        <m:r>
                          <m:rPr>
                            <m:sty m:val="p"/>
                          </m:rPr>
                          <a:rPr lang="en-US" altLang="zh-TW" sz="1600" i="1">
                            <a:latin typeface="Cambria Math" panose="02040503050406030204" pitchFamily="18" charset="0"/>
                          </a:rPr>
                          <m:t>T</m:t>
                        </m:r>
                        <m:r>
                          <a:rPr lang="en-US" altLang="zh-TW" sz="1600" b="0" i="1" smtClean="0">
                            <a:latin typeface="Cambria Math" panose="02040503050406030204" pitchFamily="18" charset="0"/>
                          </a:rPr>
                          <m:t>𝑜𝑡𝑎𝑙</m:t>
                        </m:r>
                      </m:sup>
                    </m:sSubSup>
                    <m:r>
                      <a:rPr lang="en-US" altLang="zh-TW" sz="1600" b="0" i="1" smtClean="0">
                        <a:latin typeface="Cambria Math" panose="02040503050406030204" pitchFamily="18" charset="0"/>
                      </a:rPr>
                      <m:t>&gt;</m:t>
                    </m:r>
                    <m:sSubSup>
                      <m:sSubSupPr>
                        <m:ctrlPr>
                          <a:rPr lang="en-US" altLang="zh-TW" sz="1600" i="1">
                            <a:latin typeface="Cambria Math" panose="02040503050406030204" pitchFamily="18" charset="0"/>
                          </a:rPr>
                        </m:ctrlPr>
                      </m:sSubSupPr>
                      <m:e>
                        <m:r>
                          <a:rPr lang="en-US" altLang="zh-TW" sz="1600" i="1">
                            <a:latin typeface="Cambria Math" panose="02040503050406030204" pitchFamily="18" charset="0"/>
                          </a:rPr>
                          <m:t>𝐷</m:t>
                        </m:r>
                      </m:e>
                      <m:sub>
                        <m:r>
                          <a:rPr lang="en-US" altLang="zh-TW" sz="1600" i="1">
                            <a:latin typeface="Cambria Math" panose="02040503050406030204" pitchFamily="18" charset="0"/>
                          </a:rPr>
                          <m:t>𝑖</m:t>
                        </m:r>
                      </m:sub>
                      <m:sup>
                        <m:r>
                          <a:rPr lang="en-US" altLang="zh-TW" sz="1600" b="0" i="1" smtClean="0">
                            <a:latin typeface="Cambria Math" panose="02040503050406030204" pitchFamily="18" charset="0"/>
                          </a:rPr>
                          <m:t>𝑇𝑜𝑡𝑎𝑙</m:t>
                        </m:r>
                        <m:r>
                          <a:rPr lang="en-US" altLang="zh-TW" sz="1600" b="0" i="1" smtClean="0">
                            <a:latin typeface="Cambria Math" panose="02040503050406030204" pitchFamily="18" charset="0"/>
                          </a:rPr>
                          <m:t>_</m:t>
                        </m:r>
                        <m:r>
                          <a:rPr lang="en-US" altLang="zh-TW" sz="1600" b="0" i="1" smtClean="0">
                            <a:latin typeface="Cambria Math" panose="02040503050406030204" pitchFamily="18" charset="0"/>
                          </a:rPr>
                          <m:t>𝑡h𝑟𝑒𝑠h𝑜𝑙𝑑</m:t>
                        </m:r>
                      </m:sup>
                    </m:sSubSup>
                  </m:oMath>
                </a14:m>
                <a:r>
                  <a:rPr lang="en-US" altLang="zh-TW" sz="1600" dirty="0">
                    <a:solidFill>
                      <a:schemeClr val="tx2">
                        <a:lumMod val="50000"/>
                      </a:schemeClr>
                    </a:solidFill>
                  </a:rPr>
                  <a:t> and consider to search for LLB which </a:t>
                </a:r>
                <a14:m>
                  <m:oMath xmlns:m="http://schemas.openxmlformats.org/officeDocument/2006/math">
                    <m:sSubSup>
                      <m:sSubSupPr>
                        <m:ctrlPr>
                          <a:rPr lang="en-US" altLang="zh-TW" sz="1600" i="1">
                            <a:latin typeface="Cambria Math" panose="02040503050406030204" pitchFamily="18" charset="0"/>
                          </a:rPr>
                        </m:ctrlPr>
                      </m:sSubSupPr>
                      <m:e>
                        <m:r>
                          <a:rPr lang="en-US" altLang="zh-TW" sz="1600" i="1">
                            <a:latin typeface="Cambria Math" panose="02040503050406030204" pitchFamily="18" charset="0"/>
                          </a:rPr>
                          <m:t>𝐷</m:t>
                        </m:r>
                      </m:e>
                      <m:sub>
                        <m:r>
                          <a:rPr lang="en-US" altLang="zh-TW" sz="1600" i="1">
                            <a:latin typeface="Cambria Math" panose="02040503050406030204" pitchFamily="18" charset="0"/>
                          </a:rPr>
                          <m:t>𝑖</m:t>
                        </m:r>
                        <m:r>
                          <a:rPr lang="en-US" altLang="zh-TW" sz="1600" i="1">
                            <a:latin typeface="Cambria Math" panose="02040503050406030204" pitchFamily="18" charset="0"/>
                          </a:rPr>
                          <m:t>,</m:t>
                        </m:r>
                      </m:sub>
                      <m:sup>
                        <m:r>
                          <m:rPr>
                            <m:sty m:val="p"/>
                          </m:rPr>
                          <a:rPr lang="en-US" altLang="zh-TW" sz="1600" i="1">
                            <a:latin typeface="Cambria Math" panose="02040503050406030204" pitchFamily="18" charset="0"/>
                          </a:rPr>
                          <m:t>T</m:t>
                        </m:r>
                        <m:r>
                          <a:rPr lang="en-US" altLang="zh-TW" sz="1600" i="1">
                            <a:latin typeface="Cambria Math" panose="02040503050406030204" pitchFamily="18" charset="0"/>
                          </a:rPr>
                          <m:t>𝑜𝑡𝑎𝑙</m:t>
                        </m:r>
                      </m:sup>
                    </m:sSubSup>
                    <m:r>
                      <a:rPr lang="en-US" altLang="zh-TW" sz="1600" i="1" smtClean="0">
                        <a:latin typeface="Cambria Math" panose="02040503050406030204" pitchFamily="18" charset="0"/>
                        <a:ea typeface="Cambria Math" panose="02040503050406030204" pitchFamily="18" charset="0"/>
                      </a:rPr>
                      <m:t>&lt;</m:t>
                    </m:r>
                    <m:sSubSup>
                      <m:sSubSupPr>
                        <m:ctrlPr>
                          <a:rPr lang="en-US" altLang="zh-TW" sz="1600" i="1">
                            <a:latin typeface="Cambria Math" panose="02040503050406030204" pitchFamily="18" charset="0"/>
                          </a:rPr>
                        </m:ctrlPr>
                      </m:sSubSupPr>
                      <m:e>
                        <m:r>
                          <a:rPr lang="en-US" altLang="zh-TW" sz="1600" i="1">
                            <a:latin typeface="Cambria Math" panose="02040503050406030204" pitchFamily="18" charset="0"/>
                          </a:rPr>
                          <m:t>𝐷</m:t>
                        </m:r>
                      </m:e>
                      <m:sub>
                        <m:r>
                          <a:rPr lang="en-US" altLang="zh-TW" sz="1600" i="1">
                            <a:latin typeface="Cambria Math" panose="02040503050406030204" pitchFamily="18" charset="0"/>
                          </a:rPr>
                          <m:t>𝑖</m:t>
                        </m:r>
                      </m:sub>
                      <m:sup>
                        <m:r>
                          <a:rPr lang="en-US" altLang="zh-TW" sz="1600" i="1">
                            <a:latin typeface="Cambria Math" panose="02040503050406030204" pitchFamily="18" charset="0"/>
                          </a:rPr>
                          <m:t>𝑇𝑜𝑡𝑎𝑙</m:t>
                        </m:r>
                        <m:r>
                          <a:rPr lang="en-US" altLang="zh-TW" sz="1600" i="1">
                            <a:latin typeface="Cambria Math" panose="02040503050406030204" pitchFamily="18" charset="0"/>
                          </a:rPr>
                          <m:t>_</m:t>
                        </m:r>
                        <m:r>
                          <a:rPr lang="en-US" altLang="zh-TW" sz="1600" i="1">
                            <a:latin typeface="Cambria Math" panose="02040503050406030204" pitchFamily="18" charset="0"/>
                          </a:rPr>
                          <m:t>𝑡h𝑟𝑒𝑠h𝑜𝑙𝑑</m:t>
                        </m:r>
                      </m:sup>
                    </m:sSubSup>
                  </m:oMath>
                </a14:m>
                <a:r>
                  <a:rPr lang="en-US" altLang="zh-TW" sz="1600" b="1" dirty="0"/>
                  <a:t> </a:t>
                </a:r>
                <a:r>
                  <a:rPr lang="en-US" altLang="zh-TW" sz="1600" dirty="0">
                    <a:solidFill>
                      <a:schemeClr val="tx2">
                        <a:lumMod val="50000"/>
                      </a:schemeClr>
                    </a:solidFill>
                  </a:rPr>
                  <a:t>in </a:t>
                </a:r>
                <a14:m>
                  <m:oMath xmlns:m="http://schemas.openxmlformats.org/officeDocument/2006/math">
                    <m:sSubSup>
                      <m:sSubSupPr>
                        <m:ctrlPr>
                          <a:rPr lang="en-US" altLang="zh-TW" sz="1600" i="1">
                            <a:latin typeface="Cambria Math" panose="02040503050406030204" pitchFamily="18" charset="0"/>
                          </a:rPr>
                        </m:ctrlPr>
                      </m:sSubSupPr>
                      <m:e>
                        <m:r>
                          <a:rPr lang="en-US" altLang="zh-TW" sz="1600" b="0" i="1" smtClean="0">
                            <a:latin typeface="Cambria Math" panose="02040503050406030204" pitchFamily="18" charset="0"/>
                          </a:rPr>
                          <m:t>𝑁</m:t>
                        </m:r>
                      </m:e>
                      <m:sub>
                        <m:r>
                          <a:rPr lang="en-US" altLang="zh-TW" sz="1600" i="1">
                            <a:latin typeface="Cambria Math" panose="02040503050406030204" pitchFamily="18" charset="0"/>
                          </a:rPr>
                          <m:t>𝑖</m:t>
                        </m:r>
                        <m:r>
                          <a:rPr lang="en-US" altLang="zh-TW" sz="1600" i="1">
                            <a:latin typeface="Cambria Math" panose="02040503050406030204" pitchFamily="18" charset="0"/>
                          </a:rPr>
                          <m:t>,</m:t>
                        </m:r>
                      </m:sub>
                      <m:sup/>
                    </m:sSubSup>
                  </m:oMath>
                </a14:m>
                <a:r>
                  <a:rPr lang="en-US" altLang="zh-TW" sz="1600" b="1" dirty="0"/>
                  <a:t> </a:t>
                </a:r>
                <a:r>
                  <a:rPr lang="en-US" altLang="zh-TW" sz="1600" dirty="0">
                    <a:solidFill>
                      <a:schemeClr val="tx2">
                        <a:lumMod val="50000"/>
                      </a:schemeClr>
                    </a:solidFill>
                  </a:rPr>
                  <a:t>Then, offloading part of the UTs to the neighboring LLB, and we gives priority to offload the UT who has </a:t>
                </a:r>
                <a:r>
                  <a:rPr lang="en-US" altLang="zh-TW" sz="1600" dirty="0">
                    <a:solidFill>
                      <a:srgbClr val="00B050"/>
                    </a:solidFill>
                  </a:rPr>
                  <a:t>highest PLR </a:t>
                </a:r>
                <a:r>
                  <a:rPr lang="en-US" altLang="zh-TW" sz="1600" dirty="0">
                    <a:solidFill>
                      <a:schemeClr val="tx2">
                        <a:lumMod val="50000"/>
                      </a:schemeClr>
                    </a:solidFill>
                  </a:rPr>
                  <a:t>to neighboring LLB.</a:t>
                </a:r>
                <a:endParaRPr lang="en-US" altLang="zh-TW" sz="1600" b="1" dirty="0"/>
              </a:p>
              <a:p>
                <a:pPr marL="69850" indent="0">
                  <a:buNone/>
                </a:pPr>
                <a:endParaRPr lang="en-US" altLang="zh-TW" sz="1600" b="1" dirty="0"/>
              </a:p>
              <a:p>
                <a:pPr marL="69850" indent="0">
                  <a:buNone/>
                </a:pPr>
                <a:endParaRPr lang="en-US" altLang="zh-TW" sz="1600" dirty="0">
                  <a:solidFill>
                    <a:schemeClr val="tx2">
                      <a:lumMod val="50000"/>
                    </a:schemeClr>
                  </a:solidFill>
                </a:endParaRPr>
              </a:p>
              <a:p>
                <a:pPr marL="69850" indent="0">
                  <a:buNone/>
                </a:pPr>
                <a:endParaRPr lang="en-US" altLang="zh-TW" sz="1600" dirty="0">
                  <a:solidFill>
                    <a:schemeClr val="tx2">
                      <a:lumMod val="50000"/>
                    </a:schemeClr>
                  </a:solidFill>
                </a:endParaRPr>
              </a:p>
              <a:p>
                <a:pPr marL="69850" lvl="0" indent="0">
                  <a:buNone/>
                </a:pPr>
                <a:endParaRPr sz="1600" dirty="0">
                  <a:solidFill>
                    <a:schemeClr val="tx2">
                      <a:lumMod val="50000"/>
                    </a:schemeClr>
                  </a:solidFill>
                </a:endParaRPr>
              </a:p>
            </p:txBody>
          </p:sp>
        </mc:Choice>
        <mc:Fallback xmlns="">
          <p:sp>
            <p:nvSpPr>
              <p:cNvPr id="560" name="Google Shape;560;p17"/>
              <p:cNvSpPr txBox="1">
                <a:spLocks noGrp="1" noRot="1" noChangeAspect="1" noMove="1" noResize="1" noEditPoints="1" noAdjustHandles="1" noChangeArrowheads="1" noChangeShapeType="1" noTextEdit="1"/>
              </p:cNvSpPr>
              <p:nvPr>
                <p:ph type="body" idx="1"/>
              </p:nvPr>
            </p:nvSpPr>
            <p:spPr>
              <a:xfrm>
                <a:off x="747925" y="964734"/>
                <a:ext cx="6667943" cy="4151603"/>
              </a:xfrm>
              <a:prstGeom prst="rect">
                <a:avLst/>
              </a:prstGeom>
              <a:blipFill rotWithShape="0">
                <a:blip r:embed="rId3"/>
                <a:stretch>
                  <a:fillRect r="-91"/>
                </a:stretch>
              </a:blipFill>
            </p:spPr>
            <p:txBody>
              <a:bodyPr/>
              <a:lstStyle/>
              <a:p>
                <a:r>
                  <a:rPr lang="zh-TW" altLang="en-US">
                    <a:noFill/>
                  </a:rPr>
                  <a:t> </a:t>
                </a:r>
              </a:p>
            </p:txBody>
          </p:sp>
        </mc:Fallback>
      </mc:AlternateContent>
      <p:sp>
        <p:nvSpPr>
          <p:cNvPr id="561" name="Google Shape;561;p17"/>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16</a:t>
            </a:fld>
            <a:endParaRPr/>
          </a:p>
        </p:txBody>
      </p:sp>
    </p:spTree>
    <p:extLst>
      <p:ext uri="{BB962C8B-B14F-4D97-AF65-F5344CB8AC3E}">
        <p14:creationId xmlns:p14="http://schemas.microsoft.com/office/powerpoint/2010/main" val="35339320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17"/>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ALGORITHM FOR LOAD</a:t>
            </a:r>
            <a:r>
              <a:rPr lang="zh-TW" altLang="en-US" sz="2400" dirty="0"/>
              <a:t> </a:t>
            </a:r>
            <a:r>
              <a:rPr lang="en-US" altLang="zh-TW" sz="2400" dirty="0"/>
              <a:t>BALANCING</a:t>
            </a:r>
            <a:endParaRPr sz="2400" dirty="0"/>
          </a:p>
        </p:txBody>
      </p:sp>
      <p:sp>
        <p:nvSpPr>
          <p:cNvPr id="560" name="Google Shape;560;p17"/>
          <p:cNvSpPr txBox="1">
            <a:spLocks noGrp="1"/>
          </p:cNvSpPr>
          <p:nvPr>
            <p:ph type="body" idx="1"/>
          </p:nvPr>
        </p:nvSpPr>
        <p:spPr>
          <a:xfrm>
            <a:off x="747925" y="964734"/>
            <a:ext cx="6667943" cy="4151603"/>
          </a:xfrm>
          <a:prstGeom prst="rect">
            <a:avLst/>
          </a:prstGeom>
        </p:spPr>
        <p:txBody>
          <a:bodyPr spcFirstLastPara="1" wrap="square" lIns="91425" tIns="91425" rIns="91425" bIns="91425" anchor="t" anchorCtr="0">
            <a:noAutofit/>
          </a:bodyPr>
          <a:lstStyle/>
          <a:p>
            <a:pPr marL="69850" indent="0">
              <a:buNone/>
            </a:pPr>
            <a:r>
              <a:rPr lang="en-US" altLang="zh-TW" sz="1800" b="1" dirty="0"/>
              <a:t>Step 2: Load Balancing with Hopping Beams</a:t>
            </a:r>
          </a:p>
          <a:p>
            <a:pPr marL="69850" indent="0">
              <a:buNone/>
            </a:pPr>
            <a:r>
              <a:rPr lang="en-US" altLang="zh-TW" sz="1600" dirty="0">
                <a:solidFill>
                  <a:schemeClr val="tx2">
                    <a:lumMod val="50000"/>
                  </a:schemeClr>
                </a:solidFill>
              </a:rPr>
              <a:t>After LB-AB, there may be </a:t>
            </a:r>
            <a:r>
              <a:rPr lang="en-US" altLang="zh-TW" sz="1600" dirty="0">
                <a:solidFill>
                  <a:srgbClr val="00B050"/>
                </a:solidFill>
              </a:rPr>
              <a:t>still a lot of HLBs </a:t>
            </a:r>
            <a:r>
              <a:rPr lang="en-US" altLang="zh-TW" sz="1600" dirty="0">
                <a:solidFill>
                  <a:schemeClr val="tx2">
                    <a:lumMod val="50000"/>
                  </a:schemeClr>
                </a:solidFill>
              </a:rPr>
              <a:t>in the system, and there are </a:t>
            </a:r>
            <a:r>
              <a:rPr lang="en-US" altLang="zh-TW" sz="1600" dirty="0">
                <a:solidFill>
                  <a:srgbClr val="00B050"/>
                </a:solidFill>
              </a:rPr>
              <a:t>still some LLBs</a:t>
            </a:r>
            <a:r>
              <a:rPr lang="en-US" altLang="zh-TW" sz="1600" dirty="0">
                <a:solidFill>
                  <a:schemeClr val="tx2">
                    <a:lumMod val="50000"/>
                  </a:schemeClr>
                </a:solidFill>
              </a:rPr>
              <a:t> whose resources are not effectively utilized. Therefore, we using beam-hopping technique to schedule LLB to illuminate the service area of HLB, and using the LB-HB to reassign resources among the uneven load beams.</a:t>
            </a:r>
            <a:endParaRPr lang="en-US" altLang="zh-TW" sz="1600" b="1" dirty="0">
              <a:solidFill>
                <a:schemeClr val="tx2">
                  <a:lumMod val="50000"/>
                </a:schemeClr>
              </a:solidFill>
            </a:endParaRPr>
          </a:p>
          <a:p>
            <a:pPr marL="69850" indent="0">
              <a:buNone/>
            </a:pPr>
            <a:endParaRPr lang="en-US" altLang="zh-TW" sz="1600" b="1" dirty="0"/>
          </a:p>
          <a:p>
            <a:pPr marL="69850" indent="0">
              <a:buNone/>
            </a:pPr>
            <a:endParaRPr lang="en-US" altLang="zh-TW" sz="1600" b="1" dirty="0"/>
          </a:p>
          <a:p>
            <a:pPr marL="69850" indent="0">
              <a:buNone/>
            </a:pPr>
            <a:endParaRPr lang="en-US" altLang="zh-TW" sz="1600" dirty="0">
              <a:solidFill>
                <a:schemeClr val="tx2">
                  <a:lumMod val="50000"/>
                </a:schemeClr>
              </a:solidFill>
            </a:endParaRPr>
          </a:p>
          <a:p>
            <a:pPr marL="69850" indent="0">
              <a:buNone/>
            </a:pPr>
            <a:endParaRPr lang="en-US" altLang="zh-TW" sz="1600" dirty="0">
              <a:solidFill>
                <a:schemeClr val="tx2">
                  <a:lumMod val="50000"/>
                </a:schemeClr>
              </a:solidFill>
            </a:endParaRPr>
          </a:p>
          <a:p>
            <a:pPr marL="69850" lvl="0" indent="0">
              <a:buNone/>
            </a:pPr>
            <a:endParaRPr sz="1600" dirty="0">
              <a:solidFill>
                <a:schemeClr val="tx2">
                  <a:lumMod val="50000"/>
                </a:schemeClr>
              </a:solidFill>
            </a:endParaRPr>
          </a:p>
        </p:txBody>
      </p:sp>
      <p:sp>
        <p:nvSpPr>
          <p:cNvPr id="561" name="Google Shape;561;p17"/>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17</a:t>
            </a:fld>
            <a:endParaRPr/>
          </a:p>
        </p:txBody>
      </p:sp>
      <p:pic>
        <p:nvPicPr>
          <p:cNvPr id="3" name="圖片 2">
            <a:extLst>
              <a:ext uri="{FF2B5EF4-FFF2-40B4-BE49-F238E27FC236}">
                <a16:creationId xmlns="" xmlns:a16="http://schemas.microsoft.com/office/drawing/2014/main" id="{53CFEDD6-5A37-4B34-9D25-2C237809BBD7}"/>
              </a:ext>
            </a:extLst>
          </p:cNvPr>
          <p:cNvPicPr>
            <a:picLocks noChangeAspect="1"/>
          </p:cNvPicPr>
          <p:nvPr/>
        </p:nvPicPr>
        <p:blipFill>
          <a:blip r:embed="rId3"/>
          <a:stretch>
            <a:fillRect/>
          </a:stretch>
        </p:blipFill>
        <p:spPr>
          <a:xfrm>
            <a:off x="1282469" y="2694982"/>
            <a:ext cx="5605856" cy="2120033"/>
          </a:xfrm>
          <a:prstGeom prst="rect">
            <a:avLst/>
          </a:prstGeom>
        </p:spPr>
      </p:pic>
      <mc:AlternateContent xmlns:mc="http://schemas.openxmlformats.org/markup-compatibility/2006" xmlns:a14="http://schemas.microsoft.com/office/drawing/2010/main">
        <mc:Choice Requires="a14">
          <p:sp>
            <p:nvSpPr>
              <p:cNvPr id="4" name="矩形: 剪去單一角落 3">
                <a:extLst>
                  <a:ext uri="{FF2B5EF4-FFF2-40B4-BE49-F238E27FC236}">
                    <a16:creationId xmlns="" xmlns:a16="http://schemas.microsoft.com/office/drawing/2014/main" id="{30128D74-A332-4266-9733-1C026C1F2243}"/>
                  </a:ext>
                </a:extLst>
              </p:cNvPr>
              <p:cNvSpPr/>
              <p:nvPr/>
            </p:nvSpPr>
            <p:spPr>
              <a:xfrm>
                <a:off x="3547156" y="1355849"/>
                <a:ext cx="4403256" cy="2075622"/>
              </a:xfrm>
              <a:prstGeom prst="snip1Rect">
                <a:avLst/>
              </a:prstGeom>
              <a:solidFill>
                <a:srgbClr val="EFCF9F"/>
              </a:solidFill>
              <a:ln>
                <a:solidFill>
                  <a:srgbClr val="EFCF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dirty="0">
                    <a:solidFill>
                      <a:srgbClr val="2C2204"/>
                    </a:solidFill>
                  </a:rPr>
                  <a:t>Bipartite Graph:</a:t>
                </a:r>
              </a:p>
              <a:p>
                <a:r>
                  <a:rPr lang="en-US" altLang="zh-TW" i="1" dirty="0">
                    <a:solidFill>
                      <a:srgbClr val="2C2204"/>
                    </a:solidFill>
                  </a:rPr>
                  <a:t>G</a:t>
                </a:r>
                <a:r>
                  <a:rPr lang="zh-TW" altLang="en-US" dirty="0">
                    <a:solidFill>
                      <a:srgbClr val="2C2204"/>
                    </a:solidFill>
                  </a:rPr>
                  <a:t>（</a:t>
                </a:r>
                <a:r>
                  <a:rPr lang="en-US" altLang="zh-TW" i="1" dirty="0">
                    <a:solidFill>
                      <a:srgbClr val="2C2204"/>
                    </a:solidFill>
                  </a:rPr>
                  <a:t>X</a:t>
                </a:r>
                <a:r>
                  <a:rPr lang="zh-TW" altLang="en-US" i="1" dirty="0">
                    <a:solidFill>
                      <a:srgbClr val="2C2204"/>
                    </a:solidFill>
                  </a:rPr>
                  <a:t>，</a:t>
                </a:r>
                <a:r>
                  <a:rPr lang="en-US" altLang="zh-TW" i="1" dirty="0">
                    <a:solidFill>
                      <a:srgbClr val="2C2204"/>
                    </a:solidFill>
                  </a:rPr>
                  <a:t>Y</a:t>
                </a:r>
                <a:r>
                  <a:rPr lang="zh-TW" altLang="en-US" i="1" dirty="0">
                    <a:solidFill>
                      <a:srgbClr val="2C2204"/>
                    </a:solidFill>
                  </a:rPr>
                  <a:t>，</a:t>
                </a:r>
                <a:r>
                  <a:rPr lang="en-US" altLang="zh-TW" i="1" dirty="0">
                    <a:solidFill>
                      <a:srgbClr val="2C2204"/>
                    </a:solidFill>
                  </a:rPr>
                  <a:t>E</a:t>
                </a:r>
                <a:r>
                  <a:rPr lang="zh-TW" altLang="en-US" dirty="0">
                    <a:solidFill>
                      <a:srgbClr val="2C2204"/>
                    </a:solidFill>
                  </a:rPr>
                  <a:t>）</a:t>
                </a:r>
                <a:endParaRPr lang="en-US" altLang="zh-TW" dirty="0">
                  <a:solidFill>
                    <a:srgbClr val="2C2204"/>
                  </a:solidFill>
                </a:endParaRPr>
              </a:p>
              <a:p>
                <a:pPr/>
                <a14:m>
                  <m:oMathPara xmlns:m="http://schemas.openxmlformats.org/officeDocument/2006/math">
                    <m:oMathParaPr>
                      <m:jc m:val="centerGroup"/>
                    </m:oMathParaPr>
                    <m:oMath xmlns:m="http://schemas.openxmlformats.org/officeDocument/2006/math">
                      <m:sSubSup>
                        <m:sSubSupPr>
                          <m:ctrlPr>
                            <a:rPr lang="en-US" altLang="zh-TW" i="1" smtClean="0">
                              <a:solidFill>
                                <a:srgbClr val="2C2204"/>
                              </a:solidFill>
                              <a:latin typeface="Cambria Math" panose="02040503050406030204" pitchFamily="18" charset="0"/>
                            </a:rPr>
                          </m:ctrlPr>
                        </m:sSubSupPr>
                        <m:e>
                          <m:r>
                            <a:rPr lang="zh-TW" altLang="en-US" i="1">
                              <a:solidFill>
                                <a:srgbClr val="2C2204"/>
                              </a:solidFill>
                              <a:latin typeface="Cambria Math" panose="02040503050406030204" pitchFamily="18" charset="0"/>
                            </a:rPr>
                            <m:t>𝜇</m:t>
                          </m:r>
                        </m:e>
                        <m:sub>
                          <m:r>
                            <a:rPr lang="en-US" altLang="zh-TW" b="0" i="1" smtClean="0">
                              <a:solidFill>
                                <a:srgbClr val="2C2204"/>
                              </a:solidFill>
                              <a:latin typeface="Cambria Math" panose="02040503050406030204" pitchFamily="18" charset="0"/>
                            </a:rPr>
                            <m:t>𝑖𝑗</m:t>
                          </m:r>
                        </m:sub>
                        <m:sup/>
                      </m:sSubSup>
                      <m:r>
                        <a:rPr lang="en-US" altLang="zh-TW" b="0" i="1" smtClean="0">
                          <a:solidFill>
                            <a:srgbClr val="2C2204"/>
                          </a:solidFill>
                          <a:latin typeface="Cambria Math" panose="02040503050406030204" pitchFamily="18" charset="0"/>
                        </a:rPr>
                        <m:t>=</m:t>
                      </m:r>
                      <m:sSubSup>
                        <m:sSubSupPr>
                          <m:ctrlPr>
                            <a:rPr lang="en-US" altLang="zh-TW" i="1">
                              <a:solidFill>
                                <a:srgbClr val="2C2204"/>
                              </a:solidFill>
                              <a:latin typeface="Cambria Math" panose="02040503050406030204" pitchFamily="18" charset="0"/>
                            </a:rPr>
                          </m:ctrlPr>
                        </m:sSubSupPr>
                        <m:e>
                          <m:r>
                            <a:rPr lang="en-US" altLang="zh-TW" b="0" i="1" smtClean="0">
                              <a:solidFill>
                                <a:srgbClr val="2C2204"/>
                              </a:solidFill>
                              <a:latin typeface="Cambria Math" panose="02040503050406030204" pitchFamily="18" charset="0"/>
                            </a:rPr>
                            <m:t>𝐷</m:t>
                          </m:r>
                        </m:e>
                        <m:sub>
                          <m:r>
                            <a:rPr lang="en-US" altLang="zh-TW" b="0" i="1" smtClean="0">
                              <a:solidFill>
                                <a:srgbClr val="2C2204"/>
                              </a:solidFill>
                              <a:latin typeface="Cambria Math" panose="02040503050406030204" pitchFamily="18" charset="0"/>
                            </a:rPr>
                            <m:t>𝑦</m:t>
                          </m:r>
                          <m:r>
                            <a:rPr lang="en-US" altLang="zh-TW" i="1">
                              <a:solidFill>
                                <a:srgbClr val="2C2204"/>
                              </a:solidFill>
                              <a:latin typeface="Cambria Math" panose="02040503050406030204" pitchFamily="18" charset="0"/>
                            </a:rPr>
                            <m:t>𝑗</m:t>
                          </m:r>
                        </m:sub>
                        <m:sup>
                          <m:r>
                            <a:rPr lang="en-US" altLang="zh-TW" b="0" i="1" smtClean="0">
                              <a:solidFill>
                                <a:srgbClr val="2C2204"/>
                              </a:solidFill>
                              <a:latin typeface="Cambria Math" panose="02040503050406030204" pitchFamily="18" charset="0"/>
                            </a:rPr>
                            <m:t>𝑇𝑜𝑡𝑎𝑙</m:t>
                          </m:r>
                        </m:sup>
                      </m:sSubSup>
                      <m:r>
                        <a:rPr lang="en-US" altLang="zh-TW" b="0" i="1" smtClean="0">
                          <a:solidFill>
                            <a:srgbClr val="2C2204"/>
                          </a:solidFill>
                          <a:latin typeface="Cambria Math" panose="02040503050406030204" pitchFamily="18" charset="0"/>
                        </a:rPr>
                        <m:t>−</m:t>
                      </m:r>
                      <m:sSubSup>
                        <m:sSubSupPr>
                          <m:ctrlPr>
                            <a:rPr lang="en-US" altLang="zh-TW" i="1">
                              <a:solidFill>
                                <a:srgbClr val="2C2204"/>
                              </a:solidFill>
                              <a:latin typeface="Cambria Math" panose="02040503050406030204" pitchFamily="18" charset="0"/>
                            </a:rPr>
                          </m:ctrlPr>
                        </m:sSubSupPr>
                        <m:e>
                          <m:r>
                            <a:rPr lang="en-US" altLang="zh-TW" i="1">
                              <a:solidFill>
                                <a:srgbClr val="2C2204"/>
                              </a:solidFill>
                              <a:latin typeface="Cambria Math" panose="02040503050406030204" pitchFamily="18" charset="0"/>
                            </a:rPr>
                            <m:t>𝐷</m:t>
                          </m:r>
                        </m:e>
                        <m:sub>
                          <m:r>
                            <a:rPr lang="en-US" altLang="zh-TW" b="0" i="1" smtClean="0">
                              <a:solidFill>
                                <a:srgbClr val="2C2204"/>
                              </a:solidFill>
                              <a:latin typeface="Cambria Math" panose="02040503050406030204" pitchFamily="18" charset="0"/>
                            </a:rPr>
                            <m:t>𝑥𝑖</m:t>
                          </m:r>
                        </m:sub>
                        <m:sup>
                          <m:r>
                            <a:rPr lang="en-US" altLang="zh-TW" i="1">
                              <a:solidFill>
                                <a:srgbClr val="2C2204"/>
                              </a:solidFill>
                              <a:latin typeface="Cambria Math" panose="02040503050406030204" pitchFamily="18" charset="0"/>
                            </a:rPr>
                            <m:t>𝑇𝑜𝑡𝑎𝑙</m:t>
                          </m:r>
                        </m:sup>
                      </m:sSubSup>
                      <m:r>
                        <a:rPr lang="en-US" altLang="zh-TW" b="0" i="1" smtClean="0">
                          <a:solidFill>
                            <a:srgbClr val="2C2204"/>
                          </a:solidFill>
                          <a:latin typeface="Cambria Math" panose="02040503050406030204" pitchFamily="18" charset="0"/>
                        </a:rPr>
                        <m:t>,</m:t>
                      </m:r>
                      <m:sSub>
                        <m:sSubPr>
                          <m:ctrlPr>
                            <a:rPr lang="en-US" altLang="zh-TW" b="0" i="1" smtClean="0">
                              <a:solidFill>
                                <a:srgbClr val="2C2204"/>
                              </a:solidFill>
                              <a:latin typeface="Cambria Math" panose="02040503050406030204" pitchFamily="18" charset="0"/>
                            </a:rPr>
                          </m:ctrlPr>
                        </m:sSubPr>
                        <m:e>
                          <m:r>
                            <a:rPr lang="en-US" altLang="zh-TW" b="0" i="1" smtClean="0">
                              <a:solidFill>
                                <a:srgbClr val="2C2204"/>
                              </a:solidFill>
                              <a:latin typeface="Cambria Math" panose="02040503050406030204" pitchFamily="18" charset="0"/>
                            </a:rPr>
                            <m:t>𝑥</m:t>
                          </m:r>
                        </m:e>
                        <m:sub>
                          <m:r>
                            <a:rPr lang="en-US" altLang="zh-TW" b="0" i="1" smtClean="0">
                              <a:solidFill>
                                <a:srgbClr val="2C2204"/>
                              </a:solidFill>
                              <a:latin typeface="Cambria Math" panose="02040503050406030204" pitchFamily="18" charset="0"/>
                            </a:rPr>
                            <m:t>𝑖</m:t>
                          </m:r>
                        </m:sub>
                      </m:sSub>
                      <m:r>
                        <a:rPr lang="en-US" altLang="zh-TW" b="0" i="1" smtClean="0">
                          <a:solidFill>
                            <a:srgbClr val="2C2204"/>
                          </a:solidFill>
                          <a:latin typeface="Cambria Math" panose="02040503050406030204" pitchFamily="18" charset="0"/>
                          <a:ea typeface="Cambria Math" panose="02040503050406030204" pitchFamily="18" charset="0"/>
                        </a:rPr>
                        <m:t>∈</m:t>
                      </m:r>
                      <m:r>
                        <a:rPr lang="en-US" altLang="zh-TW" b="0" i="1" smtClean="0">
                          <a:solidFill>
                            <a:srgbClr val="2C2204"/>
                          </a:solidFill>
                          <a:latin typeface="Cambria Math" panose="02040503050406030204" pitchFamily="18" charset="0"/>
                          <a:ea typeface="Cambria Math" panose="02040503050406030204" pitchFamily="18" charset="0"/>
                        </a:rPr>
                        <m:t>𝑋</m:t>
                      </m:r>
                      <m:r>
                        <a:rPr lang="en-US" altLang="zh-TW" b="0" i="1" smtClean="0">
                          <a:solidFill>
                            <a:srgbClr val="2C2204"/>
                          </a:solidFill>
                          <a:latin typeface="Cambria Math" panose="02040503050406030204" pitchFamily="18" charset="0"/>
                          <a:ea typeface="Cambria Math" panose="02040503050406030204" pitchFamily="18" charset="0"/>
                        </a:rPr>
                        <m:t>,</m:t>
                      </m:r>
                      <m:sSub>
                        <m:sSubPr>
                          <m:ctrlPr>
                            <a:rPr lang="en-US" altLang="zh-TW" i="1">
                              <a:solidFill>
                                <a:srgbClr val="2C2204"/>
                              </a:solidFill>
                              <a:latin typeface="Cambria Math" panose="02040503050406030204" pitchFamily="18" charset="0"/>
                            </a:rPr>
                          </m:ctrlPr>
                        </m:sSubPr>
                        <m:e>
                          <m:r>
                            <a:rPr lang="en-US" altLang="zh-TW" b="0" i="1" smtClean="0">
                              <a:solidFill>
                                <a:srgbClr val="2C2204"/>
                              </a:solidFill>
                              <a:latin typeface="Cambria Math" panose="02040503050406030204" pitchFamily="18" charset="0"/>
                            </a:rPr>
                            <m:t>𝑦</m:t>
                          </m:r>
                        </m:e>
                        <m:sub>
                          <m:r>
                            <a:rPr lang="en-US" altLang="zh-TW" b="0" i="1" smtClean="0">
                              <a:solidFill>
                                <a:srgbClr val="2C2204"/>
                              </a:solidFill>
                              <a:latin typeface="Cambria Math" panose="02040503050406030204" pitchFamily="18" charset="0"/>
                            </a:rPr>
                            <m:t>𝑗</m:t>
                          </m:r>
                        </m:sub>
                      </m:sSub>
                      <m:r>
                        <a:rPr lang="en-US" altLang="zh-TW" i="1" smtClean="0">
                          <a:solidFill>
                            <a:srgbClr val="2C2204"/>
                          </a:solidFill>
                          <a:latin typeface="Cambria Math" panose="02040503050406030204" pitchFamily="18" charset="0"/>
                          <a:ea typeface="Cambria Math" panose="02040503050406030204" pitchFamily="18" charset="0"/>
                        </a:rPr>
                        <m:t>∈</m:t>
                      </m:r>
                      <m:r>
                        <a:rPr lang="en-US" altLang="zh-TW" b="0" i="1" smtClean="0">
                          <a:solidFill>
                            <a:srgbClr val="2C2204"/>
                          </a:solidFill>
                          <a:latin typeface="Cambria Math" panose="02040503050406030204" pitchFamily="18" charset="0"/>
                          <a:ea typeface="Cambria Math" panose="02040503050406030204" pitchFamily="18" charset="0"/>
                        </a:rPr>
                        <m:t>𝑌</m:t>
                      </m:r>
                      <m:r>
                        <a:rPr lang="en-US" altLang="zh-TW" b="0" i="1" smtClean="0">
                          <a:solidFill>
                            <a:srgbClr val="2C2204"/>
                          </a:solidFill>
                          <a:latin typeface="Cambria Math" panose="02040503050406030204" pitchFamily="18" charset="0"/>
                          <a:ea typeface="Cambria Math" panose="02040503050406030204" pitchFamily="18" charset="0"/>
                        </a:rPr>
                        <m:t>, </m:t>
                      </m:r>
                      <m:r>
                        <a:rPr lang="en-US" altLang="zh-TW" b="0" i="1" smtClean="0">
                          <a:solidFill>
                            <a:srgbClr val="2C2204"/>
                          </a:solidFill>
                          <a:latin typeface="Cambria Math" panose="02040503050406030204" pitchFamily="18" charset="0"/>
                          <a:ea typeface="Cambria Math" panose="02040503050406030204" pitchFamily="18" charset="0"/>
                        </a:rPr>
                        <m:t>𝑖</m:t>
                      </m:r>
                      <m:r>
                        <a:rPr lang="en-US" altLang="zh-TW" b="0" i="1" smtClean="0">
                          <a:solidFill>
                            <a:srgbClr val="2C2204"/>
                          </a:solidFill>
                          <a:latin typeface="Cambria Math" panose="02040503050406030204" pitchFamily="18" charset="0"/>
                          <a:ea typeface="Cambria Math" panose="02040503050406030204" pitchFamily="18" charset="0"/>
                        </a:rPr>
                        <m:t>∈</m:t>
                      </m:r>
                      <m:r>
                        <a:rPr lang="en-US" altLang="zh-TW" b="0" i="1" smtClean="0">
                          <a:solidFill>
                            <a:srgbClr val="2C2204"/>
                          </a:solidFill>
                          <a:latin typeface="Cambria Math" panose="02040503050406030204" pitchFamily="18" charset="0"/>
                          <a:ea typeface="Cambria Math" panose="02040503050406030204" pitchFamily="18" charset="0"/>
                        </a:rPr>
                        <m:t>𝑛</m:t>
                      </m:r>
                      <m:r>
                        <a:rPr lang="en-US" altLang="zh-TW" b="0" i="1" smtClean="0">
                          <a:solidFill>
                            <a:srgbClr val="2C2204"/>
                          </a:solidFill>
                          <a:latin typeface="Cambria Math" panose="02040503050406030204" pitchFamily="18" charset="0"/>
                          <a:ea typeface="Cambria Math" panose="02040503050406030204" pitchFamily="18" charset="0"/>
                        </a:rPr>
                        <m:t>, </m:t>
                      </m:r>
                      <m:r>
                        <a:rPr lang="en-US" altLang="zh-TW" b="0" i="1" smtClean="0">
                          <a:solidFill>
                            <a:srgbClr val="2C2204"/>
                          </a:solidFill>
                          <a:latin typeface="Cambria Math" panose="02040503050406030204" pitchFamily="18" charset="0"/>
                          <a:ea typeface="Cambria Math" panose="02040503050406030204" pitchFamily="18" charset="0"/>
                        </a:rPr>
                        <m:t>𝑗</m:t>
                      </m:r>
                      <m:r>
                        <a:rPr lang="en-US" altLang="zh-TW" b="0" i="1" smtClean="0">
                          <a:solidFill>
                            <a:srgbClr val="2C2204"/>
                          </a:solidFill>
                          <a:latin typeface="Cambria Math" panose="02040503050406030204" pitchFamily="18" charset="0"/>
                          <a:ea typeface="Cambria Math" panose="02040503050406030204" pitchFamily="18" charset="0"/>
                        </a:rPr>
                        <m:t>∈</m:t>
                      </m:r>
                      <m:r>
                        <a:rPr lang="en-US" altLang="zh-TW" b="0" i="1" smtClean="0">
                          <a:solidFill>
                            <a:srgbClr val="2C2204"/>
                          </a:solidFill>
                          <a:latin typeface="Cambria Math" panose="02040503050406030204" pitchFamily="18" charset="0"/>
                          <a:ea typeface="Cambria Math" panose="02040503050406030204" pitchFamily="18" charset="0"/>
                        </a:rPr>
                        <m:t>𝑚</m:t>
                      </m:r>
                    </m:oMath>
                  </m:oMathPara>
                </a14:m>
                <a:endParaRPr lang="zh-TW" altLang="en-US" dirty="0">
                  <a:solidFill>
                    <a:srgbClr val="2C2204"/>
                  </a:solidFill>
                </a:endParaRPr>
              </a:p>
            </p:txBody>
          </p:sp>
        </mc:Choice>
        <mc:Fallback xmlns="">
          <p:sp>
            <p:nvSpPr>
              <p:cNvPr id="4" name="矩形: 剪去單一角落 3">
                <a:extLst>
                  <a:ext uri="{FF2B5EF4-FFF2-40B4-BE49-F238E27FC236}">
                    <a16:creationId xmlns:a16="http://schemas.microsoft.com/office/drawing/2014/main" xmlns:a14="http://schemas.microsoft.com/office/drawing/2010/main" xmlns="" id="{30128D74-A332-4266-9733-1C026C1F2243}"/>
                  </a:ext>
                </a:extLst>
              </p:cNvPr>
              <p:cNvSpPr>
                <a:spLocks noRot="1" noChangeAspect="1" noMove="1" noResize="1" noEditPoints="1" noAdjustHandles="1" noChangeArrowheads="1" noChangeShapeType="1" noTextEdit="1"/>
              </p:cNvSpPr>
              <p:nvPr/>
            </p:nvSpPr>
            <p:spPr>
              <a:xfrm>
                <a:off x="3547156" y="1355849"/>
                <a:ext cx="4403256" cy="2075622"/>
              </a:xfrm>
              <a:prstGeom prst="snip1Rect">
                <a:avLst/>
              </a:prstGeom>
              <a:blipFill rotWithShape="0">
                <a:blip r:embed="rId4"/>
                <a:stretch>
                  <a:fillRect l="-138"/>
                </a:stretch>
              </a:blipFill>
              <a:ln>
                <a:solidFill>
                  <a:srgbClr val="EFCF9F"/>
                </a:solidFill>
              </a:ln>
            </p:spPr>
            <p:txBody>
              <a:bodyPr/>
              <a:lstStyle/>
              <a:p>
                <a:r>
                  <a:rPr lang="zh-TW" altLang="en-US">
                    <a:noFill/>
                  </a:rPr>
                  <a:t> </a:t>
                </a:r>
              </a:p>
            </p:txBody>
          </p:sp>
        </mc:Fallback>
      </mc:AlternateContent>
    </p:spTree>
    <p:extLst>
      <p:ext uri="{BB962C8B-B14F-4D97-AF65-F5344CB8AC3E}">
        <p14:creationId xmlns:p14="http://schemas.microsoft.com/office/powerpoint/2010/main" val="1971247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80" name="Google Shape;580;p19"/>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18</a:t>
            </a:fld>
            <a:endParaRPr/>
          </a:p>
        </p:txBody>
      </p:sp>
      <p:pic>
        <p:nvPicPr>
          <p:cNvPr id="3" name="圖片 2">
            <a:extLst>
              <a:ext uri="{FF2B5EF4-FFF2-40B4-BE49-F238E27FC236}">
                <a16:creationId xmlns="" xmlns:a16="http://schemas.microsoft.com/office/drawing/2014/main" id="{3FE6FB3E-B8B8-4C02-8E16-416ED0E60E32}"/>
              </a:ext>
            </a:extLst>
          </p:cNvPr>
          <p:cNvPicPr>
            <a:picLocks noChangeAspect="1"/>
          </p:cNvPicPr>
          <p:nvPr/>
        </p:nvPicPr>
        <p:blipFill>
          <a:blip r:embed="rId3"/>
          <a:stretch>
            <a:fillRect/>
          </a:stretch>
        </p:blipFill>
        <p:spPr>
          <a:xfrm>
            <a:off x="2498111" y="-101"/>
            <a:ext cx="3750079" cy="514350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15"/>
          <p:cNvSpPr txBox="1">
            <a:spLocks noGrp="1"/>
          </p:cNvSpPr>
          <p:nvPr>
            <p:ph type="ctrTitle"/>
          </p:nvPr>
        </p:nvSpPr>
        <p:spPr>
          <a:xfrm>
            <a:off x="880844" y="2564103"/>
            <a:ext cx="7900089" cy="1159800"/>
          </a:xfrm>
          <a:prstGeom prst="rect">
            <a:avLst/>
          </a:prstGeom>
        </p:spPr>
        <p:txBody>
          <a:bodyPr spcFirstLastPara="1" wrap="square" lIns="91425" tIns="91425" rIns="91425" bIns="91425" anchor="b" anchorCtr="0">
            <a:noAutofit/>
          </a:bodyPr>
          <a:lstStyle/>
          <a:p>
            <a:r>
              <a:rPr lang="en-US" altLang="zh-TW" dirty="0"/>
              <a:t>Performance Evaluation</a:t>
            </a:r>
          </a:p>
        </p:txBody>
      </p:sp>
      <p:sp>
        <p:nvSpPr>
          <p:cNvPr id="4" name="Google Shape;568;p18">
            <a:extLst>
              <a:ext uri="{FF2B5EF4-FFF2-40B4-BE49-F238E27FC236}">
                <a16:creationId xmlns="" xmlns:a16="http://schemas.microsoft.com/office/drawing/2014/main" id="{FAE29E66-A2A6-4F1B-953F-BB341C49EE17}"/>
              </a:ext>
            </a:extLst>
          </p:cNvPr>
          <p:cNvSpPr/>
          <p:nvPr/>
        </p:nvSpPr>
        <p:spPr>
          <a:xfrm>
            <a:off x="1551913" y="505171"/>
            <a:ext cx="1323528" cy="1341149"/>
          </a:xfrm>
          <a:custGeom>
            <a:avLst/>
            <a:gdLst/>
            <a:ahLst/>
            <a:cxnLst/>
            <a:rect l="l" t="t" r="r" b="b"/>
            <a:pathLst>
              <a:path w="16449" h="16668" extrusionOk="0">
                <a:moveTo>
                  <a:pt x="12288" y="1995"/>
                </a:moveTo>
                <a:lnTo>
                  <a:pt x="12093" y="2117"/>
                </a:lnTo>
                <a:lnTo>
                  <a:pt x="11923" y="2239"/>
                </a:lnTo>
                <a:lnTo>
                  <a:pt x="11655" y="2531"/>
                </a:lnTo>
                <a:lnTo>
                  <a:pt x="11461" y="2433"/>
                </a:lnTo>
                <a:lnTo>
                  <a:pt x="11874" y="2214"/>
                </a:lnTo>
                <a:lnTo>
                  <a:pt x="12288" y="1995"/>
                </a:lnTo>
                <a:close/>
                <a:moveTo>
                  <a:pt x="13261" y="2239"/>
                </a:moveTo>
                <a:lnTo>
                  <a:pt x="13359" y="2263"/>
                </a:lnTo>
                <a:lnTo>
                  <a:pt x="13456" y="2287"/>
                </a:lnTo>
                <a:lnTo>
                  <a:pt x="13529" y="2336"/>
                </a:lnTo>
                <a:lnTo>
                  <a:pt x="13578" y="2433"/>
                </a:lnTo>
                <a:lnTo>
                  <a:pt x="13626" y="2531"/>
                </a:lnTo>
                <a:lnTo>
                  <a:pt x="13675" y="2725"/>
                </a:lnTo>
                <a:lnTo>
                  <a:pt x="13651" y="2896"/>
                </a:lnTo>
                <a:lnTo>
                  <a:pt x="13626" y="3090"/>
                </a:lnTo>
                <a:lnTo>
                  <a:pt x="13578" y="3285"/>
                </a:lnTo>
                <a:lnTo>
                  <a:pt x="13480" y="3480"/>
                </a:lnTo>
                <a:lnTo>
                  <a:pt x="13383" y="3650"/>
                </a:lnTo>
                <a:lnTo>
                  <a:pt x="13188" y="4015"/>
                </a:lnTo>
                <a:lnTo>
                  <a:pt x="12969" y="3674"/>
                </a:lnTo>
                <a:lnTo>
                  <a:pt x="12702" y="3358"/>
                </a:lnTo>
                <a:lnTo>
                  <a:pt x="12410" y="3066"/>
                </a:lnTo>
                <a:lnTo>
                  <a:pt x="12093" y="2823"/>
                </a:lnTo>
                <a:lnTo>
                  <a:pt x="12288" y="2677"/>
                </a:lnTo>
                <a:lnTo>
                  <a:pt x="12483" y="2531"/>
                </a:lnTo>
                <a:lnTo>
                  <a:pt x="12726" y="2385"/>
                </a:lnTo>
                <a:lnTo>
                  <a:pt x="12945" y="2287"/>
                </a:lnTo>
                <a:lnTo>
                  <a:pt x="13164" y="2239"/>
                </a:lnTo>
                <a:close/>
                <a:moveTo>
                  <a:pt x="7981" y="3699"/>
                </a:moveTo>
                <a:lnTo>
                  <a:pt x="7981" y="3723"/>
                </a:lnTo>
                <a:lnTo>
                  <a:pt x="7932" y="3723"/>
                </a:lnTo>
                <a:lnTo>
                  <a:pt x="7908" y="3747"/>
                </a:lnTo>
                <a:lnTo>
                  <a:pt x="7835" y="3796"/>
                </a:lnTo>
                <a:lnTo>
                  <a:pt x="7786" y="3845"/>
                </a:lnTo>
                <a:lnTo>
                  <a:pt x="7738" y="3918"/>
                </a:lnTo>
                <a:lnTo>
                  <a:pt x="7689" y="3991"/>
                </a:lnTo>
                <a:lnTo>
                  <a:pt x="7689" y="4064"/>
                </a:lnTo>
                <a:lnTo>
                  <a:pt x="7689" y="4088"/>
                </a:lnTo>
                <a:lnTo>
                  <a:pt x="7689" y="4112"/>
                </a:lnTo>
                <a:lnTo>
                  <a:pt x="7689" y="4137"/>
                </a:lnTo>
                <a:lnTo>
                  <a:pt x="7689" y="4161"/>
                </a:lnTo>
                <a:lnTo>
                  <a:pt x="7689" y="4307"/>
                </a:lnTo>
                <a:lnTo>
                  <a:pt x="7738" y="4453"/>
                </a:lnTo>
                <a:lnTo>
                  <a:pt x="7786" y="4526"/>
                </a:lnTo>
                <a:lnTo>
                  <a:pt x="7859" y="4574"/>
                </a:lnTo>
                <a:lnTo>
                  <a:pt x="8030" y="4672"/>
                </a:lnTo>
                <a:lnTo>
                  <a:pt x="8176" y="4720"/>
                </a:lnTo>
                <a:lnTo>
                  <a:pt x="8297" y="4720"/>
                </a:lnTo>
                <a:lnTo>
                  <a:pt x="8395" y="4696"/>
                </a:lnTo>
                <a:lnTo>
                  <a:pt x="8492" y="4672"/>
                </a:lnTo>
                <a:lnTo>
                  <a:pt x="8589" y="4599"/>
                </a:lnTo>
                <a:lnTo>
                  <a:pt x="8662" y="4526"/>
                </a:lnTo>
                <a:lnTo>
                  <a:pt x="8711" y="4429"/>
                </a:lnTo>
                <a:lnTo>
                  <a:pt x="8711" y="4307"/>
                </a:lnTo>
                <a:lnTo>
                  <a:pt x="8711" y="4185"/>
                </a:lnTo>
                <a:lnTo>
                  <a:pt x="8662" y="4064"/>
                </a:lnTo>
                <a:lnTo>
                  <a:pt x="8614" y="3942"/>
                </a:lnTo>
                <a:lnTo>
                  <a:pt x="8541" y="3845"/>
                </a:lnTo>
                <a:lnTo>
                  <a:pt x="8468" y="3772"/>
                </a:lnTo>
                <a:lnTo>
                  <a:pt x="8370" y="3723"/>
                </a:lnTo>
                <a:lnTo>
                  <a:pt x="8273" y="3699"/>
                </a:lnTo>
                <a:close/>
                <a:moveTo>
                  <a:pt x="9830" y="3966"/>
                </a:moveTo>
                <a:lnTo>
                  <a:pt x="9709" y="3991"/>
                </a:lnTo>
                <a:lnTo>
                  <a:pt x="9611" y="4064"/>
                </a:lnTo>
                <a:lnTo>
                  <a:pt x="9538" y="4161"/>
                </a:lnTo>
                <a:lnTo>
                  <a:pt x="9514" y="4258"/>
                </a:lnTo>
                <a:lnTo>
                  <a:pt x="9490" y="4356"/>
                </a:lnTo>
                <a:lnTo>
                  <a:pt x="9514" y="4453"/>
                </a:lnTo>
                <a:lnTo>
                  <a:pt x="9563" y="4574"/>
                </a:lnTo>
                <a:lnTo>
                  <a:pt x="9636" y="4647"/>
                </a:lnTo>
                <a:lnTo>
                  <a:pt x="9757" y="4720"/>
                </a:lnTo>
                <a:lnTo>
                  <a:pt x="9879" y="4745"/>
                </a:lnTo>
                <a:lnTo>
                  <a:pt x="10025" y="4696"/>
                </a:lnTo>
                <a:lnTo>
                  <a:pt x="10098" y="4672"/>
                </a:lnTo>
                <a:lnTo>
                  <a:pt x="10147" y="4623"/>
                </a:lnTo>
                <a:lnTo>
                  <a:pt x="10244" y="4502"/>
                </a:lnTo>
                <a:lnTo>
                  <a:pt x="10268" y="4429"/>
                </a:lnTo>
                <a:lnTo>
                  <a:pt x="10268" y="4356"/>
                </a:lnTo>
                <a:lnTo>
                  <a:pt x="10244" y="4234"/>
                </a:lnTo>
                <a:lnTo>
                  <a:pt x="10220" y="4161"/>
                </a:lnTo>
                <a:lnTo>
                  <a:pt x="10147" y="4064"/>
                </a:lnTo>
                <a:lnTo>
                  <a:pt x="10074" y="4015"/>
                </a:lnTo>
                <a:lnTo>
                  <a:pt x="9952" y="3966"/>
                </a:lnTo>
                <a:close/>
                <a:moveTo>
                  <a:pt x="9125" y="5572"/>
                </a:moveTo>
                <a:lnTo>
                  <a:pt x="9003" y="5596"/>
                </a:lnTo>
                <a:lnTo>
                  <a:pt x="8881" y="5669"/>
                </a:lnTo>
                <a:lnTo>
                  <a:pt x="8808" y="5791"/>
                </a:lnTo>
                <a:lnTo>
                  <a:pt x="8784" y="5913"/>
                </a:lnTo>
                <a:lnTo>
                  <a:pt x="8808" y="6034"/>
                </a:lnTo>
                <a:lnTo>
                  <a:pt x="8881" y="6156"/>
                </a:lnTo>
                <a:lnTo>
                  <a:pt x="9003" y="6229"/>
                </a:lnTo>
                <a:lnTo>
                  <a:pt x="9125" y="6253"/>
                </a:lnTo>
                <a:lnTo>
                  <a:pt x="9246" y="6229"/>
                </a:lnTo>
                <a:lnTo>
                  <a:pt x="9368" y="6156"/>
                </a:lnTo>
                <a:lnTo>
                  <a:pt x="9441" y="6034"/>
                </a:lnTo>
                <a:lnTo>
                  <a:pt x="9465" y="5913"/>
                </a:lnTo>
                <a:lnTo>
                  <a:pt x="9441" y="5791"/>
                </a:lnTo>
                <a:lnTo>
                  <a:pt x="9368" y="5669"/>
                </a:lnTo>
                <a:lnTo>
                  <a:pt x="9246" y="5596"/>
                </a:lnTo>
                <a:lnTo>
                  <a:pt x="9125" y="5572"/>
                </a:lnTo>
                <a:close/>
                <a:moveTo>
                  <a:pt x="5013" y="9441"/>
                </a:moveTo>
                <a:lnTo>
                  <a:pt x="4842" y="9538"/>
                </a:lnTo>
                <a:lnTo>
                  <a:pt x="4672" y="9684"/>
                </a:lnTo>
                <a:lnTo>
                  <a:pt x="4502" y="9855"/>
                </a:lnTo>
                <a:lnTo>
                  <a:pt x="4356" y="10025"/>
                </a:lnTo>
                <a:lnTo>
                  <a:pt x="4112" y="10414"/>
                </a:lnTo>
                <a:lnTo>
                  <a:pt x="3918" y="10779"/>
                </a:lnTo>
                <a:lnTo>
                  <a:pt x="3723" y="11144"/>
                </a:lnTo>
                <a:lnTo>
                  <a:pt x="3650" y="11363"/>
                </a:lnTo>
                <a:lnTo>
                  <a:pt x="3553" y="11582"/>
                </a:lnTo>
                <a:lnTo>
                  <a:pt x="3504" y="11826"/>
                </a:lnTo>
                <a:lnTo>
                  <a:pt x="3480" y="12045"/>
                </a:lnTo>
                <a:lnTo>
                  <a:pt x="3480" y="12239"/>
                </a:lnTo>
                <a:lnTo>
                  <a:pt x="3528" y="12337"/>
                </a:lnTo>
                <a:lnTo>
                  <a:pt x="3577" y="12410"/>
                </a:lnTo>
                <a:lnTo>
                  <a:pt x="3601" y="12434"/>
                </a:lnTo>
                <a:lnTo>
                  <a:pt x="3626" y="12458"/>
                </a:lnTo>
                <a:lnTo>
                  <a:pt x="3650" y="12434"/>
                </a:lnTo>
                <a:lnTo>
                  <a:pt x="3674" y="12410"/>
                </a:lnTo>
                <a:lnTo>
                  <a:pt x="3747" y="12288"/>
                </a:lnTo>
                <a:lnTo>
                  <a:pt x="3772" y="12166"/>
                </a:lnTo>
                <a:lnTo>
                  <a:pt x="3820" y="11874"/>
                </a:lnTo>
                <a:lnTo>
                  <a:pt x="3869" y="11631"/>
                </a:lnTo>
                <a:lnTo>
                  <a:pt x="3966" y="11388"/>
                </a:lnTo>
                <a:lnTo>
                  <a:pt x="4137" y="10925"/>
                </a:lnTo>
                <a:lnTo>
                  <a:pt x="4331" y="10536"/>
                </a:lnTo>
                <a:lnTo>
                  <a:pt x="4575" y="10171"/>
                </a:lnTo>
                <a:lnTo>
                  <a:pt x="4818" y="9830"/>
                </a:lnTo>
                <a:lnTo>
                  <a:pt x="5061" y="9490"/>
                </a:lnTo>
                <a:lnTo>
                  <a:pt x="5061" y="9465"/>
                </a:lnTo>
                <a:lnTo>
                  <a:pt x="5061" y="9441"/>
                </a:lnTo>
                <a:close/>
                <a:moveTo>
                  <a:pt x="9003" y="2287"/>
                </a:moveTo>
                <a:lnTo>
                  <a:pt x="9319" y="2312"/>
                </a:lnTo>
                <a:lnTo>
                  <a:pt x="9611" y="2360"/>
                </a:lnTo>
                <a:lnTo>
                  <a:pt x="9928" y="2409"/>
                </a:lnTo>
                <a:lnTo>
                  <a:pt x="10220" y="2482"/>
                </a:lnTo>
                <a:lnTo>
                  <a:pt x="10512" y="2579"/>
                </a:lnTo>
                <a:lnTo>
                  <a:pt x="10804" y="2677"/>
                </a:lnTo>
                <a:lnTo>
                  <a:pt x="11071" y="2798"/>
                </a:lnTo>
                <a:lnTo>
                  <a:pt x="11339" y="2944"/>
                </a:lnTo>
                <a:lnTo>
                  <a:pt x="11582" y="3066"/>
                </a:lnTo>
                <a:lnTo>
                  <a:pt x="11826" y="3236"/>
                </a:lnTo>
                <a:lnTo>
                  <a:pt x="12020" y="3382"/>
                </a:lnTo>
                <a:lnTo>
                  <a:pt x="12215" y="3577"/>
                </a:lnTo>
                <a:lnTo>
                  <a:pt x="12580" y="3966"/>
                </a:lnTo>
                <a:lnTo>
                  <a:pt x="12921" y="4380"/>
                </a:lnTo>
                <a:lnTo>
                  <a:pt x="12410" y="5012"/>
                </a:lnTo>
                <a:lnTo>
                  <a:pt x="11874" y="5596"/>
                </a:lnTo>
                <a:lnTo>
                  <a:pt x="11339" y="6180"/>
                </a:lnTo>
                <a:lnTo>
                  <a:pt x="10804" y="6764"/>
                </a:lnTo>
                <a:lnTo>
                  <a:pt x="9684" y="7908"/>
                </a:lnTo>
                <a:lnTo>
                  <a:pt x="9149" y="8492"/>
                </a:lnTo>
                <a:lnTo>
                  <a:pt x="8614" y="9076"/>
                </a:lnTo>
                <a:lnTo>
                  <a:pt x="6667" y="11217"/>
                </a:lnTo>
                <a:lnTo>
                  <a:pt x="6302" y="11631"/>
                </a:lnTo>
                <a:lnTo>
                  <a:pt x="5889" y="12045"/>
                </a:lnTo>
                <a:lnTo>
                  <a:pt x="5499" y="12410"/>
                </a:lnTo>
                <a:lnTo>
                  <a:pt x="5061" y="12774"/>
                </a:lnTo>
                <a:lnTo>
                  <a:pt x="5061" y="12774"/>
                </a:lnTo>
                <a:lnTo>
                  <a:pt x="5110" y="12677"/>
                </a:lnTo>
                <a:lnTo>
                  <a:pt x="5329" y="12166"/>
                </a:lnTo>
                <a:lnTo>
                  <a:pt x="5572" y="11631"/>
                </a:lnTo>
                <a:lnTo>
                  <a:pt x="5597" y="11582"/>
                </a:lnTo>
                <a:lnTo>
                  <a:pt x="5548" y="11558"/>
                </a:lnTo>
                <a:lnTo>
                  <a:pt x="5499" y="11534"/>
                </a:lnTo>
                <a:lnTo>
                  <a:pt x="5475" y="11582"/>
                </a:lnTo>
                <a:lnTo>
                  <a:pt x="5183" y="11996"/>
                </a:lnTo>
                <a:lnTo>
                  <a:pt x="4915" y="12434"/>
                </a:lnTo>
                <a:lnTo>
                  <a:pt x="4745" y="12750"/>
                </a:lnTo>
                <a:lnTo>
                  <a:pt x="4648" y="12920"/>
                </a:lnTo>
                <a:lnTo>
                  <a:pt x="4599" y="13091"/>
                </a:lnTo>
                <a:lnTo>
                  <a:pt x="4477" y="13188"/>
                </a:lnTo>
                <a:lnTo>
                  <a:pt x="4404" y="13115"/>
                </a:lnTo>
                <a:lnTo>
                  <a:pt x="4258" y="13042"/>
                </a:lnTo>
                <a:lnTo>
                  <a:pt x="4331" y="12750"/>
                </a:lnTo>
                <a:lnTo>
                  <a:pt x="4404" y="12507"/>
                </a:lnTo>
                <a:lnTo>
                  <a:pt x="4526" y="12264"/>
                </a:lnTo>
                <a:lnTo>
                  <a:pt x="4769" y="11801"/>
                </a:lnTo>
                <a:lnTo>
                  <a:pt x="5232" y="11071"/>
                </a:lnTo>
                <a:lnTo>
                  <a:pt x="5694" y="10366"/>
                </a:lnTo>
                <a:lnTo>
                  <a:pt x="5718" y="10341"/>
                </a:lnTo>
                <a:lnTo>
                  <a:pt x="5694" y="10317"/>
                </a:lnTo>
                <a:lnTo>
                  <a:pt x="5670" y="10293"/>
                </a:lnTo>
                <a:lnTo>
                  <a:pt x="5645" y="10317"/>
                </a:lnTo>
                <a:lnTo>
                  <a:pt x="5037" y="11047"/>
                </a:lnTo>
                <a:lnTo>
                  <a:pt x="4745" y="11412"/>
                </a:lnTo>
                <a:lnTo>
                  <a:pt x="4477" y="11801"/>
                </a:lnTo>
                <a:lnTo>
                  <a:pt x="4331" y="12020"/>
                </a:lnTo>
                <a:lnTo>
                  <a:pt x="4185" y="12288"/>
                </a:lnTo>
                <a:lnTo>
                  <a:pt x="4064" y="12556"/>
                </a:lnTo>
                <a:lnTo>
                  <a:pt x="3966" y="12847"/>
                </a:lnTo>
                <a:lnTo>
                  <a:pt x="3674" y="12604"/>
                </a:lnTo>
                <a:lnTo>
                  <a:pt x="3407" y="12312"/>
                </a:lnTo>
                <a:lnTo>
                  <a:pt x="3188" y="11996"/>
                </a:lnTo>
                <a:lnTo>
                  <a:pt x="2969" y="11655"/>
                </a:lnTo>
                <a:lnTo>
                  <a:pt x="3066" y="11436"/>
                </a:lnTo>
                <a:lnTo>
                  <a:pt x="3139" y="11193"/>
                </a:lnTo>
                <a:lnTo>
                  <a:pt x="3236" y="10950"/>
                </a:lnTo>
                <a:lnTo>
                  <a:pt x="3358" y="10706"/>
                </a:lnTo>
                <a:lnTo>
                  <a:pt x="3626" y="10220"/>
                </a:lnTo>
                <a:lnTo>
                  <a:pt x="3869" y="9782"/>
                </a:lnTo>
                <a:lnTo>
                  <a:pt x="4161" y="9368"/>
                </a:lnTo>
                <a:lnTo>
                  <a:pt x="4453" y="8954"/>
                </a:lnTo>
                <a:lnTo>
                  <a:pt x="4769" y="8565"/>
                </a:lnTo>
                <a:lnTo>
                  <a:pt x="4794" y="8541"/>
                </a:lnTo>
                <a:lnTo>
                  <a:pt x="4769" y="8516"/>
                </a:lnTo>
                <a:lnTo>
                  <a:pt x="4745" y="8492"/>
                </a:lnTo>
                <a:lnTo>
                  <a:pt x="4721" y="8492"/>
                </a:lnTo>
                <a:lnTo>
                  <a:pt x="4331" y="8808"/>
                </a:lnTo>
                <a:lnTo>
                  <a:pt x="3991" y="9149"/>
                </a:lnTo>
                <a:lnTo>
                  <a:pt x="3699" y="9514"/>
                </a:lnTo>
                <a:lnTo>
                  <a:pt x="3407" y="9928"/>
                </a:lnTo>
                <a:lnTo>
                  <a:pt x="3236" y="10195"/>
                </a:lnTo>
                <a:lnTo>
                  <a:pt x="3042" y="10512"/>
                </a:lnTo>
                <a:lnTo>
                  <a:pt x="2871" y="10852"/>
                </a:lnTo>
                <a:lnTo>
                  <a:pt x="2798" y="11047"/>
                </a:lnTo>
                <a:lnTo>
                  <a:pt x="2750" y="11217"/>
                </a:lnTo>
                <a:lnTo>
                  <a:pt x="2579" y="10852"/>
                </a:lnTo>
                <a:lnTo>
                  <a:pt x="2458" y="10487"/>
                </a:lnTo>
                <a:lnTo>
                  <a:pt x="2579" y="10341"/>
                </a:lnTo>
                <a:lnTo>
                  <a:pt x="2652" y="10195"/>
                </a:lnTo>
                <a:lnTo>
                  <a:pt x="2798" y="9830"/>
                </a:lnTo>
                <a:lnTo>
                  <a:pt x="3236" y="8954"/>
                </a:lnTo>
                <a:lnTo>
                  <a:pt x="3455" y="8565"/>
                </a:lnTo>
                <a:lnTo>
                  <a:pt x="3699" y="8200"/>
                </a:lnTo>
                <a:lnTo>
                  <a:pt x="3966" y="7835"/>
                </a:lnTo>
                <a:lnTo>
                  <a:pt x="4185" y="7446"/>
                </a:lnTo>
                <a:lnTo>
                  <a:pt x="4210" y="7421"/>
                </a:lnTo>
                <a:lnTo>
                  <a:pt x="4185" y="7397"/>
                </a:lnTo>
                <a:lnTo>
                  <a:pt x="4161" y="7373"/>
                </a:lnTo>
                <a:lnTo>
                  <a:pt x="4137" y="7397"/>
                </a:lnTo>
                <a:lnTo>
                  <a:pt x="3966" y="7494"/>
                </a:lnTo>
                <a:lnTo>
                  <a:pt x="3820" y="7640"/>
                </a:lnTo>
                <a:lnTo>
                  <a:pt x="3674" y="7786"/>
                </a:lnTo>
                <a:lnTo>
                  <a:pt x="3528" y="7957"/>
                </a:lnTo>
                <a:lnTo>
                  <a:pt x="3285" y="8346"/>
                </a:lnTo>
                <a:lnTo>
                  <a:pt x="3066" y="8687"/>
                </a:lnTo>
                <a:lnTo>
                  <a:pt x="2798" y="9198"/>
                </a:lnTo>
                <a:lnTo>
                  <a:pt x="2555" y="9709"/>
                </a:lnTo>
                <a:lnTo>
                  <a:pt x="2458" y="9928"/>
                </a:lnTo>
                <a:lnTo>
                  <a:pt x="2360" y="10171"/>
                </a:lnTo>
                <a:lnTo>
                  <a:pt x="2239" y="9757"/>
                </a:lnTo>
                <a:lnTo>
                  <a:pt x="2166" y="9368"/>
                </a:lnTo>
                <a:lnTo>
                  <a:pt x="2239" y="9173"/>
                </a:lnTo>
                <a:lnTo>
                  <a:pt x="2385" y="8833"/>
                </a:lnTo>
                <a:lnTo>
                  <a:pt x="2555" y="8492"/>
                </a:lnTo>
                <a:lnTo>
                  <a:pt x="2725" y="8176"/>
                </a:lnTo>
                <a:lnTo>
                  <a:pt x="2920" y="7859"/>
                </a:lnTo>
                <a:lnTo>
                  <a:pt x="3309" y="7300"/>
                </a:lnTo>
                <a:lnTo>
                  <a:pt x="3528" y="7056"/>
                </a:lnTo>
                <a:lnTo>
                  <a:pt x="3747" y="6789"/>
                </a:lnTo>
                <a:lnTo>
                  <a:pt x="3893" y="6667"/>
                </a:lnTo>
                <a:lnTo>
                  <a:pt x="4088" y="6545"/>
                </a:lnTo>
                <a:lnTo>
                  <a:pt x="4234" y="6399"/>
                </a:lnTo>
                <a:lnTo>
                  <a:pt x="4380" y="6253"/>
                </a:lnTo>
                <a:lnTo>
                  <a:pt x="4356" y="6229"/>
                </a:lnTo>
                <a:lnTo>
                  <a:pt x="4283" y="6205"/>
                </a:lnTo>
                <a:lnTo>
                  <a:pt x="4185" y="6180"/>
                </a:lnTo>
                <a:lnTo>
                  <a:pt x="4064" y="6229"/>
                </a:lnTo>
                <a:lnTo>
                  <a:pt x="3942" y="6278"/>
                </a:lnTo>
                <a:lnTo>
                  <a:pt x="3820" y="6375"/>
                </a:lnTo>
                <a:lnTo>
                  <a:pt x="3699" y="6472"/>
                </a:lnTo>
                <a:lnTo>
                  <a:pt x="3455" y="6716"/>
                </a:lnTo>
                <a:lnTo>
                  <a:pt x="3236" y="6983"/>
                </a:lnTo>
                <a:lnTo>
                  <a:pt x="3017" y="7251"/>
                </a:lnTo>
                <a:lnTo>
                  <a:pt x="2750" y="7640"/>
                </a:lnTo>
                <a:lnTo>
                  <a:pt x="2579" y="7908"/>
                </a:lnTo>
                <a:lnTo>
                  <a:pt x="2409" y="8176"/>
                </a:lnTo>
                <a:lnTo>
                  <a:pt x="2239" y="8468"/>
                </a:lnTo>
                <a:lnTo>
                  <a:pt x="2093" y="8784"/>
                </a:lnTo>
                <a:lnTo>
                  <a:pt x="2093" y="8565"/>
                </a:lnTo>
                <a:lnTo>
                  <a:pt x="2093" y="8224"/>
                </a:lnTo>
                <a:lnTo>
                  <a:pt x="2239" y="7835"/>
                </a:lnTo>
                <a:lnTo>
                  <a:pt x="2385" y="7567"/>
                </a:lnTo>
                <a:lnTo>
                  <a:pt x="2506" y="7324"/>
                </a:lnTo>
                <a:lnTo>
                  <a:pt x="2823" y="6837"/>
                </a:lnTo>
                <a:lnTo>
                  <a:pt x="3139" y="6375"/>
                </a:lnTo>
                <a:lnTo>
                  <a:pt x="3309" y="6156"/>
                </a:lnTo>
                <a:lnTo>
                  <a:pt x="3504" y="5961"/>
                </a:lnTo>
                <a:lnTo>
                  <a:pt x="3723" y="5742"/>
                </a:lnTo>
                <a:lnTo>
                  <a:pt x="3942" y="5572"/>
                </a:lnTo>
                <a:lnTo>
                  <a:pt x="4161" y="5402"/>
                </a:lnTo>
                <a:lnTo>
                  <a:pt x="4404" y="5256"/>
                </a:lnTo>
                <a:lnTo>
                  <a:pt x="4429" y="5207"/>
                </a:lnTo>
                <a:lnTo>
                  <a:pt x="4429" y="5158"/>
                </a:lnTo>
                <a:lnTo>
                  <a:pt x="4380" y="5110"/>
                </a:lnTo>
                <a:lnTo>
                  <a:pt x="4331" y="5110"/>
                </a:lnTo>
                <a:lnTo>
                  <a:pt x="4088" y="5207"/>
                </a:lnTo>
                <a:lnTo>
                  <a:pt x="3845" y="5353"/>
                </a:lnTo>
                <a:lnTo>
                  <a:pt x="3626" y="5499"/>
                </a:lnTo>
                <a:lnTo>
                  <a:pt x="3431" y="5645"/>
                </a:lnTo>
                <a:lnTo>
                  <a:pt x="3236" y="5840"/>
                </a:lnTo>
                <a:lnTo>
                  <a:pt x="3042" y="6034"/>
                </a:lnTo>
                <a:lnTo>
                  <a:pt x="2701" y="6424"/>
                </a:lnTo>
                <a:lnTo>
                  <a:pt x="2409" y="6837"/>
                </a:lnTo>
                <a:lnTo>
                  <a:pt x="2166" y="7251"/>
                </a:lnTo>
                <a:lnTo>
                  <a:pt x="2239" y="6910"/>
                </a:lnTo>
                <a:lnTo>
                  <a:pt x="2312" y="6570"/>
                </a:lnTo>
                <a:lnTo>
                  <a:pt x="2409" y="6229"/>
                </a:lnTo>
                <a:lnTo>
                  <a:pt x="2531" y="5888"/>
                </a:lnTo>
                <a:lnTo>
                  <a:pt x="2774" y="5621"/>
                </a:lnTo>
                <a:lnTo>
                  <a:pt x="3042" y="5402"/>
                </a:lnTo>
                <a:lnTo>
                  <a:pt x="3626" y="4964"/>
                </a:lnTo>
                <a:lnTo>
                  <a:pt x="3650" y="4915"/>
                </a:lnTo>
                <a:lnTo>
                  <a:pt x="3650" y="4866"/>
                </a:lnTo>
                <a:lnTo>
                  <a:pt x="3626" y="4818"/>
                </a:lnTo>
                <a:lnTo>
                  <a:pt x="3407" y="4818"/>
                </a:lnTo>
                <a:lnTo>
                  <a:pt x="3261" y="4866"/>
                </a:lnTo>
                <a:lnTo>
                  <a:pt x="3090" y="4939"/>
                </a:lnTo>
                <a:lnTo>
                  <a:pt x="2944" y="5012"/>
                </a:lnTo>
                <a:lnTo>
                  <a:pt x="3236" y="4574"/>
                </a:lnTo>
                <a:lnTo>
                  <a:pt x="3577" y="4161"/>
                </a:lnTo>
                <a:lnTo>
                  <a:pt x="3747" y="3966"/>
                </a:lnTo>
                <a:lnTo>
                  <a:pt x="3942" y="3796"/>
                </a:lnTo>
                <a:lnTo>
                  <a:pt x="4137" y="3626"/>
                </a:lnTo>
                <a:lnTo>
                  <a:pt x="4356" y="3480"/>
                </a:lnTo>
                <a:lnTo>
                  <a:pt x="4623" y="3309"/>
                </a:lnTo>
                <a:lnTo>
                  <a:pt x="4867" y="3163"/>
                </a:lnTo>
                <a:lnTo>
                  <a:pt x="5426" y="2896"/>
                </a:lnTo>
                <a:lnTo>
                  <a:pt x="5986" y="2677"/>
                </a:lnTo>
                <a:lnTo>
                  <a:pt x="6594" y="2506"/>
                </a:lnTo>
                <a:lnTo>
                  <a:pt x="7178" y="2385"/>
                </a:lnTo>
                <a:lnTo>
                  <a:pt x="7786" y="2312"/>
                </a:lnTo>
                <a:lnTo>
                  <a:pt x="8419" y="2287"/>
                </a:lnTo>
                <a:close/>
                <a:moveTo>
                  <a:pt x="2506" y="11947"/>
                </a:moveTo>
                <a:lnTo>
                  <a:pt x="2798" y="12410"/>
                </a:lnTo>
                <a:lnTo>
                  <a:pt x="2969" y="12628"/>
                </a:lnTo>
                <a:lnTo>
                  <a:pt x="3139" y="12823"/>
                </a:lnTo>
                <a:lnTo>
                  <a:pt x="3334" y="12993"/>
                </a:lnTo>
                <a:lnTo>
                  <a:pt x="3528" y="13188"/>
                </a:lnTo>
                <a:lnTo>
                  <a:pt x="3723" y="13334"/>
                </a:lnTo>
                <a:lnTo>
                  <a:pt x="3918" y="13480"/>
                </a:lnTo>
                <a:lnTo>
                  <a:pt x="3528" y="13675"/>
                </a:lnTo>
                <a:lnTo>
                  <a:pt x="3309" y="13748"/>
                </a:lnTo>
                <a:lnTo>
                  <a:pt x="3090" y="13821"/>
                </a:lnTo>
                <a:lnTo>
                  <a:pt x="2871" y="13845"/>
                </a:lnTo>
                <a:lnTo>
                  <a:pt x="2677" y="13845"/>
                </a:lnTo>
                <a:lnTo>
                  <a:pt x="2506" y="13796"/>
                </a:lnTo>
                <a:lnTo>
                  <a:pt x="2409" y="13772"/>
                </a:lnTo>
                <a:lnTo>
                  <a:pt x="2336" y="13723"/>
                </a:lnTo>
                <a:lnTo>
                  <a:pt x="2239" y="13626"/>
                </a:lnTo>
                <a:lnTo>
                  <a:pt x="2190" y="13553"/>
                </a:lnTo>
                <a:lnTo>
                  <a:pt x="2141" y="13456"/>
                </a:lnTo>
                <a:lnTo>
                  <a:pt x="2117" y="13358"/>
                </a:lnTo>
                <a:lnTo>
                  <a:pt x="2117" y="13139"/>
                </a:lnTo>
                <a:lnTo>
                  <a:pt x="2166" y="12896"/>
                </a:lnTo>
                <a:lnTo>
                  <a:pt x="2239" y="12653"/>
                </a:lnTo>
                <a:lnTo>
                  <a:pt x="2336" y="12410"/>
                </a:lnTo>
                <a:lnTo>
                  <a:pt x="2506" y="11947"/>
                </a:lnTo>
                <a:close/>
                <a:moveTo>
                  <a:pt x="14064" y="6570"/>
                </a:moveTo>
                <a:lnTo>
                  <a:pt x="14113" y="6740"/>
                </a:lnTo>
                <a:lnTo>
                  <a:pt x="14162" y="6910"/>
                </a:lnTo>
                <a:lnTo>
                  <a:pt x="14210" y="7105"/>
                </a:lnTo>
                <a:lnTo>
                  <a:pt x="14235" y="7324"/>
                </a:lnTo>
                <a:lnTo>
                  <a:pt x="14235" y="7713"/>
                </a:lnTo>
                <a:lnTo>
                  <a:pt x="14235" y="8078"/>
                </a:lnTo>
                <a:lnTo>
                  <a:pt x="14235" y="8541"/>
                </a:lnTo>
                <a:lnTo>
                  <a:pt x="14210" y="9003"/>
                </a:lnTo>
                <a:lnTo>
                  <a:pt x="14162" y="9465"/>
                </a:lnTo>
                <a:lnTo>
                  <a:pt x="14064" y="9928"/>
                </a:lnTo>
                <a:lnTo>
                  <a:pt x="13943" y="10341"/>
                </a:lnTo>
                <a:lnTo>
                  <a:pt x="13797" y="10731"/>
                </a:lnTo>
                <a:lnTo>
                  <a:pt x="13602" y="11120"/>
                </a:lnTo>
                <a:lnTo>
                  <a:pt x="13383" y="11485"/>
                </a:lnTo>
                <a:lnTo>
                  <a:pt x="13140" y="11850"/>
                </a:lnTo>
                <a:lnTo>
                  <a:pt x="12848" y="12166"/>
                </a:lnTo>
                <a:lnTo>
                  <a:pt x="12556" y="12483"/>
                </a:lnTo>
                <a:lnTo>
                  <a:pt x="12239" y="12799"/>
                </a:lnTo>
                <a:lnTo>
                  <a:pt x="12191" y="12726"/>
                </a:lnTo>
                <a:lnTo>
                  <a:pt x="12142" y="12701"/>
                </a:lnTo>
                <a:lnTo>
                  <a:pt x="12020" y="12628"/>
                </a:lnTo>
                <a:lnTo>
                  <a:pt x="11972" y="12628"/>
                </a:lnTo>
                <a:lnTo>
                  <a:pt x="11947" y="12653"/>
                </a:lnTo>
                <a:lnTo>
                  <a:pt x="11947" y="12677"/>
                </a:lnTo>
                <a:lnTo>
                  <a:pt x="11947" y="12726"/>
                </a:lnTo>
                <a:lnTo>
                  <a:pt x="11996" y="12774"/>
                </a:lnTo>
                <a:lnTo>
                  <a:pt x="12020" y="12823"/>
                </a:lnTo>
                <a:lnTo>
                  <a:pt x="12045" y="12969"/>
                </a:lnTo>
                <a:lnTo>
                  <a:pt x="11680" y="13237"/>
                </a:lnTo>
                <a:lnTo>
                  <a:pt x="11582" y="13018"/>
                </a:lnTo>
                <a:lnTo>
                  <a:pt x="11558" y="12896"/>
                </a:lnTo>
                <a:lnTo>
                  <a:pt x="11534" y="12774"/>
                </a:lnTo>
                <a:lnTo>
                  <a:pt x="11509" y="12726"/>
                </a:lnTo>
                <a:lnTo>
                  <a:pt x="11461" y="12701"/>
                </a:lnTo>
                <a:lnTo>
                  <a:pt x="11412" y="12726"/>
                </a:lnTo>
                <a:lnTo>
                  <a:pt x="11388" y="12774"/>
                </a:lnTo>
                <a:lnTo>
                  <a:pt x="11363" y="13115"/>
                </a:lnTo>
                <a:lnTo>
                  <a:pt x="11363" y="13285"/>
                </a:lnTo>
                <a:lnTo>
                  <a:pt x="11388" y="13431"/>
                </a:lnTo>
                <a:lnTo>
                  <a:pt x="11266" y="13529"/>
                </a:lnTo>
                <a:lnTo>
                  <a:pt x="11096" y="13626"/>
                </a:lnTo>
                <a:lnTo>
                  <a:pt x="11023" y="13310"/>
                </a:lnTo>
                <a:lnTo>
                  <a:pt x="10925" y="12993"/>
                </a:lnTo>
                <a:lnTo>
                  <a:pt x="10877" y="12969"/>
                </a:lnTo>
                <a:lnTo>
                  <a:pt x="10828" y="12993"/>
                </a:lnTo>
                <a:lnTo>
                  <a:pt x="10779" y="13188"/>
                </a:lnTo>
                <a:lnTo>
                  <a:pt x="10779" y="13383"/>
                </a:lnTo>
                <a:lnTo>
                  <a:pt x="10804" y="13577"/>
                </a:lnTo>
                <a:lnTo>
                  <a:pt x="10852" y="13772"/>
                </a:lnTo>
                <a:lnTo>
                  <a:pt x="10487" y="13918"/>
                </a:lnTo>
                <a:lnTo>
                  <a:pt x="10487" y="13821"/>
                </a:lnTo>
                <a:lnTo>
                  <a:pt x="10463" y="13480"/>
                </a:lnTo>
                <a:lnTo>
                  <a:pt x="10439" y="13310"/>
                </a:lnTo>
                <a:lnTo>
                  <a:pt x="10414" y="13139"/>
                </a:lnTo>
                <a:lnTo>
                  <a:pt x="10390" y="13091"/>
                </a:lnTo>
                <a:lnTo>
                  <a:pt x="10293" y="13091"/>
                </a:lnTo>
                <a:lnTo>
                  <a:pt x="10268" y="13139"/>
                </a:lnTo>
                <a:lnTo>
                  <a:pt x="10195" y="13480"/>
                </a:lnTo>
                <a:lnTo>
                  <a:pt x="10195" y="13821"/>
                </a:lnTo>
                <a:lnTo>
                  <a:pt x="10171" y="14040"/>
                </a:lnTo>
                <a:lnTo>
                  <a:pt x="9782" y="14186"/>
                </a:lnTo>
                <a:lnTo>
                  <a:pt x="9806" y="13845"/>
                </a:lnTo>
                <a:lnTo>
                  <a:pt x="9879" y="13504"/>
                </a:lnTo>
                <a:lnTo>
                  <a:pt x="9928" y="13164"/>
                </a:lnTo>
                <a:lnTo>
                  <a:pt x="9952" y="12823"/>
                </a:lnTo>
                <a:lnTo>
                  <a:pt x="9952" y="12774"/>
                </a:lnTo>
                <a:lnTo>
                  <a:pt x="9928" y="12750"/>
                </a:lnTo>
                <a:lnTo>
                  <a:pt x="9879" y="12726"/>
                </a:lnTo>
                <a:lnTo>
                  <a:pt x="9806" y="12750"/>
                </a:lnTo>
                <a:lnTo>
                  <a:pt x="9757" y="12799"/>
                </a:lnTo>
                <a:lnTo>
                  <a:pt x="9636" y="13139"/>
                </a:lnTo>
                <a:lnTo>
                  <a:pt x="9490" y="13504"/>
                </a:lnTo>
                <a:lnTo>
                  <a:pt x="9417" y="13894"/>
                </a:lnTo>
                <a:lnTo>
                  <a:pt x="9392" y="14088"/>
                </a:lnTo>
                <a:lnTo>
                  <a:pt x="9368" y="14283"/>
                </a:lnTo>
                <a:lnTo>
                  <a:pt x="9125" y="14332"/>
                </a:lnTo>
                <a:lnTo>
                  <a:pt x="9125" y="14064"/>
                </a:lnTo>
                <a:lnTo>
                  <a:pt x="9149" y="13821"/>
                </a:lnTo>
                <a:lnTo>
                  <a:pt x="9173" y="13431"/>
                </a:lnTo>
                <a:lnTo>
                  <a:pt x="9222" y="13237"/>
                </a:lnTo>
                <a:lnTo>
                  <a:pt x="9246" y="13139"/>
                </a:lnTo>
                <a:lnTo>
                  <a:pt x="9295" y="13091"/>
                </a:lnTo>
                <a:lnTo>
                  <a:pt x="9295" y="13066"/>
                </a:lnTo>
                <a:lnTo>
                  <a:pt x="9295" y="13042"/>
                </a:lnTo>
                <a:lnTo>
                  <a:pt x="9246" y="13042"/>
                </a:lnTo>
                <a:lnTo>
                  <a:pt x="9173" y="13091"/>
                </a:lnTo>
                <a:lnTo>
                  <a:pt x="9125" y="13139"/>
                </a:lnTo>
                <a:lnTo>
                  <a:pt x="9027" y="13310"/>
                </a:lnTo>
                <a:lnTo>
                  <a:pt x="8954" y="13480"/>
                </a:lnTo>
                <a:lnTo>
                  <a:pt x="8906" y="13650"/>
                </a:lnTo>
                <a:lnTo>
                  <a:pt x="8808" y="13991"/>
                </a:lnTo>
                <a:lnTo>
                  <a:pt x="8784" y="14210"/>
                </a:lnTo>
                <a:lnTo>
                  <a:pt x="8784" y="14405"/>
                </a:lnTo>
                <a:lnTo>
                  <a:pt x="8443" y="14453"/>
                </a:lnTo>
                <a:lnTo>
                  <a:pt x="8443" y="14332"/>
                </a:lnTo>
                <a:lnTo>
                  <a:pt x="8492" y="13894"/>
                </a:lnTo>
                <a:lnTo>
                  <a:pt x="8589" y="13456"/>
                </a:lnTo>
                <a:lnTo>
                  <a:pt x="8735" y="13042"/>
                </a:lnTo>
                <a:lnTo>
                  <a:pt x="8833" y="12847"/>
                </a:lnTo>
                <a:lnTo>
                  <a:pt x="8930" y="12653"/>
                </a:lnTo>
                <a:lnTo>
                  <a:pt x="8930" y="12628"/>
                </a:lnTo>
                <a:lnTo>
                  <a:pt x="8906" y="12580"/>
                </a:lnTo>
                <a:lnTo>
                  <a:pt x="8881" y="12580"/>
                </a:lnTo>
                <a:lnTo>
                  <a:pt x="8857" y="12604"/>
                </a:lnTo>
                <a:lnTo>
                  <a:pt x="8687" y="12799"/>
                </a:lnTo>
                <a:lnTo>
                  <a:pt x="8516" y="12993"/>
                </a:lnTo>
                <a:lnTo>
                  <a:pt x="8395" y="13237"/>
                </a:lnTo>
                <a:lnTo>
                  <a:pt x="8297" y="13456"/>
                </a:lnTo>
                <a:lnTo>
                  <a:pt x="8200" y="13723"/>
                </a:lnTo>
                <a:lnTo>
                  <a:pt x="8127" y="13967"/>
                </a:lnTo>
                <a:lnTo>
                  <a:pt x="8103" y="14234"/>
                </a:lnTo>
                <a:lnTo>
                  <a:pt x="8078" y="14478"/>
                </a:lnTo>
                <a:lnTo>
                  <a:pt x="7762" y="14502"/>
                </a:lnTo>
                <a:lnTo>
                  <a:pt x="7811" y="14259"/>
                </a:lnTo>
                <a:lnTo>
                  <a:pt x="7859" y="14113"/>
                </a:lnTo>
                <a:lnTo>
                  <a:pt x="7908" y="13967"/>
                </a:lnTo>
                <a:lnTo>
                  <a:pt x="7957" y="13796"/>
                </a:lnTo>
                <a:lnTo>
                  <a:pt x="7981" y="13650"/>
                </a:lnTo>
                <a:lnTo>
                  <a:pt x="7957" y="13602"/>
                </a:lnTo>
                <a:lnTo>
                  <a:pt x="7932" y="13577"/>
                </a:lnTo>
                <a:lnTo>
                  <a:pt x="7884" y="13577"/>
                </a:lnTo>
                <a:lnTo>
                  <a:pt x="7811" y="13626"/>
                </a:lnTo>
                <a:lnTo>
                  <a:pt x="7738" y="13699"/>
                </a:lnTo>
                <a:lnTo>
                  <a:pt x="7689" y="13772"/>
                </a:lnTo>
                <a:lnTo>
                  <a:pt x="7640" y="13869"/>
                </a:lnTo>
                <a:lnTo>
                  <a:pt x="7567" y="14064"/>
                </a:lnTo>
                <a:lnTo>
                  <a:pt x="7519" y="14259"/>
                </a:lnTo>
                <a:lnTo>
                  <a:pt x="7446" y="14526"/>
                </a:lnTo>
                <a:lnTo>
                  <a:pt x="7105" y="14526"/>
                </a:lnTo>
                <a:lnTo>
                  <a:pt x="7129" y="14380"/>
                </a:lnTo>
                <a:lnTo>
                  <a:pt x="7178" y="14210"/>
                </a:lnTo>
                <a:lnTo>
                  <a:pt x="7300" y="13894"/>
                </a:lnTo>
                <a:lnTo>
                  <a:pt x="7421" y="13577"/>
                </a:lnTo>
                <a:lnTo>
                  <a:pt x="7421" y="13529"/>
                </a:lnTo>
                <a:lnTo>
                  <a:pt x="7397" y="13504"/>
                </a:lnTo>
                <a:lnTo>
                  <a:pt x="7324" y="13504"/>
                </a:lnTo>
                <a:lnTo>
                  <a:pt x="7154" y="13650"/>
                </a:lnTo>
                <a:lnTo>
                  <a:pt x="7008" y="13821"/>
                </a:lnTo>
                <a:lnTo>
                  <a:pt x="6886" y="13991"/>
                </a:lnTo>
                <a:lnTo>
                  <a:pt x="6789" y="14210"/>
                </a:lnTo>
                <a:lnTo>
                  <a:pt x="6740" y="14332"/>
                </a:lnTo>
                <a:lnTo>
                  <a:pt x="6716" y="14502"/>
                </a:lnTo>
                <a:lnTo>
                  <a:pt x="6497" y="14453"/>
                </a:lnTo>
                <a:lnTo>
                  <a:pt x="6302" y="14380"/>
                </a:lnTo>
                <a:lnTo>
                  <a:pt x="5889" y="14210"/>
                </a:lnTo>
                <a:lnTo>
                  <a:pt x="7008" y="13358"/>
                </a:lnTo>
                <a:lnTo>
                  <a:pt x="8078" y="12458"/>
                </a:lnTo>
                <a:lnTo>
                  <a:pt x="8881" y="11777"/>
                </a:lnTo>
                <a:lnTo>
                  <a:pt x="9271" y="11436"/>
                </a:lnTo>
                <a:lnTo>
                  <a:pt x="9684" y="11120"/>
                </a:lnTo>
                <a:lnTo>
                  <a:pt x="10463" y="10512"/>
                </a:lnTo>
                <a:lnTo>
                  <a:pt x="10828" y="10195"/>
                </a:lnTo>
                <a:lnTo>
                  <a:pt x="11193" y="9855"/>
                </a:lnTo>
                <a:lnTo>
                  <a:pt x="11388" y="9636"/>
                </a:lnTo>
                <a:lnTo>
                  <a:pt x="11582" y="9417"/>
                </a:lnTo>
                <a:lnTo>
                  <a:pt x="11923" y="8930"/>
                </a:lnTo>
                <a:lnTo>
                  <a:pt x="12264" y="8443"/>
                </a:lnTo>
                <a:lnTo>
                  <a:pt x="12434" y="8200"/>
                </a:lnTo>
                <a:lnTo>
                  <a:pt x="12629" y="7981"/>
                </a:lnTo>
                <a:lnTo>
                  <a:pt x="12969" y="7616"/>
                </a:lnTo>
                <a:lnTo>
                  <a:pt x="13334" y="7251"/>
                </a:lnTo>
                <a:lnTo>
                  <a:pt x="13699" y="6910"/>
                </a:lnTo>
                <a:lnTo>
                  <a:pt x="14064" y="6570"/>
                </a:lnTo>
                <a:close/>
                <a:moveTo>
                  <a:pt x="14356" y="1460"/>
                </a:moveTo>
                <a:lnTo>
                  <a:pt x="14575" y="1509"/>
                </a:lnTo>
                <a:lnTo>
                  <a:pt x="14721" y="1582"/>
                </a:lnTo>
                <a:lnTo>
                  <a:pt x="14843" y="1679"/>
                </a:lnTo>
                <a:lnTo>
                  <a:pt x="14916" y="1825"/>
                </a:lnTo>
                <a:lnTo>
                  <a:pt x="14964" y="1971"/>
                </a:lnTo>
                <a:lnTo>
                  <a:pt x="14989" y="2141"/>
                </a:lnTo>
                <a:lnTo>
                  <a:pt x="14964" y="2312"/>
                </a:lnTo>
                <a:lnTo>
                  <a:pt x="14940" y="2506"/>
                </a:lnTo>
                <a:lnTo>
                  <a:pt x="14867" y="2701"/>
                </a:lnTo>
                <a:lnTo>
                  <a:pt x="14721" y="3090"/>
                </a:lnTo>
                <a:lnTo>
                  <a:pt x="14551" y="3455"/>
                </a:lnTo>
                <a:lnTo>
                  <a:pt x="14381" y="3747"/>
                </a:lnTo>
                <a:lnTo>
                  <a:pt x="14162" y="4112"/>
                </a:lnTo>
                <a:lnTo>
                  <a:pt x="13918" y="4477"/>
                </a:lnTo>
                <a:lnTo>
                  <a:pt x="13432" y="5183"/>
                </a:lnTo>
                <a:lnTo>
                  <a:pt x="12385" y="6545"/>
                </a:lnTo>
                <a:lnTo>
                  <a:pt x="12045" y="7008"/>
                </a:lnTo>
                <a:lnTo>
                  <a:pt x="11704" y="7421"/>
                </a:lnTo>
                <a:lnTo>
                  <a:pt x="11339" y="7835"/>
                </a:lnTo>
                <a:lnTo>
                  <a:pt x="10950" y="8224"/>
                </a:lnTo>
                <a:lnTo>
                  <a:pt x="10560" y="8614"/>
                </a:lnTo>
                <a:lnTo>
                  <a:pt x="10171" y="9003"/>
                </a:lnTo>
                <a:lnTo>
                  <a:pt x="9319" y="9733"/>
                </a:lnTo>
                <a:lnTo>
                  <a:pt x="8565" y="10341"/>
                </a:lnTo>
                <a:lnTo>
                  <a:pt x="7835" y="10974"/>
                </a:lnTo>
                <a:lnTo>
                  <a:pt x="7129" y="11607"/>
                </a:lnTo>
                <a:lnTo>
                  <a:pt x="6789" y="11947"/>
                </a:lnTo>
                <a:lnTo>
                  <a:pt x="6448" y="12288"/>
                </a:lnTo>
                <a:lnTo>
                  <a:pt x="5791" y="12945"/>
                </a:lnTo>
                <a:lnTo>
                  <a:pt x="5134" y="13602"/>
                </a:lnTo>
                <a:lnTo>
                  <a:pt x="4794" y="13918"/>
                </a:lnTo>
                <a:lnTo>
                  <a:pt x="4429" y="14210"/>
                </a:lnTo>
                <a:lnTo>
                  <a:pt x="4064" y="14478"/>
                </a:lnTo>
                <a:lnTo>
                  <a:pt x="3674" y="14745"/>
                </a:lnTo>
                <a:lnTo>
                  <a:pt x="3431" y="14891"/>
                </a:lnTo>
                <a:lnTo>
                  <a:pt x="3115" y="15037"/>
                </a:lnTo>
                <a:lnTo>
                  <a:pt x="2750" y="15208"/>
                </a:lnTo>
                <a:lnTo>
                  <a:pt x="2360" y="15305"/>
                </a:lnTo>
                <a:lnTo>
                  <a:pt x="2166" y="15354"/>
                </a:lnTo>
                <a:lnTo>
                  <a:pt x="1971" y="15378"/>
                </a:lnTo>
                <a:lnTo>
                  <a:pt x="1776" y="15402"/>
                </a:lnTo>
                <a:lnTo>
                  <a:pt x="1606" y="15378"/>
                </a:lnTo>
                <a:lnTo>
                  <a:pt x="1460" y="15329"/>
                </a:lnTo>
                <a:lnTo>
                  <a:pt x="1314" y="15256"/>
                </a:lnTo>
                <a:lnTo>
                  <a:pt x="1192" y="15159"/>
                </a:lnTo>
                <a:lnTo>
                  <a:pt x="1095" y="15037"/>
                </a:lnTo>
                <a:lnTo>
                  <a:pt x="1022" y="14867"/>
                </a:lnTo>
                <a:lnTo>
                  <a:pt x="973" y="14672"/>
                </a:lnTo>
                <a:lnTo>
                  <a:pt x="973" y="14478"/>
                </a:lnTo>
                <a:lnTo>
                  <a:pt x="973" y="14283"/>
                </a:lnTo>
                <a:lnTo>
                  <a:pt x="998" y="14064"/>
                </a:lnTo>
                <a:lnTo>
                  <a:pt x="1046" y="13869"/>
                </a:lnTo>
                <a:lnTo>
                  <a:pt x="1168" y="13456"/>
                </a:lnTo>
                <a:lnTo>
                  <a:pt x="1752" y="12288"/>
                </a:lnTo>
                <a:lnTo>
                  <a:pt x="2020" y="11753"/>
                </a:lnTo>
                <a:lnTo>
                  <a:pt x="2141" y="11558"/>
                </a:lnTo>
                <a:lnTo>
                  <a:pt x="2190" y="11485"/>
                </a:lnTo>
                <a:lnTo>
                  <a:pt x="2239" y="11436"/>
                </a:lnTo>
                <a:lnTo>
                  <a:pt x="2287" y="11534"/>
                </a:lnTo>
                <a:lnTo>
                  <a:pt x="2263" y="11558"/>
                </a:lnTo>
                <a:lnTo>
                  <a:pt x="1995" y="12118"/>
                </a:lnTo>
                <a:lnTo>
                  <a:pt x="1874" y="12410"/>
                </a:lnTo>
                <a:lnTo>
                  <a:pt x="1776" y="12701"/>
                </a:lnTo>
                <a:lnTo>
                  <a:pt x="1703" y="12993"/>
                </a:lnTo>
                <a:lnTo>
                  <a:pt x="1703" y="13139"/>
                </a:lnTo>
                <a:lnTo>
                  <a:pt x="1703" y="13285"/>
                </a:lnTo>
                <a:lnTo>
                  <a:pt x="1703" y="13431"/>
                </a:lnTo>
                <a:lnTo>
                  <a:pt x="1728" y="13577"/>
                </a:lnTo>
                <a:lnTo>
                  <a:pt x="1776" y="13723"/>
                </a:lnTo>
                <a:lnTo>
                  <a:pt x="1849" y="13869"/>
                </a:lnTo>
                <a:lnTo>
                  <a:pt x="1922" y="13967"/>
                </a:lnTo>
                <a:lnTo>
                  <a:pt x="2020" y="14064"/>
                </a:lnTo>
                <a:lnTo>
                  <a:pt x="2117" y="14137"/>
                </a:lnTo>
                <a:lnTo>
                  <a:pt x="2214" y="14210"/>
                </a:lnTo>
                <a:lnTo>
                  <a:pt x="2336" y="14234"/>
                </a:lnTo>
                <a:lnTo>
                  <a:pt x="2458" y="14283"/>
                </a:lnTo>
                <a:lnTo>
                  <a:pt x="2701" y="14283"/>
                </a:lnTo>
                <a:lnTo>
                  <a:pt x="2969" y="14259"/>
                </a:lnTo>
                <a:lnTo>
                  <a:pt x="3236" y="14210"/>
                </a:lnTo>
                <a:lnTo>
                  <a:pt x="3480" y="14137"/>
                </a:lnTo>
                <a:lnTo>
                  <a:pt x="3674" y="14040"/>
                </a:lnTo>
                <a:lnTo>
                  <a:pt x="4064" y="13869"/>
                </a:lnTo>
                <a:lnTo>
                  <a:pt x="4404" y="13650"/>
                </a:lnTo>
                <a:lnTo>
                  <a:pt x="4745" y="13407"/>
                </a:lnTo>
                <a:lnTo>
                  <a:pt x="5086" y="13139"/>
                </a:lnTo>
                <a:lnTo>
                  <a:pt x="5718" y="12580"/>
                </a:lnTo>
                <a:lnTo>
                  <a:pt x="6351" y="12020"/>
                </a:lnTo>
                <a:lnTo>
                  <a:pt x="7056" y="11315"/>
                </a:lnTo>
                <a:lnTo>
                  <a:pt x="7762" y="10585"/>
                </a:lnTo>
                <a:lnTo>
                  <a:pt x="8443" y="9855"/>
                </a:lnTo>
                <a:lnTo>
                  <a:pt x="9149" y="9125"/>
                </a:lnTo>
                <a:lnTo>
                  <a:pt x="10585" y="7665"/>
                </a:lnTo>
                <a:lnTo>
                  <a:pt x="11315" y="6910"/>
                </a:lnTo>
                <a:lnTo>
                  <a:pt x="12045" y="6180"/>
                </a:lnTo>
                <a:lnTo>
                  <a:pt x="12580" y="5596"/>
                </a:lnTo>
                <a:lnTo>
                  <a:pt x="13091" y="4988"/>
                </a:lnTo>
                <a:lnTo>
                  <a:pt x="13334" y="4672"/>
                </a:lnTo>
                <a:lnTo>
                  <a:pt x="13553" y="4356"/>
                </a:lnTo>
                <a:lnTo>
                  <a:pt x="13772" y="4015"/>
                </a:lnTo>
                <a:lnTo>
                  <a:pt x="13943" y="3674"/>
                </a:lnTo>
                <a:lnTo>
                  <a:pt x="14040" y="3407"/>
                </a:lnTo>
                <a:lnTo>
                  <a:pt x="14113" y="3163"/>
                </a:lnTo>
                <a:lnTo>
                  <a:pt x="14162" y="2896"/>
                </a:lnTo>
                <a:lnTo>
                  <a:pt x="14186" y="2628"/>
                </a:lnTo>
                <a:lnTo>
                  <a:pt x="14137" y="2385"/>
                </a:lnTo>
                <a:lnTo>
                  <a:pt x="14089" y="2263"/>
                </a:lnTo>
                <a:lnTo>
                  <a:pt x="14040" y="2141"/>
                </a:lnTo>
                <a:lnTo>
                  <a:pt x="13967" y="2044"/>
                </a:lnTo>
                <a:lnTo>
                  <a:pt x="13894" y="1947"/>
                </a:lnTo>
                <a:lnTo>
                  <a:pt x="13772" y="1849"/>
                </a:lnTo>
                <a:lnTo>
                  <a:pt x="13651" y="1776"/>
                </a:lnTo>
                <a:lnTo>
                  <a:pt x="13480" y="1703"/>
                </a:lnTo>
                <a:lnTo>
                  <a:pt x="13334" y="1679"/>
                </a:lnTo>
                <a:lnTo>
                  <a:pt x="12994" y="1679"/>
                </a:lnTo>
                <a:lnTo>
                  <a:pt x="13261" y="1606"/>
                </a:lnTo>
                <a:lnTo>
                  <a:pt x="13529" y="1533"/>
                </a:lnTo>
                <a:lnTo>
                  <a:pt x="13821" y="1484"/>
                </a:lnTo>
                <a:lnTo>
                  <a:pt x="14113" y="1460"/>
                </a:lnTo>
                <a:close/>
                <a:moveTo>
                  <a:pt x="15573" y="535"/>
                </a:moveTo>
                <a:lnTo>
                  <a:pt x="15694" y="584"/>
                </a:lnTo>
                <a:lnTo>
                  <a:pt x="15767" y="633"/>
                </a:lnTo>
                <a:lnTo>
                  <a:pt x="15816" y="681"/>
                </a:lnTo>
                <a:lnTo>
                  <a:pt x="15840" y="754"/>
                </a:lnTo>
                <a:lnTo>
                  <a:pt x="15889" y="852"/>
                </a:lnTo>
                <a:lnTo>
                  <a:pt x="15938" y="1119"/>
                </a:lnTo>
                <a:lnTo>
                  <a:pt x="15938" y="1387"/>
                </a:lnTo>
                <a:lnTo>
                  <a:pt x="15913" y="1679"/>
                </a:lnTo>
                <a:lnTo>
                  <a:pt x="15865" y="1971"/>
                </a:lnTo>
                <a:lnTo>
                  <a:pt x="15719" y="2531"/>
                </a:lnTo>
                <a:lnTo>
                  <a:pt x="15548" y="3066"/>
                </a:lnTo>
                <a:lnTo>
                  <a:pt x="15378" y="3577"/>
                </a:lnTo>
                <a:lnTo>
                  <a:pt x="15159" y="4088"/>
                </a:lnTo>
                <a:lnTo>
                  <a:pt x="14916" y="4574"/>
                </a:lnTo>
                <a:lnTo>
                  <a:pt x="14624" y="5061"/>
                </a:lnTo>
                <a:lnTo>
                  <a:pt x="14332" y="5499"/>
                </a:lnTo>
                <a:lnTo>
                  <a:pt x="13991" y="5937"/>
                </a:lnTo>
                <a:lnTo>
                  <a:pt x="13626" y="6351"/>
                </a:lnTo>
                <a:lnTo>
                  <a:pt x="13261" y="6740"/>
                </a:lnTo>
                <a:lnTo>
                  <a:pt x="12604" y="7397"/>
                </a:lnTo>
                <a:lnTo>
                  <a:pt x="12288" y="7738"/>
                </a:lnTo>
                <a:lnTo>
                  <a:pt x="11996" y="8103"/>
                </a:lnTo>
                <a:lnTo>
                  <a:pt x="11363" y="8979"/>
                </a:lnTo>
                <a:lnTo>
                  <a:pt x="11047" y="9392"/>
                </a:lnTo>
                <a:lnTo>
                  <a:pt x="10877" y="9611"/>
                </a:lnTo>
                <a:lnTo>
                  <a:pt x="10682" y="9806"/>
                </a:lnTo>
                <a:lnTo>
                  <a:pt x="10293" y="10122"/>
                </a:lnTo>
                <a:lnTo>
                  <a:pt x="9903" y="10439"/>
                </a:lnTo>
                <a:lnTo>
                  <a:pt x="9100" y="11047"/>
                </a:lnTo>
                <a:lnTo>
                  <a:pt x="8687" y="11388"/>
                </a:lnTo>
                <a:lnTo>
                  <a:pt x="8297" y="11728"/>
                </a:lnTo>
                <a:lnTo>
                  <a:pt x="7519" y="12410"/>
                </a:lnTo>
                <a:lnTo>
                  <a:pt x="6837" y="12969"/>
                </a:lnTo>
                <a:lnTo>
                  <a:pt x="6156" y="13529"/>
                </a:lnTo>
                <a:lnTo>
                  <a:pt x="5475" y="14064"/>
                </a:lnTo>
                <a:lnTo>
                  <a:pt x="4769" y="14575"/>
                </a:lnTo>
                <a:lnTo>
                  <a:pt x="4283" y="14916"/>
                </a:lnTo>
                <a:lnTo>
                  <a:pt x="3796" y="15208"/>
                </a:lnTo>
                <a:lnTo>
                  <a:pt x="3285" y="15500"/>
                </a:lnTo>
                <a:lnTo>
                  <a:pt x="2750" y="15767"/>
                </a:lnTo>
                <a:lnTo>
                  <a:pt x="2287" y="15962"/>
                </a:lnTo>
                <a:lnTo>
                  <a:pt x="2020" y="16059"/>
                </a:lnTo>
                <a:lnTo>
                  <a:pt x="1752" y="16132"/>
                </a:lnTo>
                <a:lnTo>
                  <a:pt x="1484" y="16205"/>
                </a:lnTo>
                <a:lnTo>
                  <a:pt x="1217" y="16230"/>
                </a:lnTo>
                <a:lnTo>
                  <a:pt x="949" y="16205"/>
                </a:lnTo>
                <a:lnTo>
                  <a:pt x="827" y="16181"/>
                </a:lnTo>
                <a:lnTo>
                  <a:pt x="730" y="16132"/>
                </a:lnTo>
                <a:lnTo>
                  <a:pt x="633" y="16084"/>
                </a:lnTo>
                <a:lnTo>
                  <a:pt x="560" y="16011"/>
                </a:lnTo>
                <a:lnTo>
                  <a:pt x="511" y="15938"/>
                </a:lnTo>
                <a:lnTo>
                  <a:pt x="462" y="15840"/>
                </a:lnTo>
                <a:lnTo>
                  <a:pt x="438" y="15646"/>
                </a:lnTo>
                <a:lnTo>
                  <a:pt x="438" y="15402"/>
                </a:lnTo>
                <a:lnTo>
                  <a:pt x="487" y="15159"/>
                </a:lnTo>
                <a:lnTo>
                  <a:pt x="560" y="14891"/>
                </a:lnTo>
                <a:lnTo>
                  <a:pt x="754" y="14405"/>
                </a:lnTo>
                <a:lnTo>
                  <a:pt x="754" y="14599"/>
                </a:lnTo>
                <a:lnTo>
                  <a:pt x="754" y="14794"/>
                </a:lnTo>
                <a:lnTo>
                  <a:pt x="803" y="14964"/>
                </a:lnTo>
                <a:lnTo>
                  <a:pt x="827" y="15110"/>
                </a:lnTo>
                <a:lnTo>
                  <a:pt x="900" y="15232"/>
                </a:lnTo>
                <a:lnTo>
                  <a:pt x="973" y="15354"/>
                </a:lnTo>
                <a:lnTo>
                  <a:pt x="1046" y="15427"/>
                </a:lnTo>
                <a:lnTo>
                  <a:pt x="1144" y="15500"/>
                </a:lnTo>
                <a:lnTo>
                  <a:pt x="1241" y="15573"/>
                </a:lnTo>
                <a:lnTo>
                  <a:pt x="1338" y="15597"/>
                </a:lnTo>
                <a:lnTo>
                  <a:pt x="1460" y="15646"/>
                </a:lnTo>
                <a:lnTo>
                  <a:pt x="1849" y="15646"/>
                </a:lnTo>
                <a:lnTo>
                  <a:pt x="2141" y="15597"/>
                </a:lnTo>
                <a:lnTo>
                  <a:pt x="2433" y="15500"/>
                </a:lnTo>
                <a:lnTo>
                  <a:pt x="2750" y="15402"/>
                </a:lnTo>
                <a:lnTo>
                  <a:pt x="3042" y="15256"/>
                </a:lnTo>
                <a:lnTo>
                  <a:pt x="3626" y="14964"/>
                </a:lnTo>
                <a:lnTo>
                  <a:pt x="4112" y="14648"/>
                </a:lnTo>
                <a:lnTo>
                  <a:pt x="4453" y="14405"/>
                </a:lnTo>
                <a:lnTo>
                  <a:pt x="4794" y="14137"/>
                </a:lnTo>
                <a:lnTo>
                  <a:pt x="5134" y="13845"/>
                </a:lnTo>
                <a:lnTo>
                  <a:pt x="5767" y="13261"/>
                </a:lnTo>
                <a:lnTo>
                  <a:pt x="6375" y="12653"/>
                </a:lnTo>
                <a:lnTo>
                  <a:pt x="6983" y="12045"/>
                </a:lnTo>
                <a:lnTo>
                  <a:pt x="7738" y="11363"/>
                </a:lnTo>
                <a:lnTo>
                  <a:pt x="8492" y="10731"/>
                </a:lnTo>
                <a:lnTo>
                  <a:pt x="9271" y="10098"/>
                </a:lnTo>
                <a:lnTo>
                  <a:pt x="10049" y="9465"/>
                </a:lnTo>
                <a:lnTo>
                  <a:pt x="10439" y="9125"/>
                </a:lnTo>
                <a:lnTo>
                  <a:pt x="10828" y="8760"/>
                </a:lnTo>
                <a:lnTo>
                  <a:pt x="11193" y="8395"/>
                </a:lnTo>
                <a:lnTo>
                  <a:pt x="11558" y="8030"/>
                </a:lnTo>
                <a:lnTo>
                  <a:pt x="11899" y="7665"/>
                </a:lnTo>
                <a:lnTo>
                  <a:pt x="12239" y="7275"/>
                </a:lnTo>
                <a:lnTo>
                  <a:pt x="12896" y="6448"/>
                </a:lnTo>
                <a:lnTo>
                  <a:pt x="13894" y="5110"/>
                </a:lnTo>
                <a:lnTo>
                  <a:pt x="14381" y="4429"/>
                </a:lnTo>
                <a:lnTo>
                  <a:pt x="14599" y="4064"/>
                </a:lnTo>
                <a:lnTo>
                  <a:pt x="14818" y="3723"/>
                </a:lnTo>
                <a:lnTo>
                  <a:pt x="14989" y="3382"/>
                </a:lnTo>
                <a:lnTo>
                  <a:pt x="15159" y="2993"/>
                </a:lnTo>
                <a:lnTo>
                  <a:pt x="15281" y="2604"/>
                </a:lnTo>
                <a:lnTo>
                  <a:pt x="15329" y="2409"/>
                </a:lnTo>
                <a:lnTo>
                  <a:pt x="15378" y="2214"/>
                </a:lnTo>
                <a:lnTo>
                  <a:pt x="15378" y="2020"/>
                </a:lnTo>
                <a:lnTo>
                  <a:pt x="15354" y="1849"/>
                </a:lnTo>
                <a:lnTo>
                  <a:pt x="15305" y="1655"/>
                </a:lnTo>
                <a:lnTo>
                  <a:pt x="15232" y="1509"/>
                </a:lnTo>
                <a:lnTo>
                  <a:pt x="15135" y="1363"/>
                </a:lnTo>
                <a:lnTo>
                  <a:pt x="14989" y="1241"/>
                </a:lnTo>
                <a:lnTo>
                  <a:pt x="14794" y="1144"/>
                </a:lnTo>
                <a:lnTo>
                  <a:pt x="14575" y="1046"/>
                </a:lnTo>
                <a:lnTo>
                  <a:pt x="14332" y="998"/>
                </a:lnTo>
                <a:lnTo>
                  <a:pt x="14089" y="973"/>
                </a:lnTo>
                <a:lnTo>
                  <a:pt x="14818" y="730"/>
                </a:lnTo>
                <a:lnTo>
                  <a:pt x="15110" y="608"/>
                </a:lnTo>
                <a:lnTo>
                  <a:pt x="15281" y="560"/>
                </a:lnTo>
                <a:lnTo>
                  <a:pt x="15427" y="535"/>
                </a:lnTo>
                <a:close/>
                <a:moveTo>
                  <a:pt x="15451" y="0"/>
                </a:moveTo>
                <a:lnTo>
                  <a:pt x="15305" y="24"/>
                </a:lnTo>
                <a:lnTo>
                  <a:pt x="15013" y="97"/>
                </a:lnTo>
                <a:lnTo>
                  <a:pt x="13845" y="462"/>
                </a:lnTo>
                <a:lnTo>
                  <a:pt x="13261" y="657"/>
                </a:lnTo>
                <a:lnTo>
                  <a:pt x="12702" y="876"/>
                </a:lnTo>
                <a:lnTo>
                  <a:pt x="12118" y="1119"/>
                </a:lnTo>
                <a:lnTo>
                  <a:pt x="11582" y="1411"/>
                </a:lnTo>
                <a:lnTo>
                  <a:pt x="11047" y="1703"/>
                </a:lnTo>
                <a:lnTo>
                  <a:pt x="10536" y="2020"/>
                </a:lnTo>
                <a:lnTo>
                  <a:pt x="10512" y="2068"/>
                </a:lnTo>
                <a:lnTo>
                  <a:pt x="10195" y="1971"/>
                </a:lnTo>
                <a:lnTo>
                  <a:pt x="9879" y="1898"/>
                </a:lnTo>
                <a:lnTo>
                  <a:pt x="9246" y="1801"/>
                </a:lnTo>
                <a:lnTo>
                  <a:pt x="8906" y="1776"/>
                </a:lnTo>
                <a:lnTo>
                  <a:pt x="8565" y="1752"/>
                </a:lnTo>
                <a:lnTo>
                  <a:pt x="8224" y="1752"/>
                </a:lnTo>
                <a:lnTo>
                  <a:pt x="7884" y="1776"/>
                </a:lnTo>
                <a:lnTo>
                  <a:pt x="7543" y="1801"/>
                </a:lnTo>
                <a:lnTo>
                  <a:pt x="7178" y="1849"/>
                </a:lnTo>
                <a:lnTo>
                  <a:pt x="6837" y="1898"/>
                </a:lnTo>
                <a:lnTo>
                  <a:pt x="6497" y="1971"/>
                </a:lnTo>
                <a:lnTo>
                  <a:pt x="6181" y="2068"/>
                </a:lnTo>
                <a:lnTo>
                  <a:pt x="5840" y="2166"/>
                </a:lnTo>
                <a:lnTo>
                  <a:pt x="5524" y="2287"/>
                </a:lnTo>
                <a:lnTo>
                  <a:pt x="5207" y="2409"/>
                </a:lnTo>
                <a:lnTo>
                  <a:pt x="4891" y="2555"/>
                </a:lnTo>
                <a:lnTo>
                  <a:pt x="4575" y="2725"/>
                </a:lnTo>
                <a:lnTo>
                  <a:pt x="4283" y="2896"/>
                </a:lnTo>
                <a:lnTo>
                  <a:pt x="3991" y="3090"/>
                </a:lnTo>
                <a:lnTo>
                  <a:pt x="3626" y="3358"/>
                </a:lnTo>
                <a:lnTo>
                  <a:pt x="3285" y="3699"/>
                </a:lnTo>
                <a:lnTo>
                  <a:pt x="2969" y="4039"/>
                </a:lnTo>
                <a:lnTo>
                  <a:pt x="2677" y="4429"/>
                </a:lnTo>
                <a:lnTo>
                  <a:pt x="2433" y="4842"/>
                </a:lnTo>
                <a:lnTo>
                  <a:pt x="2214" y="5256"/>
                </a:lnTo>
                <a:lnTo>
                  <a:pt x="2044" y="5718"/>
                </a:lnTo>
                <a:lnTo>
                  <a:pt x="1874" y="6156"/>
                </a:lnTo>
                <a:lnTo>
                  <a:pt x="1776" y="6351"/>
                </a:lnTo>
                <a:lnTo>
                  <a:pt x="1679" y="6521"/>
                </a:lnTo>
                <a:lnTo>
                  <a:pt x="1630" y="6691"/>
                </a:lnTo>
                <a:lnTo>
                  <a:pt x="1630" y="6862"/>
                </a:lnTo>
                <a:lnTo>
                  <a:pt x="1655" y="6910"/>
                </a:lnTo>
                <a:lnTo>
                  <a:pt x="1703" y="6935"/>
                </a:lnTo>
                <a:lnTo>
                  <a:pt x="1630" y="7348"/>
                </a:lnTo>
                <a:lnTo>
                  <a:pt x="1582" y="7762"/>
                </a:lnTo>
                <a:lnTo>
                  <a:pt x="1557" y="8151"/>
                </a:lnTo>
                <a:lnTo>
                  <a:pt x="1557" y="8565"/>
                </a:lnTo>
                <a:lnTo>
                  <a:pt x="1557" y="8881"/>
                </a:lnTo>
                <a:lnTo>
                  <a:pt x="1606" y="9198"/>
                </a:lnTo>
                <a:lnTo>
                  <a:pt x="1655" y="9514"/>
                </a:lnTo>
                <a:lnTo>
                  <a:pt x="1703" y="9830"/>
                </a:lnTo>
                <a:lnTo>
                  <a:pt x="1776" y="10171"/>
                </a:lnTo>
                <a:lnTo>
                  <a:pt x="1874" y="10487"/>
                </a:lnTo>
                <a:lnTo>
                  <a:pt x="1995" y="10828"/>
                </a:lnTo>
                <a:lnTo>
                  <a:pt x="2117" y="11144"/>
                </a:lnTo>
                <a:lnTo>
                  <a:pt x="2020" y="11193"/>
                </a:lnTo>
                <a:lnTo>
                  <a:pt x="1898" y="11290"/>
                </a:lnTo>
                <a:lnTo>
                  <a:pt x="1776" y="11412"/>
                </a:lnTo>
                <a:lnTo>
                  <a:pt x="1655" y="11607"/>
                </a:lnTo>
                <a:lnTo>
                  <a:pt x="1387" y="12045"/>
                </a:lnTo>
                <a:lnTo>
                  <a:pt x="1119" y="12556"/>
                </a:lnTo>
                <a:lnTo>
                  <a:pt x="876" y="13091"/>
                </a:lnTo>
                <a:lnTo>
                  <a:pt x="657" y="13553"/>
                </a:lnTo>
                <a:lnTo>
                  <a:pt x="414" y="14113"/>
                </a:lnTo>
                <a:lnTo>
                  <a:pt x="243" y="14551"/>
                </a:lnTo>
                <a:lnTo>
                  <a:pt x="97" y="14989"/>
                </a:lnTo>
                <a:lnTo>
                  <a:pt x="49" y="15208"/>
                </a:lnTo>
                <a:lnTo>
                  <a:pt x="0" y="15427"/>
                </a:lnTo>
                <a:lnTo>
                  <a:pt x="0" y="15670"/>
                </a:lnTo>
                <a:lnTo>
                  <a:pt x="49" y="15889"/>
                </a:lnTo>
                <a:lnTo>
                  <a:pt x="97" y="16084"/>
                </a:lnTo>
                <a:lnTo>
                  <a:pt x="195" y="16254"/>
                </a:lnTo>
                <a:lnTo>
                  <a:pt x="316" y="16400"/>
                </a:lnTo>
                <a:lnTo>
                  <a:pt x="487" y="16497"/>
                </a:lnTo>
                <a:lnTo>
                  <a:pt x="657" y="16595"/>
                </a:lnTo>
                <a:lnTo>
                  <a:pt x="827" y="16643"/>
                </a:lnTo>
                <a:lnTo>
                  <a:pt x="1046" y="16668"/>
                </a:lnTo>
                <a:lnTo>
                  <a:pt x="1241" y="16668"/>
                </a:lnTo>
                <a:lnTo>
                  <a:pt x="1509" y="16643"/>
                </a:lnTo>
                <a:lnTo>
                  <a:pt x="1776" y="16570"/>
                </a:lnTo>
                <a:lnTo>
                  <a:pt x="2044" y="16497"/>
                </a:lnTo>
                <a:lnTo>
                  <a:pt x="2312" y="16400"/>
                </a:lnTo>
                <a:lnTo>
                  <a:pt x="2823" y="16157"/>
                </a:lnTo>
                <a:lnTo>
                  <a:pt x="3309" y="15913"/>
                </a:lnTo>
                <a:lnTo>
                  <a:pt x="3796" y="15646"/>
                </a:lnTo>
                <a:lnTo>
                  <a:pt x="4258" y="15378"/>
                </a:lnTo>
                <a:lnTo>
                  <a:pt x="4721" y="15062"/>
                </a:lnTo>
                <a:lnTo>
                  <a:pt x="5183" y="14745"/>
                </a:lnTo>
                <a:lnTo>
                  <a:pt x="5791" y="14307"/>
                </a:lnTo>
                <a:lnTo>
                  <a:pt x="5767" y="14405"/>
                </a:lnTo>
                <a:lnTo>
                  <a:pt x="5767" y="14502"/>
                </a:lnTo>
                <a:lnTo>
                  <a:pt x="5791" y="14599"/>
                </a:lnTo>
                <a:lnTo>
                  <a:pt x="5864" y="14672"/>
                </a:lnTo>
                <a:lnTo>
                  <a:pt x="5937" y="14745"/>
                </a:lnTo>
                <a:lnTo>
                  <a:pt x="6035" y="14794"/>
                </a:lnTo>
                <a:lnTo>
                  <a:pt x="6302" y="14867"/>
                </a:lnTo>
                <a:lnTo>
                  <a:pt x="6594" y="14940"/>
                </a:lnTo>
                <a:lnTo>
                  <a:pt x="6910" y="14964"/>
                </a:lnTo>
                <a:lnTo>
                  <a:pt x="7227" y="14989"/>
                </a:lnTo>
                <a:lnTo>
                  <a:pt x="7543" y="14989"/>
                </a:lnTo>
                <a:lnTo>
                  <a:pt x="7567" y="15037"/>
                </a:lnTo>
                <a:lnTo>
                  <a:pt x="7640" y="15062"/>
                </a:lnTo>
                <a:lnTo>
                  <a:pt x="7689" y="15062"/>
                </a:lnTo>
                <a:lnTo>
                  <a:pt x="7713" y="15037"/>
                </a:lnTo>
                <a:lnTo>
                  <a:pt x="7738" y="14964"/>
                </a:lnTo>
                <a:lnTo>
                  <a:pt x="8127" y="14940"/>
                </a:lnTo>
                <a:lnTo>
                  <a:pt x="8224" y="14940"/>
                </a:lnTo>
                <a:lnTo>
                  <a:pt x="8322" y="14964"/>
                </a:lnTo>
                <a:lnTo>
                  <a:pt x="8395" y="14916"/>
                </a:lnTo>
                <a:lnTo>
                  <a:pt x="8808" y="14867"/>
                </a:lnTo>
                <a:lnTo>
                  <a:pt x="9198" y="14794"/>
                </a:lnTo>
                <a:lnTo>
                  <a:pt x="9611" y="14697"/>
                </a:lnTo>
                <a:lnTo>
                  <a:pt x="10001" y="14599"/>
                </a:lnTo>
                <a:lnTo>
                  <a:pt x="10390" y="14453"/>
                </a:lnTo>
                <a:lnTo>
                  <a:pt x="10779" y="14307"/>
                </a:lnTo>
                <a:lnTo>
                  <a:pt x="11144" y="14137"/>
                </a:lnTo>
                <a:lnTo>
                  <a:pt x="11509" y="13918"/>
                </a:lnTo>
                <a:lnTo>
                  <a:pt x="12020" y="13577"/>
                </a:lnTo>
                <a:lnTo>
                  <a:pt x="12507" y="13164"/>
                </a:lnTo>
                <a:lnTo>
                  <a:pt x="12969" y="12726"/>
                </a:lnTo>
                <a:lnTo>
                  <a:pt x="13359" y="12264"/>
                </a:lnTo>
                <a:lnTo>
                  <a:pt x="13553" y="11996"/>
                </a:lnTo>
                <a:lnTo>
                  <a:pt x="13724" y="11753"/>
                </a:lnTo>
                <a:lnTo>
                  <a:pt x="13894" y="11485"/>
                </a:lnTo>
                <a:lnTo>
                  <a:pt x="14040" y="11193"/>
                </a:lnTo>
                <a:lnTo>
                  <a:pt x="14186" y="10925"/>
                </a:lnTo>
                <a:lnTo>
                  <a:pt x="14308" y="10633"/>
                </a:lnTo>
                <a:lnTo>
                  <a:pt x="14405" y="10341"/>
                </a:lnTo>
                <a:lnTo>
                  <a:pt x="14478" y="10049"/>
                </a:lnTo>
                <a:lnTo>
                  <a:pt x="14599" y="9538"/>
                </a:lnTo>
                <a:lnTo>
                  <a:pt x="14648" y="9003"/>
                </a:lnTo>
                <a:lnTo>
                  <a:pt x="14672" y="8468"/>
                </a:lnTo>
                <a:lnTo>
                  <a:pt x="14697" y="7957"/>
                </a:lnTo>
                <a:lnTo>
                  <a:pt x="14697" y="7519"/>
                </a:lnTo>
                <a:lnTo>
                  <a:pt x="14672" y="7032"/>
                </a:lnTo>
                <a:lnTo>
                  <a:pt x="14624" y="6813"/>
                </a:lnTo>
                <a:lnTo>
                  <a:pt x="14575" y="6594"/>
                </a:lnTo>
                <a:lnTo>
                  <a:pt x="14502" y="6375"/>
                </a:lnTo>
                <a:lnTo>
                  <a:pt x="14381" y="6180"/>
                </a:lnTo>
                <a:lnTo>
                  <a:pt x="14745" y="5718"/>
                </a:lnTo>
                <a:lnTo>
                  <a:pt x="15086" y="5207"/>
                </a:lnTo>
                <a:lnTo>
                  <a:pt x="15378" y="4696"/>
                </a:lnTo>
                <a:lnTo>
                  <a:pt x="15646" y="4185"/>
                </a:lnTo>
                <a:lnTo>
                  <a:pt x="15889" y="3650"/>
                </a:lnTo>
                <a:lnTo>
                  <a:pt x="16084" y="3090"/>
                </a:lnTo>
                <a:lnTo>
                  <a:pt x="16254" y="2506"/>
                </a:lnTo>
                <a:lnTo>
                  <a:pt x="16376" y="1922"/>
                </a:lnTo>
                <a:lnTo>
                  <a:pt x="16449" y="1509"/>
                </a:lnTo>
                <a:lnTo>
                  <a:pt x="16449" y="1290"/>
                </a:lnTo>
                <a:lnTo>
                  <a:pt x="16449" y="1046"/>
                </a:lnTo>
                <a:lnTo>
                  <a:pt x="16424" y="803"/>
                </a:lnTo>
                <a:lnTo>
                  <a:pt x="16376" y="584"/>
                </a:lnTo>
                <a:lnTo>
                  <a:pt x="16303" y="389"/>
                </a:lnTo>
                <a:lnTo>
                  <a:pt x="16230" y="316"/>
                </a:lnTo>
                <a:lnTo>
                  <a:pt x="16157" y="243"/>
                </a:lnTo>
                <a:lnTo>
                  <a:pt x="16035" y="122"/>
                </a:lnTo>
                <a:lnTo>
                  <a:pt x="15889" y="49"/>
                </a:lnTo>
                <a:lnTo>
                  <a:pt x="15767" y="24"/>
                </a:lnTo>
                <a:lnTo>
                  <a:pt x="15621"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5" name="Google Shape;569;p18">
            <a:extLst>
              <a:ext uri="{FF2B5EF4-FFF2-40B4-BE49-F238E27FC236}">
                <a16:creationId xmlns="" xmlns:a16="http://schemas.microsoft.com/office/drawing/2014/main" id="{1DF7F7C9-0F6C-434D-A239-20C6F2602727}"/>
              </a:ext>
            </a:extLst>
          </p:cNvPr>
          <p:cNvSpPr/>
          <p:nvPr/>
        </p:nvSpPr>
        <p:spPr>
          <a:xfrm rot="1473079">
            <a:off x="348517" y="1174803"/>
            <a:ext cx="773816" cy="753764"/>
          </a:xfrm>
          <a:custGeom>
            <a:avLst/>
            <a:gdLst/>
            <a:ahLst/>
            <a:cxnLst/>
            <a:rect l="l" t="t" r="r" b="b"/>
            <a:pathLst>
              <a:path w="18737" h="18250" extrusionOk="0">
                <a:moveTo>
                  <a:pt x="13554" y="3431"/>
                </a:moveTo>
                <a:lnTo>
                  <a:pt x="13748" y="3456"/>
                </a:lnTo>
                <a:lnTo>
                  <a:pt x="13919" y="3480"/>
                </a:lnTo>
                <a:lnTo>
                  <a:pt x="14308" y="3602"/>
                </a:lnTo>
                <a:lnTo>
                  <a:pt x="14478" y="3675"/>
                </a:lnTo>
                <a:lnTo>
                  <a:pt x="14624" y="3748"/>
                </a:lnTo>
                <a:lnTo>
                  <a:pt x="14746" y="3845"/>
                </a:lnTo>
                <a:lnTo>
                  <a:pt x="14843" y="3967"/>
                </a:lnTo>
                <a:lnTo>
                  <a:pt x="14941" y="4113"/>
                </a:lnTo>
                <a:lnTo>
                  <a:pt x="15038" y="4259"/>
                </a:lnTo>
                <a:lnTo>
                  <a:pt x="15111" y="4405"/>
                </a:lnTo>
                <a:lnTo>
                  <a:pt x="15160" y="4551"/>
                </a:lnTo>
                <a:lnTo>
                  <a:pt x="15184" y="4721"/>
                </a:lnTo>
                <a:lnTo>
                  <a:pt x="15208" y="4891"/>
                </a:lnTo>
                <a:lnTo>
                  <a:pt x="15233" y="5232"/>
                </a:lnTo>
                <a:lnTo>
                  <a:pt x="15160" y="5548"/>
                </a:lnTo>
                <a:lnTo>
                  <a:pt x="15111" y="5719"/>
                </a:lnTo>
                <a:lnTo>
                  <a:pt x="15062" y="5865"/>
                </a:lnTo>
                <a:lnTo>
                  <a:pt x="14916" y="6132"/>
                </a:lnTo>
                <a:lnTo>
                  <a:pt x="14722" y="6351"/>
                </a:lnTo>
                <a:lnTo>
                  <a:pt x="14527" y="6570"/>
                </a:lnTo>
                <a:lnTo>
                  <a:pt x="14284" y="6765"/>
                </a:lnTo>
                <a:lnTo>
                  <a:pt x="13821" y="7130"/>
                </a:lnTo>
                <a:lnTo>
                  <a:pt x="13602" y="7325"/>
                </a:lnTo>
                <a:lnTo>
                  <a:pt x="13408" y="7544"/>
                </a:lnTo>
                <a:lnTo>
                  <a:pt x="12678" y="6984"/>
                </a:lnTo>
                <a:lnTo>
                  <a:pt x="12313" y="6692"/>
                </a:lnTo>
                <a:lnTo>
                  <a:pt x="11948" y="6400"/>
                </a:lnTo>
                <a:lnTo>
                  <a:pt x="11631" y="6108"/>
                </a:lnTo>
                <a:lnTo>
                  <a:pt x="11315" y="5767"/>
                </a:lnTo>
                <a:lnTo>
                  <a:pt x="11023" y="5427"/>
                </a:lnTo>
                <a:lnTo>
                  <a:pt x="10755" y="5037"/>
                </a:lnTo>
                <a:lnTo>
                  <a:pt x="10877" y="4989"/>
                </a:lnTo>
                <a:lnTo>
                  <a:pt x="10999" y="4891"/>
                </a:lnTo>
                <a:lnTo>
                  <a:pt x="11242" y="4697"/>
                </a:lnTo>
                <a:lnTo>
                  <a:pt x="11461" y="4478"/>
                </a:lnTo>
                <a:lnTo>
                  <a:pt x="11656" y="4283"/>
                </a:lnTo>
                <a:lnTo>
                  <a:pt x="12191" y="3869"/>
                </a:lnTo>
                <a:lnTo>
                  <a:pt x="12483" y="3699"/>
                </a:lnTo>
                <a:lnTo>
                  <a:pt x="12775" y="3553"/>
                </a:lnTo>
                <a:lnTo>
                  <a:pt x="12970" y="3480"/>
                </a:lnTo>
                <a:lnTo>
                  <a:pt x="13164" y="3456"/>
                </a:lnTo>
                <a:lnTo>
                  <a:pt x="13359" y="3431"/>
                </a:lnTo>
                <a:close/>
                <a:moveTo>
                  <a:pt x="13529" y="2872"/>
                </a:moveTo>
                <a:lnTo>
                  <a:pt x="13335" y="2896"/>
                </a:lnTo>
                <a:lnTo>
                  <a:pt x="12945" y="2969"/>
                </a:lnTo>
                <a:lnTo>
                  <a:pt x="12556" y="3066"/>
                </a:lnTo>
                <a:lnTo>
                  <a:pt x="12191" y="3237"/>
                </a:lnTo>
                <a:lnTo>
                  <a:pt x="11850" y="3456"/>
                </a:lnTo>
                <a:lnTo>
                  <a:pt x="11607" y="3626"/>
                </a:lnTo>
                <a:lnTo>
                  <a:pt x="11388" y="3821"/>
                </a:lnTo>
                <a:lnTo>
                  <a:pt x="10950" y="4210"/>
                </a:lnTo>
                <a:lnTo>
                  <a:pt x="10658" y="4478"/>
                </a:lnTo>
                <a:lnTo>
                  <a:pt x="10512" y="4648"/>
                </a:lnTo>
                <a:lnTo>
                  <a:pt x="10464" y="4721"/>
                </a:lnTo>
                <a:lnTo>
                  <a:pt x="10464" y="4818"/>
                </a:lnTo>
                <a:lnTo>
                  <a:pt x="10366" y="4843"/>
                </a:lnTo>
                <a:lnTo>
                  <a:pt x="10293" y="4916"/>
                </a:lnTo>
                <a:lnTo>
                  <a:pt x="10245" y="4989"/>
                </a:lnTo>
                <a:lnTo>
                  <a:pt x="10269" y="5110"/>
                </a:lnTo>
                <a:lnTo>
                  <a:pt x="10366" y="5354"/>
                </a:lnTo>
                <a:lnTo>
                  <a:pt x="10488" y="5597"/>
                </a:lnTo>
                <a:lnTo>
                  <a:pt x="10610" y="5816"/>
                </a:lnTo>
                <a:lnTo>
                  <a:pt x="10780" y="6035"/>
                </a:lnTo>
                <a:lnTo>
                  <a:pt x="10950" y="6230"/>
                </a:lnTo>
                <a:lnTo>
                  <a:pt x="11120" y="6449"/>
                </a:lnTo>
                <a:lnTo>
                  <a:pt x="11534" y="6814"/>
                </a:lnTo>
                <a:lnTo>
                  <a:pt x="11972" y="7179"/>
                </a:lnTo>
                <a:lnTo>
                  <a:pt x="12410" y="7519"/>
                </a:lnTo>
                <a:lnTo>
                  <a:pt x="12848" y="7836"/>
                </a:lnTo>
                <a:lnTo>
                  <a:pt x="13262" y="8152"/>
                </a:lnTo>
                <a:lnTo>
                  <a:pt x="13335" y="8201"/>
                </a:lnTo>
                <a:lnTo>
                  <a:pt x="13432" y="8225"/>
                </a:lnTo>
                <a:lnTo>
                  <a:pt x="13505" y="8225"/>
                </a:lnTo>
                <a:lnTo>
                  <a:pt x="13602" y="8201"/>
                </a:lnTo>
                <a:lnTo>
                  <a:pt x="13651" y="8152"/>
                </a:lnTo>
                <a:lnTo>
                  <a:pt x="13724" y="8079"/>
                </a:lnTo>
                <a:lnTo>
                  <a:pt x="13748" y="8006"/>
                </a:lnTo>
                <a:lnTo>
                  <a:pt x="13748" y="7933"/>
                </a:lnTo>
                <a:lnTo>
                  <a:pt x="13943" y="7787"/>
                </a:lnTo>
                <a:lnTo>
                  <a:pt x="14089" y="7665"/>
                </a:lnTo>
                <a:lnTo>
                  <a:pt x="14722" y="7154"/>
                </a:lnTo>
                <a:lnTo>
                  <a:pt x="15014" y="6862"/>
                </a:lnTo>
                <a:lnTo>
                  <a:pt x="15281" y="6546"/>
                </a:lnTo>
                <a:lnTo>
                  <a:pt x="15500" y="6205"/>
                </a:lnTo>
                <a:lnTo>
                  <a:pt x="15598" y="6035"/>
                </a:lnTo>
                <a:lnTo>
                  <a:pt x="15671" y="5840"/>
                </a:lnTo>
                <a:lnTo>
                  <a:pt x="15719" y="5670"/>
                </a:lnTo>
                <a:lnTo>
                  <a:pt x="15768" y="5500"/>
                </a:lnTo>
                <a:lnTo>
                  <a:pt x="15792" y="5305"/>
                </a:lnTo>
                <a:lnTo>
                  <a:pt x="15792" y="5135"/>
                </a:lnTo>
                <a:lnTo>
                  <a:pt x="15768" y="4770"/>
                </a:lnTo>
                <a:lnTo>
                  <a:pt x="15695" y="4429"/>
                </a:lnTo>
                <a:lnTo>
                  <a:pt x="15549" y="4088"/>
                </a:lnTo>
                <a:lnTo>
                  <a:pt x="15379" y="3772"/>
                </a:lnTo>
                <a:lnTo>
                  <a:pt x="15257" y="3626"/>
                </a:lnTo>
                <a:lnTo>
                  <a:pt x="15135" y="3504"/>
                </a:lnTo>
                <a:lnTo>
                  <a:pt x="15014" y="3383"/>
                </a:lnTo>
                <a:lnTo>
                  <a:pt x="14868" y="3261"/>
                </a:lnTo>
                <a:lnTo>
                  <a:pt x="14697" y="3164"/>
                </a:lnTo>
                <a:lnTo>
                  <a:pt x="14503" y="3066"/>
                </a:lnTo>
                <a:lnTo>
                  <a:pt x="14332" y="2993"/>
                </a:lnTo>
                <a:lnTo>
                  <a:pt x="14138" y="2945"/>
                </a:lnTo>
                <a:lnTo>
                  <a:pt x="13943" y="2896"/>
                </a:lnTo>
                <a:lnTo>
                  <a:pt x="13724" y="2872"/>
                </a:lnTo>
                <a:close/>
                <a:moveTo>
                  <a:pt x="5597" y="6814"/>
                </a:moveTo>
                <a:lnTo>
                  <a:pt x="4283" y="8030"/>
                </a:lnTo>
                <a:lnTo>
                  <a:pt x="3675" y="8590"/>
                </a:lnTo>
                <a:lnTo>
                  <a:pt x="3602" y="8468"/>
                </a:lnTo>
                <a:lnTo>
                  <a:pt x="3504" y="8395"/>
                </a:lnTo>
                <a:lnTo>
                  <a:pt x="3285" y="8201"/>
                </a:lnTo>
                <a:lnTo>
                  <a:pt x="2969" y="7860"/>
                </a:lnTo>
                <a:lnTo>
                  <a:pt x="2677" y="7519"/>
                </a:lnTo>
                <a:lnTo>
                  <a:pt x="2410" y="7203"/>
                </a:lnTo>
                <a:lnTo>
                  <a:pt x="2264" y="7057"/>
                </a:lnTo>
                <a:lnTo>
                  <a:pt x="2093" y="6911"/>
                </a:lnTo>
                <a:lnTo>
                  <a:pt x="3821" y="6911"/>
                </a:lnTo>
                <a:lnTo>
                  <a:pt x="4745" y="6862"/>
                </a:lnTo>
                <a:lnTo>
                  <a:pt x="5597" y="6814"/>
                </a:lnTo>
                <a:close/>
                <a:moveTo>
                  <a:pt x="755" y="6911"/>
                </a:moveTo>
                <a:lnTo>
                  <a:pt x="1047" y="6935"/>
                </a:lnTo>
                <a:lnTo>
                  <a:pt x="1315" y="6935"/>
                </a:lnTo>
                <a:lnTo>
                  <a:pt x="1339" y="6984"/>
                </a:lnTo>
                <a:lnTo>
                  <a:pt x="1363" y="7008"/>
                </a:lnTo>
                <a:lnTo>
                  <a:pt x="1582" y="7227"/>
                </a:lnTo>
                <a:lnTo>
                  <a:pt x="1826" y="7422"/>
                </a:lnTo>
                <a:lnTo>
                  <a:pt x="2142" y="7738"/>
                </a:lnTo>
                <a:lnTo>
                  <a:pt x="2434" y="8103"/>
                </a:lnTo>
                <a:lnTo>
                  <a:pt x="2799" y="8541"/>
                </a:lnTo>
                <a:lnTo>
                  <a:pt x="3018" y="8785"/>
                </a:lnTo>
                <a:lnTo>
                  <a:pt x="3139" y="8882"/>
                </a:lnTo>
                <a:lnTo>
                  <a:pt x="3261" y="8955"/>
                </a:lnTo>
                <a:lnTo>
                  <a:pt x="3091" y="9077"/>
                </a:lnTo>
                <a:lnTo>
                  <a:pt x="2993" y="8931"/>
                </a:lnTo>
                <a:lnTo>
                  <a:pt x="2872" y="8785"/>
                </a:lnTo>
                <a:lnTo>
                  <a:pt x="2580" y="8517"/>
                </a:lnTo>
                <a:lnTo>
                  <a:pt x="2020" y="8079"/>
                </a:lnTo>
                <a:lnTo>
                  <a:pt x="1388" y="7495"/>
                </a:lnTo>
                <a:lnTo>
                  <a:pt x="755" y="6911"/>
                </a:lnTo>
                <a:close/>
                <a:moveTo>
                  <a:pt x="9490" y="8760"/>
                </a:moveTo>
                <a:lnTo>
                  <a:pt x="9369" y="8785"/>
                </a:lnTo>
                <a:lnTo>
                  <a:pt x="9271" y="8833"/>
                </a:lnTo>
                <a:lnTo>
                  <a:pt x="9101" y="9004"/>
                </a:lnTo>
                <a:lnTo>
                  <a:pt x="8931" y="9174"/>
                </a:lnTo>
                <a:lnTo>
                  <a:pt x="8760" y="9344"/>
                </a:lnTo>
                <a:lnTo>
                  <a:pt x="8566" y="9515"/>
                </a:lnTo>
                <a:lnTo>
                  <a:pt x="8103" y="9904"/>
                </a:lnTo>
                <a:lnTo>
                  <a:pt x="7617" y="10318"/>
                </a:lnTo>
                <a:lnTo>
                  <a:pt x="7276" y="10609"/>
                </a:lnTo>
                <a:lnTo>
                  <a:pt x="7081" y="10780"/>
                </a:lnTo>
                <a:lnTo>
                  <a:pt x="6887" y="10999"/>
                </a:lnTo>
                <a:lnTo>
                  <a:pt x="6716" y="11193"/>
                </a:lnTo>
                <a:lnTo>
                  <a:pt x="6595" y="11437"/>
                </a:lnTo>
                <a:lnTo>
                  <a:pt x="6570" y="11534"/>
                </a:lnTo>
                <a:lnTo>
                  <a:pt x="6546" y="11656"/>
                </a:lnTo>
                <a:lnTo>
                  <a:pt x="6546" y="11753"/>
                </a:lnTo>
                <a:lnTo>
                  <a:pt x="6570" y="11850"/>
                </a:lnTo>
                <a:lnTo>
                  <a:pt x="6619" y="11948"/>
                </a:lnTo>
                <a:lnTo>
                  <a:pt x="6668" y="11996"/>
                </a:lnTo>
                <a:lnTo>
                  <a:pt x="6765" y="12021"/>
                </a:lnTo>
                <a:lnTo>
                  <a:pt x="6838" y="12021"/>
                </a:lnTo>
                <a:lnTo>
                  <a:pt x="6935" y="11972"/>
                </a:lnTo>
                <a:lnTo>
                  <a:pt x="7033" y="11923"/>
                </a:lnTo>
                <a:lnTo>
                  <a:pt x="7154" y="11777"/>
                </a:lnTo>
                <a:lnTo>
                  <a:pt x="7422" y="11461"/>
                </a:lnTo>
                <a:lnTo>
                  <a:pt x="7641" y="11242"/>
                </a:lnTo>
                <a:lnTo>
                  <a:pt x="7860" y="11023"/>
                </a:lnTo>
                <a:lnTo>
                  <a:pt x="8322" y="10634"/>
                </a:lnTo>
                <a:lnTo>
                  <a:pt x="8736" y="10318"/>
                </a:lnTo>
                <a:lnTo>
                  <a:pt x="9174" y="9977"/>
                </a:lnTo>
                <a:lnTo>
                  <a:pt x="9393" y="9807"/>
                </a:lnTo>
                <a:lnTo>
                  <a:pt x="9563" y="9612"/>
                </a:lnTo>
                <a:lnTo>
                  <a:pt x="9709" y="9393"/>
                </a:lnTo>
                <a:lnTo>
                  <a:pt x="9831" y="9174"/>
                </a:lnTo>
                <a:lnTo>
                  <a:pt x="9855" y="9052"/>
                </a:lnTo>
                <a:lnTo>
                  <a:pt x="9855" y="8931"/>
                </a:lnTo>
                <a:lnTo>
                  <a:pt x="9782" y="8858"/>
                </a:lnTo>
                <a:lnTo>
                  <a:pt x="9709" y="8809"/>
                </a:lnTo>
                <a:lnTo>
                  <a:pt x="9588" y="8760"/>
                </a:lnTo>
                <a:close/>
                <a:moveTo>
                  <a:pt x="2045" y="13359"/>
                </a:moveTo>
                <a:lnTo>
                  <a:pt x="2166" y="13408"/>
                </a:lnTo>
                <a:lnTo>
                  <a:pt x="2166" y="13481"/>
                </a:lnTo>
                <a:lnTo>
                  <a:pt x="2166" y="13554"/>
                </a:lnTo>
                <a:lnTo>
                  <a:pt x="2118" y="13627"/>
                </a:lnTo>
                <a:lnTo>
                  <a:pt x="2069" y="13675"/>
                </a:lnTo>
                <a:lnTo>
                  <a:pt x="1947" y="13773"/>
                </a:lnTo>
                <a:lnTo>
                  <a:pt x="1826" y="13870"/>
                </a:lnTo>
                <a:lnTo>
                  <a:pt x="1655" y="13943"/>
                </a:lnTo>
                <a:lnTo>
                  <a:pt x="1461" y="14016"/>
                </a:lnTo>
                <a:lnTo>
                  <a:pt x="1461" y="14016"/>
                </a:lnTo>
                <a:lnTo>
                  <a:pt x="1607" y="13821"/>
                </a:lnTo>
                <a:lnTo>
                  <a:pt x="1753" y="13627"/>
                </a:lnTo>
                <a:lnTo>
                  <a:pt x="1874" y="13481"/>
                </a:lnTo>
                <a:lnTo>
                  <a:pt x="1972" y="13383"/>
                </a:lnTo>
                <a:lnTo>
                  <a:pt x="1996" y="13383"/>
                </a:lnTo>
                <a:lnTo>
                  <a:pt x="2045" y="13359"/>
                </a:lnTo>
                <a:close/>
                <a:moveTo>
                  <a:pt x="1996" y="12872"/>
                </a:moveTo>
                <a:lnTo>
                  <a:pt x="1899" y="12897"/>
                </a:lnTo>
                <a:lnTo>
                  <a:pt x="1826" y="12921"/>
                </a:lnTo>
                <a:lnTo>
                  <a:pt x="1655" y="13018"/>
                </a:lnTo>
                <a:lnTo>
                  <a:pt x="1534" y="13140"/>
                </a:lnTo>
                <a:lnTo>
                  <a:pt x="1388" y="13286"/>
                </a:lnTo>
                <a:lnTo>
                  <a:pt x="1242" y="13456"/>
                </a:lnTo>
                <a:lnTo>
                  <a:pt x="998" y="13797"/>
                </a:lnTo>
                <a:lnTo>
                  <a:pt x="925" y="13967"/>
                </a:lnTo>
                <a:lnTo>
                  <a:pt x="828" y="14138"/>
                </a:lnTo>
                <a:lnTo>
                  <a:pt x="804" y="14235"/>
                </a:lnTo>
                <a:lnTo>
                  <a:pt x="779" y="14308"/>
                </a:lnTo>
                <a:lnTo>
                  <a:pt x="779" y="14405"/>
                </a:lnTo>
                <a:lnTo>
                  <a:pt x="828" y="14478"/>
                </a:lnTo>
                <a:lnTo>
                  <a:pt x="877" y="14527"/>
                </a:lnTo>
                <a:lnTo>
                  <a:pt x="925" y="14576"/>
                </a:lnTo>
                <a:lnTo>
                  <a:pt x="1047" y="14576"/>
                </a:lnTo>
                <a:lnTo>
                  <a:pt x="1120" y="14551"/>
                </a:lnTo>
                <a:lnTo>
                  <a:pt x="1266" y="14551"/>
                </a:lnTo>
                <a:lnTo>
                  <a:pt x="1412" y="14527"/>
                </a:lnTo>
                <a:lnTo>
                  <a:pt x="1582" y="14478"/>
                </a:lnTo>
                <a:lnTo>
                  <a:pt x="1728" y="14430"/>
                </a:lnTo>
                <a:lnTo>
                  <a:pt x="2020" y="14284"/>
                </a:lnTo>
                <a:lnTo>
                  <a:pt x="2239" y="14138"/>
                </a:lnTo>
                <a:lnTo>
                  <a:pt x="2361" y="14040"/>
                </a:lnTo>
                <a:lnTo>
                  <a:pt x="2483" y="13919"/>
                </a:lnTo>
                <a:lnTo>
                  <a:pt x="2556" y="13773"/>
                </a:lnTo>
                <a:lnTo>
                  <a:pt x="2629" y="13627"/>
                </a:lnTo>
                <a:lnTo>
                  <a:pt x="2653" y="13481"/>
                </a:lnTo>
                <a:lnTo>
                  <a:pt x="2653" y="13408"/>
                </a:lnTo>
                <a:lnTo>
                  <a:pt x="2629" y="13335"/>
                </a:lnTo>
                <a:lnTo>
                  <a:pt x="2604" y="13262"/>
                </a:lnTo>
                <a:lnTo>
                  <a:pt x="2556" y="13189"/>
                </a:lnTo>
                <a:lnTo>
                  <a:pt x="2483" y="13140"/>
                </a:lnTo>
                <a:lnTo>
                  <a:pt x="2385" y="13091"/>
                </a:lnTo>
                <a:lnTo>
                  <a:pt x="2288" y="12970"/>
                </a:lnTo>
                <a:lnTo>
                  <a:pt x="2166" y="12897"/>
                </a:lnTo>
                <a:lnTo>
                  <a:pt x="2069" y="12872"/>
                </a:lnTo>
                <a:close/>
                <a:moveTo>
                  <a:pt x="15525" y="560"/>
                </a:moveTo>
                <a:lnTo>
                  <a:pt x="16084" y="633"/>
                </a:lnTo>
                <a:lnTo>
                  <a:pt x="16644" y="706"/>
                </a:lnTo>
                <a:lnTo>
                  <a:pt x="17204" y="828"/>
                </a:lnTo>
                <a:lnTo>
                  <a:pt x="17763" y="974"/>
                </a:lnTo>
                <a:lnTo>
                  <a:pt x="17666" y="1023"/>
                </a:lnTo>
                <a:lnTo>
                  <a:pt x="17593" y="1096"/>
                </a:lnTo>
                <a:lnTo>
                  <a:pt x="17496" y="1169"/>
                </a:lnTo>
                <a:lnTo>
                  <a:pt x="17496" y="1193"/>
                </a:lnTo>
                <a:lnTo>
                  <a:pt x="17520" y="1217"/>
                </a:lnTo>
                <a:lnTo>
                  <a:pt x="17569" y="1266"/>
                </a:lnTo>
                <a:lnTo>
                  <a:pt x="17617" y="1290"/>
                </a:lnTo>
                <a:lnTo>
                  <a:pt x="17739" y="1315"/>
                </a:lnTo>
                <a:lnTo>
                  <a:pt x="17861" y="1290"/>
                </a:lnTo>
                <a:lnTo>
                  <a:pt x="17934" y="1290"/>
                </a:lnTo>
                <a:lnTo>
                  <a:pt x="17982" y="1242"/>
                </a:lnTo>
                <a:lnTo>
                  <a:pt x="18007" y="1363"/>
                </a:lnTo>
                <a:lnTo>
                  <a:pt x="18031" y="1461"/>
                </a:lnTo>
                <a:lnTo>
                  <a:pt x="17909" y="1485"/>
                </a:lnTo>
                <a:lnTo>
                  <a:pt x="17812" y="1534"/>
                </a:lnTo>
                <a:lnTo>
                  <a:pt x="17715" y="1582"/>
                </a:lnTo>
                <a:lnTo>
                  <a:pt x="17617" y="1655"/>
                </a:lnTo>
                <a:lnTo>
                  <a:pt x="17593" y="1680"/>
                </a:lnTo>
                <a:lnTo>
                  <a:pt x="17593" y="1753"/>
                </a:lnTo>
                <a:lnTo>
                  <a:pt x="17617" y="1801"/>
                </a:lnTo>
                <a:lnTo>
                  <a:pt x="17690" y="1826"/>
                </a:lnTo>
                <a:lnTo>
                  <a:pt x="17739" y="1850"/>
                </a:lnTo>
                <a:lnTo>
                  <a:pt x="17812" y="1874"/>
                </a:lnTo>
                <a:lnTo>
                  <a:pt x="17958" y="1850"/>
                </a:lnTo>
                <a:lnTo>
                  <a:pt x="18080" y="1801"/>
                </a:lnTo>
                <a:lnTo>
                  <a:pt x="18104" y="1996"/>
                </a:lnTo>
                <a:lnTo>
                  <a:pt x="17909" y="2069"/>
                </a:lnTo>
                <a:lnTo>
                  <a:pt x="17788" y="2118"/>
                </a:lnTo>
                <a:lnTo>
                  <a:pt x="17690" y="2215"/>
                </a:lnTo>
                <a:lnTo>
                  <a:pt x="17642" y="2264"/>
                </a:lnTo>
                <a:lnTo>
                  <a:pt x="17642" y="2361"/>
                </a:lnTo>
                <a:lnTo>
                  <a:pt x="17666" y="2410"/>
                </a:lnTo>
                <a:lnTo>
                  <a:pt x="17739" y="2458"/>
                </a:lnTo>
                <a:lnTo>
                  <a:pt x="17836" y="2483"/>
                </a:lnTo>
                <a:lnTo>
                  <a:pt x="17934" y="2458"/>
                </a:lnTo>
                <a:lnTo>
                  <a:pt x="18128" y="2410"/>
                </a:lnTo>
                <a:lnTo>
                  <a:pt x="18153" y="2531"/>
                </a:lnTo>
                <a:lnTo>
                  <a:pt x="18007" y="2555"/>
                </a:lnTo>
                <a:lnTo>
                  <a:pt x="17836" y="2604"/>
                </a:lnTo>
                <a:lnTo>
                  <a:pt x="17763" y="2653"/>
                </a:lnTo>
                <a:lnTo>
                  <a:pt x="17715" y="2726"/>
                </a:lnTo>
                <a:lnTo>
                  <a:pt x="17690" y="2823"/>
                </a:lnTo>
                <a:lnTo>
                  <a:pt x="17690" y="2896"/>
                </a:lnTo>
                <a:lnTo>
                  <a:pt x="17739" y="2945"/>
                </a:lnTo>
                <a:lnTo>
                  <a:pt x="17812" y="2993"/>
                </a:lnTo>
                <a:lnTo>
                  <a:pt x="18153" y="2993"/>
                </a:lnTo>
                <a:lnTo>
                  <a:pt x="18177" y="2969"/>
                </a:lnTo>
                <a:lnTo>
                  <a:pt x="18177" y="3261"/>
                </a:lnTo>
                <a:lnTo>
                  <a:pt x="17739" y="3383"/>
                </a:lnTo>
                <a:lnTo>
                  <a:pt x="17690" y="3407"/>
                </a:lnTo>
                <a:lnTo>
                  <a:pt x="17666" y="3431"/>
                </a:lnTo>
                <a:lnTo>
                  <a:pt x="17617" y="3529"/>
                </a:lnTo>
                <a:lnTo>
                  <a:pt x="17617" y="3577"/>
                </a:lnTo>
                <a:lnTo>
                  <a:pt x="17642" y="3626"/>
                </a:lnTo>
                <a:lnTo>
                  <a:pt x="17666" y="3650"/>
                </a:lnTo>
                <a:lnTo>
                  <a:pt x="17715" y="3699"/>
                </a:lnTo>
                <a:lnTo>
                  <a:pt x="17812" y="3723"/>
                </a:lnTo>
                <a:lnTo>
                  <a:pt x="17934" y="3723"/>
                </a:lnTo>
                <a:lnTo>
                  <a:pt x="18153" y="3699"/>
                </a:lnTo>
                <a:lnTo>
                  <a:pt x="18153" y="3699"/>
                </a:lnTo>
                <a:lnTo>
                  <a:pt x="18104" y="4186"/>
                </a:lnTo>
                <a:lnTo>
                  <a:pt x="17934" y="4088"/>
                </a:lnTo>
                <a:lnTo>
                  <a:pt x="17739" y="4040"/>
                </a:lnTo>
                <a:lnTo>
                  <a:pt x="17642" y="4015"/>
                </a:lnTo>
                <a:lnTo>
                  <a:pt x="17569" y="4040"/>
                </a:lnTo>
                <a:lnTo>
                  <a:pt x="17471" y="4064"/>
                </a:lnTo>
                <a:lnTo>
                  <a:pt x="17423" y="4137"/>
                </a:lnTo>
                <a:lnTo>
                  <a:pt x="17423" y="4186"/>
                </a:lnTo>
                <a:lnTo>
                  <a:pt x="17496" y="4283"/>
                </a:lnTo>
                <a:lnTo>
                  <a:pt x="17617" y="4332"/>
                </a:lnTo>
                <a:lnTo>
                  <a:pt x="17812" y="4429"/>
                </a:lnTo>
                <a:lnTo>
                  <a:pt x="17982" y="4526"/>
                </a:lnTo>
                <a:lnTo>
                  <a:pt x="18055" y="4551"/>
                </a:lnTo>
                <a:lnTo>
                  <a:pt x="17958" y="4940"/>
                </a:lnTo>
                <a:lnTo>
                  <a:pt x="17690" y="4843"/>
                </a:lnTo>
                <a:lnTo>
                  <a:pt x="17471" y="4721"/>
                </a:lnTo>
                <a:lnTo>
                  <a:pt x="17228" y="4648"/>
                </a:lnTo>
                <a:lnTo>
                  <a:pt x="17155" y="4648"/>
                </a:lnTo>
                <a:lnTo>
                  <a:pt x="17155" y="4672"/>
                </a:lnTo>
                <a:lnTo>
                  <a:pt x="17155" y="4721"/>
                </a:lnTo>
                <a:lnTo>
                  <a:pt x="17204" y="4818"/>
                </a:lnTo>
                <a:lnTo>
                  <a:pt x="17252" y="4891"/>
                </a:lnTo>
                <a:lnTo>
                  <a:pt x="17350" y="4989"/>
                </a:lnTo>
                <a:lnTo>
                  <a:pt x="17423" y="5062"/>
                </a:lnTo>
                <a:lnTo>
                  <a:pt x="17642" y="5183"/>
                </a:lnTo>
                <a:lnTo>
                  <a:pt x="17861" y="5256"/>
                </a:lnTo>
                <a:lnTo>
                  <a:pt x="17739" y="5621"/>
                </a:lnTo>
                <a:lnTo>
                  <a:pt x="17617" y="5938"/>
                </a:lnTo>
                <a:lnTo>
                  <a:pt x="17569" y="5889"/>
                </a:lnTo>
                <a:lnTo>
                  <a:pt x="17520" y="5840"/>
                </a:lnTo>
                <a:lnTo>
                  <a:pt x="17398" y="5743"/>
                </a:lnTo>
                <a:lnTo>
                  <a:pt x="17301" y="5670"/>
                </a:lnTo>
                <a:lnTo>
                  <a:pt x="17179" y="5597"/>
                </a:lnTo>
                <a:lnTo>
                  <a:pt x="17082" y="5573"/>
                </a:lnTo>
                <a:lnTo>
                  <a:pt x="16985" y="5548"/>
                </a:lnTo>
                <a:lnTo>
                  <a:pt x="16887" y="5548"/>
                </a:lnTo>
                <a:lnTo>
                  <a:pt x="16766" y="5597"/>
                </a:lnTo>
                <a:lnTo>
                  <a:pt x="16741" y="5621"/>
                </a:lnTo>
                <a:lnTo>
                  <a:pt x="16741" y="5670"/>
                </a:lnTo>
                <a:lnTo>
                  <a:pt x="16741" y="5719"/>
                </a:lnTo>
                <a:lnTo>
                  <a:pt x="16766" y="5743"/>
                </a:lnTo>
                <a:lnTo>
                  <a:pt x="16863" y="5840"/>
                </a:lnTo>
                <a:lnTo>
                  <a:pt x="16936" y="5913"/>
                </a:lnTo>
                <a:lnTo>
                  <a:pt x="17009" y="5962"/>
                </a:lnTo>
                <a:lnTo>
                  <a:pt x="17228" y="6132"/>
                </a:lnTo>
                <a:lnTo>
                  <a:pt x="17325" y="6181"/>
                </a:lnTo>
                <a:lnTo>
                  <a:pt x="17447" y="6205"/>
                </a:lnTo>
                <a:lnTo>
                  <a:pt x="17496" y="6205"/>
                </a:lnTo>
                <a:lnTo>
                  <a:pt x="17325" y="6473"/>
                </a:lnTo>
                <a:lnTo>
                  <a:pt x="17204" y="6473"/>
                </a:lnTo>
                <a:lnTo>
                  <a:pt x="17106" y="6449"/>
                </a:lnTo>
                <a:lnTo>
                  <a:pt x="17009" y="6400"/>
                </a:lnTo>
                <a:lnTo>
                  <a:pt x="16936" y="6351"/>
                </a:lnTo>
                <a:lnTo>
                  <a:pt x="16814" y="6230"/>
                </a:lnTo>
                <a:lnTo>
                  <a:pt x="16668" y="6108"/>
                </a:lnTo>
                <a:lnTo>
                  <a:pt x="16522" y="6035"/>
                </a:lnTo>
                <a:lnTo>
                  <a:pt x="16449" y="6011"/>
                </a:lnTo>
                <a:lnTo>
                  <a:pt x="16352" y="6011"/>
                </a:lnTo>
                <a:lnTo>
                  <a:pt x="16279" y="6035"/>
                </a:lnTo>
                <a:lnTo>
                  <a:pt x="16182" y="6084"/>
                </a:lnTo>
                <a:lnTo>
                  <a:pt x="16133" y="6132"/>
                </a:lnTo>
                <a:lnTo>
                  <a:pt x="16133" y="6181"/>
                </a:lnTo>
                <a:lnTo>
                  <a:pt x="16182" y="6230"/>
                </a:lnTo>
                <a:lnTo>
                  <a:pt x="16230" y="6254"/>
                </a:lnTo>
                <a:lnTo>
                  <a:pt x="16303" y="6254"/>
                </a:lnTo>
                <a:lnTo>
                  <a:pt x="16401" y="6303"/>
                </a:lnTo>
                <a:lnTo>
                  <a:pt x="16547" y="6424"/>
                </a:lnTo>
                <a:lnTo>
                  <a:pt x="16693" y="6570"/>
                </a:lnTo>
                <a:lnTo>
                  <a:pt x="16814" y="6692"/>
                </a:lnTo>
                <a:lnTo>
                  <a:pt x="16936" y="6789"/>
                </a:lnTo>
                <a:lnTo>
                  <a:pt x="17082" y="6838"/>
                </a:lnTo>
                <a:lnTo>
                  <a:pt x="16668" y="7325"/>
                </a:lnTo>
                <a:lnTo>
                  <a:pt x="16157" y="7106"/>
                </a:lnTo>
                <a:lnTo>
                  <a:pt x="16011" y="7033"/>
                </a:lnTo>
                <a:lnTo>
                  <a:pt x="15865" y="7008"/>
                </a:lnTo>
                <a:lnTo>
                  <a:pt x="15744" y="7008"/>
                </a:lnTo>
                <a:lnTo>
                  <a:pt x="15598" y="7057"/>
                </a:lnTo>
                <a:lnTo>
                  <a:pt x="15573" y="7081"/>
                </a:lnTo>
                <a:lnTo>
                  <a:pt x="15549" y="7106"/>
                </a:lnTo>
                <a:lnTo>
                  <a:pt x="15549" y="7154"/>
                </a:lnTo>
                <a:lnTo>
                  <a:pt x="15573" y="7179"/>
                </a:lnTo>
                <a:lnTo>
                  <a:pt x="15646" y="7276"/>
                </a:lnTo>
                <a:lnTo>
                  <a:pt x="15744" y="7349"/>
                </a:lnTo>
                <a:lnTo>
                  <a:pt x="15987" y="7495"/>
                </a:lnTo>
                <a:lnTo>
                  <a:pt x="16328" y="7665"/>
                </a:lnTo>
                <a:lnTo>
                  <a:pt x="16036" y="7957"/>
                </a:lnTo>
                <a:lnTo>
                  <a:pt x="15890" y="7909"/>
                </a:lnTo>
                <a:lnTo>
                  <a:pt x="15744" y="7884"/>
                </a:lnTo>
                <a:lnTo>
                  <a:pt x="15598" y="7860"/>
                </a:lnTo>
                <a:lnTo>
                  <a:pt x="15452" y="7836"/>
                </a:lnTo>
                <a:lnTo>
                  <a:pt x="15160" y="7690"/>
                </a:lnTo>
                <a:lnTo>
                  <a:pt x="15014" y="7641"/>
                </a:lnTo>
                <a:lnTo>
                  <a:pt x="14868" y="7592"/>
                </a:lnTo>
                <a:lnTo>
                  <a:pt x="14819" y="7617"/>
                </a:lnTo>
                <a:lnTo>
                  <a:pt x="14770" y="7665"/>
                </a:lnTo>
                <a:lnTo>
                  <a:pt x="14770" y="7714"/>
                </a:lnTo>
                <a:lnTo>
                  <a:pt x="14770" y="7763"/>
                </a:lnTo>
                <a:lnTo>
                  <a:pt x="14843" y="7860"/>
                </a:lnTo>
                <a:lnTo>
                  <a:pt x="14916" y="7957"/>
                </a:lnTo>
                <a:lnTo>
                  <a:pt x="15135" y="8128"/>
                </a:lnTo>
                <a:lnTo>
                  <a:pt x="15427" y="8249"/>
                </a:lnTo>
                <a:lnTo>
                  <a:pt x="15549" y="8298"/>
                </a:lnTo>
                <a:lnTo>
                  <a:pt x="15695" y="8322"/>
                </a:lnTo>
                <a:lnTo>
                  <a:pt x="15403" y="8639"/>
                </a:lnTo>
                <a:lnTo>
                  <a:pt x="15184" y="8590"/>
                </a:lnTo>
                <a:lnTo>
                  <a:pt x="14965" y="8541"/>
                </a:lnTo>
                <a:lnTo>
                  <a:pt x="14770" y="8468"/>
                </a:lnTo>
                <a:lnTo>
                  <a:pt x="14576" y="8347"/>
                </a:lnTo>
                <a:lnTo>
                  <a:pt x="14551" y="8322"/>
                </a:lnTo>
                <a:lnTo>
                  <a:pt x="14503" y="8322"/>
                </a:lnTo>
                <a:lnTo>
                  <a:pt x="14454" y="8371"/>
                </a:lnTo>
                <a:lnTo>
                  <a:pt x="14430" y="8420"/>
                </a:lnTo>
                <a:lnTo>
                  <a:pt x="14430" y="8493"/>
                </a:lnTo>
                <a:lnTo>
                  <a:pt x="14478" y="8590"/>
                </a:lnTo>
                <a:lnTo>
                  <a:pt x="14551" y="8687"/>
                </a:lnTo>
                <a:lnTo>
                  <a:pt x="14722" y="8809"/>
                </a:lnTo>
                <a:lnTo>
                  <a:pt x="14892" y="8906"/>
                </a:lnTo>
                <a:lnTo>
                  <a:pt x="15111" y="8979"/>
                </a:lnTo>
                <a:lnTo>
                  <a:pt x="14843" y="9271"/>
                </a:lnTo>
                <a:lnTo>
                  <a:pt x="14795" y="9247"/>
                </a:lnTo>
                <a:lnTo>
                  <a:pt x="14503" y="9150"/>
                </a:lnTo>
                <a:lnTo>
                  <a:pt x="14211" y="9052"/>
                </a:lnTo>
                <a:lnTo>
                  <a:pt x="13919" y="8955"/>
                </a:lnTo>
                <a:lnTo>
                  <a:pt x="13627" y="8858"/>
                </a:lnTo>
                <a:lnTo>
                  <a:pt x="13578" y="8858"/>
                </a:lnTo>
                <a:lnTo>
                  <a:pt x="13554" y="8882"/>
                </a:lnTo>
                <a:lnTo>
                  <a:pt x="13529" y="8931"/>
                </a:lnTo>
                <a:lnTo>
                  <a:pt x="13554" y="8955"/>
                </a:lnTo>
                <a:lnTo>
                  <a:pt x="13627" y="9077"/>
                </a:lnTo>
                <a:lnTo>
                  <a:pt x="13748" y="9198"/>
                </a:lnTo>
                <a:lnTo>
                  <a:pt x="13846" y="9296"/>
                </a:lnTo>
                <a:lnTo>
                  <a:pt x="13992" y="9369"/>
                </a:lnTo>
                <a:lnTo>
                  <a:pt x="14284" y="9515"/>
                </a:lnTo>
                <a:lnTo>
                  <a:pt x="14576" y="9612"/>
                </a:lnTo>
                <a:lnTo>
                  <a:pt x="14211" y="10001"/>
                </a:lnTo>
                <a:lnTo>
                  <a:pt x="14186" y="9953"/>
                </a:lnTo>
                <a:lnTo>
                  <a:pt x="14113" y="9904"/>
                </a:lnTo>
                <a:lnTo>
                  <a:pt x="13846" y="9709"/>
                </a:lnTo>
                <a:lnTo>
                  <a:pt x="13529" y="9563"/>
                </a:lnTo>
                <a:lnTo>
                  <a:pt x="13359" y="9490"/>
                </a:lnTo>
                <a:lnTo>
                  <a:pt x="13213" y="9442"/>
                </a:lnTo>
                <a:lnTo>
                  <a:pt x="13043" y="9393"/>
                </a:lnTo>
                <a:lnTo>
                  <a:pt x="12824" y="9393"/>
                </a:lnTo>
                <a:lnTo>
                  <a:pt x="12799" y="9442"/>
                </a:lnTo>
                <a:lnTo>
                  <a:pt x="12799" y="9490"/>
                </a:lnTo>
                <a:lnTo>
                  <a:pt x="12824" y="9515"/>
                </a:lnTo>
                <a:lnTo>
                  <a:pt x="13067" y="9734"/>
                </a:lnTo>
                <a:lnTo>
                  <a:pt x="13335" y="9904"/>
                </a:lnTo>
                <a:lnTo>
                  <a:pt x="13627" y="10074"/>
                </a:lnTo>
                <a:lnTo>
                  <a:pt x="13919" y="10220"/>
                </a:lnTo>
                <a:lnTo>
                  <a:pt x="13967" y="10245"/>
                </a:lnTo>
                <a:lnTo>
                  <a:pt x="13894" y="10318"/>
                </a:lnTo>
                <a:lnTo>
                  <a:pt x="13748" y="10464"/>
                </a:lnTo>
                <a:lnTo>
                  <a:pt x="13700" y="10391"/>
                </a:lnTo>
                <a:lnTo>
                  <a:pt x="13627" y="10318"/>
                </a:lnTo>
                <a:lnTo>
                  <a:pt x="13456" y="10220"/>
                </a:lnTo>
                <a:lnTo>
                  <a:pt x="13091" y="10074"/>
                </a:lnTo>
                <a:lnTo>
                  <a:pt x="12897" y="10026"/>
                </a:lnTo>
                <a:lnTo>
                  <a:pt x="12702" y="9953"/>
                </a:lnTo>
                <a:lnTo>
                  <a:pt x="12507" y="9928"/>
                </a:lnTo>
                <a:lnTo>
                  <a:pt x="12288" y="9904"/>
                </a:lnTo>
                <a:lnTo>
                  <a:pt x="12240" y="9904"/>
                </a:lnTo>
                <a:lnTo>
                  <a:pt x="12215" y="9928"/>
                </a:lnTo>
                <a:lnTo>
                  <a:pt x="12191" y="9977"/>
                </a:lnTo>
                <a:lnTo>
                  <a:pt x="12215" y="10050"/>
                </a:lnTo>
                <a:lnTo>
                  <a:pt x="12264" y="10099"/>
                </a:lnTo>
                <a:lnTo>
                  <a:pt x="12459" y="10196"/>
                </a:lnTo>
                <a:lnTo>
                  <a:pt x="12629" y="10293"/>
                </a:lnTo>
                <a:lnTo>
                  <a:pt x="12994" y="10512"/>
                </a:lnTo>
                <a:lnTo>
                  <a:pt x="13237" y="10634"/>
                </a:lnTo>
                <a:lnTo>
                  <a:pt x="13359" y="10682"/>
                </a:lnTo>
                <a:lnTo>
                  <a:pt x="13505" y="10707"/>
                </a:lnTo>
                <a:lnTo>
                  <a:pt x="12921" y="11291"/>
                </a:lnTo>
                <a:lnTo>
                  <a:pt x="12799" y="11193"/>
                </a:lnTo>
                <a:lnTo>
                  <a:pt x="12653" y="11096"/>
                </a:lnTo>
                <a:lnTo>
                  <a:pt x="12434" y="10974"/>
                </a:lnTo>
                <a:lnTo>
                  <a:pt x="12240" y="10828"/>
                </a:lnTo>
                <a:lnTo>
                  <a:pt x="12021" y="10682"/>
                </a:lnTo>
                <a:lnTo>
                  <a:pt x="11802" y="10585"/>
                </a:lnTo>
                <a:lnTo>
                  <a:pt x="11680" y="10537"/>
                </a:lnTo>
                <a:lnTo>
                  <a:pt x="11534" y="10537"/>
                </a:lnTo>
                <a:lnTo>
                  <a:pt x="11510" y="10561"/>
                </a:lnTo>
                <a:lnTo>
                  <a:pt x="11510" y="10585"/>
                </a:lnTo>
                <a:lnTo>
                  <a:pt x="11534" y="10609"/>
                </a:lnTo>
                <a:lnTo>
                  <a:pt x="11704" y="10804"/>
                </a:lnTo>
                <a:lnTo>
                  <a:pt x="11996" y="11072"/>
                </a:lnTo>
                <a:lnTo>
                  <a:pt x="12337" y="11364"/>
                </a:lnTo>
                <a:lnTo>
                  <a:pt x="12507" y="11461"/>
                </a:lnTo>
                <a:lnTo>
                  <a:pt x="12678" y="11534"/>
                </a:lnTo>
                <a:lnTo>
                  <a:pt x="12337" y="11875"/>
                </a:lnTo>
                <a:lnTo>
                  <a:pt x="12215" y="11826"/>
                </a:lnTo>
                <a:lnTo>
                  <a:pt x="12094" y="11777"/>
                </a:lnTo>
                <a:lnTo>
                  <a:pt x="11899" y="11680"/>
                </a:lnTo>
                <a:lnTo>
                  <a:pt x="11510" y="11437"/>
                </a:lnTo>
                <a:lnTo>
                  <a:pt x="11291" y="11339"/>
                </a:lnTo>
                <a:lnTo>
                  <a:pt x="11193" y="11315"/>
                </a:lnTo>
                <a:lnTo>
                  <a:pt x="11072" y="11291"/>
                </a:lnTo>
                <a:lnTo>
                  <a:pt x="10999" y="11315"/>
                </a:lnTo>
                <a:lnTo>
                  <a:pt x="10974" y="11364"/>
                </a:lnTo>
                <a:lnTo>
                  <a:pt x="10950" y="11437"/>
                </a:lnTo>
                <a:lnTo>
                  <a:pt x="10999" y="11485"/>
                </a:lnTo>
                <a:lnTo>
                  <a:pt x="11266" y="11704"/>
                </a:lnTo>
                <a:lnTo>
                  <a:pt x="11558" y="11923"/>
                </a:lnTo>
                <a:lnTo>
                  <a:pt x="11777" y="12069"/>
                </a:lnTo>
                <a:lnTo>
                  <a:pt x="12045" y="12191"/>
                </a:lnTo>
                <a:lnTo>
                  <a:pt x="11753" y="12483"/>
                </a:lnTo>
                <a:lnTo>
                  <a:pt x="11485" y="12264"/>
                </a:lnTo>
                <a:lnTo>
                  <a:pt x="11218" y="12045"/>
                </a:lnTo>
                <a:lnTo>
                  <a:pt x="11047" y="11899"/>
                </a:lnTo>
                <a:lnTo>
                  <a:pt x="10877" y="11777"/>
                </a:lnTo>
                <a:lnTo>
                  <a:pt x="10682" y="11680"/>
                </a:lnTo>
                <a:lnTo>
                  <a:pt x="10488" y="11631"/>
                </a:lnTo>
                <a:lnTo>
                  <a:pt x="10439" y="11656"/>
                </a:lnTo>
                <a:lnTo>
                  <a:pt x="10439" y="11680"/>
                </a:lnTo>
                <a:lnTo>
                  <a:pt x="10415" y="11704"/>
                </a:lnTo>
                <a:lnTo>
                  <a:pt x="10439" y="11753"/>
                </a:lnTo>
                <a:lnTo>
                  <a:pt x="11072" y="12410"/>
                </a:lnTo>
                <a:lnTo>
                  <a:pt x="11242" y="12605"/>
                </a:lnTo>
                <a:lnTo>
                  <a:pt x="11461" y="12775"/>
                </a:lnTo>
                <a:lnTo>
                  <a:pt x="11315" y="12945"/>
                </a:lnTo>
                <a:lnTo>
                  <a:pt x="11193" y="12848"/>
                </a:lnTo>
                <a:lnTo>
                  <a:pt x="11047" y="12775"/>
                </a:lnTo>
                <a:lnTo>
                  <a:pt x="10780" y="12629"/>
                </a:lnTo>
                <a:lnTo>
                  <a:pt x="10366" y="12361"/>
                </a:lnTo>
                <a:lnTo>
                  <a:pt x="10172" y="12215"/>
                </a:lnTo>
                <a:lnTo>
                  <a:pt x="9977" y="12069"/>
                </a:lnTo>
                <a:lnTo>
                  <a:pt x="9953" y="12045"/>
                </a:lnTo>
                <a:lnTo>
                  <a:pt x="9928" y="12069"/>
                </a:lnTo>
                <a:lnTo>
                  <a:pt x="9904" y="12094"/>
                </a:lnTo>
                <a:lnTo>
                  <a:pt x="9928" y="12118"/>
                </a:lnTo>
                <a:lnTo>
                  <a:pt x="10220" y="12532"/>
                </a:lnTo>
                <a:lnTo>
                  <a:pt x="10391" y="12702"/>
                </a:lnTo>
                <a:lnTo>
                  <a:pt x="10585" y="12897"/>
                </a:lnTo>
                <a:lnTo>
                  <a:pt x="10804" y="13067"/>
                </a:lnTo>
                <a:lnTo>
                  <a:pt x="10926" y="13140"/>
                </a:lnTo>
                <a:lnTo>
                  <a:pt x="11047" y="13213"/>
                </a:lnTo>
                <a:lnTo>
                  <a:pt x="10780" y="13456"/>
                </a:lnTo>
                <a:lnTo>
                  <a:pt x="10439" y="13213"/>
                </a:lnTo>
                <a:lnTo>
                  <a:pt x="10099" y="12970"/>
                </a:lnTo>
                <a:lnTo>
                  <a:pt x="9928" y="12872"/>
                </a:lnTo>
                <a:lnTo>
                  <a:pt x="9734" y="12799"/>
                </a:lnTo>
                <a:lnTo>
                  <a:pt x="9563" y="12726"/>
                </a:lnTo>
                <a:lnTo>
                  <a:pt x="9369" y="12726"/>
                </a:lnTo>
                <a:lnTo>
                  <a:pt x="9320" y="12751"/>
                </a:lnTo>
                <a:lnTo>
                  <a:pt x="9320" y="12775"/>
                </a:lnTo>
                <a:lnTo>
                  <a:pt x="9320" y="12799"/>
                </a:lnTo>
                <a:lnTo>
                  <a:pt x="9442" y="12921"/>
                </a:lnTo>
                <a:lnTo>
                  <a:pt x="9588" y="13043"/>
                </a:lnTo>
                <a:lnTo>
                  <a:pt x="9855" y="13262"/>
                </a:lnTo>
                <a:lnTo>
                  <a:pt x="10464" y="13773"/>
                </a:lnTo>
                <a:lnTo>
                  <a:pt x="10293" y="13943"/>
                </a:lnTo>
                <a:lnTo>
                  <a:pt x="10123" y="13821"/>
                </a:lnTo>
                <a:lnTo>
                  <a:pt x="9953" y="13724"/>
                </a:lnTo>
                <a:lnTo>
                  <a:pt x="9612" y="13554"/>
                </a:lnTo>
                <a:lnTo>
                  <a:pt x="9393" y="13408"/>
                </a:lnTo>
                <a:lnTo>
                  <a:pt x="9223" y="13237"/>
                </a:lnTo>
                <a:lnTo>
                  <a:pt x="9052" y="13067"/>
                </a:lnTo>
                <a:lnTo>
                  <a:pt x="8906" y="12848"/>
                </a:lnTo>
                <a:lnTo>
                  <a:pt x="8833" y="12799"/>
                </a:lnTo>
                <a:lnTo>
                  <a:pt x="8760" y="12799"/>
                </a:lnTo>
                <a:lnTo>
                  <a:pt x="8712" y="12824"/>
                </a:lnTo>
                <a:lnTo>
                  <a:pt x="8663" y="12897"/>
                </a:lnTo>
                <a:lnTo>
                  <a:pt x="8639" y="13018"/>
                </a:lnTo>
                <a:lnTo>
                  <a:pt x="8663" y="13164"/>
                </a:lnTo>
                <a:lnTo>
                  <a:pt x="8687" y="13286"/>
                </a:lnTo>
                <a:lnTo>
                  <a:pt x="8760" y="13408"/>
                </a:lnTo>
                <a:lnTo>
                  <a:pt x="8833" y="13529"/>
                </a:lnTo>
                <a:lnTo>
                  <a:pt x="8931" y="13627"/>
                </a:lnTo>
                <a:lnTo>
                  <a:pt x="9125" y="13821"/>
                </a:lnTo>
                <a:lnTo>
                  <a:pt x="9490" y="14089"/>
                </a:lnTo>
                <a:lnTo>
                  <a:pt x="9685" y="14211"/>
                </a:lnTo>
                <a:lnTo>
                  <a:pt x="9904" y="14308"/>
                </a:lnTo>
                <a:lnTo>
                  <a:pt x="9661" y="14527"/>
                </a:lnTo>
                <a:lnTo>
                  <a:pt x="9369" y="14381"/>
                </a:lnTo>
                <a:lnTo>
                  <a:pt x="9052" y="14235"/>
                </a:lnTo>
                <a:lnTo>
                  <a:pt x="8760" y="14089"/>
                </a:lnTo>
                <a:lnTo>
                  <a:pt x="8614" y="13992"/>
                </a:lnTo>
                <a:lnTo>
                  <a:pt x="8468" y="13919"/>
                </a:lnTo>
                <a:lnTo>
                  <a:pt x="8444" y="13894"/>
                </a:lnTo>
                <a:lnTo>
                  <a:pt x="8420" y="13894"/>
                </a:lnTo>
                <a:lnTo>
                  <a:pt x="8395" y="13919"/>
                </a:lnTo>
                <a:lnTo>
                  <a:pt x="8395" y="13967"/>
                </a:lnTo>
                <a:lnTo>
                  <a:pt x="8468" y="14138"/>
                </a:lnTo>
                <a:lnTo>
                  <a:pt x="8566" y="14308"/>
                </a:lnTo>
                <a:lnTo>
                  <a:pt x="8687" y="14430"/>
                </a:lnTo>
                <a:lnTo>
                  <a:pt x="8833" y="14551"/>
                </a:lnTo>
                <a:lnTo>
                  <a:pt x="9296" y="14868"/>
                </a:lnTo>
                <a:lnTo>
                  <a:pt x="9004" y="15160"/>
                </a:lnTo>
                <a:lnTo>
                  <a:pt x="8614" y="14770"/>
                </a:lnTo>
                <a:lnTo>
                  <a:pt x="8201" y="14405"/>
                </a:lnTo>
                <a:lnTo>
                  <a:pt x="7398" y="13700"/>
                </a:lnTo>
                <a:lnTo>
                  <a:pt x="6984" y="13359"/>
                </a:lnTo>
                <a:lnTo>
                  <a:pt x="6595" y="12994"/>
                </a:lnTo>
                <a:lnTo>
                  <a:pt x="6205" y="12605"/>
                </a:lnTo>
                <a:lnTo>
                  <a:pt x="5840" y="12215"/>
                </a:lnTo>
                <a:lnTo>
                  <a:pt x="5500" y="11777"/>
                </a:lnTo>
                <a:lnTo>
                  <a:pt x="5135" y="11315"/>
                </a:lnTo>
                <a:lnTo>
                  <a:pt x="4794" y="10901"/>
                </a:lnTo>
                <a:lnTo>
                  <a:pt x="4599" y="10682"/>
                </a:lnTo>
                <a:lnTo>
                  <a:pt x="4405" y="10488"/>
                </a:lnTo>
                <a:lnTo>
                  <a:pt x="4137" y="10269"/>
                </a:lnTo>
                <a:lnTo>
                  <a:pt x="3845" y="10074"/>
                </a:lnTo>
                <a:lnTo>
                  <a:pt x="3553" y="9855"/>
                </a:lnTo>
                <a:lnTo>
                  <a:pt x="3285" y="9661"/>
                </a:lnTo>
                <a:lnTo>
                  <a:pt x="3261" y="9588"/>
                </a:lnTo>
                <a:lnTo>
                  <a:pt x="3602" y="9296"/>
                </a:lnTo>
                <a:lnTo>
                  <a:pt x="3967" y="9004"/>
                </a:lnTo>
                <a:lnTo>
                  <a:pt x="4332" y="8712"/>
                </a:lnTo>
                <a:lnTo>
                  <a:pt x="4672" y="8420"/>
                </a:lnTo>
                <a:lnTo>
                  <a:pt x="5646" y="7519"/>
                </a:lnTo>
                <a:lnTo>
                  <a:pt x="6595" y="6595"/>
                </a:lnTo>
                <a:lnTo>
                  <a:pt x="6984" y="6205"/>
                </a:lnTo>
                <a:lnTo>
                  <a:pt x="7349" y="5792"/>
                </a:lnTo>
                <a:lnTo>
                  <a:pt x="8055" y="4940"/>
                </a:lnTo>
                <a:lnTo>
                  <a:pt x="8760" y="4088"/>
                </a:lnTo>
                <a:lnTo>
                  <a:pt x="9466" y="3237"/>
                </a:lnTo>
                <a:lnTo>
                  <a:pt x="9855" y="2799"/>
                </a:lnTo>
                <a:lnTo>
                  <a:pt x="10269" y="2410"/>
                </a:lnTo>
                <a:lnTo>
                  <a:pt x="10707" y="2045"/>
                </a:lnTo>
                <a:lnTo>
                  <a:pt x="11169" y="1704"/>
                </a:lnTo>
                <a:lnTo>
                  <a:pt x="11631" y="1412"/>
                </a:lnTo>
                <a:lnTo>
                  <a:pt x="12142" y="1144"/>
                </a:lnTo>
                <a:lnTo>
                  <a:pt x="12678" y="950"/>
                </a:lnTo>
                <a:lnTo>
                  <a:pt x="13237" y="779"/>
                </a:lnTo>
                <a:lnTo>
                  <a:pt x="13797" y="658"/>
                </a:lnTo>
                <a:lnTo>
                  <a:pt x="14381" y="585"/>
                </a:lnTo>
                <a:lnTo>
                  <a:pt x="14941" y="560"/>
                </a:lnTo>
                <a:close/>
                <a:moveTo>
                  <a:pt x="11777" y="13237"/>
                </a:moveTo>
                <a:lnTo>
                  <a:pt x="11777" y="13602"/>
                </a:lnTo>
                <a:lnTo>
                  <a:pt x="11753" y="13967"/>
                </a:lnTo>
                <a:lnTo>
                  <a:pt x="11704" y="14746"/>
                </a:lnTo>
                <a:lnTo>
                  <a:pt x="11680" y="15549"/>
                </a:lnTo>
                <a:lnTo>
                  <a:pt x="11656" y="16328"/>
                </a:lnTo>
                <a:lnTo>
                  <a:pt x="11485" y="16084"/>
                </a:lnTo>
                <a:lnTo>
                  <a:pt x="11291" y="15865"/>
                </a:lnTo>
                <a:lnTo>
                  <a:pt x="10877" y="15427"/>
                </a:lnTo>
                <a:lnTo>
                  <a:pt x="10755" y="15257"/>
                </a:lnTo>
                <a:lnTo>
                  <a:pt x="10610" y="15062"/>
                </a:lnTo>
                <a:lnTo>
                  <a:pt x="10464" y="14868"/>
                </a:lnTo>
                <a:lnTo>
                  <a:pt x="10366" y="14770"/>
                </a:lnTo>
                <a:lnTo>
                  <a:pt x="10293" y="14722"/>
                </a:lnTo>
                <a:lnTo>
                  <a:pt x="10731" y="14284"/>
                </a:lnTo>
                <a:lnTo>
                  <a:pt x="11266" y="13773"/>
                </a:lnTo>
                <a:lnTo>
                  <a:pt x="11777" y="13237"/>
                </a:lnTo>
                <a:close/>
                <a:moveTo>
                  <a:pt x="3431" y="14381"/>
                </a:moveTo>
                <a:lnTo>
                  <a:pt x="3553" y="14405"/>
                </a:lnTo>
                <a:lnTo>
                  <a:pt x="3699" y="14454"/>
                </a:lnTo>
                <a:lnTo>
                  <a:pt x="3699" y="14527"/>
                </a:lnTo>
                <a:lnTo>
                  <a:pt x="3723" y="14576"/>
                </a:lnTo>
                <a:lnTo>
                  <a:pt x="3602" y="14576"/>
                </a:lnTo>
                <a:lnTo>
                  <a:pt x="3553" y="14600"/>
                </a:lnTo>
                <a:lnTo>
                  <a:pt x="3504" y="14649"/>
                </a:lnTo>
                <a:lnTo>
                  <a:pt x="3334" y="14843"/>
                </a:lnTo>
                <a:lnTo>
                  <a:pt x="3164" y="15038"/>
                </a:lnTo>
                <a:lnTo>
                  <a:pt x="2969" y="15233"/>
                </a:lnTo>
                <a:lnTo>
                  <a:pt x="2896" y="15330"/>
                </a:lnTo>
                <a:lnTo>
                  <a:pt x="2847" y="15452"/>
                </a:lnTo>
                <a:lnTo>
                  <a:pt x="2847" y="15525"/>
                </a:lnTo>
                <a:lnTo>
                  <a:pt x="2872" y="15573"/>
                </a:lnTo>
                <a:lnTo>
                  <a:pt x="2896" y="15622"/>
                </a:lnTo>
                <a:lnTo>
                  <a:pt x="2945" y="15646"/>
                </a:lnTo>
                <a:lnTo>
                  <a:pt x="3115" y="15646"/>
                </a:lnTo>
                <a:lnTo>
                  <a:pt x="3237" y="15598"/>
                </a:lnTo>
                <a:lnTo>
                  <a:pt x="3358" y="15525"/>
                </a:lnTo>
                <a:lnTo>
                  <a:pt x="3480" y="15427"/>
                </a:lnTo>
                <a:lnTo>
                  <a:pt x="3699" y="15208"/>
                </a:lnTo>
                <a:lnTo>
                  <a:pt x="3894" y="14941"/>
                </a:lnTo>
                <a:lnTo>
                  <a:pt x="3918" y="14868"/>
                </a:lnTo>
                <a:lnTo>
                  <a:pt x="3918" y="14795"/>
                </a:lnTo>
                <a:lnTo>
                  <a:pt x="3918" y="14722"/>
                </a:lnTo>
                <a:lnTo>
                  <a:pt x="3869" y="14673"/>
                </a:lnTo>
                <a:lnTo>
                  <a:pt x="3918" y="14697"/>
                </a:lnTo>
                <a:lnTo>
                  <a:pt x="3967" y="14770"/>
                </a:lnTo>
                <a:lnTo>
                  <a:pt x="3967" y="14819"/>
                </a:lnTo>
                <a:lnTo>
                  <a:pt x="3967" y="14892"/>
                </a:lnTo>
                <a:lnTo>
                  <a:pt x="3942" y="15087"/>
                </a:lnTo>
                <a:lnTo>
                  <a:pt x="3894" y="15281"/>
                </a:lnTo>
                <a:lnTo>
                  <a:pt x="3699" y="15671"/>
                </a:lnTo>
                <a:lnTo>
                  <a:pt x="3553" y="15938"/>
                </a:lnTo>
                <a:lnTo>
                  <a:pt x="3480" y="16060"/>
                </a:lnTo>
                <a:lnTo>
                  <a:pt x="3358" y="16157"/>
                </a:lnTo>
                <a:lnTo>
                  <a:pt x="3261" y="16230"/>
                </a:lnTo>
                <a:lnTo>
                  <a:pt x="3115" y="16303"/>
                </a:lnTo>
                <a:lnTo>
                  <a:pt x="2847" y="16376"/>
                </a:lnTo>
                <a:lnTo>
                  <a:pt x="2556" y="16425"/>
                </a:lnTo>
                <a:lnTo>
                  <a:pt x="2361" y="16449"/>
                </a:lnTo>
                <a:lnTo>
                  <a:pt x="2166" y="16449"/>
                </a:lnTo>
                <a:lnTo>
                  <a:pt x="2312" y="16182"/>
                </a:lnTo>
                <a:lnTo>
                  <a:pt x="2434" y="15890"/>
                </a:lnTo>
                <a:lnTo>
                  <a:pt x="2629" y="15403"/>
                </a:lnTo>
                <a:lnTo>
                  <a:pt x="2726" y="15160"/>
                </a:lnTo>
                <a:lnTo>
                  <a:pt x="2847" y="14916"/>
                </a:lnTo>
                <a:lnTo>
                  <a:pt x="2993" y="14697"/>
                </a:lnTo>
                <a:lnTo>
                  <a:pt x="3164" y="14503"/>
                </a:lnTo>
                <a:lnTo>
                  <a:pt x="3237" y="14430"/>
                </a:lnTo>
                <a:lnTo>
                  <a:pt x="3310" y="14405"/>
                </a:lnTo>
                <a:lnTo>
                  <a:pt x="3358" y="14381"/>
                </a:lnTo>
                <a:close/>
                <a:moveTo>
                  <a:pt x="3066" y="10001"/>
                </a:moveTo>
                <a:lnTo>
                  <a:pt x="3188" y="10147"/>
                </a:lnTo>
                <a:lnTo>
                  <a:pt x="3334" y="10293"/>
                </a:lnTo>
                <a:lnTo>
                  <a:pt x="3650" y="10488"/>
                </a:lnTo>
                <a:lnTo>
                  <a:pt x="3894" y="10682"/>
                </a:lnTo>
                <a:lnTo>
                  <a:pt x="4113" y="10877"/>
                </a:lnTo>
                <a:lnTo>
                  <a:pt x="4332" y="11096"/>
                </a:lnTo>
                <a:lnTo>
                  <a:pt x="4526" y="11315"/>
                </a:lnTo>
                <a:lnTo>
                  <a:pt x="4891" y="11777"/>
                </a:lnTo>
                <a:lnTo>
                  <a:pt x="5256" y="12264"/>
                </a:lnTo>
                <a:lnTo>
                  <a:pt x="5621" y="12702"/>
                </a:lnTo>
                <a:lnTo>
                  <a:pt x="6011" y="13140"/>
                </a:lnTo>
                <a:lnTo>
                  <a:pt x="6449" y="13529"/>
                </a:lnTo>
                <a:lnTo>
                  <a:pt x="6862" y="13919"/>
                </a:lnTo>
                <a:lnTo>
                  <a:pt x="7763" y="14697"/>
                </a:lnTo>
                <a:lnTo>
                  <a:pt x="8176" y="15087"/>
                </a:lnTo>
                <a:lnTo>
                  <a:pt x="8614" y="15500"/>
                </a:lnTo>
                <a:lnTo>
                  <a:pt x="8590" y="15525"/>
                </a:lnTo>
                <a:lnTo>
                  <a:pt x="8517" y="15573"/>
                </a:lnTo>
                <a:lnTo>
                  <a:pt x="8468" y="15646"/>
                </a:lnTo>
                <a:lnTo>
                  <a:pt x="8468" y="15719"/>
                </a:lnTo>
                <a:lnTo>
                  <a:pt x="8395" y="15914"/>
                </a:lnTo>
                <a:lnTo>
                  <a:pt x="8322" y="16133"/>
                </a:lnTo>
                <a:lnTo>
                  <a:pt x="8176" y="16547"/>
                </a:lnTo>
                <a:lnTo>
                  <a:pt x="7227" y="15817"/>
                </a:lnTo>
                <a:lnTo>
                  <a:pt x="6303" y="15062"/>
                </a:lnTo>
                <a:lnTo>
                  <a:pt x="5840" y="14649"/>
                </a:lnTo>
                <a:lnTo>
                  <a:pt x="5378" y="14259"/>
                </a:lnTo>
                <a:lnTo>
                  <a:pt x="4964" y="13846"/>
                </a:lnTo>
                <a:lnTo>
                  <a:pt x="4551" y="13408"/>
                </a:lnTo>
                <a:lnTo>
                  <a:pt x="3821" y="12580"/>
                </a:lnTo>
                <a:lnTo>
                  <a:pt x="3456" y="12142"/>
                </a:lnTo>
                <a:lnTo>
                  <a:pt x="3091" y="11729"/>
                </a:lnTo>
                <a:lnTo>
                  <a:pt x="2702" y="11315"/>
                </a:lnTo>
                <a:lnTo>
                  <a:pt x="2288" y="10950"/>
                </a:lnTo>
                <a:lnTo>
                  <a:pt x="1850" y="10609"/>
                </a:lnTo>
                <a:lnTo>
                  <a:pt x="1607" y="10464"/>
                </a:lnTo>
                <a:lnTo>
                  <a:pt x="1388" y="10318"/>
                </a:lnTo>
                <a:lnTo>
                  <a:pt x="1534" y="10318"/>
                </a:lnTo>
                <a:lnTo>
                  <a:pt x="1655" y="10293"/>
                </a:lnTo>
                <a:lnTo>
                  <a:pt x="1947" y="10245"/>
                </a:lnTo>
                <a:lnTo>
                  <a:pt x="2507" y="10147"/>
                </a:lnTo>
                <a:lnTo>
                  <a:pt x="3066" y="10001"/>
                </a:lnTo>
                <a:close/>
                <a:moveTo>
                  <a:pt x="4989" y="16328"/>
                </a:moveTo>
                <a:lnTo>
                  <a:pt x="5110" y="16352"/>
                </a:lnTo>
                <a:lnTo>
                  <a:pt x="5086" y="16401"/>
                </a:lnTo>
                <a:lnTo>
                  <a:pt x="5062" y="16474"/>
                </a:lnTo>
                <a:lnTo>
                  <a:pt x="4989" y="16522"/>
                </a:lnTo>
                <a:lnTo>
                  <a:pt x="4843" y="16620"/>
                </a:lnTo>
                <a:lnTo>
                  <a:pt x="4551" y="16741"/>
                </a:lnTo>
                <a:lnTo>
                  <a:pt x="4551" y="16741"/>
                </a:lnTo>
                <a:lnTo>
                  <a:pt x="4599" y="16620"/>
                </a:lnTo>
                <a:lnTo>
                  <a:pt x="4672" y="16474"/>
                </a:lnTo>
                <a:lnTo>
                  <a:pt x="4770" y="16376"/>
                </a:lnTo>
                <a:lnTo>
                  <a:pt x="4867" y="16328"/>
                </a:lnTo>
                <a:close/>
                <a:moveTo>
                  <a:pt x="3237" y="13846"/>
                </a:moveTo>
                <a:lnTo>
                  <a:pt x="3115" y="13894"/>
                </a:lnTo>
                <a:lnTo>
                  <a:pt x="2993" y="13943"/>
                </a:lnTo>
                <a:lnTo>
                  <a:pt x="2896" y="14016"/>
                </a:lnTo>
                <a:lnTo>
                  <a:pt x="2702" y="14211"/>
                </a:lnTo>
                <a:lnTo>
                  <a:pt x="2531" y="14430"/>
                </a:lnTo>
                <a:lnTo>
                  <a:pt x="2385" y="14673"/>
                </a:lnTo>
                <a:lnTo>
                  <a:pt x="2264" y="14941"/>
                </a:lnTo>
                <a:lnTo>
                  <a:pt x="2045" y="15500"/>
                </a:lnTo>
                <a:lnTo>
                  <a:pt x="1923" y="15768"/>
                </a:lnTo>
                <a:lnTo>
                  <a:pt x="1777" y="16036"/>
                </a:lnTo>
                <a:lnTo>
                  <a:pt x="1607" y="16279"/>
                </a:lnTo>
                <a:lnTo>
                  <a:pt x="1509" y="16376"/>
                </a:lnTo>
                <a:lnTo>
                  <a:pt x="1412" y="16449"/>
                </a:lnTo>
                <a:lnTo>
                  <a:pt x="1363" y="16522"/>
                </a:lnTo>
                <a:lnTo>
                  <a:pt x="1315" y="16595"/>
                </a:lnTo>
                <a:lnTo>
                  <a:pt x="1290" y="16668"/>
                </a:lnTo>
                <a:lnTo>
                  <a:pt x="1315" y="16741"/>
                </a:lnTo>
                <a:lnTo>
                  <a:pt x="1339" y="16814"/>
                </a:lnTo>
                <a:lnTo>
                  <a:pt x="1388" y="16863"/>
                </a:lnTo>
                <a:lnTo>
                  <a:pt x="1436" y="16887"/>
                </a:lnTo>
                <a:lnTo>
                  <a:pt x="1534" y="16912"/>
                </a:lnTo>
                <a:lnTo>
                  <a:pt x="1631" y="16912"/>
                </a:lnTo>
                <a:lnTo>
                  <a:pt x="1728" y="16887"/>
                </a:lnTo>
                <a:lnTo>
                  <a:pt x="2288" y="16887"/>
                </a:lnTo>
                <a:lnTo>
                  <a:pt x="2556" y="16863"/>
                </a:lnTo>
                <a:lnTo>
                  <a:pt x="2799" y="16839"/>
                </a:lnTo>
                <a:lnTo>
                  <a:pt x="3042" y="16790"/>
                </a:lnTo>
                <a:lnTo>
                  <a:pt x="3285" y="16717"/>
                </a:lnTo>
                <a:lnTo>
                  <a:pt x="3431" y="16644"/>
                </a:lnTo>
                <a:lnTo>
                  <a:pt x="3553" y="16571"/>
                </a:lnTo>
                <a:lnTo>
                  <a:pt x="3650" y="16474"/>
                </a:lnTo>
                <a:lnTo>
                  <a:pt x="3772" y="16376"/>
                </a:lnTo>
                <a:lnTo>
                  <a:pt x="3918" y="16157"/>
                </a:lnTo>
                <a:lnTo>
                  <a:pt x="4064" y="15865"/>
                </a:lnTo>
                <a:lnTo>
                  <a:pt x="4210" y="15549"/>
                </a:lnTo>
                <a:lnTo>
                  <a:pt x="4283" y="15306"/>
                </a:lnTo>
                <a:lnTo>
                  <a:pt x="4332" y="15062"/>
                </a:lnTo>
                <a:lnTo>
                  <a:pt x="4380" y="14795"/>
                </a:lnTo>
                <a:lnTo>
                  <a:pt x="4356" y="14576"/>
                </a:lnTo>
                <a:lnTo>
                  <a:pt x="4356" y="14478"/>
                </a:lnTo>
                <a:lnTo>
                  <a:pt x="4307" y="14405"/>
                </a:lnTo>
                <a:lnTo>
                  <a:pt x="4259" y="14332"/>
                </a:lnTo>
                <a:lnTo>
                  <a:pt x="4186" y="14284"/>
                </a:lnTo>
                <a:lnTo>
                  <a:pt x="4113" y="14186"/>
                </a:lnTo>
                <a:lnTo>
                  <a:pt x="4040" y="14089"/>
                </a:lnTo>
                <a:lnTo>
                  <a:pt x="3942" y="14016"/>
                </a:lnTo>
                <a:lnTo>
                  <a:pt x="3845" y="13967"/>
                </a:lnTo>
                <a:lnTo>
                  <a:pt x="3626" y="13870"/>
                </a:lnTo>
                <a:lnTo>
                  <a:pt x="3383" y="13846"/>
                </a:lnTo>
                <a:close/>
                <a:moveTo>
                  <a:pt x="4818" y="15817"/>
                </a:moveTo>
                <a:lnTo>
                  <a:pt x="4697" y="15865"/>
                </a:lnTo>
                <a:lnTo>
                  <a:pt x="4575" y="15914"/>
                </a:lnTo>
                <a:lnTo>
                  <a:pt x="4453" y="15987"/>
                </a:lnTo>
                <a:lnTo>
                  <a:pt x="4356" y="16084"/>
                </a:lnTo>
                <a:lnTo>
                  <a:pt x="4259" y="16206"/>
                </a:lnTo>
                <a:lnTo>
                  <a:pt x="4161" y="16328"/>
                </a:lnTo>
                <a:lnTo>
                  <a:pt x="4088" y="16474"/>
                </a:lnTo>
                <a:lnTo>
                  <a:pt x="4040" y="16620"/>
                </a:lnTo>
                <a:lnTo>
                  <a:pt x="3991" y="16766"/>
                </a:lnTo>
                <a:lnTo>
                  <a:pt x="3967" y="16912"/>
                </a:lnTo>
                <a:lnTo>
                  <a:pt x="3967" y="17058"/>
                </a:lnTo>
                <a:lnTo>
                  <a:pt x="3991" y="17155"/>
                </a:lnTo>
                <a:lnTo>
                  <a:pt x="4064" y="17252"/>
                </a:lnTo>
                <a:lnTo>
                  <a:pt x="4161" y="17301"/>
                </a:lnTo>
                <a:lnTo>
                  <a:pt x="4210" y="17325"/>
                </a:lnTo>
                <a:lnTo>
                  <a:pt x="4259" y="17301"/>
                </a:lnTo>
                <a:lnTo>
                  <a:pt x="4502" y="17228"/>
                </a:lnTo>
                <a:lnTo>
                  <a:pt x="4721" y="17131"/>
                </a:lnTo>
                <a:lnTo>
                  <a:pt x="4989" y="17009"/>
                </a:lnTo>
                <a:lnTo>
                  <a:pt x="5135" y="16936"/>
                </a:lnTo>
                <a:lnTo>
                  <a:pt x="5256" y="16863"/>
                </a:lnTo>
                <a:lnTo>
                  <a:pt x="5354" y="16766"/>
                </a:lnTo>
                <a:lnTo>
                  <a:pt x="5427" y="16668"/>
                </a:lnTo>
                <a:lnTo>
                  <a:pt x="5500" y="16547"/>
                </a:lnTo>
                <a:lnTo>
                  <a:pt x="5524" y="16401"/>
                </a:lnTo>
                <a:lnTo>
                  <a:pt x="5524" y="16328"/>
                </a:lnTo>
                <a:lnTo>
                  <a:pt x="5500" y="16230"/>
                </a:lnTo>
                <a:lnTo>
                  <a:pt x="5451" y="16133"/>
                </a:lnTo>
                <a:lnTo>
                  <a:pt x="5402" y="16060"/>
                </a:lnTo>
                <a:lnTo>
                  <a:pt x="5305" y="15963"/>
                </a:lnTo>
                <a:lnTo>
                  <a:pt x="5208" y="15890"/>
                </a:lnTo>
                <a:lnTo>
                  <a:pt x="5086" y="15841"/>
                </a:lnTo>
                <a:lnTo>
                  <a:pt x="4964" y="15817"/>
                </a:lnTo>
                <a:close/>
                <a:moveTo>
                  <a:pt x="10001" y="14965"/>
                </a:moveTo>
                <a:lnTo>
                  <a:pt x="10099" y="15184"/>
                </a:lnTo>
                <a:lnTo>
                  <a:pt x="10220" y="15379"/>
                </a:lnTo>
                <a:lnTo>
                  <a:pt x="10488" y="15719"/>
                </a:lnTo>
                <a:lnTo>
                  <a:pt x="10731" y="16011"/>
                </a:lnTo>
                <a:lnTo>
                  <a:pt x="10999" y="16303"/>
                </a:lnTo>
                <a:lnTo>
                  <a:pt x="11242" y="16595"/>
                </a:lnTo>
                <a:lnTo>
                  <a:pt x="11339" y="16766"/>
                </a:lnTo>
                <a:lnTo>
                  <a:pt x="11412" y="16936"/>
                </a:lnTo>
                <a:lnTo>
                  <a:pt x="11437" y="17009"/>
                </a:lnTo>
                <a:lnTo>
                  <a:pt x="11485" y="17058"/>
                </a:lnTo>
                <a:lnTo>
                  <a:pt x="11558" y="17082"/>
                </a:lnTo>
                <a:lnTo>
                  <a:pt x="11607" y="17106"/>
                </a:lnTo>
                <a:lnTo>
                  <a:pt x="11607" y="17350"/>
                </a:lnTo>
                <a:lnTo>
                  <a:pt x="11583" y="17593"/>
                </a:lnTo>
                <a:lnTo>
                  <a:pt x="11412" y="17471"/>
                </a:lnTo>
                <a:lnTo>
                  <a:pt x="11266" y="17325"/>
                </a:lnTo>
                <a:lnTo>
                  <a:pt x="10974" y="17009"/>
                </a:lnTo>
                <a:lnTo>
                  <a:pt x="10488" y="16328"/>
                </a:lnTo>
                <a:lnTo>
                  <a:pt x="10099" y="15817"/>
                </a:lnTo>
                <a:lnTo>
                  <a:pt x="9855" y="15549"/>
                </a:lnTo>
                <a:lnTo>
                  <a:pt x="9709" y="15427"/>
                </a:lnTo>
                <a:lnTo>
                  <a:pt x="9588" y="15306"/>
                </a:lnTo>
                <a:lnTo>
                  <a:pt x="9855" y="15111"/>
                </a:lnTo>
                <a:lnTo>
                  <a:pt x="9928" y="15038"/>
                </a:lnTo>
                <a:lnTo>
                  <a:pt x="10001" y="14965"/>
                </a:lnTo>
                <a:close/>
                <a:moveTo>
                  <a:pt x="15135" y="1"/>
                </a:moveTo>
                <a:lnTo>
                  <a:pt x="14551" y="25"/>
                </a:lnTo>
                <a:lnTo>
                  <a:pt x="13967" y="74"/>
                </a:lnTo>
                <a:lnTo>
                  <a:pt x="13408" y="171"/>
                </a:lnTo>
                <a:lnTo>
                  <a:pt x="12824" y="293"/>
                </a:lnTo>
                <a:lnTo>
                  <a:pt x="12264" y="487"/>
                </a:lnTo>
                <a:lnTo>
                  <a:pt x="11753" y="706"/>
                </a:lnTo>
                <a:lnTo>
                  <a:pt x="11242" y="974"/>
                </a:lnTo>
                <a:lnTo>
                  <a:pt x="10755" y="1290"/>
                </a:lnTo>
                <a:lnTo>
                  <a:pt x="10318" y="1631"/>
                </a:lnTo>
                <a:lnTo>
                  <a:pt x="9880" y="2020"/>
                </a:lnTo>
                <a:lnTo>
                  <a:pt x="9466" y="2434"/>
                </a:lnTo>
                <a:lnTo>
                  <a:pt x="9052" y="2847"/>
                </a:lnTo>
                <a:lnTo>
                  <a:pt x="8663" y="3310"/>
                </a:lnTo>
                <a:lnTo>
                  <a:pt x="7933" y="4234"/>
                </a:lnTo>
                <a:lnTo>
                  <a:pt x="7203" y="5135"/>
                </a:lnTo>
                <a:lnTo>
                  <a:pt x="6814" y="5597"/>
                </a:lnTo>
                <a:lnTo>
                  <a:pt x="6400" y="6011"/>
                </a:lnTo>
                <a:lnTo>
                  <a:pt x="6205" y="6205"/>
                </a:lnTo>
                <a:lnTo>
                  <a:pt x="5889" y="6205"/>
                </a:lnTo>
                <a:lnTo>
                  <a:pt x="5548" y="6230"/>
                </a:lnTo>
                <a:lnTo>
                  <a:pt x="4916" y="6303"/>
                </a:lnTo>
                <a:lnTo>
                  <a:pt x="3991" y="6376"/>
                </a:lnTo>
                <a:lnTo>
                  <a:pt x="3066" y="6400"/>
                </a:lnTo>
                <a:lnTo>
                  <a:pt x="901" y="6400"/>
                </a:lnTo>
                <a:lnTo>
                  <a:pt x="171" y="6351"/>
                </a:lnTo>
                <a:lnTo>
                  <a:pt x="122" y="6351"/>
                </a:lnTo>
                <a:lnTo>
                  <a:pt x="74" y="6376"/>
                </a:lnTo>
                <a:lnTo>
                  <a:pt x="25" y="6449"/>
                </a:lnTo>
                <a:lnTo>
                  <a:pt x="1" y="6546"/>
                </a:lnTo>
                <a:lnTo>
                  <a:pt x="25" y="6619"/>
                </a:lnTo>
                <a:lnTo>
                  <a:pt x="1" y="6716"/>
                </a:lnTo>
                <a:lnTo>
                  <a:pt x="49" y="6789"/>
                </a:lnTo>
                <a:lnTo>
                  <a:pt x="195" y="7008"/>
                </a:lnTo>
                <a:lnTo>
                  <a:pt x="366" y="7227"/>
                </a:lnTo>
                <a:lnTo>
                  <a:pt x="731" y="7617"/>
                </a:lnTo>
                <a:lnTo>
                  <a:pt x="1120" y="7982"/>
                </a:lnTo>
                <a:lnTo>
                  <a:pt x="1534" y="8347"/>
                </a:lnTo>
                <a:lnTo>
                  <a:pt x="1923" y="8712"/>
                </a:lnTo>
                <a:lnTo>
                  <a:pt x="2337" y="9101"/>
                </a:lnTo>
                <a:lnTo>
                  <a:pt x="2507" y="9296"/>
                </a:lnTo>
                <a:lnTo>
                  <a:pt x="2702" y="9466"/>
                </a:lnTo>
                <a:lnTo>
                  <a:pt x="1923" y="9661"/>
                </a:lnTo>
                <a:lnTo>
                  <a:pt x="1680" y="9709"/>
                </a:lnTo>
                <a:lnTo>
                  <a:pt x="1412" y="9734"/>
                </a:lnTo>
                <a:lnTo>
                  <a:pt x="1193" y="9807"/>
                </a:lnTo>
                <a:lnTo>
                  <a:pt x="1071" y="9855"/>
                </a:lnTo>
                <a:lnTo>
                  <a:pt x="974" y="9928"/>
                </a:lnTo>
                <a:lnTo>
                  <a:pt x="925" y="9953"/>
                </a:lnTo>
                <a:lnTo>
                  <a:pt x="925" y="10001"/>
                </a:lnTo>
                <a:lnTo>
                  <a:pt x="925" y="10099"/>
                </a:lnTo>
                <a:lnTo>
                  <a:pt x="852" y="10123"/>
                </a:lnTo>
                <a:lnTo>
                  <a:pt x="804" y="10172"/>
                </a:lnTo>
                <a:lnTo>
                  <a:pt x="779" y="10220"/>
                </a:lnTo>
                <a:lnTo>
                  <a:pt x="755" y="10293"/>
                </a:lnTo>
                <a:lnTo>
                  <a:pt x="755" y="10342"/>
                </a:lnTo>
                <a:lnTo>
                  <a:pt x="755" y="10391"/>
                </a:lnTo>
                <a:lnTo>
                  <a:pt x="779" y="10439"/>
                </a:lnTo>
                <a:lnTo>
                  <a:pt x="852" y="10512"/>
                </a:lnTo>
                <a:lnTo>
                  <a:pt x="1363" y="10901"/>
                </a:lnTo>
                <a:lnTo>
                  <a:pt x="1850" y="11291"/>
                </a:lnTo>
                <a:lnTo>
                  <a:pt x="2312" y="11729"/>
                </a:lnTo>
                <a:lnTo>
                  <a:pt x="2774" y="12167"/>
                </a:lnTo>
                <a:lnTo>
                  <a:pt x="3164" y="12629"/>
                </a:lnTo>
                <a:lnTo>
                  <a:pt x="3553" y="13091"/>
                </a:lnTo>
                <a:lnTo>
                  <a:pt x="3967" y="13554"/>
                </a:lnTo>
                <a:lnTo>
                  <a:pt x="4356" y="13992"/>
                </a:lnTo>
                <a:lnTo>
                  <a:pt x="4794" y="14454"/>
                </a:lnTo>
                <a:lnTo>
                  <a:pt x="5256" y="14892"/>
                </a:lnTo>
                <a:lnTo>
                  <a:pt x="5743" y="15330"/>
                </a:lnTo>
                <a:lnTo>
                  <a:pt x="6230" y="15744"/>
                </a:lnTo>
                <a:lnTo>
                  <a:pt x="7227" y="16522"/>
                </a:lnTo>
                <a:lnTo>
                  <a:pt x="8249" y="17301"/>
                </a:lnTo>
                <a:lnTo>
                  <a:pt x="8347" y="17350"/>
                </a:lnTo>
                <a:lnTo>
                  <a:pt x="8444" y="17350"/>
                </a:lnTo>
                <a:lnTo>
                  <a:pt x="8517" y="17325"/>
                </a:lnTo>
                <a:lnTo>
                  <a:pt x="8590" y="17277"/>
                </a:lnTo>
                <a:lnTo>
                  <a:pt x="8639" y="17204"/>
                </a:lnTo>
                <a:lnTo>
                  <a:pt x="8663" y="17106"/>
                </a:lnTo>
                <a:lnTo>
                  <a:pt x="8663" y="17009"/>
                </a:lnTo>
                <a:lnTo>
                  <a:pt x="8614" y="16912"/>
                </a:lnTo>
                <a:lnTo>
                  <a:pt x="8760" y="16620"/>
                </a:lnTo>
                <a:lnTo>
                  <a:pt x="8858" y="16328"/>
                </a:lnTo>
                <a:lnTo>
                  <a:pt x="8955" y="16011"/>
                </a:lnTo>
                <a:lnTo>
                  <a:pt x="9004" y="15695"/>
                </a:lnTo>
                <a:lnTo>
                  <a:pt x="9174" y="15598"/>
                </a:lnTo>
                <a:lnTo>
                  <a:pt x="9466" y="15914"/>
                </a:lnTo>
                <a:lnTo>
                  <a:pt x="9831" y="16376"/>
                </a:lnTo>
                <a:lnTo>
                  <a:pt x="10196" y="16887"/>
                </a:lnTo>
                <a:lnTo>
                  <a:pt x="10464" y="17252"/>
                </a:lnTo>
                <a:lnTo>
                  <a:pt x="10755" y="17617"/>
                </a:lnTo>
                <a:lnTo>
                  <a:pt x="10901" y="17788"/>
                </a:lnTo>
                <a:lnTo>
                  <a:pt x="11072" y="17934"/>
                </a:lnTo>
                <a:lnTo>
                  <a:pt x="11242" y="18080"/>
                </a:lnTo>
                <a:lnTo>
                  <a:pt x="11437" y="18201"/>
                </a:lnTo>
                <a:lnTo>
                  <a:pt x="11510" y="18226"/>
                </a:lnTo>
                <a:lnTo>
                  <a:pt x="11558" y="18250"/>
                </a:lnTo>
                <a:lnTo>
                  <a:pt x="11631" y="18250"/>
                </a:lnTo>
                <a:lnTo>
                  <a:pt x="11704" y="18226"/>
                </a:lnTo>
                <a:lnTo>
                  <a:pt x="11826" y="18226"/>
                </a:lnTo>
                <a:lnTo>
                  <a:pt x="11948" y="18177"/>
                </a:lnTo>
                <a:lnTo>
                  <a:pt x="12045" y="18128"/>
                </a:lnTo>
                <a:lnTo>
                  <a:pt x="12094" y="18007"/>
                </a:lnTo>
                <a:lnTo>
                  <a:pt x="12167" y="17763"/>
                </a:lnTo>
                <a:lnTo>
                  <a:pt x="12191" y="17520"/>
                </a:lnTo>
                <a:lnTo>
                  <a:pt x="12240" y="17033"/>
                </a:lnTo>
                <a:lnTo>
                  <a:pt x="12264" y="16279"/>
                </a:lnTo>
                <a:lnTo>
                  <a:pt x="12264" y="15549"/>
                </a:lnTo>
                <a:lnTo>
                  <a:pt x="12288" y="14746"/>
                </a:lnTo>
                <a:lnTo>
                  <a:pt x="12337" y="13967"/>
                </a:lnTo>
                <a:lnTo>
                  <a:pt x="12361" y="13651"/>
                </a:lnTo>
                <a:lnTo>
                  <a:pt x="12386" y="13335"/>
                </a:lnTo>
                <a:lnTo>
                  <a:pt x="12361" y="13018"/>
                </a:lnTo>
                <a:lnTo>
                  <a:pt x="12337" y="12848"/>
                </a:lnTo>
                <a:lnTo>
                  <a:pt x="12288" y="12726"/>
                </a:lnTo>
                <a:lnTo>
                  <a:pt x="12775" y="12191"/>
                </a:lnTo>
                <a:lnTo>
                  <a:pt x="13335" y="11607"/>
                </a:lnTo>
                <a:lnTo>
                  <a:pt x="13943" y="11047"/>
                </a:lnTo>
                <a:lnTo>
                  <a:pt x="14527" y="10464"/>
                </a:lnTo>
                <a:lnTo>
                  <a:pt x="15087" y="9880"/>
                </a:lnTo>
                <a:lnTo>
                  <a:pt x="15622" y="9247"/>
                </a:lnTo>
                <a:lnTo>
                  <a:pt x="15865" y="8931"/>
                </a:lnTo>
                <a:lnTo>
                  <a:pt x="16157" y="8639"/>
                </a:lnTo>
                <a:lnTo>
                  <a:pt x="16717" y="8055"/>
                </a:lnTo>
                <a:lnTo>
                  <a:pt x="17277" y="7446"/>
                </a:lnTo>
                <a:lnTo>
                  <a:pt x="17471" y="7227"/>
                </a:lnTo>
                <a:lnTo>
                  <a:pt x="17666" y="6960"/>
                </a:lnTo>
                <a:lnTo>
                  <a:pt x="17836" y="6716"/>
                </a:lnTo>
                <a:lnTo>
                  <a:pt x="17982" y="6449"/>
                </a:lnTo>
                <a:lnTo>
                  <a:pt x="18104" y="6157"/>
                </a:lnTo>
                <a:lnTo>
                  <a:pt x="18250" y="5889"/>
                </a:lnTo>
                <a:lnTo>
                  <a:pt x="18347" y="5597"/>
                </a:lnTo>
                <a:lnTo>
                  <a:pt x="18445" y="5305"/>
                </a:lnTo>
                <a:lnTo>
                  <a:pt x="18591" y="4721"/>
                </a:lnTo>
                <a:lnTo>
                  <a:pt x="18688" y="4113"/>
                </a:lnTo>
                <a:lnTo>
                  <a:pt x="18736" y="3480"/>
                </a:lnTo>
                <a:lnTo>
                  <a:pt x="18736" y="2872"/>
                </a:lnTo>
                <a:lnTo>
                  <a:pt x="18712" y="2312"/>
                </a:lnTo>
                <a:lnTo>
                  <a:pt x="18688" y="1899"/>
                </a:lnTo>
                <a:lnTo>
                  <a:pt x="18639" y="1436"/>
                </a:lnTo>
                <a:lnTo>
                  <a:pt x="18542" y="998"/>
                </a:lnTo>
                <a:lnTo>
                  <a:pt x="18493" y="828"/>
                </a:lnTo>
                <a:lnTo>
                  <a:pt x="18420" y="658"/>
                </a:lnTo>
                <a:lnTo>
                  <a:pt x="18323" y="536"/>
                </a:lnTo>
                <a:lnTo>
                  <a:pt x="18226" y="463"/>
                </a:lnTo>
                <a:lnTo>
                  <a:pt x="18104" y="414"/>
                </a:lnTo>
                <a:lnTo>
                  <a:pt x="17982" y="439"/>
                </a:lnTo>
                <a:lnTo>
                  <a:pt x="17447" y="268"/>
                </a:lnTo>
                <a:lnTo>
                  <a:pt x="16863" y="147"/>
                </a:lnTo>
                <a:lnTo>
                  <a:pt x="16303" y="49"/>
                </a:lnTo>
                <a:lnTo>
                  <a:pt x="15719"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6" name="Google Shape;570;p18">
            <a:extLst>
              <a:ext uri="{FF2B5EF4-FFF2-40B4-BE49-F238E27FC236}">
                <a16:creationId xmlns="" xmlns:a16="http://schemas.microsoft.com/office/drawing/2014/main" id="{6CCF473F-4BBA-4AEB-B5C2-0CC9752127C9}"/>
              </a:ext>
            </a:extLst>
          </p:cNvPr>
          <p:cNvSpPr/>
          <p:nvPr/>
        </p:nvSpPr>
        <p:spPr>
          <a:xfrm>
            <a:off x="1295928" y="377005"/>
            <a:ext cx="338774" cy="329202"/>
          </a:xfrm>
          <a:custGeom>
            <a:avLst/>
            <a:gdLst/>
            <a:ahLst/>
            <a:cxnLst/>
            <a:rect l="l" t="t" r="r" b="b"/>
            <a:pathLst>
              <a:path w="15501" h="15063" extrusionOk="0">
                <a:moveTo>
                  <a:pt x="7957" y="925"/>
                </a:moveTo>
                <a:lnTo>
                  <a:pt x="8249" y="1533"/>
                </a:lnTo>
                <a:lnTo>
                  <a:pt x="8103" y="1606"/>
                </a:lnTo>
                <a:lnTo>
                  <a:pt x="7957" y="1704"/>
                </a:lnTo>
                <a:lnTo>
                  <a:pt x="7933" y="1752"/>
                </a:lnTo>
                <a:lnTo>
                  <a:pt x="7933" y="1339"/>
                </a:lnTo>
                <a:lnTo>
                  <a:pt x="7957" y="925"/>
                </a:lnTo>
                <a:close/>
                <a:moveTo>
                  <a:pt x="8371" y="1801"/>
                </a:moveTo>
                <a:lnTo>
                  <a:pt x="8492" y="2020"/>
                </a:lnTo>
                <a:lnTo>
                  <a:pt x="8346" y="2117"/>
                </a:lnTo>
                <a:lnTo>
                  <a:pt x="8200" y="2215"/>
                </a:lnTo>
                <a:lnTo>
                  <a:pt x="8079" y="2288"/>
                </a:lnTo>
                <a:lnTo>
                  <a:pt x="7957" y="2409"/>
                </a:lnTo>
                <a:lnTo>
                  <a:pt x="7933" y="2069"/>
                </a:lnTo>
                <a:lnTo>
                  <a:pt x="8127" y="1971"/>
                </a:lnTo>
                <a:lnTo>
                  <a:pt x="8249" y="1898"/>
                </a:lnTo>
                <a:lnTo>
                  <a:pt x="8371" y="1801"/>
                </a:lnTo>
                <a:close/>
                <a:moveTo>
                  <a:pt x="8663" y="2336"/>
                </a:moveTo>
                <a:lnTo>
                  <a:pt x="8784" y="2628"/>
                </a:lnTo>
                <a:lnTo>
                  <a:pt x="8687" y="2653"/>
                </a:lnTo>
                <a:lnTo>
                  <a:pt x="8590" y="2726"/>
                </a:lnTo>
                <a:lnTo>
                  <a:pt x="8419" y="2847"/>
                </a:lnTo>
                <a:lnTo>
                  <a:pt x="8225" y="2993"/>
                </a:lnTo>
                <a:lnTo>
                  <a:pt x="8054" y="3164"/>
                </a:lnTo>
                <a:lnTo>
                  <a:pt x="8006" y="2750"/>
                </a:lnTo>
                <a:lnTo>
                  <a:pt x="8176" y="2653"/>
                </a:lnTo>
                <a:lnTo>
                  <a:pt x="8322" y="2531"/>
                </a:lnTo>
                <a:lnTo>
                  <a:pt x="8565" y="2385"/>
                </a:lnTo>
                <a:lnTo>
                  <a:pt x="8663" y="2336"/>
                </a:lnTo>
                <a:close/>
                <a:moveTo>
                  <a:pt x="8979" y="2945"/>
                </a:moveTo>
                <a:lnTo>
                  <a:pt x="8979" y="2969"/>
                </a:lnTo>
                <a:lnTo>
                  <a:pt x="9076" y="3164"/>
                </a:lnTo>
                <a:lnTo>
                  <a:pt x="8857" y="3285"/>
                </a:lnTo>
                <a:lnTo>
                  <a:pt x="8663" y="3431"/>
                </a:lnTo>
                <a:lnTo>
                  <a:pt x="8371" y="3626"/>
                </a:lnTo>
                <a:lnTo>
                  <a:pt x="8079" y="3821"/>
                </a:lnTo>
                <a:lnTo>
                  <a:pt x="8054" y="3504"/>
                </a:lnTo>
                <a:lnTo>
                  <a:pt x="8200" y="3456"/>
                </a:lnTo>
                <a:lnTo>
                  <a:pt x="8322" y="3383"/>
                </a:lnTo>
                <a:lnTo>
                  <a:pt x="8541" y="3212"/>
                </a:lnTo>
                <a:lnTo>
                  <a:pt x="8833" y="3018"/>
                </a:lnTo>
                <a:lnTo>
                  <a:pt x="8979" y="2945"/>
                </a:lnTo>
                <a:close/>
                <a:moveTo>
                  <a:pt x="9271" y="3529"/>
                </a:moveTo>
                <a:lnTo>
                  <a:pt x="9393" y="3796"/>
                </a:lnTo>
                <a:lnTo>
                  <a:pt x="8736" y="4186"/>
                </a:lnTo>
                <a:lnTo>
                  <a:pt x="8419" y="4380"/>
                </a:lnTo>
                <a:lnTo>
                  <a:pt x="8249" y="4478"/>
                </a:lnTo>
                <a:lnTo>
                  <a:pt x="8103" y="4599"/>
                </a:lnTo>
                <a:lnTo>
                  <a:pt x="8079" y="4113"/>
                </a:lnTo>
                <a:lnTo>
                  <a:pt x="8225" y="4088"/>
                </a:lnTo>
                <a:lnTo>
                  <a:pt x="8371" y="4040"/>
                </a:lnTo>
                <a:lnTo>
                  <a:pt x="8663" y="3894"/>
                </a:lnTo>
                <a:lnTo>
                  <a:pt x="9052" y="3650"/>
                </a:lnTo>
                <a:lnTo>
                  <a:pt x="9271" y="3529"/>
                </a:lnTo>
                <a:close/>
                <a:moveTo>
                  <a:pt x="9587" y="4186"/>
                </a:moveTo>
                <a:lnTo>
                  <a:pt x="9660" y="4332"/>
                </a:lnTo>
                <a:lnTo>
                  <a:pt x="9490" y="4429"/>
                </a:lnTo>
                <a:lnTo>
                  <a:pt x="9344" y="4551"/>
                </a:lnTo>
                <a:lnTo>
                  <a:pt x="9052" y="4770"/>
                </a:lnTo>
                <a:lnTo>
                  <a:pt x="8809" y="4916"/>
                </a:lnTo>
                <a:lnTo>
                  <a:pt x="8590" y="5110"/>
                </a:lnTo>
                <a:lnTo>
                  <a:pt x="8371" y="5305"/>
                </a:lnTo>
                <a:lnTo>
                  <a:pt x="8176" y="5524"/>
                </a:lnTo>
                <a:lnTo>
                  <a:pt x="8127" y="4794"/>
                </a:lnTo>
                <a:lnTo>
                  <a:pt x="8322" y="4794"/>
                </a:lnTo>
                <a:lnTo>
                  <a:pt x="8492" y="4721"/>
                </a:lnTo>
                <a:lnTo>
                  <a:pt x="8833" y="4575"/>
                </a:lnTo>
                <a:lnTo>
                  <a:pt x="9222" y="4380"/>
                </a:lnTo>
                <a:lnTo>
                  <a:pt x="9587" y="4186"/>
                </a:lnTo>
                <a:close/>
                <a:moveTo>
                  <a:pt x="14965" y="5938"/>
                </a:moveTo>
                <a:lnTo>
                  <a:pt x="14795" y="6059"/>
                </a:lnTo>
                <a:lnTo>
                  <a:pt x="14649" y="6205"/>
                </a:lnTo>
                <a:lnTo>
                  <a:pt x="14576" y="6181"/>
                </a:lnTo>
                <a:lnTo>
                  <a:pt x="14332" y="6157"/>
                </a:lnTo>
                <a:lnTo>
                  <a:pt x="14965" y="5938"/>
                </a:lnTo>
                <a:close/>
                <a:moveTo>
                  <a:pt x="2190" y="5840"/>
                </a:moveTo>
                <a:lnTo>
                  <a:pt x="2093" y="5986"/>
                </a:lnTo>
                <a:lnTo>
                  <a:pt x="2044" y="6132"/>
                </a:lnTo>
                <a:lnTo>
                  <a:pt x="2044" y="6181"/>
                </a:lnTo>
                <a:lnTo>
                  <a:pt x="2044" y="6254"/>
                </a:lnTo>
                <a:lnTo>
                  <a:pt x="1874" y="6181"/>
                </a:lnTo>
                <a:lnTo>
                  <a:pt x="1679" y="6108"/>
                </a:lnTo>
                <a:lnTo>
                  <a:pt x="1266" y="5962"/>
                </a:lnTo>
                <a:lnTo>
                  <a:pt x="2190" y="5840"/>
                </a:lnTo>
                <a:close/>
                <a:moveTo>
                  <a:pt x="3018" y="5743"/>
                </a:moveTo>
                <a:lnTo>
                  <a:pt x="2677" y="6132"/>
                </a:lnTo>
                <a:lnTo>
                  <a:pt x="2555" y="6302"/>
                </a:lnTo>
                <a:lnTo>
                  <a:pt x="2288" y="6278"/>
                </a:lnTo>
                <a:lnTo>
                  <a:pt x="2312" y="6254"/>
                </a:lnTo>
                <a:lnTo>
                  <a:pt x="2409" y="6181"/>
                </a:lnTo>
                <a:lnTo>
                  <a:pt x="2482" y="6059"/>
                </a:lnTo>
                <a:lnTo>
                  <a:pt x="2604" y="5938"/>
                </a:lnTo>
                <a:lnTo>
                  <a:pt x="2750" y="5816"/>
                </a:lnTo>
                <a:lnTo>
                  <a:pt x="2823" y="5767"/>
                </a:lnTo>
                <a:lnTo>
                  <a:pt x="3018" y="5743"/>
                </a:lnTo>
                <a:close/>
                <a:moveTo>
                  <a:pt x="9879" y="4672"/>
                </a:moveTo>
                <a:lnTo>
                  <a:pt x="9977" y="4818"/>
                </a:lnTo>
                <a:lnTo>
                  <a:pt x="9952" y="4818"/>
                </a:lnTo>
                <a:lnTo>
                  <a:pt x="9733" y="5062"/>
                </a:lnTo>
                <a:lnTo>
                  <a:pt x="9490" y="5281"/>
                </a:lnTo>
                <a:lnTo>
                  <a:pt x="8979" y="5719"/>
                </a:lnTo>
                <a:lnTo>
                  <a:pt x="8590" y="6035"/>
                </a:lnTo>
                <a:lnTo>
                  <a:pt x="8395" y="6181"/>
                </a:lnTo>
                <a:lnTo>
                  <a:pt x="8200" y="6351"/>
                </a:lnTo>
                <a:lnTo>
                  <a:pt x="8176" y="5694"/>
                </a:lnTo>
                <a:lnTo>
                  <a:pt x="8468" y="5573"/>
                </a:lnTo>
                <a:lnTo>
                  <a:pt x="8736" y="5402"/>
                </a:lnTo>
                <a:lnTo>
                  <a:pt x="9247" y="5086"/>
                </a:lnTo>
                <a:lnTo>
                  <a:pt x="9539" y="4916"/>
                </a:lnTo>
                <a:lnTo>
                  <a:pt x="9709" y="4794"/>
                </a:lnTo>
                <a:lnTo>
                  <a:pt x="9879" y="4672"/>
                </a:lnTo>
                <a:close/>
                <a:moveTo>
                  <a:pt x="3967" y="5597"/>
                </a:moveTo>
                <a:lnTo>
                  <a:pt x="3869" y="5719"/>
                </a:lnTo>
                <a:lnTo>
                  <a:pt x="3723" y="5986"/>
                </a:lnTo>
                <a:lnTo>
                  <a:pt x="3553" y="6229"/>
                </a:lnTo>
                <a:lnTo>
                  <a:pt x="3504" y="6327"/>
                </a:lnTo>
                <a:lnTo>
                  <a:pt x="3456" y="6424"/>
                </a:lnTo>
                <a:lnTo>
                  <a:pt x="3164" y="6375"/>
                </a:lnTo>
                <a:lnTo>
                  <a:pt x="2920" y="6327"/>
                </a:lnTo>
                <a:lnTo>
                  <a:pt x="3066" y="6181"/>
                </a:lnTo>
                <a:lnTo>
                  <a:pt x="3431" y="5792"/>
                </a:lnTo>
                <a:lnTo>
                  <a:pt x="3602" y="5646"/>
                </a:lnTo>
                <a:lnTo>
                  <a:pt x="3967" y="5597"/>
                </a:lnTo>
                <a:close/>
                <a:moveTo>
                  <a:pt x="5110" y="5354"/>
                </a:moveTo>
                <a:lnTo>
                  <a:pt x="4989" y="5475"/>
                </a:lnTo>
                <a:lnTo>
                  <a:pt x="4867" y="5597"/>
                </a:lnTo>
                <a:lnTo>
                  <a:pt x="4648" y="5865"/>
                </a:lnTo>
                <a:lnTo>
                  <a:pt x="4380" y="6205"/>
                </a:lnTo>
                <a:lnTo>
                  <a:pt x="4234" y="6400"/>
                </a:lnTo>
                <a:lnTo>
                  <a:pt x="4113" y="6594"/>
                </a:lnTo>
                <a:lnTo>
                  <a:pt x="3723" y="6497"/>
                </a:lnTo>
                <a:lnTo>
                  <a:pt x="3821" y="6400"/>
                </a:lnTo>
                <a:lnTo>
                  <a:pt x="3869" y="6278"/>
                </a:lnTo>
                <a:lnTo>
                  <a:pt x="3991" y="6084"/>
                </a:lnTo>
                <a:lnTo>
                  <a:pt x="4137" y="5865"/>
                </a:lnTo>
                <a:lnTo>
                  <a:pt x="4307" y="5694"/>
                </a:lnTo>
                <a:lnTo>
                  <a:pt x="4405" y="5597"/>
                </a:lnTo>
                <a:lnTo>
                  <a:pt x="4526" y="5500"/>
                </a:lnTo>
                <a:lnTo>
                  <a:pt x="5110" y="5354"/>
                </a:lnTo>
                <a:close/>
                <a:moveTo>
                  <a:pt x="14065" y="6254"/>
                </a:moveTo>
                <a:lnTo>
                  <a:pt x="14138" y="6327"/>
                </a:lnTo>
                <a:lnTo>
                  <a:pt x="14235" y="6375"/>
                </a:lnTo>
                <a:lnTo>
                  <a:pt x="14430" y="6448"/>
                </a:lnTo>
                <a:lnTo>
                  <a:pt x="14186" y="6740"/>
                </a:lnTo>
                <a:lnTo>
                  <a:pt x="14016" y="6643"/>
                </a:lnTo>
                <a:lnTo>
                  <a:pt x="13846" y="6546"/>
                </a:lnTo>
                <a:lnTo>
                  <a:pt x="13675" y="6497"/>
                </a:lnTo>
                <a:lnTo>
                  <a:pt x="13481" y="6448"/>
                </a:lnTo>
                <a:lnTo>
                  <a:pt x="14065" y="6254"/>
                </a:lnTo>
                <a:close/>
                <a:moveTo>
                  <a:pt x="5573" y="5451"/>
                </a:moveTo>
                <a:lnTo>
                  <a:pt x="5719" y="5621"/>
                </a:lnTo>
                <a:lnTo>
                  <a:pt x="5840" y="5767"/>
                </a:lnTo>
                <a:lnTo>
                  <a:pt x="5816" y="5767"/>
                </a:lnTo>
                <a:lnTo>
                  <a:pt x="5670" y="5840"/>
                </a:lnTo>
                <a:lnTo>
                  <a:pt x="5548" y="5962"/>
                </a:lnTo>
                <a:lnTo>
                  <a:pt x="5354" y="6205"/>
                </a:lnTo>
                <a:lnTo>
                  <a:pt x="5110" y="6473"/>
                </a:lnTo>
                <a:lnTo>
                  <a:pt x="4989" y="6619"/>
                </a:lnTo>
                <a:lnTo>
                  <a:pt x="4916" y="6765"/>
                </a:lnTo>
                <a:lnTo>
                  <a:pt x="4429" y="6667"/>
                </a:lnTo>
                <a:lnTo>
                  <a:pt x="4551" y="6546"/>
                </a:lnTo>
                <a:lnTo>
                  <a:pt x="4648" y="6424"/>
                </a:lnTo>
                <a:lnTo>
                  <a:pt x="4843" y="6157"/>
                </a:lnTo>
                <a:lnTo>
                  <a:pt x="5159" y="5816"/>
                </a:lnTo>
                <a:lnTo>
                  <a:pt x="5354" y="5646"/>
                </a:lnTo>
                <a:lnTo>
                  <a:pt x="5475" y="5548"/>
                </a:lnTo>
                <a:lnTo>
                  <a:pt x="5548" y="5451"/>
                </a:lnTo>
                <a:close/>
                <a:moveTo>
                  <a:pt x="6035" y="5962"/>
                </a:moveTo>
                <a:lnTo>
                  <a:pt x="6278" y="6254"/>
                </a:lnTo>
                <a:lnTo>
                  <a:pt x="6157" y="6424"/>
                </a:lnTo>
                <a:lnTo>
                  <a:pt x="6011" y="6643"/>
                </a:lnTo>
                <a:lnTo>
                  <a:pt x="5889" y="6862"/>
                </a:lnTo>
                <a:lnTo>
                  <a:pt x="5840" y="6935"/>
                </a:lnTo>
                <a:lnTo>
                  <a:pt x="5840" y="7008"/>
                </a:lnTo>
                <a:lnTo>
                  <a:pt x="5232" y="6838"/>
                </a:lnTo>
                <a:lnTo>
                  <a:pt x="5402" y="6692"/>
                </a:lnTo>
                <a:lnTo>
                  <a:pt x="5548" y="6546"/>
                </a:lnTo>
                <a:lnTo>
                  <a:pt x="5767" y="6278"/>
                </a:lnTo>
                <a:lnTo>
                  <a:pt x="5889" y="6157"/>
                </a:lnTo>
                <a:lnTo>
                  <a:pt x="6011" y="6011"/>
                </a:lnTo>
                <a:lnTo>
                  <a:pt x="6035" y="5962"/>
                </a:lnTo>
                <a:close/>
                <a:moveTo>
                  <a:pt x="7519" y="925"/>
                </a:moveTo>
                <a:lnTo>
                  <a:pt x="7470" y="1120"/>
                </a:lnTo>
                <a:lnTo>
                  <a:pt x="7470" y="1314"/>
                </a:lnTo>
                <a:lnTo>
                  <a:pt x="7470" y="1704"/>
                </a:lnTo>
                <a:lnTo>
                  <a:pt x="7495" y="2093"/>
                </a:lnTo>
                <a:lnTo>
                  <a:pt x="7519" y="2482"/>
                </a:lnTo>
                <a:lnTo>
                  <a:pt x="7592" y="3285"/>
                </a:lnTo>
                <a:lnTo>
                  <a:pt x="7665" y="4234"/>
                </a:lnTo>
                <a:lnTo>
                  <a:pt x="7714" y="5183"/>
                </a:lnTo>
                <a:lnTo>
                  <a:pt x="7714" y="6132"/>
                </a:lnTo>
                <a:lnTo>
                  <a:pt x="7714" y="7081"/>
                </a:lnTo>
                <a:lnTo>
                  <a:pt x="7519" y="6886"/>
                </a:lnTo>
                <a:lnTo>
                  <a:pt x="7324" y="6716"/>
                </a:lnTo>
                <a:lnTo>
                  <a:pt x="7032" y="6473"/>
                </a:lnTo>
                <a:lnTo>
                  <a:pt x="6522" y="5913"/>
                </a:lnTo>
                <a:lnTo>
                  <a:pt x="5986" y="5354"/>
                </a:lnTo>
                <a:lnTo>
                  <a:pt x="5792" y="5159"/>
                </a:lnTo>
                <a:lnTo>
                  <a:pt x="5670" y="5086"/>
                </a:lnTo>
                <a:lnTo>
                  <a:pt x="5573" y="5013"/>
                </a:lnTo>
                <a:lnTo>
                  <a:pt x="5719" y="4721"/>
                </a:lnTo>
                <a:lnTo>
                  <a:pt x="5913" y="4453"/>
                </a:lnTo>
                <a:lnTo>
                  <a:pt x="6278" y="3894"/>
                </a:lnTo>
                <a:lnTo>
                  <a:pt x="6449" y="3626"/>
                </a:lnTo>
                <a:lnTo>
                  <a:pt x="6570" y="3358"/>
                </a:lnTo>
                <a:lnTo>
                  <a:pt x="6692" y="3066"/>
                </a:lnTo>
                <a:lnTo>
                  <a:pt x="6789" y="2774"/>
                </a:lnTo>
                <a:lnTo>
                  <a:pt x="6984" y="2166"/>
                </a:lnTo>
                <a:lnTo>
                  <a:pt x="7203" y="1558"/>
                </a:lnTo>
                <a:lnTo>
                  <a:pt x="7349" y="1217"/>
                </a:lnTo>
                <a:lnTo>
                  <a:pt x="7519" y="925"/>
                </a:lnTo>
                <a:close/>
                <a:moveTo>
                  <a:pt x="6497" y="6497"/>
                </a:moveTo>
                <a:lnTo>
                  <a:pt x="6522" y="6521"/>
                </a:lnTo>
                <a:lnTo>
                  <a:pt x="6716" y="6716"/>
                </a:lnTo>
                <a:lnTo>
                  <a:pt x="6643" y="6765"/>
                </a:lnTo>
                <a:lnTo>
                  <a:pt x="6595" y="6789"/>
                </a:lnTo>
                <a:lnTo>
                  <a:pt x="6497" y="6911"/>
                </a:lnTo>
                <a:lnTo>
                  <a:pt x="6400" y="7008"/>
                </a:lnTo>
                <a:lnTo>
                  <a:pt x="6327" y="7130"/>
                </a:lnTo>
                <a:lnTo>
                  <a:pt x="5986" y="7057"/>
                </a:lnTo>
                <a:lnTo>
                  <a:pt x="6059" y="7008"/>
                </a:lnTo>
                <a:lnTo>
                  <a:pt x="6132" y="6935"/>
                </a:lnTo>
                <a:lnTo>
                  <a:pt x="6254" y="6838"/>
                </a:lnTo>
                <a:lnTo>
                  <a:pt x="6497" y="6497"/>
                </a:lnTo>
                <a:close/>
                <a:moveTo>
                  <a:pt x="13286" y="6521"/>
                </a:moveTo>
                <a:lnTo>
                  <a:pt x="13627" y="6740"/>
                </a:lnTo>
                <a:lnTo>
                  <a:pt x="13967" y="6935"/>
                </a:lnTo>
                <a:lnTo>
                  <a:pt x="13870" y="7032"/>
                </a:lnTo>
                <a:lnTo>
                  <a:pt x="13724" y="7178"/>
                </a:lnTo>
                <a:lnTo>
                  <a:pt x="13578" y="7081"/>
                </a:lnTo>
                <a:lnTo>
                  <a:pt x="13456" y="7032"/>
                </a:lnTo>
                <a:lnTo>
                  <a:pt x="13164" y="6911"/>
                </a:lnTo>
                <a:lnTo>
                  <a:pt x="12897" y="6813"/>
                </a:lnTo>
                <a:lnTo>
                  <a:pt x="12653" y="6716"/>
                </a:lnTo>
                <a:lnTo>
                  <a:pt x="13286" y="6521"/>
                </a:lnTo>
                <a:close/>
                <a:moveTo>
                  <a:pt x="10171" y="5062"/>
                </a:moveTo>
                <a:lnTo>
                  <a:pt x="10220" y="5135"/>
                </a:lnTo>
                <a:lnTo>
                  <a:pt x="10196" y="5159"/>
                </a:lnTo>
                <a:lnTo>
                  <a:pt x="9587" y="5816"/>
                </a:lnTo>
                <a:lnTo>
                  <a:pt x="9003" y="6521"/>
                </a:lnTo>
                <a:lnTo>
                  <a:pt x="8809" y="6716"/>
                </a:lnTo>
                <a:lnTo>
                  <a:pt x="8590" y="6935"/>
                </a:lnTo>
                <a:lnTo>
                  <a:pt x="8371" y="7154"/>
                </a:lnTo>
                <a:lnTo>
                  <a:pt x="8152" y="7373"/>
                </a:lnTo>
                <a:lnTo>
                  <a:pt x="8200" y="6740"/>
                </a:lnTo>
                <a:lnTo>
                  <a:pt x="8444" y="6570"/>
                </a:lnTo>
                <a:lnTo>
                  <a:pt x="8663" y="6400"/>
                </a:lnTo>
                <a:lnTo>
                  <a:pt x="9101" y="6035"/>
                </a:lnTo>
                <a:lnTo>
                  <a:pt x="9660" y="5573"/>
                </a:lnTo>
                <a:lnTo>
                  <a:pt x="9928" y="5329"/>
                </a:lnTo>
                <a:lnTo>
                  <a:pt x="10171" y="5062"/>
                </a:lnTo>
                <a:close/>
                <a:moveTo>
                  <a:pt x="10488" y="5329"/>
                </a:moveTo>
                <a:lnTo>
                  <a:pt x="10731" y="5427"/>
                </a:lnTo>
                <a:lnTo>
                  <a:pt x="10999" y="5500"/>
                </a:lnTo>
                <a:lnTo>
                  <a:pt x="11510" y="5597"/>
                </a:lnTo>
                <a:lnTo>
                  <a:pt x="11850" y="5670"/>
                </a:lnTo>
                <a:lnTo>
                  <a:pt x="12167" y="5694"/>
                </a:lnTo>
                <a:lnTo>
                  <a:pt x="12824" y="5719"/>
                </a:lnTo>
                <a:lnTo>
                  <a:pt x="13529" y="5743"/>
                </a:lnTo>
                <a:lnTo>
                  <a:pt x="14235" y="5792"/>
                </a:lnTo>
                <a:lnTo>
                  <a:pt x="13505" y="6059"/>
                </a:lnTo>
                <a:lnTo>
                  <a:pt x="12799" y="6278"/>
                </a:lnTo>
                <a:lnTo>
                  <a:pt x="11339" y="6692"/>
                </a:lnTo>
                <a:lnTo>
                  <a:pt x="9612" y="7130"/>
                </a:lnTo>
                <a:lnTo>
                  <a:pt x="9149" y="7251"/>
                </a:lnTo>
                <a:lnTo>
                  <a:pt x="8663" y="7373"/>
                </a:lnTo>
                <a:lnTo>
                  <a:pt x="9101" y="6862"/>
                </a:lnTo>
                <a:lnTo>
                  <a:pt x="9758" y="6132"/>
                </a:lnTo>
                <a:lnTo>
                  <a:pt x="10098" y="5767"/>
                </a:lnTo>
                <a:lnTo>
                  <a:pt x="10439" y="5402"/>
                </a:lnTo>
                <a:lnTo>
                  <a:pt x="10488" y="5329"/>
                </a:lnTo>
                <a:close/>
                <a:moveTo>
                  <a:pt x="6862" y="6886"/>
                </a:moveTo>
                <a:lnTo>
                  <a:pt x="7349" y="7422"/>
                </a:lnTo>
                <a:lnTo>
                  <a:pt x="7349" y="7422"/>
                </a:lnTo>
                <a:lnTo>
                  <a:pt x="6570" y="7203"/>
                </a:lnTo>
                <a:lnTo>
                  <a:pt x="6668" y="7105"/>
                </a:lnTo>
                <a:lnTo>
                  <a:pt x="6765" y="7008"/>
                </a:lnTo>
                <a:lnTo>
                  <a:pt x="6862" y="6911"/>
                </a:lnTo>
                <a:lnTo>
                  <a:pt x="6862" y="6886"/>
                </a:lnTo>
                <a:close/>
                <a:moveTo>
                  <a:pt x="12386" y="6789"/>
                </a:moveTo>
                <a:lnTo>
                  <a:pt x="12483" y="6911"/>
                </a:lnTo>
                <a:lnTo>
                  <a:pt x="12629" y="7008"/>
                </a:lnTo>
                <a:lnTo>
                  <a:pt x="12775" y="7105"/>
                </a:lnTo>
                <a:lnTo>
                  <a:pt x="12921" y="7178"/>
                </a:lnTo>
                <a:lnTo>
                  <a:pt x="13432" y="7422"/>
                </a:lnTo>
                <a:lnTo>
                  <a:pt x="13140" y="7641"/>
                </a:lnTo>
                <a:lnTo>
                  <a:pt x="12970" y="7543"/>
                </a:lnTo>
                <a:lnTo>
                  <a:pt x="12799" y="7470"/>
                </a:lnTo>
                <a:lnTo>
                  <a:pt x="12483" y="7349"/>
                </a:lnTo>
                <a:lnTo>
                  <a:pt x="12045" y="7154"/>
                </a:lnTo>
                <a:lnTo>
                  <a:pt x="11826" y="7057"/>
                </a:lnTo>
                <a:lnTo>
                  <a:pt x="11607" y="7008"/>
                </a:lnTo>
                <a:lnTo>
                  <a:pt x="12386" y="6789"/>
                </a:lnTo>
                <a:close/>
                <a:moveTo>
                  <a:pt x="11461" y="7057"/>
                </a:moveTo>
                <a:lnTo>
                  <a:pt x="11534" y="7154"/>
                </a:lnTo>
                <a:lnTo>
                  <a:pt x="11631" y="7251"/>
                </a:lnTo>
                <a:lnTo>
                  <a:pt x="11850" y="7397"/>
                </a:lnTo>
                <a:lnTo>
                  <a:pt x="12069" y="7519"/>
                </a:lnTo>
                <a:lnTo>
                  <a:pt x="12313" y="7641"/>
                </a:lnTo>
                <a:lnTo>
                  <a:pt x="12532" y="7762"/>
                </a:lnTo>
                <a:lnTo>
                  <a:pt x="12799" y="7908"/>
                </a:lnTo>
                <a:lnTo>
                  <a:pt x="12483" y="8152"/>
                </a:lnTo>
                <a:lnTo>
                  <a:pt x="12410" y="8054"/>
                </a:lnTo>
                <a:lnTo>
                  <a:pt x="12337" y="7981"/>
                </a:lnTo>
                <a:lnTo>
                  <a:pt x="12240" y="7908"/>
                </a:lnTo>
                <a:lnTo>
                  <a:pt x="12118" y="7860"/>
                </a:lnTo>
                <a:lnTo>
                  <a:pt x="11875" y="7762"/>
                </a:lnTo>
                <a:lnTo>
                  <a:pt x="11656" y="7689"/>
                </a:lnTo>
                <a:lnTo>
                  <a:pt x="11145" y="7470"/>
                </a:lnTo>
                <a:lnTo>
                  <a:pt x="10901" y="7349"/>
                </a:lnTo>
                <a:lnTo>
                  <a:pt x="10634" y="7251"/>
                </a:lnTo>
                <a:lnTo>
                  <a:pt x="11437" y="7057"/>
                </a:lnTo>
                <a:close/>
                <a:moveTo>
                  <a:pt x="10439" y="7324"/>
                </a:moveTo>
                <a:lnTo>
                  <a:pt x="10512" y="7422"/>
                </a:lnTo>
                <a:lnTo>
                  <a:pt x="10609" y="7495"/>
                </a:lnTo>
                <a:lnTo>
                  <a:pt x="10828" y="7665"/>
                </a:lnTo>
                <a:lnTo>
                  <a:pt x="11047" y="7787"/>
                </a:lnTo>
                <a:lnTo>
                  <a:pt x="11291" y="7884"/>
                </a:lnTo>
                <a:lnTo>
                  <a:pt x="11996" y="8176"/>
                </a:lnTo>
                <a:lnTo>
                  <a:pt x="12167" y="8249"/>
                </a:lnTo>
                <a:lnTo>
                  <a:pt x="12215" y="8273"/>
                </a:lnTo>
                <a:lnTo>
                  <a:pt x="12288" y="8298"/>
                </a:lnTo>
                <a:lnTo>
                  <a:pt x="11996" y="8541"/>
                </a:lnTo>
                <a:lnTo>
                  <a:pt x="11972" y="8541"/>
                </a:lnTo>
                <a:lnTo>
                  <a:pt x="11583" y="8444"/>
                </a:lnTo>
                <a:lnTo>
                  <a:pt x="11218" y="8322"/>
                </a:lnTo>
                <a:lnTo>
                  <a:pt x="10853" y="8152"/>
                </a:lnTo>
                <a:lnTo>
                  <a:pt x="10512" y="7957"/>
                </a:lnTo>
                <a:lnTo>
                  <a:pt x="10098" y="7714"/>
                </a:lnTo>
                <a:lnTo>
                  <a:pt x="9879" y="7592"/>
                </a:lnTo>
                <a:lnTo>
                  <a:pt x="9660" y="7495"/>
                </a:lnTo>
                <a:lnTo>
                  <a:pt x="10439" y="7324"/>
                </a:lnTo>
                <a:close/>
                <a:moveTo>
                  <a:pt x="8225" y="8103"/>
                </a:moveTo>
                <a:lnTo>
                  <a:pt x="8638" y="8249"/>
                </a:lnTo>
                <a:lnTo>
                  <a:pt x="9028" y="8419"/>
                </a:lnTo>
                <a:lnTo>
                  <a:pt x="8930" y="8517"/>
                </a:lnTo>
                <a:lnTo>
                  <a:pt x="8784" y="8638"/>
                </a:lnTo>
                <a:lnTo>
                  <a:pt x="8711" y="8711"/>
                </a:lnTo>
                <a:lnTo>
                  <a:pt x="8687" y="8784"/>
                </a:lnTo>
                <a:lnTo>
                  <a:pt x="8225" y="8103"/>
                </a:lnTo>
                <a:close/>
                <a:moveTo>
                  <a:pt x="7689" y="8663"/>
                </a:moveTo>
                <a:lnTo>
                  <a:pt x="7714" y="9003"/>
                </a:lnTo>
                <a:lnTo>
                  <a:pt x="7689" y="9003"/>
                </a:lnTo>
                <a:lnTo>
                  <a:pt x="7519" y="8930"/>
                </a:lnTo>
                <a:lnTo>
                  <a:pt x="7665" y="8687"/>
                </a:lnTo>
                <a:lnTo>
                  <a:pt x="7689" y="8663"/>
                </a:lnTo>
                <a:close/>
                <a:moveTo>
                  <a:pt x="9344" y="7592"/>
                </a:moveTo>
                <a:lnTo>
                  <a:pt x="9612" y="7787"/>
                </a:lnTo>
                <a:lnTo>
                  <a:pt x="9904" y="7981"/>
                </a:lnTo>
                <a:lnTo>
                  <a:pt x="10463" y="8322"/>
                </a:lnTo>
                <a:lnTo>
                  <a:pt x="10755" y="8492"/>
                </a:lnTo>
                <a:lnTo>
                  <a:pt x="11047" y="8638"/>
                </a:lnTo>
                <a:lnTo>
                  <a:pt x="11364" y="8760"/>
                </a:lnTo>
                <a:lnTo>
                  <a:pt x="11680" y="8833"/>
                </a:lnTo>
                <a:lnTo>
                  <a:pt x="11510" y="9003"/>
                </a:lnTo>
                <a:lnTo>
                  <a:pt x="11485" y="9028"/>
                </a:lnTo>
                <a:lnTo>
                  <a:pt x="10463" y="8565"/>
                </a:lnTo>
                <a:lnTo>
                  <a:pt x="9952" y="8371"/>
                </a:lnTo>
                <a:lnTo>
                  <a:pt x="9417" y="8176"/>
                </a:lnTo>
                <a:lnTo>
                  <a:pt x="8979" y="7981"/>
                </a:lnTo>
                <a:lnTo>
                  <a:pt x="8736" y="7884"/>
                </a:lnTo>
                <a:lnTo>
                  <a:pt x="8468" y="7811"/>
                </a:lnTo>
                <a:lnTo>
                  <a:pt x="8906" y="7714"/>
                </a:lnTo>
                <a:lnTo>
                  <a:pt x="9344" y="7592"/>
                </a:lnTo>
                <a:close/>
                <a:moveTo>
                  <a:pt x="9368" y="8565"/>
                </a:moveTo>
                <a:lnTo>
                  <a:pt x="9733" y="8687"/>
                </a:lnTo>
                <a:lnTo>
                  <a:pt x="9660" y="8760"/>
                </a:lnTo>
                <a:lnTo>
                  <a:pt x="9198" y="9076"/>
                </a:lnTo>
                <a:lnTo>
                  <a:pt x="9101" y="9149"/>
                </a:lnTo>
                <a:lnTo>
                  <a:pt x="9003" y="9247"/>
                </a:lnTo>
                <a:lnTo>
                  <a:pt x="8760" y="8906"/>
                </a:lnTo>
                <a:lnTo>
                  <a:pt x="8784" y="8906"/>
                </a:lnTo>
                <a:lnTo>
                  <a:pt x="8930" y="8809"/>
                </a:lnTo>
                <a:lnTo>
                  <a:pt x="9052" y="8711"/>
                </a:lnTo>
                <a:lnTo>
                  <a:pt x="9174" y="8638"/>
                </a:lnTo>
                <a:lnTo>
                  <a:pt x="9344" y="8590"/>
                </a:lnTo>
                <a:lnTo>
                  <a:pt x="9368" y="8565"/>
                </a:lnTo>
                <a:close/>
                <a:moveTo>
                  <a:pt x="828" y="6181"/>
                </a:moveTo>
                <a:lnTo>
                  <a:pt x="1168" y="6302"/>
                </a:lnTo>
                <a:lnTo>
                  <a:pt x="1533" y="6400"/>
                </a:lnTo>
                <a:lnTo>
                  <a:pt x="2239" y="6546"/>
                </a:lnTo>
                <a:lnTo>
                  <a:pt x="2507" y="6570"/>
                </a:lnTo>
                <a:lnTo>
                  <a:pt x="2750" y="6594"/>
                </a:lnTo>
                <a:lnTo>
                  <a:pt x="3018" y="6619"/>
                </a:lnTo>
                <a:lnTo>
                  <a:pt x="3285" y="6643"/>
                </a:lnTo>
                <a:lnTo>
                  <a:pt x="4356" y="6911"/>
                </a:lnTo>
                <a:lnTo>
                  <a:pt x="5159" y="7081"/>
                </a:lnTo>
                <a:lnTo>
                  <a:pt x="5938" y="7300"/>
                </a:lnTo>
                <a:lnTo>
                  <a:pt x="7519" y="7762"/>
                </a:lnTo>
                <a:lnTo>
                  <a:pt x="6546" y="8273"/>
                </a:lnTo>
                <a:lnTo>
                  <a:pt x="5548" y="8736"/>
                </a:lnTo>
                <a:lnTo>
                  <a:pt x="4697" y="9076"/>
                </a:lnTo>
                <a:lnTo>
                  <a:pt x="4453" y="9198"/>
                </a:lnTo>
                <a:lnTo>
                  <a:pt x="4332" y="9271"/>
                </a:lnTo>
                <a:lnTo>
                  <a:pt x="4234" y="9368"/>
                </a:lnTo>
                <a:lnTo>
                  <a:pt x="4210" y="9320"/>
                </a:lnTo>
                <a:lnTo>
                  <a:pt x="3991" y="9003"/>
                </a:lnTo>
                <a:lnTo>
                  <a:pt x="3748" y="8687"/>
                </a:lnTo>
                <a:lnTo>
                  <a:pt x="3456" y="8395"/>
                </a:lnTo>
                <a:lnTo>
                  <a:pt x="3164" y="8127"/>
                </a:lnTo>
                <a:lnTo>
                  <a:pt x="2531" y="7616"/>
                </a:lnTo>
                <a:lnTo>
                  <a:pt x="2239" y="7373"/>
                </a:lnTo>
                <a:lnTo>
                  <a:pt x="1947" y="7105"/>
                </a:lnTo>
                <a:lnTo>
                  <a:pt x="1728" y="6911"/>
                </a:lnTo>
                <a:lnTo>
                  <a:pt x="1485" y="6716"/>
                </a:lnTo>
                <a:lnTo>
                  <a:pt x="1047" y="6375"/>
                </a:lnTo>
                <a:lnTo>
                  <a:pt x="828" y="6181"/>
                </a:lnTo>
                <a:close/>
                <a:moveTo>
                  <a:pt x="10098" y="8833"/>
                </a:moveTo>
                <a:lnTo>
                  <a:pt x="10658" y="9076"/>
                </a:lnTo>
                <a:lnTo>
                  <a:pt x="10366" y="9247"/>
                </a:lnTo>
                <a:lnTo>
                  <a:pt x="10098" y="9393"/>
                </a:lnTo>
                <a:lnTo>
                  <a:pt x="9758" y="9612"/>
                </a:lnTo>
                <a:lnTo>
                  <a:pt x="9612" y="9758"/>
                </a:lnTo>
                <a:lnTo>
                  <a:pt x="9466" y="9904"/>
                </a:lnTo>
                <a:lnTo>
                  <a:pt x="9125" y="9417"/>
                </a:lnTo>
                <a:lnTo>
                  <a:pt x="9198" y="9393"/>
                </a:lnTo>
                <a:lnTo>
                  <a:pt x="9271" y="9368"/>
                </a:lnTo>
                <a:lnTo>
                  <a:pt x="9417" y="9271"/>
                </a:lnTo>
                <a:lnTo>
                  <a:pt x="9660" y="9101"/>
                </a:lnTo>
                <a:lnTo>
                  <a:pt x="10098" y="8857"/>
                </a:lnTo>
                <a:lnTo>
                  <a:pt x="10098" y="8833"/>
                </a:lnTo>
                <a:close/>
                <a:moveTo>
                  <a:pt x="7324" y="9174"/>
                </a:moveTo>
                <a:lnTo>
                  <a:pt x="7446" y="9222"/>
                </a:lnTo>
                <a:lnTo>
                  <a:pt x="7519" y="9295"/>
                </a:lnTo>
                <a:lnTo>
                  <a:pt x="7738" y="9393"/>
                </a:lnTo>
                <a:lnTo>
                  <a:pt x="7738" y="9855"/>
                </a:lnTo>
                <a:lnTo>
                  <a:pt x="7738" y="10001"/>
                </a:lnTo>
                <a:lnTo>
                  <a:pt x="7495" y="9855"/>
                </a:lnTo>
                <a:lnTo>
                  <a:pt x="7251" y="9733"/>
                </a:lnTo>
                <a:lnTo>
                  <a:pt x="7105" y="9685"/>
                </a:lnTo>
                <a:lnTo>
                  <a:pt x="6984" y="9660"/>
                </a:lnTo>
                <a:lnTo>
                  <a:pt x="7324" y="9174"/>
                </a:lnTo>
                <a:close/>
                <a:moveTo>
                  <a:pt x="6911" y="9758"/>
                </a:moveTo>
                <a:lnTo>
                  <a:pt x="7008" y="9879"/>
                </a:lnTo>
                <a:lnTo>
                  <a:pt x="7130" y="10001"/>
                </a:lnTo>
                <a:lnTo>
                  <a:pt x="7373" y="10196"/>
                </a:lnTo>
                <a:lnTo>
                  <a:pt x="7543" y="10317"/>
                </a:lnTo>
                <a:lnTo>
                  <a:pt x="7762" y="10415"/>
                </a:lnTo>
                <a:lnTo>
                  <a:pt x="7762" y="10926"/>
                </a:lnTo>
                <a:lnTo>
                  <a:pt x="7470" y="10707"/>
                </a:lnTo>
                <a:lnTo>
                  <a:pt x="7203" y="10488"/>
                </a:lnTo>
                <a:lnTo>
                  <a:pt x="7057" y="10415"/>
                </a:lnTo>
                <a:lnTo>
                  <a:pt x="6911" y="10317"/>
                </a:lnTo>
                <a:lnTo>
                  <a:pt x="6741" y="10269"/>
                </a:lnTo>
                <a:lnTo>
                  <a:pt x="6570" y="10244"/>
                </a:lnTo>
                <a:lnTo>
                  <a:pt x="6911" y="9758"/>
                </a:lnTo>
                <a:close/>
                <a:moveTo>
                  <a:pt x="11072" y="9271"/>
                </a:moveTo>
                <a:lnTo>
                  <a:pt x="11291" y="9368"/>
                </a:lnTo>
                <a:lnTo>
                  <a:pt x="11266" y="9490"/>
                </a:lnTo>
                <a:lnTo>
                  <a:pt x="11266" y="9612"/>
                </a:lnTo>
                <a:lnTo>
                  <a:pt x="11096" y="9685"/>
                </a:lnTo>
                <a:lnTo>
                  <a:pt x="10950" y="9782"/>
                </a:lnTo>
                <a:lnTo>
                  <a:pt x="10658" y="9977"/>
                </a:lnTo>
                <a:lnTo>
                  <a:pt x="10293" y="10220"/>
                </a:lnTo>
                <a:lnTo>
                  <a:pt x="10123" y="10366"/>
                </a:lnTo>
                <a:lnTo>
                  <a:pt x="10050" y="10439"/>
                </a:lnTo>
                <a:lnTo>
                  <a:pt x="10001" y="10536"/>
                </a:lnTo>
                <a:lnTo>
                  <a:pt x="10001" y="10585"/>
                </a:lnTo>
                <a:lnTo>
                  <a:pt x="10025" y="10609"/>
                </a:lnTo>
                <a:lnTo>
                  <a:pt x="10123" y="10609"/>
                </a:lnTo>
                <a:lnTo>
                  <a:pt x="10220" y="10585"/>
                </a:lnTo>
                <a:lnTo>
                  <a:pt x="10390" y="10512"/>
                </a:lnTo>
                <a:lnTo>
                  <a:pt x="10561" y="10390"/>
                </a:lnTo>
                <a:lnTo>
                  <a:pt x="10731" y="10269"/>
                </a:lnTo>
                <a:lnTo>
                  <a:pt x="10999" y="10074"/>
                </a:lnTo>
                <a:lnTo>
                  <a:pt x="11291" y="9904"/>
                </a:lnTo>
                <a:lnTo>
                  <a:pt x="11339" y="10171"/>
                </a:lnTo>
                <a:lnTo>
                  <a:pt x="11412" y="10390"/>
                </a:lnTo>
                <a:lnTo>
                  <a:pt x="11145" y="10488"/>
                </a:lnTo>
                <a:lnTo>
                  <a:pt x="10877" y="10634"/>
                </a:lnTo>
                <a:lnTo>
                  <a:pt x="10731" y="10682"/>
                </a:lnTo>
                <a:lnTo>
                  <a:pt x="10561" y="10804"/>
                </a:lnTo>
                <a:lnTo>
                  <a:pt x="10415" y="10926"/>
                </a:lnTo>
                <a:lnTo>
                  <a:pt x="10342" y="10999"/>
                </a:lnTo>
                <a:lnTo>
                  <a:pt x="10317" y="11072"/>
                </a:lnTo>
                <a:lnTo>
                  <a:pt x="9879" y="10463"/>
                </a:lnTo>
                <a:lnTo>
                  <a:pt x="9587" y="10050"/>
                </a:lnTo>
                <a:lnTo>
                  <a:pt x="9733" y="10001"/>
                </a:lnTo>
                <a:lnTo>
                  <a:pt x="9904" y="9928"/>
                </a:lnTo>
                <a:lnTo>
                  <a:pt x="10196" y="9758"/>
                </a:lnTo>
                <a:lnTo>
                  <a:pt x="10634" y="9514"/>
                </a:lnTo>
                <a:lnTo>
                  <a:pt x="11047" y="9295"/>
                </a:lnTo>
                <a:lnTo>
                  <a:pt x="11072" y="9271"/>
                </a:lnTo>
                <a:close/>
                <a:moveTo>
                  <a:pt x="11534" y="10780"/>
                </a:moveTo>
                <a:lnTo>
                  <a:pt x="11656" y="11193"/>
                </a:lnTo>
                <a:lnTo>
                  <a:pt x="11631" y="11193"/>
                </a:lnTo>
                <a:lnTo>
                  <a:pt x="11437" y="11364"/>
                </a:lnTo>
                <a:lnTo>
                  <a:pt x="11218" y="11510"/>
                </a:lnTo>
                <a:lnTo>
                  <a:pt x="11023" y="11631"/>
                </a:lnTo>
                <a:lnTo>
                  <a:pt x="10828" y="11753"/>
                </a:lnTo>
                <a:lnTo>
                  <a:pt x="10804" y="11777"/>
                </a:lnTo>
                <a:lnTo>
                  <a:pt x="10439" y="11242"/>
                </a:lnTo>
                <a:lnTo>
                  <a:pt x="10512" y="11242"/>
                </a:lnTo>
                <a:lnTo>
                  <a:pt x="10585" y="11218"/>
                </a:lnTo>
                <a:lnTo>
                  <a:pt x="10731" y="11145"/>
                </a:lnTo>
                <a:lnTo>
                  <a:pt x="10999" y="10974"/>
                </a:lnTo>
                <a:lnTo>
                  <a:pt x="11534" y="10780"/>
                </a:lnTo>
                <a:close/>
                <a:moveTo>
                  <a:pt x="6522" y="10342"/>
                </a:moveTo>
                <a:lnTo>
                  <a:pt x="6668" y="10439"/>
                </a:lnTo>
                <a:lnTo>
                  <a:pt x="6838" y="10561"/>
                </a:lnTo>
                <a:lnTo>
                  <a:pt x="7105" y="10853"/>
                </a:lnTo>
                <a:lnTo>
                  <a:pt x="7251" y="10999"/>
                </a:lnTo>
                <a:lnTo>
                  <a:pt x="7397" y="11120"/>
                </a:lnTo>
                <a:lnTo>
                  <a:pt x="7568" y="11218"/>
                </a:lnTo>
                <a:lnTo>
                  <a:pt x="7738" y="11291"/>
                </a:lnTo>
                <a:lnTo>
                  <a:pt x="7762" y="11291"/>
                </a:lnTo>
                <a:lnTo>
                  <a:pt x="7762" y="12021"/>
                </a:lnTo>
                <a:lnTo>
                  <a:pt x="7665" y="11948"/>
                </a:lnTo>
                <a:lnTo>
                  <a:pt x="7568" y="11875"/>
                </a:lnTo>
                <a:lnTo>
                  <a:pt x="7397" y="11704"/>
                </a:lnTo>
                <a:lnTo>
                  <a:pt x="7057" y="11364"/>
                </a:lnTo>
                <a:lnTo>
                  <a:pt x="6862" y="11193"/>
                </a:lnTo>
                <a:lnTo>
                  <a:pt x="6619" y="11072"/>
                </a:lnTo>
                <a:lnTo>
                  <a:pt x="6376" y="10999"/>
                </a:lnTo>
                <a:lnTo>
                  <a:pt x="6132" y="10926"/>
                </a:lnTo>
                <a:lnTo>
                  <a:pt x="6522" y="10342"/>
                </a:lnTo>
                <a:close/>
                <a:moveTo>
                  <a:pt x="11753" y="11510"/>
                </a:moveTo>
                <a:lnTo>
                  <a:pt x="11826" y="11802"/>
                </a:lnTo>
                <a:lnTo>
                  <a:pt x="11704" y="11826"/>
                </a:lnTo>
                <a:lnTo>
                  <a:pt x="11607" y="11899"/>
                </a:lnTo>
                <a:lnTo>
                  <a:pt x="11412" y="12021"/>
                </a:lnTo>
                <a:lnTo>
                  <a:pt x="11291" y="12167"/>
                </a:lnTo>
                <a:lnTo>
                  <a:pt x="11218" y="12240"/>
                </a:lnTo>
                <a:lnTo>
                  <a:pt x="11193" y="12313"/>
                </a:lnTo>
                <a:lnTo>
                  <a:pt x="10901" y="11899"/>
                </a:lnTo>
                <a:lnTo>
                  <a:pt x="11120" y="11850"/>
                </a:lnTo>
                <a:lnTo>
                  <a:pt x="11339" y="11777"/>
                </a:lnTo>
                <a:lnTo>
                  <a:pt x="11558" y="11656"/>
                </a:lnTo>
                <a:lnTo>
                  <a:pt x="11753" y="11510"/>
                </a:lnTo>
                <a:close/>
                <a:moveTo>
                  <a:pt x="6059" y="11047"/>
                </a:moveTo>
                <a:lnTo>
                  <a:pt x="6303" y="11218"/>
                </a:lnTo>
                <a:lnTo>
                  <a:pt x="6546" y="11388"/>
                </a:lnTo>
                <a:lnTo>
                  <a:pt x="6789" y="11583"/>
                </a:lnTo>
                <a:lnTo>
                  <a:pt x="6984" y="11802"/>
                </a:lnTo>
                <a:lnTo>
                  <a:pt x="7251" y="12069"/>
                </a:lnTo>
                <a:lnTo>
                  <a:pt x="7397" y="12215"/>
                </a:lnTo>
                <a:lnTo>
                  <a:pt x="7543" y="12313"/>
                </a:lnTo>
                <a:lnTo>
                  <a:pt x="7276" y="12459"/>
                </a:lnTo>
                <a:lnTo>
                  <a:pt x="7154" y="12386"/>
                </a:lnTo>
                <a:lnTo>
                  <a:pt x="7008" y="12337"/>
                </a:lnTo>
                <a:lnTo>
                  <a:pt x="6765" y="12215"/>
                </a:lnTo>
                <a:lnTo>
                  <a:pt x="6522" y="12069"/>
                </a:lnTo>
                <a:lnTo>
                  <a:pt x="6327" y="11948"/>
                </a:lnTo>
                <a:lnTo>
                  <a:pt x="6157" y="11802"/>
                </a:lnTo>
                <a:lnTo>
                  <a:pt x="5962" y="11656"/>
                </a:lnTo>
                <a:lnTo>
                  <a:pt x="5767" y="11534"/>
                </a:lnTo>
                <a:lnTo>
                  <a:pt x="6059" y="11047"/>
                </a:lnTo>
                <a:close/>
                <a:moveTo>
                  <a:pt x="5670" y="11680"/>
                </a:moveTo>
                <a:lnTo>
                  <a:pt x="5719" y="11777"/>
                </a:lnTo>
                <a:lnTo>
                  <a:pt x="5792" y="11850"/>
                </a:lnTo>
                <a:lnTo>
                  <a:pt x="5938" y="12021"/>
                </a:lnTo>
                <a:lnTo>
                  <a:pt x="6108" y="12167"/>
                </a:lnTo>
                <a:lnTo>
                  <a:pt x="6278" y="12288"/>
                </a:lnTo>
                <a:lnTo>
                  <a:pt x="6546" y="12483"/>
                </a:lnTo>
                <a:lnTo>
                  <a:pt x="6716" y="12580"/>
                </a:lnTo>
                <a:lnTo>
                  <a:pt x="6887" y="12678"/>
                </a:lnTo>
                <a:lnTo>
                  <a:pt x="6522" y="12848"/>
                </a:lnTo>
                <a:lnTo>
                  <a:pt x="6230" y="12653"/>
                </a:lnTo>
                <a:lnTo>
                  <a:pt x="5938" y="12434"/>
                </a:lnTo>
                <a:lnTo>
                  <a:pt x="5694" y="12215"/>
                </a:lnTo>
                <a:lnTo>
                  <a:pt x="5475" y="12021"/>
                </a:lnTo>
                <a:lnTo>
                  <a:pt x="5621" y="11777"/>
                </a:lnTo>
                <a:lnTo>
                  <a:pt x="5670" y="11680"/>
                </a:lnTo>
                <a:close/>
                <a:moveTo>
                  <a:pt x="11899" y="12094"/>
                </a:moveTo>
                <a:lnTo>
                  <a:pt x="12021" y="12605"/>
                </a:lnTo>
                <a:lnTo>
                  <a:pt x="11899" y="12726"/>
                </a:lnTo>
                <a:lnTo>
                  <a:pt x="11777" y="12848"/>
                </a:lnTo>
                <a:lnTo>
                  <a:pt x="11729" y="12921"/>
                </a:lnTo>
                <a:lnTo>
                  <a:pt x="11680" y="12994"/>
                </a:lnTo>
                <a:lnTo>
                  <a:pt x="11680" y="13018"/>
                </a:lnTo>
                <a:lnTo>
                  <a:pt x="11266" y="12434"/>
                </a:lnTo>
                <a:lnTo>
                  <a:pt x="11412" y="12386"/>
                </a:lnTo>
                <a:lnTo>
                  <a:pt x="11558" y="12313"/>
                </a:lnTo>
                <a:lnTo>
                  <a:pt x="11729" y="12215"/>
                </a:lnTo>
                <a:lnTo>
                  <a:pt x="11899" y="12094"/>
                </a:lnTo>
                <a:close/>
                <a:moveTo>
                  <a:pt x="5329" y="12240"/>
                </a:moveTo>
                <a:lnTo>
                  <a:pt x="5402" y="12361"/>
                </a:lnTo>
                <a:lnTo>
                  <a:pt x="5500" y="12483"/>
                </a:lnTo>
                <a:lnTo>
                  <a:pt x="5670" y="12678"/>
                </a:lnTo>
                <a:lnTo>
                  <a:pt x="5913" y="12897"/>
                </a:lnTo>
                <a:lnTo>
                  <a:pt x="6157" y="13067"/>
                </a:lnTo>
                <a:lnTo>
                  <a:pt x="5743" y="13335"/>
                </a:lnTo>
                <a:lnTo>
                  <a:pt x="5646" y="13310"/>
                </a:lnTo>
                <a:lnTo>
                  <a:pt x="5475" y="13237"/>
                </a:lnTo>
                <a:lnTo>
                  <a:pt x="5305" y="13164"/>
                </a:lnTo>
                <a:lnTo>
                  <a:pt x="5135" y="13043"/>
                </a:lnTo>
                <a:lnTo>
                  <a:pt x="4940" y="12970"/>
                </a:lnTo>
                <a:lnTo>
                  <a:pt x="4891" y="12945"/>
                </a:lnTo>
                <a:lnTo>
                  <a:pt x="5110" y="12605"/>
                </a:lnTo>
                <a:lnTo>
                  <a:pt x="5329" y="12240"/>
                </a:lnTo>
                <a:close/>
                <a:moveTo>
                  <a:pt x="12094" y="13043"/>
                </a:moveTo>
                <a:lnTo>
                  <a:pt x="12215" y="13748"/>
                </a:lnTo>
                <a:lnTo>
                  <a:pt x="11802" y="13189"/>
                </a:lnTo>
                <a:lnTo>
                  <a:pt x="11850" y="13189"/>
                </a:lnTo>
                <a:lnTo>
                  <a:pt x="11923" y="13164"/>
                </a:lnTo>
                <a:lnTo>
                  <a:pt x="11972" y="13140"/>
                </a:lnTo>
                <a:lnTo>
                  <a:pt x="12094" y="13043"/>
                </a:lnTo>
                <a:close/>
                <a:moveTo>
                  <a:pt x="4745" y="13140"/>
                </a:moveTo>
                <a:lnTo>
                  <a:pt x="4891" y="13310"/>
                </a:lnTo>
                <a:lnTo>
                  <a:pt x="5062" y="13456"/>
                </a:lnTo>
                <a:lnTo>
                  <a:pt x="5305" y="13602"/>
                </a:lnTo>
                <a:lnTo>
                  <a:pt x="4964" y="13846"/>
                </a:lnTo>
                <a:lnTo>
                  <a:pt x="4891" y="13773"/>
                </a:lnTo>
                <a:lnTo>
                  <a:pt x="4818" y="13700"/>
                </a:lnTo>
                <a:lnTo>
                  <a:pt x="4648" y="13627"/>
                </a:lnTo>
                <a:lnTo>
                  <a:pt x="4551" y="13554"/>
                </a:lnTo>
                <a:lnTo>
                  <a:pt x="4405" y="13529"/>
                </a:lnTo>
                <a:lnTo>
                  <a:pt x="4575" y="13335"/>
                </a:lnTo>
                <a:lnTo>
                  <a:pt x="4745" y="13140"/>
                </a:lnTo>
                <a:close/>
                <a:moveTo>
                  <a:pt x="8200" y="8833"/>
                </a:moveTo>
                <a:lnTo>
                  <a:pt x="8371" y="9076"/>
                </a:lnTo>
                <a:lnTo>
                  <a:pt x="8663" y="9514"/>
                </a:lnTo>
                <a:lnTo>
                  <a:pt x="8979" y="9928"/>
                </a:lnTo>
                <a:lnTo>
                  <a:pt x="9587" y="10780"/>
                </a:lnTo>
                <a:lnTo>
                  <a:pt x="10171" y="11583"/>
                </a:lnTo>
                <a:lnTo>
                  <a:pt x="10731" y="12410"/>
                </a:lnTo>
                <a:lnTo>
                  <a:pt x="11291" y="13213"/>
                </a:lnTo>
                <a:lnTo>
                  <a:pt x="11850" y="13992"/>
                </a:lnTo>
                <a:lnTo>
                  <a:pt x="11729" y="13943"/>
                </a:lnTo>
                <a:lnTo>
                  <a:pt x="11072" y="13554"/>
                </a:lnTo>
                <a:lnTo>
                  <a:pt x="10415" y="13189"/>
                </a:lnTo>
                <a:lnTo>
                  <a:pt x="9831" y="12921"/>
                </a:lnTo>
                <a:lnTo>
                  <a:pt x="9539" y="12799"/>
                </a:lnTo>
                <a:lnTo>
                  <a:pt x="9222" y="12678"/>
                </a:lnTo>
                <a:lnTo>
                  <a:pt x="8760" y="12507"/>
                </a:lnTo>
                <a:lnTo>
                  <a:pt x="8517" y="12410"/>
                </a:lnTo>
                <a:lnTo>
                  <a:pt x="8273" y="12337"/>
                </a:lnTo>
                <a:lnTo>
                  <a:pt x="8273" y="12288"/>
                </a:lnTo>
                <a:lnTo>
                  <a:pt x="8322" y="11996"/>
                </a:lnTo>
                <a:lnTo>
                  <a:pt x="8346" y="11680"/>
                </a:lnTo>
                <a:lnTo>
                  <a:pt x="8346" y="11388"/>
                </a:lnTo>
                <a:lnTo>
                  <a:pt x="8322" y="11072"/>
                </a:lnTo>
                <a:lnTo>
                  <a:pt x="8273" y="10463"/>
                </a:lnTo>
                <a:lnTo>
                  <a:pt x="8225" y="9855"/>
                </a:lnTo>
                <a:lnTo>
                  <a:pt x="8200" y="8833"/>
                </a:lnTo>
                <a:close/>
                <a:moveTo>
                  <a:pt x="7324" y="8346"/>
                </a:moveTo>
                <a:lnTo>
                  <a:pt x="6935" y="8906"/>
                </a:lnTo>
                <a:lnTo>
                  <a:pt x="6570" y="9441"/>
                </a:lnTo>
                <a:lnTo>
                  <a:pt x="5962" y="10439"/>
                </a:lnTo>
                <a:lnTo>
                  <a:pt x="5354" y="11437"/>
                </a:lnTo>
                <a:lnTo>
                  <a:pt x="4818" y="12386"/>
                </a:lnTo>
                <a:lnTo>
                  <a:pt x="4502" y="12848"/>
                </a:lnTo>
                <a:lnTo>
                  <a:pt x="4356" y="13067"/>
                </a:lnTo>
                <a:lnTo>
                  <a:pt x="4161" y="13286"/>
                </a:lnTo>
                <a:lnTo>
                  <a:pt x="3967" y="13529"/>
                </a:lnTo>
                <a:lnTo>
                  <a:pt x="3796" y="13773"/>
                </a:lnTo>
                <a:lnTo>
                  <a:pt x="3650" y="14040"/>
                </a:lnTo>
                <a:lnTo>
                  <a:pt x="3504" y="14308"/>
                </a:lnTo>
                <a:lnTo>
                  <a:pt x="3577" y="13578"/>
                </a:lnTo>
                <a:lnTo>
                  <a:pt x="3699" y="12897"/>
                </a:lnTo>
                <a:lnTo>
                  <a:pt x="3821" y="12215"/>
                </a:lnTo>
                <a:lnTo>
                  <a:pt x="3967" y="11558"/>
                </a:lnTo>
                <a:lnTo>
                  <a:pt x="4113" y="10926"/>
                </a:lnTo>
                <a:lnTo>
                  <a:pt x="4234" y="10269"/>
                </a:lnTo>
                <a:lnTo>
                  <a:pt x="4332" y="9612"/>
                </a:lnTo>
                <a:lnTo>
                  <a:pt x="4307" y="9539"/>
                </a:lnTo>
                <a:lnTo>
                  <a:pt x="4453" y="9587"/>
                </a:lnTo>
                <a:lnTo>
                  <a:pt x="4624" y="9563"/>
                </a:lnTo>
                <a:lnTo>
                  <a:pt x="4818" y="9514"/>
                </a:lnTo>
                <a:lnTo>
                  <a:pt x="5013" y="9441"/>
                </a:lnTo>
                <a:lnTo>
                  <a:pt x="5354" y="9271"/>
                </a:lnTo>
                <a:lnTo>
                  <a:pt x="5646" y="9149"/>
                </a:lnTo>
                <a:lnTo>
                  <a:pt x="6497" y="8760"/>
                </a:lnTo>
                <a:lnTo>
                  <a:pt x="7324" y="8346"/>
                </a:lnTo>
                <a:close/>
                <a:moveTo>
                  <a:pt x="4234" y="13700"/>
                </a:moveTo>
                <a:lnTo>
                  <a:pt x="4307" y="13773"/>
                </a:lnTo>
                <a:lnTo>
                  <a:pt x="4380" y="13821"/>
                </a:lnTo>
                <a:lnTo>
                  <a:pt x="4551" y="13943"/>
                </a:lnTo>
                <a:lnTo>
                  <a:pt x="4697" y="14016"/>
                </a:lnTo>
                <a:lnTo>
                  <a:pt x="4307" y="14259"/>
                </a:lnTo>
                <a:lnTo>
                  <a:pt x="4161" y="14332"/>
                </a:lnTo>
                <a:lnTo>
                  <a:pt x="3991" y="14405"/>
                </a:lnTo>
                <a:lnTo>
                  <a:pt x="3650" y="14502"/>
                </a:lnTo>
                <a:lnTo>
                  <a:pt x="3748" y="14429"/>
                </a:lnTo>
                <a:lnTo>
                  <a:pt x="3821" y="14332"/>
                </a:lnTo>
                <a:lnTo>
                  <a:pt x="3967" y="14113"/>
                </a:lnTo>
                <a:lnTo>
                  <a:pt x="4113" y="13894"/>
                </a:lnTo>
                <a:lnTo>
                  <a:pt x="4234" y="13700"/>
                </a:lnTo>
                <a:close/>
                <a:moveTo>
                  <a:pt x="7835" y="0"/>
                </a:moveTo>
                <a:lnTo>
                  <a:pt x="7762" y="25"/>
                </a:lnTo>
                <a:lnTo>
                  <a:pt x="7689" y="73"/>
                </a:lnTo>
                <a:lnTo>
                  <a:pt x="7641" y="73"/>
                </a:lnTo>
                <a:lnTo>
                  <a:pt x="7495" y="146"/>
                </a:lnTo>
                <a:lnTo>
                  <a:pt x="7373" y="244"/>
                </a:lnTo>
                <a:lnTo>
                  <a:pt x="7276" y="341"/>
                </a:lnTo>
                <a:lnTo>
                  <a:pt x="7178" y="463"/>
                </a:lnTo>
                <a:lnTo>
                  <a:pt x="6984" y="730"/>
                </a:lnTo>
                <a:lnTo>
                  <a:pt x="6838" y="1047"/>
                </a:lnTo>
                <a:lnTo>
                  <a:pt x="6716" y="1387"/>
                </a:lnTo>
                <a:lnTo>
                  <a:pt x="6619" y="1704"/>
                </a:lnTo>
                <a:lnTo>
                  <a:pt x="6449" y="2288"/>
                </a:lnTo>
                <a:lnTo>
                  <a:pt x="6230" y="2920"/>
                </a:lnTo>
                <a:lnTo>
                  <a:pt x="6108" y="3237"/>
                </a:lnTo>
                <a:lnTo>
                  <a:pt x="5962" y="3529"/>
                </a:lnTo>
                <a:lnTo>
                  <a:pt x="5767" y="3845"/>
                </a:lnTo>
                <a:lnTo>
                  <a:pt x="5548" y="4161"/>
                </a:lnTo>
                <a:lnTo>
                  <a:pt x="5378" y="4478"/>
                </a:lnTo>
                <a:lnTo>
                  <a:pt x="5281" y="4648"/>
                </a:lnTo>
                <a:lnTo>
                  <a:pt x="5208" y="4818"/>
                </a:lnTo>
                <a:lnTo>
                  <a:pt x="4891" y="4916"/>
                </a:lnTo>
                <a:lnTo>
                  <a:pt x="4575" y="4989"/>
                </a:lnTo>
                <a:lnTo>
                  <a:pt x="3918" y="5110"/>
                </a:lnTo>
                <a:lnTo>
                  <a:pt x="2580" y="5305"/>
                </a:lnTo>
                <a:lnTo>
                  <a:pt x="1801" y="5402"/>
                </a:lnTo>
                <a:lnTo>
                  <a:pt x="998" y="5500"/>
                </a:lnTo>
                <a:lnTo>
                  <a:pt x="755" y="5524"/>
                </a:lnTo>
                <a:lnTo>
                  <a:pt x="511" y="5524"/>
                </a:lnTo>
                <a:lnTo>
                  <a:pt x="244" y="5548"/>
                </a:lnTo>
                <a:lnTo>
                  <a:pt x="146" y="5597"/>
                </a:lnTo>
                <a:lnTo>
                  <a:pt x="49" y="5646"/>
                </a:lnTo>
                <a:lnTo>
                  <a:pt x="0" y="5719"/>
                </a:lnTo>
                <a:lnTo>
                  <a:pt x="0" y="5792"/>
                </a:lnTo>
                <a:lnTo>
                  <a:pt x="0" y="5865"/>
                </a:lnTo>
                <a:lnTo>
                  <a:pt x="0" y="5962"/>
                </a:lnTo>
                <a:lnTo>
                  <a:pt x="49" y="6035"/>
                </a:lnTo>
                <a:lnTo>
                  <a:pt x="146" y="6229"/>
                </a:lnTo>
                <a:lnTo>
                  <a:pt x="292" y="6375"/>
                </a:lnTo>
                <a:lnTo>
                  <a:pt x="438" y="6497"/>
                </a:lnTo>
                <a:lnTo>
                  <a:pt x="682" y="6716"/>
                </a:lnTo>
                <a:lnTo>
                  <a:pt x="925" y="6935"/>
                </a:lnTo>
                <a:lnTo>
                  <a:pt x="1460" y="7349"/>
                </a:lnTo>
                <a:lnTo>
                  <a:pt x="1971" y="7811"/>
                </a:lnTo>
                <a:lnTo>
                  <a:pt x="2507" y="8273"/>
                </a:lnTo>
                <a:lnTo>
                  <a:pt x="2847" y="8565"/>
                </a:lnTo>
                <a:lnTo>
                  <a:pt x="3188" y="8882"/>
                </a:lnTo>
                <a:lnTo>
                  <a:pt x="3504" y="9222"/>
                </a:lnTo>
                <a:lnTo>
                  <a:pt x="3650" y="9417"/>
                </a:lnTo>
                <a:lnTo>
                  <a:pt x="3772" y="9612"/>
                </a:lnTo>
                <a:lnTo>
                  <a:pt x="3821" y="9685"/>
                </a:lnTo>
                <a:lnTo>
                  <a:pt x="3918" y="9709"/>
                </a:lnTo>
                <a:lnTo>
                  <a:pt x="3748" y="10342"/>
                </a:lnTo>
                <a:lnTo>
                  <a:pt x="3602" y="10974"/>
                </a:lnTo>
                <a:lnTo>
                  <a:pt x="3334" y="12264"/>
                </a:lnTo>
                <a:lnTo>
                  <a:pt x="3212" y="12872"/>
                </a:lnTo>
                <a:lnTo>
                  <a:pt x="3091" y="13529"/>
                </a:lnTo>
                <a:lnTo>
                  <a:pt x="3042" y="13870"/>
                </a:lnTo>
                <a:lnTo>
                  <a:pt x="2993" y="14186"/>
                </a:lnTo>
                <a:lnTo>
                  <a:pt x="2993" y="14502"/>
                </a:lnTo>
                <a:lnTo>
                  <a:pt x="3018" y="14819"/>
                </a:lnTo>
                <a:lnTo>
                  <a:pt x="3042" y="14916"/>
                </a:lnTo>
                <a:lnTo>
                  <a:pt x="3091" y="14965"/>
                </a:lnTo>
                <a:lnTo>
                  <a:pt x="3188" y="15013"/>
                </a:lnTo>
                <a:lnTo>
                  <a:pt x="3261" y="15013"/>
                </a:lnTo>
                <a:lnTo>
                  <a:pt x="3383" y="15038"/>
                </a:lnTo>
                <a:lnTo>
                  <a:pt x="3529" y="15062"/>
                </a:lnTo>
                <a:lnTo>
                  <a:pt x="3675" y="15038"/>
                </a:lnTo>
                <a:lnTo>
                  <a:pt x="3796" y="15013"/>
                </a:lnTo>
                <a:lnTo>
                  <a:pt x="4088" y="14940"/>
                </a:lnTo>
                <a:lnTo>
                  <a:pt x="4405" y="14794"/>
                </a:lnTo>
                <a:lnTo>
                  <a:pt x="4672" y="14624"/>
                </a:lnTo>
                <a:lnTo>
                  <a:pt x="4964" y="14454"/>
                </a:lnTo>
                <a:lnTo>
                  <a:pt x="5402" y="14138"/>
                </a:lnTo>
                <a:lnTo>
                  <a:pt x="5719" y="13943"/>
                </a:lnTo>
                <a:lnTo>
                  <a:pt x="6035" y="13748"/>
                </a:lnTo>
                <a:lnTo>
                  <a:pt x="6716" y="13383"/>
                </a:lnTo>
                <a:lnTo>
                  <a:pt x="7373" y="13018"/>
                </a:lnTo>
                <a:lnTo>
                  <a:pt x="7689" y="12824"/>
                </a:lnTo>
                <a:lnTo>
                  <a:pt x="8006" y="12629"/>
                </a:lnTo>
                <a:lnTo>
                  <a:pt x="8127" y="12726"/>
                </a:lnTo>
                <a:lnTo>
                  <a:pt x="8273" y="12799"/>
                </a:lnTo>
                <a:lnTo>
                  <a:pt x="8590" y="12945"/>
                </a:lnTo>
                <a:lnTo>
                  <a:pt x="9320" y="13213"/>
                </a:lnTo>
                <a:lnTo>
                  <a:pt x="9685" y="13383"/>
                </a:lnTo>
                <a:lnTo>
                  <a:pt x="10050" y="13554"/>
                </a:lnTo>
                <a:lnTo>
                  <a:pt x="10707" y="13894"/>
                </a:lnTo>
                <a:lnTo>
                  <a:pt x="11364" y="14283"/>
                </a:lnTo>
                <a:lnTo>
                  <a:pt x="11607" y="14454"/>
                </a:lnTo>
                <a:lnTo>
                  <a:pt x="11875" y="14624"/>
                </a:lnTo>
                <a:lnTo>
                  <a:pt x="12021" y="14697"/>
                </a:lnTo>
                <a:lnTo>
                  <a:pt x="12167" y="14770"/>
                </a:lnTo>
                <a:lnTo>
                  <a:pt x="12313" y="14794"/>
                </a:lnTo>
                <a:lnTo>
                  <a:pt x="12459" y="14770"/>
                </a:lnTo>
                <a:lnTo>
                  <a:pt x="12507" y="14770"/>
                </a:lnTo>
                <a:lnTo>
                  <a:pt x="12532" y="14721"/>
                </a:lnTo>
                <a:lnTo>
                  <a:pt x="12629" y="14697"/>
                </a:lnTo>
                <a:lnTo>
                  <a:pt x="12702" y="14648"/>
                </a:lnTo>
                <a:lnTo>
                  <a:pt x="12751" y="14575"/>
                </a:lnTo>
                <a:lnTo>
                  <a:pt x="12775" y="14478"/>
                </a:lnTo>
                <a:lnTo>
                  <a:pt x="12751" y="14065"/>
                </a:lnTo>
                <a:lnTo>
                  <a:pt x="12702" y="13651"/>
                </a:lnTo>
                <a:lnTo>
                  <a:pt x="12629" y="13262"/>
                </a:lnTo>
                <a:lnTo>
                  <a:pt x="12556" y="12848"/>
                </a:lnTo>
                <a:lnTo>
                  <a:pt x="12337" y="12045"/>
                </a:lnTo>
                <a:lnTo>
                  <a:pt x="12118" y="11242"/>
                </a:lnTo>
                <a:lnTo>
                  <a:pt x="11899" y="10463"/>
                </a:lnTo>
                <a:lnTo>
                  <a:pt x="11875" y="10390"/>
                </a:lnTo>
                <a:lnTo>
                  <a:pt x="11680" y="9685"/>
                </a:lnTo>
                <a:lnTo>
                  <a:pt x="11680" y="9636"/>
                </a:lnTo>
                <a:lnTo>
                  <a:pt x="11656" y="9563"/>
                </a:lnTo>
                <a:lnTo>
                  <a:pt x="11631" y="9514"/>
                </a:lnTo>
                <a:lnTo>
                  <a:pt x="11680" y="9490"/>
                </a:lnTo>
                <a:lnTo>
                  <a:pt x="11729" y="9466"/>
                </a:lnTo>
                <a:lnTo>
                  <a:pt x="11802" y="9393"/>
                </a:lnTo>
                <a:lnTo>
                  <a:pt x="11850" y="9344"/>
                </a:lnTo>
                <a:lnTo>
                  <a:pt x="12094" y="9101"/>
                </a:lnTo>
                <a:lnTo>
                  <a:pt x="12361" y="8882"/>
                </a:lnTo>
                <a:lnTo>
                  <a:pt x="12897" y="8419"/>
                </a:lnTo>
                <a:lnTo>
                  <a:pt x="13432" y="8006"/>
                </a:lnTo>
                <a:lnTo>
                  <a:pt x="13967" y="7568"/>
                </a:lnTo>
                <a:lnTo>
                  <a:pt x="14211" y="7324"/>
                </a:lnTo>
                <a:lnTo>
                  <a:pt x="14454" y="7105"/>
                </a:lnTo>
                <a:lnTo>
                  <a:pt x="14697" y="6838"/>
                </a:lnTo>
                <a:lnTo>
                  <a:pt x="14892" y="6570"/>
                </a:lnTo>
                <a:lnTo>
                  <a:pt x="15232" y="6205"/>
                </a:lnTo>
                <a:lnTo>
                  <a:pt x="15403" y="5986"/>
                </a:lnTo>
                <a:lnTo>
                  <a:pt x="15451" y="5889"/>
                </a:lnTo>
                <a:lnTo>
                  <a:pt x="15500" y="5767"/>
                </a:lnTo>
                <a:lnTo>
                  <a:pt x="15500" y="5743"/>
                </a:lnTo>
                <a:lnTo>
                  <a:pt x="15476" y="5646"/>
                </a:lnTo>
                <a:lnTo>
                  <a:pt x="15427" y="5573"/>
                </a:lnTo>
                <a:lnTo>
                  <a:pt x="15354" y="5475"/>
                </a:lnTo>
                <a:lnTo>
                  <a:pt x="15257" y="5427"/>
                </a:lnTo>
                <a:lnTo>
                  <a:pt x="15135" y="5378"/>
                </a:lnTo>
                <a:lnTo>
                  <a:pt x="15013" y="5354"/>
                </a:lnTo>
                <a:lnTo>
                  <a:pt x="14770" y="5329"/>
                </a:lnTo>
                <a:lnTo>
                  <a:pt x="14527" y="5305"/>
                </a:lnTo>
                <a:lnTo>
                  <a:pt x="13797" y="5256"/>
                </a:lnTo>
                <a:lnTo>
                  <a:pt x="13091" y="5208"/>
                </a:lnTo>
                <a:lnTo>
                  <a:pt x="12410" y="5208"/>
                </a:lnTo>
                <a:lnTo>
                  <a:pt x="11753" y="5159"/>
                </a:lnTo>
                <a:lnTo>
                  <a:pt x="11485" y="5135"/>
                </a:lnTo>
                <a:lnTo>
                  <a:pt x="11218" y="5086"/>
                </a:lnTo>
                <a:lnTo>
                  <a:pt x="10950" y="5013"/>
                </a:lnTo>
                <a:lnTo>
                  <a:pt x="10682" y="4989"/>
                </a:lnTo>
                <a:lnTo>
                  <a:pt x="10658" y="4940"/>
                </a:lnTo>
                <a:lnTo>
                  <a:pt x="10634" y="4867"/>
                </a:lnTo>
                <a:lnTo>
                  <a:pt x="10415" y="4599"/>
                </a:lnTo>
                <a:lnTo>
                  <a:pt x="10220" y="4332"/>
                </a:lnTo>
                <a:lnTo>
                  <a:pt x="10025" y="4040"/>
                </a:lnTo>
                <a:lnTo>
                  <a:pt x="9855" y="3748"/>
                </a:lnTo>
                <a:lnTo>
                  <a:pt x="9514" y="3164"/>
                </a:lnTo>
                <a:lnTo>
                  <a:pt x="9222" y="2531"/>
                </a:lnTo>
                <a:lnTo>
                  <a:pt x="8638" y="1290"/>
                </a:lnTo>
                <a:lnTo>
                  <a:pt x="8322" y="682"/>
                </a:lnTo>
                <a:lnTo>
                  <a:pt x="7981" y="73"/>
                </a:lnTo>
                <a:lnTo>
                  <a:pt x="7908" y="25"/>
                </a:lnTo>
                <a:lnTo>
                  <a:pt x="7835"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 name="Google Shape;571;p18">
            <a:extLst>
              <a:ext uri="{FF2B5EF4-FFF2-40B4-BE49-F238E27FC236}">
                <a16:creationId xmlns="" xmlns:a16="http://schemas.microsoft.com/office/drawing/2014/main" id="{38DF00E8-01BA-4A8C-AA31-D783EFE331C3}"/>
              </a:ext>
            </a:extLst>
          </p:cNvPr>
          <p:cNvSpPr/>
          <p:nvPr/>
        </p:nvSpPr>
        <p:spPr>
          <a:xfrm rot="2487273">
            <a:off x="1078044" y="1870778"/>
            <a:ext cx="241052" cy="234241"/>
          </a:xfrm>
          <a:custGeom>
            <a:avLst/>
            <a:gdLst/>
            <a:ahLst/>
            <a:cxnLst/>
            <a:rect l="l" t="t" r="r" b="b"/>
            <a:pathLst>
              <a:path w="15501" h="15063" extrusionOk="0">
                <a:moveTo>
                  <a:pt x="7957" y="925"/>
                </a:moveTo>
                <a:lnTo>
                  <a:pt x="8249" y="1533"/>
                </a:lnTo>
                <a:lnTo>
                  <a:pt x="8103" y="1606"/>
                </a:lnTo>
                <a:lnTo>
                  <a:pt x="7957" y="1704"/>
                </a:lnTo>
                <a:lnTo>
                  <a:pt x="7933" y="1752"/>
                </a:lnTo>
                <a:lnTo>
                  <a:pt x="7933" y="1339"/>
                </a:lnTo>
                <a:lnTo>
                  <a:pt x="7957" y="925"/>
                </a:lnTo>
                <a:close/>
                <a:moveTo>
                  <a:pt x="8371" y="1801"/>
                </a:moveTo>
                <a:lnTo>
                  <a:pt x="8492" y="2020"/>
                </a:lnTo>
                <a:lnTo>
                  <a:pt x="8346" y="2117"/>
                </a:lnTo>
                <a:lnTo>
                  <a:pt x="8200" y="2215"/>
                </a:lnTo>
                <a:lnTo>
                  <a:pt x="8079" y="2288"/>
                </a:lnTo>
                <a:lnTo>
                  <a:pt x="7957" y="2409"/>
                </a:lnTo>
                <a:lnTo>
                  <a:pt x="7933" y="2069"/>
                </a:lnTo>
                <a:lnTo>
                  <a:pt x="8127" y="1971"/>
                </a:lnTo>
                <a:lnTo>
                  <a:pt x="8249" y="1898"/>
                </a:lnTo>
                <a:lnTo>
                  <a:pt x="8371" y="1801"/>
                </a:lnTo>
                <a:close/>
                <a:moveTo>
                  <a:pt x="8663" y="2336"/>
                </a:moveTo>
                <a:lnTo>
                  <a:pt x="8784" y="2628"/>
                </a:lnTo>
                <a:lnTo>
                  <a:pt x="8687" y="2653"/>
                </a:lnTo>
                <a:lnTo>
                  <a:pt x="8590" y="2726"/>
                </a:lnTo>
                <a:lnTo>
                  <a:pt x="8419" y="2847"/>
                </a:lnTo>
                <a:lnTo>
                  <a:pt x="8225" y="2993"/>
                </a:lnTo>
                <a:lnTo>
                  <a:pt x="8054" y="3164"/>
                </a:lnTo>
                <a:lnTo>
                  <a:pt x="8006" y="2750"/>
                </a:lnTo>
                <a:lnTo>
                  <a:pt x="8176" y="2653"/>
                </a:lnTo>
                <a:lnTo>
                  <a:pt x="8322" y="2531"/>
                </a:lnTo>
                <a:lnTo>
                  <a:pt x="8565" y="2385"/>
                </a:lnTo>
                <a:lnTo>
                  <a:pt x="8663" y="2336"/>
                </a:lnTo>
                <a:close/>
                <a:moveTo>
                  <a:pt x="8979" y="2945"/>
                </a:moveTo>
                <a:lnTo>
                  <a:pt x="8979" y="2969"/>
                </a:lnTo>
                <a:lnTo>
                  <a:pt x="9076" y="3164"/>
                </a:lnTo>
                <a:lnTo>
                  <a:pt x="8857" y="3285"/>
                </a:lnTo>
                <a:lnTo>
                  <a:pt x="8663" y="3431"/>
                </a:lnTo>
                <a:lnTo>
                  <a:pt x="8371" y="3626"/>
                </a:lnTo>
                <a:lnTo>
                  <a:pt x="8079" y="3821"/>
                </a:lnTo>
                <a:lnTo>
                  <a:pt x="8054" y="3504"/>
                </a:lnTo>
                <a:lnTo>
                  <a:pt x="8200" y="3456"/>
                </a:lnTo>
                <a:lnTo>
                  <a:pt x="8322" y="3383"/>
                </a:lnTo>
                <a:lnTo>
                  <a:pt x="8541" y="3212"/>
                </a:lnTo>
                <a:lnTo>
                  <a:pt x="8833" y="3018"/>
                </a:lnTo>
                <a:lnTo>
                  <a:pt x="8979" y="2945"/>
                </a:lnTo>
                <a:close/>
                <a:moveTo>
                  <a:pt x="9271" y="3529"/>
                </a:moveTo>
                <a:lnTo>
                  <a:pt x="9393" y="3796"/>
                </a:lnTo>
                <a:lnTo>
                  <a:pt x="8736" y="4186"/>
                </a:lnTo>
                <a:lnTo>
                  <a:pt x="8419" y="4380"/>
                </a:lnTo>
                <a:lnTo>
                  <a:pt x="8249" y="4478"/>
                </a:lnTo>
                <a:lnTo>
                  <a:pt x="8103" y="4599"/>
                </a:lnTo>
                <a:lnTo>
                  <a:pt x="8079" y="4113"/>
                </a:lnTo>
                <a:lnTo>
                  <a:pt x="8225" y="4088"/>
                </a:lnTo>
                <a:lnTo>
                  <a:pt x="8371" y="4040"/>
                </a:lnTo>
                <a:lnTo>
                  <a:pt x="8663" y="3894"/>
                </a:lnTo>
                <a:lnTo>
                  <a:pt x="9052" y="3650"/>
                </a:lnTo>
                <a:lnTo>
                  <a:pt x="9271" y="3529"/>
                </a:lnTo>
                <a:close/>
                <a:moveTo>
                  <a:pt x="9587" y="4186"/>
                </a:moveTo>
                <a:lnTo>
                  <a:pt x="9660" y="4332"/>
                </a:lnTo>
                <a:lnTo>
                  <a:pt x="9490" y="4429"/>
                </a:lnTo>
                <a:lnTo>
                  <a:pt x="9344" y="4551"/>
                </a:lnTo>
                <a:lnTo>
                  <a:pt x="9052" y="4770"/>
                </a:lnTo>
                <a:lnTo>
                  <a:pt x="8809" y="4916"/>
                </a:lnTo>
                <a:lnTo>
                  <a:pt x="8590" y="5110"/>
                </a:lnTo>
                <a:lnTo>
                  <a:pt x="8371" y="5305"/>
                </a:lnTo>
                <a:lnTo>
                  <a:pt x="8176" y="5524"/>
                </a:lnTo>
                <a:lnTo>
                  <a:pt x="8127" y="4794"/>
                </a:lnTo>
                <a:lnTo>
                  <a:pt x="8322" y="4794"/>
                </a:lnTo>
                <a:lnTo>
                  <a:pt x="8492" y="4721"/>
                </a:lnTo>
                <a:lnTo>
                  <a:pt x="8833" y="4575"/>
                </a:lnTo>
                <a:lnTo>
                  <a:pt x="9222" y="4380"/>
                </a:lnTo>
                <a:lnTo>
                  <a:pt x="9587" y="4186"/>
                </a:lnTo>
                <a:close/>
                <a:moveTo>
                  <a:pt x="14965" y="5938"/>
                </a:moveTo>
                <a:lnTo>
                  <a:pt x="14795" y="6059"/>
                </a:lnTo>
                <a:lnTo>
                  <a:pt x="14649" y="6205"/>
                </a:lnTo>
                <a:lnTo>
                  <a:pt x="14576" y="6181"/>
                </a:lnTo>
                <a:lnTo>
                  <a:pt x="14332" y="6157"/>
                </a:lnTo>
                <a:lnTo>
                  <a:pt x="14965" y="5938"/>
                </a:lnTo>
                <a:close/>
                <a:moveTo>
                  <a:pt x="2190" y="5840"/>
                </a:moveTo>
                <a:lnTo>
                  <a:pt x="2093" y="5986"/>
                </a:lnTo>
                <a:lnTo>
                  <a:pt x="2044" y="6132"/>
                </a:lnTo>
                <a:lnTo>
                  <a:pt x="2044" y="6181"/>
                </a:lnTo>
                <a:lnTo>
                  <a:pt x="2044" y="6254"/>
                </a:lnTo>
                <a:lnTo>
                  <a:pt x="1874" y="6181"/>
                </a:lnTo>
                <a:lnTo>
                  <a:pt x="1679" y="6108"/>
                </a:lnTo>
                <a:lnTo>
                  <a:pt x="1266" y="5962"/>
                </a:lnTo>
                <a:lnTo>
                  <a:pt x="2190" y="5840"/>
                </a:lnTo>
                <a:close/>
                <a:moveTo>
                  <a:pt x="3018" y="5743"/>
                </a:moveTo>
                <a:lnTo>
                  <a:pt x="2677" y="6132"/>
                </a:lnTo>
                <a:lnTo>
                  <a:pt x="2555" y="6302"/>
                </a:lnTo>
                <a:lnTo>
                  <a:pt x="2288" y="6278"/>
                </a:lnTo>
                <a:lnTo>
                  <a:pt x="2312" y="6254"/>
                </a:lnTo>
                <a:lnTo>
                  <a:pt x="2409" y="6181"/>
                </a:lnTo>
                <a:lnTo>
                  <a:pt x="2482" y="6059"/>
                </a:lnTo>
                <a:lnTo>
                  <a:pt x="2604" y="5938"/>
                </a:lnTo>
                <a:lnTo>
                  <a:pt x="2750" y="5816"/>
                </a:lnTo>
                <a:lnTo>
                  <a:pt x="2823" y="5767"/>
                </a:lnTo>
                <a:lnTo>
                  <a:pt x="3018" y="5743"/>
                </a:lnTo>
                <a:close/>
                <a:moveTo>
                  <a:pt x="9879" y="4672"/>
                </a:moveTo>
                <a:lnTo>
                  <a:pt x="9977" y="4818"/>
                </a:lnTo>
                <a:lnTo>
                  <a:pt x="9952" y="4818"/>
                </a:lnTo>
                <a:lnTo>
                  <a:pt x="9733" y="5062"/>
                </a:lnTo>
                <a:lnTo>
                  <a:pt x="9490" y="5281"/>
                </a:lnTo>
                <a:lnTo>
                  <a:pt x="8979" y="5719"/>
                </a:lnTo>
                <a:lnTo>
                  <a:pt x="8590" y="6035"/>
                </a:lnTo>
                <a:lnTo>
                  <a:pt x="8395" y="6181"/>
                </a:lnTo>
                <a:lnTo>
                  <a:pt x="8200" y="6351"/>
                </a:lnTo>
                <a:lnTo>
                  <a:pt x="8176" y="5694"/>
                </a:lnTo>
                <a:lnTo>
                  <a:pt x="8468" y="5573"/>
                </a:lnTo>
                <a:lnTo>
                  <a:pt x="8736" y="5402"/>
                </a:lnTo>
                <a:lnTo>
                  <a:pt x="9247" y="5086"/>
                </a:lnTo>
                <a:lnTo>
                  <a:pt x="9539" y="4916"/>
                </a:lnTo>
                <a:lnTo>
                  <a:pt x="9709" y="4794"/>
                </a:lnTo>
                <a:lnTo>
                  <a:pt x="9879" y="4672"/>
                </a:lnTo>
                <a:close/>
                <a:moveTo>
                  <a:pt x="3967" y="5597"/>
                </a:moveTo>
                <a:lnTo>
                  <a:pt x="3869" y="5719"/>
                </a:lnTo>
                <a:lnTo>
                  <a:pt x="3723" y="5986"/>
                </a:lnTo>
                <a:lnTo>
                  <a:pt x="3553" y="6229"/>
                </a:lnTo>
                <a:lnTo>
                  <a:pt x="3504" y="6327"/>
                </a:lnTo>
                <a:lnTo>
                  <a:pt x="3456" y="6424"/>
                </a:lnTo>
                <a:lnTo>
                  <a:pt x="3164" y="6375"/>
                </a:lnTo>
                <a:lnTo>
                  <a:pt x="2920" y="6327"/>
                </a:lnTo>
                <a:lnTo>
                  <a:pt x="3066" y="6181"/>
                </a:lnTo>
                <a:lnTo>
                  <a:pt x="3431" y="5792"/>
                </a:lnTo>
                <a:lnTo>
                  <a:pt x="3602" y="5646"/>
                </a:lnTo>
                <a:lnTo>
                  <a:pt x="3967" y="5597"/>
                </a:lnTo>
                <a:close/>
                <a:moveTo>
                  <a:pt x="5110" y="5354"/>
                </a:moveTo>
                <a:lnTo>
                  <a:pt x="4989" y="5475"/>
                </a:lnTo>
                <a:lnTo>
                  <a:pt x="4867" y="5597"/>
                </a:lnTo>
                <a:lnTo>
                  <a:pt x="4648" y="5865"/>
                </a:lnTo>
                <a:lnTo>
                  <a:pt x="4380" y="6205"/>
                </a:lnTo>
                <a:lnTo>
                  <a:pt x="4234" y="6400"/>
                </a:lnTo>
                <a:lnTo>
                  <a:pt x="4113" y="6594"/>
                </a:lnTo>
                <a:lnTo>
                  <a:pt x="3723" y="6497"/>
                </a:lnTo>
                <a:lnTo>
                  <a:pt x="3821" y="6400"/>
                </a:lnTo>
                <a:lnTo>
                  <a:pt x="3869" y="6278"/>
                </a:lnTo>
                <a:lnTo>
                  <a:pt x="3991" y="6084"/>
                </a:lnTo>
                <a:lnTo>
                  <a:pt x="4137" y="5865"/>
                </a:lnTo>
                <a:lnTo>
                  <a:pt x="4307" y="5694"/>
                </a:lnTo>
                <a:lnTo>
                  <a:pt x="4405" y="5597"/>
                </a:lnTo>
                <a:lnTo>
                  <a:pt x="4526" y="5500"/>
                </a:lnTo>
                <a:lnTo>
                  <a:pt x="5110" y="5354"/>
                </a:lnTo>
                <a:close/>
                <a:moveTo>
                  <a:pt x="14065" y="6254"/>
                </a:moveTo>
                <a:lnTo>
                  <a:pt x="14138" y="6327"/>
                </a:lnTo>
                <a:lnTo>
                  <a:pt x="14235" y="6375"/>
                </a:lnTo>
                <a:lnTo>
                  <a:pt x="14430" y="6448"/>
                </a:lnTo>
                <a:lnTo>
                  <a:pt x="14186" y="6740"/>
                </a:lnTo>
                <a:lnTo>
                  <a:pt x="14016" y="6643"/>
                </a:lnTo>
                <a:lnTo>
                  <a:pt x="13846" y="6546"/>
                </a:lnTo>
                <a:lnTo>
                  <a:pt x="13675" y="6497"/>
                </a:lnTo>
                <a:lnTo>
                  <a:pt x="13481" y="6448"/>
                </a:lnTo>
                <a:lnTo>
                  <a:pt x="14065" y="6254"/>
                </a:lnTo>
                <a:close/>
                <a:moveTo>
                  <a:pt x="5573" y="5451"/>
                </a:moveTo>
                <a:lnTo>
                  <a:pt x="5719" y="5621"/>
                </a:lnTo>
                <a:lnTo>
                  <a:pt x="5840" y="5767"/>
                </a:lnTo>
                <a:lnTo>
                  <a:pt x="5816" y="5767"/>
                </a:lnTo>
                <a:lnTo>
                  <a:pt x="5670" y="5840"/>
                </a:lnTo>
                <a:lnTo>
                  <a:pt x="5548" y="5962"/>
                </a:lnTo>
                <a:lnTo>
                  <a:pt x="5354" y="6205"/>
                </a:lnTo>
                <a:lnTo>
                  <a:pt x="5110" y="6473"/>
                </a:lnTo>
                <a:lnTo>
                  <a:pt x="4989" y="6619"/>
                </a:lnTo>
                <a:lnTo>
                  <a:pt x="4916" y="6765"/>
                </a:lnTo>
                <a:lnTo>
                  <a:pt x="4429" y="6667"/>
                </a:lnTo>
                <a:lnTo>
                  <a:pt x="4551" y="6546"/>
                </a:lnTo>
                <a:lnTo>
                  <a:pt x="4648" y="6424"/>
                </a:lnTo>
                <a:lnTo>
                  <a:pt x="4843" y="6157"/>
                </a:lnTo>
                <a:lnTo>
                  <a:pt x="5159" y="5816"/>
                </a:lnTo>
                <a:lnTo>
                  <a:pt x="5354" y="5646"/>
                </a:lnTo>
                <a:lnTo>
                  <a:pt x="5475" y="5548"/>
                </a:lnTo>
                <a:lnTo>
                  <a:pt x="5548" y="5451"/>
                </a:lnTo>
                <a:close/>
                <a:moveTo>
                  <a:pt x="6035" y="5962"/>
                </a:moveTo>
                <a:lnTo>
                  <a:pt x="6278" y="6254"/>
                </a:lnTo>
                <a:lnTo>
                  <a:pt x="6157" y="6424"/>
                </a:lnTo>
                <a:lnTo>
                  <a:pt x="6011" y="6643"/>
                </a:lnTo>
                <a:lnTo>
                  <a:pt x="5889" y="6862"/>
                </a:lnTo>
                <a:lnTo>
                  <a:pt x="5840" y="6935"/>
                </a:lnTo>
                <a:lnTo>
                  <a:pt x="5840" y="7008"/>
                </a:lnTo>
                <a:lnTo>
                  <a:pt x="5232" y="6838"/>
                </a:lnTo>
                <a:lnTo>
                  <a:pt x="5402" y="6692"/>
                </a:lnTo>
                <a:lnTo>
                  <a:pt x="5548" y="6546"/>
                </a:lnTo>
                <a:lnTo>
                  <a:pt x="5767" y="6278"/>
                </a:lnTo>
                <a:lnTo>
                  <a:pt x="5889" y="6157"/>
                </a:lnTo>
                <a:lnTo>
                  <a:pt x="6011" y="6011"/>
                </a:lnTo>
                <a:lnTo>
                  <a:pt x="6035" y="5962"/>
                </a:lnTo>
                <a:close/>
                <a:moveTo>
                  <a:pt x="7519" y="925"/>
                </a:moveTo>
                <a:lnTo>
                  <a:pt x="7470" y="1120"/>
                </a:lnTo>
                <a:lnTo>
                  <a:pt x="7470" y="1314"/>
                </a:lnTo>
                <a:lnTo>
                  <a:pt x="7470" y="1704"/>
                </a:lnTo>
                <a:lnTo>
                  <a:pt x="7495" y="2093"/>
                </a:lnTo>
                <a:lnTo>
                  <a:pt x="7519" y="2482"/>
                </a:lnTo>
                <a:lnTo>
                  <a:pt x="7592" y="3285"/>
                </a:lnTo>
                <a:lnTo>
                  <a:pt x="7665" y="4234"/>
                </a:lnTo>
                <a:lnTo>
                  <a:pt x="7714" y="5183"/>
                </a:lnTo>
                <a:lnTo>
                  <a:pt x="7714" y="6132"/>
                </a:lnTo>
                <a:lnTo>
                  <a:pt x="7714" y="7081"/>
                </a:lnTo>
                <a:lnTo>
                  <a:pt x="7519" y="6886"/>
                </a:lnTo>
                <a:lnTo>
                  <a:pt x="7324" y="6716"/>
                </a:lnTo>
                <a:lnTo>
                  <a:pt x="7032" y="6473"/>
                </a:lnTo>
                <a:lnTo>
                  <a:pt x="6522" y="5913"/>
                </a:lnTo>
                <a:lnTo>
                  <a:pt x="5986" y="5354"/>
                </a:lnTo>
                <a:lnTo>
                  <a:pt x="5792" y="5159"/>
                </a:lnTo>
                <a:lnTo>
                  <a:pt x="5670" y="5086"/>
                </a:lnTo>
                <a:lnTo>
                  <a:pt x="5573" y="5013"/>
                </a:lnTo>
                <a:lnTo>
                  <a:pt x="5719" y="4721"/>
                </a:lnTo>
                <a:lnTo>
                  <a:pt x="5913" y="4453"/>
                </a:lnTo>
                <a:lnTo>
                  <a:pt x="6278" y="3894"/>
                </a:lnTo>
                <a:lnTo>
                  <a:pt x="6449" y="3626"/>
                </a:lnTo>
                <a:lnTo>
                  <a:pt x="6570" y="3358"/>
                </a:lnTo>
                <a:lnTo>
                  <a:pt x="6692" y="3066"/>
                </a:lnTo>
                <a:lnTo>
                  <a:pt x="6789" y="2774"/>
                </a:lnTo>
                <a:lnTo>
                  <a:pt x="6984" y="2166"/>
                </a:lnTo>
                <a:lnTo>
                  <a:pt x="7203" y="1558"/>
                </a:lnTo>
                <a:lnTo>
                  <a:pt x="7349" y="1217"/>
                </a:lnTo>
                <a:lnTo>
                  <a:pt x="7519" y="925"/>
                </a:lnTo>
                <a:close/>
                <a:moveTo>
                  <a:pt x="6497" y="6497"/>
                </a:moveTo>
                <a:lnTo>
                  <a:pt x="6522" y="6521"/>
                </a:lnTo>
                <a:lnTo>
                  <a:pt x="6716" y="6716"/>
                </a:lnTo>
                <a:lnTo>
                  <a:pt x="6643" y="6765"/>
                </a:lnTo>
                <a:lnTo>
                  <a:pt x="6595" y="6789"/>
                </a:lnTo>
                <a:lnTo>
                  <a:pt x="6497" y="6911"/>
                </a:lnTo>
                <a:lnTo>
                  <a:pt x="6400" y="7008"/>
                </a:lnTo>
                <a:lnTo>
                  <a:pt x="6327" y="7130"/>
                </a:lnTo>
                <a:lnTo>
                  <a:pt x="5986" y="7057"/>
                </a:lnTo>
                <a:lnTo>
                  <a:pt x="6059" y="7008"/>
                </a:lnTo>
                <a:lnTo>
                  <a:pt x="6132" y="6935"/>
                </a:lnTo>
                <a:lnTo>
                  <a:pt x="6254" y="6838"/>
                </a:lnTo>
                <a:lnTo>
                  <a:pt x="6497" y="6497"/>
                </a:lnTo>
                <a:close/>
                <a:moveTo>
                  <a:pt x="13286" y="6521"/>
                </a:moveTo>
                <a:lnTo>
                  <a:pt x="13627" y="6740"/>
                </a:lnTo>
                <a:lnTo>
                  <a:pt x="13967" y="6935"/>
                </a:lnTo>
                <a:lnTo>
                  <a:pt x="13870" y="7032"/>
                </a:lnTo>
                <a:lnTo>
                  <a:pt x="13724" y="7178"/>
                </a:lnTo>
                <a:lnTo>
                  <a:pt x="13578" y="7081"/>
                </a:lnTo>
                <a:lnTo>
                  <a:pt x="13456" y="7032"/>
                </a:lnTo>
                <a:lnTo>
                  <a:pt x="13164" y="6911"/>
                </a:lnTo>
                <a:lnTo>
                  <a:pt x="12897" y="6813"/>
                </a:lnTo>
                <a:lnTo>
                  <a:pt x="12653" y="6716"/>
                </a:lnTo>
                <a:lnTo>
                  <a:pt x="13286" y="6521"/>
                </a:lnTo>
                <a:close/>
                <a:moveTo>
                  <a:pt x="10171" y="5062"/>
                </a:moveTo>
                <a:lnTo>
                  <a:pt x="10220" y="5135"/>
                </a:lnTo>
                <a:lnTo>
                  <a:pt x="10196" y="5159"/>
                </a:lnTo>
                <a:lnTo>
                  <a:pt x="9587" y="5816"/>
                </a:lnTo>
                <a:lnTo>
                  <a:pt x="9003" y="6521"/>
                </a:lnTo>
                <a:lnTo>
                  <a:pt x="8809" y="6716"/>
                </a:lnTo>
                <a:lnTo>
                  <a:pt x="8590" y="6935"/>
                </a:lnTo>
                <a:lnTo>
                  <a:pt x="8371" y="7154"/>
                </a:lnTo>
                <a:lnTo>
                  <a:pt x="8152" y="7373"/>
                </a:lnTo>
                <a:lnTo>
                  <a:pt x="8200" y="6740"/>
                </a:lnTo>
                <a:lnTo>
                  <a:pt x="8444" y="6570"/>
                </a:lnTo>
                <a:lnTo>
                  <a:pt x="8663" y="6400"/>
                </a:lnTo>
                <a:lnTo>
                  <a:pt x="9101" y="6035"/>
                </a:lnTo>
                <a:lnTo>
                  <a:pt x="9660" y="5573"/>
                </a:lnTo>
                <a:lnTo>
                  <a:pt x="9928" y="5329"/>
                </a:lnTo>
                <a:lnTo>
                  <a:pt x="10171" y="5062"/>
                </a:lnTo>
                <a:close/>
                <a:moveTo>
                  <a:pt x="10488" y="5329"/>
                </a:moveTo>
                <a:lnTo>
                  <a:pt x="10731" y="5427"/>
                </a:lnTo>
                <a:lnTo>
                  <a:pt x="10999" y="5500"/>
                </a:lnTo>
                <a:lnTo>
                  <a:pt x="11510" y="5597"/>
                </a:lnTo>
                <a:lnTo>
                  <a:pt x="11850" y="5670"/>
                </a:lnTo>
                <a:lnTo>
                  <a:pt x="12167" y="5694"/>
                </a:lnTo>
                <a:lnTo>
                  <a:pt x="12824" y="5719"/>
                </a:lnTo>
                <a:lnTo>
                  <a:pt x="13529" y="5743"/>
                </a:lnTo>
                <a:lnTo>
                  <a:pt x="14235" y="5792"/>
                </a:lnTo>
                <a:lnTo>
                  <a:pt x="13505" y="6059"/>
                </a:lnTo>
                <a:lnTo>
                  <a:pt x="12799" y="6278"/>
                </a:lnTo>
                <a:lnTo>
                  <a:pt x="11339" y="6692"/>
                </a:lnTo>
                <a:lnTo>
                  <a:pt x="9612" y="7130"/>
                </a:lnTo>
                <a:lnTo>
                  <a:pt x="9149" y="7251"/>
                </a:lnTo>
                <a:lnTo>
                  <a:pt x="8663" y="7373"/>
                </a:lnTo>
                <a:lnTo>
                  <a:pt x="9101" y="6862"/>
                </a:lnTo>
                <a:lnTo>
                  <a:pt x="9758" y="6132"/>
                </a:lnTo>
                <a:lnTo>
                  <a:pt x="10098" y="5767"/>
                </a:lnTo>
                <a:lnTo>
                  <a:pt x="10439" y="5402"/>
                </a:lnTo>
                <a:lnTo>
                  <a:pt x="10488" y="5329"/>
                </a:lnTo>
                <a:close/>
                <a:moveTo>
                  <a:pt x="6862" y="6886"/>
                </a:moveTo>
                <a:lnTo>
                  <a:pt x="7349" y="7422"/>
                </a:lnTo>
                <a:lnTo>
                  <a:pt x="7349" y="7422"/>
                </a:lnTo>
                <a:lnTo>
                  <a:pt x="6570" y="7203"/>
                </a:lnTo>
                <a:lnTo>
                  <a:pt x="6668" y="7105"/>
                </a:lnTo>
                <a:lnTo>
                  <a:pt x="6765" y="7008"/>
                </a:lnTo>
                <a:lnTo>
                  <a:pt x="6862" y="6911"/>
                </a:lnTo>
                <a:lnTo>
                  <a:pt x="6862" y="6886"/>
                </a:lnTo>
                <a:close/>
                <a:moveTo>
                  <a:pt x="12386" y="6789"/>
                </a:moveTo>
                <a:lnTo>
                  <a:pt x="12483" y="6911"/>
                </a:lnTo>
                <a:lnTo>
                  <a:pt x="12629" y="7008"/>
                </a:lnTo>
                <a:lnTo>
                  <a:pt x="12775" y="7105"/>
                </a:lnTo>
                <a:lnTo>
                  <a:pt x="12921" y="7178"/>
                </a:lnTo>
                <a:lnTo>
                  <a:pt x="13432" y="7422"/>
                </a:lnTo>
                <a:lnTo>
                  <a:pt x="13140" y="7641"/>
                </a:lnTo>
                <a:lnTo>
                  <a:pt x="12970" y="7543"/>
                </a:lnTo>
                <a:lnTo>
                  <a:pt x="12799" y="7470"/>
                </a:lnTo>
                <a:lnTo>
                  <a:pt x="12483" y="7349"/>
                </a:lnTo>
                <a:lnTo>
                  <a:pt x="12045" y="7154"/>
                </a:lnTo>
                <a:lnTo>
                  <a:pt x="11826" y="7057"/>
                </a:lnTo>
                <a:lnTo>
                  <a:pt x="11607" y="7008"/>
                </a:lnTo>
                <a:lnTo>
                  <a:pt x="12386" y="6789"/>
                </a:lnTo>
                <a:close/>
                <a:moveTo>
                  <a:pt x="11461" y="7057"/>
                </a:moveTo>
                <a:lnTo>
                  <a:pt x="11534" y="7154"/>
                </a:lnTo>
                <a:lnTo>
                  <a:pt x="11631" y="7251"/>
                </a:lnTo>
                <a:lnTo>
                  <a:pt x="11850" y="7397"/>
                </a:lnTo>
                <a:lnTo>
                  <a:pt x="12069" y="7519"/>
                </a:lnTo>
                <a:lnTo>
                  <a:pt x="12313" y="7641"/>
                </a:lnTo>
                <a:lnTo>
                  <a:pt x="12532" y="7762"/>
                </a:lnTo>
                <a:lnTo>
                  <a:pt x="12799" y="7908"/>
                </a:lnTo>
                <a:lnTo>
                  <a:pt x="12483" y="8152"/>
                </a:lnTo>
                <a:lnTo>
                  <a:pt x="12410" y="8054"/>
                </a:lnTo>
                <a:lnTo>
                  <a:pt x="12337" y="7981"/>
                </a:lnTo>
                <a:lnTo>
                  <a:pt x="12240" y="7908"/>
                </a:lnTo>
                <a:lnTo>
                  <a:pt x="12118" y="7860"/>
                </a:lnTo>
                <a:lnTo>
                  <a:pt x="11875" y="7762"/>
                </a:lnTo>
                <a:lnTo>
                  <a:pt x="11656" y="7689"/>
                </a:lnTo>
                <a:lnTo>
                  <a:pt x="11145" y="7470"/>
                </a:lnTo>
                <a:lnTo>
                  <a:pt x="10901" y="7349"/>
                </a:lnTo>
                <a:lnTo>
                  <a:pt x="10634" y="7251"/>
                </a:lnTo>
                <a:lnTo>
                  <a:pt x="11437" y="7057"/>
                </a:lnTo>
                <a:close/>
                <a:moveTo>
                  <a:pt x="10439" y="7324"/>
                </a:moveTo>
                <a:lnTo>
                  <a:pt x="10512" y="7422"/>
                </a:lnTo>
                <a:lnTo>
                  <a:pt x="10609" y="7495"/>
                </a:lnTo>
                <a:lnTo>
                  <a:pt x="10828" y="7665"/>
                </a:lnTo>
                <a:lnTo>
                  <a:pt x="11047" y="7787"/>
                </a:lnTo>
                <a:lnTo>
                  <a:pt x="11291" y="7884"/>
                </a:lnTo>
                <a:lnTo>
                  <a:pt x="11996" y="8176"/>
                </a:lnTo>
                <a:lnTo>
                  <a:pt x="12167" y="8249"/>
                </a:lnTo>
                <a:lnTo>
                  <a:pt x="12215" y="8273"/>
                </a:lnTo>
                <a:lnTo>
                  <a:pt x="12288" y="8298"/>
                </a:lnTo>
                <a:lnTo>
                  <a:pt x="11996" y="8541"/>
                </a:lnTo>
                <a:lnTo>
                  <a:pt x="11972" y="8541"/>
                </a:lnTo>
                <a:lnTo>
                  <a:pt x="11583" y="8444"/>
                </a:lnTo>
                <a:lnTo>
                  <a:pt x="11218" y="8322"/>
                </a:lnTo>
                <a:lnTo>
                  <a:pt x="10853" y="8152"/>
                </a:lnTo>
                <a:lnTo>
                  <a:pt x="10512" y="7957"/>
                </a:lnTo>
                <a:lnTo>
                  <a:pt x="10098" y="7714"/>
                </a:lnTo>
                <a:lnTo>
                  <a:pt x="9879" y="7592"/>
                </a:lnTo>
                <a:lnTo>
                  <a:pt x="9660" y="7495"/>
                </a:lnTo>
                <a:lnTo>
                  <a:pt x="10439" y="7324"/>
                </a:lnTo>
                <a:close/>
                <a:moveTo>
                  <a:pt x="8225" y="8103"/>
                </a:moveTo>
                <a:lnTo>
                  <a:pt x="8638" y="8249"/>
                </a:lnTo>
                <a:lnTo>
                  <a:pt x="9028" y="8419"/>
                </a:lnTo>
                <a:lnTo>
                  <a:pt x="8930" y="8517"/>
                </a:lnTo>
                <a:lnTo>
                  <a:pt x="8784" y="8638"/>
                </a:lnTo>
                <a:lnTo>
                  <a:pt x="8711" y="8711"/>
                </a:lnTo>
                <a:lnTo>
                  <a:pt x="8687" y="8784"/>
                </a:lnTo>
                <a:lnTo>
                  <a:pt x="8225" y="8103"/>
                </a:lnTo>
                <a:close/>
                <a:moveTo>
                  <a:pt x="7689" y="8663"/>
                </a:moveTo>
                <a:lnTo>
                  <a:pt x="7714" y="9003"/>
                </a:lnTo>
                <a:lnTo>
                  <a:pt x="7689" y="9003"/>
                </a:lnTo>
                <a:lnTo>
                  <a:pt x="7519" y="8930"/>
                </a:lnTo>
                <a:lnTo>
                  <a:pt x="7665" y="8687"/>
                </a:lnTo>
                <a:lnTo>
                  <a:pt x="7689" y="8663"/>
                </a:lnTo>
                <a:close/>
                <a:moveTo>
                  <a:pt x="9344" y="7592"/>
                </a:moveTo>
                <a:lnTo>
                  <a:pt x="9612" y="7787"/>
                </a:lnTo>
                <a:lnTo>
                  <a:pt x="9904" y="7981"/>
                </a:lnTo>
                <a:lnTo>
                  <a:pt x="10463" y="8322"/>
                </a:lnTo>
                <a:lnTo>
                  <a:pt x="10755" y="8492"/>
                </a:lnTo>
                <a:lnTo>
                  <a:pt x="11047" y="8638"/>
                </a:lnTo>
                <a:lnTo>
                  <a:pt x="11364" y="8760"/>
                </a:lnTo>
                <a:lnTo>
                  <a:pt x="11680" y="8833"/>
                </a:lnTo>
                <a:lnTo>
                  <a:pt x="11510" y="9003"/>
                </a:lnTo>
                <a:lnTo>
                  <a:pt x="11485" y="9028"/>
                </a:lnTo>
                <a:lnTo>
                  <a:pt x="10463" y="8565"/>
                </a:lnTo>
                <a:lnTo>
                  <a:pt x="9952" y="8371"/>
                </a:lnTo>
                <a:lnTo>
                  <a:pt x="9417" y="8176"/>
                </a:lnTo>
                <a:lnTo>
                  <a:pt x="8979" y="7981"/>
                </a:lnTo>
                <a:lnTo>
                  <a:pt x="8736" y="7884"/>
                </a:lnTo>
                <a:lnTo>
                  <a:pt x="8468" y="7811"/>
                </a:lnTo>
                <a:lnTo>
                  <a:pt x="8906" y="7714"/>
                </a:lnTo>
                <a:lnTo>
                  <a:pt x="9344" y="7592"/>
                </a:lnTo>
                <a:close/>
                <a:moveTo>
                  <a:pt x="9368" y="8565"/>
                </a:moveTo>
                <a:lnTo>
                  <a:pt x="9733" y="8687"/>
                </a:lnTo>
                <a:lnTo>
                  <a:pt x="9660" y="8760"/>
                </a:lnTo>
                <a:lnTo>
                  <a:pt x="9198" y="9076"/>
                </a:lnTo>
                <a:lnTo>
                  <a:pt x="9101" y="9149"/>
                </a:lnTo>
                <a:lnTo>
                  <a:pt x="9003" y="9247"/>
                </a:lnTo>
                <a:lnTo>
                  <a:pt x="8760" y="8906"/>
                </a:lnTo>
                <a:lnTo>
                  <a:pt x="8784" y="8906"/>
                </a:lnTo>
                <a:lnTo>
                  <a:pt x="8930" y="8809"/>
                </a:lnTo>
                <a:lnTo>
                  <a:pt x="9052" y="8711"/>
                </a:lnTo>
                <a:lnTo>
                  <a:pt x="9174" y="8638"/>
                </a:lnTo>
                <a:lnTo>
                  <a:pt x="9344" y="8590"/>
                </a:lnTo>
                <a:lnTo>
                  <a:pt x="9368" y="8565"/>
                </a:lnTo>
                <a:close/>
                <a:moveTo>
                  <a:pt x="828" y="6181"/>
                </a:moveTo>
                <a:lnTo>
                  <a:pt x="1168" y="6302"/>
                </a:lnTo>
                <a:lnTo>
                  <a:pt x="1533" y="6400"/>
                </a:lnTo>
                <a:lnTo>
                  <a:pt x="2239" y="6546"/>
                </a:lnTo>
                <a:lnTo>
                  <a:pt x="2507" y="6570"/>
                </a:lnTo>
                <a:lnTo>
                  <a:pt x="2750" y="6594"/>
                </a:lnTo>
                <a:lnTo>
                  <a:pt x="3018" y="6619"/>
                </a:lnTo>
                <a:lnTo>
                  <a:pt x="3285" y="6643"/>
                </a:lnTo>
                <a:lnTo>
                  <a:pt x="4356" y="6911"/>
                </a:lnTo>
                <a:lnTo>
                  <a:pt x="5159" y="7081"/>
                </a:lnTo>
                <a:lnTo>
                  <a:pt x="5938" y="7300"/>
                </a:lnTo>
                <a:lnTo>
                  <a:pt x="7519" y="7762"/>
                </a:lnTo>
                <a:lnTo>
                  <a:pt x="6546" y="8273"/>
                </a:lnTo>
                <a:lnTo>
                  <a:pt x="5548" y="8736"/>
                </a:lnTo>
                <a:lnTo>
                  <a:pt x="4697" y="9076"/>
                </a:lnTo>
                <a:lnTo>
                  <a:pt x="4453" y="9198"/>
                </a:lnTo>
                <a:lnTo>
                  <a:pt x="4332" y="9271"/>
                </a:lnTo>
                <a:lnTo>
                  <a:pt x="4234" y="9368"/>
                </a:lnTo>
                <a:lnTo>
                  <a:pt x="4210" y="9320"/>
                </a:lnTo>
                <a:lnTo>
                  <a:pt x="3991" y="9003"/>
                </a:lnTo>
                <a:lnTo>
                  <a:pt x="3748" y="8687"/>
                </a:lnTo>
                <a:lnTo>
                  <a:pt x="3456" y="8395"/>
                </a:lnTo>
                <a:lnTo>
                  <a:pt x="3164" y="8127"/>
                </a:lnTo>
                <a:lnTo>
                  <a:pt x="2531" y="7616"/>
                </a:lnTo>
                <a:lnTo>
                  <a:pt x="2239" y="7373"/>
                </a:lnTo>
                <a:lnTo>
                  <a:pt x="1947" y="7105"/>
                </a:lnTo>
                <a:lnTo>
                  <a:pt x="1728" y="6911"/>
                </a:lnTo>
                <a:lnTo>
                  <a:pt x="1485" y="6716"/>
                </a:lnTo>
                <a:lnTo>
                  <a:pt x="1047" y="6375"/>
                </a:lnTo>
                <a:lnTo>
                  <a:pt x="828" y="6181"/>
                </a:lnTo>
                <a:close/>
                <a:moveTo>
                  <a:pt x="10098" y="8833"/>
                </a:moveTo>
                <a:lnTo>
                  <a:pt x="10658" y="9076"/>
                </a:lnTo>
                <a:lnTo>
                  <a:pt x="10366" y="9247"/>
                </a:lnTo>
                <a:lnTo>
                  <a:pt x="10098" y="9393"/>
                </a:lnTo>
                <a:lnTo>
                  <a:pt x="9758" y="9612"/>
                </a:lnTo>
                <a:lnTo>
                  <a:pt x="9612" y="9758"/>
                </a:lnTo>
                <a:lnTo>
                  <a:pt x="9466" y="9904"/>
                </a:lnTo>
                <a:lnTo>
                  <a:pt x="9125" y="9417"/>
                </a:lnTo>
                <a:lnTo>
                  <a:pt x="9198" y="9393"/>
                </a:lnTo>
                <a:lnTo>
                  <a:pt x="9271" y="9368"/>
                </a:lnTo>
                <a:lnTo>
                  <a:pt x="9417" y="9271"/>
                </a:lnTo>
                <a:lnTo>
                  <a:pt x="9660" y="9101"/>
                </a:lnTo>
                <a:lnTo>
                  <a:pt x="10098" y="8857"/>
                </a:lnTo>
                <a:lnTo>
                  <a:pt x="10098" y="8833"/>
                </a:lnTo>
                <a:close/>
                <a:moveTo>
                  <a:pt x="7324" y="9174"/>
                </a:moveTo>
                <a:lnTo>
                  <a:pt x="7446" y="9222"/>
                </a:lnTo>
                <a:lnTo>
                  <a:pt x="7519" y="9295"/>
                </a:lnTo>
                <a:lnTo>
                  <a:pt x="7738" y="9393"/>
                </a:lnTo>
                <a:lnTo>
                  <a:pt x="7738" y="9855"/>
                </a:lnTo>
                <a:lnTo>
                  <a:pt x="7738" y="10001"/>
                </a:lnTo>
                <a:lnTo>
                  <a:pt x="7495" y="9855"/>
                </a:lnTo>
                <a:lnTo>
                  <a:pt x="7251" y="9733"/>
                </a:lnTo>
                <a:lnTo>
                  <a:pt x="7105" y="9685"/>
                </a:lnTo>
                <a:lnTo>
                  <a:pt x="6984" y="9660"/>
                </a:lnTo>
                <a:lnTo>
                  <a:pt x="7324" y="9174"/>
                </a:lnTo>
                <a:close/>
                <a:moveTo>
                  <a:pt x="6911" y="9758"/>
                </a:moveTo>
                <a:lnTo>
                  <a:pt x="7008" y="9879"/>
                </a:lnTo>
                <a:lnTo>
                  <a:pt x="7130" y="10001"/>
                </a:lnTo>
                <a:lnTo>
                  <a:pt x="7373" y="10196"/>
                </a:lnTo>
                <a:lnTo>
                  <a:pt x="7543" y="10317"/>
                </a:lnTo>
                <a:lnTo>
                  <a:pt x="7762" y="10415"/>
                </a:lnTo>
                <a:lnTo>
                  <a:pt x="7762" y="10926"/>
                </a:lnTo>
                <a:lnTo>
                  <a:pt x="7470" y="10707"/>
                </a:lnTo>
                <a:lnTo>
                  <a:pt x="7203" y="10488"/>
                </a:lnTo>
                <a:lnTo>
                  <a:pt x="7057" y="10415"/>
                </a:lnTo>
                <a:lnTo>
                  <a:pt x="6911" y="10317"/>
                </a:lnTo>
                <a:lnTo>
                  <a:pt x="6741" y="10269"/>
                </a:lnTo>
                <a:lnTo>
                  <a:pt x="6570" y="10244"/>
                </a:lnTo>
                <a:lnTo>
                  <a:pt x="6911" y="9758"/>
                </a:lnTo>
                <a:close/>
                <a:moveTo>
                  <a:pt x="11072" y="9271"/>
                </a:moveTo>
                <a:lnTo>
                  <a:pt x="11291" y="9368"/>
                </a:lnTo>
                <a:lnTo>
                  <a:pt x="11266" y="9490"/>
                </a:lnTo>
                <a:lnTo>
                  <a:pt x="11266" y="9612"/>
                </a:lnTo>
                <a:lnTo>
                  <a:pt x="11096" y="9685"/>
                </a:lnTo>
                <a:lnTo>
                  <a:pt x="10950" y="9782"/>
                </a:lnTo>
                <a:lnTo>
                  <a:pt x="10658" y="9977"/>
                </a:lnTo>
                <a:lnTo>
                  <a:pt x="10293" y="10220"/>
                </a:lnTo>
                <a:lnTo>
                  <a:pt x="10123" y="10366"/>
                </a:lnTo>
                <a:lnTo>
                  <a:pt x="10050" y="10439"/>
                </a:lnTo>
                <a:lnTo>
                  <a:pt x="10001" y="10536"/>
                </a:lnTo>
                <a:lnTo>
                  <a:pt x="10001" y="10585"/>
                </a:lnTo>
                <a:lnTo>
                  <a:pt x="10025" y="10609"/>
                </a:lnTo>
                <a:lnTo>
                  <a:pt x="10123" y="10609"/>
                </a:lnTo>
                <a:lnTo>
                  <a:pt x="10220" y="10585"/>
                </a:lnTo>
                <a:lnTo>
                  <a:pt x="10390" y="10512"/>
                </a:lnTo>
                <a:lnTo>
                  <a:pt x="10561" y="10390"/>
                </a:lnTo>
                <a:lnTo>
                  <a:pt x="10731" y="10269"/>
                </a:lnTo>
                <a:lnTo>
                  <a:pt x="10999" y="10074"/>
                </a:lnTo>
                <a:lnTo>
                  <a:pt x="11291" y="9904"/>
                </a:lnTo>
                <a:lnTo>
                  <a:pt x="11339" y="10171"/>
                </a:lnTo>
                <a:lnTo>
                  <a:pt x="11412" y="10390"/>
                </a:lnTo>
                <a:lnTo>
                  <a:pt x="11145" y="10488"/>
                </a:lnTo>
                <a:lnTo>
                  <a:pt x="10877" y="10634"/>
                </a:lnTo>
                <a:lnTo>
                  <a:pt x="10731" y="10682"/>
                </a:lnTo>
                <a:lnTo>
                  <a:pt x="10561" y="10804"/>
                </a:lnTo>
                <a:lnTo>
                  <a:pt x="10415" y="10926"/>
                </a:lnTo>
                <a:lnTo>
                  <a:pt x="10342" y="10999"/>
                </a:lnTo>
                <a:lnTo>
                  <a:pt x="10317" y="11072"/>
                </a:lnTo>
                <a:lnTo>
                  <a:pt x="9879" y="10463"/>
                </a:lnTo>
                <a:lnTo>
                  <a:pt x="9587" y="10050"/>
                </a:lnTo>
                <a:lnTo>
                  <a:pt x="9733" y="10001"/>
                </a:lnTo>
                <a:lnTo>
                  <a:pt x="9904" y="9928"/>
                </a:lnTo>
                <a:lnTo>
                  <a:pt x="10196" y="9758"/>
                </a:lnTo>
                <a:lnTo>
                  <a:pt x="10634" y="9514"/>
                </a:lnTo>
                <a:lnTo>
                  <a:pt x="11047" y="9295"/>
                </a:lnTo>
                <a:lnTo>
                  <a:pt x="11072" y="9271"/>
                </a:lnTo>
                <a:close/>
                <a:moveTo>
                  <a:pt x="11534" y="10780"/>
                </a:moveTo>
                <a:lnTo>
                  <a:pt x="11656" y="11193"/>
                </a:lnTo>
                <a:lnTo>
                  <a:pt x="11631" y="11193"/>
                </a:lnTo>
                <a:lnTo>
                  <a:pt x="11437" y="11364"/>
                </a:lnTo>
                <a:lnTo>
                  <a:pt x="11218" y="11510"/>
                </a:lnTo>
                <a:lnTo>
                  <a:pt x="11023" y="11631"/>
                </a:lnTo>
                <a:lnTo>
                  <a:pt x="10828" y="11753"/>
                </a:lnTo>
                <a:lnTo>
                  <a:pt x="10804" y="11777"/>
                </a:lnTo>
                <a:lnTo>
                  <a:pt x="10439" y="11242"/>
                </a:lnTo>
                <a:lnTo>
                  <a:pt x="10512" y="11242"/>
                </a:lnTo>
                <a:lnTo>
                  <a:pt x="10585" y="11218"/>
                </a:lnTo>
                <a:lnTo>
                  <a:pt x="10731" y="11145"/>
                </a:lnTo>
                <a:lnTo>
                  <a:pt x="10999" y="10974"/>
                </a:lnTo>
                <a:lnTo>
                  <a:pt x="11534" y="10780"/>
                </a:lnTo>
                <a:close/>
                <a:moveTo>
                  <a:pt x="6522" y="10342"/>
                </a:moveTo>
                <a:lnTo>
                  <a:pt x="6668" y="10439"/>
                </a:lnTo>
                <a:lnTo>
                  <a:pt x="6838" y="10561"/>
                </a:lnTo>
                <a:lnTo>
                  <a:pt x="7105" y="10853"/>
                </a:lnTo>
                <a:lnTo>
                  <a:pt x="7251" y="10999"/>
                </a:lnTo>
                <a:lnTo>
                  <a:pt x="7397" y="11120"/>
                </a:lnTo>
                <a:lnTo>
                  <a:pt x="7568" y="11218"/>
                </a:lnTo>
                <a:lnTo>
                  <a:pt x="7738" y="11291"/>
                </a:lnTo>
                <a:lnTo>
                  <a:pt x="7762" y="11291"/>
                </a:lnTo>
                <a:lnTo>
                  <a:pt x="7762" y="12021"/>
                </a:lnTo>
                <a:lnTo>
                  <a:pt x="7665" y="11948"/>
                </a:lnTo>
                <a:lnTo>
                  <a:pt x="7568" y="11875"/>
                </a:lnTo>
                <a:lnTo>
                  <a:pt x="7397" y="11704"/>
                </a:lnTo>
                <a:lnTo>
                  <a:pt x="7057" y="11364"/>
                </a:lnTo>
                <a:lnTo>
                  <a:pt x="6862" y="11193"/>
                </a:lnTo>
                <a:lnTo>
                  <a:pt x="6619" y="11072"/>
                </a:lnTo>
                <a:lnTo>
                  <a:pt x="6376" y="10999"/>
                </a:lnTo>
                <a:lnTo>
                  <a:pt x="6132" y="10926"/>
                </a:lnTo>
                <a:lnTo>
                  <a:pt x="6522" y="10342"/>
                </a:lnTo>
                <a:close/>
                <a:moveTo>
                  <a:pt x="11753" y="11510"/>
                </a:moveTo>
                <a:lnTo>
                  <a:pt x="11826" y="11802"/>
                </a:lnTo>
                <a:lnTo>
                  <a:pt x="11704" y="11826"/>
                </a:lnTo>
                <a:lnTo>
                  <a:pt x="11607" y="11899"/>
                </a:lnTo>
                <a:lnTo>
                  <a:pt x="11412" y="12021"/>
                </a:lnTo>
                <a:lnTo>
                  <a:pt x="11291" y="12167"/>
                </a:lnTo>
                <a:lnTo>
                  <a:pt x="11218" y="12240"/>
                </a:lnTo>
                <a:lnTo>
                  <a:pt x="11193" y="12313"/>
                </a:lnTo>
                <a:lnTo>
                  <a:pt x="10901" y="11899"/>
                </a:lnTo>
                <a:lnTo>
                  <a:pt x="11120" y="11850"/>
                </a:lnTo>
                <a:lnTo>
                  <a:pt x="11339" y="11777"/>
                </a:lnTo>
                <a:lnTo>
                  <a:pt x="11558" y="11656"/>
                </a:lnTo>
                <a:lnTo>
                  <a:pt x="11753" y="11510"/>
                </a:lnTo>
                <a:close/>
                <a:moveTo>
                  <a:pt x="6059" y="11047"/>
                </a:moveTo>
                <a:lnTo>
                  <a:pt x="6303" y="11218"/>
                </a:lnTo>
                <a:lnTo>
                  <a:pt x="6546" y="11388"/>
                </a:lnTo>
                <a:lnTo>
                  <a:pt x="6789" y="11583"/>
                </a:lnTo>
                <a:lnTo>
                  <a:pt x="6984" y="11802"/>
                </a:lnTo>
                <a:lnTo>
                  <a:pt x="7251" y="12069"/>
                </a:lnTo>
                <a:lnTo>
                  <a:pt x="7397" y="12215"/>
                </a:lnTo>
                <a:lnTo>
                  <a:pt x="7543" y="12313"/>
                </a:lnTo>
                <a:lnTo>
                  <a:pt x="7276" y="12459"/>
                </a:lnTo>
                <a:lnTo>
                  <a:pt x="7154" y="12386"/>
                </a:lnTo>
                <a:lnTo>
                  <a:pt x="7008" y="12337"/>
                </a:lnTo>
                <a:lnTo>
                  <a:pt x="6765" y="12215"/>
                </a:lnTo>
                <a:lnTo>
                  <a:pt x="6522" y="12069"/>
                </a:lnTo>
                <a:lnTo>
                  <a:pt x="6327" y="11948"/>
                </a:lnTo>
                <a:lnTo>
                  <a:pt x="6157" y="11802"/>
                </a:lnTo>
                <a:lnTo>
                  <a:pt x="5962" y="11656"/>
                </a:lnTo>
                <a:lnTo>
                  <a:pt x="5767" y="11534"/>
                </a:lnTo>
                <a:lnTo>
                  <a:pt x="6059" y="11047"/>
                </a:lnTo>
                <a:close/>
                <a:moveTo>
                  <a:pt x="5670" y="11680"/>
                </a:moveTo>
                <a:lnTo>
                  <a:pt x="5719" y="11777"/>
                </a:lnTo>
                <a:lnTo>
                  <a:pt x="5792" y="11850"/>
                </a:lnTo>
                <a:lnTo>
                  <a:pt x="5938" y="12021"/>
                </a:lnTo>
                <a:lnTo>
                  <a:pt x="6108" y="12167"/>
                </a:lnTo>
                <a:lnTo>
                  <a:pt x="6278" y="12288"/>
                </a:lnTo>
                <a:lnTo>
                  <a:pt x="6546" y="12483"/>
                </a:lnTo>
                <a:lnTo>
                  <a:pt x="6716" y="12580"/>
                </a:lnTo>
                <a:lnTo>
                  <a:pt x="6887" y="12678"/>
                </a:lnTo>
                <a:lnTo>
                  <a:pt x="6522" y="12848"/>
                </a:lnTo>
                <a:lnTo>
                  <a:pt x="6230" y="12653"/>
                </a:lnTo>
                <a:lnTo>
                  <a:pt x="5938" y="12434"/>
                </a:lnTo>
                <a:lnTo>
                  <a:pt x="5694" y="12215"/>
                </a:lnTo>
                <a:lnTo>
                  <a:pt x="5475" y="12021"/>
                </a:lnTo>
                <a:lnTo>
                  <a:pt x="5621" y="11777"/>
                </a:lnTo>
                <a:lnTo>
                  <a:pt x="5670" y="11680"/>
                </a:lnTo>
                <a:close/>
                <a:moveTo>
                  <a:pt x="11899" y="12094"/>
                </a:moveTo>
                <a:lnTo>
                  <a:pt x="12021" y="12605"/>
                </a:lnTo>
                <a:lnTo>
                  <a:pt x="11899" y="12726"/>
                </a:lnTo>
                <a:lnTo>
                  <a:pt x="11777" y="12848"/>
                </a:lnTo>
                <a:lnTo>
                  <a:pt x="11729" y="12921"/>
                </a:lnTo>
                <a:lnTo>
                  <a:pt x="11680" y="12994"/>
                </a:lnTo>
                <a:lnTo>
                  <a:pt x="11680" y="13018"/>
                </a:lnTo>
                <a:lnTo>
                  <a:pt x="11266" y="12434"/>
                </a:lnTo>
                <a:lnTo>
                  <a:pt x="11412" y="12386"/>
                </a:lnTo>
                <a:lnTo>
                  <a:pt x="11558" y="12313"/>
                </a:lnTo>
                <a:lnTo>
                  <a:pt x="11729" y="12215"/>
                </a:lnTo>
                <a:lnTo>
                  <a:pt x="11899" y="12094"/>
                </a:lnTo>
                <a:close/>
                <a:moveTo>
                  <a:pt x="5329" y="12240"/>
                </a:moveTo>
                <a:lnTo>
                  <a:pt x="5402" y="12361"/>
                </a:lnTo>
                <a:lnTo>
                  <a:pt x="5500" y="12483"/>
                </a:lnTo>
                <a:lnTo>
                  <a:pt x="5670" y="12678"/>
                </a:lnTo>
                <a:lnTo>
                  <a:pt x="5913" y="12897"/>
                </a:lnTo>
                <a:lnTo>
                  <a:pt x="6157" y="13067"/>
                </a:lnTo>
                <a:lnTo>
                  <a:pt x="5743" y="13335"/>
                </a:lnTo>
                <a:lnTo>
                  <a:pt x="5646" y="13310"/>
                </a:lnTo>
                <a:lnTo>
                  <a:pt x="5475" y="13237"/>
                </a:lnTo>
                <a:lnTo>
                  <a:pt x="5305" y="13164"/>
                </a:lnTo>
                <a:lnTo>
                  <a:pt x="5135" y="13043"/>
                </a:lnTo>
                <a:lnTo>
                  <a:pt x="4940" y="12970"/>
                </a:lnTo>
                <a:lnTo>
                  <a:pt x="4891" y="12945"/>
                </a:lnTo>
                <a:lnTo>
                  <a:pt x="5110" y="12605"/>
                </a:lnTo>
                <a:lnTo>
                  <a:pt x="5329" y="12240"/>
                </a:lnTo>
                <a:close/>
                <a:moveTo>
                  <a:pt x="12094" y="13043"/>
                </a:moveTo>
                <a:lnTo>
                  <a:pt x="12215" y="13748"/>
                </a:lnTo>
                <a:lnTo>
                  <a:pt x="11802" y="13189"/>
                </a:lnTo>
                <a:lnTo>
                  <a:pt x="11850" y="13189"/>
                </a:lnTo>
                <a:lnTo>
                  <a:pt x="11923" y="13164"/>
                </a:lnTo>
                <a:lnTo>
                  <a:pt x="11972" y="13140"/>
                </a:lnTo>
                <a:lnTo>
                  <a:pt x="12094" y="13043"/>
                </a:lnTo>
                <a:close/>
                <a:moveTo>
                  <a:pt x="4745" y="13140"/>
                </a:moveTo>
                <a:lnTo>
                  <a:pt x="4891" y="13310"/>
                </a:lnTo>
                <a:lnTo>
                  <a:pt x="5062" y="13456"/>
                </a:lnTo>
                <a:lnTo>
                  <a:pt x="5305" y="13602"/>
                </a:lnTo>
                <a:lnTo>
                  <a:pt x="4964" y="13846"/>
                </a:lnTo>
                <a:lnTo>
                  <a:pt x="4891" y="13773"/>
                </a:lnTo>
                <a:lnTo>
                  <a:pt x="4818" y="13700"/>
                </a:lnTo>
                <a:lnTo>
                  <a:pt x="4648" y="13627"/>
                </a:lnTo>
                <a:lnTo>
                  <a:pt x="4551" y="13554"/>
                </a:lnTo>
                <a:lnTo>
                  <a:pt x="4405" y="13529"/>
                </a:lnTo>
                <a:lnTo>
                  <a:pt x="4575" y="13335"/>
                </a:lnTo>
                <a:lnTo>
                  <a:pt x="4745" y="13140"/>
                </a:lnTo>
                <a:close/>
                <a:moveTo>
                  <a:pt x="8200" y="8833"/>
                </a:moveTo>
                <a:lnTo>
                  <a:pt x="8371" y="9076"/>
                </a:lnTo>
                <a:lnTo>
                  <a:pt x="8663" y="9514"/>
                </a:lnTo>
                <a:lnTo>
                  <a:pt x="8979" y="9928"/>
                </a:lnTo>
                <a:lnTo>
                  <a:pt x="9587" y="10780"/>
                </a:lnTo>
                <a:lnTo>
                  <a:pt x="10171" y="11583"/>
                </a:lnTo>
                <a:lnTo>
                  <a:pt x="10731" y="12410"/>
                </a:lnTo>
                <a:lnTo>
                  <a:pt x="11291" y="13213"/>
                </a:lnTo>
                <a:lnTo>
                  <a:pt x="11850" y="13992"/>
                </a:lnTo>
                <a:lnTo>
                  <a:pt x="11729" y="13943"/>
                </a:lnTo>
                <a:lnTo>
                  <a:pt x="11072" y="13554"/>
                </a:lnTo>
                <a:lnTo>
                  <a:pt x="10415" y="13189"/>
                </a:lnTo>
                <a:lnTo>
                  <a:pt x="9831" y="12921"/>
                </a:lnTo>
                <a:lnTo>
                  <a:pt x="9539" y="12799"/>
                </a:lnTo>
                <a:lnTo>
                  <a:pt x="9222" y="12678"/>
                </a:lnTo>
                <a:lnTo>
                  <a:pt x="8760" y="12507"/>
                </a:lnTo>
                <a:lnTo>
                  <a:pt x="8517" y="12410"/>
                </a:lnTo>
                <a:lnTo>
                  <a:pt x="8273" y="12337"/>
                </a:lnTo>
                <a:lnTo>
                  <a:pt x="8273" y="12288"/>
                </a:lnTo>
                <a:lnTo>
                  <a:pt x="8322" y="11996"/>
                </a:lnTo>
                <a:lnTo>
                  <a:pt x="8346" y="11680"/>
                </a:lnTo>
                <a:lnTo>
                  <a:pt x="8346" y="11388"/>
                </a:lnTo>
                <a:lnTo>
                  <a:pt x="8322" y="11072"/>
                </a:lnTo>
                <a:lnTo>
                  <a:pt x="8273" y="10463"/>
                </a:lnTo>
                <a:lnTo>
                  <a:pt x="8225" y="9855"/>
                </a:lnTo>
                <a:lnTo>
                  <a:pt x="8200" y="8833"/>
                </a:lnTo>
                <a:close/>
                <a:moveTo>
                  <a:pt x="7324" y="8346"/>
                </a:moveTo>
                <a:lnTo>
                  <a:pt x="6935" y="8906"/>
                </a:lnTo>
                <a:lnTo>
                  <a:pt x="6570" y="9441"/>
                </a:lnTo>
                <a:lnTo>
                  <a:pt x="5962" y="10439"/>
                </a:lnTo>
                <a:lnTo>
                  <a:pt x="5354" y="11437"/>
                </a:lnTo>
                <a:lnTo>
                  <a:pt x="4818" y="12386"/>
                </a:lnTo>
                <a:lnTo>
                  <a:pt x="4502" y="12848"/>
                </a:lnTo>
                <a:lnTo>
                  <a:pt x="4356" y="13067"/>
                </a:lnTo>
                <a:lnTo>
                  <a:pt x="4161" y="13286"/>
                </a:lnTo>
                <a:lnTo>
                  <a:pt x="3967" y="13529"/>
                </a:lnTo>
                <a:lnTo>
                  <a:pt x="3796" y="13773"/>
                </a:lnTo>
                <a:lnTo>
                  <a:pt x="3650" y="14040"/>
                </a:lnTo>
                <a:lnTo>
                  <a:pt x="3504" y="14308"/>
                </a:lnTo>
                <a:lnTo>
                  <a:pt x="3577" y="13578"/>
                </a:lnTo>
                <a:lnTo>
                  <a:pt x="3699" y="12897"/>
                </a:lnTo>
                <a:lnTo>
                  <a:pt x="3821" y="12215"/>
                </a:lnTo>
                <a:lnTo>
                  <a:pt x="3967" y="11558"/>
                </a:lnTo>
                <a:lnTo>
                  <a:pt x="4113" y="10926"/>
                </a:lnTo>
                <a:lnTo>
                  <a:pt x="4234" y="10269"/>
                </a:lnTo>
                <a:lnTo>
                  <a:pt x="4332" y="9612"/>
                </a:lnTo>
                <a:lnTo>
                  <a:pt x="4307" y="9539"/>
                </a:lnTo>
                <a:lnTo>
                  <a:pt x="4453" y="9587"/>
                </a:lnTo>
                <a:lnTo>
                  <a:pt x="4624" y="9563"/>
                </a:lnTo>
                <a:lnTo>
                  <a:pt x="4818" y="9514"/>
                </a:lnTo>
                <a:lnTo>
                  <a:pt x="5013" y="9441"/>
                </a:lnTo>
                <a:lnTo>
                  <a:pt x="5354" y="9271"/>
                </a:lnTo>
                <a:lnTo>
                  <a:pt x="5646" y="9149"/>
                </a:lnTo>
                <a:lnTo>
                  <a:pt x="6497" y="8760"/>
                </a:lnTo>
                <a:lnTo>
                  <a:pt x="7324" y="8346"/>
                </a:lnTo>
                <a:close/>
                <a:moveTo>
                  <a:pt x="4234" y="13700"/>
                </a:moveTo>
                <a:lnTo>
                  <a:pt x="4307" y="13773"/>
                </a:lnTo>
                <a:lnTo>
                  <a:pt x="4380" y="13821"/>
                </a:lnTo>
                <a:lnTo>
                  <a:pt x="4551" y="13943"/>
                </a:lnTo>
                <a:lnTo>
                  <a:pt x="4697" y="14016"/>
                </a:lnTo>
                <a:lnTo>
                  <a:pt x="4307" y="14259"/>
                </a:lnTo>
                <a:lnTo>
                  <a:pt x="4161" y="14332"/>
                </a:lnTo>
                <a:lnTo>
                  <a:pt x="3991" y="14405"/>
                </a:lnTo>
                <a:lnTo>
                  <a:pt x="3650" y="14502"/>
                </a:lnTo>
                <a:lnTo>
                  <a:pt x="3748" y="14429"/>
                </a:lnTo>
                <a:lnTo>
                  <a:pt x="3821" y="14332"/>
                </a:lnTo>
                <a:lnTo>
                  <a:pt x="3967" y="14113"/>
                </a:lnTo>
                <a:lnTo>
                  <a:pt x="4113" y="13894"/>
                </a:lnTo>
                <a:lnTo>
                  <a:pt x="4234" y="13700"/>
                </a:lnTo>
                <a:close/>
                <a:moveTo>
                  <a:pt x="7835" y="0"/>
                </a:moveTo>
                <a:lnTo>
                  <a:pt x="7762" y="25"/>
                </a:lnTo>
                <a:lnTo>
                  <a:pt x="7689" y="73"/>
                </a:lnTo>
                <a:lnTo>
                  <a:pt x="7641" y="73"/>
                </a:lnTo>
                <a:lnTo>
                  <a:pt x="7495" y="146"/>
                </a:lnTo>
                <a:lnTo>
                  <a:pt x="7373" y="244"/>
                </a:lnTo>
                <a:lnTo>
                  <a:pt x="7276" y="341"/>
                </a:lnTo>
                <a:lnTo>
                  <a:pt x="7178" y="463"/>
                </a:lnTo>
                <a:lnTo>
                  <a:pt x="6984" y="730"/>
                </a:lnTo>
                <a:lnTo>
                  <a:pt x="6838" y="1047"/>
                </a:lnTo>
                <a:lnTo>
                  <a:pt x="6716" y="1387"/>
                </a:lnTo>
                <a:lnTo>
                  <a:pt x="6619" y="1704"/>
                </a:lnTo>
                <a:lnTo>
                  <a:pt x="6449" y="2288"/>
                </a:lnTo>
                <a:lnTo>
                  <a:pt x="6230" y="2920"/>
                </a:lnTo>
                <a:lnTo>
                  <a:pt x="6108" y="3237"/>
                </a:lnTo>
                <a:lnTo>
                  <a:pt x="5962" y="3529"/>
                </a:lnTo>
                <a:lnTo>
                  <a:pt x="5767" y="3845"/>
                </a:lnTo>
                <a:lnTo>
                  <a:pt x="5548" y="4161"/>
                </a:lnTo>
                <a:lnTo>
                  <a:pt x="5378" y="4478"/>
                </a:lnTo>
                <a:lnTo>
                  <a:pt x="5281" y="4648"/>
                </a:lnTo>
                <a:lnTo>
                  <a:pt x="5208" y="4818"/>
                </a:lnTo>
                <a:lnTo>
                  <a:pt x="4891" y="4916"/>
                </a:lnTo>
                <a:lnTo>
                  <a:pt x="4575" y="4989"/>
                </a:lnTo>
                <a:lnTo>
                  <a:pt x="3918" y="5110"/>
                </a:lnTo>
                <a:lnTo>
                  <a:pt x="2580" y="5305"/>
                </a:lnTo>
                <a:lnTo>
                  <a:pt x="1801" y="5402"/>
                </a:lnTo>
                <a:lnTo>
                  <a:pt x="998" y="5500"/>
                </a:lnTo>
                <a:lnTo>
                  <a:pt x="755" y="5524"/>
                </a:lnTo>
                <a:lnTo>
                  <a:pt x="511" y="5524"/>
                </a:lnTo>
                <a:lnTo>
                  <a:pt x="244" y="5548"/>
                </a:lnTo>
                <a:lnTo>
                  <a:pt x="146" y="5597"/>
                </a:lnTo>
                <a:lnTo>
                  <a:pt x="49" y="5646"/>
                </a:lnTo>
                <a:lnTo>
                  <a:pt x="0" y="5719"/>
                </a:lnTo>
                <a:lnTo>
                  <a:pt x="0" y="5792"/>
                </a:lnTo>
                <a:lnTo>
                  <a:pt x="0" y="5865"/>
                </a:lnTo>
                <a:lnTo>
                  <a:pt x="0" y="5962"/>
                </a:lnTo>
                <a:lnTo>
                  <a:pt x="49" y="6035"/>
                </a:lnTo>
                <a:lnTo>
                  <a:pt x="146" y="6229"/>
                </a:lnTo>
                <a:lnTo>
                  <a:pt x="292" y="6375"/>
                </a:lnTo>
                <a:lnTo>
                  <a:pt x="438" y="6497"/>
                </a:lnTo>
                <a:lnTo>
                  <a:pt x="682" y="6716"/>
                </a:lnTo>
                <a:lnTo>
                  <a:pt x="925" y="6935"/>
                </a:lnTo>
                <a:lnTo>
                  <a:pt x="1460" y="7349"/>
                </a:lnTo>
                <a:lnTo>
                  <a:pt x="1971" y="7811"/>
                </a:lnTo>
                <a:lnTo>
                  <a:pt x="2507" y="8273"/>
                </a:lnTo>
                <a:lnTo>
                  <a:pt x="2847" y="8565"/>
                </a:lnTo>
                <a:lnTo>
                  <a:pt x="3188" y="8882"/>
                </a:lnTo>
                <a:lnTo>
                  <a:pt x="3504" y="9222"/>
                </a:lnTo>
                <a:lnTo>
                  <a:pt x="3650" y="9417"/>
                </a:lnTo>
                <a:lnTo>
                  <a:pt x="3772" y="9612"/>
                </a:lnTo>
                <a:lnTo>
                  <a:pt x="3821" y="9685"/>
                </a:lnTo>
                <a:lnTo>
                  <a:pt x="3918" y="9709"/>
                </a:lnTo>
                <a:lnTo>
                  <a:pt x="3748" y="10342"/>
                </a:lnTo>
                <a:lnTo>
                  <a:pt x="3602" y="10974"/>
                </a:lnTo>
                <a:lnTo>
                  <a:pt x="3334" y="12264"/>
                </a:lnTo>
                <a:lnTo>
                  <a:pt x="3212" y="12872"/>
                </a:lnTo>
                <a:lnTo>
                  <a:pt x="3091" y="13529"/>
                </a:lnTo>
                <a:lnTo>
                  <a:pt x="3042" y="13870"/>
                </a:lnTo>
                <a:lnTo>
                  <a:pt x="2993" y="14186"/>
                </a:lnTo>
                <a:lnTo>
                  <a:pt x="2993" y="14502"/>
                </a:lnTo>
                <a:lnTo>
                  <a:pt x="3018" y="14819"/>
                </a:lnTo>
                <a:lnTo>
                  <a:pt x="3042" y="14916"/>
                </a:lnTo>
                <a:lnTo>
                  <a:pt x="3091" y="14965"/>
                </a:lnTo>
                <a:lnTo>
                  <a:pt x="3188" y="15013"/>
                </a:lnTo>
                <a:lnTo>
                  <a:pt x="3261" y="15013"/>
                </a:lnTo>
                <a:lnTo>
                  <a:pt x="3383" y="15038"/>
                </a:lnTo>
                <a:lnTo>
                  <a:pt x="3529" y="15062"/>
                </a:lnTo>
                <a:lnTo>
                  <a:pt x="3675" y="15038"/>
                </a:lnTo>
                <a:lnTo>
                  <a:pt x="3796" y="15013"/>
                </a:lnTo>
                <a:lnTo>
                  <a:pt x="4088" y="14940"/>
                </a:lnTo>
                <a:lnTo>
                  <a:pt x="4405" y="14794"/>
                </a:lnTo>
                <a:lnTo>
                  <a:pt x="4672" y="14624"/>
                </a:lnTo>
                <a:lnTo>
                  <a:pt x="4964" y="14454"/>
                </a:lnTo>
                <a:lnTo>
                  <a:pt x="5402" y="14138"/>
                </a:lnTo>
                <a:lnTo>
                  <a:pt x="5719" y="13943"/>
                </a:lnTo>
                <a:lnTo>
                  <a:pt x="6035" y="13748"/>
                </a:lnTo>
                <a:lnTo>
                  <a:pt x="6716" y="13383"/>
                </a:lnTo>
                <a:lnTo>
                  <a:pt x="7373" y="13018"/>
                </a:lnTo>
                <a:lnTo>
                  <a:pt x="7689" y="12824"/>
                </a:lnTo>
                <a:lnTo>
                  <a:pt x="8006" y="12629"/>
                </a:lnTo>
                <a:lnTo>
                  <a:pt x="8127" y="12726"/>
                </a:lnTo>
                <a:lnTo>
                  <a:pt x="8273" y="12799"/>
                </a:lnTo>
                <a:lnTo>
                  <a:pt x="8590" y="12945"/>
                </a:lnTo>
                <a:lnTo>
                  <a:pt x="9320" y="13213"/>
                </a:lnTo>
                <a:lnTo>
                  <a:pt x="9685" y="13383"/>
                </a:lnTo>
                <a:lnTo>
                  <a:pt x="10050" y="13554"/>
                </a:lnTo>
                <a:lnTo>
                  <a:pt x="10707" y="13894"/>
                </a:lnTo>
                <a:lnTo>
                  <a:pt x="11364" y="14283"/>
                </a:lnTo>
                <a:lnTo>
                  <a:pt x="11607" y="14454"/>
                </a:lnTo>
                <a:lnTo>
                  <a:pt x="11875" y="14624"/>
                </a:lnTo>
                <a:lnTo>
                  <a:pt x="12021" y="14697"/>
                </a:lnTo>
                <a:lnTo>
                  <a:pt x="12167" y="14770"/>
                </a:lnTo>
                <a:lnTo>
                  <a:pt x="12313" y="14794"/>
                </a:lnTo>
                <a:lnTo>
                  <a:pt x="12459" y="14770"/>
                </a:lnTo>
                <a:lnTo>
                  <a:pt x="12507" y="14770"/>
                </a:lnTo>
                <a:lnTo>
                  <a:pt x="12532" y="14721"/>
                </a:lnTo>
                <a:lnTo>
                  <a:pt x="12629" y="14697"/>
                </a:lnTo>
                <a:lnTo>
                  <a:pt x="12702" y="14648"/>
                </a:lnTo>
                <a:lnTo>
                  <a:pt x="12751" y="14575"/>
                </a:lnTo>
                <a:lnTo>
                  <a:pt x="12775" y="14478"/>
                </a:lnTo>
                <a:lnTo>
                  <a:pt x="12751" y="14065"/>
                </a:lnTo>
                <a:lnTo>
                  <a:pt x="12702" y="13651"/>
                </a:lnTo>
                <a:lnTo>
                  <a:pt x="12629" y="13262"/>
                </a:lnTo>
                <a:lnTo>
                  <a:pt x="12556" y="12848"/>
                </a:lnTo>
                <a:lnTo>
                  <a:pt x="12337" y="12045"/>
                </a:lnTo>
                <a:lnTo>
                  <a:pt x="12118" y="11242"/>
                </a:lnTo>
                <a:lnTo>
                  <a:pt x="11899" y="10463"/>
                </a:lnTo>
                <a:lnTo>
                  <a:pt x="11875" y="10390"/>
                </a:lnTo>
                <a:lnTo>
                  <a:pt x="11680" y="9685"/>
                </a:lnTo>
                <a:lnTo>
                  <a:pt x="11680" y="9636"/>
                </a:lnTo>
                <a:lnTo>
                  <a:pt x="11656" y="9563"/>
                </a:lnTo>
                <a:lnTo>
                  <a:pt x="11631" y="9514"/>
                </a:lnTo>
                <a:lnTo>
                  <a:pt x="11680" y="9490"/>
                </a:lnTo>
                <a:lnTo>
                  <a:pt x="11729" y="9466"/>
                </a:lnTo>
                <a:lnTo>
                  <a:pt x="11802" y="9393"/>
                </a:lnTo>
                <a:lnTo>
                  <a:pt x="11850" y="9344"/>
                </a:lnTo>
                <a:lnTo>
                  <a:pt x="12094" y="9101"/>
                </a:lnTo>
                <a:lnTo>
                  <a:pt x="12361" y="8882"/>
                </a:lnTo>
                <a:lnTo>
                  <a:pt x="12897" y="8419"/>
                </a:lnTo>
                <a:lnTo>
                  <a:pt x="13432" y="8006"/>
                </a:lnTo>
                <a:lnTo>
                  <a:pt x="13967" y="7568"/>
                </a:lnTo>
                <a:lnTo>
                  <a:pt x="14211" y="7324"/>
                </a:lnTo>
                <a:lnTo>
                  <a:pt x="14454" y="7105"/>
                </a:lnTo>
                <a:lnTo>
                  <a:pt x="14697" y="6838"/>
                </a:lnTo>
                <a:lnTo>
                  <a:pt x="14892" y="6570"/>
                </a:lnTo>
                <a:lnTo>
                  <a:pt x="15232" y="6205"/>
                </a:lnTo>
                <a:lnTo>
                  <a:pt x="15403" y="5986"/>
                </a:lnTo>
                <a:lnTo>
                  <a:pt x="15451" y="5889"/>
                </a:lnTo>
                <a:lnTo>
                  <a:pt x="15500" y="5767"/>
                </a:lnTo>
                <a:lnTo>
                  <a:pt x="15500" y="5743"/>
                </a:lnTo>
                <a:lnTo>
                  <a:pt x="15476" y="5646"/>
                </a:lnTo>
                <a:lnTo>
                  <a:pt x="15427" y="5573"/>
                </a:lnTo>
                <a:lnTo>
                  <a:pt x="15354" y="5475"/>
                </a:lnTo>
                <a:lnTo>
                  <a:pt x="15257" y="5427"/>
                </a:lnTo>
                <a:lnTo>
                  <a:pt x="15135" y="5378"/>
                </a:lnTo>
                <a:lnTo>
                  <a:pt x="15013" y="5354"/>
                </a:lnTo>
                <a:lnTo>
                  <a:pt x="14770" y="5329"/>
                </a:lnTo>
                <a:lnTo>
                  <a:pt x="14527" y="5305"/>
                </a:lnTo>
                <a:lnTo>
                  <a:pt x="13797" y="5256"/>
                </a:lnTo>
                <a:lnTo>
                  <a:pt x="13091" y="5208"/>
                </a:lnTo>
                <a:lnTo>
                  <a:pt x="12410" y="5208"/>
                </a:lnTo>
                <a:lnTo>
                  <a:pt x="11753" y="5159"/>
                </a:lnTo>
                <a:lnTo>
                  <a:pt x="11485" y="5135"/>
                </a:lnTo>
                <a:lnTo>
                  <a:pt x="11218" y="5086"/>
                </a:lnTo>
                <a:lnTo>
                  <a:pt x="10950" y="5013"/>
                </a:lnTo>
                <a:lnTo>
                  <a:pt x="10682" y="4989"/>
                </a:lnTo>
                <a:lnTo>
                  <a:pt x="10658" y="4940"/>
                </a:lnTo>
                <a:lnTo>
                  <a:pt x="10634" y="4867"/>
                </a:lnTo>
                <a:lnTo>
                  <a:pt x="10415" y="4599"/>
                </a:lnTo>
                <a:lnTo>
                  <a:pt x="10220" y="4332"/>
                </a:lnTo>
                <a:lnTo>
                  <a:pt x="10025" y="4040"/>
                </a:lnTo>
                <a:lnTo>
                  <a:pt x="9855" y="3748"/>
                </a:lnTo>
                <a:lnTo>
                  <a:pt x="9514" y="3164"/>
                </a:lnTo>
                <a:lnTo>
                  <a:pt x="9222" y="2531"/>
                </a:lnTo>
                <a:lnTo>
                  <a:pt x="8638" y="1290"/>
                </a:lnTo>
                <a:lnTo>
                  <a:pt x="8322" y="682"/>
                </a:lnTo>
                <a:lnTo>
                  <a:pt x="7981" y="73"/>
                </a:lnTo>
                <a:lnTo>
                  <a:pt x="7908" y="25"/>
                </a:lnTo>
                <a:lnTo>
                  <a:pt x="7835"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Tree>
    <p:extLst>
      <p:ext uri="{BB962C8B-B14F-4D97-AF65-F5344CB8AC3E}">
        <p14:creationId xmlns:p14="http://schemas.microsoft.com/office/powerpoint/2010/main" val="35567332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20</a:t>
            </a:fld>
            <a:endParaRPr/>
          </a:p>
        </p:txBody>
      </p:sp>
      <p:sp>
        <p:nvSpPr>
          <p:cNvPr id="8" name="Google Shape;559;p17">
            <a:extLst>
              <a:ext uri="{FF2B5EF4-FFF2-40B4-BE49-F238E27FC236}">
                <a16:creationId xmlns="" xmlns:a16="http://schemas.microsoft.com/office/drawing/2014/main" id="{CD8AC658-503B-4DBA-B7CF-425BFA631EF4}"/>
              </a:ext>
            </a:extLst>
          </p:cNvPr>
          <p:cNvSpPr txBox="1">
            <a:spLocks noGrp="1"/>
          </p:cNvSpPr>
          <p:nvPr>
            <p:ph type="title"/>
          </p:nvPr>
        </p:nvSpPr>
        <p:spPr>
          <a:xfrm>
            <a:off x="747925" y="131882"/>
            <a:ext cx="6140400" cy="857400"/>
          </a:xfrm>
          <a:prstGeom prst="rect">
            <a:avLst/>
          </a:prstGeom>
        </p:spPr>
        <p:txBody>
          <a:bodyPr spcFirstLastPara="1" wrap="square" lIns="91425" tIns="91425" rIns="91425" bIns="91425" anchor="b" anchorCtr="0">
            <a:noAutofit/>
          </a:bodyPr>
          <a:lstStyle/>
          <a:p>
            <a:pPr lvl="0"/>
            <a:r>
              <a:rPr lang="en-US" altLang="zh-TW" sz="2400" dirty="0"/>
              <a:t>Performance Evaluation</a:t>
            </a:r>
            <a:endParaRPr sz="2400" dirty="0"/>
          </a:p>
        </p:txBody>
      </p:sp>
      <p:pic>
        <p:nvPicPr>
          <p:cNvPr id="6" name="圖片 5">
            <a:extLst>
              <a:ext uri="{FF2B5EF4-FFF2-40B4-BE49-F238E27FC236}">
                <a16:creationId xmlns="" xmlns:a16="http://schemas.microsoft.com/office/drawing/2014/main" id="{6C4CEF69-7F05-4009-8871-12BC53E88716}"/>
              </a:ext>
            </a:extLst>
          </p:cNvPr>
          <p:cNvPicPr>
            <a:picLocks noChangeAspect="1"/>
          </p:cNvPicPr>
          <p:nvPr/>
        </p:nvPicPr>
        <p:blipFill>
          <a:blip r:embed="rId3"/>
          <a:stretch>
            <a:fillRect/>
          </a:stretch>
        </p:blipFill>
        <p:spPr>
          <a:xfrm>
            <a:off x="4920574" y="2345091"/>
            <a:ext cx="3584109" cy="925352"/>
          </a:xfrm>
          <a:prstGeom prst="rect">
            <a:avLst/>
          </a:prstGeom>
        </p:spPr>
      </p:pic>
      <p:pic>
        <p:nvPicPr>
          <p:cNvPr id="9" name="圖片 8">
            <a:extLst>
              <a:ext uri="{FF2B5EF4-FFF2-40B4-BE49-F238E27FC236}">
                <a16:creationId xmlns="" xmlns:a16="http://schemas.microsoft.com/office/drawing/2014/main" id="{4243713C-3E3C-4F4F-ABAC-F1599F5843EF}"/>
              </a:ext>
            </a:extLst>
          </p:cNvPr>
          <p:cNvPicPr>
            <a:picLocks noChangeAspect="1"/>
          </p:cNvPicPr>
          <p:nvPr/>
        </p:nvPicPr>
        <p:blipFill>
          <a:blip r:embed="rId4"/>
          <a:stretch>
            <a:fillRect/>
          </a:stretch>
        </p:blipFill>
        <p:spPr>
          <a:xfrm>
            <a:off x="639319" y="1557807"/>
            <a:ext cx="3584109" cy="3017168"/>
          </a:xfrm>
          <a:prstGeom prst="rect">
            <a:avLst/>
          </a:prstGeom>
        </p:spPr>
      </p:pic>
    </p:spTree>
    <p:extLst>
      <p:ext uri="{BB962C8B-B14F-4D97-AF65-F5344CB8AC3E}">
        <p14:creationId xmlns:p14="http://schemas.microsoft.com/office/powerpoint/2010/main" val="11914231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6B7C13FB-0342-463E-958C-6AA00FCE94B2}"/>
              </a:ext>
            </a:extLst>
          </p:cNvPr>
          <p:cNvSpPr>
            <a:spLocks noGrp="1"/>
          </p:cNvSpPr>
          <p:nvPr>
            <p:ph type="title"/>
          </p:nvPr>
        </p:nvSpPr>
        <p:spPr/>
        <p:txBody>
          <a:bodyPr/>
          <a:lstStyle/>
          <a:p>
            <a:endParaRPr lang="zh-TW" altLang="en-US"/>
          </a:p>
        </p:txBody>
      </p:sp>
      <p:sp>
        <p:nvSpPr>
          <p:cNvPr id="5" name="投影片編號版面配置區 4">
            <a:extLst>
              <a:ext uri="{FF2B5EF4-FFF2-40B4-BE49-F238E27FC236}">
                <a16:creationId xmlns="" xmlns:a16="http://schemas.microsoft.com/office/drawing/2014/main" id="{69F5A550-32A6-44E5-AFB3-C1DE4CAC0F1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21</a:t>
            </a:fld>
            <a:endParaRPr lang="en"/>
          </a:p>
        </p:txBody>
      </p:sp>
      <p:pic>
        <p:nvPicPr>
          <p:cNvPr id="7" name="圖片 6">
            <a:extLst>
              <a:ext uri="{FF2B5EF4-FFF2-40B4-BE49-F238E27FC236}">
                <a16:creationId xmlns="" xmlns:a16="http://schemas.microsoft.com/office/drawing/2014/main" id="{ED4D8C87-4771-4E78-BB25-64583947BAC2}"/>
              </a:ext>
            </a:extLst>
          </p:cNvPr>
          <p:cNvPicPr>
            <a:picLocks noChangeAspect="1"/>
          </p:cNvPicPr>
          <p:nvPr/>
        </p:nvPicPr>
        <p:blipFill>
          <a:blip r:embed="rId2"/>
          <a:stretch>
            <a:fillRect/>
          </a:stretch>
        </p:blipFill>
        <p:spPr>
          <a:xfrm>
            <a:off x="1021447" y="1243100"/>
            <a:ext cx="5238750" cy="3781425"/>
          </a:xfrm>
          <a:prstGeom prst="rect">
            <a:avLst/>
          </a:prstGeom>
        </p:spPr>
      </p:pic>
    </p:spTree>
    <p:extLst>
      <p:ext uri="{BB962C8B-B14F-4D97-AF65-F5344CB8AC3E}">
        <p14:creationId xmlns:p14="http://schemas.microsoft.com/office/powerpoint/2010/main" val="7056113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6B7C13FB-0342-463E-958C-6AA00FCE94B2}"/>
              </a:ext>
            </a:extLst>
          </p:cNvPr>
          <p:cNvSpPr>
            <a:spLocks noGrp="1"/>
          </p:cNvSpPr>
          <p:nvPr>
            <p:ph type="title"/>
          </p:nvPr>
        </p:nvSpPr>
        <p:spPr/>
        <p:txBody>
          <a:bodyPr/>
          <a:lstStyle/>
          <a:p>
            <a:endParaRPr lang="zh-TW" altLang="en-US"/>
          </a:p>
        </p:txBody>
      </p:sp>
      <p:sp>
        <p:nvSpPr>
          <p:cNvPr id="5" name="投影片編號版面配置區 4">
            <a:extLst>
              <a:ext uri="{FF2B5EF4-FFF2-40B4-BE49-F238E27FC236}">
                <a16:creationId xmlns="" xmlns:a16="http://schemas.microsoft.com/office/drawing/2014/main" id="{69F5A550-32A6-44E5-AFB3-C1DE4CAC0F1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22</a:t>
            </a:fld>
            <a:endParaRPr lang="en"/>
          </a:p>
        </p:txBody>
      </p:sp>
      <p:pic>
        <p:nvPicPr>
          <p:cNvPr id="4" name="圖片 3">
            <a:extLst>
              <a:ext uri="{FF2B5EF4-FFF2-40B4-BE49-F238E27FC236}">
                <a16:creationId xmlns="" xmlns:a16="http://schemas.microsoft.com/office/drawing/2014/main" id="{D8FC7818-686B-44E2-8AFD-304564E1652A}"/>
              </a:ext>
            </a:extLst>
          </p:cNvPr>
          <p:cNvPicPr>
            <a:picLocks noChangeAspect="1"/>
          </p:cNvPicPr>
          <p:nvPr/>
        </p:nvPicPr>
        <p:blipFill>
          <a:blip r:embed="rId3"/>
          <a:stretch>
            <a:fillRect/>
          </a:stretch>
        </p:blipFill>
        <p:spPr>
          <a:xfrm>
            <a:off x="747925" y="685293"/>
            <a:ext cx="5936224" cy="4069012"/>
          </a:xfrm>
          <a:prstGeom prst="rect">
            <a:avLst/>
          </a:prstGeom>
        </p:spPr>
      </p:pic>
    </p:spTree>
    <p:extLst>
      <p:ext uri="{BB962C8B-B14F-4D97-AF65-F5344CB8AC3E}">
        <p14:creationId xmlns:p14="http://schemas.microsoft.com/office/powerpoint/2010/main" val="28706609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6B7C13FB-0342-463E-958C-6AA00FCE94B2}"/>
              </a:ext>
            </a:extLst>
          </p:cNvPr>
          <p:cNvSpPr>
            <a:spLocks noGrp="1"/>
          </p:cNvSpPr>
          <p:nvPr>
            <p:ph type="title"/>
          </p:nvPr>
        </p:nvSpPr>
        <p:spPr/>
        <p:txBody>
          <a:bodyPr/>
          <a:lstStyle/>
          <a:p>
            <a:endParaRPr lang="zh-TW" altLang="en-US"/>
          </a:p>
        </p:txBody>
      </p:sp>
      <p:sp>
        <p:nvSpPr>
          <p:cNvPr id="5" name="投影片編號版面配置區 4">
            <a:extLst>
              <a:ext uri="{FF2B5EF4-FFF2-40B4-BE49-F238E27FC236}">
                <a16:creationId xmlns="" xmlns:a16="http://schemas.microsoft.com/office/drawing/2014/main" id="{69F5A550-32A6-44E5-AFB3-C1DE4CAC0F1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23</a:t>
            </a:fld>
            <a:endParaRPr lang="en"/>
          </a:p>
        </p:txBody>
      </p:sp>
      <p:pic>
        <p:nvPicPr>
          <p:cNvPr id="8" name="圖片 7">
            <a:extLst>
              <a:ext uri="{FF2B5EF4-FFF2-40B4-BE49-F238E27FC236}">
                <a16:creationId xmlns="" xmlns:a16="http://schemas.microsoft.com/office/drawing/2014/main" id="{1F5ED2C7-055F-48C2-AB1E-D3F081BAD658}"/>
              </a:ext>
            </a:extLst>
          </p:cNvPr>
          <p:cNvPicPr>
            <a:picLocks noChangeAspect="1"/>
          </p:cNvPicPr>
          <p:nvPr/>
        </p:nvPicPr>
        <p:blipFill>
          <a:blip r:embed="rId3"/>
          <a:stretch>
            <a:fillRect/>
          </a:stretch>
        </p:blipFill>
        <p:spPr>
          <a:xfrm>
            <a:off x="639319" y="836585"/>
            <a:ext cx="6293753" cy="4279752"/>
          </a:xfrm>
          <a:prstGeom prst="rect">
            <a:avLst/>
          </a:prstGeom>
        </p:spPr>
      </p:pic>
    </p:spTree>
    <p:extLst>
      <p:ext uri="{BB962C8B-B14F-4D97-AF65-F5344CB8AC3E}">
        <p14:creationId xmlns:p14="http://schemas.microsoft.com/office/powerpoint/2010/main" val="29972599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6B7C13FB-0342-463E-958C-6AA00FCE94B2}"/>
              </a:ext>
            </a:extLst>
          </p:cNvPr>
          <p:cNvSpPr>
            <a:spLocks noGrp="1"/>
          </p:cNvSpPr>
          <p:nvPr>
            <p:ph type="title"/>
          </p:nvPr>
        </p:nvSpPr>
        <p:spPr/>
        <p:txBody>
          <a:bodyPr/>
          <a:lstStyle/>
          <a:p>
            <a:endParaRPr lang="zh-TW" altLang="en-US"/>
          </a:p>
        </p:txBody>
      </p:sp>
      <p:sp>
        <p:nvSpPr>
          <p:cNvPr id="5" name="投影片編號版面配置區 4">
            <a:extLst>
              <a:ext uri="{FF2B5EF4-FFF2-40B4-BE49-F238E27FC236}">
                <a16:creationId xmlns="" xmlns:a16="http://schemas.microsoft.com/office/drawing/2014/main" id="{69F5A550-32A6-44E5-AFB3-C1DE4CAC0F1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24</a:t>
            </a:fld>
            <a:endParaRPr lang="en"/>
          </a:p>
        </p:txBody>
      </p:sp>
      <p:pic>
        <p:nvPicPr>
          <p:cNvPr id="4" name="圖片 3">
            <a:extLst>
              <a:ext uri="{FF2B5EF4-FFF2-40B4-BE49-F238E27FC236}">
                <a16:creationId xmlns="" xmlns:a16="http://schemas.microsoft.com/office/drawing/2014/main" id="{CBC9D55D-76AE-43AA-8598-1F27ADAA51BB}"/>
              </a:ext>
            </a:extLst>
          </p:cNvPr>
          <p:cNvPicPr>
            <a:picLocks noChangeAspect="1"/>
          </p:cNvPicPr>
          <p:nvPr/>
        </p:nvPicPr>
        <p:blipFill>
          <a:blip r:embed="rId3"/>
          <a:stretch>
            <a:fillRect/>
          </a:stretch>
        </p:blipFill>
        <p:spPr>
          <a:xfrm>
            <a:off x="617602" y="715430"/>
            <a:ext cx="6270723" cy="4400907"/>
          </a:xfrm>
          <a:prstGeom prst="rect">
            <a:avLst/>
          </a:prstGeom>
        </p:spPr>
      </p:pic>
    </p:spTree>
    <p:extLst>
      <p:ext uri="{BB962C8B-B14F-4D97-AF65-F5344CB8AC3E}">
        <p14:creationId xmlns:p14="http://schemas.microsoft.com/office/powerpoint/2010/main" val="29735158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25</a:t>
            </a:fld>
            <a:endParaRPr/>
          </a:p>
        </p:txBody>
      </p:sp>
      <p:sp>
        <p:nvSpPr>
          <p:cNvPr id="8" name="Google Shape;559;p17">
            <a:extLst>
              <a:ext uri="{FF2B5EF4-FFF2-40B4-BE49-F238E27FC236}">
                <a16:creationId xmlns="" xmlns:a16="http://schemas.microsoft.com/office/drawing/2014/main" id="{CD8AC658-503B-4DBA-B7CF-425BFA631EF4}"/>
              </a:ext>
            </a:extLst>
          </p:cNvPr>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Conclusion</a:t>
            </a:r>
            <a:endParaRPr sz="2400" dirty="0"/>
          </a:p>
        </p:txBody>
      </p:sp>
      <p:sp>
        <p:nvSpPr>
          <p:cNvPr id="5" name="Google Shape;560;p17">
            <a:extLst>
              <a:ext uri="{FF2B5EF4-FFF2-40B4-BE49-F238E27FC236}">
                <a16:creationId xmlns="" xmlns:a16="http://schemas.microsoft.com/office/drawing/2014/main" id="{50D6632B-E974-4D9A-8B03-647B83BBADA3}"/>
              </a:ext>
            </a:extLst>
          </p:cNvPr>
          <p:cNvSpPr txBox="1">
            <a:spLocks noGrp="1"/>
          </p:cNvSpPr>
          <p:nvPr>
            <p:ph type="body" idx="1"/>
          </p:nvPr>
        </p:nvSpPr>
        <p:spPr>
          <a:xfrm>
            <a:off x="747925" y="1111937"/>
            <a:ext cx="6667943" cy="3610800"/>
          </a:xfrm>
          <a:prstGeom prst="rect">
            <a:avLst/>
          </a:prstGeom>
        </p:spPr>
        <p:txBody>
          <a:bodyPr spcFirstLastPara="1" wrap="square" lIns="91425" tIns="91425" rIns="91425" bIns="91425" anchor="t" anchorCtr="0">
            <a:noAutofit/>
          </a:bodyPr>
          <a:lstStyle/>
          <a:p>
            <a:pPr marL="69850" lvl="0" indent="0">
              <a:buNone/>
            </a:pPr>
            <a:r>
              <a:rPr lang="en-US" altLang="zh-TW" sz="1600" dirty="0">
                <a:solidFill>
                  <a:schemeClr val="tx2">
                    <a:lumMod val="50000"/>
                  </a:schemeClr>
                </a:solidFill>
              </a:rPr>
              <a:t>To better match the uneven traffic demands, a QoS guaranteed load balancing resource management algorithm called LB-JABHB has been put forward. The simulation shows that the proposed algorithm can improve the system’s performance well. However, future work shall consider more flexible beam hopping technology usage strategy, such as pre-define different windows length towards the illuminated area’s traffic demands, and additional gains are expected.</a:t>
            </a:r>
            <a:endParaRPr lang="en" sz="1600" dirty="0"/>
          </a:p>
        </p:txBody>
      </p:sp>
    </p:spTree>
    <p:extLst>
      <p:ext uri="{BB962C8B-B14F-4D97-AF65-F5344CB8AC3E}">
        <p14:creationId xmlns:p14="http://schemas.microsoft.com/office/powerpoint/2010/main" val="28477616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88"/>
        <p:cNvGrpSpPr/>
        <p:nvPr/>
      </p:nvGrpSpPr>
      <p:grpSpPr>
        <a:xfrm>
          <a:off x="0" y="0"/>
          <a:ext cx="0" cy="0"/>
          <a:chOff x="0" y="0"/>
          <a:chExt cx="0" cy="0"/>
        </a:xfrm>
      </p:grpSpPr>
      <p:sp>
        <p:nvSpPr>
          <p:cNvPr id="789" name="Google Shape;789;p39"/>
          <p:cNvSpPr txBox="1"/>
          <p:nvPr/>
        </p:nvSpPr>
        <p:spPr>
          <a:xfrm>
            <a:off x="6248575" y="312075"/>
            <a:ext cx="2592000" cy="152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900" b="1">
                <a:solidFill>
                  <a:srgbClr val="3D4965"/>
                </a:solidFill>
                <a:latin typeface="Dosis"/>
                <a:ea typeface="Dosis"/>
                <a:cs typeface="Dosis"/>
                <a:sym typeface="Dosis"/>
              </a:rPr>
              <a:t>SlidesCarnival icons are editable shapes</a:t>
            </a:r>
            <a:r>
              <a:rPr lang="en" sz="900">
                <a:solidFill>
                  <a:srgbClr val="3D4965"/>
                </a:solidFill>
                <a:latin typeface="Dosis"/>
                <a:ea typeface="Dosis"/>
                <a:cs typeface="Dosis"/>
                <a:sym typeface="Dosis"/>
              </a:rPr>
              <a:t>. </a:t>
            </a:r>
            <a:endParaRPr sz="900">
              <a:solidFill>
                <a:srgbClr val="3D4965"/>
              </a:solidFill>
              <a:latin typeface="Dosis"/>
              <a:ea typeface="Dosis"/>
              <a:cs typeface="Dosis"/>
              <a:sym typeface="Dosis"/>
            </a:endParaRPr>
          </a:p>
          <a:p>
            <a:pPr marL="0" lvl="0" indent="0" algn="l" rtl="0">
              <a:spcBef>
                <a:spcPts val="0"/>
              </a:spcBef>
              <a:spcAft>
                <a:spcPts val="0"/>
              </a:spcAft>
              <a:buClr>
                <a:schemeClr val="dk1"/>
              </a:buClr>
              <a:buSzPts val="1100"/>
              <a:buFont typeface="Arial"/>
              <a:buNone/>
            </a:pPr>
            <a:endParaRPr sz="900">
              <a:solidFill>
                <a:srgbClr val="3D4965"/>
              </a:solidFill>
              <a:latin typeface="Dosis"/>
              <a:ea typeface="Dosis"/>
              <a:cs typeface="Dosis"/>
              <a:sym typeface="Dosis"/>
            </a:endParaRPr>
          </a:p>
          <a:p>
            <a:pPr marL="0" lvl="0" indent="0" algn="l" rtl="0">
              <a:spcBef>
                <a:spcPts val="0"/>
              </a:spcBef>
              <a:spcAft>
                <a:spcPts val="0"/>
              </a:spcAft>
              <a:buClr>
                <a:schemeClr val="dk1"/>
              </a:buClr>
              <a:buSzPts val="1100"/>
              <a:buFont typeface="Arial"/>
              <a:buNone/>
            </a:pPr>
            <a:r>
              <a:rPr lang="en" sz="900">
                <a:solidFill>
                  <a:srgbClr val="3D4965"/>
                </a:solidFill>
                <a:latin typeface="Dosis"/>
                <a:ea typeface="Dosis"/>
                <a:cs typeface="Dosis"/>
                <a:sym typeface="Dosis"/>
              </a:rPr>
              <a:t>This means that you can:</a:t>
            </a:r>
            <a:endParaRPr sz="900">
              <a:solidFill>
                <a:srgbClr val="3D4965"/>
              </a:solidFill>
              <a:latin typeface="Dosis"/>
              <a:ea typeface="Dosis"/>
              <a:cs typeface="Dosis"/>
              <a:sym typeface="Dosis"/>
            </a:endParaRPr>
          </a:p>
          <a:p>
            <a:pPr marL="457200" lvl="0" indent="-285750" algn="l" rtl="0">
              <a:spcBef>
                <a:spcPts val="0"/>
              </a:spcBef>
              <a:spcAft>
                <a:spcPts val="0"/>
              </a:spcAft>
              <a:buClr>
                <a:srgbClr val="3D4965"/>
              </a:buClr>
              <a:buSzPts val="900"/>
              <a:buFont typeface="Dosis"/>
              <a:buChar char="●"/>
            </a:pPr>
            <a:r>
              <a:rPr lang="en" sz="900">
                <a:solidFill>
                  <a:srgbClr val="3D4965"/>
                </a:solidFill>
                <a:latin typeface="Dosis"/>
                <a:ea typeface="Dosis"/>
                <a:cs typeface="Dosis"/>
                <a:sym typeface="Dosis"/>
              </a:rPr>
              <a:t>Resize them without losing quality.</a:t>
            </a:r>
            <a:endParaRPr sz="900">
              <a:solidFill>
                <a:srgbClr val="3D4965"/>
              </a:solidFill>
              <a:latin typeface="Dosis"/>
              <a:ea typeface="Dosis"/>
              <a:cs typeface="Dosis"/>
              <a:sym typeface="Dosis"/>
            </a:endParaRPr>
          </a:p>
          <a:p>
            <a:pPr marL="457200" lvl="0" indent="-285750" algn="l" rtl="0">
              <a:spcBef>
                <a:spcPts val="0"/>
              </a:spcBef>
              <a:spcAft>
                <a:spcPts val="0"/>
              </a:spcAft>
              <a:buClr>
                <a:srgbClr val="3D4965"/>
              </a:buClr>
              <a:buSzPts val="900"/>
              <a:buFont typeface="Dosis"/>
              <a:buChar char="●"/>
            </a:pPr>
            <a:r>
              <a:rPr lang="en" sz="900">
                <a:solidFill>
                  <a:srgbClr val="3D4965"/>
                </a:solidFill>
                <a:latin typeface="Dosis"/>
                <a:ea typeface="Dosis"/>
                <a:cs typeface="Dosis"/>
                <a:sym typeface="Dosis"/>
              </a:rPr>
              <a:t>Change fill color and opacity.</a:t>
            </a:r>
            <a:endParaRPr sz="900">
              <a:solidFill>
                <a:srgbClr val="3D4965"/>
              </a:solidFill>
              <a:latin typeface="Dosis"/>
              <a:ea typeface="Dosis"/>
              <a:cs typeface="Dosis"/>
              <a:sym typeface="Dosis"/>
            </a:endParaRPr>
          </a:p>
          <a:p>
            <a:pPr marL="0" lvl="0" indent="0" algn="l" rtl="0">
              <a:spcBef>
                <a:spcPts val="0"/>
              </a:spcBef>
              <a:spcAft>
                <a:spcPts val="0"/>
              </a:spcAft>
              <a:buNone/>
            </a:pPr>
            <a:endParaRPr sz="900">
              <a:solidFill>
                <a:srgbClr val="3D4965"/>
              </a:solidFill>
              <a:latin typeface="Dosis"/>
              <a:ea typeface="Dosis"/>
              <a:cs typeface="Dosis"/>
              <a:sym typeface="Dosis"/>
            </a:endParaRPr>
          </a:p>
          <a:p>
            <a:pPr marL="0" lvl="0" indent="0" algn="l" rtl="0">
              <a:spcBef>
                <a:spcPts val="0"/>
              </a:spcBef>
              <a:spcAft>
                <a:spcPts val="0"/>
              </a:spcAft>
              <a:buNone/>
            </a:pPr>
            <a:r>
              <a:rPr lang="en" sz="900">
                <a:solidFill>
                  <a:srgbClr val="3D4965"/>
                </a:solidFill>
                <a:latin typeface="Dosis"/>
                <a:ea typeface="Dosis"/>
                <a:cs typeface="Dosis"/>
                <a:sym typeface="Dosis"/>
              </a:rPr>
              <a:t>Isn’t that nice? :)</a:t>
            </a:r>
            <a:endParaRPr sz="900">
              <a:solidFill>
                <a:srgbClr val="3D4965"/>
              </a:solidFill>
              <a:latin typeface="Dosis"/>
              <a:ea typeface="Dosis"/>
              <a:cs typeface="Dosis"/>
              <a:sym typeface="Dosis"/>
            </a:endParaRPr>
          </a:p>
          <a:p>
            <a:pPr marL="0" lvl="0" indent="0" algn="l" rtl="0">
              <a:spcBef>
                <a:spcPts val="0"/>
              </a:spcBef>
              <a:spcAft>
                <a:spcPts val="0"/>
              </a:spcAft>
              <a:buNone/>
            </a:pPr>
            <a:endParaRPr sz="900">
              <a:solidFill>
                <a:srgbClr val="3D4965"/>
              </a:solidFill>
              <a:latin typeface="Dosis"/>
              <a:ea typeface="Dosis"/>
              <a:cs typeface="Dosis"/>
              <a:sym typeface="Dosis"/>
            </a:endParaRPr>
          </a:p>
          <a:p>
            <a:pPr marL="0" lvl="0" indent="0" algn="l" rtl="0">
              <a:spcBef>
                <a:spcPts val="0"/>
              </a:spcBef>
              <a:spcAft>
                <a:spcPts val="0"/>
              </a:spcAft>
              <a:buNone/>
            </a:pPr>
            <a:r>
              <a:rPr lang="en" sz="900">
                <a:solidFill>
                  <a:srgbClr val="3D4965"/>
                </a:solidFill>
                <a:latin typeface="Dosis"/>
                <a:ea typeface="Dosis"/>
                <a:cs typeface="Dosis"/>
                <a:sym typeface="Dosis"/>
              </a:rPr>
              <a:t>Examples:</a:t>
            </a:r>
            <a:endParaRPr sz="900">
              <a:solidFill>
                <a:srgbClr val="3D4965"/>
              </a:solidFill>
              <a:latin typeface="Dosis"/>
              <a:ea typeface="Dosis"/>
              <a:cs typeface="Dosis"/>
              <a:sym typeface="Dosis"/>
            </a:endParaRPr>
          </a:p>
          <a:p>
            <a:pPr marL="0" lvl="0" indent="0" algn="l" rtl="0">
              <a:spcBef>
                <a:spcPts val="0"/>
              </a:spcBef>
              <a:spcAft>
                <a:spcPts val="0"/>
              </a:spcAft>
              <a:buClr>
                <a:schemeClr val="dk1"/>
              </a:buClr>
              <a:buSzPts val="1100"/>
              <a:buFont typeface="Arial"/>
              <a:buNone/>
            </a:pPr>
            <a:endParaRPr sz="900">
              <a:solidFill>
                <a:srgbClr val="3D4965"/>
              </a:solidFill>
              <a:latin typeface="Dosis"/>
              <a:ea typeface="Dosis"/>
              <a:cs typeface="Dosis"/>
              <a:sym typeface="Dosis"/>
            </a:endParaRPr>
          </a:p>
          <a:p>
            <a:pPr marL="0" lvl="0" indent="0" algn="l" rtl="0">
              <a:spcBef>
                <a:spcPts val="0"/>
              </a:spcBef>
              <a:spcAft>
                <a:spcPts val="0"/>
              </a:spcAft>
              <a:buNone/>
            </a:pPr>
            <a:endParaRPr sz="900">
              <a:solidFill>
                <a:srgbClr val="3D4965"/>
              </a:solidFill>
              <a:latin typeface="Dosis"/>
              <a:ea typeface="Dosis"/>
              <a:cs typeface="Dosis"/>
              <a:sym typeface="Dosis"/>
            </a:endParaRPr>
          </a:p>
        </p:txBody>
      </p:sp>
      <p:sp>
        <p:nvSpPr>
          <p:cNvPr id="790" name="Google Shape;790;p39"/>
          <p:cNvSpPr/>
          <p:nvPr/>
        </p:nvSpPr>
        <p:spPr>
          <a:xfrm>
            <a:off x="277965" y="271963"/>
            <a:ext cx="373873" cy="479695"/>
          </a:xfrm>
          <a:custGeom>
            <a:avLst/>
            <a:gdLst/>
            <a:ahLst/>
            <a:cxnLst/>
            <a:rect l="l" t="t" r="r" b="b"/>
            <a:pathLst>
              <a:path w="17107" h="21949" extrusionOk="0">
                <a:moveTo>
                  <a:pt x="9198" y="1679"/>
                </a:moveTo>
                <a:lnTo>
                  <a:pt x="9198" y="1947"/>
                </a:lnTo>
                <a:lnTo>
                  <a:pt x="9247" y="2190"/>
                </a:lnTo>
                <a:lnTo>
                  <a:pt x="9296" y="2385"/>
                </a:lnTo>
                <a:lnTo>
                  <a:pt x="9344" y="2482"/>
                </a:lnTo>
                <a:lnTo>
                  <a:pt x="9417" y="2531"/>
                </a:lnTo>
                <a:lnTo>
                  <a:pt x="9515" y="2604"/>
                </a:lnTo>
                <a:lnTo>
                  <a:pt x="9612" y="2604"/>
                </a:lnTo>
                <a:lnTo>
                  <a:pt x="9709" y="2580"/>
                </a:lnTo>
                <a:lnTo>
                  <a:pt x="9758" y="2531"/>
                </a:lnTo>
                <a:lnTo>
                  <a:pt x="9782" y="2482"/>
                </a:lnTo>
                <a:lnTo>
                  <a:pt x="9831" y="2385"/>
                </a:lnTo>
                <a:lnTo>
                  <a:pt x="9855" y="2263"/>
                </a:lnTo>
                <a:lnTo>
                  <a:pt x="9831" y="2409"/>
                </a:lnTo>
                <a:lnTo>
                  <a:pt x="9806" y="2555"/>
                </a:lnTo>
                <a:lnTo>
                  <a:pt x="9758" y="2677"/>
                </a:lnTo>
                <a:lnTo>
                  <a:pt x="9661" y="2799"/>
                </a:lnTo>
                <a:lnTo>
                  <a:pt x="9563" y="2847"/>
                </a:lnTo>
                <a:lnTo>
                  <a:pt x="9466" y="2872"/>
                </a:lnTo>
                <a:lnTo>
                  <a:pt x="9320" y="2847"/>
                </a:lnTo>
                <a:lnTo>
                  <a:pt x="9198" y="2774"/>
                </a:lnTo>
                <a:lnTo>
                  <a:pt x="9077" y="2701"/>
                </a:lnTo>
                <a:lnTo>
                  <a:pt x="8979" y="2628"/>
                </a:lnTo>
                <a:lnTo>
                  <a:pt x="8906" y="2531"/>
                </a:lnTo>
                <a:lnTo>
                  <a:pt x="8858" y="2434"/>
                </a:lnTo>
                <a:lnTo>
                  <a:pt x="8809" y="2312"/>
                </a:lnTo>
                <a:lnTo>
                  <a:pt x="8809" y="2190"/>
                </a:lnTo>
                <a:lnTo>
                  <a:pt x="8833" y="2093"/>
                </a:lnTo>
                <a:lnTo>
                  <a:pt x="8858" y="1971"/>
                </a:lnTo>
                <a:lnTo>
                  <a:pt x="8931" y="1898"/>
                </a:lnTo>
                <a:lnTo>
                  <a:pt x="9004" y="1801"/>
                </a:lnTo>
                <a:lnTo>
                  <a:pt x="9101" y="1728"/>
                </a:lnTo>
                <a:lnTo>
                  <a:pt x="9198" y="1679"/>
                </a:lnTo>
                <a:close/>
                <a:moveTo>
                  <a:pt x="12483" y="1850"/>
                </a:moveTo>
                <a:lnTo>
                  <a:pt x="12507" y="2142"/>
                </a:lnTo>
                <a:lnTo>
                  <a:pt x="12556" y="2288"/>
                </a:lnTo>
                <a:lnTo>
                  <a:pt x="12605" y="2409"/>
                </a:lnTo>
                <a:lnTo>
                  <a:pt x="12629" y="2434"/>
                </a:lnTo>
                <a:lnTo>
                  <a:pt x="12653" y="2482"/>
                </a:lnTo>
                <a:lnTo>
                  <a:pt x="12751" y="2482"/>
                </a:lnTo>
                <a:lnTo>
                  <a:pt x="12848" y="2458"/>
                </a:lnTo>
                <a:lnTo>
                  <a:pt x="12921" y="2409"/>
                </a:lnTo>
                <a:lnTo>
                  <a:pt x="12970" y="2288"/>
                </a:lnTo>
                <a:lnTo>
                  <a:pt x="13018" y="2190"/>
                </a:lnTo>
                <a:lnTo>
                  <a:pt x="13043" y="2069"/>
                </a:lnTo>
                <a:lnTo>
                  <a:pt x="13043" y="1947"/>
                </a:lnTo>
                <a:lnTo>
                  <a:pt x="13140" y="1971"/>
                </a:lnTo>
                <a:lnTo>
                  <a:pt x="13213" y="2020"/>
                </a:lnTo>
                <a:lnTo>
                  <a:pt x="13286" y="2093"/>
                </a:lnTo>
                <a:lnTo>
                  <a:pt x="13359" y="2190"/>
                </a:lnTo>
                <a:lnTo>
                  <a:pt x="13432" y="2312"/>
                </a:lnTo>
                <a:lnTo>
                  <a:pt x="13456" y="2434"/>
                </a:lnTo>
                <a:lnTo>
                  <a:pt x="13432" y="2580"/>
                </a:lnTo>
                <a:lnTo>
                  <a:pt x="13408" y="2628"/>
                </a:lnTo>
                <a:lnTo>
                  <a:pt x="13383" y="2701"/>
                </a:lnTo>
                <a:lnTo>
                  <a:pt x="13286" y="2774"/>
                </a:lnTo>
                <a:lnTo>
                  <a:pt x="13164" y="2847"/>
                </a:lnTo>
                <a:lnTo>
                  <a:pt x="13043" y="2872"/>
                </a:lnTo>
                <a:lnTo>
                  <a:pt x="12921" y="2896"/>
                </a:lnTo>
                <a:lnTo>
                  <a:pt x="12629" y="2896"/>
                </a:lnTo>
                <a:lnTo>
                  <a:pt x="12386" y="2872"/>
                </a:lnTo>
                <a:lnTo>
                  <a:pt x="12264" y="2799"/>
                </a:lnTo>
                <a:lnTo>
                  <a:pt x="12167" y="2726"/>
                </a:lnTo>
                <a:lnTo>
                  <a:pt x="12094" y="2628"/>
                </a:lnTo>
                <a:lnTo>
                  <a:pt x="12069" y="2507"/>
                </a:lnTo>
                <a:lnTo>
                  <a:pt x="12094" y="2385"/>
                </a:lnTo>
                <a:lnTo>
                  <a:pt x="12118" y="2263"/>
                </a:lnTo>
                <a:lnTo>
                  <a:pt x="12167" y="2166"/>
                </a:lnTo>
                <a:lnTo>
                  <a:pt x="12240" y="2044"/>
                </a:lnTo>
                <a:lnTo>
                  <a:pt x="12361" y="1923"/>
                </a:lnTo>
                <a:lnTo>
                  <a:pt x="12483" y="1850"/>
                </a:lnTo>
                <a:close/>
                <a:moveTo>
                  <a:pt x="5865" y="1825"/>
                </a:moveTo>
                <a:lnTo>
                  <a:pt x="5840" y="1874"/>
                </a:lnTo>
                <a:lnTo>
                  <a:pt x="5840" y="2069"/>
                </a:lnTo>
                <a:lnTo>
                  <a:pt x="5840" y="2288"/>
                </a:lnTo>
                <a:lnTo>
                  <a:pt x="5865" y="2385"/>
                </a:lnTo>
                <a:lnTo>
                  <a:pt x="5889" y="2482"/>
                </a:lnTo>
                <a:lnTo>
                  <a:pt x="5938" y="2580"/>
                </a:lnTo>
                <a:lnTo>
                  <a:pt x="6011" y="2628"/>
                </a:lnTo>
                <a:lnTo>
                  <a:pt x="6132" y="2677"/>
                </a:lnTo>
                <a:lnTo>
                  <a:pt x="6230" y="2653"/>
                </a:lnTo>
                <a:lnTo>
                  <a:pt x="6327" y="2604"/>
                </a:lnTo>
                <a:lnTo>
                  <a:pt x="6376" y="2531"/>
                </a:lnTo>
                <a:lnTo>
                  <a:pt x="6400" y="2531"/>
                </a:lnTo>
                <a:lnTo>
                  <a:pt x="6424" y="2409"/>
                </a:lnTo>
                <a:lnTo>
                  <a:pt x="6449" y="2288"/>
                </a:lnTo>
                <a:lnTo>
                  <a:pt x="6449" y="1996"/>
                </a:lnTo>
                <a:lnTo>
                  <a:pt x="6522" y="2020"/>
                </a:lnTo>
                <a:lnTo>
                  <a:pt x="6595" y="2117"/>
                </a:lnTo>
                <a:lnTo>
                  <a:pt x="6643" y="2215"/>
                </a:lnTo>
                <a:lnTo>
                  <a:pt x="6643" y="2312"/>
                </a:lnTo>
                <a:lnTo>
                  <a:pt x="6643" y="2531"/>
                </a:lnTo>
                <a:lnTo>
                  <a:pt x="6595" y="2677"/>
                </a:lnTo>
                <a:lnTo>
                  <a:pt x="6522" y="2774"/>
                </a:lnTo>
                <a:lnTo>
                  <a:pt x="6424" y="2872"/>
                </a:lnTo>
                <a:lnTo>
                  <a:pt x="6303" y="2920"/>
                </a:lnTo>
                <a:lnTo>
                  <a:pt x="6181" y="2969"/>
                </a:lnTo>
                <a:lnTo>
                  <a:pt x="6059" y="2993"/>
                </a:lnTo>
                <a:lnTo>
                  <a:pt x="5913" y="2993"/>
                </a:lnTo>
                <a:lnTo>
                  <a:pt x="5792" y="2969"/>
                </a:lnTo>
                <a:lnTo>
                  <a:pt x="5646" y="2896"/>
                </a:lnTo>
                <a:lnTo>
                  <a:pt x="5548" y="2799"/>
                </a:lnTo>
                <a:lnTo>
                  <a:pt x="5475" y="2701"/>
                </a:lnTo>
                <a:lnTo>
                  <a:pt x="5427" y="2580"/>
                </a:lnTo>
                <a:lnTo>
                  <a:pt x="5427" y="2458"/>
                </a:lnTo>
                <a:lnTo>
                  <a:pt x="5451" y="2312"/>
                </a:lnTo>
                <a:lnTo>
                  <a:pt x="5475" y="2190"/>
                </a:lnTo>
                <a:lnTo>
                  <a:pt x="5548" y="2069"/>
                </a:lnTo>
                <a:lnTo>
                  <a:pt x="5694" y="1923"/>
                </a:lnTo>
                <a:lnTo>
                  <a:pt x="5865" y="1825"/>
                </a:lnTo>
                <a:close/>
                <a:moveTo>
                  <a:pt x="2531" y="1825"/>
                </a:moveTo>
                <a:lnTo>
                  <a:pt x="2580" y="2288"/>
                </a:lnTo>
                <a:lnTo>
                  <a:pt x="2604" y="2385"/>
                </a:lnTo>
                <a:lnTo>
                  <a:pt x="2653" y="2458"/>
                </a:lnTo>
                <a:lnTo>
                  <a:pt x="2750" y="2507"/>
                </a:lnTo>
                <a:lnTo>
                  <a:pt x="2847" y="2531"/>
                </a:lnTo>
                <a:lnTo>
                  <a:pt x="2945" y="2507"/>
                </a:lnTo>
                <a:lnTo>
                  <a:pt x="3018" y="2458"/>
                </a:lnTo>
                <a:lnTo>
                  <a:pt x="3066" y="2385"/>
                </a:lnTo>
                <a:lnTo>
                  <a:pt x="3091" y="2288"/>
                </a:lnTo>
                <a:lnTo>
                  <a:pt x="3066" y="1947"/>
                </a:lnTo>
                <a:lnTo>
                  <a:pt x="3115" y="1996"/>
                </a:lnTo>
                <a:lnTo>
                  <a:pt x="3188" y="2044"/>
                </a:lnTo>
                <a:lnTo>
                  <a:pt x="3212" y="2117"/>
                </a:lnTo>
                <a:lnTo>
                  <a:pt x="3237" y="2166"/>
                </a:lnTo>
                <a:lnTo>
                  <a:pt x="3237" y="2336"/>
                </a:lnTo>
                <a:lnTo>
                  <a:pt x="3212" y="2507"/>
                </a:lnTo>
                <a:lnTo>
                  <a:pt x="3139" y="2677"/>
                </a:lnTo>
                <a:lnTo>
                  <a:pt x="3042" y="2823"/>
                </a:lnTo>
                <a:lnTo>
                  <a:pt x="2920" y="2945"/>
                </a:lnTo>
                <a:lnTo>
                  <a:pt x="2774" y="3018"/>
                </a:lnTo>
                <a:lnTo>
                  <a:pt x="2653" y="3066"/>
                </a:lnTo>
                <a:lnTo>
                  <a:pt x="2531" y="3042"/>
                </a:lnTo>
                <a:lnTo>
                  <a:pt x="2409" y="3018"/>
                </a:lnTo>
                <a:lnTo>
                  <a:pt x="2312" y="2945"/>
                </a:lnTo>
                <a:lnTo>
                  <a:pt x="2215" y="2847"/>
                </a:lnTo>
                <a:lnTo>
                  <a:pt x="2142" y="2750"/>
                </a:lnTo>
                <a:lnTo>
                  <a:pt x="2093" y="2653"/>
                </a:lnTo>
                <a:lnTo>
                  <a:pt x="2044" y="2531"/>
                </a:lnTo>
                <a:lnTo>
                  <a:pt x="2044" y="2434"/>
                </a:lnTo>
                <a:lnTo>
                  <a:pt x="2044" y="2361"/>
                </a:lnTo>
                <a:lnTo>
                  <a:pt x="2117" y="2215"/>
                </a:lnTo>
                <a:lnTo>
                  <a:pt x="2190" y="2069"/>
                </a:lnTo>
                <a:lnTo>
                  <a:pt x="2312" y="1947"/>
                </a:lnTo>
                <a:lnTo>
                  <a:pt x="2409" y="1874"/>
                </a:lnTo>
                <a:lnTo>
                  <a:pt x="2531" y="1825"/>
                </a:lnTo>
                <a:close/>
                <a:moveTo>
                  <a:pt x="15598" y="3285"/>
                </a:moveTo>
                <a:lnTo>
                  <a:pt x="15768" y="3310"/>
                </a:lnTo>
                <a:lnTo>
                  <a:pt x="15598" y="3553"/>
                </a:lnTo>
                <a:lnTo>
                  <a:pt x="15598" y="3285"/>
                </a:lnTo>
                <a:close/>
                <a:moveTo>
                  <a:pt x="16328" y="3310"/>
                </a:moveTo>
                <a:lnTo>
                  <a:pt x="16328" y="3577"/>
                </a:lnTo>
                <a:lnTo>
                  <a:pt x="16352" y="3869"/>
                </a:lnTo>
                <a:lnTo>
                  <a:pt x="16011" y="4234"/>
                </a:lnTo>
                <a:lnTo>
                  <a:pt x="15695" y="4623"/>
                </a:lnTo>
                <a:lnTo>
                  <a:pt x="15549" y="4794"/>
                </a:lnTo>
                <a:lnTo>
                  <a:pt x="15573" y="4526"/>
                </a:lnTo>
                <a:lnTo>
                  <a:pt x="15598" y="4404"/>
                </a:lnTo>
                <a:lnTo>
                  <a:pt x="15695" y="4161"/>
                </a:lnTo>
                <a:lnTo>
                  <a:pt x="15817" y="3918"/>
                </a:lnTo>
                <a:lnTo>
                  <a:pt x="15963" y="3626"/>
                </a:lnTo>
                <a:lnTo>
                  <a:pt x="16133" y="3310"/>
                </a:lnTo>
                <a:close/>
                <a:moveTo>
                  <a:pt x="16425" y="4331"/>
                </a:moveTo>
                <a:lnTo>
                  <a:pt x="16547" y="4940"/>
                </a:lnTo>
                <a:lnTo>
                  <a:pt x="16425" y="4988"/>
                </a:lnTo>
                <a:lnTo>
                  <a:pt x="16328" y="5086"/>
                </a:lnTo>
                <a:lnTo>
                  <a:pt x="16133" y="5280"/>
                </a:lnTo>
                <a:lnTo>
                  <a:pt x="15938" y="5499"/>
                </a:lnTo>
                <a:lnTo>
                  <a:pt x="15817" y="5670"/>
                </a:lnTo>
                <a:lnTo>
                  <a:pt x="15549" y="5986"/>
                </a:lnTo>
                <a:lnTo>
                  <a:pt x="15549" y="5864"/>
                </a:lnTo>
                <a:lnTo>
                  <a:pt x="15598" y="5840"/>
                </a:lnTo>
                <a:lnTo>
                  <a:pt x="15646" y="5791"/>
                </a:lnTo>
                <a:lnTo>
                  <a:pt x="15671" y="5718"/>
                </a:lnTo>
                <a:lnTo>
                  <a:pt x="15671" y="5645"/>
                </a:lnTo>
                <a:lnTo>
                  <a:pt x="15671" y="5475"/>
                </a:lnTo>
                <a:lnTo>
                  <a:pt x="15719" y="5305"/>
                </a:lnTo>
                <a:lnTo>
                  <a:pt x="15792" y="5159"/>
                </a:lnTo>
                <a:lnTo>
                  <a:pt x="15890" y="4988"/>
                </a:lnTo>
                <a:lnTo>
                  <a:pt x="16133" y="4696"/>
                </a:lnTo>
                <a:lnTo>
                  <a:pt x="16352" y="4453"/>
                </a:lnTo>
                <a:lnTo>
                  <a:pt x="16425" y="4331"/>
                </a:lnTo>
                <a:close/>
                <a:moveTo>
                  <a:pt x="16571" y="5280"/>
                </a:moveTo>
                <a:lnTo>
                  <a:pt x="16595" y="5621"/>
                </a:lnTo>
                <a:lnTo>
                  <a:pt x="16595" y="6010"/>
                </a:lnTo>
                <a:lnTo>
                  <a:pt x="16401" y="6108"/>
                </a:lnTo>
                <a:lnTo>
                  <a:pt x="16230" y="6254"/>
                </a:lnTo>
                <a:lnTo>
                  <a:pt x="15914" y="6546"/>
                </a:lnTo>
                <a:lnTo>
                  <a:pt x="15719" y="6740"/>
                </a:lnTo>
                <a:lnTo>
                  <a:pt x="15549" y="6959"/>
                </a:lnTo>
                <a:lnTo>
                  <a:pt x="15549" y="6765"/>
                </a:lnTo>
                <a:lnTo>
                  <a:pt x="15622" y="6619"/>
                </a:lnTo>
                <a:lnTo>
                  <a:pt x="15695" y="6497"/>
                </a:lnTo>
                <a:lnTo>
                  <a:pt x="15841" y="6229"/>
                </a:lnTo>
                <a:lnTo>
                  <a:pt x="16036" y="5962"/>
                </a:lnTo>
                <a:lnTo>
                  <a:pt x="16230" y="5670"/>
                </a:lnTo>
                <a:lnTo>
                  <a:pt x="16449" y="5402"/>
                </a:lnTo>
                <a:lnTo>
                  <a:pt x="16571" y="5280"/>
                </a:lnTo>
                <a:close/>
                <a:moveTo>
                  <a:pt x="5743" y="6716"/>
                </a:moveTo>
                <a:lnTo>
                  <a:pt x="5694" y="6740"/>
                </a:lnTo>
                <a:lnTo>
                  <a:pt x="5621" y="6789"/>
                </a:lnTo>
                <a:lnTo>
                  <a:pt x="5475" y="6935"/>
                </a:lnTo>
                <a:lnTo>
                  <a:pt x="5305" y="7105"/>
                </a:lnTo>
                <a:lnTo>
                  <a:pt x="5086" y="7251"/>
                </a:lnTo>
                <a:lnTo>
                  <a:pt x="4867" y="7373"/>
                </a:lnTo>
                <a:lnTo>
                  <a:pt x="4745" y="7422"/>
                </a:lnTo>
                <a:lnTo>
                  <a:pt x="4648" y="7446"/>
                </a:lnTo>
                <a:lnTo>
                  <a:pt x="4429" y="7446"/>
                </a:lnTo>
                <a:lnTo>
                  <a:pt x="4332" y="7397"/>
                </a:lnTo>
                <a:lnTo>
                  <a:pt x="4259" y="7349"/>
                </a:lnTo>
                <a:lnTo>
                  <a:pt x="4186" y="7251"/>
                </a:lnTo>
                <a:lnTo>
                  <a:pt x="4113" y="7130"/>
                </a:lnTo>
                <a:lnTo>
                  <a:pt x="4064" y="7057"/>
                </a:lnTo>
                <a:lnTo>
                  <a:pt x="3991" y="7032"/>
                </a:lnTo>
                <a:lnTo>
                  <a:pt x="3894" y="7032"/>
                </a:lnTo>
                <a:lnTo>
                  <a:pt x="3821" y="7057"/>
                </a:lnTo>
                <a:lnTo>
                  <a:pt x="3553" y="7227"/>
                </a:lnTo>
                <a:lnTo>
                  <a:pt x="3358" y="7324"/>
                </a:lnTo>
                <a:lnTo>
                  <a:pt x="3188" y="7422"/>
                </a:lnTo>
                <a:lnTo>
                  <a:pt x="3042" y="7470"/>
                </a:lnTo>
                <a:lnTo>
                  <a:pt x="2969" y="7470"/>
                </a:lnTo>
                <a:lnTo>
                  <a:pt x="2896" y="7446"/>
                </a:lnTo>
                <a:lnTo>
                  <a:pt x="2847" y="7422"/>
                </a:lnTo>
                <a:lnTo>
                  <a:pt x="2823" y="7349"/>
                </a:lnTo>
                <a:lnTo>
                  <a:pt x="2799" y="7276"/>
                </a:lnTo>
                <a:lnTo>
                  <a:pt x="2799" y="7178"/>
                </a:lnTo>
                <a:lnTo>
                  <a:pt x="2799" y="7130"/>
                </a:lnTo>
                <a:lnTo>
                  <a:pt x="2774" y="7105"/>
                </a:lnTo>
                <a:lnTo>
                  <a:pt x="2726" y="7081"/>
                </a:lnTo>
                <a:lnTo>
                  <a:pt x="2653" y="7081"/>
                </a:lnTo>
                <a:lnTo>
                  <a:pt x="2604" y="7154"/>
                </a:lnTo>
                <a:lnTo>
                  <a:pt x="2555" y="7373"/>
                </a:lnTo>
                <a:lnTo>
                  <a:pt x="2531" y="7470"/>
                </a:lnTo>
                <a:lnTo>
                  <a:pt x="2531" y="7568"/>
                </a:lnTo>
                <a:lnTo>
                  <a:pt x="2555" y="7665"/>
                </a:lnTo>
                <a:lnTo>
                  <a:pt x="2628" y="7762"/>
                </a:lnTo>
                <a:lnTo>
                  <a:pt x="2701" y="7811"/>
                </a:lnTo>
                <a:lnTo>
                  <a:pt x="2823" y="7860"/>
                </a:lnTo>
                <a:lnTo>
                  <a:pt x="2945" y="7884"/>
                </a:lnTo>
                <a:lnTo>
                  <a:pt x="3091" y="7860"/>
                </a:lnTo>
                <a:lnTo>
                  <a:pt x="3212" y="7835"/>
                </a:lnTo>
                <a:lnTo>
                  <a:pt x="3358" y="7787"/>
                </a:lnTo>
                <a:lnTo>
                  <a:pt x="3602" y="7665"/>
                </a:lnTo>
                <a:lnTo>
                  <a:pt x="3845" y="7519"/>
                </a:lnTo>
                <a:lnTo>
                  <a:pt x="3942" y="7641"/>
                </a:lnTo>
                <a:lnTo>
                  <a:pt x="4040" y="7714"/>
                </a:lnTo>
                <a:lnTo>
                  <a:pt x="4137" y="7787"/>
                </a:lnTo>
                <a:lnTo>
                  <a:pt x="4259" y="7835"/>
                </a:lnTo>
                <a:lnTo>
                  <a:pt x="4356" y="7860"/>
                </a:lnTo>
                <a:lnTo>
                  <a:pt x="4478" y="7860"/>
                </a:lnTo>
                <a:lnTo>
                  <a:pt x="4745" y="7835"/>
                </a:lnTo>
                <a:lnTo>
                  <a:pt x="4989" y="7762"/>
                </a:lnTo>
                <a:lnTo>
                  <a:pt x="5232" y="7641"/>
                </a:lnTo>
                <a:lnTo>
                  <a:pt x="5475" y="7495"/>
                </a:lnTo>
                <a:lnTo>
                  <a:pt x="5694" y="7324"/>
                </a:lnTo>
                <a:lnTo>
                  <a:pt x="5816" y="7470"/>
                </a:lnTo>
                <a:lnTo>
                  <a:pt x="5962" y="7592"/>
                </a:lnTo>
                <a:lnTo>
                  <a:pt x="6132" y="7665"/>
                </a:lnTo>
                <a:lnTo>
                  <a:pt x="6327" y="7738"/>
                </a:lnTo>
                <a:lnTo>
                  <a:pt x="6741" y="7738"/>
                </a:lnTo>
                <a:lnTo>
                  <a:pt x="6862" y="7689"/>
                </a:lnTo>
                <a:lnTo>
                  <a:pt x="6984" y="7641"/>
                </a:lnTo>
                <a:lnTo>
                  <a:pt x="7106" y="7592"/>
                </a:lnTo>
                <a:lnTo>
                  <a:pt x="7300" y="7422"/>
                </a:lnTo>
                <a:lnTo>
                  <a:pt x="7422" y="7568"/>
                </a:lnTo>
                <a:lnTo>
                  <a:pt x="7592" y="7665"/>
                </a:lnTo>
                <a:lnTo>
                  <a:pt x="7787" y="7714"/>
                </a:lnTo>
                <a:lnTo>
                  <a:pt x="7982" y="7738"/>
                </a:lnTo>
                <a:lnTo>
                  <a:pt x="8201" y="7714"/>
                </a:lnTo>
                <a:lnTo>
                  <a:pt x="8395" y="7665"/>
                </a:lnTo>
                <a:lnTo>
                  <a:pt x="8590" y="7568"/>
                </a:lnTo>
                <a:lnTo>
                  <a:pt x="8785" y="7446"/>
                </a:lnTo>
                <a:lnTo>
                  <a:pt x="8931" y="7568"/>
                </a:lnTo>
                <a:lnTo>
                  <a:pt x="9101" y="7665"/>
                </a:lnTo>
                <a:lnTo>
                  <a:pt x="9271" y="7738"/>
                </a:lnTo>
                <a:lnTo>
                  <a:pt x="9466" y="7787"/>
                </a:lnTo>
                <a:lnTo>
                  <a:pt x="9636" y="7787"/>
                </a:lnTo>
                <a:lnTo>
                  <a:pt x="9806" y="7762"/>
                </a:lnTo>
                <a:lnTo>
                  <a:pt x="9977" y="7714"/>
                </a:lnTo>
                <a:lnTo>
                  <a:pt x="10098" y="7616"/>
                </a:lnTo>
                <a:lnTo>
                  <a:pt x="10196" y="7714"/>
                </a:lnTo>
                <a:lnTo>
                  <a:pt x="10293" y="7787"/>
                </a:lnTo>
                <a:lnTo>
                  <a:pt x="10415" y="7860"/>
                </a:lnTo>
                <a:lnTo>
                  <a:pt x="10536" y="7908"/>
                </a:lnTo>
                <a:lnTo>
                  <a:pt x="10658" y="7957"/>
                </a:lnTo>
                <a:lnTo>
                  <a:pt x="10780" y="7957"/>
                </a:lnTo>
                <a:lnTo>
                  <a:pt x="10901" y="7908"/>
                </a:lnTo>
                <a:lnTo>
                  <a:pt x="10999" y="7860"/>
                </a:lnTo>
                <a:lnTo>
                  <a:pt x="11120" y="7811"/>
                </a:lnTo>
                <a:lnTo>
                  <a:pt x="11193" y="7714"/>
                </a:lnTo>
                <a:lnTo>
                  <a:pt x="11364" y="7543"/>
                </a:lnTo>
                <a:lnTo>
                  <a:pt x="11607" y="7689"/>
                </a:lnTo>
                <a:lnTo>
                  <a:pt x="11729" y="7762"/>
                </a:lnTo>
                <a:lnTo>
                  <a:pt x="11850" y="7811"/>
                </a:lnTo>
                <a:lnTo>
                  <a:pt x="11972" y="7835"/>
                </a:lnTo>
                <a:lnTo>
                  <a:pt x="12094" y="7835"/>
                </a:lnTo>
                <a:lnTo>
                  <a:pt x="12191" y="7811"/>
                </a:lnTo>
                <a:lnTo>
                  <a:pt x="12288" y="7738"/>
                </a:lnTo>
                <a:lnTo>
                  <a:pt x="12410" y="7835"/>
                </a:lnTo>
                <a:lnTo>
                  <a:pt x="12556" y="7884"/>
                </a:lnTo>
                <a:lnTo>
                  <a:pt x="12726" y="7908"/>
                </a:lnTo>
                <a:lnTo>
                  <a:pt x="12872" y="7884"/>
                </a:lnTo>
                <a:lnTo>
                  <a:pt x="13018" y="7860"/>
                </a:lnTo>
                <a:lnTo>
                  <a:pt x="13164" y="7762"/>
                </a:lnTo>
                <a:lnTo>
                  <a:pt x="13262" y="7665"/>
                </a:lnTo>
                <a:lnTo>
                  <a:pt x="13335" y="7519"/>
                </a:lnTo>
                <a:lnTo>
                  <a:pt x="13335" y="7470"/>
                </a:lnTo>
                <a:lnTo>
                  <a:pt x="13335" y="7446"/>
                </a:lnTo>
                <a:lnTo>
                  <a:pt x="13286" y="7422"/>
                </a:lnTo>
                <a:lnTo>
                  <a:pt x="13262" y="7422"/>
                </a:lnTo>
                <a:lnTo>
                  <a:pt x="13043" y="7470"/>
                </a:lnTo>
                <a:lnTo>
                  <a:pt x="12775" y="7543"/>
                </a:lnTo>
                <a:lnTo>
                  <a:pt x="12653" y="7543"/>
                </a:lnTo>
                <a:lnTo>
                  <a:pt x="12532" y="7519"/>
                </a:lnTo>
                <a:lnTo>
                  <a:pt x="12459" y="7470"/>
                </a:lnTo>
                <a:lnTo>
                  <a:pt x="12434" y="7422"/>
                </a:lnTo>
                <a:lnTo>
                  <a:pt x="12410" y="7373"/>
                </a:lnTo>
                <a:lnTo>
                  <a:pt x="12386" y="7300"/>
                </a:lnTo>
                <a:lnTo>
                  <a:pt x="12337" y="7251"/>
                </a:lnTo>
                <a:lnTo>
                  <a:pt x="12288" y="7203"/>
                </a:lnTo>
                <a:lnTo>
                  <a:pt x="12167" y="7203"/>
                </a:lnTo>
                <a:lnTo>
                  <a:pt x="12118" y="7251"/>
                </a:lnTo>
                <a:lnTo>
                  <a:pt x="12094" y="7300"/>
                </a:lnTo>
                <a:lnTo>
                  <a:pt x="12069" y="7373"/>
                </a:lnTo>
                <a:lnTo>
                  <a:pt x="12069" y="7422"/>
                </a:lnTo>
                <a:lnTo>
                  <a:pt x="12045" y="7470"/>
                </a:lnTo>
                <a:lnTo>
                  <a:pt x="12021" y="7495"/>
                </a:lnTo>
                <a:lnTo>
                  <a:pt x="11899" y="7495"/>
                </a:lnTo>
                <a:lnTo>
                  <a:pt x="11777" y="7446"/>
                </a:lnTo>
                <a:lnTo>
                  <a:pt x="11583" y="7300"/>
                </a:lnTo>
                <a:lnTo>
                  <a:pt x="11461" y="7178"/>
                </a:lnTo>
                <a:lnTo>
                  <a:pt x="11388" y="7154"/>
                </a:lnTo>
                <a:lnTo>
                  <a:pt x="11339" y="7130"/>
                </a:lnTo>
                <a:lnTo>
                  <a:pt x="11266" y="7154"/>
                </a:lnTo>
                <a:lnTo>
                  <a:pt x="11218" y="7178"/>
                </a:lnTo>
                <a:lnTo>
                  <a:pt x="11047" y="7397"/>
                </a:lnTo>
                <a:lnTo>
                  <a:pt x="10926" y="7495"/>
                </a:lnTo>
                <a:lnTo>
                  <a:pt x="10804" y="7543"/>
                </a:lnTo>
                <a:lnTo>
                  <a:pt x="10707" y="7568"/>
                </a:lnTo>
                <a:lnTo>
                  <a:pt x="10609" y="7568"/>
                </a:lnTo>
                <a:lnTo>
                  <a:pt x="10536" y="7519"/>
                </a:lnTo>
                <a:lnTo>
                  <a:pt x="10463" y="7422"/>
                </a:lnTo>
                <a:lnTo>
                  <a:pt x="10390" y="7324"/>
                </a:lnTo>
                <a:lnTo>
                  <a:pt x="10342" y="7178"/>
                </a:lnTo>
                <a:lnTo>
                  <a:pt x="10342" y="7105"/>
                </a:lnTo>
                <a:lnTo>
                  <a:pt x="10293" y="7032"/>
                </a:lnTo>
                <a:lnTo>
                  <a:pt x="10244" y="7008"/>
                </a:lnTo>
                <a:lnTo>
                  <a:pt x="10196" y="6984"/>
                </a:lnTo>
                <a:lnTo>
                  <a:pt x="10123" y="6984"/>
                </a:lnTo>
                <a:lnTo>
                  <a:pt x="10074" y="7008"/>
                </a:lnTo>
                <a:lnTo>
                  <a:pt x="10025" y="7057"/>
                </a:lnTo>
                <a:lnTo>
                  <a:pt x="9977" y="7130"/>
                </a:lnTo>
                <a:lnTo>
                  <a:pt x="9952" y="7227"/>
                </a:lnTo>
                <a:lnTo>
                  <a:pt x="9904" y="7300"/>
                </a:lnTo>
                <a:lnTo>
                  <a:pt x="9831" y="7349"/>
                </a:lnTo>
                <a:lnTo>
                  <a:pt x="9782" y="7397"/>
                </a:lnTo>
                <a:lnTo>
                  <a:pt x="9709" y="7422"/>
                </a:lnTo>
                <a:lnTo>
                  <a:pt x="9636" y="7422"/>
                </a:lnTo>
                <a:lnTo>
                  <a:pt x="9466" y="7397"/>
                </a:lnTo>
                <a:lnTo>
                  <a:pt x="9320" y="7349"/>
                </a:lnTo>
                <a:lnTo>
                  <a:pt x="9174" y="7251"/>
                </a:lnTo>
                <a:lnTo>
                  <a:pt x="9028" y="7154"/>
                </a:lnTo>
                <a:lnTo>
                  <a:pt x="8906" y="7032"/>
                </a:lnTo>
                <a:lnTo>
                  <a:pt x="8858" y="6984"/>
                </a:lnTo>
                <a:lnTo>
                  <a:pt x="8687" y="6984"/>
                </a:lnTo>
                <a:lnTo>
                  <a:pt x="8639" y="7032"/>
                </a:lnTo>
                <a:lnTo>
                  <a:pt x="8517" y="7130"/>
                </a:lnTo>
                <a:lnTo>
                  <a:pt x="8371" y="7227"/>
                </a:lnTo>
                <a:lnTo>
                  <a:pt x="8201" y="7300"/>
                </a:lnTo>
                <a:lnTo>
                  <a:pt x="8030" y="7349"/>
                </a:lnTo>
                <a:lnTo>
                  <a:pt x="7860" y="7349"/>
                </a:lnTo>
                <a:lnTo>
                  <a:pt x="7787" y="7324"/>
                </a:lnTo>
                <a:lnTo>
                  <a:pt x="7738" y="7300"/>
                </a:lnTo>
                <a:lnTo>
                  <a:pt x="7665" y="7251"/>
                </a:lnTo>
                <a:lnTo>
                  <a:pt x="7641" y="7178"/>
                </a:lnTo>
                <a:lnTo>
                  <a:pt x="7592" y="7105"/>
                </a:lnTo>
                <a:lnTo>
                  <a:pt x="7592" y="7008"/>
                </a:lnTo>
                <a:lnTo>
                  <a:pt x="7568" y="6935"/>
                </a:lnTo>
                <a:lnTo>
                  <a:pt x="7544" y="6886"/>
                </a:lnTo>
                <a:lnTo>
                  <a:pt x="7495" y="6838"/>
                </a:lnTo>
                <a:lnTo>
                  <a:pt x="7446" y="6813"/>
                </a:lnTo>
                <a:lnTo>
                  <a:pt x="7398" y="6789"/>
                </a:lnTo>
                <a:lnTo>
                  <a:pt x="7325" y="6789"/>
                </a:lnTo>
                <a:lnTo>
                  <a:pt x="7276" y="6813"/>
                </a:lnTo>
                <a:lnTo>
                  <a:pt x="7227" y="6862"/>
                </a:lnTo>
                <a:lnTo>
                  <a:pt x="7057" y="7057"/>
                </a:lnTo>
                <a:lnTo>
                  <a:pt x="6960" y="7154"/>
                </a:lnTo>
                <a:lnTo>
                  <a:pt x="6862" y="7251"/>
                </a:lnTo>
                <a:lnTo>
                  <a:pt x="6741" y="7300"/>
                </a:lnTo>
                <a:lnTo>
                  <a:pt x="6619" y="7324"/>
                </a:lnTo>
                <a:lnTo>
                  <a:pt x="6473" y="7324"/>
                </a:lnTo>
                <a:lnTo>
                  <a:pt x="6351" y="7300"/>
                </a:lnTo>
                <a:lnTo>
                  <a:pt x="6230" y="7251"/>
                </a:lnTo>
                <a:lnTo>
                  <a:pt x="6108" y="7178"/>
                </a:lnTo>
                <a:lnTo>
                  <a:pt x="6035" y="7057"/>
                </a:lnTo>
                <a:lnTo>
                  <a:pt x="5986" y="6935"/>
                </a:lnTo>
                <a:lnTo>
                  <a:pt x="5986" y="6886"/>
                </a:lnTo>
                <a:lnTo>
                  <a:pt x="5962" y="6838"/>
                </a:lnTo>
                <a:lnTo>
                  <a:pt x="5913" y="6789"/>
                </a:lnTo>
                <a:lnTo>
                  <a:pt x="5865" y="6740"/>
                </a:lnTo>
                <a:lnTo>
                  <a:pt x="5792" y="6716"/>
                </a:lnTo>
                <a:close/>
                <a:moveTo>
                  <a:pt x="16595" y="6302"/>
                </a:moveTo>
                <a:lnTo>
                  <a:pt x="16547" y="7081"/>
                </a:lnTo>
                <a:lnTo>
                  <a:pt x="16401" y="7203"/>
                </a:lnTo>
                <a:lnTo>
                  <a:pt x="16279" y="7349"/>
                </a:lnTo>
                <a:lnTo>
                  <a:pt x="16011" y="7665"/>
                </a:lnTo>
                <a:lnTo>
                  <a:pt x="15792" y="7908"/>
                </a:lnTo>
                <a:lnTo>
                  <a:pt x="15573" y="8200"/>
                </a:lnTo>
                <a:lnTo>
                  <a:pt x="15573" y="7689"/>
                </a:lnTo>
                <a:lnTo>
                  <a:pt x="15573" y="7665"/>
                </a:lnTo>
                <a:lnTo>
                  <a:pt x="15671" y="7470"/>
                </a:lnTo>
                <a:lnTo>
                  <a:pt x="15768" y="7276"/>
                </a:lnTo>
                <a:lnTo>
                  <a:pt x="16011" y="6935"/>
                </a:lnTo>
                <a:lnTo>
                  <a:pt x="16303" y="6619"/>
                </a:lnTo>
                <a:lnTo>
                  <a:pt x="16595" y="6302"/>
                </a:lnTo>
                <a:close/>
                <a:moveTo>
                  <a:pt x="16547" y="7592"/>
                </a:moveTo>
                <a:lnTo>
                  <a:pt x="16522" y="8663"/>
                </a:lnTo>
                <a:lnTo>
                  <a:pt x="16425" y="8711"/>
                </a:lnTo>
                <a:lnTo>
                  <a:pt x="16328" y="8760"/>
                </a:lnTo>
                <a:lnTo>
                  <a:pt x="16157" y="8930"/>
                </a:lnTo>
                <a:lnTo>
                  <a:pt x="15841" y="9271"/>
                </a:lnTo>
                <a:lnTo>
                  <a:pt x="15719" y="9417"/>
                </a:lnTo>
                <a:lnTo>
                  <a:pt x="15573" y="9612"/>
                </a:lnTo>
                <a:lnTo>
                  <a:pt x="15573" y="8882"/>
                </a:lnTo>
                <a:lnTo>
                  <a:pt x="15671" y="8857"/>
                </a:lnTo>
                <a:lnTo>
                  <a:pt x="15744" y="8784"/>
                </a:lnTo>
                <a:lnTo>
                  <a:pt x="15890" y="8517"/>
                </a:lnTo>
                <a:lnTo>
                  <a:pt x="16060" y="8273"/>
                </a:lnTo>
                <a:lnTo>
                  <a:pt x="16401" y="7811"/>
                </a:lnTo>
                <a:lnTo>
                  <a:pt x="16547" y="7592"/>
                </a:lnTo>
                <a:close/>
                <a:moveTo>
                  <a:pt x="9734" y="9149"/>
                </a:moveTo>
                <a:lnTo>
                  <a:pt x="9661" y="9174"/>
                </a:lnTo>
                <a:lnTo>
                  <a:pt x="9588" y="9198"/>
                </a:lnTo>
                <a:lnTo>
                  <a:pt x="9539" y="9247"/>
                </a:lnTo>
                <a:lnTo>
                  <a:pt x="9466" y="9368"/>
                </a:lnTo>
                <a:lnTo>
                  <a:pt x="9442" y="9490"/>
                </a:lnTo>
                <a:lnTo>
                  <a:pt x="9320" y="9587"/>
                </a:lnTo>
                <a:lnTo>
                  <a:pt x="9174" y="9660"/>
                </a:lnTo>
                <a:lnTo>
                  <a:pt x="9052" y="9685"/>
                </a:lnTo>
                <a:lnTo>
                  <a:pt x="8882" y="9685"/>
                </a:lnTo>
                <a:lnTo>
                  <a:pt x="8785" y="9660"/>
                </a:lnTo>
                <a:lnTo>
                  <a:pt x="8736" y="9636"/>
                </a:lnTo>
                <a:lnTo>
                  <a:pt x="8687" y="9587"/>
                </a:lnTo>
                <a:lnTo>
                  <a:pt x="8663" y="9539"/>
                </a:lnTo>
                <a:lnTo>
                  <a:pt x="8663" y="9441"/>
                </a:lnTo>
                <a:lnTo>
                  <a:pt x="8639" y="9368"/>
                </a:lnTo>
                <a:lnTo>
                  <a:pt x="8590" y="9320"/>
                </a:lnTo>
                <a:lnTo>
                  <a:pt x="8517" y="9295"/>
                </a:lnTo>
                <a:lnTo>
                  <a:pt x="8444" y="9271"/>
                </a:lnTo>
                <a:lnTo>
                  <a:pt x="8395" y="9295"/>
                </a:lnTo>
                <a:lnTo>
                  <a:pt x="8322" y="9344"/>
                </a:lnTo>
                <a:lnTo>
                  <a:pt x="8274" y="9417"/>
                </a:lnTo>
                <a:lnTo>
                  <a:pt x="8249" y="9466"/>
                </a:lnTo>
                <a:lnTo>
                  <a:pt x="8201" y="9514"/>
                </a:lnTo>
                <a:lnTo>
                  <a:pt x="8079" y="9587"/>
                </a:lnTo>
                <a:lnTo>
                  <a:pt x="7933" y="9612"/>
                </a:lnTo>
                <a:lnTo>
                  <a:pt x="7738" y="9636"/>
                </a:lnTo>
                <a:lnTo>
                  <a:pt x="7568" y="9636"/>
                </a:lnTo>
                <a:lnTo>
                  <a:pt x="7422" y="9587"/>
                </a:lnTo>
                <a:lnTo>
                  <a:pt x="7325" y="9514"/>
                </a:lnTo>
                <a:lnTo>
                  <a:pt x="7276" y="9466"/>
                </a:lnTo>
                <a:lnTo>
                  <a:pt x="7252" y="9417"/>
                </a:lnTo>
                <a:lnTo>
                  <a:pt x="7252" y="9344"/>
                </a:lnTo>
                <a:lnTo>
                  <a:pt x="7227" y="9295"/>
                </a:lnTo>
                <a:lnTo>
                  <a:pt x="7179" y="9247"/>
                </a:lnTo>
                <a:lnTo>
                  <a:pt x="7130" y="9222"/>
                </a:lnTo>
                <a:lnTo>
                  <a:pt x="7081" y="9198"/>
                </a:lnTo>
                <a:lnTo>
                  <a:pt x="7008" y="9198"/>
                </a:lnTo>
                <a:lnTo>
                  <a:pt x="6960" y="9222"/>
                </a:lnTo>
                <a:lnTo>
                  <a:pt x="6887" y="9247"/>
                </a:lnTo>
                <a:lnTo>
                  <a:pt x="6765" y="9417"/>
                </a:lnTo>
                <a:lnTo>
                  <a:pt x="6643" y="9563"/>
                </a:lnTo>
                <a:lnTo>
                  <a:pt x="6570" y="9636"/>
                </a:lnTo>
                <a:lnTo>
                  <a:pt x="6449" y="9685"/>
                </a:lnTo>
                <a:lnTo>
                  <a:pt x="6327" y="9733"/>
                </a:lnTo>
                <a:lnTo>
                  <a:pt x="6205" y="9758"/>
                </a:lnTo>
                <a:lnTo>
                  <a:pt x="6084" y="9758"/>
                </a:lnTo>
                <a:lnTo>
                  <a:pt x="6035" y="9733"/>
                </a:lnTo>
                <a:lnTo>
                  <a:pt x="5986" y="9709"/>
                </a:lnTo>
                <a:lnTo>
                  <a:pt x="5962" y="9660"/>
                </a:lnTo>
                <a:lnTo>
                  <a:pt x="5938" y="9612"/>
                </a:lnTo>
                <a:lnTo>
                  <a:pt x="5938" y="9514"/>
                </a:lnTo>
                <a:lnTo>
                  <a:pt x="5962" y="9441"/>
                </a:lnTo>
                <a:lnTo>
                  <a:pt x="5962" y="9344"/>
                </a:lnTo>
                <a:lnTo>
                  <a:pt x="5938" y="9271"/>
                </a:lnTo>
                <a:lnTo>
                  <a:pt x="5865" y="9198"/>
                </a:lnTo>
                <a:lnTo>
                  <a:pt x="5792" y="9174"/>
                </a:lnTo>
                <a:lnTo>
                  <a:pt x="5646" y="9174"/>
                </a:lnTo>
                <a:lnTo>
                  <a:pt x="5573" y="9247"/>
                </a:lnTo>
                <a:lnTo>
                  <a:pt x="5548" y="9320"/>
                </a:lnTo>
                <a:lnTo>
                  <a:pt x="5500" y="9417"/>
                </a:lnTo>
                <a:lnTo>
                  <a:pt x="5451" y="9490"/>
                </a:lnTo>
                <a:lnTo>
                  <a:pt x="5378" y="9587"/>
                </a:lnTo>
                <a:lnTo>
                  <a:pt x="5305" y="9636"/>
                </a:lnTo>
                <a:lnTo>
                  <a:pt x="5183" y="9685"/>
                </a:lnTo>
                <a:lnTo>
                  <a:pt x="5086" y="9733"/>
                </a:lnTo>
                <a:lnTo>
                  <a:pt x="4843" y="9782"/>
                </a:lnTo>
                <a:lnTo>
                  <a:pt x="4624" y="9782"/>
                </a:lnTo>
                <a:lnTo>
                  <a:pt x="4502" y="9733"/>
                </a:lnTo>
                <a:lnTo>
                  <a:pt x="4405" y="9709"/>
                </a:lnTo>
                <a:lnTo>
                  <a:pt x="4332" y="9636"/>
                </a:lnTo>
                <a:lnTo>
                  <a:pt x="4259" y="9587"/>
                </a:lnTo>
                <a:lnTo>
                  <a:pt x="4210" y="9490"/>
                </a:lnTo>
                <a:lnTo>
                  <a:pt x="4161" y="9393"/>
                </a:lnTo>
                <a:lnTo>
                  <a:pt x="4161" y="9344"/>
                </a:lnTo>
                <a:lnTo>
                  <a:pt x="4137" y="9295"/>
                </a:lnTo>
                <a:lnTo>
                  <a:pt x="4040" y="9247"/>
                </a:lnTo>
                <a:lnTo>
                  <a:pt x="3942" y="9222"/>
                </a:lnTo>
                <a:lnTo>
                  <a:pt x="3869" y="9247"/>
                </a:lnTo>
                <a:lnTo>
                  <a:pt x="3602" y="9417"/>
                </a:lnTo>
                <a:lnTo>
                  <a:pt x="3407" y="9539"/>
                </a:lnTo>
                <a:lnTo>
                  <a:pt x="3212" y="9660"/>
                </a:lnTo>
                <a:lnTo>
                  <a:pt x="3018" y="9733"/>
                </a:lnTo>
                <a:lnTo>
                  <a:pt x="2872" y="9733"/>
                </a:lnTo>
                <a:lnTo>
                  <a:pt x="2823" y="9709"/>
                </a:lnTo>
                <a:lnTo>
                  <a:pt x="2774" y="9660"/>
                </a:lnTo>
                <a:lnTo>
                  <a:pt x="2774" y="9587"/>
                </a:lnTo>
                <a:lnTo>
                  <a:pt x="2774" y="9490"/>
                </a:lnTo>
                <a:lnTo>
                  <a:pt x="2774" y="9417"/>
                </a:lnTo>
                <a:lnTo>
                  <a:pt x="2750" y="9368"/>
                </a:lnTo>
                <a:lnTo>
                  <a:pt x="2726" y="9344"/>
                </a:lnTo>
                <a:lnTo>
                  <a:pt x="2677" y="9320"/>
                </a:lnTo>
                <a:lnTo>
                  <a:pt x="2653" y="9295"/>
                </a:lnTo>
                <a:lnTo>
                  <a:pt x="2604" y="9320"/>
                </a:lnTo>
                <a:lnTo>
                  <a:pt x="2555" y="9320"/>
                </a:lnTo>
                <a:lnTo>
                  <a:pt x="2507" y="9368"/>
                </a:lnTo>
                <a:lnTo>
                  <a:pt x="2458" y="9490"/>
                </a:lnTo>
                <a:lnTo>
                  <a:pt x="2434" y="9612"/>
                </a:lnTo>
                <a:lnTo>
                  <a:pt x="2434" y="9733"/>
                </a:lnTo>
                <a:lnTo>
                  <a:pt x="2458" y="9831"/>
                </a:lnTo>
                <a:lnTo>
                  <a:pt x="2531" y="9928"/>
                </a:lnTo>
                <a:lnTo>
                  <a:pt x="2604" y="10025"/>
                </a:lnTo>
                <a:lnTo>
                  <a:pt x="2726" y="10098"/>
                </a:lnTo>
                <a:lnTo>
                  <a:pt x="2847" y="10147"/>
                </a:lnTo>
                <a:lnTo>
                  <a:pt x="2969" y="10171"/>
                </a:lnTo>
                <a:lnTo>
                  <a:pt x="3115" y="10147"/>
                </a:lnTo>
                <a:lnTo>
                  <a:pt x="3237" y="10123"/>
                </a:lnTo>
                <a:lnTo>
                  <a:pt x="3358" y="10074"/>
                </a:lnTo>
                <a:lnTo>
                  <a:pt x="3626" y="9928"/>
                </a:lnTo>
                <a:lnTo>
                  <a:pt x="3845" y="9758"/>
                </a:lnTo>
                <a:lnTo>
                  <a:pt x="3918" y="9855"/>
                </a:lnTo>
                <a:lnTo>
                  <a:pt x="3991" y="9952"/>
                </a:lnTo>
                <a:lnTo>
                  <a:pt x="4088" y="10025"/>
                </a:lnTo>
                <a:lnTo>
                  <a:pt x="4186" y="10074"/>
                </a:lnTo>
                <a:lnTo>
                  <a:pt x="4429" y="10171"/>
                </a:lnTo>
                <a:lnTo>
                  <a:pt x="4672" y="10196"/>
                </a:lnTo>
                <a:lnTo>
                  <a:pt x="4940" y="10196"/>
                </a:lnTo>
                <a:lnTo>
                  <a:pt x="5208" y="10147"/>
                </a:lnTo>
                <a:lnTo>
                  <a:pt x="5427" y="10050"/>
                </a:lnTo>
                <a:lnTo>
                  <a:pt x="5646" y="9928"/>
                </a:lnTo>
                <a:lnTo>
                  <a:pt x="5743" y="10001"/>
                </a:lnTo>
                <a:lnTo>
                  <a:pt x="5840" y="10098"/>
                </a:lnTo>
                <a:lnTo>
                  <a:pt x="5986" y="10147"/>
                </a:lnTo>
                <a:lnTo>
                  <a:pt x="6132" y="10196"/>
                </a:lnTo>
                <a:lnTo>
                  <a:pt x="6278" y="10220"/>
                </a:lnTo>
                <a:lnTo>
                  <a:pt x="6424" y="10196"/>
                </a:lnTo>
                <a:lnTo>
                  <a:pt x="6546" y="10171"/>
                </a:lnTo>
                <a:lnTo>
                  <a:pt x="6643" y="10123"/>
                </a:lnTo>
                <a:lnTo>
                  <a:pt x="6741" y="10050"/>
                </a:lnTo>
                <a:lnTo>
                  <a:pt x="6838" y="9977"/>
                </a:lnTo>
                <a:lnTo>
                  <a:pt x="7008" y="9782"/>
                </a:lnTo>
                <a:lnTo>
                  <a:pt x="7130" y="9879"/>
                </a:lnTo>
                <a:lnTo>
                  <a:pt x="7300" y="9977"/>
                </a:lnTo>
                <a:lnTo>
                  <a:pt x="7471" y="10025"/>
                </a:lnTo>
                <a:lnTo>
                  <a:pt x="7665" y="10050"/>
                </a:lnTo>
                <a:lnTo>
                  <a:pt x="7860" y="10050"/>
                </a:lnTo>
                <a:lnTo>
                  <a:pt x="8030" y="10025"/>
                </a:lnTo>
                <a:lnTo>
                  <a:pt x="8225" y="9952"/>
                </a:lnTo>
                <a:lnTo>
                  <a:pt x="8371" y="9879"/>
                </a:lnTo>
                <a:lnTo>
                  <a:pt x="8493" y="9977"/>
                </a:lnTo>
                <a:lnTo>
                  <a:pt x="8639" y="10025"/>
                </a:lnTo>
                <a:lnTo>
                  <a:pt x="8785" y="10074"/>
                </a:lnTo>
                <a:lnTo>
                  <a:pt x="8955" y="10074"/>
                </a:lnTo>
                <a:lnTo>
                  <a:pt x="9125" y="10050"/>
                </a:lnTo>
                <a:lnTo>
                  <a:pt x="9320" y="10001"/>
                </a:lnTo>
                <a:lnTo>
                  <a:pt x="9466" y="9928"/>
                </a:lnTo>
                <a:lnTo>
                  <a:pt x="9636" y="9831"/>
                </a:lnTo>
                <a:lnTo>
                  <a:pt x="9734" y="9904"/>
                </a:lnTo>
                <a:lnTo>
                  <a:pt x="9855" y="9952"/>
                </a:lnTo>
                <a:lnTo>
                  <a:pt x="10001" y="9977"/>
                </a:lnTo>
                <a:lnTo>
                  <a:pt x="10147" y="10001"/>
                </a:lnTo>
                <a:lnTo>
                  <a:pt x="10293" y="10001"/>
                </a:lnTo>
                <a:lnTo>
                  <a:pt x="10439" y="9977"/>
                </a:lnTo>
                <a:lnTo>
                  <a:pt x="10561" y="9928"/>
                </a:lnTo>
                <a:lnTo>
                  <a:pt x="10682" y="9855"/>
                </a:lnTo>
                <a:lnTo>
                  <a:pt x="10780" y="9952"/>
                </a:lnTo>
                <a:lnTo>
                  <a:pt x="10901" y="10001"/>
                </a:lnTo>
                <a:lnTo>
                  <a:pt x="11193" y="10001"/>
                </a:lnTo>
                <a:lnTo>
                  <a:pt x="11339" y="9952"/>
                </a:lnTo>
                <a:lnTo>
                  <a:pt x="11510" y="9904"/>
                </a:lnTo>
                <a:lnTo>
                  <a:pt x="11656" y="9831"/>
                </a:lnTo>
                <a:lnTo>
                  <a:pt x="11802" y="9733"/>
                </a:lnTo>
                <a:lnTo>
                  <a:pt x="11850" y="9806"/>
                </a:lnTo>
                <a:lnTo>
                  <a:pt x="11923" y="9855"/>
                </a:lnTo>
                <a:lnTo>
                  <a:pt x="12069" y="9928"/>
                </a:lnTo>
                <a:lnTo>
                  <a:pt x="12240" y="9952"/>
                </a:lnTo>
                <a:lnTo>
                  <a:pt x="12434" y="9952"/>
                </a:lnTo>
                <a:lnTo>
                  <a:pt x="12629" y="9904"/>
                </a:lnTo>
                <a:lnTo>
                  <a:pt x="12824" y="9831"/>
                </a:lnTo>
                <a:lnTo>
                  <a:pt x="13018" y="9758"/>
                </a:lnTo>
                <a:lnTo>
                  <a:pt x="13164" y="9660"/>
                </a:lnTo>
                <a:lnTo>
                  <a:pt x="13237" y="9612"/>
                </a:lnTo>
                <a:lnTo>
                  <a:pt x="13262" y="9539"/>
                </a:lnTo>
                <a:lnTo>
                  <a:pt x="13262" y="9466"/>
                </a:lnTo>
                <a:lnTo>
                  <a:pt x="13237" y="9393"/>
                </a:lnTo>
                <a:lnTo>
                  <a:pt x="13189" y="9344"/>
                </a:lnTo>
                <a:lnTo>
                  <a:pt x="13116" y="9320"/>
                </a:lnTo>
                <a:lnTo>
                  <a:pt x="13067" y="9320"/>
                </a:lnTo>
                <a:lnTo>
                  <a:pt x="12994" y="9344"/>
                </a:lnTo>
                <a:lnTo>
                  <a:pt x="12775" y="9466"/>
                </a:lnTo>
                <a:lnTo>
                  <a:pt x="12605" y="9539"/>
                </a:lnTo>
                <a:lnTo>
                  <a:pt x="12459" y="9587"/>
                </a:lnTo>
                <a:lnTo>
                  <a:pt x="12288" y="9612"/>
                </a:lnTo>
                <a:lnTo>
                  <a:pt x="12167" y="9612"/>
                </a:lnTo>
                <a:lnTo>
                  <a:pt x="12118" y="9587"/>
                </a:lnTo>
                <a:lnTo>
                  <a:pt x="12094" y="9539"/>
                </a:lnTo>
                <a:lnTo>
                  <a:pt x="12069" y="9490"/>
                </a:lnTo>
                <a:lnTo>
                  <a:pt x="12069" y="9417"/>
                </a:lnTo>
                <a:lnTo>
                  <a:pt x="12069" y="9368"/>
                </a:lnTo>
                <a:lnTo>
                  <a:pt x="12045" y="9295"/>
                </a:lnTo>
                <a:lnTo>
                  <a:pt x="12021" y="9247"/>
                </a:lnTo>
                <a:lnTo>
                  <a:pt x="11972" y="9222"/>
                </a:lnTo>
                <a:lnTo>
                  <a:pt x="11875" y="9222"/>
                </a:lnTo>
                <a:lnTo>
                  <a:pt x="11826" y="9247"/>
                </a:lnTo>
                <a:lnTo>
                  <a:pt x="11777" y="9295"/>
                </a:lnTo>
                <a:lnTo>
                  <a:pt x="11704" y="9393"/>
                </a:lnTo>
                <a:lnTo>
                  <a:pt x="11583" y="9490"/>
                </a:lnTo>
                <a:lnTo>
                  <a:pt x="11437" y="9587"/>
                </a:lnTo>
                <a:lnTo>
                  <a:pt x="11266" y="9660"/>
                </a:lnTo>
                <a:lnTo>
                  <a:pt x="11120" y="9709"/>
                </a:lnTo>
                <a:lnTo>
                  <a:pt x="11072" y="9709"/>
                </a:lnTo>
                <a:lnTo>
                  <a:pt x="11023" y="9685"/>
                </a:lnTo>
                <a:lnTo>
                  <a:pt x="10974" y="9660"/>
                </a:lnTo>
                <a:lnTo>
                  <a:pt x="10950" y="9612"/>
                </a:lnTo>
                <a:lnTo>
                  <a:pt x="10950" y="9539"/>
                </a:lnTo>
                <a:lnTo>
                  <a:pt x="10974" y="9441"/>
                </a:lnTo>
                <a:lnTo>
                  <a:pt x="10974" y="9393"/>
                </a:lnTo>
                <a:lnTo>
                  <a:pt x="10950" y="9320"/>
                </a:lnTo>
                <a:lnTo>
                  <a:pt x="10926" y="9271"/>
                </a:lnTo>
                <a:lnTo>
                  <a:pt x="10853" y="9271"/>
                </a:lnTo>
                <a:lnTo>
                  <a:pt x="10804" y="9247"/>
                </a:lnTo>
                <a:lnTo>
                  <a:pt x="10755" y="9271"/>
                </a:lnTo>
                <a:lnTo>
                  <a:pt x="10682" y="9295"/>
                </a:lnTo>
                <a:lnTo>
                  <a:pt x="10658" y="9368"/>
                </a:lnTo>
                <a:lnTo>
                  <a:pt x="10585" y="9490"/>
                </a:lnTo>
                <a:lnTo>
                  <a:pt x="10463" y="9587"/>
                </a:lnTo>
                <a:lnTo>
                  <a:pt x="10342" y="9636"/>
                </a:lnTo>
                <a:lnTo>
                  <a:pt x="10025" y="9636"/>
                </a:lnTo>
                <a:lnTo>
                  <a:pt x="9928" y="9587"/>
                </a:lnTo>
                <a:lnTo>
                  <a:pt x="9855" y="9563"/>
                </a:lnTo>
                <a:lnTo>
                  <a:pt x="9904" y="9393"/>
                </a:lnTo>
                <a:lnTo>
                  <a:pt x="9904" y="9320"/>
                </a:lnTo>
                <a:lnTo>
                  <a:pt x="9879" y="9247"/>
                </a:lnTo>
                <a:lnTo>
                  <a:pt x="9831" y="9198"/>
                </a:lnTo>
                <a:lnTo>
                  <a:pt x="9782" y="9174"/>
                </a:lnTo>
                <a:lnTo>
                  <a:pt x="9734" y="9149"/>
                </a:lnTo>
                <a:close/>
                <a:moveTo>
                  <a:pt x="16522" y="9003"/>
                </a:moveTo>
                <a:lnTo>
                  <a:pt x="16522" y="9879"/>
                </a:lnTo>
                <a:lnTo>
                  <a:pt x="16401" y="9879"/>
                </a:lnTo>
                <a:lnTo>
                  <a:pt x="16279" y="9928"/>
                </a:lnTo>
                <a:lnTo>
                  <a:pt x="16182" y="9977"/>
                </a:lnTo>
                <a:lnTo>
                  <a:pt x="16084" y="10050"/>
                </a:lnTo>
                <a:lnTo>
                  <a:pt x="15914" y="10196"/>
                </a:lnTo>
                <a:lnTo>
                  <a:pt x="15744" y="10390"/>
                </a:lnTo>
                <a:lnTo>
                  <a:pt x="15598" y="10561"/>
                </a:lnTo>
                <a:lnTo>
                  <a:pt x="15598" y="10342"/>
                </a:lnTo>
                <a:lnTo>
                  <a:pt x="15646" y="10317"/>
                </a:lnTo>
                <a:lnTo>
                  <a:pt x="15671" y="10269"/>
                </a:lnTo>
                <a:lnTo>
                  <a:pt x="15890" y="9879"/>
                </a:lnTo>
                <a:lnTo>
                  <a:pt x="16011" y="9685"/>
                </a:lnTo>
                <a:lnTo>
                  <a:pt x="16133" y="9490"/>
                </a:lnTo>
                <a:lnTo>
                  <a:pt x="16328" y="9271"/>
                </a:lnTo>
                <a:lnTo>
                  <a:pt x="16522" y="9003"/>
                </a:lnTo>
                <a:close/>
                <a:moveTo>
                  <a:pt x="16522" y="10001"/>
                </a:moveTo>
                <a:lnTo>
                  <a:pt x="16522" y="10755"/>
                </a:lnTo>
                <a:lnTo>
                  <a:pt x="16352" y="10853"/>
                </a:lnTo>
                <a:lnTo>
                  <a:pt x="16230" y="10974"/>
                </a:lnTo>
                <a:lnTo>
                  <a:pt x="15987" y="11242"/>
                </a:lnTo>
                <a:lnTo>
                  <a:pt x="15792" y="11461"/>
                </a:lnTo>
                <a:lnTo>
                  <a:pt x="15598" y="11704"/>
                </a:lnTo>
                <a:lnTo>
                  <a:pt x="15598" y="11291"/>
                </a:lnTo>
                <a:lnTo>
                  <a:pt x="15768" y="10974"/>
                </a:lnTo>
                <a:lnTo>
                  <a:pt x="15963" y="10682"/>
                </a:lnTo>
                <a:lnTo>
                  <a:pt x="16255" y="10342"/>
                </a:lnTo>
                <a:lnTo>
                  <a:pt x="16522" y="10001"/>
                </a:lnTo>
                <a:close/>
                <a:moveTo>
                  <a:pt x="10244" y="11145"/>
                </a:moveTo>
                <a:lnTo>
                  <a:pt x="10171" y="11193"/>
                </a:lnTo>
                <a:lnTo>
                  <a:pt x="10123" y="11242"/>
                </a:lnTo>
                <a:lnTo>
                  <a:pt x="9928" y="11534"/>
                </a:lnTo>
                <a:lnTo>
                  <a:pt x="9831" y="11656"/>
                </a:lnTo>
                <a:lnTo>
                  <a:pt x="9709" y="11753"/>
                </a:lnTo>
                <a:lnTo>
                  <a:pt x="9636" y="11802"/>
                </a:lnTo>
                <a:lnTo>
                  <a:pt x="9539" y="11826"/>
                </a:lnTo>
                <a:lnTo>
                  <a:pt x="9320" y="11826"/>
                </a:lnTo>
                <a:lnTo>
                  <a:pt x="9223" y="11802"/>
                </a:lnTo>
                <a:lnTo>
                  <a:pt x="9150" y="11753"/>
                </a:lnTo>
                <a:lnTo>
                  <a:pt x="9077" y="11680"/>
                </a:lnTo>
                <a:lnTo>
                  <a:pt x="9052" y="11607"/>
                </a:lnTo>
                <a:lnTo>
                  <a:pt x="9125" y="11412"/>
                </a:lnTo>
                <a:lnTo>
                  <a:pt x="9125" y="11339"/>
                </a:lnTo>
                <a:lnTo>
                  <a:pt x="9101" y="11266"/>
                </a:lnTo>
                <a:lnTo>
                  <a:pt x="9052" y="11218"/>
                </a:lnTo>
                <a:lnTo>
                  <a:pt x="9004" y="11169"/>
                </a:lnTo>
                <a:lnTo>
                  <a:pt x="8882" y="11169"/>
                </a:lnTo>
                <a:lnTo>
                  <a:pt x="8809" y="11193"/>
                </a:lnTo>
                <a:lnTo>
                  <a:pt x="8760" y="11266"/>
                </a:lnTo>
                <a:lnTo>
                  <a:pt x="8687" y="11388"/>
                </a:lnTo>
                <a:lnTo>
                  <a:pt x="8663" y="11510"/>
                </a:lnTo>
                <a:lnTo>
                  <a:pt x="8566" y="11656"/>
                </a:lnTo>
                <a:lnTo>
                  <a:pt x="8395" y="11729"/>
                </a:lnTo>
                <a:lnTo>
                  <a:pt x="8298" y="11753"/>
                </a:lnTo>
                <a:lnTo>
                  <a:pt x="8176" y="11777"/>
                </a:lnTo>
                <a:lnTo>
                  <a:pt x="8103" y="11753"/>
                </a:lnTo>
                <a:lnTo>
                  <a:pt x="8055" y="11729"/>
                </a:lnTo>
                <a:lnTo>
                  <a:pt x="8055" y="11680"/>
                </a:lnTo>
                <a:lnTo>
                  <a:pt x="8055" y="11607"/>
                </a:lnTo>
                <a:lnTo>
                  <a:pt x="8079" y="11534"/>
                </a:lnTo>
                <a:lnTo>
                  <a:pt x="8079" y="11461"/>
                </a:lnTo>
                <a:lnTo>
                  <a:pt x="8055" y="11412"/>
                </a:lnTo>
                <a:lnTo>
                  <a:pt x="8006" y="11364"/>
                </a:lnTo>
                <a:lnTo>
                  <a:pt x="7957" y="11339"/>
                </a:lnTo>
                <a:lnTo>
                  <a:pt x="7884" y="11315"/>
                </a:lnTo>
                <a:lnTo>
                  <a:pt x="7811" y="11339"/>
                </a:lnTo>
                <a:lnTo>
                  <a:pt x="7763" y="11388"/>
                </a:lnTo>
                <a:lnTo>
                  <a:pt x="7544" y="11558"/>
                </a:lnTo>
                <a:lnTo>
                  <a:pt x="7325" y="11753"/>
                </a:lnTo>
                <a:lnTo>
                  <a:pt x="7179" y="11802"/>
                </a:lnTo>
                <a:lnTo>
                  <a:pt x="6984" y="11826"/>
                </a:lnTo>
                <a:lnTo>
                  <a:pt x="6887" y="11802"/>
                </a:lnTo>
                <a:lnTo>
                  <a:pt x="6765" y="11802"/>
                </a:lnTo>
                <a:lnTo>
                  <a:pt x="6692" y="11753"/>
                </a:lnTo>
                <a:lnTo>
                  <a:pt x="6643" y="11704"/>
                </a:lnTo>
                <a:lnTo>
                  <a:pt x="6668" y="11583"/>
                </a:lnTo>
                <a:lnTo>
                  <a:pt x="6668" y="11412"/>
                </a:lnTo>
                <a:lnTo>
                  <a:pt x="6643" y="11339"/>
                </a:lnTo>
                <a:lnTo>
                  <a:pt x="6595" y="11266"/>
                </a:lnTo>
                <a:lnTo>
                  <a:pt x="6546" y="11218"/>
                </a:lnTo>
                <a:lnTo>
                  <a:pt x="6473" y="11193"/>
                </a:lnTo>
                <a:lnTo>
                  <a:pt x="6400" y="11193"/>
                </a:lnTo>
                <a:lnTo>
                  <a:pt x="6327" y="11218"/>
                </a:lnTo>
                <a:lnTo>
                  <a:pt x="6254" y="11291"/>
                </a:lnTo>
                <a:lnTo>
                  <a:pt x="6205" y="11364"/>
                </a:lnTo>
                <a:lnTo>
                  <a:pt x="6181" y="11485"/>
                </a:lnTo>
                <a:lnTo>
                  <a:pt x="6157" y="11583"/>
                </a:lnTo>
                <a:lnTo>
                  <a:pt x="6084" y="11656"/>
                </a:lnTo>
                <a:lnTo>
                  <a:pt x="5986" y="11704"/>
                </a:lnTo>
                <a:lnTo>
                  <a:pt x="5767" y="11704"/>
                </a:lnTo>
                <a:lnTo>
                  <a:pt x="5670" y="11680"/>
                </a:lnTo>
                <a:lnTo>
                  <a:pt x="5573" y="11607"/>
                </a:lnTo>
                <a:lnTo>
                  <a:pt x="5475" y="11534"/>
                </a:lnTo>
                <a:lnTo>
                  <a:pt x="5427" y="11461"/>
                </a:lnTo>
                <a:lnTo>
                  <a:pt x="5378" y="11388"/>
                </a:lnTo>
                <a:lnTo>
                  <a:pt x="5305" y="11315"/>
                </a:lnTo>
                <a:lnTo>
                  <a:pt x="5232" y="11291"/>
                </a:lnTo>
                <a:lnTo>
                  <a:pt x="5159" y="11291"/>
                </a:lnTo>
                <a:lnTo>
                  <a:pt x="5062" y="11315"/>
                </a:lnTo>
                <a:lnTo>
                  <a:pt x="5013" y="11364"/>
                </a:lnTo>
                <a:lnTo>
                  <a:pt x="4964" y="11412"/>
                </a:lnTo>
                <a:lnTo>
                  <a:pt x="4964" y="11510"/>
                </a:lnTo>
                <a:lnTo>
                  <a:pt x="4964" y="11607"/>
                </a:lnTo>
                <a:lnTo>
                  <a:pt x="4964" y="11680"/>
                </a:lnTo>
                <a:lnTo>
                  <a:pt x="4940" y="11729"/>
                </a:lnTo>
                <a:lnTo>
                  <a:pt x="4891" y="11777"/>
                </a:lnTo>
                <a:lnTo>
                  <a:pt x="4818" y="11826"/>
                </a:lnTo>
                <a:lnTo>
                  <a:pt x="4697" y="11850"/>
                </a:lnTo>
                <a:lnTo>
                  <a:pt x="4599" y="11826"/>
                </a:lnTo>
                <a:lnTo>
                  <a:pt x="4502" y="11753"/>
                </a:lnTo>
                <a:lnTo>
                  <a:pt x="4453" y="11656"/>
                </a:lnTo>
                <a:lnTo>
                  <a:pt x="4453" y="11607"/>
                </a:lnTo>
                <a:lnTo>
                  <a:pt x="4453" y="11558"/>
                </a:lnTo>
                <a:lnTo>
                  <a:pt x="4478" y="11437"/>
                </a:lnTo>
                <a:lnTo>
                  <a:pt x="4429" y="11364"/>
                </a:lnTo>
                <a:lnTo>
                  <a:pt x="4380" y="11291"/>
                </a:lnTo>
                <a:lnTo>
                  <a:pt x="4307" y="11266"/>
                </a:lnTo>
                <a:lnTo>
                  <a:pt x="4210" y="11242"/>
                </a:lnTo>
                <a:lnTo>
                  <a:pt x="4113" y="11266"/>
                </a:lnTo>
                <a:lnTo>
                  <a:pt x="4040" y="11339"/>
                </a:lnTo>
                <a:lnTo>
                  <a:pt x="3991" y="11412"/>
                </a:lnTo>
                <a:lnTo>
                  <a:pt x="3942" y="11510"/>
                </a:lnTo>
                <a:lnTo>
                  <a:pt x="3894" y="11607"/>
                </a:lnTo>
                <a:lnTo>
                  <a:pt x="3796" y="11680"/>
                </a:lnTo>
                <a:lnTo>
                  <a:pt x="3723" y="11753"/>
                </a:lnTo>
                <a:lnTo>
                  <a:pt x="3529" y="11850"/>
                </a:lnTo>
                <a:lnTo>
                  <a:pt x="3431" y="11875"/>
                </a:lnTo>
                <a:lnTo>
                  <a:pt x="3310" y="11899"/>
                </a:lnTo>
                <a:lnTo>
                  <a:pt x="3261" y="11899"/>
                </a:lnTo>
                <a:lnTo>
                  <a:pt x="3212" y="11875"/>
                </a:lnTo>
                <a:lnTo>
                  <a:pt x="3139" y="11826"/>
                </a:lnTo>
                <a:lnTo>
                  <a:pt x="3115" y="11729"/>
                </a:lnTo>
                <a:lnTo>
                  <a:pt x="3066" y="11631"/>
                </a:lnTo>
                <a:lnTo>
                  <a:pt x="3018" y="11461"/>
                </a:lnTo>
                <a:lnTo>
                  <a:pt x="2993" y="11388"/>
                </a:lnTo>
                <a:lnTo>
                  <a:pt x="2969" y="11388"/>
                </a:lnTo>
                <a:lnTo>
                  <a:pt x="2969" y="11364"/>
                </a:lnTo>
                <a:lnTo>
                  <a:pt x="2945" y="11339"/>
                </a:lnTo>
                <a:lnTo>
                  <a:pt x="2896" y="11315"/>
                </a:lnTo>
                <a:lnTo>
                  <a:pt x="2847" y="11315"/>
                </a:lnTo>
                <a:lnTo>
                  <a:pt x="2799" y="11339"/>
                </a:lnTo>
                <a:lnTo>
                  <a:pt x="2750" y="11364"/>
                </a:lnTo>
                <a:lnTo>
                  <a:pt x="2701" y="11461"/>
                </a:lnTo>
                <a:lnTo>
                  <a:pt x="2677" y="11583"/>
                </a:lnTo>
                <a:lnTo>
                  <a:pt x="2677" y="11802"/>
                </a:lnTo>
                <a:lnTo>
                  <a:pt x="2701" y="11923"/>
                </a:lnTo>
                <a:lnTo>
                  <a:pt x="2726" y="12021"/>
                </a:lnTo>
                <a:lnTo>
                  <a:pt x="2799" y="12093"/>
                </a:lnTo>
                <a:lnTo>
                  <a:pt x="2847" y="12191"/>
                </a:lnTo>
                <a:lnTo>
                  <a:pt x="2945" y="12264"/>
                </a:lnTo>
                <a:lnTo>
                  <a:pt x="3042" y="12312"/>
                </a:lnTo>
                <a:lnTo>
                  <a:pt x="3188" y="12361"/>
                </a:lnTo>
                <a:lnTo>
                  <a:pt x="3480" y="12361"/>
                </a:lnTo>
                <a:lnTo>
                  <a:pt x="3626" y="12337"/>
                </a:lnTo>
                <a:lnTo>
                  <a:pt x="3748" y="12288"/>
                </a:lnTo>
                <a:lnTo>
                  <a:pt x="3869" y="12215"/>
                </a:lnTo>
                <a:lnTo>
                  <a:pt x="4015" y="12142"/>
                </a:lnTo>
                <a:lnTo>
                  <a:pt x="4113" y="12045"/>
                </a:lnTo>
                <a:lnTo>
                  <a:pt x="4259" y="12166"/>
                </a:lnTo>
                <a:lnTo>
                  <a:pt x="4405" y="12239"/>
                </a:lnTo>
                <a:lnTo>
                  <a:pt x="4575" y="12288"/>
                </a:lnTo>
                <a:lnTo>
                  <a:pt x="4745" y="12312"/>
                </a:lnTo>
                <a:lnTo>
                  <a:pt x="4916" y="12288"/>
                </a:lnTo>
                <a:lnTo>
                  <a:pt x="5086" y="12239"/>
                </a:lnTo>
                <a:lnTo>
                  <a:pt x="5232" y="12142"/>
                </a:lnTo>
                <a:lnTo>
                  <a:pt x="5354" y="12021"/>
                </a:lnTo>
                <a:lnTo>
                  <a:pt x="5475" y="12069"/>
                </a:lnTo>
                <a:lnTo>
                  <a:pt x="5597" y="12118"/>
                </a:lnTo>
                <a:lnTo>
                  <a:pt x="5743" y="12142"/>
                </a:lnTo>
                <a:lnTo>
                  <a:pt x="5889" y="12166"/>
                </a:lnTo>
                <a:lnTo>
                  <a:pt x="6011" y="12166"/>
                </a:lnTo>
                <a:lnTo>
                  <a:pt x="6157" y="12142"/>
                </a:lnTo>
                <a:lnTo>
                  <a:pt x="6278" y="12093"/>
                </a:lnTo>
                <a:lnTo>
                  <a:pt x="6376" y="12045"/>
                </a:lnTo>
                <a:lnTo>
                  <a:pt x="6546" y="12142"/>
                </a:lnTo>
                <a:lnTo>
                  <a:pt x="6716" y="12239"/>
                </a:lnTo>
                <a:lnTo>
                  <a:pt x="6862" y="12288"/>
                </a:lnTo>
                <a:lnTo>
                  <a:pt x="7008" y="12312"/>
                </a:lnTo>
                <a:lnTo>
                  <a:pt x="7154" y="12288"/>
                </a:lnTo>
                <a:lnTo>
                  <a:pt x="7276" y="12264"/>
                </a:lnTo>
                <a:lnTo>
                  <a:pt x="7398" y="12191"/>
                </a:lnTo>
                <a:lnTo>
                  <a:pt x="7519" y="12118"/>
                </a:lnTo>
                <a:lnTo>
                  <a:pt x="7763" y="11948"/>
                </a:lnTo>
                <a:lnTo>
                  <a:pt x="7836" y="12021"/>
                </a:lnTo>
                <a:lnTo>
                  <a:pt x="7909" y="12093"/>
                </a:lnTo>
                <a:lnTo>
                  <a:pt x="8030" y="12142"/>
                </a:lnTo>
                <a:lnTo>
                  <a:pt x="8347" y="12142"/>
                </a:lnTo>
                <a:lnTo>
                  <a:pt x="8493" y="12118"/>
                </a:lnTo>
                <a:lnTo>
                  <a:pt x="8663" y="12045"/>
                </a:lnTo>
                <a:lnTo>
                  <a:pt x="8785" y="11948"/>
                </a:lnTo>
                <a:lnTo>
                  <a:pt x="8882" y="12021"/>
                </a:lnTo>
                <a:lnTo>
                  <a:pt x="8955" y="12093"/>
                </a:lnTo>
                <a:lnTo>
                  <a:pt x="9174" y="12191"/>
                </a:lnTo>
                <a:lnTo>
                  <a:pt x="9320" y="12239"/>
                </a:lnTo>
                <a:lnTo>
                  <a:pt x="9466" y="12264"/>
                </a:lnTo>
                <a:lnTo>
                  <a:pt x="9588" y="12239"/>
                </a:lnTo>
                <a:lnTo>
                  <a:pt x="9709" y="12215"/>
                </a:lnTo>
                <a:lnTo>
                  <a:pt x="9831" y="12166"/>
                </a:lnTo>
                <a:lnTo>
                  <a:pt x="9952" y="12093"/>
                </a:lnTo>
                <a:lnTo>
                  <a:pt x="10147" y="11899"/>
                </a:lnTo>
                <a:lnTo>
                  <a:pt x="10269" y="12021"/>
                </a:lnTo>
                <a:lnTo>
                  <a:pt x="10415" y="12093"/>
                </a:lnTo>
                <a:lnTo>
                  <a:pt x="10561" y="12142"/>
                </a:lnTo>
                <a:lnTo>
                  <a:pt x="10755" y="12166"/>
                </a:lnTo>
                <a:lnTo>
                  <a:pt x="10926" y="12191"/>
                </a:lnTo>
                <a:lnTo>
                  <a:pt x="11096" y="12166"/>
                </a:lnTo>
                <a:lnTo>
                  <a:pt x="11266" y="12093"/>
                </a:lnTo>
                <a:lnTo>
                  <a:pt x="11412" y="12021"/>
                </a:lnTo>
                <a:lnTo>
                  <a:pt x="11558" y="12093"/>
                </a:lnTo>
                <a:lnTo>
                  <a:pt x="11704" y="12142"/>
                </a:lnTo>
                <a:lnTo>
                  <a:pt x="12045" y="12142"/>
                </a:lnTo>
                <a:lnTo>
                  <a:pt x="12215" y="12118"/>
                </a:lnTo>
                <a:lnTo>
                  <a:pt x="12410" y="12069"/>
                </a:lnTo>
                <a:lnTo>
                  <a:pt x="12580" y="11996"/>
                </a:lnTo>
                <a:lnTo>
                  <a:pt x="12726" y="11899"/>
                </a:lnTo>
                <a:lnTo>
                  <a:pt x="12799" y="11948"/>
                </a:lnTo>
                <a:lnTo>
                  <a:pt x="12921" y="11972"/>
                </a:lnTo>
                <a:lnTo>
                  <a:pt x="13043" y="11972"/>
                </a:lnTo>
                <a:lnTo>
                  <a:pt x="13164" y="11948"/>
                </a:lnTo>
                <a:lnTo>
                  <a:pt x="13237" y="11899"/>
                </a:lnTo>
                <a:lnTo>
                  <a:pt x="13286" y="11850"/>
                </a:lnTo>
                <a:lnTo>
                  <a:pt x="13310" y="11777"/>
                </a:lnTo>
                <a:lnTo>
                  <a:pt x="13310" y="11704"/>
                </a:lnTo>
                <a:lnTo>
                  <a:pt x="13286" y="11631"/>
                </a:lnTo>
                <a:lnTo>
                  <a:pt x="13262" y="11583"/>
                </a:lnTo>
                <a:lnTo>
                  <a:pt x="13189" y="11558"/>
                </a:lnTo>
                <a:lnTo>
                  <a:pt x="13116" y="11534"/>
                </a:lnTo>
                <a:lnTo>
                  <a:pt x="13043" y="11558"/>
                </a:lnTo>
                <a:lnTo>
                  <a:pt x="12970" y="11534"/>
                </a:lnTo>
                <a:lnTo>
                  <a:pt x="12897" y="11437"/>
                </a:lnTo>
                <a:lnTo>
                  <a:pt x="12799" y="11388"/>
                </a:lnTo>
                <a:lnTo>
                  <a:pt x="12751" y="11364"/>
                </a:lnTo>
                <a:lnTo>
                  <a:pt x="12702" y="11364"/>
                </a:lnTo>
                <a:lnTo>
                  <a:pt x="12653" y="11388"/>
                </a:lnTo>
                <a:lnTo>
                  <a:pt x="12605" y="11437"/>
                </a:lnTo>
                <a:lnTo>
                  <a:pt x="12532" y="11485"/>
                </a:lnTo>
                <a:lnTo>
                  <a:pt x="12410" y="11558"/>
                </a:lnTo>
                <a:lnTo>
                  <a:pt x="12264" y="11631"/>
                </a:lnTo>
                <a:lnTo>
                  <a:pt x="12094" y="11704"/>
                </a:lnTo>
                <a:lnTo>
                  <a:pt x="11948" y="11729"/>
                </a:lnTo>
                <a:lnTo>
                  <a:pt x="11753" y="11729"/>
                </a:lnTo>
                <a:lnTo>
                  <a:pt x="11729" y="11704"/>
                </a:lnTo>
                <a:lnTo>
                  <a:pt x="11704" y="11656"/>
                </a:lnTo>
                <a:lnTo>
                  <a:pt x="11680" y="11607"/>
                </a:lnTo>
                <a:lnTo>
                  <a:pt x="11704" y="11485"/>
                </a:lnTo>
                <a:lnTo>
                  <a:pt x="11704" y="11412"/>
                </a:lnTo>
                <a:lnTo>
                  <a:pt x="11656" y="11339"/>
                </a:lnTo>
                <a:lnTo>
                  <a:pt x="11607" y="11291"/>
                </a:lnTo>
                <a:lnTo>
                  <a:pt x="11534" y="11266"/>
                </a:lnTo>
                <a:lnTo>
                  <a:pt x="11461" y="11291"/>
                </a:lnTo>
                <a:lnTo>
                  <a:pt x="11388" y="11315"/>
                </a:lnTo>
                <a:lnTo>
                  <a:pt x="11315" y="11364"/>
                </a:lnTo>
                <a:lnTo>
                  <a:pt x="11291" y="11437"/>
                </a:lnTo>
                <a:lnTo>
                  <a:pt x="11266" y="11558"/>
                </a:lnTo>
                <a:lnTo>
                  <a:pt x="11218" y="11607"/>
                </a:lnTo>
                <a:lnTo>
                  <a:pt x="11169" y="11656"/>
                </a:lnTo>
                <a:lnTo>
                  <a:pt x="11047" y="11729"/>
                </a:lnTo>
                <a:lnTo>
                  <a:pt x="10901" y="11753"/>
                </a:lnTo>
                <a:lnTo>
                  <a:pt x="10755" y="11753"/>
                </a:lnTo>
                <a:lnTo>
                  <a:pt x="10609" y="11729"/>
                </a:lnTo>
                <a:lnTo>
                  <a:pt x="10488" y="11656"/>
                </a:lnTo>
                <a:lnTo>
                  <a:pt x="10463" y="11631"/>
                </a:lnTo>
                <a:lnTo>
                  <a:pt x="10439" y="11583"/>
                </a:lnTo>
                <a:lnTo>
                  <a:pt x="10439" y="11510"/>
                </a:lnTo>
                <a:lnTo>
                  <a:pt x="10463" y="11461"/>
                </a:lnTo>
                <a:lnTo>
                  <a:pt x="10512" y="11364"/>
                </a:lnTo>
                <a:lnTo>
                  <a:pt x="10488" y="11291"/>
                </a:lnTo>
                <a:lnTo>
                  <a:pt x="10463" y="11218"/>
                </a:lnTo>
                <a:lnTo>
                  <a:pt x="10390" y="11169"/>
                </a:lnTo>
                <a:lnTo>
                  <a:pt x="10317" y="11145"/>
                </a:lnTo>
                <a:close/>
                <a:moveTo>
                  <a:pt x="16498" y="11193"/>
                </a:moveTo>
                <a:lnTo>
                  <a:pt x="16498" y="11948"/>
                </a:lnTo>
                <a:lnTo>
                  <a:pt x="16255" y="12093"/>
                </a:lnTo>
                <a:lnTo>
                  <a:pt x="16011" y="12312"/>
                </a:lnTo>
                <a:lnTo>
                  <a:pt x="15792" y="12556"/>
                </a:lnTo>
                <a:lnTo>
                  <a:pt x="15598" y="12823"/>
                </a:lnTo>
                <a:lnTo>
                  <a:pt x="15598" y="12775"/>
                </a:lnTo>
                <a:lnTo>
                  <a:pt x="15598" y="12434"/>
                </a:lnTo>
                <a:lnTo>
                  <a:pt x="15622" y="12385"/>
                </a:lnTo>
                <a:lnTo>
                  <a:pt x="15914" y="11923"/>
                </a:lnTo>
                <a:lnTo>
                  <a:pt x="16060" y="11680"/>
                </a:lnTo>
                <a:lnTo>
                  <a:pt x="16206" y="11461"/>
                </a:lnTo>
                <a:lnTo>
                  <a:pt x="16352" y="11339"/>
                </a:lnTo>
                <a:lnTo>
                  <a:pt x="16498" y="11193"/>
                </a:lnTo>
                <a:close/>
                <a:moveTo>
                  <a:pt x="16498" y="12288"/>
                </a:moveTo>
                <a:lnTo>
                  <a:pt x="16498" y="13140"/>
                </a:lnTo>
                <a:lnTo>
                  <a:pt x="16303" y="13213"/>
                </a:lnTo>
                <a:lnTo>
                  <a:pt x="16157" y="13334"/>
                </a:lnTo>
                <a:lnTo>
                  <a:pt x="16011" y="13456"/>
                </a:lnTo>
                <a:lnTo>
                  <a:pt x="15890" y="13602"/>
                </a:lnTo>
                <a:lnTo>
                  <a:pt x="15719" y="13797"/>
                </a:lnTo>
                <a:lnTo>
                  <a:pt x="15573" y="14016"/>
                </a:lnTo>
                <a:lnTo>
                  <a:pt x="15573" y="13602"/>
                </a:lnTo>
                <a:lnTo>
                  <a:pt x="15792" y="13213"/>
                </a:lnTo>
                <a:lnTo>
                  <a:pt x="16036" y="12848"/>
                </a:lnTo>
                <a:lnTo>
                  <a:pt x="16255" y="12556"/>
                </a:lnTo>
                <a:lnTo>
                  <a:pt x="16498" y="12288"/>
                </a:lnTo>
                <a:close/>
                <a:moveTo>
                  <a:pt x="2847" y="13286"/>
                </a:moveTo>
                <a:lnTo>
                  <a:pt x="2799" y="13310"/>
                </a:lnTo>
                <a:lnTo>
                  <a:pt x="2774" y="13334"/>
                </a:lnTo>
                <a:lnTo>
                  <a:pt x="2580" y="13675"/>
                </a:lnTo>
                <a:lnTo>
                  <a:pt x="2507" y="13870"/>
                </a:lnTo>
                <a:lnTo>
                  <a:pt x="2458" y="14064"/>
                </a:lnTo>
                <a:lnTo>
                  <a:pt x="2434" y="14259"/>
                </a:lnTo>
                <a:lnTo>
                  <a:pt x="2458" y="14332"/>
                </a:lnTo>
                <a:lnTo>
                  <a:pt x="2507" y="14405"/>
                </a:lnTo>
                <a:lnTo>
                  <a:pt x="2555" y="14478"/>
                </a:lnTo>
                <a:lnTo>
                  <a:pt x="2628" y="14527"/>
                </a:lnTo>
                <a:lnTo>
                  <a:pt x="2750" y="14551"/>
                </a:lnTo>
                <a:lnTo>
                  <a:pt x="3018" y="14551"/>
                </a:lnTo>
                <a:lnTo>
                  <a:pt x="3164" y="14527"/>
                </a:lnTo>
                <a:lnTo>
                  <a:pt x="3285" y="14478"/>
                </a:lnTo>
                <a:lnTo>
                  <a:pt x="3431" y="14429"/>
                </a:lnTo>
                <a:lnTo>
                  <a:pt x="3699" y="14283"/>
                </a:lnTo>
                <a:lnTo>
                  <a:pt x="3942" y="14089"/>
                </a:lnTo>
                <a:lnTo>
                  <a:pt x="4015" y="14186"/>
                </a:lnTo>
                <a:lnTo>
                  <a:pt x="4137" y="14259"/>
                </a:lnTo>
                <a:lnTo>
                  <a:pt x="4234" y="14332"/>
                </a:lnTo>
                <a:lnTo>
                  <a:pt x="4380" y="14381"/>
                </a:lnTo>
                <a:lnTo>
                  <a:pt x="4551" y="14429"/>
                </a:lnTo>
                <a:lnTo>
                  <a:pt x="4867" y="14429"/>
                </a:lnTo>
                <a:lnTo>
                  <a:pt x="5037" y="14405"/>
                </a:lnTo>
                <a:lnTo>
                  <a:pt x="5183" y="14356"/>
                </a:lnTo>
                <a:lnTo>
                  <a:pt x="5329" y="14283"/>
                </a:lnTo>
                <a:lnTo>
                  <a:pt x="5475" y="14186"/>
                </a:lnTo>
                <a:lnTo>
                  <a:pt x="5597" y="14089"/>
                </a:lnTo>
                <a:lnTo>
                  <a:pt x="5719" y="14186"/>
                </a:lnTo>
                <a:lnTo>
                  <a:pt x="5889" y="14235"/>
                </a:lnTo>
                <a:lnTo>
                  <a:pt x="6084" y="14259"/>
                </a:lnTo>
                <a:lnTo>
                  <a:pt x="6278" y="14259"/>
                </a:lnTo>
                <a:lnTo>
                  <a:pt x="6814" y="14235"/>
                </a:lnTo>
                <a:lnTo>
                  <a:pt x="7325" y="14259"/>
                </a:lnTo>
                <a:lnTo>
                  <a:pt x="7665" y="14283"/>
                </a:lnTo>
                <a:lnTo>
                  <a:pt x="8030" y="14259"/>
                </a:lnTo>
                <a:lnTo>
                  <a:pt x="8225" y="14235"/>
                </a:lnTo>
                <a:lnTo>
                  <a:pt x="8395" y="14186"/>
                </a:lnTo>
                <a:lnTo>
                  <a:pt x="8541" y="14113"/>
                </a:lnTo>
                <a:lnTo>
                  <a:pt x="8687" y="13991"/>
                </a:lnTo>
                <a:lnTo>
                  <a:pt x="8712" y="13943"/>
                </a:lnTo>
                <a:lnTo>
                  <a:pt x="8712" y="13894"/>
                </a:lnTo>
                <a:lnTo>
                  <a:pt x="8687" y="13845"/>
                </a:lnTo>
                <a:lnTo>
                  <a:pt x="8639" y="13821"/>
                </a:lnTo>
                <a:lnTo>
                  <a:pt x="8420" y="13772"/>
                </a:lnTo>
                <a:lnTo>
                  <a:pt x="8225" y="13797"/>
                </a:lnTo>
                <a:lnTo>
                  <a:pt x="7787" y="13845"/>
                </a:lnTo>
                <a:lnTo>
                  <a:pt x="7373" y="13845"/>
                </a:lnTo>
                <a:lnTo>
                  <a:pt x="6935" y="13797"/>
                </a:lnTo>
                <a:lnTo>
                  <a:pt x="6716" y="13797"/>
                </a:lnTo>
                <a:lnTo>
                  <a:pt x="6376" y="13821"/>
                </a:lnTo>
                <a:lnTo>
                  <a:pt x="6059" y="13821"/>
                </a:lnTo>
                <a:lnTo>
                  <a:pt x="5962" y="13797"/>
                </a:lnTo>
                <a:lnTo>
                  <a:pt x="5938" y="13797"/>
                </a:lnTo>
                <a:lnTo>
                  <a:pt x="5938" y="13772"/>
                </a:lnTo>
                <a:lnTo>
                  <a:pt x="5962" y="13699"/>
                </a:lnTo>
                <a:lnTo>
                  <a:pt x="5938" y="13602"/>
                </a:lnTo>
                <a:lnTo>
                  <a:pt x="5913" y="13553"/>
                </a:lnTo>
                <a:lnTo>
                  <a:pt x="5865" y="13480"/>
                </a:lnTo>
                <a:lnTo>
                  <a:pt x="5816" y="13456"/>
                </a:lnTo>
                <a:lnTo>
                  <a:pt x="5743" y="13432"/>
                </a:lnTo>
                <a:lnTo>
                  <a:pt x="5670" y="13456"/>
                </a:lnTo>
                <a:lnTo>
                  <a:pt x="5597" y="13505"/>
                </a:lnTo>
                <a:lnTo>
                  <a:pt x="5354" y="13748"/>
                </a:lnTo>
                <a:lnTo>
                  <a:pt x="5062" y="13943"/>
                </a:lnTo>
                <a:lnTo>
                  <a:pt x="4964" y="13991"/>
                </a:lnTo>
                <a:lnTo>
                  <a:pt x="4818" y="14016"/>
                </a:lnTo>
                <a:lnTo>
                  <a:pt x="4672" y="14016"/>
                </a:lnTo>
                <a:lnTo>
                  <a:pt x="4526" y="13991"/>
                </a:lnTo>
                <a:lnTo>
                  <a:pt x="4405" y="13943"/>
                </a:lnTo>
                <a:lnTo>
                  <a:pt x="4307" y="13870"/>
                </a:lnTo>
                <a:lnTo>
                  <a:pt x="4283" y="13821"/>
                </a:lnTo>
                <a:lnTo>
                  <a:pt x="4283" y="13748"/>
                </a:lnTo>
                <a:lnTo>
                  <a:pt x="4283" y="13675"/>
                </a:lnTo>
                <a:lnTo>
                  <a:pt x="4307" y="13578"/>
                </a:lnTo>
                <a:lnTo>
                  <a:pt x="4307" y="13505"/>
                </a:lnTo>
                <a:lnTo>
                  <a:pt x="4307" y="13432"/>
                </a:lnTo>
                <a:lnTo>
                  <a:pt x="4259" y="13383"/>
                </a:lnTo>
                <a:lnTo>
                  <a:pt x="4186" y="13334"/>
                </a:lnTo>
                <a:lnTo>
                  <a:pt x="4113" y="13310"/>
                </a:lnTo>
                <a:lnTo>
                  <a:pt x="4040" y="13334"/>
                </a:lnTo>
                <a:lnTo>
                  <a:pt x="3967" y="13359"/>
                </a:lnTo>
                <a:lnTo>
                  <a:pt x="3918" y="13432"/>
                </a:lnTo>
                <a:lnTo>
                  <a:pt x="3845" y="13529"/>
                </a:lnTo>
                <a:lnTo>
                  <a:pt x="3772" y="13602"/>
                </a:lnTo>
                <a:lnTo>
                  <a:pt x="3602" y="13772"/>
                </a:lnTo>
                <a:lnTo>
                  <a:pt x="3407" y="13918"/>
                </a:lnTo>
                <a:lnTo>
                  <a:pt x="3212" y="14016"/>
                </a:lnTo>
                <a:lnTo>
                  <a:pt x="3091" y="14089"/>
                </a:lnTo>
                <a:lnTo>
                  <a:pt x="2945" y="14113"/>
                </a:lnTo>
                <a:lnTo>
                  <a:pt x="2896" y="14113"/>
                </a:lnTo>
                <a:lnTo>
                  <a:pt x="2847" y="14089"/>
                </a:lnTo>
                <a:lnTo>
                  <a:pt x="2847" y="14016"/>
                </a:lnTo>
                <a:lnTo>
                  <a:pt x="2847" y="13918"/>
                </a:lnTo>
                <a:lnTo>
                  <a:pt x="2969" y="13456"/>
                </a:lnTo>
                <a:lnTo>
                  <a:pt x="2969" y="13407"/>
                </a:lnTo>
                <a:lnTo>
                  <a:pt x="2969" y="13359"/>
                </a:lnTo>
                <a:lnTo>
                  <a:pt x="2920" y="13310"/>
                </a:lnTo>
                <a:lnTo>
                  <a:pt x="2872" y="13286"/>
                </a:lnTo>
                <a:close/>
                <a:moveTo>
                  <a:pt x="16498" y="13286"/>
                </a:moveTo>
                <a:lnTo>
                  <a:pt x="16474" y="14137"/>
                </a:lnTo>
                <a:lnTo>
                  <a:pt x="16425" y="14137"/>
                </a:lnTo>
                <a:lnTo>
                  <a:pt x="16328" y="14210"/>
                </a:lnTo>
                <a:lnTo>
                  <a:pt x="16206" y="14283"/>
                </a:lnTo>
                <a:lnTo>
                  <a:pt x="15987" y="14478"/>
                </a:lnTo>
                <a:lnTo>
                  <a:pt x="15792" y="14697"/>
                </a:lnTo>
                <a:lnTo>
                  <a:pt x="15622" y="14916"/>
                </a:lnTo>
                <a:lnTo>
                  <a:pt x="15525" y="15038"/>
                </a:lnTo>
                <a:lnTo>
                  <a:pt x="15549" y="14673"/>
                </a:lnTo>
                <a:lnTo>
                  <a:pt x="15573" y="14673"/>
                </a:lnTo>
                <a:lnTo>
                  <a:pt x="15695" y="14502"/>
                </a:lnTo>
                <a:lnTo>
                  <a:pt x="15817" y="14332"/>
                </a:lnTo>
                <a:lnTo>
                  <a:pt x="16011" y="13967"/>
                </a:lnTo>
                <a:lnTo>
                  <a:pt x="16230" y="13602"/>
                </a:lnTo>
                <a:lnTo>
                  <a:pt x="16352" y="13432"/>
                </a:lnTo>
                <a:lnTo>
                  <a:pt x="16498" y="13286"/>
                </a:lnTo>
                <a:close/>
                <a:moveTo>
                  <a:pt x="16474" y="14332"/>
                </a:moveTo>
                <a:lnTo>
                  <a:pt x="16449" y="15208"/>
                </a:lnTo>
                <a:lnTo>
                  <a:pt x="16352" y="15232"/>
                </a:lnTo>
                <a:lnTo>
                  <a:pt x="16230" y="15305"/>
                </a:lnTo>
                <a:lnTo>
                  <a:pt x="15987" y="15500"/>
                </a:lnTo>
                <a:lnTo>
                  <a:pt x="15768" y="15719"/>
                </a:lnTo>
                <a:lnTo>
                  <a:pt x="15622" y="15889"/>
                </a:lnTo>
                <a:lnTo>
                  <a:pt x="15476" y="16035"/>
                </a:lnTo>
                <a:lnTo>
                  <a:pt x="15476" y="15743"/>
                </a:lnTo>
                <a:lnTo>
                  <a:pt x="15549" y="15695"/>
                </a:lnTo>
                <a:lnTo>
                  <a:pt x="15598" y="15646"/>
                </a:lnTo>
                <a:lnTo>
                  <a:pt x="15671" y="15500"/>
                </a:lnTo>
                <a:lnTo>
                  <a:pt x="15817" y="15257"/>
                </a:lnTo>
                <a:lnTo>
                  <a:pt x="16011" y="15013"/>
                </a:lnTo>
                <a:lnTo>
                  <a:pt x="16279" y="14697"/>
                </a:lnTo>
                <a:lnTo>
                  <a:pt x="16376" y="14502"/>
                </a:lnTo>
                <a:lnTo>
                  <a:pt x="16474" y="14332"/>
                </a:lnTo>
                <a:close/>
                <a:moveTo>
                  <a:pt x="16449" y="15622"/>
                </a:moveTo>
                <a:lnTo>
                  <a:pt x="16425" y="16376"/>
                </a:lnTo>
                <a:lnTo>
                  <a:pt x="16328" y="16425"/>
                </a:lnTo>
                <a:lnTo>
                  <a:pt x="16230" y="16522"/>
                </a:lnTo>
                <a:lnTo>
                  <a:pt x="16036" y="16692"/>
                </a:lnTo>
                <a:lnTo>
                  <a:pt x="15719" y="17082"/>
                </a:lnTo>
                <a:lnTo>
                  <a:pt x="15427" y="17422"/>
                </a:lnTo>
                <a:lnTo>
                  <a:pt x="15427" y="17106"/>
                </a:lnTo>
                <a:lnTo>
                  <a:pt x="15452" y="16960"/>
                </a:lnTo>
                <a:lnTo>
                  <a:pt x="15452" y="16887"/>
                </a:lnTo>
                <a:lnTo>
                  <a:pt x="15476" y="16765"/>
                </a:lnTo>
                <a:lnTo>
                  <a:pt x="15525" y="16644"/>
                </a:lnTo>
                <a:lnTo>
                  <a:pt x="15598" y="16522"/>
                </a:lnTo>
                <a:lnTo>
                  <a:pt x="15695" y="16400"/>
                </a:lnTo>
                <a:lnTo>
                  <a:pt x="15890" y="16181"/>
                </a:lnTo>
                <a:lnTo>
                  <a:pt x="16060" y="15987"/>
                </a:lnTo>
                <a:lnTo>
                  <a:pt x="16255" y="15816"/>
                </a:lnTo>
                <a:lnTo>
                  <a:pt x="16449" y="15622"/>
                </a:lnTo>
                <a:close/>
                <a:moveTo>
                  <a:pt x="16401" y="16984"/>
                </a:moveTo>
                <a:lnTo>
                  <a:pt x="16401" y="17641"/>
                </a:lnTo>
                <a:lnTo>
                  <a:pt x="16157" y="17763"/>
                </a:lnTo>
                <a:lnTo>
                  <a:pt x="15938" y="17933"/>
                </a:lnTo>
                <a:lnTo>
                  <a:pt x="15719" y="18104"/>
                </a:lnTo>
                <a:lnTo>
                  <a:pt x="15549" y="18323"/>
                </a:lnTo>
                <a:lnTo>
                  <a:pt x="15403" y="18493"/>
                </a:lnTo>
                <a:lnTo>
                  <a:pt x="15403" y="18347"/>
                </a:lnTo>
                <a:lnTo>
                  <a:pt x="15452" y="18298"/>
                </a:lnTo>
                <a:lnTo>
                  <a:pt x="15476" y="18250"/>
                </a:lnTo>
                <a:lnTo>
                  <a:pt x="15525" y="18104"/>
                </a:lnTo>
                <a:lnTo>
                  <a:pt x="15598" y="17982"/>
                </a:lnTo>
                <a:lnTo>
                  <a:pt x="15768" y="17714"/>
                </a:lnTo>
                <a:lnTo>
                  <a:pt x="15963" y="17471"/>
                </a:lnTo>
                <a:lnTo>
                  <a:pt x="16157" y="17252"/>
                </a:lnTo>
                <a:lnTo>
                  <a:pt x="16401" y="16984"/>
                </a:lnTo>
                <a:close/>
                <a:moveTo>
                  <a:pt x="14405" y="1533"/>
                </a:moveTo>
                <a:lnTo>
                  <a:pt x="14722" y="1558"/>
                </a:lnTo>
                <a:lnTo>
                  <a:pt x="14819" y="1582"/>
                </a:lnTo>
                <a:lnTo>
                  <a:pt x="14892" y="1606"/>
                </a:lnTo>
                <a:lnTo>
                  <a:pt x="14965" y="1655"/>
                </a:lnTo>
                <a:lnTo>
                  <a:pt x="14965" y="1874"/>
                </a:lnTo>
                <a:lnTo>
                  <a:pt x="14989" y="2093"/>
                </a:lnTo>
                <a:lnTo>
                  <a:pt x="15062" y="2531"/>
                </a:lnTo>
                <a:lnTo>
                  <a:pt x="15062" y="3188"/>
                </a:lnTo>
                <a:lnTo>
                  <a:pt x="15038" y="3821"/>
                </a:lnTo>
                <a:lnTo>
                  <a:pt x="15014" y="5183"/>
                </a:lnTo>
                <a:lnTo>
                  <a:pt x="15014" y="6546"/>
                </a:lnTo>
                <a:lnTo>
                  <a:pt x="15038" y="9563"/>
                </a:lnTo>
                <a:lnTo>
                  <a:pt x="15038" y="12580"/>
                </a:lnTo>
                <a:lnTo>
                  <a:pt x="15038" y="13651"/>
                </a:lnTo>
                <a:lnTo>
                  <a:pt x="14989" y="14697"/>
                </a:lnTo>
                <a:lnTo>
                  <a:pt x="14941" y="15768"/>
                </a:lnTo>
                <a:lnTo>
                  <a:pt x="14892" y="16814"/>
                </a:lnTo>
                <a:lnTo>
                  <a:pt x="14868" y="18420"/>
                </a:lnTo>
                <a:lnTo>
                  <a:pt x="14843" y="19077"/>
                </a:lnTo>
                <a:lnTo>
                  <a:pt x="14843" y="19296"/>
                </a:lnTo>
                <a:lnTo>
                  <a:pt x="14819" y="19393"/>
                </a:lnTo>
                <a:lnTo>
                  <a:pt x="14868" y="19296"/>
                </a:lnTo>
                <a:lnTo>
                  <a:pt x="14843" y="19369"/>
                </a:lnTo>
                <a:lnTo>
                  <a:pt x="14843" y="19442"/>
                </a:lnTo>
                <a:lnTo>
                  <a:pt x="14503" y="19491"/>
                </a:lnTo>
                <a:lnTo>
                  <a:pt x="13505" y="19491"/>
                </a:lnTo>
                <a:lnTo>
                  <a:pt x="12580" y="19515"/>
                </a:lnTo>
                <a:lnTo>
                  <a:pt x="11680" y="19539"/>
                </a:lnTo>
                <a:lnTo>
                  <a:pt x="9636" y="19466"/>
                </a:lnTo>
                <a:lnTo>
                  <a:pt x="7592" y="19418"/>
                </a:lnTo>
                <a:lnTo>
                  <a:pt x="6570" y="19393"/>
                </a:lnTo>
                <a:lnTo>
                  <a:pt x="2653" y="19393"/>
                </a:lnTo>
                <a:lnTo>
                  <a:pt x="1777" y="19466"/>
                </a:lnTo>
                <a:lnTo>
                  <a:pt x="1266" y="19491"/>
                </a:lnTo>
                <a:lnTo>
                  <a:pt x="731" y="19515"/>
                </a:lnTo>
                <a:lnTo>
                  <a:pt x="731" y="19491"/>
                </a:lnTo>
                <a:lnTo>
                  <a:pt x="682" y="18955"/>
                </a:lnTo>
                <a:lnTo>
                  <a:pt x="658" y="18420"/>
                </a:lnTo>
                <a:lnTo>
                  <a:pt x="633" y="17349"/>
                </a:lnTo>
                <a:lnTo>
                  <a:pt x="658" y="16279"/>
                </a:lnTo>
                <a:lnTo>
                  <a:pt x="633" y="15743"/>
                </a:lnTo>
                <a:lnTo>
                  <a:pt x="609" y="15208"/>
                </a:lnTo>
                <a:lnTo>
                  <a:pt x="560" y="14648"/>
                </a:lnTo>
                <a:lnTo>
                  <a:pt x="560" y="14113"/>
                </a:lnTo>
                <a:lnTo>
                  <a:pt x="560" y="13553"/>
                </a:lnTo>
                <a:lnTo>
                  <a:pt x="560" y="13018"/>
                </a:lnTo>
                <a:lnTo>
                  <a:pt x="633" y="11923"/>
                </a:lnTo>
                <a:lnTo>
                  <a:pt x="682" y="10828"/>
                </a:lnTo>
                <a:lnTo>
                  <a:pt x="731" y="9685"/>
                </a:lnTo>
                <a:lnTo>
                  <a:pt x="731" y="8541"/>
                </a:lnTo>
                <a:lnTo>
                  <a:pt x="682" y="7422"/>
                </a:lnTo>
                <a:lnTo>
                  <a:pt x="658" y="6278"/>
                </a:lnTo>
                <a:lnTo>
                  <a:pt x="585" y="4015"/>
                </a:lnTo>
                <a:lnTo>
                  <a:pt x="560" y="2847"/>
                </a:lnTo>
                <a:lnTo>
                  <a:pt x="560" y="2239"/>
                </a:lnTo>
                <a:lnTo>
                  <a:pt x="512" y="1655"/>
                </a:lnTo>
                <a:lnTo>
                  <a:pt x="852" y="1679"/>
                </a:lnTo>
                <a:lnTo>
                  <a:pt x="1193" y="1704"/>
                </a:lnTo>
                <a:lnTo>
                  <a:pt x="1874" y="1679"/>
                </a:lnTo>
                <a:lnTo>
                  <a:pt x="1874" y="1679"/>
                </a:lnTo>
                <a:lnTo>
                  <a:pt x="1753" y="1850"/>
                </a:lnTo>
                <a:lnTo>
                  <a:pt x="1631" y="2020"/>
                </a:lnTo>
                <a:lnTo>
                  <a:pt x="1558" y="2190"/>
                </a:lnTo>
                <a:lnTo>
                  <a:pt x="1534" y="2409"/>
                </a:lnTo>
                <a:lnTo>
                  <a:pt x="1534" y="2507"/>
                </a:lnTo>
                <a:lnTo>
                  <a:pt x="1558" y="2628"/>
                </a:lnTo>
                <a:lnTo>
                  <a:pt x="1607" y="2872"/>
                </a:lnTo>
                <a:lnTo>
                  <a:pt x="1728" y="3066"/>
                </a:lnTo>
                <a:lnTo>
                  <a:pt x="1874" y="3261"/>
                </a:lnTo>
                <a:lnTo>
                  <a:pt x="2069" y="3407"/>
                </a:lnTo>
                <a:lnTo>
                  <a:pt x="2288" y="3529"/>
                </a:lnTo>
                <a:lnTo>
                  <a:pt x="2385" y="3553"/>
                </a:lnTo>
                <a:lnTo>
                  <a:pt x="2507" y="3577"/>
                </a:lnTo>
                <a:lnTo>
                  <a:pt x="2750" y="3577"/>
                </a:lnTo>
                <a:lnTo>
                  <a:pt x="2896" y="3529"/>
                </a:lnTo>
                <a:lnTo>
                  <a:pt x="3042" y="3480"/>
                </a:lnTo>
                <a:lnTo>
                  <a:pt x="3164" y="3407"/>
                </a:lnTo>
                <a:lnTo>
                  <a:pt x="3285" y="3310"/>
                </a:lnTo>
                <a:lnTo>
                  <a:pt x="3407" y="3188"/>
                </a:lnTo>
                <a:lnTo>
                  <a:pt x="3504" y="3066"/>
                </a:lnTo>
                <a:lnTo>
                  <a:pt x="3577" y="2945"/>
                </a:lnTo>
                <a:lnTo>
                  <a:pt x="3650" y="2799"/>
                </a:lnTo>
                <a:lnTo>
                  <a:pt x="3699" y="2653"/>
                </a:lnTo>
                <a:lnTo>
                  <a:pt x="3748" y="2482"/>
                </a:lnTo>
                <a:lnTo>
                  <a:pt x="3772" y="2336"/>
                </a:lnTo>
                <a:lnTo>
                  <a:pt x="3772" y="2190"/>
                </a:lnTo>
                <a:lnTo>
                  <a:pt x="3748" y="2044"/>
                </a:lnTo>
                <a:lnTo>
                  <a:pt x="3723" y="1923"/>
                </a:lnTo>
                <a:lnTo>
                  <a:pt x="3675" y="1801"/>
                </a:lnTo>
                <a:lnTo>
                  <a:pt x="3577" y="1679"/>
                </a:lnTo>
                <a:lnTo>
                  <a:pt x="5378" y="1679"/>
                </a:lnTo>
                <a:lnTo>
                  <a:pt x="5281" y="1777"/>
                </a:lnTo>
                <a:lnTo>
                  <a:pt x="5208" y="1874"/>
                </a:lnTo>
                <a:lnTo>
                  <a:pt x="5086" y="2069"/>
                </a:lnTo>
                <a:lnTo>
                  <a:pt x="5013" y="2288"/>
                </a:lnTo>
                <a:lnTo>
                  <a:pt x="4989" y="2507"/>
                </a:lnTo>
                <a:lnTo>
                  <a:pt x="5013" y="2726"/>
                </a:lnTo>
                <a:lnTo>
                  <a:pt x="5110" y="2920"/>
                </a:lnTo>
                <a:lnTo>
                  <a:pt x="5232" y="3091"/>
                </a:lnTo>
                <a:lnTo>
                  <a:pt x="5402" y="3261"/>
                </a:lnTo>
                <a:lnTo>
                  <a:pt x="5597" y="3358"/>
                </a:lnTo>
                <a:lnTo>
                  <a:pt x="5840" y="3431"/>
                </a:lnTo>
                <a:lnTo>
                  <a:pt x="6059" y="3456"/>
                </a:lnTo>
                <a:lnTo>
                  <a:pt x="6303" y="3431"/>
                </a:lnTo>
                <a:lnTo>
                  <a:pt x="6497" y="3358"/>
                </a:lnTo>
                <a:lnTo>
                  <a:pt x="6716" y="3237"/>
                </a:lnTo>
                <a:lnTo>
                  <a:pt x="6862" y="3091"/>
                </a:lnTo>
                <a:lnTo>
                  <a:pt x="7008" y="2896"/>
                </a:lnTo>
                <a:lnTo>
                  <a:pt x="7081" y="2653"/>
                </a:lnTo>
                <a:lnTo>
                  <a:pt x="7106" y="2531"/>
                </a:lnTo>
                <a:lnTo>
                  <a:pt x="7106" y="2409"/>
                </a:lnTo>
                <a:lnTo>
                  <a:pt x="7081" y="2142"/>
                </a:lnTo>
                <a:lnTo>
                  <a:pt x="7057" y="1996"/>
                </a:lnTo>
                <a:lnTo>
                  <a:pt x="7008" y="1874"/>
                </a:lnTo>
                <a:lnTo>
                  <a:pt x="6935" y="1777"/>
                </a:lnTo>
                <a:lnTo>
                  <a:pt x="6862" y="1679"/>
                </a:lnTo>
                <a:lnTo>
                  <a:pt x="8614" y="1631"/>
                </a:lnTo>
                <a:lnTo>
                  <a:pt x="8639" y="1631"/>
                </a:lnTo>
                <a:lnTo>
                  <a:pt x="8541" y="1801"/>
                </a:lnTo>
                <a:lnTo>
                  <a:pt x="8444" y="1971"/>
                </a:lnTo>
                <a:lnTo>
                  <a:pt x="8420" y="2142"/>
                </a:lnTo>
                <a:lnTo>
                  <a:pt x="8395" y="2336"/>
                </a:lnTo>
                <a:lnTo>
                  <a:pt x="8420" y="2458"/>
                </a:lnTo>
                <a:lnTo>
                  <a:pt x="8444" y="2580"/>
                </a:lnTo>
                <a:lnTo>
                  <a:pt x="8493" y="2677"/>
                </a:lnTo>
                <a:lnTo>
                  <a:pt x="8541" y="2774"/>
                </a:lnTo>
                <a:lnTo>
                  <a:pt x="8712" y="2969"/>
                </a:lnTo>
                <a:lnTo>
                  <a:pt x="8906" y="3115"/>
                </a:lnTo>
                <a:lnTo>
                  <a:pt x="9125" y="3237"/>
                </a:lnTo>
                <a:lnTo>
                  <a:pt x="9369" y="3310"/>
                </a:lnTo>
                <a:lnTo>
                  <a:pt x="9588" y="3310"/>
                </a:lnTo>
                <a:lnTo>
                  <a:pt x="9709" y="3285"/>
                </a:lnTo>
                <a:lnTo>
                  <a:pt x="9831" y="3237"/>
                </a:lnTo>
                <a:lnTo>
                  <a:pt x="9977" y="3139"/>
                </a:lnTo>
                <a:lnTo>
                  <a:pt x="10098" y="3018"/>
                </a:lnTo>
                <a:lnTo>
                  <a:pt x="10171" y="2872"/>
                </a:lnTo>
                <a:lnTo>
                  <a:pt x="10244" y="2701"/>
                </a:lnTo>
                <a:lnTo>
                  <a:pt x="10293" y="2507"/>
                </a:lnTo>
                <a:lnTo>
                  <a:pt x="10293" y="2336"/>
                </a:lnTo>
                <a:lnTo>
                  <a:pt x="10293" y="2142"/>
                </a:lnTo>
                <a:lnTo>
                  <a:pt x="10293" y="1971"/>
                </a:lnTo>
                <a:lnTo>
                  <a:pt x="10220" y="1777"/>
                </a:lnTo>
                <a:lnTo>
                  <a:pt x="10123" y="1582"/>
                </a:lnTo>
                <a:lnTo>
                  <a:pt x="11169" y="1558"/>
                </a:lnTo>
                <a:lnTo>
                  <a:pt x="12215" y="1533"/>
                </a:lnTo>
                <a:lnTo>
                  <a:pt x="12069" y="1631"/>
                </a:lnTo>
                <a:lnTo>
                  <a:pt x="11948" y="1728"/>
                </a:lnTo>
                <a:lnTo>
                  <a:pt x="11850" y="1850"/>
                </a:lnTo>
                <a:lnTo>
                  <a:pt x="11753" y="1996"/>
                </a:lnTo>
                <a:lnTo>
                  <a:pt x="11656" y="2190"/>
                </a:lnTo>
                <a:lnTo>
                  <a:pt x="11631" y="2409"/>
                </a:lnTo>
                <a:lnTo>
                  <a:pt x="11631" y="2604"/>
                </a:lnTo>
                <a:lnTo>
                  <a:pt x="11704" y="2799"/>
                </a:lnTo>
                <a:lnTo>
                  <a:pt x="11802" y="2969"/>
                </a:lnTo>
                <a:lnTo>
                  <a:pt x="11948" y="3115"/>
                </a:lnTo>
                <a:lnTo>
                  <a:pt x="12118" y="3237"/>
                </a:lnTo>
                <a:lnTo>
                  <a:pt x="12313" y="3310"/>
                </a:lnTo>
                <a:lnTo>
                  <a:pt x="12532" y="3358"/>
                </a:lnTo>
                <a:lnTo>
                  <a:pt x="12751" y="3383"/>
                </a:lnTo>
                <a:lnTo>
                  <a:pt x="12970" y="3358"/>
                </a:lnTo>
                <a:lnTo>
                  <a:pt x="13213" y="3310"/>
                </a:lnTo>
                <a:lnTo>
                  <a:pt x="13432" y="3237"/>
                </a:lnTo>
                <a:lnTo>
                  <a:pt x="13602" y="3115"/>
                </a:lnTo>
                <a:lnTo>
                  <a:pt x="13773" y="2969"/>
                </a:lnTo>
                <a:lnTo>
                  <a:pt x="13821" y="2872"/>
                </a:lnTo>
                <a:lnTo>
                  <a:pt x="13870" y="2774"/>
                </a:lnTo>
                <a:lnTo>
                  <a:pt x="13919" y="2628"/>
                </a:lnTo>
                <a:lnTo>
                  <a:pt x="13919" y="2458"/>
                </a:lnTo>
                <a:lnTo>
                  <a:pt x="13894" y="2288"/>
                </a:lnTo>
                <a:lnTo>
                  <a:pt x="13846" y="2117"/>
                </a:lnTo>
                <a:lnTo>
                  <a:pt x="13773" y="1947"/>
                </a:lnTo>
                <a:lnTo>
                  <a:pt x="13675" y="1801"/>
                </a:lnTo>
                <a:lnTo>
                  <a:pt x="13554" y="1655"/>
                </a:lnTo>
                <a:lnTo>
                  <a:pt x="13432" y="1558"/>
                </a:lnTo>
                <a:lnTo>
                  <a:pt x="13870" y="1533"/>
                </a:lnTo>
                <a:close/>
                <a:moveTo>
                  <a:pt x="2628" y="19904"/>
                </a:moveTo>
                <a:lnTo>
                  <a:pt x="2507" y="20002"/>
                </a:lnTo>
                <a:lnTo>
                  <a:pt x="2385" y="20099"/>
                </a:lnTo>
                <a:lnTo>
                  <a:pt x="2190" y="20318"/>
                </a:lnTo>
                <a:lnTo>
                  <a:pt x="1996" y="20464"/>
                </a:lnTo>
                <a:lnTo>
                  <a:pt x="1996" y="20196"/>
                </a:lnTo>
                <a:lnTo>
                  <a:pt x="1996" y="19953"/>
                </a:lnTo>
                <a:lnTo>
                  <a:pt x="2628" y="19904"/>
                </a:lnTo>
                <a:close/>
                <a:moveTo>
                  <a:pt x="16449" y="20220"/>
                </a:moveTo>
                <a:lnTo>
                  <a:pt x="16425" y="20658"/>
                </a:lnTo>
                <a:lnTo>
                  <a:pt x="16376" y="21121"/>
                </a:lnTo>
                <a:lnTo>
                  <a:pt x="16230" y="21145"/>
                </a:lnTo>
                <a:lnTo>
                  <a:pt x="16328" y="20683"/>
                </a:lnTo>
                <a:lnTo>
                  <a:pt x="16449" y="20220"/>
                </a:lnTo>
                <a:close/>
                <a:moveTo>
                  <a:pt x="16425" y="18955"/>
                </a:moveTo>
                <a:lnTo>
                  <a:pt x="16449" y="19880"/>
                </a:lnTo>
                <a:lnTo>
                  <a:pt x="16303" y="19977"/>
                </a:lnTo>
                <a:lnTo>
                  <a:pt x="16206" y="20099"/>
                </a:lnTo>
                <a:lnTo>
                  <a:pt x="16109" y="20245"/>
                </a:lnTo>
                <a:lnTo>
                  <a:pt x="16011" y="20415"/>
                </a:lnTo>
                <a:lnTo>
                  <a:pt x="15890" y="20780"/>
                </a:lnTo>
                <a:lnTo>
                  <a:pt x="15792" y="21194"/>
                </a:lnTo>
                <a:lnTo>
                  <a:pt x="15744" y="21194"/>
                </a:lnTo>
                <a:lnTo>
                  <a:pt x="15817" y="20926"/>
                </a:lnTo>
                <a:lnTo>
                  <a:pt x="15865" y="20658"/>
                </a:lnTo>
                <a:lnTo>
                  <a:pt x="15987" y="20172"/>
                </a:lnTo>
                <a:lnTo>
                  <a:pt x="16206" y="19564"/>
                </a:lnTo>
                <a:lnTo>
                  <a:pt x="16425" y="18955"/>
                </a:lnTo>
                <a:close/>
                <a:moveTo>
                  <a:pt x="16401" y="17787"/>
                </a:moveTo>
                <a:lnTo>
                  <a:pt x="16425" y="18517"/>
                </a:lnTo>
                <a:lnTo>
                  <a:pt x="16303" y="18663"/>
                </a:lnTo>
                <a:lnTo>
                  <a:pt x="16206" y="18834"/>
                </a:lnTo>
                <a:lnTo>
                  <a:pt x="16011" y="19174"/>
                </a:lnTo>
                <a:lnTo>
                  <a:pt x="15865" y="19564"/>
                </a:lnTo>
                <a:lnTo>
                  <a:pt x="15744" y="19929"/>
                </a:lnTo>
                <a:lnTo>
                  <a:pt x="15500" y="20537"/>
                </a:lnTo>
                <a:lnTo>
                  <a:pt x="15379" y="20877"/>
                </a:lnTo>
                <a:lnTo>
                  <a:pt x="15306" y="21218"/>
                </a:lnTo>
                <a:lnTo>
                  <a:pt x="14892" y="21242"/>
                </a:lnTo>
                <a:lnTo>
                  <a:pt x="15038" y="20926"/>
                </a:lnTo>
                <a:lnTo>
                  <a:pt x="15135" y="20585"/>
                </a:lnTo>
                <a:lnTo>
                  <a:pt x="15184" y="20220"/>
                </a:lnTo>
                <a:lnTo>
                  <a:pt x="15184" y="19856"/>
                </a:lnTo>
                <a:lnTo>
                  <a:pt x="15257" y="19831"/>
                </a:lnTo>
                <a:lnTo>
                  <a:pt x="15330" y="19807"/>
                </a:lnTo>
                <a:lnTo>
                  <a:pt x="15379" y="19758"/>
                </a:lnTo>
                <a:lnTo>
                  <a:pt x="15403" y="19710"/>
                </a:lnTo>
                <a:lnTo>
                  <a:pt x="15427" y="19661"/>
                </a:lnTo>
                <a:lnTo>
                  <a:pt x="15427" y="19539"/>
                </a:lnTo>
                <a:lnTo>
                  <a:pt x="15379" y="19418"/>
                </a:lnTo>
                <a:lnTo>
                  <a:pt x="15403" y="19296"/>
                </a:lnTo>
                <a:lnTo>
                  <a:pt x="15403" y="19150"/>
                </a:lnTo>
                <a:lnTo>
                  <a:pt x="15500" y="19053"/>
                </a:lnTo>
                <a:lnTo>
                  <a:pt x="15598" y="18931"/>
                </a:lnTo>
                <a:lnTo>
                  <a:pt x="15768" y="18663"/>
                </a:lnTo>
                <a:lnTo>
                  <a:pt x="16084" y="18225"/>
                </a:lnTo>
                <a:lnTo>
                  <a:pt x="16230" y="18006"/>
                </a:lnTo>
                <a:lnTo>
                  <a:pt x="16401" y="17787"/>
                </a:lnTo>
                <a:close/>
                <a:moveTo>
                  <a:pt x="3431" y="19904"/>
                </a:moveTo>
                <a:lnTo>
                  <a:pt x="3285" y="20002"/>
                </a:lnTo>
                <a:lnTo>
                  <a:pt x="3164" y="20123"/>
                </a:lnTo>
                <a:lnTo>
                  <a:pt x="2920" y="20342"/>
                </a:lnTo>
                <a:lnTo>
                  <a:pt x="2628" y="20683"/>
                </a:lnTo>
                <a:lnTo>
                  <a:pt x="2336" y="21023"/>
                </a:lnTo>
                <a:lnTo>
                  <a:pt x="2093" y="21291"/>
                </a:lnTo>
                <a:lnTo>
                  <a:pt x="2044" y="20902"/>
                </a:lnTo>
                <a:lnTo>
                  <a:pt x="2190" y="20853"/>
                </a:lnTo>
                <a:lnTo>
                  <a:pt x="2312" y="20756"/>
                </a:lnTo>
                <a:lnTo>
                  <a:pt x="2531" y="20585"/>
                </a:lnTo>
                <a:lnTo>
                  <a:pt x="2677" y="20464"/>
                </a:lnTo>
                <a:lnTo>
                  <a:pt x="2823" y="20318"/>
                </a:lnTo>
                <a:lnTo>
                  <a:pt x="2945" y="20172"/>
                </a:lnTo>
                <a:lnTo>
                  <a:pt x="2969" y="20075"/>
                </a:lnTo>
                <a:lnTo>
                  <a:pt x="2993" y="20002"/>
                </a:lnTo>
                <a:lnTo>
                  <a:pt x="2969" y="19953"/>
                </a:lnTo>
                <a:lnTo>
                  <a:pt x="2945" y="19904"/>
                </a:lnTo>
                <a:close/>
                <a:moveTo>
                  <a:pt x="10050" y="19977"/>
                </a:moveTo>
                <a:lnTo>
                  <a:pt x="9879" y="20148"/>
                </a:lnTo>
                <a:lnTo>
                  <a:pt x="9734" y="20293"/>
                </a:lnTo>
                <a:lnTo>
                  <a:pt x="9588" y="20537"/>
                </a:lnTo>
                <a:lnTo>
                  <a:pt x="9442" y="20756"/>
                </a:lnTo>
                <a:lnTo>
                  <a:pt x="9296" y="20975"/>
                </a:lnTo>
                <a:lnTo>
                  <a:pt x="9223" y="21072"/>
                </a:lnTo>
                <a:lnTo>
                  <a:pt x="9198" y="21194"/>
                </a:lnTo>
                <a:lnTo>
                  <a:pt x="9198" y="21242"/>
                </a:lnTo>
                <a:lnTo>
                  <a:pt x="9198" y="21291"/>
                </a:lnTo>
                <a:lnTo>
                  <a:pt x="8493" y="21291"/>
                </a:lnTo>
                <a:lnTo>
                  <a:pt x="8663" y="21072"/>
                </a:lnTo>
                <a:lnTo>
                  <a:pt x="8833" y="20853"/>
                </a:lnTo>
                <a:lnTo>
                  <a:pt x="9028" y="20537"/>
                </a:lnTo>
                <a:lnTo>
                  <a:pt x="9247" y="20245"/>
                </a:lnTo>
                <a:lnTo>
                  <a:pt x="9393" y="20099"/>
                </a:lnTo>
                <a:lnTo>
                  <a:pt x="9563" y="19977"/>
                </a:lnTo>
                <a:close/>
                <a:moveTo>
                  <a:pt x="10780" y="20002"/>
                </a:moveTo>
                <a:lnTo>
                  <a:pt x="10585" y="20342"/>
                </a:lnTo>
                <a:lnTo>
                  <a:pt x="10366" y="20731"/>
                </a:lnTo>
                <a:lnTo>
                  <a:pt x="10147" y="21145"/>
                </a:lnTo>
                <a:lnTo>
                  <a:pt x="10123" y="21218"/>
                </a:lnTo>
                <a:lnTo>
                  <a:pt x="10147" y="21291"/>
                </a:lnTo>
                <a:lnTo>
                  <a:pt x="9417" y="21291"/>
                </a:lnTo>
                <a:lnTo>
                  <a:pt x="9515" y="21242"/>
                </a:lnTo>
                <a:lnTo>
                  <a:pt x="9588" y="21169"/>
                </a:lnTo>
                <a:lnTo>
                  <a:pt x="9734" y="20975"/>
                </a:lnTo>
                <a:lnTo>
                  <a:pt x="9977" y="20610"/>
                </a:lnTo>
                <a:lnTo>
                  <a:pt x="10050" y="20512"/>
                </a:lnTo>
                <a:lnTo>
                  <a:pt x="10147" y="20415"/>
                </a:lnTo>
                <a:lnTo>
                  <a:pt x="10366" y="20220"/>
                </a:lnTo>
                <a:lnTo>
                  <a:pt x="10463" y="20123"/>
                </a:lnTo>
                <a:lnTo>
                  <a:pt x="10512" y="20002"/>
                </a:lnTo>
                <a:close/>
                <a:moveTo>
                  <a:pt x="11534" y="20026"/>
                </a:moveTo>
                <a:lnTo>
                  <a:pt x="11364" y="20269"/>
                </a:lnTo>
                <a:lnTo>
                  <a:pt x="11218" y="20512"/>
                </a:lnTo>
                <a:lnTo>
                  <a:pt x="11120" y="20683"/>
                </a:lnTo>
                <a:lnTo>
                  <a:pt x="11023" y="20877"/>
                </a:lnTo>
                <a:lnTo>
                  <a:pt x="10950" y="21096"/>
                </a:lnTo>
                <a:lnTo>
                  <a:pt x="10901" y="21291"/>
                </a:lnTo>
                <a:lnTo>
                  <a:pt x="10488" y="21291"/>
                </a:lnTo>
                <a:lnTo>
                  <a:pt x="10609" y="21145"/>
                </a:lnTo>
                <a:lnTo>
                  <a:pt x="10707" y="20975"/>
                </a:lnTo>
                <a:lnTo>
                  <a:pt x="10901" y="20658"/>
                </a:lnTo>
                <a:lnTo>
                  <a:pt x="11120" y="20342"/>
                </a:lnTo>
                <a:lnTo>
                  <a:pt x="11218" y="20196"/>
                </a:lnTo>
                <a:lnTo>
                  <a:pt x="11315" y="20026"/>
                </a:lnTo>
                <a:close/>
                <a:moveTo>
                  <a:pt x="14843" y="19953"/>
                </a:moveTo>
                <a:lnTo>
                  <a:pt x="14746" y="20220"/>
                </a:lnTo>
                <a:lnTo>
                  <a:pt x="14697" y="20512"/>
                </a:lnTo>
                <a:lnTo>
                  <a:pt x="14624" y="20780"/>
                </a:lnTo>
                <a:lnTo>
                  <a:pt x="14576" y="20926"/>
                </a:lnTo>
                <a:lnTo>
                  <a:pt x="14527" y="21048"/>
                </a:lnTo>
                <a:lnTo>
                  <a:pt x="14503" y="21121"/>
                </a:lnTo>
                <a:lnTo>
                  <a:pt x="14503" y="21169"/>
                </a:lnTo>
                <a:lnTo>
                  <a:pt x="14527" y="21267"/>
                </a:lnTo>
                <a:lnTo>
                  <a:pt x="14211" y="21291"/>
                </a:lnTo>
                <a:lnTo>
                  <a:pt x="14284" y="20999"/>
                </a:lnTo>
                <a:lnTo>
                  <a:pt x="14381" y="20658"/>
                </a:lnTo>
                <a:lnTo>
                  <a:pt x="14454" y="20293"/>
                </a:lnTo>
                <a:lnTo>
                  <a:pt x="14454" y="20123"/>
                </a:lnTo>
                <a:lnTo>
                  <a:pt x="14478" y="19977"/>
                </a:lnTo>
                <a:lnTo>
                  <a:pt x="14843" y="19953"/>
                </a:lnTo>
                <a:close/>
                <a:moveTo>
                  <a:pt x="12337" y="20026"/>
                </a:moveTo>
                <a:lnTo>
                  <a:pt x="12215" y="20220"/>
                </a:lnTo>
                <a:lnTo>
                  <a:pt x="12142" y="20391"/>
                </a:lnTo>
                <a:lnTo>
                  <a:pt x="11948" y="20829"/>
                </a:lnTo>
                <a:lnTo>
                  <a:pt x="11875" y="21072"/>
                </a:lnTo>
                <a:lnTo>
                  <a:pt x="11826" y="21315"/>
                </a:lnTo>
                <a:lnTo>
                  <a:pt x="11364" y="21291"/>
                </a:lnTo>
                <a:lnTo>
                  <a:pt x="11412" y="21121"/>
                </a:lnTo>
                <a:lnTo>
                  <a:pt x="11485" y="20950"/>
                </a:lnTo>
                <a:lnTo>
                  <a:pt x="11656" y="20634"/>
                </a:lnTo>
                <a:lnTo>
                  <a:pt x="11826" y="20342"/>
                </a:lnTo>
                <a:lnTo>
                  <a:pt x="11899" y="20196"/>
                </a:lnTo>
                <a:lnTo>
                  <a:pt x="11948" y="20026"/>
                </a:lnTo>
                <a:close/>
                <a:moveTo>
                  <a:pt x="13335" y="20002"/>
                </a:moveTo>
                <a:lnTo>
                  <a:pt x="13213" y="20148"/>
                </a:lnTo>
                <a:lnTo>
                  <a:pt x="13140" y="20293"/>
                </a:lnTo>
                <a:lnTo>
                  <a:pt x="12970" y="20585"/>
                </a:lnTo>
                <a:lnTo>
                  <a:pt x="12799" y="20950"/>
                </a:lnTo>
                <a:lnTo>
                  <a:pt x="12751" y="21121"/>
                </a:lnTo>
                <a:lnTo>
                  <a:pt x="12702" y="21315"/>
                </a:lnTo>
                <a:lnTo>
                  <a:pt x="12264" y="21315"/>
                </a:lnTo>
                <a:lnTo>
                  <a:pt x="12337" y="21023"/>
                </a:lnTo>
                <a:lnTo>
                  <a:pt x="12410" y="20756"/>
                </a:lnTo>
                <a:lnTo>
                  <a:pt x="12507" y="20366"/>
                </a:lnTo>
                <a:lnTo>
                  <a:pt x="12580" y="20172"/>
                </a:lnTo>
                <a:lnTo>
                  <a:pt x="12629" y="20075"/>
                </a:lnTo>
                <a:lnTo>
                  <a:pt x="12702" y="20026"/>
                </a:lnTo>
                <a:lnTo>
                  <a:pt x="13335" y="20002"/>
                </a:lnTo>
                <a:close/>
                <a:moveTo>
                  <a:pt x="14113" y="20002"/>
                </a:moveTo>
                <a:lnTo>
                  <a:pt x="14065" y="20196"/>
                </a:lnTo>
                <a:lnTo>
                  <a:pt x="14016" y="20366"/>
                </a:lnTo>
                <a:lnTo>
                  <a:pt x="13870" y="20804"/>
                </a:lnTo>
                <a:lnTo>
                  <a:pt x="13748" y="21242"/>
                </a:lnTo>
                <a:lnTo>
                  <a:pt x="13748" y="21291"/>
                </a:lnTo>
                <a:lnTo>
                  <a:pt x="13164" y="21315"/>
                </a:lnTo>
                <a:lnTo>
                  <a:pt x="13262" y="21023"/>
                </a:lnTo>
                <a:lnTo>
                  <a:pt x="13383" y="20731"/>
                </a:lnTo>
                <a:lnTo>
                  <a:pt x="13578" y="20391"/>
                </a:lnTo>
                <a:lnTo>
                  <a:pt x="13651" y="20196"/>
                </a:lnTo>
                <a:lnTo>
                  <a:pt x="13700" y="20002"/>
                </a:lnTo>
                <a:close/>
                <a:moveTo>
                  <a:pt x="8979" y="19953"/>
                </a:moveTo>
                <a:lnTo>
                  <a:pt x="8833" y="20148"/>
                </a:lnTo>
                <a:lnTo>
                  <a:pt x="8736" y="20318"/>
                </a:lnTo>
                <a:lnTo>
                  <a:pt x="8395" y="20804"/>
                </a:lnTo>
                <a:lnTo>
                  <a:pt x="8225" y="21048"/>
                </a:lnTo>
                <a:lnTo>
                  <a:pt x="8079" y="21315"/>
                </a:lnTo>
                <a:lnTo>
                  <a:pt x="7446" y="21340"/>
                </a:lnTo>
                <a:lnTo>
                  <a:pt x="7446" y="21340"/>
                </a:lnTo>
                <a:lnTo>
                  <a:pt x="7592" y="21194"/>
                </a:lnTo>
                <a:lnTo>
                  <a:pt x="7714" y="21023"/>
                </a:lnTo>
                <a:lnTo>
                  <a:pt x="7957" y="20683"/>
                </a:lnTo>
                <a:lnTo>
                  <a:pt x="8055" y="20561"/>
                </a:lnTo>
                <a:lnTo>
                  <a:pt x="8152" y="20464"/>
                </a:lnTo>
                <a:lnTo>
                  <a:pt x="8371" y="20293"/>
                </a:lnTo>
                <a:lnTo>
                  <a:pt x="8614" y="20123"/>
                </a:lnTo>
                <a:lnTo>
                  <a:pt x="8833" y="19953"/>
                </a:lnTo>
                <a:close/>
                <a:moveTo>
                  <a:pt x="5646" y="19929"/>
                </a:moveTo>
                <a:lnTo>
                  <a:pt x="5548" y="19977"/>
                </a:lnTo>
                <a:lnTo>
                  <a:pt x="4818" y="20658"/>
                </a:lnTo>
                <a:lnTo>
                  <a:pt x="4478" y="20975"/>
                </a:lnTo>
                <a:lnTo>
                  <a:pt x="4332" y="21145"/>
                </a:lnTo>
                <a:lnTo>
                  <a:pt x="4259" y="21242"/>
                </a:lnTo>
                <a:lnTo>
                  <a:pt x="4210" y="21340"/>
                </a:lnTo>
                <a:lnTo>
                  <a:pt x="4210" y="21364"/>
                </a:lnTo>
                <a:lnTo>
                  <a:pt x="4234" y="21364"/>
                </a:lnTo>
                <a:lnTo>
                  <a:pt x="4332" y="21340"/>
                </a:lnTo>
                <a:lnTo>
                  <a:pt x="4453" y="21291"/>
                </a:lnTo>
                <a:lnTo>
                  <a:pt x="4648" y="21194"/>
                </a:lnTo>
                <a:lnTo>
                  <a:pt x="5013" y="20926"/>
                </a:lnTo>
                <a:lnTo>
                  <a:pt x="5427" y="20610"/>
                </a:lnTo>
                <a:lnTo>
                  <a:pt x="5816" y="20245"/>
                </a:lnTo>
                <a:lnTo>
                  <a:pt x="5865" y="20172"/>
                </a:lnTo>
                <a:lnTo>
                  <a:pt x="5865" y="20075"/>
                </a:lnTo>
                <a:lnTo>
                  <a:pt x="5816" y="19977"/>
                </a:lnTo>
                <a:lnTo>
                  <a:pt x="5743" y="19929"/>
                </a:lnTo>
                <a:close/>
                <a:moveTo>
                  <a:pt x="8225" y="19929"/>
                </a:moveTo>
                <a:lnTo>
                  <a:pt x="7982" y="20123"/>
                </a:lnTo>
                <a:lnTo>
                  <a:pt x="7763" y="20342"/>
                </a:lnTo>
                <a:lnTo>
                  <a:pt x="7568" y="20585"/>
                </a:lnTo>
                <a:lnTo>
                  <a:pt x="7373" y="20829"/>
                </a:lnTo>
                <a:lnTo>
                  <a:pt x="7033" y="21364"/>
                </a:lnTo>
                <a:lnTo>
                  <a:pt x="6668" y="21388"/>
                </a:lnTo>
                <a:lnTo>
                  <a:pt x="6668" y="21388"/>
                </a:lnTo>
                <a:lnTo>
                  <a:pt x="6838" y="21169"/>
                </a:lnTo>
                <a:lnTo>
                  <a:pt x="6984" y="20950"/>
                </a:lnTo>
                <a:lnTo>
                  <a:pt x="7227" y="20585"/>
                </a:lnTo>
                <a:lnTo>
                  <a:pt x="7495" y="20220"/>
                </a:lnTo>
                <a:lnTo>
                  <a:pt x="7690" y="20050"/>
                </a:lnTo>
                <a:lnTo>
                  <a:pt x="7860" y="19929"/>
                </a:lnTo>
                <a:close/>
                <a:moveTo>
                  <a:pt x="4526" y="19904"/>
                </a:moveTo>
                <a:lnTo>
                  <a:pt x="4356" y="20050"/>
                </a:lnTo>
                <a:lnTo>
                  <a:pt x="4186" y="20196"/>
                </a:lnTo>
                <a:lnTo>
                  <a:pt x="3869" y="20512"/>
                </a:lnTo>
                <a:lnTo>
                  <a:pt x="3285" y="21023"/>
                </a:lnTo>
                <a:lnTo>
                  <a:pt x="3115" y="21194"/>
                </a:lnTo>
                <a:lnTo>
                  <a:pt x="3042" y="21267"/>
                </a:lnTo>
                <a:lnTo>
                  <a:pt x="2969" y="21315"/>
                </a:lnTo>
                <a:lnTo>
                  <a:pt x="2920" y="21364"/>
                </a:lnTo>
                <a:lnTo>
                  <a:pt x="2920" y="21388"/>
                </a:lnTo>
                <a:lnTo>
                  <a:pt x="2945" y="21437"/>
                </a:lnTo>
                <a:lnTo>
                  <a:pt x="2969" y="21461"/>
                </a:lnTo>
                <a:lnTo>
                  <a:pt x="2872" y="21461"/>
                </a:lnTo>
                <a:lnTo>
                  <a:pt x="2458" y="21413"/>
                </a:lnTo>
                <a:lnTo>
                  <a:pt x="2580" y="21315"/>
                </a:lnTo>
                <a:lnTo>
                  <a:pt x="2701" y="21169"/>
                </a:lnTo>
                <a:lnTo>
                  <a:pt x="2896" y="20950"/>
                </a:lnTo>
                <a:lnTo>
                  <a:pt x="3188" y="20683"/>
                </a:lnTo>
                <a:lnTo>
                  <a:pt x="3480" y="20415"/>
                </a:lnTo>
                <a:lnTo>
                  <a:pt x="3602" y="20318"/>
                </a:lnTo>
                <a:lnTo>
                  <a:pt x="3723" y="20245"/>
                </a:lnTo>
                <a:lnTo>
                  <a:pt x="3991" y="20148"/>
                </a:lnTo>
                <a:lnTo>
                  <a:pt x="4040" y="20099"/>
                </a:lnTo>
                <a:lnTo>
                  <a:pt x="4064" y="20026"/>
                </a:lnTo>
                <a:lnTo>
                  <a:pt x="4064" y="19977"/>
                </a:lnTo>
                <a:lnTo>
                  <a:pt x="4064" y="19904"/>
                </a:lnTo>
                <a:close/>
                <a:moveTo>
                  <a:pt x="7349" y="19904"/>
                </a:moveTo>
                <a:lnTo>
                  <a:pt x="7154" y="20148"/>
                </a:lnTo>
                <a:lnTo>
                  <a:pt x="7008" y="20366"/>
                </a:lnTo>
                <a:lnTo>
                  <a:pt x="6546" y="21072"/>
                </a:lnTo>
                <a:lnTo>
                  <a:pt x="6400" y="21242"/>
                </a:lnTo>
                <a:lnTo>
                  <a:pt x="6254" y="21413"/>
                </a:lnTo>
                <a:lnTo>
                  <a:pt x="5451" y="21461"/>
                </a:lnTo>
                <a:lnTo>
                  <a:pt x="5621" y="21315"/>
                </a:lnTo>
                <a:lnTo>
                  <a:pt x="5792" y="21145"/>
                </a:lnTo>
                <a:lnTo>
                  <a:pt x="6084" y="20829"/>
                </a:lnTo>
                <a:lnTo>
                  <a:pt x="6303" y="20634"/>
                </a:lnTo>
                <a:lnTo>
                  <a:pt x="6522" y="20415"/>
                </a:lnTo>
                <a:lnTo>
                  <a:pt x="6619" y="20293"/>
                </a:lnTo>
                <a:lnTo>
                  <a:pt x="6716" y="20172"/>
                </a:lnTo>
                <a:lnTo>
                  <a:pt x="6741" y="20026"/>
                </a:lnTo>
                <a:lnTo>
                  <a:pt x="6765" y="19904"/>
                </a:lnTo>
                <a:close/>
                <a:moveTo>
                  <a:pt x="6424" y="19904"/>
                </a:moveTo>
                <a:lnTo>
                  <a:pt x="6278" y="20026"/>
                </a:lnTo>
                <a:lnTo>
                  <a:pt x="5986" y="20318"/>
                </a:lnTo>
                <a:lnTo>
                  <a:pt x="5694" y="20610"/>
                </a:lnTo>
                <a:lnTo>
                  <a:pt x="5500" y="20804"/>
                </a:lnTo>
                <a:lnTo>
                  <a:pt x="5281" y="20999"/>
                </a:lnTo>
                <a:lnTo>
                  <a:pt x="5110" y="21242"/>
                </a:lnTo>
                <a:lnTo>
                  <a:pt x="5037" y="21364"/>
                </a:lnTo>
                <a:lnTo>
                  <a:pt x="4989" y="21486"/>
                </a:lnTo>
                <a:lnTo>
                  <a:pt x="4575" y="21510"/>
                </a:lnTo>
                <a:lnTo>
                  <a:pt x="3845" y="21510"/>
                </a:lnTo>
                <a:lnTo>
                  <a:pt x="3139" y="21486"/>
                </a:lnTo>
                <a:lnTo>
                  <a:pt x="3237" y="21437"/>
                </a:lnTo>
                <a:lnTo>
                  <a:pt x="3334" y="21388"/>
                </a:lnTo>
                <a:lnTo>
                  <a:pt x="3529" y="21242"/>
                </a:lnTo>
                <a:lnTo>
                  <a:pt x="3796" y="20999"/>
                </a:lnTo>
                <a:lnTo>
                  <a:pt x="4161" y="20683"/>
                </a:lnTo>
                <a:lnTo>
                  <a:pt x="4526" y="20342"/>
                </a:lnTo>
                <a:lnTo>
                  <a:pt x="4745" y="20123"/>
                </a:lnTo>
                <a:lnTo>
                  <a:pt x="4843" y="20026"/>
                </a:lnTo>
                <a:lnTo>
                  <a:pt x="4916" y="19904"/>
                </a:lnTo>
                <a:close/>
                <a:moveTo>
                  <a:pt x="6132" y="0"/>
                </a:moveTo>
                <a:lnTo>
                  <a:pt x="6059" y="49"/>
                </a:lnTo>
                <a:lnTo>
                  <a:pt x="6011" y="98"/>
                </a:lnTo>
                <a:lnTo>
                  <a:pt x="5986" y="146"/>
                </a:lnTo>
                <a:lnTo>
                  <a:pt x="5938" y="317"/>
                </a:lnTo>
                <a:lnTo>
                  <a:pt x="5913" y="487"/>
                </a:lnTo>
                <a:lnTo>
                  <a:pt x="5938" y="828"/>
                </a:lnTo>
                <a:lnTo>
                  <a:pt x="5913" y="1047"/>
                </a:lnTo>
                <a:lnTo>
                  <a:pt x="5913" y="1241"/>
                </a:lnTo>
                <a:lnTo>
                  <a:pt x="4745" y="1266"/>
                </a:lnTo>
                <a:lnTo>
                  <a:pt x="2969" y="1266"/>
                </a:lnTo>
                <a:lnTo>
                  <a:pt x="2945" y="1144"/>
                </a:lnTo>
                <a:lnTo>
                  <a:pt x="2945" y="901"/>
                </a:lnTo>
                <a:lnTo>
                  <a:pt x="2945" y="633"/>
                </a:lnTo>
                <a:lnTo>
                  <a:pt x="2945" y="365"/>
                </a:lnTo>
                <a:lnTo>
                  <a:pt x="2920" y="122"/>
                </a:lnTo>
                <a:lnTo>
                  <a:pt x="2896" y="73"/>
                </a:lnTo>
                <a:lnTo>
                  <a:pt x="2847" y="25"/>
                </a:lnTo>
                <a:lnTo>
                  <a:pt x="2799" y="25"/>
                </a:lnTo>
                <a:lnTo>
                  <a:pt x="2726" y="49"/>
                </a:lnTo>
                <a:lnTo>
                  <a:pt x="2653" y="122"/>
                </a:lnTo>
                <a:lnTo>
                  <a:pt x="2580" y="219"/>
                </a:lnTo>
                <a:lnTo>
                  <a:pt x="2531" y="317"/>
                </a:lnTo>
                <a:lnTo>
                  <a:pt x="2507" y="438"/>
                </a:lnTo>
                <a:lnTo>
                  <a:pt x="2482" y="682"/>
                </a:lnTo>
                <a:lnTo>
                  <a:pt x="2482" y="925"/>
                </a:lnTo>
                <a:lnTo>
                  <a:pt x="2482" y="1266"/>
                </a:lnTo>
                <a:lnTo>
                  <a:pt x="877" y="1266"/>
                </a:lnTo>
                <a:lnTo>
                  <a:pt x="366" y="1339"/>
                </a:lnTo>
                <a:lnTo>
                  <a:pt x="317" y="1363"/>
                </a:lnTo>
                <a:lnTo>
                  <a:pt x="268" y="1387"/>
                </a:lnTo>
                <a:lnTo>
                  <a:pt x="244" y="1460"/>
                </a:lnTo>
                <a:lnTo>
                  <a:pt x="195" y="1485"/>
                </a:lnTo>
                <a:lnTo>
                  <a:pt x="171" y="1558"/>
                </a:lnTo>
                <a:lnTo>
                  <a:pt x="98" y="2069"/>
                </a:lnTo>
                <a:lnTo>
                  <a:pt x="49" y="2628"/>
                </a:lnTo>
                <a:lnTo>
                  <a:pt x="25" y="3164"/>
                </a:lnTo>
                <a:lnTo>
                  <a:pt x="25" y="3723"/>
                </a:lnTo>
                <a:lnTo>
                  <a:pt x="49" y="4818"/>
                </a:lnTo>
                <a:lnTo>
                  <a:pt x="98" y="5913"/>
                </a:lnTo>
                <a:lnTo>
                  <a:pt x="171" y="8273"/>
                </a:lnTo>
                <a:lnTo>
                  <a:pt x="171" y="9441"/>
                </a:lnTo>
                <a:lnTo>
                  <a:pt x="147" y="10634"/>
                </a:lnTo>
                <a:lnTo>
                  <a:pt x="98" y="11777"/>
                </a:lnTo>
                <a:lnTo>
                  <a:pt x="25" y="12921"/>
                </a:lnTo>
                <a:lnTo>
                  <a:pt x="1" y="14064"/>
                </a:lnTo>
                <a:lnTo>
                  <a:pt x="1" y="14624"/>
                </a:lnTo>
                <a:lnTo>
                  <a:pt x="49" y="15208"/>
                </a:lnTo>
                <a:lnTo>
                  <a:pt x="49" y="15743"/>
                </a:lnTo>
                <a:lnTo>
                  <a:pt x="49" y="16279"/>
                </a:lnTo>
                <a:lnTo>
                  <a:pt x="25" y="17398"/>
                </a:lnTo>
                <a:lnTo>
                  <a:pt x="25" y="17933"/>
                </a:lnTo>
                <a:lnTo>
                  <a:pt x="49" y="18493"/>
                </a:lnTo>
                <a:lnTo>
                  <a:pt x="98" y="19028"/>
                </a:lnTo>
                <a:lnTo>
                  <a:pt x="195" y="19564"/>
                </a:lnTo>
                <a:lnTo>
                  <a:pt x="244" y="19661"/>
                </a:lnTo>
                <a:lnTo>
                  <a:pt x="293" y="19710"/>
                </a:lnTo>
                <a:lnTo>
                  <a:pt x="390" y="19734"/>
                </a:lnTo>
                <a:lnTo>
                  <a:pt x="487" y="19758"/>
                </a:lnTo>
                <a:lnTo>
                  <a:pt x="585" y="19856"/>
                </a:lnTo>
                <a:lnTo>
                  <a:pt x="682" y="19904"/>
                </a:lnTo>
                <a:lnTo>
                  <a:pt x="804" y="19953"/>
                </a:lnTo>
                <a:lnTo>
                  <a:pt x="950" y="19977"/>
                </a:lnTo>
                <a:lnTo>
                  <a:pt x="1485" y="19977"/>
                </a:lnTo>
                <a:lnTo>
                  <a:pt x="1485" y="20342"/>
                </a:lnTo>
                <a:lnTo>
                  <a:pt x="1485" y="20634"/>
                </a:lnTo>
                <a:lnTo>
                  <a:pt x="1509" y="20950"/>
                </a:lnTo>
                <a:lnTo>
                  <a:pt x="1558" y="21534"/>
                </a:lnTo>
                <a:lnTo>
                  <a:pt x="1558" y="21607"/>
                </a:lnTo>
                <a:lnTo>
                  <a:pt x="1582" y="21705"/>
                </a:lnTo>
                <a:lnTo>
                  <a:pt x="1655" y="21753"/>
                </a:lnTo>
                <a:lnTo>
                  <a:pt x="1728" y="21802"/>
                </a:lnTo>
                <a:lnTo>
                  <a:pt x="1898" y="21802"/>
                </a:lnTo>
                <a:lnTo>
                  <a:pt x="1971" y="21778"/>
                </a:lnTo>
                <a:lnTo>
                  <a:pt x="2385" y="21851"/>
                </a:lnTo>
                <a:lnTo>
                  <a:pt x="2799" y="21899"/>
                </a:lnTo>
                <a:lnTo>
                  <a:pt x="3626" y="21948"/>
                </a:lnTo>
                <a:lnTo>
                  <a:pt x="4478" y="21948"/>
                </a:lnTo>
                <a:lnTo>
                  <a:pt x="5305" y="21924"/>
                </a:lnTo>
                <a:lnTo>
                  <a:pt x="7008" y="21826"/>
                </a:lnTo>
                <a:lnTo>
                  <a:pt x="7836" y="21778"/>
                </a:lnTo>
                <a:lnTo>
                  <a:pt x="8687" y="21753"/>
                </a:lnTo>
                <a:lnTo>
                  <a:pt x="9515" y="21729"/>
                </a:lnTo>
                <a:lnTo>
                  <a:pt x="10342" y="21753"/>
                </a:lnTo>
                <a:lnTo>
                  <a:pt x="12021" y="21778"/>
                </a:lnTo>
                <a:lnTo>
                  <a:pt x="13700" y="21778"/>
                </a:lnTo>
                <a:lnTo>
                  <a:pt x="14527" y="21753"/>
                </a:lnTo>
                <a:lnTo>
                  <a:pt x="15354" y="21680"/>
                </a:lnTo>
                <a:lnTo>
                  <a:pt x="15427" y="21705"/>
                </a:lnTo>
                <a:lnTo>
                  <a:pt x="15500" y="21680"/>
                </a:lnTo>
                <a:lnTo>
                  <a:pt x="16425" y="21583"/>
                </a:lnTo>
                <a:lnTo>
                  <a:pt x="16498" y="21559"/>
                </a:lnTo>
                <a:lnTo>
                  <a:pt x="16620" y="21607"/>
                </a:lnTo>
                <a:lnTo>
                  <a:pt x="16717" y="21607"/>
                </a:lnTo>
                <a:lnTo>
                  <a:pt x="16766" y="21583"/>
                </a:lnTo>
                <a:lnTo>
                  <a:pt x="16814" y="21534"/>
                </a:lnTo>
                <a:lnTo>
                  <a:pt x="16863" y="21486"/>
                </a:lnTo>
                <a:lnTo>
                  <a:pt x="16863" y="21413"/>
                </a:lnTo>
                <a:lnTo>
                  <a:pt x="16936" y="20902"/>
                </a:lnTo>
                <a:lnTo>
                  <a:pt x="16985" y="20391"/>
                </a:lnTo>
                <a:lnTo>
                  <a:pt x="16985" y="19880"/>
                </a:lnTo>
                <a:lnTo>
                  <a:pt x="16985" y="19369"/>
                </a:lnTo>
                <a:lnTo>
                  <a:pt x="16936" y="18323"/>
                </a:lnTo>
                <a:lnTo>
                  <a:pt x="16936" y="17812"/>
                </a:lnTo>
                <a:lnTo>
                  <a:pt x="16936" y="17301"/>
                </a:lnTo>
                <a:lnTo>
                  <a:pt x="17009" y="14867"/>
                </a:lnTo>
                <a:lnTo>
                  <a:pt x="17033" y="13651"/>
                </a:lnTo>
                <a:lnTo>
                  <a:pt x="17033" y="12458"/>
                </a:lnTo>
                <a:lnTo>
                  <a:pt x="17058" y="10025"/>
                </a:lnTo>
                <a:lnTo>
                  <a:pt x="17082" y="8809"/>
                </a:lnTo>
                <a:lnTo>
                  <a:pt x="17082" y="7592"/>
                </a:lnTo>
                <a:lnTo>
                  <a:pt x="17082" y="6984"/>
                </a:lnTo>
                <a:lnTo>
                  <a:pt x="17082" y="6375"/>
                </a:lnTo>
                <a:lnTo>
                  <a:pt x="17106" y="5791"/>
                </a:lnTo>
                <a:lnTo>
                  <a:pt x="17082" y="5183"/>
                </a:lnTo>
                <a:lnTo>
                  <a:pt x="17033" y="4696"/>
                </a:lnTo>
                <a:lnTo>
                  <a:pt x="16960" y="4210"/>
                </a:lnTo>
                <a:lnTo>
                  <a:pt x="16766" y="3237"/>
                </a:lnTo>
                <a:lnTo>
                  <a:pt x="16839" y="3115"/>
                </a:lnTo>
                <a:lnTo>
                  <a:pt x="16839" y="2993"/>
                </a:lnTo>
                <a:lnTo>
                  <a:pt x="16814" y="2945"/>
                </a:lnTo>
                <a:lnTo>
                  <a:pt x="16790" y="2896"/>
                </a:lnTo>
                <a:lnTo>
                  <a:pt x="16717" y="2847"/>
                </a:lnTo>
                <a:lnTo>
                  <a:pt x="16644" y="2847"/>
                </a:lnTo>
                <a:lnTo>
                  <a:pt x="16157" y="2774"/>
                </a:lnTo>
                <a:lnTo>
                  <a:pt x="15865" y="2774"/>
                </a:lnTo>
                <a:lnTo>
                  <a:pt x="15622" y="2799"/>
                </a:lnTo>
                <a:lnTo>
                  <a:pt x="15598" y="2434"/>
                </a:lnTo>
                <a:lnTo>
                  <a:pt x="15549" y="2069"/>
                </a:lnTo>
                <a:lnTo>
                  <a:pt x="15500" y="1898"/>
                </a:lnTo>
                <a:lnTo>
                  <a:pt x="15452" y="1728"/>
                </a:lnTo>
                <a:lnTo>
                  <a:pt x="15403" y="1582"/>
                </a:lnTo>
                <a:lnTo>
                  <a:pt x="15306" y="1436"/>
                </a:lnTo>
                <a:lnTo>
                  <a:pt x="15306" y="1339"/>
                </a:lnTo>
                <a:lnTo>
                  <a:pt x="15233" y="1241"/>
                </a:lnTo>
                <a:lnTo>
                  <a:pt x="15160" y="1193"/>
                </a:lnTo>
                <a:lnTo>
                  <a:pt x="15087" y="1144"/>
                </a:lnTo>
                <a:lnTo>
                  <a:pt x="14892" y="1095"/>
                </a:lnTo>
                <a:lnTo>
                  <a:pt x="13262" y="1095"/>
                </a:lnTo>
                <a:lnTo>
                  <a:pt x="13018" y="1120"/>
                </a:lnTo>
                <a:lnTo>
                  <a:pt x="13043" y="560"/>
                </a:lnTo>
                <a:lnTo>
                  <a:pt x="13043" y="268"/>
                </a:lnTo>
                <a:lnTo>
                  <a:pt x="13018" y="146"/>
                </a:lnTo>
                <a:lnTo>
                  <a:pt x="12970" y="25"/>
                </a:lnTo>
                <a:lnTo>
                  <a:pt x="12945" y="0"/>
                </a:lnTo>
                <a:lnTo>
                  <a:pt x="12897" y="0"/>
                </a:lnTo>
                <a:lnTo>
                  <a:pt x="12799" y="98"/>
                </a:lnTo>
                <a:lnTo>
                  <a:pt x="12702" y="219"/>
                </a:lnTo>
                <a:lnTo>
                  <a:pt x="12653" y="341"/>
                </a:lnTo>
                <a:lnTo>
                  <a:pt x="12605" y="463"/>
                </a:lnTo>
                <a:lnTo>
                  <a:pt x="12556" y="755"/>
                </a:lnTo>
                <a:lnTo>
                  <a:pt x="12556" y="1047"/>
                </a:lnTo>
                <a:lnTo>
                  <a:pt x="12532" y="1120"/>
                </a:lnTo>
                <a:lnTo>
                  <a:pt x="11145" y="1144"/>
                </a:lnTo>
                <a:lnTo>
                  <a:pt x="9734" y="1168"/>
                </a:lnTo>
                <a:lnTo>
                  <a:pt x="9734" y="195"/>
                </a:lnTo>
                <a:lnTo>
                  <a:pt x="9734" y="146"/>
                </a:lnTo>
                <a:lnTo>
                  <a:pt x="9709" y="98"/>
                </a:lnTo>
                <a:lnTo>
                  <a:pt x="9636" y="25"/>
                </a:lnTo>
                <a:lnTo>
                  <a:pt x="9466" y="25"/>
                </a:lnTo>
                <a:lnTo>
                  <a:pt x="9417" y="73"/>
                </a:lnTo>
                <a:lnTo>
                  <a:pt x="9344" y="171"/>
                </a:lnTo>
                <a:lnTo>
                  <a:pt x="9296" y="317"/>
                </a:lnTo>
                <a:lnTo>
                  <a:pt x="9247" y="438"/>
                </a:lnTo>
                <a:lnTo>
                  <a:pt x="9223" y="609"/>
                </a:lnTo>
                <a:lnTo>
                  <a:pt x="9198" y="901"/>
                </a:lnTo>
                <a:lnTo>
                  <a:pt x="9198" y="1193"/>
                </a:lnTo>
                <a:lnTo>
                  <a:pt x="9150" y="1193"/>
                </a:lnTo>
                <a:lnTo>
                  <a:pt x="7811" y="1217"/>
                </a:lnTo>
                <a:lnTo>
                  <a:pt x="6449" y="1241"/>
                </a:lnTo>
                <a:lnTo>
                  <a:pt x="6449" y="706"/>
                </a:lnTo>
                <a:lnTo>
                  <a:pt x="6424" y="414"/>
                </a:lnTo>
                <a:lnTo>
                  <a:pt x="6376" y="146"/>
                </a:lnTo>
                <a:lnTo>
                  <a:pt x="6351" y="73"/>
                </a:lnTo>
                <a:lnTo>
                  <a:pt x="6303" y="25"/>
                </a:lnTo>
                <a:lnTo>
                  <a:pt x="6254"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91" name="Google Shape;791;p39"/>
          <p:cNvSpPr/>
          <p:nvPr/>
        </p:nvSpPr>
        <p:spPr>
          <a:xfrm>
            <a:off x="852801" y="338968"/>
            <a:ext cx="398876" cy="337703"/>
          </a:xfrm>
          <a:custGeom>
            <a:avLst/>
            <a:gdLst/>
            <a:ahLst/>
            <a:cxnLst/>
            <a:rect l="l" t="t" r="r" b="b"/>
            <a:pathLst>
              <a:path w="18251" h="15452" extrusionOk="0">
                <a:moveTo>
                  <a:pt x="10634" y="2409"/>
                </a:moveTo>
                <a:lnTo>
                  <a:pt x="9953" y="2433"/>
                </a:lnTo>
                <a:lnTo>
                  <a:pt x="9296" y="2458"/>
                </a:lnTo>
                <a:lnTo>
                  <a:pt x="7592" y="2531"/>
                </a:lnTo>
                <a:lnTo>
                  <a:pt x="7228" y="2531"/>
                </a:lnTo>
                <a:lnTo>
                  <a:pt x="6814" y="2555"/>
                </a:lnTo>
                <a:lnTo>
                  <a:pt x="6619" y="2555"/>
                </a:lnTo>
                <a:lnTo>
                  <a:pt x="6425" y="2579"/>
                </a:lnTo>
                <a:lnTo>
                  <a:pt x="6230" y="2652"/>
                </a:lnTo>
                <a:lnTo>
                  <a:pt x="6060" y="2725"/>
                </a:lnTo>
                <a:lnTo>
                  <a:pt x="6035" y="2750"/>
                </a:lnTo>
                <a:lnTo>
                  <a:pt x="6011" y="2798"/>
                </a:lnTo>
                <a:lnTo>
                  <a:pt x="6035" y="2847"/>
                </a:lnTo>
                <a:lnTo>
                  <a:pt x="6060" y="2896"/>
                </a:lnTo>
                <a:lnTo>
                  <a:pt x="6230" y="2969"/>
                </a:lnTo>
                <a:lnTo>
                  <a:pt x="6376" y="3017"/>
                </a:lnTo>
                <a:lnTo>
                  <a:pt x="6546" y="3042"/>
                </a:lnTo>
                <a:lnTo>
                  <a:pt x="7422" y="3042"/>
                </a:lnTo>
                <a:lnTo>
                  <a:pt x="8298" y="3017"/>
                </a:lnTo>
                <a:lnTo>
                  <a:pt x="9150" y="2993"/>
                </a:lnTo>
                <a:lnTo>
                  <a:pt x="9831" y="2969"/>
                </a:lnTo>
                <a:lnTo>
                  <a:pt x="10488" y="2944"/>
                </a:lnTo>
                <a:lnTo>
                  <a:pt x="10829" y="2969"/>
                </a:lnTo>
                <a:lnTo>
                  <a:pt x="11169" y="2993"/>
                </a:lnTo>
                <a:lnTo>
                  <a:pt x="11486" y="3042"/>
                </a:lnTo>
                <a:lnTo>
                  <a:pt x="11826" y="3090"/>
                </a:lnTo>
                <a:lnTo>
                  <a:pt x="11948" y="3115"/>
                </a:lnTo>
                <a:lnTo>
                  <a:pt x="12045" y="3066"/>
                </a:lnTo>
                <a:lnTo>
                  <a:pt x="12094" y="2993"/>
                </a:lnTo>
                <a:lnTo>
                  <a:pt x="12143" y="2896"/>
                </a:lnTo>
                <a:lnTo>
                  <a:pt x="12167" y="2798"/>
                </a:lnTo>
                <a:lnTo>
                  <a:pt x="12143" y="2701"/>
                </a:lnTo>
                <a:lnTo>
                  <a:pt x="12070" y="2628"/>
                </a:lnTo>
                <a:lnTo>
                  <a:pt x="11972" y="2579"/>
                </a:lnTo>
                <a:lnTo>
                  <a:pt x="11632" y="2506"/>
                </a:lnTo>
                <a:lnTo>
                  <a:pt x="11315" y="2458"/>
                </a:lnTo>
                <a:lnTo>
                  <a:pt x="10975" y="2433"/>
                </a:lnTo>
                <a:lnTo>
                  <a:pt x="10634" y="2409"/>
                </a:lnTo>
                <a:close/>
                <a:moveTo>
                  <a:pt x="15573" y="4940"/>
                </a:moveTo>
                <a:lnTo>
                  <a:pt x="15890" y="4964"/>
                </a:lnTo>
                <a:lnTo>
                  <a:pt x="16157" y="5037"/>
                </a:lnTo>
                <a:lnTo>
                  <a:pt x="16182" y="5280"/>
                </a:lnTo>
                <a:lnTo>
                  <a:pt x="16206" y="5524"/>
                </a:lnTo>
                <a:lnTo>
                  <a:pt x="16206" y="5889"/>
                </a:lnTo>
                <a:lnTo>
                  <a:pt x="16206" y="6254"/>
                </a:lnTo>
                <a:lnTo>
                  <a:pt x="15671" y="6278"/>
                </a:lnTo>
                <a:lnTo>
                  <a:pt x="15136" y="6302"/>
                </a:lnTo>
                <a:lnTo>
                  <a:pt x="14625" y="6327"/>
                </a:lnTo>
                <a:lnTo>
                  <a:pt x="14333" y="6375"/>
                </a:lnTo>
                <a:lnTo>
                  <a:pt x="14308" y="6302"/>
                </a:lnTo>
                <a:lnTo>
                  <a:pt x="14284" y="6132"/>
                </a:lnTo>
                <a:lnTo>
                  <a:pt x="14284" y="5962"/>
                </a:lnTo>
                <a:lnTo>
                  <a:pt x="14284" y="5645"/>
                </a:lnTo>
                <a:lnTo>
                  <a:pt x="14284" y="5329"/>
                </a:lnTo>
                <a:lnTo>
                  <a:pt x="14284" y="5159"/>
                </a:lnTo>
                <a:lnTo>
                  <a:pt x="14235" y="5013"/>
                </a:lnTo>
                <a:lnTo>
                  <a:pt x="14430" y="5013"/>
                </a:lnTo>
                <a:lnTo>
                  <a:pt x="14625" y="4988"/>
                </a:lnTo>
                <a:lnTo>
                  <a:pt x="14990" y="4940"/>
                </a:lnTo>
                <a:close/>
                <a:moveTo>
                  <a:pt x="15330" y="4404"/>
                </a:moveTo>
                <a:lnTo>
                  <a:pt x="14990" y="4429"/>
                </a:lnTo>
                <a:lnTo>
                  <a:pt x="14771" y="4453"/>
                </a:lnTo>
                <a:lnTo>
                  <a:pt x="14503" y="4502"/>
                </a:lnTo>
                <a:lnTo>
                  <a:pt x="14357" y="4526"/>
                </a:lnTo>
                <a:lnTo>
                  <a:pt x="14260" y="4575"/>
                </a:lnTo>
                <a:lnTo>
                  <a:pt x="14138" y="4648"/>
                </a:lnTo>
                <a:lnTo>
                  <a:pt x="14065" y="4721"/>
                </a:lnTo>
                <a:lnTo>
                  <a:pt x="14016" y="4721"/>
                </a:lnTo>
                <a:lnTo>
                  <a:pt x="13968" y="4745"/>
                </a:lnTo>
                <a:lnTo>
                  <a:pt x="13943" y="4745"/>
                </a:lnTo>
                <a:lnTo>
                  <a:pt x="13919" y="4769"/>
                </a:lnTo>
                <a:lnTo>
                  <a:pt x="13895" y="4794"/>
                </a:lnTo>
                <a:lnTo>
                  <a:pt x="13870" y="4891"/>
                </a:lnTo>
                <a:lnTo>
                  <a:pt x="13773" y="5670"/>
                </a:lnTo>
                <a:lnTo>
                  <a:pt x="13773" y="6059"/>
                </a:lnTo>
                <a:lnTo>
                  <a:pt x="13773" y="6254"/>
                </a:lnTo>
                <a:lnTo>
                  <a:pt x="13822" y="6424"/>
                </a:lnTo>
                <a:lnTo>
                  <a:pt x="13846" y="6497"/>
                </a:lnTo>
                <a:lnTo>
                  <a:pt x="13870" y="6570"/>
                </a:lnTo>
                <a:lnTo>
                  <a:pt x="13870" y="6594"/>
                </a:lnTo>
                <a:lnTo>
                  <a:pt x="13895" y="6667"/>
                </a:lnTo>
                <a:lnTo>
                  <a:pt x="13919" y="6740"/>
                </a:lnTo>
                <a:lnTo>
                  <a:pt x="13968" y="6789"/>
                </a:lnTo>
                <a:lnTo>
                  <a:pt x="14041" y="6813"/>
                </a:lnTo>
                <a:lnTo>
                  <a:pt x="14308" y="6886"/>
                </a:lnTo>
                <a:lnTo>
                  <a:pt x="14600" y="6911"/>
                </a:lnTo>
                <a:lnTo>
                  <a:pt x="14892" y="6935"/>
                </a:lnTo>
                <a:lnTo>
                  <a:pt x="15184" y="6911"/>
                </a:lnTo>
                <a:lnTo>
                  <a:pt x="15768" y="6886"/>
                </a:lnTo>
                <a:lnTo>
                  <a:pt x="16328" y="6813"/>
                </a:lnTo>
                <a:lnTo>
                  <a:pt x="16449" y="6789"/>
                </a:lnTo>
                <a:lnTo>
                  <a:pt x="16522" y="6740"/>
                </a:lnTo>
                <a:lnTo>
                  <a:pt x="16595" y="6643"/>
                </a:lnTo>
                <a:lnTo>
                  <a:pt x="16620" y="6546"/>
                </a:lnTo>
                <a:lnTo>
                  <a:pt x="16668" y="6448"/>
                </a:lnTo>
                <a:lnTo>
                  <a:pt x="16717" y="6327"/>
                </a:lnTo>
                <a:lnTo>
                  <a:pt x="16741" y="6108"/>
                </a:lnTo>
                <a:lnTo>
                  <a:pt x="16741" y="5864"/>
                </a:lnTo>
                <a:lnTo>
                  <a:pt x="16717" y="5645"/>
                </a:lnTo>
                <a:lnTo>
                  <a:pt x="16644" y="5159"/>
                </a:lnTo>
                <a:lnTo>
                  <a:pt x="16620" y="4940"/>
                </a:lnTo>
                <a:lnTo>
                  <a:pt x="16547" y="4721"/>
                </a:lnTo>
                <a:lnTo>
                  <a:pt x="16498" y="4648"/>
                </a:lnTo>
                <a:lnTo>
                  <a:pt x="16449" y="4599"/>
                </a:lnTo>
                <a:lnTo>
                  <a:pt x="16401" y="4575"/>
                </a:lnTo>
                <a:lnTo>
                  <a:pt x="16328" y="4526"/>
                </a:lnTo>
                <a:lnTo>
                  <a:pt x="16011" y="4453"/>
                </a:lnTo>
                <a:lnTo>
                  <a:pt x="15671" y="4404"/>
                </a:lnTo>
                <a:close/>
                <a:moveTo>
                  <a:pt x="8176" y="7105"/>
                </a:moveTo>
                <a:lnTo>
                  <a:pt x="7884" y="7373"/>
                </a:lnTo>
                <a:lnTo>
                  <a:pt x="7641" y="7689"/>
                </a:lnTo>
                <a:lnTo>
                  <a:pt x="7422" y="8006"/>
                </a:lnTo>
                <a:lnTo>
                  <a:pt x="7252" y="8346"/>
                </a:lnTo>
                <a:lnTo>
                  <a:pt x="7082" y="8687"/>
                </a:lnTo>
                <a:lnTo>
                  <a:pt x="6936" y="9052"/>
                </a:lnTo>
                <a:lnTo>
                  <a:pt x="6790" y="9417"/>
                </a:lnTo>
                <a:lnTo>
                  <a:pt x="6692" y="9782"/>
                </a:lnTo>
                <a:lnTo>
                  <a:pt x="6619" y="9441"/>
                </a:lnTo>
                <a:lnTo>
                  <a:pt x="6619" y="9198"/>
                </a:lnTo>
                <a:lnTo>
                  <a:pt x="6619" y="8955"/>
                </a:lnTo>
                <a:lnTo>
                  <a:pt x="6644" y="8711"/>
                </a:lnTo>
                <a:lnTo>
                  <a:pt x="6717" y="8492"/>
                </a:lnTo>
                <a:lnTo>
                  <a:pt x="6790" y="8273"/>
                </a:lnTo>
                <a:lnTo>
                  <a:pt x="6911" y="8079"/>
                </a:lnTo>
                <a:lnTo>
                  <a:pt x="7033" y="7884"/>
                </a:lnTo>
                <a:lnTo>
                  <a:pt x="7203" y="7689"/>
                </a:lnTo>
                <a:lnTo>
                  <a:pt x="7398" y="7519"/>
                </a:lnTo>
                <a:lnTo>
                  <a:pt x="7617" y="7373"/>
                </a:lnTo>
                <a:lnTo>
                  <a:pt x="7836" y="7251"/>
                </a:lnTo>
                <a:lnTo>
                  <a:pt x="8079" y="7154"/>
                </a:lnTo>
                <a:lnTo>
                  <a:pt x="8176" y="7105"/>
                </a:lnTo>
                <a:close/>
                <a:moveTo>
                  <a:pt x="11413" y="8444"/>
                </a:moveTo>
                <a:lnTo>
                  <a:pt x="11486" y="8711"/>
                </a:lnTo>
                <a:lnTo>
                  <a:pt x="11534" y="8979"/>
                </a:lnTo>
                <a:lnTo>
                  <a:pt x="11559" y="9246"/>
                </a:lnTo>
                <a:lnTo>
                  <a:pt x="11534" y="9514"/>
                </a:lnTo>
                <a:lnTo>
                  <a:pt x="11461" y="9782"/>
                </a:lnTo>
                <a:lnTo>
                  <a:pt x="11388" y="10049"/>
                </a:lnTo>
                <a:lnTo>
                  <a:pt x="11267" y="10293"/>
                </a:lnTo>
                <a:lnTo>
                  <a:pt x="11145" y="10512"/>
                </a:lnTo>
                <a:lnTo>
                  <a:pt x="10975" y="10731"/>
                </a:lnTo>
                <a:lnTo>
                  <a:pt x="11048" y="10536"/>
                </a:lnTo>
                <a:lnTo>
                  <a:pt x="11121" y="10317"/>
                </a:lnTo>
                <a:lnTo>
                  <a:pt x="11194" y="9928"/>
                </a:lnTo>
                <a:lnTo>
                  <a:pt x="11267" y="9563"/>
                </a:lnTo>
                <a:lnTo>
                  <a:pt x="11315" y="9198"/>
                </a:lnTo>
                <a:lnTo>
                  <a:pt x="11413" y="8444"/>
                </a:lnTo>
                <a:close/>
                <a:moveTo>
                  <a:pt x="9028" y="6911"/>
                </a:moveTo>
                <a:lnTo>
                  <a:pt x="8858" y="7057"/>
                </a:lnTo>
                <a:lnTo>
                  <a:pt x="8736" y="7251"/>
                </a:lnTo>
                <a:lnTo>
                  <a:pt x="8614" y="7446"/>
                </a:lnTo>
                <a:lnTo>
                  <a:pt x="8517" y="7641"/>
                </a:lnTo>
                <a:lnTo>
                  <a:pt x="8322" y="8079"/>
                </a:lnTo>
                <a:lnTo>
                  <a:pt x="8176" y="8492"/>
                </a:lnTo>
                <a:lnTo>
                  <a:pt x="8030" y="8833"/>
                </a:lnTo>
                <a:lnTo>
                  <a:pt x="7884" y="9173"/>
                </a:lnTo>
                <a:lnTo>
                  <a:pt x="7568" y="9830"/>
                </a:lnTo>
                <a:lnTo>
                  <a:pt x="7325" y="10317"/>
                </a:lnTo>
                <a:lnTo>
                  <a:pt x="7228" y="10560"/>
                </a:lnTo>
                <a:lnTo>
                  <a:pt x="7130" y="10804"/>
                </a:lnTo>
                <a:lnTo>
                  <a:pt x="6936" y="10463"/>
                </a:lnTo>
                <a:lnTo>
                  <a:pt x="6790" y="10122"/>
                </a:lnTo>
                <a:lnTo>
                  <a:pt x="6838" y="10122"/>
                </a:lnTo>
                <a:lnTo>
                  <a:pt x="6911" y="10098"/>
                </a:lnTo>
                <a:lnTo>
                  <a:pt x="6960" y="10074"/>
                </a:lnTo>
                <a:lnTo>
                  <a:pt x="7009" y="10001"/>
                </a:lnTo>
                <a:lnTo>
                  <a:pt x="7276" y="9222"/>
                </a:lnTo>
                <a:lnTo>
                  <a:pt x="7592" y="8468"/>
                </a:lnTo>
                <a:lnTo>
                  <a:pt x="7787" y="8103"/>
                </a:lnTo>
                <a:lnTo>
                  <a:pt x="7982" y="7738"/>
                </a:lnTo>
                <a:lnTo>
                  <a:pt x="8176" y="7373"/>
                </a:lnTo>
                <a:lnTo>
                  <a:pt x="8395" y="7032"/>
                </a:lnTo>
                <a:lnTo>
                  <a:pt x="8493" y="7032"/>
                </a:lnTo>
                <a:lnTo>
                  <a:pt x="8760" y="6959"/>
                </a:lnTo>
                <a:lnTo>
                  <a:pt x="9028" y="6911"/>
                </a:lnTo>
                <a:close/>
                <a:moveTo>
                  <a:pt x="9344" y="6911"/>
                </a:moveTo>
                <a:lnTo>
                  <a:pt x="9588" y="6935"/>
                </a:lnTo>
                <a:lnTo>
                  <a:pt x="9831" y="7008"/>
                </a:lnTo>
                <a:lnTo>
                  <a:pt x="9734" y="7105"/>
                </a:lnTo>
                <a:lnTo>
                  <a:pt x="9636" y="7203"/>
                </a:lnTo>
                <a:lnTo>
                  <a:pt x="9490" y="7446"/>
                </a:lnTo>
                <a:lnTo>
                  <a:pt x="9393" y="7714"/>
                </a:lnTo>
                <a:lnTo>
                  <a:pt x="9271" y="7957"/>
                </a:lnTo>
                <a:lnTo>
                  <a:pt x="9150" y="8298"/>
                </a:lnTo>
                <a:lnTo>
                  <a:pt x="9004" y="8663"/>
                </a:lnTo>
                <a:lnTo>
                  <a:pt x="8760" y="9368"/>
                </a:lnTo>
                <a:lnTo>
                  <a:pt x="8468" y="10122"/>
                </a:lnTo>
                <a:lnTo>
                  <a:pt x="8128" y="10852"/>
                </a:lnTo>
                <a:lnTo>
                  <a:pt x="7957" y="11290"/>
                </a:lnTo>
                <a:lnTo>
                  <a:pt x="7909" y="11388"/>
                </a:lnTo>
                <a:lnTo>
                  <a:pt x="7884" y="11485"/>
                </a:lnTo>
                <a:lnTo>
                  <a:pt x="7884" y="11558"/>
                </a:lnTo>
                <a:lnTo>
                  <a:pt x="7665" y="11388"/>
                </a:lnTo>
                <a:lnTo>
                  <a:pt x="7446" y="11193"/>
                </a:lnTo>
                <a:lnTo>
                  <a:pt x="7568" y="10901"/>
                </a:lnTo>
                <a:lnTo>
                  <a:pt x="7690" y="10609"/>
                </a:lnTo>
                <a:lnTo>
                  <a:pt x="7811" y="10317"/>
                </a:lnTo>
                <a:lnTo>
                  <a:pt x="7933" y="10049"/>
                </a:lnTo>
                <a:lnTo>
                  <a:pt x="8201" y="9514"/>
                </a:lnTo>
                <a:lnTo>
                  <a:pt x="8444" y="8979"/>
                </a:lnTo>
                <a:lnTo>
                  <a:pt x="8882" y="7933"/>
                </a:lnTo>
                <a:lnTo>
                  <a:pt x="9101" y="7422"/>
                </a:lnTo>
                <a:lnTo>
                  <a:pt x="9344" y="6911"/>
                </a:lnTo>
                <a:close/>
                <a:moveTo>
                  <a:pt x="10610" y="7397"/>
                </a:moveTo>
                <a:lnTo>
                  <a:pt x="10829" y="7592"/>
                </a:lnTo>
                <a:lnTo>
                  <a:pt x="11023" y="7811"/>
                </a:lnTo>
                <a:lnTo>
                  <a:pt x="11194" y="8054"/>
                </a:lnTo>
                <a:lnTo>
                  <a:pt x="11340" y="8322"/>
                </a:lnTo>
                <a:lnTo>
                  <a:pt x="11340" y="8346"/>
                </a:lnTo>
                <a:lnTo>
                  <a:pt x="11169" y="8663"/>
                </a:lnTo>
                <a:lnTo>
                  <a:pt x="11023" y="8979"/>
                </a:lnTo>
                <a:lnTo>
                  <a:pt x="10926" y="9295"/>
                </a:lnTo>
                <a:lnTo>
                  <a:pt x="10829" y="9660"/>
                </a:lnTo>
                <a:lnTo>
                  <a:pt x="10731" y="10025"/>
                </a:lnTo>
                <a:lnTo>
                  <a:pt x="10610" y="10414"/>
                </a:lnTo>
                <a:lnTo>
                  <a:pt x="10512" y="10706"/>
                </a:lnTo>
                <a:lnTo>
                  <a:pt x="10464" y="10852"/>
                </a:lnTo>
                <a:lnTo>
                  <a:pt x="10439" y="11023"/>
                </a:lnTo>
                <a:lnTo>
                  <a:pt x="10464" y="11071"/>
                </a:lnTo>
                <a:lnTo>
                  <a:pt x="10488" y="11120"/>
                </a:lnTo>
                <a:lnTo>
                  <a:pt x="10537" y="11144"/>
                </a:lnTo>
                <a:lnTo>
                  <a:pt x="10585" y="11169"/>
                </a:lnTo>
                <a:lnTo>
                  <a:pt x="10318" y="11388"/>
                </a:lnTo>
                <a:lnTo>
                  <a:pt x="10001" y="11558"/>
                </a:lnTo>
                <a:lnTo>
                  <a:pt x="10001" y="11558"/>
                </a:lnTo>
                <a:lnTo>
                  <a:pt x="10099" y="11412"/>
                </a:lnTo>
                <a:lnTo>
                  <a:pt x="10147" y="11242"/>
                </a:lnTo>
                <a:lnTo>
                  <a:pt x="10269" y="10877"/>
                </a:lnTo>
                <a:lnTo>
                  <a:pt x="10439" y="10244"/>
                </a:lnTo>
                <a:lnTo>
                  <a:pt x="10585" y="9684"/>
                </a:lnTo>
                <a:lnTo>
                  <a:pt x="10780" y="9100"/>
                </a:lnTo>
                <a:lnTo>
                  <a:pt x="10950" y="8517"/>
                </a:lnTo>
                <a:lnTo>
                  <a:pt x="11072" y="7957"/>
                </a:lnTo>
                <a:lnTo>
                  <a:pt x="11072" y="7908"/>
                </a:lnTo>
                <a:lnTo>
                  <a:pt x="11048" y="7884"/>
                </a:lnTo>
                <a:lnTo>
                  <a:pt x="10975" y="7884"/>
                </a:lnTo>
                <a:lnTo>
                  <a:pt x="10804" y="8079"/>
                </a:lnTo>
                <a:lnTo>
                  <a:pt x="10683" y="8273"/>
                </a:lnTo>
                <a:lnTo>
                  <a:pt x="10561" y="8517"/>
                </a:lnTo>
                <a:lnTo>
                  <a:pt x="10464" y="8760"/>
                </a:lnTo>
                <a:lnTo>
                  <a:pt x="10318" y="9246"/>
                </a:lnTo>
                <a:lnTo>
                  <a:pt x="10196" y="9733"/>
                </a:lnTo>
                <a:lnTo>
                  <a:pt x="10050" y="10293"/>
                </a:lnTo>
                <a:lnTo>
                  <a:pt x="9880" y="10828"/>
                </a:lnTo>
                <a:lnTo>
                  <a:pt x="9782" y="11071"/>
                </a:lnTo>
                <a:lnTo>
                  <a:pt x="9685" y="11290"/>
                </a:lnTo>
                <a:lnTo>
                  <a:pt x="9563" y="11534"/>
                </a:lnTo>
                <a:lnTo>
                  <a:pt x="9539" y="11655"/>
                </a:lnTo>
                <a:lnTo>
                  <a:pt x="9515" y="11777"/>
                </a:lnTo>
                <a:lnTo>
                  <a:pt x="9320" y="11826"/>
                </a:lnTo>
                <a:lnTo>
                  <a:pt x="9247" y="11850"/>
                </a:lnTo>
                <a:lnTo>
                  <a:pt x="9247" y="11850"/>
                </a:lnTo>
                <a:lnTo>
                  <a:pt x="9369" y="11607"/>
                </a:lnTo>
                <a:lnTo>
                  <a:pt x="9442" y="11339"/>
                </a:lnTo>
                <a:lnTo>
                  <a:pt x="9612" y="10828"/>
                </a:lnTo>
                <a:lnTo>
                  <a:pt x="9758" y="10317"/>
                </a:lnTo>
                <a:lnTo>
                  <a:pt x="9928" y="9806"/>
                </a:lnTo>
                <a:lnTo>
                  <a:pt x="10147" y="9222"/>
                </a:lnTo>
                <a:lnTo>
                  <a:pt x="10342" y="8614"/>
                </a:lnTo>
                <a:lnTo>
                  <a:pt x="10488" y="8006"/>
                </a:lnTo>
                <a:lnTo>
                  <a:pt x="10561" y="7714"/>
                </a:lnTo>
                <a:lnTo>
                  <a:pt x="10610" y="7397"/>
                </a:lnTo>
                <a:close/>
                <a:moveTo>
                  <a:pt x="10026" y="7081"/>
                </a:moveTo>
                <a:lnTo>
                  <a:pt x="10220" y="7154"/>
                </a:lnTo>
                <a:lnTo>
                  <a:pt x="10391" y="7251"/>
                </a:lnTo>
                <a:lnTo>
                  <a:pt x="10172" y="7811"/>
                </a:lnTo>
                <a:lnTo>
                  <a:pt x="10001" y="8395"/>
                </a:lnTo>
                <a:lnTo>
                  <a:pt x="9831" y="8955"/>
                </a:lnTo>
                <a:lnTo>
                  <a:pt x="9636" y="9538"/>
                </a:lnTo>
                <a:lnTo>
                  <a:pt x="9442" y="10098"/>
                </a:lnTo>
                <a:lnTo>
                  <a:pt x="9271" y="10706"/>
                </a:lnTo>
                <a:lnTo>
                  <a:pt x="9101" y="11266"/>
                </a:lnTo>
                <a:lnTo>
                  <a:pt x="8979" y="11558"/>
                </a:lnTo>
                <a:lnTo>
                  <a:pt x="8833" y="11826"/>
                </a:lnTo>
                <a:lnTo>
                  <a:pt x="8833" y="11874"/>
                </a:lnTo>
                <a:lnTo>
                  <a:pt x="8639" y="11850"/>
                </a:lnTo>
                <a:lnTo>
                  <a:pt x="8468" y="11826"/>
                </a:lnTo>
                <a:lnTo>
                  <a:pt x="8298" y="11753"/>
                </a:lnTo>
                <a:lnTo>
                  <a:pt x="8128" y="11680"/>
                </a:lnTo>
                <a:lnTo>
                  <a:pt x="8176" y="11655"/>
                </a:lnTo>
                <a:lnTo>
                  <a:pt x="8201" y="11631"/>
                </a:lnTo>
                <a:lnTo>
                  <a:pt x="8274" y="11534"/>
                </a:lnTo>
                <a:lnTo>
                  <a:pt x="8371" y="11315"/>
                </a:lnTo>
                <a:lnTo>
                  <a:pt x="8639" y="10633"/>
                </a:lnTo>
                <a:lnTo>
                  <a:pt x="8931" y="9976"/>
                </a:lnTo>
                <a:lnTo>
                  <a:pt x="9077" y="9636"/>
                </a:lnTo>
                <a:lnTo>
                  <a:pt x="9223" y="9271"/>
                </a:lnTo>
                <a:lnTo>
                  <a:pt x="9466" y="8565"/>
                </a:lnTo>
                <a:lnTo>
                  <a:pt x="9612" y="8200"/>
                </a:lnTo>
                <a:lnTo>
                  <a:pt x="9758" y="7835"/>
                </a:lnTo>
                <a:lnTo>
                  <a:pt x="9928" y="7446"/>
                </a:lnTo>
                <a:lnTo>
                  <a:pt x="9977" y="7276"/>
                </a:lnTo>
                <a:lnTo>
                  <a:pt x="10026" y="7081"/>
                </a:lnTo>
                <a:close/>
                <a:moveTo>
                  <a:pt x="9247" y="6424"/>
                </a:moveTo>
                <a:lnTo>
                  <a:pt x="8931" y="6448"/>
                </a:lnTo>
                <a:lnTo>
                  <a:pt x="8639" y="6497"/>
                </a:lnTo>
                <a:lnTo>
                  <a:pt x="8347" y="6570"/>
                </a:lnTo>
                <a:lnTo>
                  <a:pt x="8274" y="6619"/>
                </a:lnTo>
                <a:lnTo>
                  <a:pt x="8225" y="6667"/>
                </a:lnTo>
                <a:lnTo>
                  <a:pt x="7836" y="6789"/>
                </a:lnTo>
                <a:lnTo>
                  <a:pt x="7568" y="6911"/>
                </a:lnTo>
                <a:lnTo>
                  <a:pt x="7325" y="7032"/>
                </a:lnTo>
                <a:lnTo>
                  <a:pt x="7106" y="7203"/>
                </a:lnTo>
                <a:lnTo>
                  <a:pt x="6887" y="7373"/>
                </a:lnTo>
                <a:lnTo>
                  <a:pt x="6668" y="7592"/>
                </a:lnTo>
                <a:lnTo>
                  <a:pt x="6498" y="7835"/>
                </a:lnTo>
                <a:lnTo>
                  <a:pt x="6352" y="8103"/>
                </a:lnTo>
                <a:lnTo>
                  <a:pt x="6254" y="8371"/>
                </a:lnTo>
                <a:lnTo>
                  <a:pt x="6206" y="8663"/>
                </a:lnTo>
                <a:lnTo>
                  <a:pt x="6157" y="8979"/>
                </a:lnTo>
                <a:lnTo>
                  <a:pt x="6157" y="9271"/>
                </a:lnTo>
                <a:lnTo>
                  <a:pt x="6181" y="9563"/>
                </a:lnTo>
                <a:lnTo>
                  <a:pt x="6206" y="9855"/>
                </a:lnTo>
                <a:lnTo>
                  <a:pt x="6279" y="10122"/>
                </a:lnTo>
                <a:lnTo>
                  <a:pt x="6376" y="10390"/>
                </a:lnTo>
                <a:lnTo>
                  <a:pt x="6498" y="10658"/>
                </a:lnTo>
                <a:lnTo>
                  <a:pt x="6644" y="10925"/>
                </a:lnTo>
                <a:lnTo>
                  <a:pt x="6814" y="11169"/>
                </a:lnTo>
                <a:lnTo>
                  <a:pt x="6984" y="11388"/>
                </a:lnTo>
                <a:lnTo>
                  <a:pt x="7203" y="11607"/>
                </a:lnTo>
                <a:lnTo>
                  <a:pt x="7422" y="11801"/>
                </a:lnTo>
                <a:lnTo>
                  <a:pt x="7665" y="11947"/>
                </a:lnTo>
                <a:lnTo>
                  <a:pt x="7909" y="12093"/>
                </a:lnTo>
                <a:lnTo>
                  <a:pt x="8176" y="12191"/>
                </a:lnTo>
                <a:lnTo>
                  <a:pt x="8444" y="12288"/>
                </a:lnTo>
                <a:lnTo>
                  <a:pt x="8736" y="12312"/>
                </a:lnTo>
                <a:lnTo>
                  <a:pt x="9028" y="12312"/>
                </a:lnTo>
                <a:lnTo>
                  <a:pt x="9320" y="12288"/>
                </a:lnTo>
                <a:lnTo>
                  <a:pt x="9588" y="12215"/>
                </a:lnTo>
                <a:lnTo>
                  <a:pt x="9880" y="12118"/>
                </a:lnTo>
                <a:lnTo>
                  <a:pt x="10147" y="11996"/>
                </a:lnTo>
                <a:lnTo>
                  <a:pt x="10415" y="11826"/>
                </a:lnTo>
                <a:lnTo>
                  <a:pt x="10658" y="11655"/>
                </a:lnTo>
                <a:lnTo>
                  <a:pt x="10877" y="11461"/>
                </a:lnTo>
                <a:lnTo>
                  <a:pt x="11096" y="11242"/>
                </a:lnTo>
                <a:lnTo>
                  <a:pt x="11291" y="10998"/>
                </a:lnTo>
                <a:lnTo>
                  <a:pt x="11461" y="10731"/>
                </a:lnTo>
                <a:lnTo>
                  <a:pt x="11632" y="10463"/>
                </a:lnTo>
                <a:lnTo>
                  <a:pt x="11753" y="10195"/>
                </a:lnTo>
                <a:lnTo>
                  <a:pt x="11851" y="9903"/>
                </a:lnTo>
                <a:lnTo>
                  <a:pt x="11924" y="9611"/>
                </a:lnTo>
                <a:lnTo>
                  <a:pt x="11948" y="9319"/>
                </a:lnTo>
                <a:lnTo>
                  <a:pt x="11972" y="9027"/>
                </a:lnTo>
                <a:lnTo>
                  <a:pt x="11924" y="8736"/>
                </a:lnTo>
                <a:lnTo>
                  <a:pt x="11851" y="8444"/>
                </a:lnTo>
                <a:lnTo>
                  <a:pt x="11753" y="8176"/>
                </a:lnTo>
                <a:lnTo>
                  <a:pt x="11632" y="7908"/>
                </a:lnTo>
                <a:lnTo>
                  <a:pt x="11461" y="7665"/>
                </a:lnTo>
                <a:lnTo>
                  <a:pt x="11291" y="7422"/>
                </a:lnTo>
                <a:lnTo>
                  <a:pt x="11096" y="7203"/>
                </a:lnTo>
                <a:lnTo>
                  <a:pt x="10853" y="7032"/>
                </a:lnTo>
                <a:lnTo>
                  <a:pt x="10610" y="6862"/>
                </a:lnTo>
                <a:lnTo>
                  <a:pt x="10366" y="6716"/>
                </a:lnTo>
                <a:lnTo>
                  <a:pt x="10099" y="6594"/>
                </a:lnTo>
                <a:lnTo>
                  <a:pt x="9807" y="6521"/>
                </a:lnTo>
                <a:lnTo>
                  <a:pt x="9515" y="6448"/>
                </a:lnTo>
                <a:lnTo>
                  <a:pt x="9247" y="6424"/>
                </a:lnTo>
                <a:close/>
                <a:moveTo>
                  <a:pt x="9417" y="5694"/>
                </a:moveTo>
                <a:lnTo>
                  <a:pt x="9782" y="5718"/>
                </a:lnTo>
                <a:lnTo>
                  <a:pt x="10172" y="5791"/>
                </a:lnTo>
                <a:lnTo>
                  <a:pt x="10537" y="5889"/>
                </a:lnTo>
                <a:lnTo>
                  <a:pt x="10877" y="6010"/>
                </a:lnTo>
                <a:lnTo>
                  <a:pt x="11218" y="6181"/>
                </a:lnTo>
                <a:lnTo>
                  <a:pt x="11534" y="6351"/>
                </a:lnTo>
                <a:lnTo>
                  <a:pt x="11729" y="6497"/>
                </a:lnTo>
                <a:lnTo>
                  <a:pt x="11899" y="6619"/>
                </a:lnTo>
                <a:lnTo>
                  <a:pt x="12045" y="6789"/>
                </a:lnTo>
                <a:lnTo>
                  <a:pt x="12191" y="6959"/>
                </a:lnTo>
                <a:lnTo>
                  <a:pt x="12313" y="7130"/>
                </a:lnTo>
                <a:lnTo>
                  <a:pt x="12435" y="7324"/>
                </a:lnTo>
                <a:lnTo>
                  <a:pt x="12532" y="7519"/>
                </a:lnTo>
                <a:lnTo>
                  <a:pt x="12629" y="7714"/>
                </a:lnTo>
                <a:lnTo>
                  <a:pt x="12775" y="8152"/>
                </a:lnTo>
                <a:lnTo>
                  <a:pt x="12873" y="8590"/>
                </a:lnTo>
                <a:lnTo>
                  <a:pt x="12921" y="9027"/>
                </a:lnTo>
                <a:lnTo>
                  <a:pt x="12921" y="9465"/>
                </a:lnTo>
                <a:lnTo>
                  <a:pt x="12897" y="9806"/>
                </a:lnTo>
                <a:lnTo>
                  <a:pt x="12848" y="10147"/>
                </a:lnTo>
                <a:lnTo>
                  <a:pt x="12751" y="10463"/>
                </a:lnTo>
                <a:lnTo>
                  <a:pt x="12654" y="10779"/>
                </a:lnTo>
                <a:lnTo>
                  <a:pt x="12508" y="11071"/>
                </a:lnTo>
                <a:lnTo>
                  <a:pt x="12362" y="11363"/>
                </a:lnTo>
                <a:lnTo>
                  <a:pt x="12167" y="11631"/>
                </a:lnTo>
                <a:lnTo>
                  <a:pt x="11972" y="11874"/>
                </a:lnTo>
                <a:lnTo>
                  <a:pt x="11753" y="12093"/>
                </a:lnTo>
                <a:lnTo>
                  <a:pt x="11510" y="12288"/>
                </a:lnTo>
                <a:lnTo>
                  <a:pt x="11242" y="12483"/>
                </a:lnTo>
                <a:lnTo>
                  <a:pt x="10975" y="12653"/>
                </a:lnTo>
                <a:lnTo>
                  <a:pt x="10683" y="12799"/>
                </a:lnTo>
                <a:lnTo>
                  <a:pt x="10366" y="12921"/>
                </a:lnTo>
                <a:lnTo>
                  <a:pt x="10050" y="13018"/>
                </a:lnTo>
                <a:lnTo>
                  <a:pt x="9709" y="13091"/>
                </a:lnTo>
                <a:lnTo>
                  <a:pt x="9369" y="13140"/>
                </a:lnTo>
                <a:lnTo>
                  <a:pt x="8736" y="13140"/>
                </a:lnTo>
                <a:lnTo>
                  <a:pt x="8420" y="13115"/>
                </a:lnTo>
                <a:lnTo>
                  <a:pt x="8128" y="13042"/>
                </a:lnTo>
                <a:lnTo>
                  <a:pt x="7836" y="12969"/>
                </a:lnTo>
                <a:lnTo>
                  <a:pt x="7568" y="12848"/>
                </a:lnTo>
                <a:lnTo>
                  <a:pt x="7276" y="12726"/>
                </a:lnTo>
                <a:lnTo>
                  <a:pt x="7033" y="12556"/>
                </a:lnTo>
                <a:lnTo>
                  <a:pt x="6790" y="12385"/>
                </a:lnTo>
                <a:lnTo>
                  <a:pt x="6546" y="12191"/>
                </a:lnTo>
                <a:lnTo>
                  <a:pt x="6352" y="11972"/>
                </a:lnTo>
                <a:lnTo>
                  <a:pt x="6157" y="11728"/>
                </a:lnTo>
                <a:lnTo>
                  <a:pt x="5962" y="11461"/>
                </a:lnTo>
                <a:lnTo>
                  <a:pt x="5816" y="11193"/>
                </a:lnTo>
                <a:lnTo>
                  <a:pt x="5670" y="10877"/>
                </a:lnTo>
                <a:lnTo>
                  <a:pt x="5597" y="10658"/>
                </a:lnTo>
                <a:lnTo>
                  <a:pt x="5524" y="10414"/>
                </a:lnTo>
                <a:lnTo>
                  <a:pt x="5476" y="10171"/>
                </a:lnTo>
                <a:lnTo>
                  <a:pt x="5427" y="9928"/>
                </a:lnTo>
                <a:lnTo>
                  <a:pt x="5403" y="9684"/>
                </a:lnTo>
                <a:lnTo>
                  <a:pt x="5403" y="9465"/>
                </a:lnTo>
                <a:lnTo>
                  <a:pt x="5403" y="9222"/>
                </a:lnTo>
                <a:lnTo>
                  <a:pt x="5427" y="8979"/>
                </a:lnTo>
                <a:lnTo>
                  <a:pt x="5451" y="8736"/>
                </a:lnTo>
                <a:lnTo>
                  <a:pt x="5500" y="8517"/>
                </a:lnTo>
                <a:lnTo>
                  <a:pt x="5573" y="8273"/>
                </a:lnTo>
                <a:lnTo>
                  <a:pt x="5646" y="8054"/>
                </a:lnTo>
                <a:lnTo>
                  <a:pt x="5743" y="7811"/>
                </a:lnTo>
                <a:lnTo>
                  <a:pt x="5865" y="7592"/>
                </a:lnTo>
                <a:lnTo>
                  <a:pt x="5987" y="7397"/>
                </a:lnTo>
                <a:lnTo>
                  <a:pt x="6133" y="7178"/>
                </a:lnTo>
                <a:lnTo>
                  <a:pt x="6376" y="6886"/>
                </a:lnTo>
                <a:lnTo>
                  <a:pt x="6644" y="6619"/>
                </a:lnTo>
                <a:lnTo>
                  <a:pt x="6911" y="6400"/>
                </a:lnTo>
                <a:lnTo>
                  <a:pt x="7228" y="6229"/>
                </a:lnTo>
                <a:lnTo>
                  <a:pt x="7544" y="6059"/>
                </a:lnTo>
                <a:lnTo>
                  <a:pt x="7884" y="5937"/>
                </a:lnTo>
                <a:lnTo>
                  <a:pt x="8225" y="5840"/>
                </a:lnTo>
                <a:lnTo>
                  <a:pt x="8590" y="5743"/>
                </a:lnTo>
                <a:lnTo>
                  <a:pt x="8687" y="5743"/>
                </a:lnTo>
                <a:lnTo>
                  <a:pt x="9052" y="5694"/>
                </a:lnTo>
                <a:close/>
                <a:moveTo>
                  <a:pt x="9150" y="5207"/>
                </a:moveTo>
                <a:lnTo>
                  <a:pt x="8760" y="5232"/>
                </a:lnTo>
                <a:lnTo>
                  <a:pt x="8420" y="5256"/>
                </a:lnTo>
                <a:lnTo>
                  <a:pt x="8055" y="5305"/>
                </a:lnTo>
                <a:lnTo>
                  <a:pt x="7714" y="5402"/>
                </a:lnTo>
                <a:lnTo>
                  <a:pt x="7373" y="5548"/>
                </a:lnTo>
                <a:lnTo>
                  <a:pt x="7057" y="5718"/>
                </a:lnTo>
                <a:lnTo>
                  <a:pt x="6741" y="5889"/>
                </a:lnTo>
                <a:lnTo>
                  <a:pt x="6473" y="6108"/>
                </a:lnTo>
                <a:lnTo>
                  <a:pt x="6181" y="6327"/>
                </a:lnTo>
                <a:lnTo>
                  <a:pt x="6035" y="6497"/>
                </a:lnTo>
                <a:lnTo>
                  <a:pt x="5865" y="6667"/>
                </a:lnTo>
                <a:lnTo>
                  <a:pt x="5597" y="7032"/>
                </a:lnTo>
                <a:lnTo>
                  <a:pt x="5354" y="7446"/>
                </a:lnTo>
                <a:lnTo>
                  <a:pt x="5159" y="7860"/>
                </a:lnTo>
                <a:lnTo>
                  <a:pt x="5013" y="8298"/>
                </a:lnTo>
                <a:lnTo>
                  <a:pt x="4916" y="8760"/>
                </a:lnTo>
                <a:lnTo>
                  <a:pt x="4867" y="9222"/>
                </a:lnTo>
                <a:lnTo>
                  <a:pt x="4867" y="9684"/>
                </a:lnTo>
                <a:lnTo>
                  <a:pt x="4916" y="10049"/>
                </a:lnTo>
                <a:lnTo>
                  <a:pt x="4965" y="10414"/>
                </a:lnTo>
                <a:lnTo>
                  <a:pt x="5062" y="10755"/>
                </a:lnTo>
                <a:lnTo>
                  <a:pt x="5184" y="11096"/>
                </a:lnTo>
                <a:lnTo>
                  <a:pt x="5330" y="11412"/>
                </a:lnTo>
                <a:lnTo>
                  <a:pt x="5500" y="11728"/>
                </a:lnTo>
                <a:lnTo>
                  <a:pt x="5695" y="12020"/>
                </a:lnTo>
                <a:lnTo>
                  <a:pt x="5914" y="12288"/>
                </a:lnTo>
                <a:lnTo>
                  <a:pt x="6157" y="12531"/>
                </a:lnTo>
                <a:lnTo>
                  <a:pt x="6425" y="12775"/>
                </a:lnTo>
                <a:lnTo>
                  <a:pt x="6717" y="12969"/>
                </a:lnTo>
                <a:lnTo>
                  <a:pt x="7009" y="13164"/>
                </a:lnTo>
                <a:lnTo>
                  <a:pt x="7325" y="13310"/>
                </a:lnTo>
                <a:lnTo>
                  <a:pt x="7665" y="13432"/>
                </a:lnTo>
                <a:lnTo>
                  <a:pt x="8006" y="13529"/>
                </a:lnTo>
                <a:lnTo>
                  <a:pt x="8371" y="13602"/>
                </a:lnTo>
                <a:lnTo>
                  <a:pt x="8687" y="13651"/>
                </a:lnTo>
                <a:lnTo>
                  <a:pt x="9296" y="13651"/>
                </a:lnTo>
                <a:lnTo>
                  <a:pt x="9612" y="13626"/>
                </a:lnTo>
                <a:lnTo>
                  <a:pt x="9928" y="13578"/>
                </a:lnTo>
                <a:lnTo>
                  <a:pt x="10220" y="13505"/>
                </a:lnTo>
                <a:lnTo>
                  <a:pt x="10512" y="13407"/>
                </a:lnTo>
                <a:lnTo>
                  <a:pt x="10804" y="13310"/>
                </a:lnTo>
                <a:lnTo>
                  <a:pt x="11072" y="13188"/>
                </a:lnTo>
                <a:lnTo>
                  <a:pt x="11340" y="13042"/>
                </a:lnTo>
                <a:lnTo>
                  <a:pt x="11607" y="12872"/>
                </a:lnTo>
                <a:lnTo>
                  <a:pt x="11851" y="12702"/>
                </a:lnTo>
                <a:lnTo>
                  <a:pt x="12094" y="12507"/>
                </a:lnTo>
                <a:lnTo>
                  <a:pt x="12313" y="12288"/>
                </a:lnTo>
                <a:lnTo>
                  <a:pt x="12508" y="12045"/>
                </a:lnTo>
                <a:lnTo>
                  <a:pt x="12702" y="11801"/>
                </a:lnTo>
                <a:lnTo>
                  <a:pt x="12897" y="11461"/>
                </a:lnTo>
                <a:lnTo>
                  <a:pt x="13092" y="11096"/>
                </a:lnTo>
                <a:lnTo>
                  <a:pt x="13213" y="10706"/>
                </a:lnTo>
                <a:lnTo>
                  <a:pt x="13335" y="10317"/>
                </a:lnTo>
                <a:lnTo>
                  <a:pt x="13384" y="9903"/>
                </a:lnTo>
                <a:lnTo>
                  <a:pt x="13432" y="9490"/>
                </a:lnTo>
                <a:lnTo>
                  <a:pt x="13432" y="9076"/>
                </a:lnTo>
                <a:lnTo>
                  <a:pt x="13384" y="8663"/>
                </a:lnTo>
                <a:lnTo>
                  <a:pt x="13311" y="8273"/>
                </a:lnTo>
                <a:lnTo>
                  <a:pt x="13189" y="7860"/>
                </a:lnTo>
                <a:lnTo>
                  <a:pt x="13043" y="7495"/>
                </a:lnTo>
                <a:lnTo>
                  <a:pt x="12873" y="7130"/>
                </a:lnTo>
                <a:lnTo>
                  <a:pt x="12654" y="6789"/>
                </a:lnTo>
                <a:lnTo>
                  <a:pt x="12386" y="6473"/>
                </a:lnTo>
                <a:lnTo>
                  <a:pt x="12094" y="6181"/>
                </a:lnTo>
                <a:lnTo>
                  <a:pt x="11778" y="5937"/>
                </a:lnTo>
                <a:lnTo>
                  <a:pt x="11461" y="5743"/>
                </a:lnTo>
                <a:lnTo>
                  <a:pt x="11096" y="5572"/>
                </a:lnTo>
                <a:lnTo>
                  <a:pt x="10731" y="5426"/>
                </a:lnTo>
                <a:lnTo>
                  <a:pt x="10342" y="5329"/>
                </a:lnTo>
                <a:lnTo>
                  <a:pt x="9953" y="5256"/>
                </a:lnTo>
                <a:lnTo>
                  <a:pt x="9539" y="5207"/>
                </a:lnTo>
                <a:close/>
                <a:moveTo>
                  <a:pt x="7714" y="511"/>
                </a:moveTo>
                <a:lnTo>
                  <a:pt x="8687" y="536"/>
                </a:lnTo>
                <a:lnTo>
                  <a:pt x="9685" y="560"/>
                </a:lnTo>
                <a:lnTo>
                  <a:pt x="10658" y="633"/>
                </a:lnTo>
                <a:lnTo>
                  <a:pt x="11340" y="633"/>
                </a:lnTo>
                <a:lnTo>
                  <a:pt x="11680" y="609"/>
                </a:lnTo>
                <a:lnTo>
                  <a:pt x="12021" y="609"/>
                </a:lnTo>
                <a:lnTo>
                  <a:pt x="12264" y="633"/>
                </a:lnTo>
                <a:lnTo>
                  <a:pt x="12483" y="706"/>
                </a:lnTo>
                <a:lnTo>
                  <a:pt x="12654" y="779"/>
                </a:lnTo>
                <a:lnTo>
                  <a:pt x="12800" y="876"/>
                </a:lnTo>
                <a:lnTo>
                  <a:pt x="12921" y="1022"/>
                </a:lnTo>
                <a:lnTo>
                  <a:pt x="13019" y="1168"/>
                </a:lnTo>
                <a:lnTo>
                  <a:pt x="13092" y="1314"/>
                </a:lnTo>
                <a:lnTo>
                  <a:pt x="13140" y="1484"/>
                </a:lnTo>
                <a:lnTo>
                  <a:pt x="13262" y="1874"/>
                </a:lnTo>
                <a:lnTo>
                  <a:pt x="13335" y="2263"/>
                </a:lnTo>
                <a:lnTo>
                  <a:pt x="13432" y="2652"/>
                </a:lnTo>
                <a:lnTo>
                  <a:pt x="13481" y="2847"/>
                </a:lnTo>
                <a:lnTo>
                  <a:pt x="13554" y="3017"/>
                </a:lnTo>
                <a:lnTo>
                  <a:pt x="13627" y="3115"/>
                </a:lnTo>
                <a:lnTo>
                  <a:pt x="13724" y="3139"/>
                </a:lnTo>
                <a:lnTo>
                  <a:pt x="13822" y="3139"/>
                </a:lnTo>
                <a:lnTo>
                  <a:pt x="13919" y="3090"/>
                </a:lnTo>
                <a:lnTo>
                  <a:pt x="14138" y="3066"/>
                </a:lnTo>
                <a:lnTo>
                  <a:pt x="14357" y="3066"/>
                </a:lnTo>
                <a:lnTo>
                  <a:pt x="14795" y="3090"/>
                </a:lnTo>
                <a:lnTo>
                  <a:pt x="15233" y="3139"/>
                </a:lnTo>
                <a:lnTo>
                  <a:pt x="15671" y="3163"/>
                </a:lnTo>
                <a:lnTo>
                  <a:pt x="16084" y="3188"/>
                </a:lnTo>
                <a:lnTo>
                  <a:pt x="16571" y="3212"/>
                </a:lnTo>
                <a:lnTo>
                  <a:pt x="16839" y="3212"/>
                </a:lnTo>
                <a:lnTo>
                  <a:pt x="17082" y="3188"/>
                </a:lnTo>
                <a:lnTo>
                  <a:pt x="17325" y="3163"/>
                </a:lnTo>
                <a:lnTo>
                  <a:pt x="17520" y="3066"/>
                </a:lnTo>
                <a:lnTo>
                  <a:pt x="17496" y="3261"/>
                </a:lnTo>
                <a:lnTo>
                  <a:pt x="17496" y="3480"/>
                </a:lnTo>
                <a:lnTo>
                  <a:pt x="17544" y="5086"/>
                </a:lnTo>
                <a:lnTo>
                  <a:pt x="17593" y="6789"/>
                </a:lnTo>
                <a:lnTo>
                  <a:pt x="17617" y="8517"/>
                </a:lnTo>
                <a:lnTo>
                  <a:pt x="17666" y="11753"/>
                </a:lnTo>
                <a:lnTo>
                  <a:pt x="17666" y="12483"/>
                </a:lnTo>
                <a:lnTo>
                  <a:pt x="17642" y="13213"/>
                </a:lnTo>
                <a:lnTo>
                  <a:pt x="17617" y="13943"/>
                </a:lnTo>
                <a:lnTo>
                  <a:pt x="17617" y="14673"/>
                </a:lnTo>
                <a:lnTo>
                  <a:pt x="17544" y="14673"/>
                </a:lnTo>
                <a:lnTo>
                  <a:pt x="16449" y="14746"/>
                </a:lnTo>
                <a:lnTo>
                  <a:pt x="15379" y="14794"/>
                </a:lnTo>
                <a:lnTo>
                  <a:pt x="14308" y="14794"/>
                </a:lnTo>
                <a:lnTo>
                  <a:pt x="13238" y="14770"/>
                </a:lnTo>
                <a:lnTo>
                  <a:pt x="11072" y="14721"/>
                </a:lnTo>
                <a:lnTo>
                  <a:pt x="10001" y="14697"/>
                </a:lnTo>
                <a:lnTo>
                  <a:pt x="8931" y="14673"/>
                </a:lnTo>
                <a:lnTo>
                  <a:pt x="7811" y="14673"/>
                </a:lnTo>
                <a:lnTo>
                  <a:pt x="6692" y="14721"/>
                </a:lnTo>
                <a:lnTo>
                  <a:pt x="4454" y="14819"/>
                </a:lnTo>
                <a:lnTo>
                  <a:pt x="2215" y="14892"/>
                </a:lnTo>
                <a:lnTo>
                  <a:pt x="1826" y="14892"/>
                </a:lnTo>
                <a:lnTo>
                  <a:pt x="1436" y="14867"/>
                </a:lnTo>
                <a:lnTo>
                  <a:pt x="828" y="14867"/>
                </a:lnTo>
                <a:lnTo>
                  <a:pt x="633" y="14916"/>
                </a:lnTo>
                <a:lnTo>
                  <a:pt x="658" y="14624"/>
                </a:lnTo>
                <a:lnTo>
                  <a:pt x="658" y="14308"/>
                </a:lnTo>
                <a:lnTo>
                  <a:pt x="658" y="13724"/>
                </a:lnTo>
                <a:lnTo>
                  <a:pt x="633" y="13115"/>
                </a:lnTo>
                <a:lnTo>
                  <a:pt x="633" y="12531"/>
                </a:lnTo>
                <a:lnTo>
                  <a:pt x="682" y="10804"/>
                </a:lnTo>
                <a:lnTo>
                  <a:pt x="706" y="9928"/>
                </a:lnTo>
                <a:lnTo>
                  <a:pt x="682" y="9076"/>
                </a:lnTo>
                <a:lnTo>
                  <a:pt x="585" y="7349"/>
                </a:lnTo>
                <a:lnTo>
                  <a:pt x="512" y="5597"/>
                </a:lnTo>
                <a:lnTo>
                  <a:pt x="463" y="4794"/>
                </a:lnTo>
                <a:lnTo>
                  <a:pt x="439" y="4380"/>
                </a:lnTo>
                <a:lnTo>
                  <a:pt x="439" y="3991"/>
                </a:lnTo>
                <a:lnTo>
                  <a:pt x="439" y="3601"/>
                </a:lnTo>
                <a:lnTo>
                  <a:pt x="390" y="3236"/>
                </a:lnTo>
                <a:lnTo>
                  <a:pt x="706" y="3285"/>
                </a:lnTo>
                <a:lnTo>
                  <a:pt x="1217" y="3285"/>
                </a:lnTo>
                <a:lnTo>
                  <a:pt x="1436" y="3261"/>
                </a:lnTo>
                <a:lnTo>
                  <a:pt x="1655" y="3212"/>
                </a:lnTo>
                <a:lnTo>
                  <a:pt x="1753" y="3163"/>
                </a:lnTo>
                <a:lnTo>
                  <a:pt x="1826" y="3115"/>
                </a:lnTo>
                <a:lnTo>
                  <a:pt x="1874" y="3042"/>
                </a:lnTo>
                <a:lnTo>
                  <a:pt x="1899" y="2969"/>
                </a:lnTo>
                <a:lnTo>
                  <a:pt x="1899" y="2896"/>
                </a:lnTo>
                <a:lnTo>
                  <a:pt x="1874" y="2823"/>
                </a:lnTo>
                <a:lnTo>
                  <a:pt x="1947" y="2725"/>
                </a:lnTo>
                <a:lnTo>
                  <a:pt x="2069" y="2652"/>
                </a:lnTo>
                <a:lnTo>
                  <a:pt x="2191" y="2579"/>
                </a:lnTo>
                <a:lnTo>
                  <a:pt x="2312" y="2555"/>
                </a:lnTo>
                <a:lnTo>
                  <a:pt x="2458" y="2531"/>
                </a:lnTo>
                <a:lnTo>
                  <a:pt x="2580" y="2531"/>
                </a:lnTo>
                <a:lnTo>
                  <a:pt x="2702" y="2555"/>
                </a:lnTo>
                <a:lnTo>
                  <a:pt x="2823" y="2579"/>
                </a:lnTo>
                <a:lnTo>
                  <a:pt x="2945" y="2628"/>
                </a:lnTo>
                <a:lnTo>
                  <a:pt x="3067" y="2677"/>
                </a:lnTo>
                <a:lnTo>
                  <a:pt x="3164" y="2774"/>
                </a:lnTo>
                <a:lnTo>
                  <a:pt x="3237" y="2847"/>
                </a:lnTo>
                <a:lnTo>
                  <a:pt x="3310" y="2944"/>
                </a:lnTo>
                <a:lnTo>
                  <a:pt x="3334" y="2993"/>
                </a:lnTo>
                <a:lnTo>
                  <a:pt x="3334" y="3017"/>
                </a:lnTo>
                <a:lnTo>
                  <a:pt x="3383" y="3115"/>
                </a:lnTo>
                <a:lnTo>
                  <a:pt x="3456" y="3163"/>
                </a:lnTo>
                <a:lnTo>
                  <a:pt x="3529" y="3188"/>
                </a:lnTo>
                <a:lnTo>
                  <a:pt x="3602" y="3163"/>
                </a:lnTo>
                <a:lnTo>
                  <a:pt x="3821" y="3188"/>
                </a:lnTo>
                <a:lnTo>
                  <a:pt x="4162" y="3212"/>
                </a:lnTo>
                <a:lnTo>
                  <a:pt x="4332" y="3188"/>
                </a:lnTo>
                <a:lnTo>
                  <a:pt x="4502" y="3139"/>
                </a:lnTo>
                <a:lnTo>
                  <a:pt x="4551" y="3090"/>
                </a:lnTo>
                <a:lnTo>
                  <a:pt x="4575" y="3042"/>
                </a:lnTo>
                <a:lnTo>
                  <a:pt x="4600" y="2993"/>
                </a:lnTo>
                <a:lnTo>
                  <a:pt x="4600" y="2920"/>
                </a:lnTo>
                <a:lnTo>
                  <a:pt x="4721" y="2725"/>
                </a:lnTo>
                <a:lnTo>
                  <a:pt x="4794" y="2506"/>
                </a:lnTo>
                <a:lnTo>
                  <a:pt x="4867" y="2263"/>
                </a:lnTo>
                <a:lnTo>
                  <a:pt x="4940" y="2020"/>
                </a:lnTo>
                <a:lnTo>
                  <a:pt x="5062" y="1533"/>
                </a:lnTo>
                <a:lnTo>
                  <a:pt x="5135" y="1290"/>
                </a:lnTo>
                <a:lnTo>
                  <a:pt x="5232" y="1095"/>
                </a:lnTo>
                <a:lnTo>
                  <a:pt x="5281" y="998"/>
                </a:lnTo>
                <a:lnTo>
                  <a:pt x="5354" y="925"/>
                </a:lnTo>
                <a:lnTo>
                  <a:pt x="5500" y="803"/>
                </a:lnTo>
                <a:lnTo>
                  <a:pt x="5695" y="706"/>
                </a:lnTo>
                <a:lnTo>
                  <a:pt x="5889" y="657"/>
                </a:lnTo>
                <a:lnTo>
                  <a:pt x="6108" y="609"/>
                </a:lnTo>
                <a:lnTo>
                  <a:pt x="6327" y="584"/>
                </a:lnTo>
                <a:lnTo>
                  <a:pt x="6717" y="560"/>
                </a:lnTo>
                <a:lnTo>
                  <a:pt x="7203" y="536"/>
                </a:lnTo>
                <a:lnTo>
                  <a:pt x="7714" y="511"/>
                </a:lnTo>
                <a:close/>
                <a:moveTo>
                  <a:pt x="7714" y="0"/>
                </a:moveTo>
                <a:lnTo>
                  <a:pt x="7130" y="25"/>
                </a:lnTo>
                <a:lnTo>
                  <a:pt x="6546" y="49"/>
                </a:lnTo>
                <a:lnTo>
                  <a:pt x="6157" y="98"/>
                </a:lnTo>
                <a:lnTo>
                  <a:pt x="5768" y="146"/>
                </a:lnTo>
                <a:lnTo>
                  <a:pt x="5573" y="195"/>
                </a:lnTo>
                <a:lnTo>
                  <a:pt x="5378" y="268"/>
                </a:lnTo>
                <a:lnTo>
                  <a:pt x="5208" y="365"/>
                </a:lnTo>
                <a:lnTo>
                  <a:pt x="5062" y="487"/>
                </a:lnTo>
                <a:lnTo>
                  <a:pt x="4940" y="584"/>
                </a:lnTo>
                <a:lnTo>
                  <a:pt x="4843" y="706"/>
                </a:lnTo>
                <a:lnTo>
                  <a:pt x="4697" y="949"/>
                </a:lnTo>
                <a:lnTo>
                  <a:pt x="4575" y="1241"/>
                </a:lnTo>
                <a:lnTo>
                  <a:pt x="4502" y="1533"/>
                </a:lnTo>
                <a:lnTo>
                  <a:pt x="4332" y="2141"/>
                </a:lnTo>
                <a:lnTo>
                  <a:pt x="4113" y="2750"/>
                </a:lnTo>
                <a:lnTo>
                  <a:pt x="3894" y="2774"/>
                </a:lnTo>
                <a:lnTo>
                  <a:pt x="3699" y="2774"/>
                </a:lnTo>
                <a:lnTo>
                  <a:pt x="3602" y="2628"/>
                </a:lnTo>
                <a:lnTo>
                  <a:pt x="3505" y="2482"/>
                </a:lnTo>
                <a:lnTo>
                  <a:pt x="3359" y="2385"/>
                </a:lnTo>
                <a:lnTo>
                  <a:pt x="3213" y="2287"/>
                </a:lnTo>
                <a:lnTo>
                  <a:pt x="3067" y="2214"/>
                </a:lnTo>
                <a:lnTo>
                  <a:pt x="2896" y="2166"/>
                </a:lnTo>
                <a:lnTo>
                  <a:pt x="2702" y="2117"/>
                </a:lnTo>
                <a:lnTo>
                  <a:pt x="2531" y="2093"/>
                </a:lnTo>
                <a:lnTo>
                  <a:pt x="2410" y="2117"/>
                </a:lnTo>
                <a:lnTo>
                  <a:pt x="2264" y="2141"/>
                </a:lnTo>
                <a:lnTo>
                  <a:pt x="2118" y="2166"/>
                </a:lnTo>
                <a:lnTo>
                  <a:pt x="1947" y="2239"/>
                </a:lnTo>
                <a:lnTo>
                  <a:pt x="1801" y="2312"/>
                </a:lnTo>
                <a:lnTo>
                  <a:pt x="1680" y="2409"/>
                </a:lnTo>
                <a:lnTo>
                  <a:pt x="1558" y="2506"/>
                </a:lnTo>
                <a:lnTo>
                  <a:pt x="1485" y="2628"/>
                </a:lnTo>
                <a:lnTo>
                  <a:pt x="1242" y="2652"/>
                </a:lnTo>
                <a:lnTo>
                  <a:pt x="1023" y="2677"/>
                </a:lnTo>
                <a:lnTo>
                  <a:pt x="220" y="2677"/>
                </a:lnTo>
                <a:lnTo>
                  <a:pt x="171" y="2701"/>
                </a:lnTo>
                <a:lnTo>
                  <a:pt x="122" y="2725"/>
                </a:lnTo>
                <a:lnTo>
                  <a:pt x="74" y="2774"/>
                </a:lnTo>
                <a:lnTo>
                  <a:pt x="25" y="2823"/>
                </a:lnTo>
                <a:lnTo>
                  <a:pt x="1" y="2896"/>
                </a:lnTo>
                <a:lnTo>
                  <a:pt x="25" y="4258"/>
                </a:lnTo>
                <a:lnTo>
                  <a:pt x="49" y="5597"/>
                </a:lnTo>
                <a:lnTo>
                  <a:pt x="98" y="7349"/>
                </a:lnTo>
                <a:lnTo>
                  <a:pt x="195" y="9076"/>
                </a:lnTo>
                <a:lnTo>
                  <a:pt x="195" y="9879"/>
                </a:lnTo>
                <a:lnTo>
                  <a:pt x="195" y="10706"/>
                </a:lnTo>
                <a:lnTo>
                  <a:pt x="171" y="11534"/>
                </a:lnTo>
                <a:lnTo>
                  <a:pt x="122" y="12337"/>
                </a:lnTo>
                <a:lnTo>
                  <a:pt x="98" y="12994"/>
                </a:lnTo>
                <a:lnTo>
                  <a:pt x="98" y="13626"/>
                </a:lnTo>
                <a:lnTo>
                  <a:pt x="122" y="14916"/>
                </a:lnTo>
                <a:lnTo>
                  <a:pt x="122" y="14965"/>
                </a:lnTo>
                <a:lnTo>
                  <a:pt x="147" y="15038"/>
                </a:lnTo>
                <a:lnTo>
                  <a:pt x="195" y="15086"/>
                </a:lnTo>
                <a:lnTo>
                  <a:pt x="244" y="15111"/>
                </a:lnTo>
                <a:lnTo>
                  <a:pt x="268" y="15184"/>
                </a:lnTo>
                <a:lnTo>
                  <a:pt x="317" y="15257"/>
                </a:lnTo>
                <a:lnTo>
                  <a:pt x="487" y="15354"/>
                </a:lnTo>
                <a:lnTo>
                  <a:pt x="706" y="15403"/>
                </a:lnTo>
                <a:lnTo>
                  <a:pt x="925" y="15427"/>
                </a:lnTo>
                <a:lnTo>
                  <a:pt x="1144" y="15451"/>
                </a:lnTo>
                <a:lnTo>
                  <a:pt x="1607" y="15451"/>
                </a:lnTo>
                <a:lnTo>
                  <a:pt x="2020" y="15427"/>
                </a:lnTo>
                <a:lnTo>
                  <a:pt x="3140" y="15403"/>
                </a:lnTo>
                <a:lnTo>
                  <a:pt x="4259" y="15378"/>
                </a:lnTo>
                <a:lnTo>
                  <a:pt x="5378" y="15330"/>
                </a:lnTo>
                <a:lnTo>
                  <a:pt x="6498" y="15281"/>
                </a:lnTo>
                <a:lnTo>
                  <a:pt x="7617" y="15232"/>
                </a:lnTo>
                <a:lnTo>
                  <a:pt x="8736" y="15208"/>
                </a:lnTo>
                <a:lnTo>
                  <a:pt x="9855" y="15232"/>
                </a:lnTo>
                <a:lnTo>
                  <a:pt x="10950" y="15257"/>
                </a:lnTo>
                <a:lnTo>
                  <a:pt x="13140" y="15305"/>
                </a:lnTo>
                <a:lnTo>
                  <a:pt x="14235" y="15330"/>
                </a:lnTo>
                <a:lnTo>
                  <a:pt x="15330" y="15330"/>
                </a:lnTo>
                <a:lnTo>
                  <a:pt x="16449" y="15305"/>
                </a:lnTo>
                <a:lnTo>
                  <a:pt x="17544" y="15208"/>
                </a:lnTo>
                <a:lnTo>
                  <a:pt x="17642" y="15184"/>
                </a:lnTo>
                <a:lnTo>
                  <a:pt x="17715" y="15135"/>
                </a:lnTo>
                <a:lnTo>
                  <a:pt x="17788" y="15184"/>
                </a:lnTo>
                <a:lnTo>
                  <a:pt x="17861" y="15208"/>
                </a:lnTo>
                <a:lnTo>
                  <a:pt x="17958" y="15232"/>
                </a:lnTo>
                <a:lnTo>
                  <a:pt x="18031" y="15208"/>
                </a:lnTo>
                <a:lnTo>
                  <a:pt x="18104" y="15184"/>
                </a:lnTo>
                <a:lnTo>
                  <a:pt x="18177" y="15111"/>
                </a:lnTo>
                <a:lnTo>
                  <a:pt x="18201" y="15038"/>
                </a:lnTo>
                <a:lnTo>
                  <a:pt x="18226" y="14940"/>
                </a:lnTo>
                <a:lnTo>
                  <a:pt x="18201" y="14186"/>
                </a:lnTo>
                <a:lnTo>
                  <a:pt x="18226" y="13432"/>
                </a:lnTo>
                <a:lnTo>
                  <a:pt x="18250" y="12677"/>
                </a:lnTo>
                <a:lnTo>
                  <a:pt x="18250" y="11923"/>
                </a:lnTo>
                <a:lnTo>
                  <a:pt x="18201" y="8711"/>
                </a:lnTo>
                <a:lnTo>
                  <a:pt x="18177" y="7081"/>
                </a:lnTo>
                <a:lnTo>
                  <a:pt x="18104" y="5475"/>
                </a:lnTo>
                <a:lnTo>
                  <a:pt x="18080" y="4794"/>
                </a:lnTo>
                <a:lnTo>
                  <a:pt x="18031" y="4137"/>
                </a:lnTo>
                <a:lnTo>
                  <a:pt x="17982" y="3480"/>
                </a:lnTo>
                <a:lnTo>
                  <a:pt x="17982" y="2798"/>
                </a:lnTo>
                <a:lnTo>
                  <a:pt x="17982" y="2750"/>
                </a:lnTo>
                <a:lnTo>
                  <a:pt x="17958" y="2701"/>
                </a:lnTo>
                <a:lnTo>
                  <a:pt x="17885" y="2652"/>
                </a:lnTo>
                <a:lnTo>
                  <a:pt x="17788" y="2628"/>
                </a:lnTo>
                <a:lnTo>
                  <a:pt x="17715" y="2628"/>
                </a:lnTo>
                <a:lnTo>
                  <a:pt x="17617" y="2579"/>
                </a:lnTo>
                <a:lnTo>
                  <a:pt x="17496" y="2555"/>
                </a:lnTo>
                <a:lnTo>
                  <a:pt x="17106" y="2555"/>
                </a:lnTo>
                <a:lnTo>
                  <a:pt x="16839" y="2604"/>
                </a:lnTo>
                <a:lnTo>
                  <a:pt x="16595" y="2628"/>
                </a:lnTo>
                <a:lnTo>
                  <a:pt x="15963" y="2652"/>
                </a:lnTo>
                <a:lnTo>
                  <a:pt x="15330" y="2628"/>
                </a:lnTo>
                <a:lnTo>
                  <a:pt x="14990" y="2604"/>
                </a:lnTo>
                <a:lnTo>
                  <a:pt x="14625" y="2555"/>
                </a:lnTo>
                <a:lnTo>
                  <a:pt x="14260" y="2555"/>
                </a:lnTo>
                <a:lnTo>
                  <a:pt x="14089" y="2579"/>
                </a:lnTo>
                <a:lnTo>
                  <a:pt x="13943" y="2628"/>
                </a:lnTo>
                <a:lnTo>
                  <a:pt x="13846" y="2263"/>
                </a:lnTo>
                <a:lnTo>
                  <a:pt x="13773" y="1874"/>
                </a:lnTo>
                <a:lnTo>
                  <a:pt x="13700" y="1509"/>
                </a:lnTo>
                <a:lnTo>
                  <a:pt x="13578" y="1168"/>
                </a:lnTo>
                <a:lnTo>
                  <a:pt x="13505" y="1022"/>
                </a:lnTo>
                <a:lnTo>
                  <a:pt x="13432" y="852"/>
                </a:lnTo>
                <a:lnTo>
                  <a:pt x="13335" y="706"/>
                </a:lnTo>
                <a:lnTo>
                  <a:pt x="13238" y="584"/>
                </a:lnTo>
                <a:lnTo>
                  <a:pt x="13092" y="463"/>
                </a:lnTo>
                <a:lnTo>
                  <a:pt x="12946" y="341"/>
                </a:lnTo>
                <a:lnTo>
                  <a:pt x="12775" y="268"/>
                </a:lnTo>
                <a:lnTo>
                  <a:pt x="12581" y="171"/>
                </a:lnTo>
                <a:lnTo>
                  <a:pt x="12386" y="146"/>
                </a:lnTo>
                <a:lnTo>
                  <a:pt x="12191" y="98"/>
                </a:lnTo>
                <a:lnTo>
                  <a:pt x="11802" y="98"/>
                </a:lnTo>
                <a:lnTo>
                  <a:pt x="11023" y="122"/>
                </a:lnTo>
                <a:lnTo>
                  <a:pt x="10488" y="122"/>
                </a:lnTo>
                <a:lnTo>
                  <a:pt x="9953" y="98"/>
                </a:lnTo>
                <a:lnTo>
                  <a:pt x="8882" y="25"/>
                </a:lnTo>
                <a:lnTo>
                  <a:pt x="829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92" name="Google Shape;792;p39"/>
          <p:cNvSpPr/>
          <p:nvPr/>
        </p:nvSpPr>
        <p:spPr>
          <a:xfrm>
            <a:off x="1445208" y="340017"/>
            <a:ext cx="387139" cy="341965"/>
          </a:xfrm>
          <a:custGeom>
            <a:avLst/>
            <a:gdLst/>
            <a:ahLst/>
            <a:cxnLst/>
            <a:rect l="l" t="t" r="r" b="b"/>
            <a:pathLst>
              <a:path w="17714" h="15647" extrusionOk="0">
                <a:moveTo>
                  <a:pt x="9806" y="2118"/>
                </a:moveTo>
                <a:lnTo>
                  <a:pt x="9782" y="2166"/>
                </a:lnTo>
                <a:lnTo>
                  <a:pt x="9757" y="2239"/>
                </a:lnTo>
                <a:lnTo>
                  <a:pt x="9757" y="2312"/>
                </a:lnTo>
                <a:lnTo>
                  <a:pt x="9782" y="2483"/>
                </a:lnTo>
                <a:lnTo>
                  <a:pt x="9855" y="2677"/>
                </a:lnTo>
                <a:lnTo>
                  <a:pt x="9903" y="2872"/>
                </a:lnTo>
                <a:lnTo>
                  <a:pt x="9952" y="2945"/>
                </a:lnTo>
                <a:lnTo>
                  <a:pt x="10001" y="2969"/>
                </a:lnTo>
                <a:lnTo>
                  <a:pt x="10049" y="2994"/>
                </a:lnTo>
                <a:lnTo>
                  <a:pt x="10122" y="3018"/>
                </a:lnTo>
                <a:lnTo>
                  <a:pt x="10195" y="2994"/>
                </a:lnTo>
                <a:lnTo>
                  <a:pt x="10244" y="2945"/>
                </a:lnTo>
                <a:lnTo>
                  <a:pt x="10293" y="2896"/>
                </a:lnTo>
                <a:lnTo>
                  <a:pt x="10293" y="2823"/>
                </a:lnTo>
                <a:lnTo>
                  <a:pt x="10293" y="2702"/>
                </a:lnTo>
                <a:lnTo>
                  <a:pt x="10244" y="2580"/>
                </a:lnTo>
                <a:lnTo>
                  <a:pt x="10171" y="2361"/>
                </a:lnTo>
                <a:lnTo>
                  <a:pt x="10122" y="2264"/>
                </a:lnTo>
                <a:lnTo>
                  <a:pt x="10049" y="2191"/>
                </a:lnTo>
                <a:lnTo>
                  <a:pt x="9952" y="2118"/>
                </a:lnTo>
                <a:close/>
                <a:moveTo>
                  <a:pt x="13821" y="2312"/>
                </a:moveTo>
                <a:lnTo>
                  <a:pt x="13748" y="2385"/>
                </a:lnTo>
                <a:lnTo>
                  <a:pt x="13602" y="2531"/>
                </a:lnTo>
                <a:lnTo>
                  <a:pt x="13456" y="2677"/>
                </a:lnTo>
                <a:lnTo>
                  <a:pt x="13407" y="2775"/>
                </a:lnTo>
                <a:lnTo>
                  <a:pt x="13383" y="2872"/>
                </a:lnTo>
                <a:lnTo>
                  <a:pt x="13407" y="2921"/>
                </a:lnTo>
                <a:lnTo>
                  <a:pt x="13431" y="2945"/>
                </a:lnTo>
                <a:lnTo>
                  <a:pt x="13456" y="2994"/>
                </a:lnTo>
                <a:lnTo>
                  <a:pt x="13504" y="3018"/>
                </a:lnTo>
                <a:lnTo>
                  <a:pt x="13602" y="3018"/>
                </a:lnTo>
                <a:lnTo>
                  <a:pt x="13699" y="2969"/>
                </a:lnTo>
                <a:lnTo>
                  <a:pt x="13796" y="2921"/>
                </a:lnTo>
                <a:lnTo>
                  <a:pt x="13894" y="2848"/>
                </a:lnTo>
                <a:lnTo>
                  <a:pt x="14040" y="2702"/>
                </a:lnTo>
                <a:lnTo>
                  <a:pt x="14113" y="2604"/>
                </a:lnTo>
                <a:lnTo>
                  <a:pt x="14137" y="2507"/>
                </a:lnTo>
                <a:lnTo>
                  <a:pt x="14113" y="2434"/>
                </a:lnTo>
                <a:lnTo>
                  <a:pt x="14064" y="2361"/>
                </a:lnTo>
                <a:lnTo>
                  <a:pt x="13991" y="2312"/>
                </a:lnTo>
                <a:close/>
                <a:moveTo>
                  <a:pt x="15232" y="4600"/>
                </a:moveTo>
                <a:lnTo>
                  <a:pt x="15037" y="4648"/>
                </a:lnTo>
                <a:lnTo>
                  <a:pt x="14867" y="4697"/>
                </a:lnTo>
                <a:lnTo>
                  <a:pt x="14672" y="4770"/>
                </a:lnTo>
                <a:lnTo>
                  <a:pt x="14575" y="4794"/>
                </a:lnTo>
                <a:lnTo>
                  <a:pt x="14478" y="4843"/>
                </a:lnTo>
                <a:lnTo>
                  <a:pt x="14429" y="4916"/>
                </a:lnTo>
                <a:lnTo>
                  <a:pt x="14429" y="4965"/>
                </a:lnTo>
                <a:lnTo>
                  <a:pt x="14453" y="5038"/>
                </a:lnTo>
                <a:lnTo>
                  <a:pt x="14502" y="5086"/>
                </a:lnTo>
                <a:lnTo>
                  <a:pt x="14721" y="5135"/>
                </a:lnTo>
                <a:lnTo>
                  <a:pt x="14964" y="5135"/>
                </a:lnTo>
                <a:lnTo>
                  <a:pt x="15086" y="5111"/>
                </a:lnTo>
                <a:lnTo>
                  <a:pt x="15183" y="5086"/>
                </a:lnTo>
                <a:lnTo>
                  <a:pt x="15281" y="5038"/>
                </a:lnTo>
                <a:lnTo>
                  <a:pt x="15378" y="4965"/>
                </a:lnTo>
                <a:lnTo>
                  <a:pt x="15402" y="4916"/>
                </a:lnTo>
                <a:lnTo>
                  <a:pt x="15427" y="4867"/>
                </a:lnTo>
                <a:lnTo>
                  <a:pt x="15427" y="4794"/>
                </a:lnTo>
                <a:lnTo>
                  <a:pt x="15427" y="4746"/>
                </a:lnTo>
                <a:lnTo>
                  <a:pt x="15402" y="4673"/>
                </a:lnTo>
                <a:lnTo>
                  <a:pt x="15354" y="4648"/>
                </a:lnTo>
                <a:lnTo>
                  <a:pt x="15305" y="4624"/>
                </a:lnTo>
                <a:lnTo>
                  <a:pt x="15232" y="4600"/>
                </a:lnTo>
                <a:close/>
                <a:moveTo>
                  <a:pt x="9052" y="4721"/>
                </a:moveTo>
                <a:lnTo>
                  <a:pt x="8954" y="4746"/>
                </a:lnTo>
                <a:lnTo>
                  <a:pt x="8711" y="4794"/>
                </a:lnTo>
                <a:lnTo>
                  <a:pt x="8516" y="4819"/>
                </a:lnTo>
                <a:lnTo>
                  <a:pt x="8419" y="4867"/>
                </a:lnTo>
                <a:lnTo>
                  <a:pt x="8346" y="4916"/>
                </a:lnTo>
                <a:lnTo>
                  <a:pt x="8273" y="4989"/>
                </a:lnTo>
                <a:lnTo>
                  <a:pt x="8249" y="5062"/>
                </a:lnTo>
                <a:lnTo>
                  <a:pt x="8273" y="5159"/>
                </a:lnTo>
                <a:lnTo>
                  <a:pt x="8297" y="5184"/>
                </a:lnTo>
                <a:lnTo>
                  <a:pt x="8346" y="5208"/>
                </a:lnTo>
                <a:lnTo>
                  <a:pt x="8443" y="5257"/>
                </a:lnTo>
                <a:lnTo>
                  <a:pt x="8930" y="5257"/>
                </a:lnTo>
                <a:lnTo>
                  <a:pt x="9076" y="5232"/>
                </a:lnTo>
                <a:lnTo>
                  <a:pt x="9198" y="5184"/>
                </a:lnTo>
                <a:lnTo>
                  <a:pt x="9319" y="5086"/>
                </a:lnTo>
                <a:lnTo>
                  <a:pt x="9344" y="5038"/>
                </a:lnTo>
                <a:lnTo>
                  <a:pt x="9344" y="4989"/>
                </a:lnTo>
                <a:lnTo>
                  <a:pt x="9319" y="4892"/>
                </a:lnTo>
                <a:lnTo>
                  <a:pt x="9246" y="4794"/>
                </a:lnTo>
                <a:lnTo>
                  <a:pt x="9173" y="4746"/>
                </a:lnTo>
                <a:lnTo>
                  <a:pt x="9052" y="4721"/>
                </a:lnTo>
                <a:close/>
                <a:moveTo>
                  <a:pt x="11801" y="3505"/>
                </a:moveTo>
                <a:lnTo>
                  <a:pt x="12020" y="3529"/>
                </a:lnTo>
                <a:lnTo>
                  <a:pt x="12263" y="3578"/>
                </a:lnTo>
                <a:lnTo>
                  <a:pt x="12482" y="3651"/>
                </a:lnTo>
                <a:lnTo>
                  <a:pt x="12701" y="3772"/>
                </a:lnTo>
                <a:lnTo>
                  <a:pt x="12872" y="3918"/>
                </a:lnTo>
                <a:lnTo>
                  <a:pt x="13042" y="4089"/>
                </a:lnTo>
                <a:lnTo>
                  <a:pt x="13212" y="4283"/>
                </a:lnTo>
                <a:lnTo>
                  <a:pt x="13334" y="4478"/>
                </a:lnTo>
                <a:lnTo>
                  <a:pt x="13431" y="4697"/>
                </a:lnTo>
                <a:lnTo>
                  <a:pt x="13480" y="4867"/>
                </a:lnTo>
                <a:lnTo>
                  <a:pt x="13504" y="5038"/>
                </a:lnTo>
                <a:lnTo>
                  <a:pt x="13504" y="5208"/>
                </a:lnTo>
                <a:lnTo>
                  <a:pt x="13480" y="5378"/>
                </a:lnTo>
                <a:lnTo>
                  <a:pt x="13456" y="5549"/>
                </a:lnTo>
                <a:lnTo>
                  <a:pt x="13407" y="5719"/>
                </a:lnTo>
                <a:lnTo>
                  <a:pt x="13334" y="5889"/>
                </a:lnTo>
                <a:lnTo>
                  <a:pt x="13237" y="6035"/>
                </a:lnTo>
                <a:lnTo>
                  <a:pt x="13139" y="6181"/>
                </a:lnTo>
                <a:lnTo>
                  <a:pt x="13042" y="6303"/>
                </a:lnTo>
                <a:lnTo>
                  <a:pt x="12920" y="6425"/>
                </a:lnTo>
                <a:lnTo>
                  <a:pt x="12774" y="6546"/>
                </a:lnTo>
                <a:lnTo>
                  <a:pt x="12628" y="6644"/>
                </a:lnTo>
                <a:lnTo>
                  <a:pt x="12482" y="6741"/>
                </a:lnTo>
                <a:lnTo>
                  <a:pt x="12336" y="6814"/>
                </a:lnTo>
                <a:lnTo>
                  <a:pt x="12166" y="6863"/>
                </a:lnTo>
                <a:lnTo>
                  <a:pt x="11996" y="6911"/>
                </a:lnTo>
                <a:lnTo>
                  <a:pt x="11801" y="6936"/>
                </a:lnTo>
                <a:lnTo>
                  <a:pt x="11631" y="6936"/>
                </a:lnTo>
                <a:lnTo>
                  <a:pt x="11485" y="6911"/>
                </a:lnTo>
                <a:lnTo>
                  <a:pt x="11315" y="6863"/>
                </a:lnTo>
                <a:lnTo>
                  <a:pt x="11169" y="6814"/>
                </a:lnTo>
                <a:lnTo>
                  <a:pt x="11023" y="6741"/>
                </a:lnTo>
                <a:lnTo>
                  <a:pt x="10901" y="6644"/>
                </a:lnTo>
                <a:lnTo>
                  <a:pt x="10779" y="6546"/>
                </a:lnTo>
                <a:lnTo>
                  <a:pt x="10658" y="6425"/>
                </a:lnTo>
                <a:lnTo>
                  <a:pt x="10560" y="6303"/>
                </a:lnTo>
                <a:lnTo>
                  <a:pt x="10463" y="6157"/>
                </a:lnTo>
                <a:lnTo>
                  <a:pt x="10317" y="5865"/>
                </a:lnTo>
                <a:lnTo>
                  <a:pt x="10195" y="5524"/>
                </a:lnTo>
                <a:lnTo>
                  <a:pt x="10147" y="5208"/>
                </a:lnTo>
                <a:lnTo>
                  <a:pt x="10147" y="4892"/>
                </a:lnTo>
                <a:lnTo>
                  <a:pt x="10195" y="4575"/>
                </a:lnTo>
                <a:lnTo>
                  <a:pt x="10244" y="4405"/>
                </a:lnTo>
                <a:lnTo>
                  <a:pt x="10317" y="4259"/>
                </a:lnTo>
                <a:lnTo>
                  <a:pt x="10414" y="4089"/>
                </a:lnTo>
                <a:lnTo>
                  <a:pt x="10560" y="3943"/>
                </a:lnTo>
                <a:lnTo>
                  <a:pt x="10901" y="3772"/>
                </a:lnTo>
                <a:lnTo>
                  <a:pt x="11242" y="3602"/>
                </a:lnTo>
                <a:lnTo>
                  <a:pt x="11436" y="3553"/>
                </a:lnTo>
                <a:lnTo>
                  <a:pt x="11607" y="3529"/>
                </a:lnTo>
                <a:lnTo>
                  <a:pt x="11801" y="3505"/>
                </a:lnTo>
                <a:close/>
                <a:moveTo>
                  <a:pt x="11753" y="2969"/>
                </a:moveTo>
                <a:lnTo>
                  <a:pt x="11461" y="2994"/>
                </a:lnTo>
                <a:lnTo>
                  <a:pt x="11169" y="3042"/>
                </a:lnTo>
                <a:lnTo>
                  <a:pt x="10901" y="3115"/>
                </a:lnTo>
                <a:lnTo>
                  <a:pt x="10633" y="3237"/>
                </a:lnTo>
                <a:lnTo>
                  <a:pt x="10390" y="3407"/>
                </a:lnTo>
                <a:lnTo>
                  <a:pt x="10195" y="3578"/>
                </a:lnTo>
                <a:lnTo>
                  <a:pt x="10074" y="3724"/>
                </a:lnTo>
                <a:lnTo>
                  <a:pt x="9952" y="3845"/>
                </a:lnTo>
                <a:lnTo>
                  <a:pt x="9830" y="4040"/>
                </a:lnTo>
                <a:lnTo>
                  <a:pt x="9757" y="4235"/>
                </a:lnTo>
                <a:lnTo>
                  <a:pt x="9684" y="4429"/>
                </a:lnTo>
                <a:lnTo>
                  <a:pt x="9636" y="4648"/>
                </a:lnTo>
                <a:lnTo>
                  <a:pt x="9611" y="4843"/>
                </a:lnTo>
                <a:lnTo>
                  <a:pt x="9611" y="5062"/>
                </a:lnTo>
                <a:lnTo>
                  <a:pt x="9611" y="5281"/>
                </a:lnTo>
                <a:lnTo>
                  <a:pt x="9636" y="5476"/>
                </a:lnTo>
                <a:lnTo>
                  <a:pt x="9684" y="5719"/>
                </a:lnTo>
                <a:lnTo>
                  <a:pt x="9757" y="5962"/>
                </a:lnTo>
                <a:lnTo>
                  <a:pt x="9830" y="6181"/>
                </a:lnTo>
                <a:lnTo>
                  <a:pt x="9952" y="6376"/>
                </a:lnTo>
                <a:lnTo>
                  <a:pt x="10074" y="6571"/>
                </a:lnTo>
                <a:lnTo>
                  <a:pt x="10220" y="6765"/>
                </a:lnTo>
                <a:lnTo>
                  <a:pt x="10366" y="6911"/>
                </a:lnTo>
                <a:lnTo>
                  <a:pt x="10536" y="7057"/>
                </a:lnTo>
                <a:lnTo>
                  <a:pt x="10731" y="7203"/>
                </a:lnTo>
                <a:lnTo>
                  <a:pt x="10925" y="7301"/>
                </a:lnTo>
                <a:lnTo>
                  <a:pt x="11120" y="7374"/>
                </a:lnTo>
                <a:lnTo>
                  <a:pt x="11363" y="7447"/>
                </a:lnTo>
                <a:lnTo>
                  <a:pt x="11582" y="7471"/>
                </a:lnTo>
                <a:lnTo>
                  <a:pt x="11826" y="7471"/>
                </a:lnTo>
                <a:lnTo>
                  <a:pt x="12069" y="7447"/>
                </a:lnTo>
                <a:lnTo>
                  <a:pt x="12312" y="7398"/>
                </a:lnTo>
                <a:lnTo>
                  <a:pt x="12531" y="7349"/>
                </a:lnTo>
                <a:lnTo>
                  <a:pt x="12750" y="7252"/>
                </a:lnTo>
                <a:lnTo>
                  <a:pt x="12945" y="7130"/>
                </a:lnTo>
                <a:lnTo>
                  <a:pt x="13139" y="6984"/>
                </a:lnTo>
                <a:lnTo>
                  <a:pt x="13310" y="6838"/>
                </a:lnTo>
                <a:lnTo>
                  <a:pt x="13480" y="6644"/>
                </a:lnTo>
                <a:lnTo>
                  <a:pt x="13602" y="6473"/>
                </a:lnTo>
                <a:lnTo>
                  <a:pt x="13723" y="6254"/>
                </a:lnTo>
                <a:lnTo>
                  <a:pt x="13821" y="6060"/>
                </a:lnTo>
                <a:lnTo>
                  <a:pt x="13894" y="5841"/>
                </a:lnTo>
                <a:lnTo>
                  <a:pt x="13967" y="5597"/>
                </a:lnTo>
                <a:lnTo>
                  <a:pt x="13991" y="5378"/>
                </a:lnTo>
                <a:lnTo>
                  <a:pt x="14015" y="5135"/>
                </a:lnTo>
                <a:lnTo>
                  <a:pt x="13991" y="4916"/>
                </a:lnTo>
                <a:lnTo>
                  <a:pt x="13942" y="4673"/>
                </a:lnTo>
                <a:lnTo>
                  <a:pt x="13894" y="4454"/>
                </a:lnTo>
                <a:lnTo>
                  <a:pt x="13772" y="4210"/>
                </a:lnTo>
                <a:lnTo>
                  <a:pt x="13626" y="3967"/>
                </a:lnTo>
                <a:lnTo>
                  <a:pt x="13456" y="3748"/>
                </a:lnTo>
                <a:lnTo>
                  <a:pt x="13261" y="3553"/>
                </a:lnTo>
                <a:lnTo>
                  <a:pt x="13042" y="3383"/>
                </a:lnTo>
                <a:lnTo>
                  <a:pt x="12799" y="3237"/>
                </a:lnTo>
                <a:lnTo>
                  <a:pt x="12555" y="3115"/>
                </a:lnTo>
                <a:lnTo>
                  <a:pt x="12288" y="3042"/>
                </a:lnTo>
                <a:lnTo>
                  <a:pt x="12045" y="2994"/>
                </a:lnTo>
                <a:lnTo>
                  <a:pt x="11753" y="2969"/>
                </a:lnTo>
                <a:close/>
                <a:moveTo>
                  <a:pt x="9903" y="7057"/>
                </a:moveTo>
                <a:lnTo>
                  <a:pt x="9806" y="7082"/>
                </a:lnTo>
                <a:lnTo>
                  <a:pt x="9733" y="7130"/>
                </a:lnTo>
                <a:lnTo>
                  <a:pt x="9587" y="7276"/>
                </a:lnTo>
                <a:lnTo>
                  <a:pt x="9465" y="7471"/>
                </a:lnTo>
                <a:lnTo>
                  <a:pt x="9392" y="7641"/>
                </a:lnTo>
                <a:lnTo>
                  <a:pt x="9368" y="7739"/>
                </a:lnTo>
                <a:lnTo>
                  <a:pt x="9392" y="7836"/>
                </a:lnTo>
                <a:lnTo>
                  <a:pt x="9441" y="7909"/>
                </a:lnTo>
                <a:lnTo>
                  <a:pt x="9514" y="7958"/>
                </a:lnTo>
                <a:lnTo>
                  <a:pt x="9587" y="7982"/>
                </a:lnTo>
                <a:lnTo>
                  <a:pt x="9684" y="7958"/>
                </a:lnTo>
                <a:lnTo>
                  <a:pt x="9757" y="7909"/>
                </a:lnTo>
                <a:lnTo>
                  <a:pt x="9806" y="7812"/>
                </a:lnTo>
                <a:lnTo>
                  <a:pt x="9879" y="7690"/>
                </a:lnTo>
                <a:lnTo>
                  <a:pt x="9952" y="7568"/>
                </a:lnTo>
                <a:lnTo>
                  <a:pt x="10098" y="7301"/>
                </a:lnTo>
                <a:lnTo>
                  <a:pt x="10098" y="7252"/>
                </a:lnTo>
                <a:lnTo>
                  <a:pt x="10098" y="7203"/>
                </a:lnTo>
                <a:lnTo>
                  <a:pt x="10074" y="7106"/>
                </a:lnTo>
                <a:lnTo>
                  <a:pt x="10001" y="7057"/>
                </a:lnTo>
                <a:close/>
                <a:moveTo>
                  <a:pt x="13504" y="7276"/>
                </a:moveTo>
                <a:lnTo>
                  <a:pt x="13456" y="7301"/>
                </a:lnTo>
                <a:lnTo>
                  <a:pt x="13407" y="7349"/>
                </a:lnTo>
                <a:lnTo>
                  <a:pt x="13383" y="7422"/>
                </a:lnTo>
                <a:lnTo>
                  <a:pt x="13383" y="7544"/>
                </a:lnTo>
                <a:lnTo>
                  <a:pt x="13407" y="7666"/>
                </a:lnTo>
                <a:lnTo>
                  <a:pt x="13456" y="7787"/>
                </a:lnTo>
                <a:lnTo>
                  <a:pt x="13504" y="7909"/>
                </a:lnTo>
                <a:lnTo>
                  <a:pt x="13602" y="8006"/>
                </a:lnTo>
                <a:lnTo>
                  <a:pt x="13723" y="8104"/>
                </a:lnTo>
                <a:lnTo>
                  <a:pt x="13821" y="8177"/>
                </a:lnTo>
                <a:lnTo>
                  <a:pt x="13918" y="8201"/>
                </a:lnTo>
                <a:lnTo>
                  <a:pt x="14015" y="8201"/>
                </a:lnTo>
                <a:lnTo>
                  <a:pt x="14088" y="8152"/>
                </a:lnTo>
                <a:lnTo>
                  <a:pt x="14137" y="8079"/>
                </a:lnTo>
                <a:lnTo>
                  <a:pt x="14161" y="8006"/>
                </a:lnTo>
                <a:lnTo>
                  <a:pt x="14161" y="7909"/>
                </a:lnTo>
                <a:lnTo>
                  <a:pt x="14137" y="7836"/>
                </a:lnTo>
                <a:lnTo>
                  <a:pt x="14064" y="7763"/>
                </a:lnTo>
                <a:lnTo>
                  <a:pt x="13918" y="7666"/>
                </a:lnTo>
                <a:lnTo>
                  <a:pt x="13821" y="7520"/>
                </a:lnTo>
                <a:lnTo>
                  <a:pt x="13699" y="7374"/>
                </a:lnTo>
                <a:lnTo>
                  <a:pt x="13650" y="7325"/>
                </a:lnTo>
                <a:lnTo>
                  <a:pt x="13553" y="7276"/>
                </a:lnTo>
                <a:close/>
                <a:moveTo>
                  <a:pt x="2312" y="11242"/>
                </a:moveTo>
                <a:lnTo>
                  <a:pt x="2287" y="11267"/>
                </a:lnTo>
                <a:lnTo>
                  <a:pt x="2263" y="11291"/>
                </a:lnTo>
                <a:lnTo>
                  <a:pt x="2287" y="11437"/>
                </a:lnTo>
                <a:lnTo>
                  <a:pt x="2312" y="11559"/>
                </a:lnTo>
                <a:lnTo>
                  <a:pt x="2360" y="11705"/>
                </a:lnTo>
                <a:lnTo>
                  <a:pt x="2409" y="11826"/>
                </a:lnTo>
                <a:lnTo>
                  <a:pt x="2555" y="12070"/>
                </a:lnTo>
                <a:lnTo>
                  <a:pt x="2701" y="12313"/>
                </a:lnTo>
                <a:lnTo>
                  <a:pt x="2871" y="12556"/>
                </a:lnTo>
                <a:lnTo>
                  <a:pt x="3042" y="12800"/>
                </a:lnTo>
                <a:lnTo>
                  <a:pt x="3236" y="13019"/>
                </a:lnTo>
                <a:lnTo>
                  <a:pt x="3455" y="13238"/>
                </a:lnTo>
                <a:lnTo>
                  <a:pt x="3528" y="13262"/>
                </a:lnTo>
                <a:lnTo>
                  <a:pt x="3650" y="13262"/>
                </a:lnTo>
                <a:lnTo>
                  <a:pt x="3699" y="13213"/>
                </a:lnTo>
                <a:lnTo>
                  <a:pt x="3747" y="13165"/>
                </a:lnTo>
                <a:lnTo>
                  <a:pt x="3772" y="13092"/>
                </a:lnTo>
                <a:lnTo>
                  <a:pt x="3747" y="13043"/>
                </a:lnTo>
                <a:lnTo>
                  <a:pt x="3699" y="12970"/>
                </a:lnTo>
                <a:lnTo>
                  <a:pt x="3504" y="12751"/>
                </a:lnTo>
                <a:lnTo>
                  <a:pt x="3309" y="12532"/>
                </a:lnTo>
                <a:lnTo>
                  <a:pt x="2944" y="12045"/>
                </a:lnTo>
                <a:lnTo>
                  <a:pt x="2652" y="11632"/>
                </a:lnTo>
                <a:lnTo>
                  <a:pt x="2506" y="11437"/>
                </a:lnTo>
                <a:lnTo>
                  <a:pt x="2336" y="11267"/>
                </a:lnTo>
                <a:lnTo>
                  <a:pt x="2312" y="11242"/>
                </a:lnTo>
                <a:close/>
                <a:moveTo>
                  <a:pt x="2336" y="12678"/>
                </a:moveTo>
                <a:lnTo>
                  <a:pt x="2287" y="12702"/>
                </a:lnTo>
                <a:lnTo>
                  <a:pt x="2263" y="12751"/>
                </a:lnTo>
                <a:lnTo>
                  <a:pt x="2239" y="12800"/>
                </a:lnTo>
                <a:lnTo>
                  <a:pt x="2287" y="12897"/>
                </a:lnTo>
                <a:lnTo>
                  <a:pt x="2360" y="13019"/>
                </a:lnTo>
                <a:lnTo>
                  <a:pt x="2531" y="13213"/>
                </a:lnTo>
                <a:lnTo>
                  <a:pt x="2604" y="13286"/>
                </a:lnTo>
                <a:lnTo>
                  <a:pt x="2725" y="13384"/>
                </a:lnTo>
                <a:lnTo>
                  <a:pt x="2823" y="13432"/>
                </a:lnTo>
                <a:lnTo>
                  <a:pt x="2896" y="13457"/>
                </a:lnTo>
                <a:lnTo>
                  <a:pt x="2944" y="13457"/>
                </a:lnTo>
                <a:lnTo>
                  <a:pt x="3017" y="13408"/>
                </a:lnTo>
                <a:lnTo>
                  <a:pt x="3042" y="13359"/>
                </a:lnTo>
                <a:lnTo>
                  <a:pt x="3066" y="13286"/>
                </a:lnTo>
                <a:lnTo>
                  <a:pt x="3042" y="13238"/>
                </a:lnTo>
                <a:lnTo>
                  <a:pt x="2969" y="13165"/>
                </a:lnTo>
                <a:lnTo>
                  <a:pt x="2896" y="13116"/>
                </a:lnTo>
                <a:lnTo>
                  <a:pt x="2750" y="12994"/>
                </a:lnTo>
                <a:lnTo>
                  <a:pt x="2579" y="12824"/>
                </a:lnTo>
                <a:lnTo>
                  <a:pt x="2482" y="12727"/>
                </a:lnTo>
                <a:lnTo>
                  <a:pt x="2385" y="12678"/>
                </a:lnTo>
                <a:close/>
                <a:moveTo>
                  <a:pt x="5645" y="6084"/>
                </a:moveTo>
                <a:lnTo>
                  <a:pt x="5499" y="6108"/>
                </a:lnTo>
                <a:lnTo>
                  <a:pt x="5353" y="6157"/>
                </a:lnTo>
                <a:lnTo>
                  <a:pt x="5231" y="6230"/>
                </a:lnTo>
                <a:lnTo>
                  <a:pt x="5085" y="6327"/>
                </a:lnTo>
                <a:lnTo>
                  <a:pt x="4818" y="6546"/>
                </a:lnTo>
                <a:lnTo>
                  <a:pt x="4599" y="6790"/>
                </a:lnTo>
                <a:lnTo>
                  <a:pt x="4355" y="7082"/>
                </a:lnTo>
                <a:lnTo>
                  <a:pt x="4161" y="7349"/>
                </a:lnTo>
                <a:lnTo>
                  <a:pt x="3796" y="7860"/>
                </a:lnTo>
                <a:lnTo>
                  <a:pt x="3382" y="8420"/>
                </a:lnTo>
                <a:lnTo>
                  <a:pt x="3163" y="8688"/>
                </a:lnTo>
                <a:lnTo>
                  <a:pt x="2920" y="8931"/>
                </a:lnTo>
                <a:lnTo>
                  <a:pt x="2433" y="9393"/>
                </a:lnTo>
                <a:lnTo>
                  <a:pt x="2190" y="9636"/>
                </a:lnTo>
                <a:lnTo>
                  <a:pt x="1971" y="9880"/>
                </a:lnTo>
                <a:lnTo>
                  <a:pt x="1922" y="9953"/>
                </a:lnTo>
                <a:lnTo>
                  <a:pt x="1922" y="10050"/>
                </a:lnTo>
                <a:lnTo>
                  <a:pt x="1922" y="10123"/>
                </a:lnTo>
                <a:lnTo>
                  <a:pt x="1971" y="10172"/>
                </a:lnTo>
                <a:lnTo>
                  <a:pt x="2044" y="10220"/>
                </a:lnTo>
                <a:lnTo>
                  <a:pt x="2117" y="10245"/>
                </a:lnTo>
                <a:lnTo>
                  <a:pt x="2190" y="10245"/>
                </a:lnTo>
                <a:lnTo>
                  <a:pt x="2263" y="10196"/>
                </a:lnTo>
                <a:lnTo>
                  <a:pt x="2312" y="10147"/>
                </a:lnTo>
                <a:lnTo>
                  <a:pt x="2360" y="10293"/>
                </a:lnTo>
                <a:lnTo>
                  <a:pt x="2409" y="10439"/>
                </a:lnTo>
                <a:lnTo>
                  <a:pt x="2555" y="10756"/>
                </a:lnTo>
                <a:lnTo>
                  <a:pt x="2823" y="11169"/>
                </a:lnTo>
                <a:lnTo>
                  <a:pt x="3042" y="11583"/>
                </a:lnTo>
                <a:lnTo>
                  <a:pt x="3309" y="12021"/>
                </a:lnTo>
                <a:lnTo>
                  <a:pt x="3455" y="12240"/>
                </a:lnTo>
                <a:lnTo>
                  <a:pt x="3601" y="12435"/>
                </a:lnTo>
                <a:lnTo>
                  <a:pt x="3772" y="12605"/>
                </a:lnTo>
                <a:lnTo>
                  <a:pt x="3942" y="12751"/>
                </a:lnTo>
                <a:lnTo>
                  <a:pt x="4015" y="12775"/>
                </a:lnTo>
                <a:lnTo>
                  <a:pt x="4088" y="12775"/>
                </a:lnTo>
                <a:lnTo>
                  <a:pt x="4161" y="12751"/>
                </a:lnTo>
                <a:lnTo>
                  <a:pt x="4209" y="12727"/>
                </a:lnTo>
                <a:lnTo>
                  <a:pt x="4282" y="12629"/>
                </a:lnTo>
                <a:lnTo>
                  <a:pt x="4282" y="12556"/>
                </a:lnTo>
                <a:lnTo>
                  <a:pt x="4282" y="12508"/>
                </a:lnTo>
                <a:lnTo>
                  <a:pt x="4258" y="12459"/>
                </a:lnTo>
                <a:lnTo>
                  <a:pt x="4209" y="12410"/>
                </a:lnTo>
                <a:lnTo>
                  <a:pt x="4039" y="12240"/>
                </a:lnTo>
                <a:lnTo>
                  <a:pt x="3893" y="12070"/>
                </a:lnTo>
                <a:lnTo>
                  <a:pt x="3626" y="11680"/>
                </a:lnTo>
                <a:lnTo>
                  <a:pt x="3358" y="11291"/>
                </a:lnTo>
                <a:lnTo>
                  <a:pt x="3139" y="10877"/>
                </a:lnTo>
                <a:lnTo>
                  <a:pt x="2920" y="10464"/>
                </a:lnTo>
                <a:lnTo>
                  <a:pt x="2750" y="10172"/>
                </a:lnTo>
                <a:lnTo>
                  <a:pt x="2579" y="9928"/>
                </a:lnTo>
                <a:lnTo>
                  <a:pt x="2920" y="9612"/>
                </a:lnTo>
                <a:lnTo>
                  <a:pt x="3066" y="9904"/>
                </a:lnTo>
                <a:lnTo>
                  <a:pt x="3212" y="10172"/>
                </a:lnTo>
                <a:lnTo>
                  <a:pt x="3528" y="10658"/>
                </a:lnTo>
                <a:lnTo>
                  <a:pt x="3747" y="10999"/>
                </a:lnTo>
                <a:lnTo>
                  <a:pt x="3966" y="11340"/>
                </a:lnTo>
                <a:lnTo>
                  <a:pt x="4112" y="11510"/>
                </a:lnTo>
                <a:lnTo>
                  <a:pt x="4234" y="11656"/>
                </a:lnTo>
                <a:lnTo>
                  <a:pt x="4380" y="11778"/>
                </a:lnTo>
                <a:lnTo>
                  <a:pt x="4550" y="11875"/>
                </a:lnTo>
                <a:lnTo>
                  <a:pt x="4623" y="11899"/>
                </a:lnTo>
                <a:lnTo>
                  <a:pt x="4672" y="11899"/>
                </a:lnTo>
                <a:lnTo>
                  <a:pt x="4745" y="11875"/>
                </a:lnTo>
                <a:lnTo>
                  <a:pt x="4793" y="11851"/>
                </a:lnTo>
                <a:lnTo>
                  <a:pt x="4842" y="11778"/>
                </a:lnTo>
                <a:lnTo>
                  <a:pt x="4866" y="11729"/>
                </a:lnTo>
                <a:lnTo>
                  <a:pt x="4866" y="11656"/>
                </a:lnTo>
                <a:lnTo>
                  <a:pt x="4842" y="11607"/>
                </a:lnTo>
                <a:lnTo>
                  <a:pt x="4599" y="11267"/>
                </a:lnTo>
                <a:lnTo>
                  <a:pt x="4331" y="10950"/>
                </a:lnTo>
                <a:lnTo>
                  <a:pt x="4088" y="10634"/>
                </a:lnTo>
                <a:lnTo>
                  <a:pt x="3845" y="10318"/>
                </a:lnTo>
                <a:lnTo>
                  <a:pt x="3528" y="9855"/>
                </a:lnTo>
                <a:lnTo>
                  <a:pt x="3334" y="9612"/>
                </a:lnTo>
                <a:lnTo>
                  <a:pt x="3139" y="9417"/>
                </a:lnTo>
                <a:lnTo>
                  <a:pt x="3480" y="9077"/>
                </a:lnTo>
                <a:lnTo>
                  <a:pt x="3577" y="9223"/>
                </a:lnTo>
                <a:lnTo>
                  <a:pt x="3674" y="9344"/>
                </a:lnTo>
                <a:lnTo>
                  <a:pt x="3893" y="9661"/>
                </a:lnTo>
                <a:lnTo>
                  <a:pt x="4112" y="9977"/>
                </a:lnTo>
                <a:lnTo>
                  <a:pt x="4282" y="10196"/>
                </a:lnTo>
                <a:lnTo>
                  <a:pt x="4501" y="10415"/>
                </a:lnTo>
                <a:lnTo>
                  <a:pt x="4599" y="10512"/>
                </a:lnTo>
                <a:lnTo>
                  <a:pt x="4720" y="10610"/>
                </a:lnTo>
                <a:lnTo>
                  <a:pt x="4866" y="10658"/>
                </a:lnTo>
                <a:lnTo>
                  <a:pt x="4988" y="10707"/>
                </a:lnTo>
                <a:lnTo>
                  <a:pt x="5085" y="10707"/>
                </a:lnTo>
                <a:lnTo>
                  <a:pt x="5183" y="10683"/>
                </a:lnTo>
                <a:lnTo>
                  <a:pt x="5231" y="10610"/>
                </a:lnTo>
                <a:lnTo>
                  <a:pt x="5256" y="10537"/>
                </a:lnTo>
                <a:lnTo>
                  <a:pt x="5280" y="10464"/>
                </a:lnTo>
                <a:lnTo>
                  <a:pt x="5256" y="10391"/>
                </a:lnTo>
                <a:lnTo>
                  <a:pt x="5207" y="10318"/>
                </a:lnTo>
                <a:lnTo>
                  <a:pt x="5110" y="10269"/>
                </a:lnTo>
                <a:lnTo>
                  <a:pt x="4988" y="10220"/>
                </a:lnTo>
                <a:lnTo>
                  <a:pt x="4866" y="10147"/>
                </a:lnTo>
                <a:lnTo>
                  <a:pt x="4745" y="10050"/>
                </a:lnTo>
                <a:lnTo>
                  <a:pt x="4647" y="9953"/>
                </a:lnTo>
                <a:lnTo>
                  <a:pt x="4453" y="9734"/>
                </a:lnTo>
                <a:lnTo>
                  <a:pt x="4282" y="9515"/>
                </a:lnTo>
                <a:lnTo>
                  <a:pt x="3991" y="9174"/>
                </a:lnTo>
                <a:lnTo>
                  <a:pt x="3845" y="9004"/>
                </a:lnTo>
                <a:lnTo>
                  <a:pt x="3747" y="8931"/>
                </a:lnTo>
                <a:lnTo>
                  <a:pt x="3650" y="8882"/>
                </a:lnTo>
                <a:lnTo>
                  <a:pt x="3966" y="8517"/>
                </a:lnTo>
                <a:lnTo>
                  <a:pt x="4039" y="8420"/>
                </a:lnTo>
                <a:lnTo>
                  <a:pt x="4185" y="8615"/>
                </a:lnTo>
                <a:lnTo>
                  <a:pt x="4331" y="8809"/>
                </a:lnTo>
                <a:lnTo>
                  <a:pt x="4647" y="9150"/>
                </a:lnTo>
                <a:lnTo>
                  <a:pt x="5183" y="9709"/>
                </a:lnTo>
                <a:lnTo>
                  <a:pt x="5304" y="9807"/>
                </a:lnTo>
                <a:lnTo>
                  <a:pt x="5426" y="9904"/>
                </a:lnTo>
                <a:lnTo>
                  <a:pt x="5548" y="9977"/>
                </a:lnTo>
                <a:lnTo>
                  <a:pt x="5718" y="9977"/>
                </a:lnTo>
                <a:lnTo>
                  <a:pt x="5767" y="9953"/>
                </a:lnTo>
                <a:lnTo>
                  <a:pt x="5791" y="9904"/>
                </a:lnTo>
                <a:lnTo>
                  <a:pt x="5840" y="9855"/>
                </a:lnTo>
                <a:lnTo>
                  <a:pt x="5840" y="9807"/>
                </a:lnTo>
                <a:lnTo>
                  <a:pt x="5815" y="9685"/>
                </a:lnTo>
                <a:lnTo>
                  <a:pt x="5767" y="9588"/>
                </a:lnTo>
                <a:lnTo>
                  <a:pt x="5669" y="9515"/>
                </a:lnTo>
                <a:lnTo>
                  <a:pt x="5572" y="9417"/>
                </a:lnTo>
                <a:lnTo>
                  <a:pt x="5304" y="9174"/>
                </a:lnTo>
                <a:lnTo>
                  <a:pt x="5012" y="8907"/>
                </a:lnTo>
                <a:lnTo>
                  <a:pt x="4647" y="8542"/>
                </a:lnTo>
                <a:lnTo>
                  <a:pt x="4282" y="8201"/>
                </a:lnTo>
                <a:lnTo>
                  <a:pt x="4234" y="8152"/>
                </a:lnTo>
                <a:lnTo>
                  <a:pt x="4599" y="7690"/>
                </a:lnTo>
                <a:lnTo>
                  <a:pt x="4696" y="7885"/>
                </a:lnTo>
                <a:lnTo>
                  <a:pt x="4842" y="8079"/>
                </a:lnTo>
                <a:lnTo>
                  <a:pt x="5134" y="8396"/>
                </a:lnTo>
                <a:lnTo>
                  <a:pt x="5329" y="8590"/>
                </a:lnTo>
                <a:lnTo>
                  <a:pt x="5548" y="8809"/>
                </a:lnTo>
                <a:lnTo>
                  <a:pt x="5791" y="9004"/>
                </a:lnTo>
                <a:lnTo>
                  <a:pt x="5913" y="9077"/>
                </a:lnTo>
                <a:lnTo>
                  <a:pt x="6034" y="9150"/>
                </a:lnTo>
                <a:lnTo>
                  <a:pt x="6180" y="9150"/>
                </a:lnTo>
                <a:lnTo>
                  <a:pt x="6205" y="9101"/>
                </a:lnTo>
                <a:lnTo>
                  <a:pt x="6253" y="9052"/>
                </a:lnTo>
                <a:lnTo>
                  <a:pt x="6278" y="9004"/>
                </a:lnTo>
                <a:lnTo>
                  <a:pt x="6278" y="8931"/>
                </a:lnTo>
                <a:lnTo>
                  <a:pt x="6253" y="8882"/>
                </a:lnTo>
                <a:lnTo>
                  <a:pt x="6229" y="8834"/>
                </a:lnTo>
                <a:lnTo>
                  <a:pt x="6034" y="8639"/>
                </a:lnTo>
                <a:lnTo>
                  <a:pt x="5840" y="8469"/>
                </a:lnTo>
                <a:lnTo>
                  <a:pt x="5621" y="8298"/>
                </a:lnTo>
                <a:lnTo>
                  <a:pt x="5402" y="8104"/>
                </a:lnTo>
                <a:lnTo>
                  <a:pt x="5110" y="7787"/>
                </a:lnTo>
                <a:lnTo>
                  <a:pt x="4939" y="7641"/>
                </a:lnTo>
                <a:lnTo>
                  <a:pt x="4745" y="7495"/>
                </a:lnTo>
                <a:lnTo>
                  <a:pt x="4915" y="7301"/>
                </a:lnTo>
                <a:lnTo>
                  <a:pt x="5061" y="7155"/>
                </a:lnTo>
                <a:lnTo>
                  <a:pt x="5402" y="7495"/>
                </a:lnTo>
                <a:lnTo>
                  <a:pt x="5718" y="7885"/>
                </a:lnTo>
                <a:lnTo>
                  <a:pt x="5888" y="8104"/>
                </a:lnTo>
                <a:lnTo>
                  <a:pt x="6132" y="8323"/>
                </a:lnTo>
                <a:lnTo>
                  <a:pt x="6253" y="8420"/>
                </a:lnTo>
                <a:lnTo>
                  <a:pt x="6375" y="8469"/>
                </a:lnTo>
                <a:lnTo>
                  <a:pt x="6497" y="8493"/>
                </a:lnTo>
                <a:lnTo>
                  <a:pt x="6643" y="8493"/>
                </a:lnTo>
                <a:lnTo>
                  <a:pt x="6716" y="8444"/>
                </a:lnTo>
                <a:lnTo>
                  <a:pt x="6764" y="8371"/>
                </a:lnTo>
                <a:lnTo>
                  <a:pt x="6764" y="8298"/>
                </a:lnTo>
                <a:lnTo>
                  <a:pt x="6740" y="8225"/>
                </a:lnTo>
                <a:lnTo>
                  <a:pt x="6643" y="8128"/>
                </a:lnTo>
                <a:lnTo>
                  <a:pt x="6545" y="8055"/>
                </a:lnTo>
                <a:lnTo>
                  <a:pt x="6424" y="7982"/>
                </a:lnTo>
                <a:lnTo>
                  <a:pt x="6326" y="7885"/>
                </a:lnTo>
                <a:lnTo>
                  <a:pt x="6205" y="7787"/>
                </a:lnTo>
                <a:lnTo>
                  <a:pt x="6083" y="7641"/>
                </a:lnTo>
                <a:lnTo>
                  <a:pt x="5864" y="7398"/>
                </a:lnTo>
                <a:lnTo>
                  <a:pt x="5742" y="7252"/>
                </a:lnTo>
                <a:lnTo>
                  <a:pt x="5621" y="7130"/>
                </a:lnTo>
                <a:lnTo>
                  <a:pt x="5450" y="7009"/>
                </a:lnTo>
                <a:lnTo>
                  <a:pt x="5304" y="6936"/>
                </a:lnTo>
                <a:lnTo>
                  <a:pt x="5718" y="6595"/>
                </a:lnTo>
                <a:lnTo>
                  <a:pt x="6326" y="7203"/>
                </a:lnTo>
                <a:lnTo>
                  <a:pt x="6643" y="7520"/>
                </a:lnTo>
                <a:lnTo>
                  <a:pt x="6910" y="7860"/>
                </a:lnTo>
                <a:lnTo>
                  <a:pt x="7251" y="8274"/>
                </a:lnTo>
                <a:lnTo>
                  <a:pt x="7543" y="8688"/>
                </a:lnTo>
                <a:lnTo>
                  <a:pt x="8176" y="9539"/>
                </a:lnTo>
                <a:lnTo>
                  <a:pt x="8954" y="10512"/>
                </a:lnTo>
                <a:lnTo>
                  <a:pt x="9733" y="11486"/>
                </a:lnTo>
                <a:lnTo>
                  <a:pt x="10098" y="11997"/>
                </a:lnTo>
                <a:lnTo>
                  <a:pt x="10463" y="12508"/>
                </a:lnTo>
                <a:lnTo>
                  <a:pt x="10828" y="13019"/>
                </a:lnTo>
                <a:lnTo>
                  <a:pt x="11023" y="13262"/>
                </a:lnTo>
                <a:lnTo>
                  <a:pt x="11242" y="13481"/>
                </a:lnTo>
                <a:lnTo>
                  <a:pt x="11339" y="13554"/>
                </a:lnTo>
                <a:lnTo>
                  <a:pt x="11436" y="13578"/>
                </a:lnTo>
                <a:lnTo>
                  <a:pt x="11509" y="13554"/>
                </a:lnTo>
                <a:lnTo>
                  <a:pt x="11582" y="13505"/>
                </a:lnTo>
                <a:lnTo>
                  <a:pt x="11655" y="13432"/>
                </a:lnTo>
                <a:lnTo>
                  <a:pt x="11680" y="13359"/>
                </a:lnTo>
                <a:lnTo>
                  <a:pt x="11704" y="13238"/>
                </a:lnTo>
                <a:lnTo>
                  <a:pt x="11680" y="13140"/>
                </a:lnTo>
                <a:lnTo>
                  <a:pt x="11558" y="12897"/>
                </a:lnTo>
                <a:lnTo>
                  <a:pt x="11388" y="12629"/>
                </a:lnTo>
                <a:lnTo>
                  <a:pt x="11217" y="12386"/>
                </a:lnTo>
                <a:lnTo>
                  <a:pt x="11047" y="12143"/>
                </a:lnTo>
                <a:lnTo>
                  <a:pt x="10268" y="11194"/>
                </a:lnTo>
                <a:lnTo>
                  <a:pt x="10001" y="10853"/>
                </a:lnTo>
                <a:lnTo>
                  <a:pt x="10147" y="10756"/>
                </a:lnTo>
                <a:lnTo>
                  <a:pt x="10220" y="10877"/>
                </a:lnTo>
                <a:lnTo>
                  <a:pt x="10317" y="10999"/>
                </a:lnTo>
                <a:lnTo>
                  <a:pt x="10463" y="11169"/>
                </a:lnTo>
                <a:lnTo>
                  <a:pt x="10633" y="11364"/>
                </a:lnTo>
                <a:lnTo>
                  <a:pt x="10828" y="11510"/>
                </a:lnTo>
                <a:lnTo>
                  <a:pt x="11023" y="11656"/>
                </a:lnTo>
                <a:lnTo>
                  <a:pt x="11071" y="11680"/>
                </a:lnTo>
                <a:lnTo>
                  <a:pt x="11144" y="11680"/>
                </a:lnTo>
                <a:lnTo>
                  <a:pt x="11217" y="11656"/>
                </a:lnTo>
                <a:lnTo>
                  <a:pt x="11266" y="11632"/>
                </a:lnTo>
                <a:lnTo>
                  <a:pt x="11315" y="11559"/>
                </a:lnTo>
                <a:lnTo>
                  <a:pt x="11339" y="11510"/>
                </a:lnTo>
                <a:lnTo>
                  <a:pt x="11339" y="11437"/>
                </a:lnTo>
                <a:lnTo>
                  <a:pt x="11315" y="11364"/>
                </a:lnTo>
                <a:lnTo>
                  <a:pt x="11169" y="11218"/>
                </a:lnTo>
                <a:lnTo>
                  <a:pt x="11023" y="11072"/>
                </a:lnTo>
                <a:lnTo>
                  <a:pt x="10682" y="10804"/>
                </a:lnTo>
                <a:lnTo>
                  <a:pt x="10390" y="10512"/>
                </a:lnTo>
                <a:lnTo>
                  <a:pt x="10390" y="10488"/>
                </a:lnTo>
                <a:lnTo>
                  <a:pt x="10731" y="10026"/>
                </a:lnTo>
                <a:lnTo>
                  <a:pt x="10828" y="10172"/>
                </a:lnTo>
                <a:lnTo>
                  <a:pt x="10901" y="10293"/>
                </a:lnTo>
                <a:lnTo>
                  <a:pt x="11023" y="10439"/>
                </a:lnTo>
                <a:lnTo>
                  <a:pt x="11169" y="10610"/>
                </a:lnTo>
                <a:lnTo>
                  <a:pt x="11315" y="10756"/>
                </a:lnTo>
                <a:lnTo>
                  <a:pt x="11412" y="10926"/>
                </a:lnTo>
                <a:lnTo>
                  <a:pt x="11485" y="10999"/>
                </a:lnTo>
                <a:lnTo>
                  <a:pt x="11534" y="11048"/>
                </a:lnTo>
                <a:lnTo>
                  <a:pt x="11607" y="11048"/>
                </a:lnTo>
                <a:lnTo>
                  <a:pt x="11680" y="11023"/>
                </a:lnTo>
                <a:lnTo>
                  <a:pt x="11753" y="10975"/>
                </a:lnTo>
                <a:lnTo>
                  <a:pt x="11777" y="10902"/>
                </a:lnTo>
                <a:lnTo>
                  <a:pt x="11801" y="10829"/>
                </a:lnTo>
                <a:lnTo>
                  <a:pt x="11777" y="10731"/>
                </a:lnTo>
                <a:lnTo>
                  <a:pt x="11680" y="10585"/>
                </a:lnTo>
                <a:lnTo>
                  <a:pt x="11582" y="10439"/>
                </a:lnTo>
                <a:lnTo>
                  <a:pt x="11315" y="10196"/>
                </a:lnTo>
                <a:lnTo>
                  <a:pt x="11169" y="10050"/>
                </a:lnTo>
                <a:lnTo>
                  <a:pt x="11023" y="9904"/>
                </a:lnTo>
                <a:lnTo>
                  <a:pt x="10925" y="9807"/>
                </a:lnTo>
                <a:lnTo>
                  <a:pt x="11217" y="9539"/>
                </a:lnTo>
                <a:lnTo>
                  <a:pt x="11315" y="9636"/>
                </a:lnTo>
                <a:lnTo>
                  <a:pt x="11412" y="9782"/>
                </a:lnTo>
                <a:lnTo>
                  <a:pt x="11582" y="10026"/>
                </a:lnTo>
                <a:lnTo>
                  <a:pt x="11655" y="10172"/>
                </a:lnTo>
                <a:lnTo>
                  <a:pt x="11753" y="10293"/>
                </a:lnTo>
                <a:lnTo>
                  <a:pt x="11874" y="10391"/>
                </a:lnTo>
                <a:lnTo>
                  <a:pt x="11996" y="10488"/>
                </a:lnTo>
                <a:lnTo>
                  <a:pt x="12093" y="10512"/>
                </a:lnTo>
                <a:lnTo>
                  <a:pt x="12190" y="10512"/>
                </a:lnTo>
                <a:lnTo>
                  <a:pt x="12239" y="10464"/>
                </a:lnTo>
                <a:lnTo>
                  <a:pt x="12312" y="10391"/>
                </a:lnTo>
                <a:lnTo>
                  <a:pt x="12336" y="10318"/>
                </a:lnTo>
                <a:lnTo>
                  <a:pt x="12336" y="10245"/>
                </a:lnTo>
                <a:lnTo>
                  <a:pt x="12288" y="10172"/>
                </a:lnTo>
                <a:lnTo>
                  <a:pt x="12215" y="10099"/>
                </a:lnTo>
                <a:lnTo>
                  <a:pt x="12117" y="10026"/>
                </a:lnTo>
                <a:lnTo>
                  <a:pt x="12020" y="9928"/>
                </a:lnTo>
                <a:lnTo>
                  <a:pt x="11850" y="9709"/>
                </a:lnTo>
                <a:lnTo>
                  <a:pt x="11680" y="9466"/>
                </a:lnTo>
                <a:lnTo>
                  <a:pt x="11607" y="9369"/>
                </a:lnTo>
                <a:lnTo>
                  <a:pt x="11485" y="9271"/>
                </a:lnTo>
                <a:lnTo>
                  <a:pt x="11704" y="9077"/>
                </a:lnTo>
                <a:lnTo>
                  <a:pt x="11972" y="9223"/>
                </a:lnTo>
                <a:lnTo>
                  <a:pt x="12215" y="9417"/>
                </a:lnTo>
                <a:lnTo>
                  <a:pt x="12409" y="9636"/>
                </a:lnTo>
                <a:lnTo>
                  <a:pt x="12628" y="9880"/>
                </a:lnTo>
                <a:lnTo>
                  <a:pt x="12993" y="10415"/>
                </a:lnTo>
                <a:lnTo>
                  <a:pt x="13334" y="10902"/>
                </a:lnTo>
                <a:lnTo>
                  <a:pt x="13845" y="11559"/>
                </a:lnTo>
                <a:lnTo>
                  <a:pt x="14356" y="12240"/>
                </a:lnTo>
                <a:lnTo>
                  <a:pt x="14551" y="12556"/>
                </a:lnTo>
                <a:lnTo>
                  <a:pt x="14770" y="12921"/>
                </a:lnTo>
                <a:lnTo>
                  <a:pt x="14891" y="13092"/>
                </a:lnTo>
                <a:lnTo>
                  <a:pt x="15037" y="13262"/>
                </a:lnTo>
                <a:lnTo>
                  <a:pt x="15159" y="13384"/>
                </a:lnTo>
                <a:lnTo>
                  <a:pt x="15305" y="13481"/>
                </a:lnTo>
                <a:lnTo>
                  <a:pt x="15427" y="13505"/>
                </a:lnTo>
                <a:lnTo>
                  <a:pt x="15548" y="13481"/>
                </a:lnTo>
                <a:lnTo>
                  <a:pt x="15597" y="13432"/>
                </a:lnTo>
                <a:lnTo>
                  <a:pt x="15621" y="13408"/>
                </a:lnTo>
                <a:lnTo>
                  <a:pt x="15646" y="13359"/>
                </a:lnTo>
                <a:lnTo>
                  <a:pt x="15646" y="13286"/>
                </a:lnTo>
                <a:lnTo>
                  <a:pt x="15597" y="13092"/>
                </a:lnTo>
                <a:lnTo>
                  <a:pt x="15524" y="12897"/>
                </a:lnTo>
                <a:lnTo>
                  <a:pt x="15427" y="12702"/>
                </a:lnTo>
                <a:lnTo>
                  <a:pt x="15281" y="12532"/>
                </a:lnTo>
                <a:lnTo>
                  <a:pt x="15013" y="12167"/>
                </a:lnTo>
                <a:lnTo>
                  <a:pt x="14745" y="11826"/>
                </a:lnTo>
                <a:lnTo>
                  <a:pt x="14478" y="11461"/>
                </a:lnTo>
                <a:lnTo>
                  <a:pt x="14210" y="11121"/>
                </a:lnTo>
                <a:lnTo>
                  <a:pt x="13650" y="10415"/>
                </a:lnTo>
                <a:lnTo>
                  <a:pt x="13310" y="9880"/>
                </a:lnTo>
                <a:lnTo>
                  <a:pt x="13091" y="9588"/>
                </a:lnTo>
                <a:lnTo>
                  <a:pt x="12872" y="9296"/>
                </a:lnTo>
                <a:lnTo>
                  <a:pt x="12604" y="9052"/>
                </a:lnTo>
                <a:lnTo>
                  <a:pt x="12482" y="8931"/>
                </a:lnTo>
                <a:lnTo>
                  <a:pt x="12336" y="8834"/>
                </a:lnTo>
                <a:lnTo>
                  <a:pt x="12215" y="8761"/>
                </a:lnTo>
                <a:lnTo>
                  <a:pt x="12069" y="8688"/>
                </a:lnTo>
                <a:lnTo>
                  <a:pt x="11899" y="8663"/>
                </a:lnTo>
                <a:lnTo>
                  <a:pt x="11753" y="8663"/>
                </a:lnTo>
                <a:lnTo>
                  <a:pt x="11655" y="8615"/>
                </a:lnTo>
                <a:lnTo>
                  <a:pt x="11558" y="8615"/>
                </a:lnTo>
                <a:lnTo>
                  <a:pt x="11388" y="8688"/>
                </a:lnTo>
                <a:lnTo>
                  <a:pt x="11242" y="8785"/>
                </a:lnTo>
                <a:lnTo>
                  <a:pt x="11071" y="8907"/>
                </a:lnTo>
                <a:lnTo>
                  <a:pt x="10950" y="9028"/>
                </a:lnTo>
                <a:lnTo>
                  <a:pt x="10682" y="9320"/>
                </a:lnTo>
                <a:lnTo>
                  <a:pt x="10463" y="9612"/>
                </a:lnTo>
                <a:lnTo>
                  <a:pt x="10074" y="10050"/>
                </a:lnTo>
                <a:lnTo>
                  <a:pt x="9903" y="10318"/>
                </a:lnTo>
                <a:lnTo>
                  <a:pt x="9830" y="10464"/>
                </a:lnTo>
                <a:lnTo>
                  <a:pt x="9782" y="10585"/>
                </a:lnTo>
                <a:lnTo>
                  <a:pt x="8589" y="9125"/>
                </a:lnTo>
                <a:lnTo>
                  <a:pt x="8249" y="8688"/>
                </a:lnTo>
                <a:lnTo>
                  <a:pt x="7908" y="8225"/>
                </a:lnTo>
                <a:lnTo>
                  <a:pt x="7567" y="7787"/>
                </a:lnTo>
                <a:lnTo>
                  <a:pt x="7227" y="7349"/>
                </a:lnTo>
                <a:lnTo>
                  <a:pt x="6935" y="7009"/>
                </a:lnTo>
                <a:lnTo>
                  <a:pt x="6594" y="6668"/>
                </a:lnTo>
                <a:lnTo>
                  <a:pt x="6424" y="6498"/>
                </a:lnTo>
                <a:lnTo>
                  <a:pt x="6229" y="6376"/>
                </a:lnTo>
                <a:lnTo>
                  <a:pt x="6034" y="6254"/>
                </a:lnTo>
                <a:lnTo>
                  <a:pt x="5815" y="6157"/>
                </a:lnTo>
                <a:lnTo>
                  <a:pt x="5742" y="6108"/>
                </a:lnTo>
                <a:lnTo>
                  <a:pt x="5645" y="6084"/>
                </a:lnTo>
                <a:close/>
                <a:moveTo>
                  <a:pt x="5864" y="1388"/>
                </a:moveTo>
                <a:lnTo>
                  <a:pt x="6837" y="1412"/>
                </a:lnTo>
                <a:lnTo>
                  <a:pt x="7811" y="1436"/>
                </a:lnTo>
                <a:lnTo>
                  <a:pt x="8784" y="1485"/>
                </a:lnTo>
                <a:lnTo>
                  <a:pt x="9757" y="1534"/>
                </a:lnTo>
                <a:lnTo>
                  <a:pt x="10755" y="1558"/>
                </a:lnTo>
                <a:lnTo>
                  <a:pt x="12726" y="1558"/>
                </a:lnTo>
                <a:lnTo>
                  <a:pt x="14429" y="1485"/>
                </a:lnTo>
                <a:lnTo>
                  <a:pt x="16181" y="1485"/>
                </a:lnTo>
                <a:lnTo>
                  <a:pt x="16181" y="1558"/>
                </a:lnTo>
                <a:lnTo>
                  <a:pt x="16157" y="1801"/>
                </a:lnTo>
                <a:lnTo>
                  <a:pt x="16132" y="2045"/>
                </a:lnTo>
                <a:lnTo>
                  <a:pt x="16132" y="2507"/>
                </a:lnTo>
                <a:lnTo>
                  <a:pt x="16132" y="2945"/>
                </a:lnTo>
                <a:lnTo>
                  <a:pt x="16181" y="3821"/>
                </a:lnTo>
                <a:lnTo>
                  <a:pt x="16181" y="5062"/>
                </a:lnTo>
                <a:lnTo>
                  <a:pt x="16132" y="6303"/>
                </a:lnTo>
                <a:lnTo>
                  <a:pt x="16059" y="8809"/>
                </a:lnTo>
                <a:lnTo>
                  <a:pt x="16059" y="10561"/>
                </a:lnTo>
                <a:lnTo>
                  <a:pt x="16084" y="12313"/>
                </a:lnTo>
                <a:lnTo>
                  <a:pt x="16108" y="12946"/>
                </a:lnTo>
                <a:lnTo>
                  <a:pt x="16132" y="13603"/>
                </a:lnTo>
                <a:lnTo>
                  <a:pt x="16157" y="13724"/>
                </a:lnTo>
                <a:lnTo>
                  <a:pt x="15524" y="13773"/>
                </a:lnTo>
                <a:lnTo>
                  <a:pt x="14916" y="13797"/>
                </a:lnTo>
                <a:lnTo>
                  <a:pt x="13675" y="13822"/>
                </a:lnTo>
                <a:lnTo>
                  <a:pt x="11193" y="13822"/>
                </a:lnTo>
                <a:lnTo>
                  <a:pt x="8614" y="13846"/>
                </a:lnTo>
                <a:lnTo>
                  <a:pt x="6010" y="13895"/>
                </a:lnTo>
                <a:lnTo>
                  <a:pt x="4793" y="13895"/>
                </a:lnTo>
                <a:lnTo>
                  <a:pt x="3577" y="13870"/>
                </a:lnTo>
                <a:lnTo>
                  <a:pt x="2263" y="13846"/>
                </a:lnTo>
                <a:lnTo>
                  <a:pt x="1801" y="13846"/>
                </a:lnTo>
                <a:lnTo>
                  <a:pt x="1728" y="12873"/>
                </a:lnTo>
                <a:lnTo>
                  <a:pt x="1655" y="11899"/>
                </a:lnTo>
                <a:lnTo>
                  <a:pt x="1606" y="10950"/>
                </a:lnTo>
                <a:lnTo>
                  <a:pt x="1582" y="9977"/>
                </a:lnTo>
                <a:lnTo>
                  <a:pt x="1582" y="8882"/>
                </a:lnTo>
                <a:lnTo>
                  <a:pt x="1606" y="7787"/>
                </a:lnTo>
                <a:lnTo>
                  <a:pt x="1606" y="6668"/>
                </a:lnTo>
                <a:lnTo>
                  <a:pt x="1582" y="5573"/>
                </a:lnTo>
                <a:lnTo>
                  <a:pt x="1533" y="4356"/>
                </a:lnTo>
                <a:lnTo>
                  <a:pt x="1484" y="3115"/>
                </a:lnTo>
                <a:lnTo>
                  <a:pt x="1460" y="2483"/>
                </a:lnTo>
                <a:lnTo>
                  <a:pt x="1460" y="1850"/>
                </a:lnTo>
                <a:lnTo>
                  <a:pt x="1436" y="1631"/>
                </a:lnTo>
                <a:lnTo>
                  <a:pt x="1411" y="1412"/>
                </a:lnTo>
                <a:lnTo>
                  <a:pt x="1557" y="1412"/>
                </a:lnTo>
                <a:lnTo>
                  <a:pt x="1703" y="1436"/>
                </a:lnTo>
                <a:lnTo>
                  <a:pt x="1849" y="1485"/>
                </a:lnTo>
                <a:lnTo>
                  <a:pt x="1995" y="1509"/>
                </a:lnTo>
                <a:lnTo>
                  <a:pt x="2433" y="1558"/>
                </a:lnTo>
                <a:lnTo>
                  <a:pt x="2871" y="1558"/>
                </a:lnTo>
                <a:lnTo>
                  <a:pt x="3358" y="1534"/>
                </a:lnTo>
                <a:lnTo>
                  <a:pt x="3869" y="1485"/>
                </a:lnTo>
                <a:lnTo>
                  <a:pt x="4866" y="1412"/>
                </a:lnTo>
                <a:lnTo>
                  <a:pt x="5864" y="1388"/>
                </a:lnTo>
                <a:close/>
                <a:moveTo>
                  <a:pt x="6375" y="925"/>
                </a:moveTo>
                <a:lnTo>
                  <a:pt x="5353" y="950"/>
                </a:lnTo>
                <a:lnTo>
                  <a:pt x="4331" y="998"/>
                </a:lnTo>
                <a:lnTo>
                  <a:pt x="3334" y="1071"/>
                </a:lnTo>
                <a:lnTo>
                  <a:pt x="2823" y="1096"/>
                </a:lnTo>
                <a:lnTo>
                  <a:pt x="2190" y="1096"/>
                </a:lnTo>
                <a:lnTo>
                  <a:pt x="2020" y="1071"/>
                </a:lnTo>
                <a:lnTo>
                  <a:pt x="1728" y="1023"/>
                </a:lnTo>
                <a:lnTo>
                  <a:pt x="1582" y="1023"/>
                </a:lnTo>
                <a:lnTo>
                  <a:pt x="1436" y="1047"/>
                </a:lnTo>
                <a:lnTo>
                  <a:pt x="1314" y="1120"/>
                </a:lnTo>
                <a:lnTo>
                  <a:pt x="1241" y="1242"/>
                </a:lnTo>
                <a:lnTo>
                  <a:pt x="1192" y="1290"/>
                </a:lnTo>
                <a:lnTo>
                  <a:pt x="1144" y="1339"/>
                </a:lnTo>
                <a:lnTo>
                  <a:pt x="1095" y="1509"/>
                </a:lnTo>
                <a:lnTo>
                  <a:pt x="1071" y="1680"/>
                </a:lnTo>
                <a:lnTo>
                  <a:pt x="1046" y="1899"/>
                </a:lnTo>
                <a:lnTo>
                  <a:pt x="1046" y="2288"/>
                </a:lnTo>
                <a:lnTo>
                  <a:pt x="1046" y="2531"/>
                </a:lnTo>
                <a:lnTo>
                  <a:pt x="1046" y="3213"/>
                </a:lnTo>
                <a:lnTo>
                  <a:pt x="1071" y="3918"/>
                </a:lnTo>
                <a:lnTo>
                  <a:pt x="1119" y="5330"/>
                </a:lnTo>
                <a:lnTo>
                  <a:pt x="1144" y="6352"/>
                </a:lnTo>
                <a:lnTo>
                  <a:pt x="1144" y="7374"/>
                </a:lnTo>
                <a:lnTo>
                  <a:pt x="1119" y="9417"/>
                </a:lnTo>
                <a:lnTo>
                  <a:pt x="1144" y="10634"/>
                </a:lnTo>
                <a:lnTo>
                  <a:pt x="1192" y="11851"/>
                </a:lnTo>
                <a:lnTo>
                  <a:pt x="1290" y="13043"/>
                </a:lnTo>
                <a:lnTo>
                  <a:pt x="1387" y="14260"/>
                </a:lnTo>
                <a:lnTo>
                  <a:pt x="1411" y="14357"/>
                </a:lnTo>
                <a:lnTo>
                  <a:pt x="1460" y="14406"/>
                </a:lnTo>
                <a:lnTo>
                  <a:pt x="1533" y="14454"/>
                </a:lnTo>
                <a:lnTo>
                  <a:pt x="1606" y="14479"/>
                </a:lnTo>
                <a:lnTo>
                  <a:pt x="1679" y="14479"/>
                </a:lnTo>
                <a:lnTo>
                  <a:pt x="1752" y="14430"/>
                </a:lnTo>
                <a:lnTo>
                  <a:pt x="1801" y="14381"/>
                </a:lnTo>
                <a:lnTo>
                  <a:pt x="1825" y="14308"/>
                </a:lnTo>
                <a:lnTo>
                  <a:pt x="2141" y="14357"/>
                </a:lnTo>
                <a:lnTo>
                  <a:pt x="2969" y="14357"/>
                </a:lnTo>
                <a:lnTo>
                  <a:pt x="4282" y="14406"/>
                </a:lnTo>
                <a:lnTo>
                  <a:pt x="5572" y="14430"/>
                </a:lnTo>
                <a:lnTo>
                  <a:pt x="6837" y="14406"/>
                </a:lnTo>
                <a:lnTo>
                  <a:pt x="8103" y="14406"/>
                </a:lnTo>
                <a:lnTo>
                  <a:pt x="10633" y="14357"/>
                </a:lnTo>
                <a:lnTo>
                  <a:pt x="12045" y="14333"/>
                </a:lnTo>
                <a:lnTo>
                  <a:pt x="13480" y="14333"/>
                </a:lnTo>
                <a:lnTo>
                  <a:pt x="14891" y="14308"/>
                </a:lnTo>
                <a:lnTo>
                  <a:pt x="15597" y="14284"/>
                </a:lnTo>
                <a:lnTo>
                  <a:pt x="16303" y="14235"/>
                </a:lnTo>
                <a:lnTo>
                  <a:pt x="16400" y="14211"/>
                </a:lnTo>
                <a:lnTo>
                  <a:pt x="16473" y="14211"/>
                </a:lnTo>
                <a:lnTo>
                  <a:pt x="16546" y="14187"/>
                </a:lnTo>
                <a:lnTo>
                  <a:pt x="16619" y="14138"/>
                </a:lnTo>
                <a:lnTo>
                  <a:pt x="16643" y="14065"/>
                </a:lnTo>
                <a:lnTo>
                  <a:pt x="16668" y="13992"/>
                </a:lnTo>
                <a:lnTo>
                  <a:pt x="16668" y="13895"/>
                </a:lnTo>
                <a:lnTo>
                  <a:pt x="16643" y="13822"/>
                </a:lnTo>
                <a:lnTo>
                  <a:pt x="16570" y="13773"/>
                </a:lnTo>
                <a:lnTo>
                  <a:pt x="16570" y="13773"/>
                </a:lnTo>
                <a:lnTo>
                  <a:pt x="16643" y="13797"/>
                </a:lnTo>
                <a:lnTo>
                  <a:pt x="16668" y="13797"/>
                </a:lnTo>
                <a:lnTo>
                  <a:pt x="16643" y="13700"/>
                </a:lnTo>
                <a:lnTo>
                  <a:pt x="16619" y="13603"/>
                </a:lnTo>
                <a:lnTo>
                  <a:pt x="16595" y="13043"/>
                </a:lnTo>
                <a:lnTo>
                  <a:pt x="16546" y="11729"/>
                </a:lnTo>
                <a:lnTo>
                  <a:pt x="16546" y="9685"/>
                </a:lnTo>
                <a:lnTo>
                  <a:pt x="16570" y="7666"/>
                </a:lnTo>
                <a:lnTo>
                  <a:pt x="16643" y="5184"/>
                </a:lnTo>
                <a:lnTo>
                  <a:pt x="16643" y="3943"/>
                </a:lnTo>
                <a:lnTo>
                  <a:pt x="16595" y="2702"/>
                </a:lnTo>
                <a:lnTo>
                  <a:pt x="16619" y="2312"/>
                </a:lnTo>
                <a:lnTo>
                  <a:pt x="16619" y="2045"/>
                </a:lnTo>
                <a:lnTo>
                  <a:pt x="16643" y="1753"/>
                </a:lnTo>
                <a:lnTo>
                  <a:pt x="16619" y="1485"/>
                </a:lnTo>
                <a:lnTo>
                  <a:pt x="16546" y="1266"/>
                </a:lnTo>
                <a:lnTo>
                  <a:pt x="16522" y="1169"/>
                </a:lnTo>
                <a:lnTo>
                  <a:pt x="16449" y="1120"/>
                </a:lnTo>
                <a:lnTo>
                  <a:pt x="16400" y="1071"/>
                </a:lnTo>
                <a:lnTo>
                  <a:pt x="16278" y="1071"/>
                </a:lnTo>
                <a:lnTo>
                  <a:pt x="16205" y="1047"/>
                </a:lnTo>
                <a:lnTo>
                  <a:pt x="15792" y="974"/>
                </a:lnTo>
                <a:lnTo>
                  <a:pt x="15354" y="950"/>
                </a:lnTo>
                <a:lnTo>
                  <a:pt x="14916" y="925"/>
                </a:lnTo>
                <a:lnTo>
                  <a:pt x="14478" y="950"/>
                </a:lnTo>
                <a:lnTo>
                  <a:pt x="13577" y="998"/>
                </a:lnTo>
                <a:lnTo>
                  <a:pt x="12726" y="1071"/>
                </a:lnTo>
                <a:lnTo>
                  <a:pt x="11631" y="1096"/>
                </a:lnTo>
                <a:lnTo>
                  <a:pt x="10560" y="1096"/>
                </a:lnTo>
                <a:lnTo>
                  <a:pt x="9490" y="1047"/>
                </a:lnTo>
                <a:lnTo>
                  <a:pt x="8395" y="998"/>
                </a:lnTo>
                <a:lnTo>
                  <a:pt x="7373" y="950"/>
                </a:lnTo>
                <a:lnTo>
                  <a:pt x="6375" y="925"/>
                </a:lnTo>
                <a:close/>
                <a:moveTo>
                  <a:pt x="3480" y="415"/>
                </a:moveTo>
                <a:lnTo>
                  <a:pt x="4647" y="463"/>
                </a:lnTo>
                <a:lnTo>
                  <a:pt x="8200" y="463"/>
                </a:lnTo>
                <a:lnTo>
                  <a:pt x="10390" y="439"/>
                </a:lnTo>
                <a:lnTo>
                  <a:pt x="12604" y="439"/>
                </a:lnTo>
                <a:lnTo>
                  <a:pt x="17033" y="463"/>
                </a:lnTo>
                <a:lnTo>
                  <a:pt x="16935" y="731"/>
                </a:lnTo>
                <a:lnTo>
                  <a:pt x="16887" y="1023"/>
                </a:lnTo>
                <a:lnTo>
                  <a:pt x="16862" y="1315"/>
                </a:lnTo>
                <a:lnTo>
                  <a:pt x="16862" y="1631"/>
                </a:lnTo>
                <a:lnTo>
                  <a:pt x="16887" y="2239"/>
                </a:lnTo>
                <a:lnTo>
                  <a:pt x="16960" y="2799"/>
                </a:lnTo>
                <a:lnTo>
                  <a:pt x="17057" y="3797"/>
                </a:lnTo>
                <a:lnTo>
                  <a:pt x="17154" y="4770"/>
                </a:lnTo>
                <a:lnTo>
                  <a:pt x="17179" y="5768"/>
                </a:lnTo>
                <a:lnTo>
                  <a:pt x="17203" y="6765"/>
                </a:lnTo>
                <a:lnTo>
                  <a:pt x="17154" y="8031"/>
                </a:lnTo>
                <a:lnTo>
                  <a:pt x="17106" y="9296"/>
                </a:lnTo>
                <a:lnTo>
                  <a:pt x="17033" y="10561"/>
                </a:lnTo>
                <a:lnTo>
                  <a:pt x="16960" y="11802"/>
                </a:lnTo>
                <a:lnTo>
                  <a:pt x="16960" y="12289"/>
                </a:lnTo>
                <a:lnTo>
                  <a:pt x="16960" y="12775"/>
                </a:lnTo>
                <a:lnTo>
                  <a:pt x="16984" y="13749"/>
                </a:lnTo>
                <a:lnTo>
                  <a:pt x="16960" y="14187"/>
                </a:lnTo>
                <a:lnTo>
                  <a:pt x="16960" y="14406"/>
                </a:lnTo>
                <a:lnTo>
                  <a:pt x="16984" y="14625"/>
                </a:lnTo>
                <a:lnTo>
                  <a:pt x="16497" y="14722"/>
                </a:lnTo>
                <a:lnTo>
                  <a:pt x="15986" y="14771"/>
                </a:lnTo>
                <a:lnTo>
                  <a:pt x="15500" y="14795"/>
                </a:lnTo>
                <a:lnTo>
                  <a:pt x="14989" y="14819"/>
                </a:lnTo>
                <a:lnTo>
                  <a:pt x="13991" y="14795"/>
                </a:lnTo>
                <a:lnTo>
                  <a:pt x="12969" y="14771"/>
                </a:lnTo>
                <a:lnTo>
                  <a:pt x="11874" y="14771"/>
                </a:lnTo>
                <a:lnTo>
                  <a:pt x="10779" y="14795"/>
                </a:lnTo>
                <a:lnTo>
                  <a:pt x="9684" y="14844"/>
                </a:lnTo>
                <a:lnTo>
                  <a:pt x="8589" y="14941"/>
                </a:lnTo>
                <a:lnTo>
                  <a:pt x="7470" y="15038"/>
                </a:lnTo>
                <a:lnTo>
                  <a:pt x="6375" y="15160"/>
                </a:lnTo>
                <a:lnTo>
                  <a:pt x="5815" y="15184"/>
                </a:lnTo>
                <a:lnTo>
                  <a:pt x="5256" y="15184"/>
                </a:lnTo>
                <a:lnTo>
                  <a:pt x="4696" y="15160"/>
                </a:lnTo>
                <a:lnTo>
                  <a:pt x="4136" y="15111"/>
                </a:lnTo>
                <a:lnTo>
                  <a:pt x="3212" y="15014"/>
                </a:lnTo>
                <a:lnTo>
                  <a:pt x="2750" y="14965"/>
                </a:lnTo>
                <a:lnTo>
                  <a:pt x="2287" y="14965"/>
                </a:lnTo>
                <a:lnTo>
                  <a:pt x="1192" y="15014"/>
                </a:lnTo>
                <a:lnTo>
                  <a:pt x="633" y="15087"/>
                </a:lnTo>
                <a:lnTo>
                  <a:pt x="633" y="15038"/>
                </a:lnTo>
                <a:lnTo>
                  <a:pt x="657" y="14990"/>
                </a:lnTo>
                <a:lnTo>
                  <a:pt x="633" y="14941"/>
                </a:lnTo>
                <a:lnTo>
                  <a:pt x="633" y="14892"/>
                </a:lnTo>
                <a:lnTo>
                  <a:pt x="584" y="14844"/>
                </a:lnTo>
                <a:lnTo>
                  <a:pt x="608" y="14600"/>
                </a:lnTo>
                <a:lnTo>
                  <a:pt x="608" y="14381"/>
                </a:lnTo>
                <a:lnTo>
                  <a:pt x="584" y="14162"/>
                </a:lnTo>
                <a:lnTo>
                  <a:pt x="535" y="13749"/>
                </a:lnTo>
                <a:lnTo>
                  <a:pt x="511" y="13262"/>
                </a:lnTo>
                <a:lnTo>
                  <a:pt x="511" y="12751"/>
                </a:lnTo>
                <a:lnTo>
                  <a:pt x="511" y="11753"/>
                </a:lnTo>
                <a:lnTo>
                  <a:pt x="560" y="9709"/>
                </a:lnTo>
                <a:lnTo>
                  <a:pt x="584" y="8688"/>
                </a:lnTo>
                <a:lnTo>
                  <a:pt x="560" y="7666"/>
                </a:lnTo>
                <a:lnTo>
                  <a:pt x="535" y="5695"/>
                </a:lnTo>
                <a:lnTo>
                  <a:pt x="462" y="3724"/>
                </a:lnTo>
                <a:lnTo>
                  <a:pt x="438" y="2799"/>
                </a:lnTo>
                <a:lnTo>
                  <a:pt x="414" y="1874"/>
                </a:lnTo>
                <a:lnTo>
                  <a:pt x="414" y="1534"/>
                </a:lnTo>
                <a:lnTo>
                  <a:pt x="438" y="1193"/>
                </a:lnTo>
                <a:lnTo>
                  <a:pt x="462" y="828"/>
                </a:lnTo>
                <a:lnTo>
                  <a:pt x="438" y="488"/>
                </a:lnTo>
                <a:lnTo>
                  <a:pt x="706" y="536"/>
                </a:lnTo>
                <a:lnTo>
                  <a:pt x="998" y="536"/>
                </a:lnTo>
                <a:lnTo>
                  <a:pt x="1582" y="463"/>
                </a:lnTo>
                <a:lnTo>
                  <a:pt x="2044" y="439"/>
                </a:lnTo>
                <a:lnTo>
                  <a:pt x="2531" y="415"/>
                </a:lnTo>
                <a:close/>
                <a:moveTo>
                  <a:pt x="2360" y="1"/>
                </a:moveTo>
                <a:lnTo>
                  <a:pt x="1874" y="50"/>
                </a:lnTo>
                <a:lnTo>
                  <a:pt x="1071" y="123"/>
                </a:lnTo>
                <a:lnTo>
                  <a:pt x="681" y="147"/>
                </a:lnTo>
                <a:lnTo>
                  <a:pt x="243" y="147"/>
                </a:lnTo>
                <a:lnTo>
                  <a:pt x="195" y="171"/>
                </a:lnTo>
                <a:lnTo>
                  <a:pt x="146" y="244"/>
                </a:lnTo>
                <a:lnTo>
                  <a:pt x="146" y="342"/>
                </a:lnTo>
                <a:lnTo>
                  <a:pt x="170" y="390"/>
                </a:lnTo>
                <a:lnTo>
                  <a:pt x="219" y="415"/>
                </a:lnTo>
                <a:lnTo>
                  <a:pt x="146" y="561"/>
                </a:lnTo>
                <a:lnTo>
                  <a:pt x="97" y="707"/>
                </a:lnTo>
                <a:lnTo>
                  <a:pt x="49" y="1047"/>
                </a:lnTo>
                <a:lnTo>
                  <a:pt x="24" y="1388"/>
                </a:lnTo>
                <a:lnTo>
                  <a:pt x="0" y="1704"/>
                </a:lnTo>
                <a:lnTo>
                  <a:pt x="0" y="2215"/>
                </a:lnTo>
                <a:lnTo>
                  <a:pt x="0" y="2702"/>
                </a:lnTo>
                <a:lnTo>
                  <a:pt x="49" y="3724"/>
                </a:lnTo>
                <a:lnTo>
                  <a:pt x="122" y="5792"/>
                </a:lnTo>
                <a:lnTo>
                  <a:pt x="146" y="7860"/>
                </a:lnTo>
                <a:lnTo>
                  <a:pt x="146" y="8931"/>
                </a:lnTo>
                <a:lnTo>
                  <a:pt x="122" y="10001"/>
                </a:lnTo>
                <a:lnTo>
                  <a:pt x="73" y="12143"/>
                </a:lnTo>
                <a:lnTo>
                  <a:pt x="73" y="13116"/>
                </a:lnTo>
                <a:lnTo>
                  <a:pt x="97" y="13603"/>
                </a:lnTo>
                <a:lnTo>
                  <a:pt x="122" y="14089"/>
                </a:lnTo>
                <a:lnTo>
                  <a:pt x="122" y="14333"/>
                </a:lnTo>
                <a:lnTo>
                  <a:pt x="122" y="14600"/>
                </a:lnTo>
                <a:lnTo>
                  <a:pt x="146" y="14868"/>
                </a:lnTo>
                <a:lnTo>
                  <a:pt x="170" y="14990"/>
                </a:lnTo>
                <a:lnTo>
                  <a:pt x="195" y="15111"/>
                </a:lnTo>
                <a:lnTo>
                  <a:pt x="170" y="15111"/>
                </a:lnTo>
                <a:lnTo>
                  <a:pt x="146" y="15160"/>
                </a:lnTo>
                <a:lnTo>
                  <a:pt x="122" y="15209"/>
                </a:lnTo>
                <a:lnTo>
                  <a:pt x="146" y="15282"/>
                </a:lnTo>
                <a:lnTo>
                  <a:pt x="195" y="15355"/>
                </a:lnTo>
                <a:lnTo>
                  <a:pt x="292" y="15403"/>
                </a:lnTo>
                <a:lnTo>
                  <a:pt x="779" y="15428"/>
                </a:lnTo>
                <a:lnTo>
                  <a:pt x="1290" y="15428"/>
                </a:lnTo>
                <a:lnTo>
                  <a:pt x="2287" y="15403"/>
                </a:lnTo>
                <a:lnTo>
                  <a:pt x="2823" y="15428"/>
                </a:lnTo>
                <a:lnTo>
                  <a:pt x="3358" y="15452"/>
                </a:lnTo>
                <a:lnTo>
                  <a:pt x="4453" y="15598"/>
                </a:lnTo>
                <a:lnTo>
                  <a:pt x="4988" y="15647"/>
                </a:lnTo>
                <a:lnTo>
                  <a:pt x="6083" y="15647"/>
                </a:lnTo>
                <a:lnTo>
                  <a:pt x="6618" y="15598"/>
                </a:lnTo>
                <a:lnTo>
                  <a:pt x="7713" y="15476"/>
                </a:lnTo>
                <a:lnTo>
                  <a:pt x="8784" y="15379"/>
                </a:lnTo>
                <a:lnTo>
                  <a:pt x="9879" y="15282"/>
                </a:lnTo>
                <a:lnTo>
                  <a:pt x="10974" y="15233"/>
                </a:lnTo>
                <a:lnTo>
                  <a:pt x="13164" y="15233"/>
                </a:lnTo>
                <a:lnTo>
                  <a:pt x="14161" y="15282"/>
                </a:lnTo>
                <a:lnTo>
                  <a:pt x="15183" y="15257"/>
                </a:lnTo>
                <a:lnTo>
                  <a:pt x="15694" y="15257"/>
                </a:lnTo>
                <a:lnTo>
                  <a:pt x="16181" y="15209"/>
                </a:lnTo>
                <a:lnTo>
                  <a:pt x="16692" y="15160"/>
                </a:lnTo>
                <a:lnTo>
                  <a:pt x="17203" y="15063"/>
                </a:lnTo>
                <a:lnTo>
                  <a:pt x="17276" y="15038"/>
                </a:lnTo>
                <a:lnTo>
                  <a:pt x="17325" y="14990"/>
                </a:lnTo>
                <a:lnTo>
                  <a:pt x="17349" y="14917"/>
                </a:lnTo>
                <a:lnTo>
                  <a:pt x="17349" y="14844"/>
                </a:lnTo>
                <a:lnTo>
                  <a:pt x="17373" y="14844"/>
                </a:lnTo>
                <a:lnTo>
                  <a:pt x="17422" y="14722"/>
                </a:lnTo>
                <a:lnTo>
                  <a:pt x="17471" y="14625"/>
                </a:lnTo>
                <a:lnTo>
                  <a:pt x="17519" y="14357"/>
                </a:lnTo>
                <a:lnTo>
                  <a:pt x="17495" y="13870"/>
                </a:lnTo>
                <a:lnTo>
                  <a:pt x="17495" y="13432"/>
                </a:lnTo>
                <a:lnTo>
                  <a:pt x="17495" y="13019"/>
                </a:lnTo>
                <a:lnTo>
                  <a:pt x="17471" y="12167"/>
                </a:lnTo>
                <a:lnTo>
                  <a:pt x="17519" y="10950"/>
                </a:lnTo>
                <a:lnTo>
                  <a:pt x="17568" y="9734"/>
                </a:lnTo>
                <a:lnTo>
                  <a:pt x="17665" y="8517"/>
                </a:lnTo>
                <a:lnTo>
                  <a:pt x="17714" y="7301"/>
                </a:lnTo>
                <a:lnTo>
                  <a:pt x="17714" y="6352"/>
                </a:lnTo>
                <a:lnTo>
                  <a:pt x="17714" y="5378"/>
                </a:lnTo>
                <a:lnTo>
                  <a:pt x="17665" y="4429"/>
                </a:lnTo>
                <a:lnTo>
                  <a:pt x="17544" y="3480"/>
                </a:lnTo>
                <a:lnTo>
                  <a:pt x="17446" y="2629"/>
                </a:lnTo>
                <a:lnTo>
                  <a:pt x="17373" y="1777"/>
                </a:lnTo>
                <a:lnTo>
                  <a:pt x="17349" y="1461"/>
                </a:lnTo>
                <a:lnTo>
                  <a:pt x="17349" y="1120"/>
                </a:lnTo>
                <a:lnTo>
                  <a:pt x="17373" y="780"/>
                </a:lnTo>
                <a:lnTo>
                  <a:pt x="17446" y="463"/>
                </a:lnTo>
                <a:lnTo>
                  <a:pt x="17519" y="439"/>
                </a:lnTo>
                <a:lnTo>
                  <a:pt x="17592" y="390"/>
                </a:lnTo>
                <a:lnTo>
                  <a:pt x="17617" y="317"/>
                </a:lnTo>
                <a:lnTo>
                  <a:pt x="17641" y="244"/>
                </a:lnTo>
                <a:lnTo>
                  <a:pt x="17617" y="147"/>
                </a:lnTo>
                <a:lnTo>
                  <a:pt x="17568" y="98"/>
                </a:lnTo>
                <a:lnTo>
                  <a:pt x="17519" y="50"/>
                </a:lnTo>
                <a:lnTo>
                  <a:pt x="17422" y="25"/>
                </a:lnTo>
                <a:lnTo>
                  <a:pt x="12896" y="1"/>
                </a:lnTo>
                <a:lnTo>
                  <a:pt x="10633" y="1"/>
                </a:lnTo>
                <a:lnTo>
                  <a:pt x="8370" y="25"/>
                </a:lnTo>
                <a:lnTo>
                  <a:pt x="6107" y="50"/>
                </a:lnTo>
                <a:lnTo>
                  <a:pt x="4988" y="50"/>
                </a:lnTo>
                <a:lnTo>
                  <a:pt x="3845" y="25"/>
                </a:lnTo>
                <a:lnTo>
                  <a:pt x="2847"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93" name="Google Shape;793;p39"/>
          <p:cNvSpPr/>
          <p:nvPr/>
        </p:nvSpPr>
        <p:spPr>
          <a:xfrm>
            <a:off x="2071095" y="330991"/>
            <a:ext cx="315368" cy="354182"/>
          </a:xfrm>
          <a:custGeom>
            <a:avLst/>
            <a:gdLst/>
            <a:ahLst/>
            <a:cxnLst/>
            <a:rect l="l" t="t" r="r" b="b"/>
            <a:pathLst>
              <a:path w="14430" h="16206" extrusionOk="0">
                <a:moveTo>
                  <a:pt x="13724" y="584"/>
                </a:moveTo>
                <a:lnTo>
                  <a:pt x="13724" y="974"/>
                </a:lnTo>
                <a:lnTo>
                  <a:pt x="13748" y="2312"/>
                </a:lnTo>
                <a:lnTo>
                  <a:pt x="13772" y="3139"/>
                </a:lnTo>
                <a:lnTo>
                  <a:pt x="13821" y="3966"/>
                </a:lnTo>
                <a:lnTo>
                  <a:pt x="13967" y="5621"/>
                </a:lnTo>
                <a:lnTo>
                  <a:pt x="13991" y="6375"/>
                </a:lnTo>
                <a:lnTo>
                  <a:pt x="14016" y="7154"/>
                </a:lnTo>
                <a:lnTo>
                  <a:pt x="13991" y="7908"/>
                </a:lnTo>
                <a:lnTo>
                  <a:pt x="13967" y="8687"/>
                </a:lnTo>
                <a:lnTo>
                  <a:pt x="13918" y="9441"/>
                </a:lnTo>
                <a:lnTo>
                  <a:pt x="13870" y="10195"/>
                </a:lnTo>
                <a:lnTo>
                  <a:pt x="13699" y="11728"/>
                </a:lnTo>
                <a:lnTo>
                  <a:pt x="13602" y="11972"/>
                </a:lnTo>
                <a:lnTo>
                  <a:pt x="13480" y="12191"/>
                </a:lnTo>
                <a:lnTo>
                  <a:pt x="13359" y="12361"/>
                </a:lnTo>
                <a:lnTo>
                  <a:pt x="13188" y="12531"/>
                </a:lnTo>
                <a:lnTo>
                  <a:pt x="13261" y="12361"/>
                </a:lnTo>
                <a:lnTo>
                  <a:pt x="13286" y="12191"/>
                </a:lnTo>
                <a:lnTo>
                  <a:pt x="13334" y="12020"/>
                </a:lnTo>
                <a:lnTo>
                  <a:pt x="13334" y="11850"/>
                </a:lnTo>
                <a:lnTo>
                  <a:pt x="13310" y="11777"/>
                </a:lnTo>
                <a:lnTo>
                  <a:pt x="13286" y="11704"/>
                </a:lnTo>
                <a:lnTo>
                  <a:pt x="13237" y="11680"/>
                </a:lnTo>
                <a:lnTo>
                  <a:pt x="13188" y="11704"/>
                </a:lnTo>
                <a:lnTo>
                  <a:pt x="13091" y="11826"/>
                </a:lnTo>
                <a:lnTo>
                  <a:pt x="12994" y="11972"/>
                </a:lnTo>
                <a:lnTo>
                  <a:pt x="12872" y="12288"/>
                </a:lnTo>
                <a:lnTo>
                  <a:pt x="12726" y="12580"/>
                </a:lnTo>
                <a:lnTo>
                  <a:pt x="12677" y="12750"/>
                </a:lnTo>
                <a:lnTo>
                  <a:pt x="12653" y="12896"/>
                </a:lnTo>
                <a:lnTo>
                  <a:pt x="12337" y="13018"/>
                </a:lnTo>
                <a:lnTo>
                  <a:pt x="12337" y="13018"/>
                </a:lnTo>
                <a:lnTo>
                  <a:pt x="12385" y="12799"/>
                </a:lnTo>
                <a:lnTo>
                  <a:pt x="12483" y="12604"/>
                </a:lnTo>
                <a:lnTo>
                  <a:pt x="12604" y="12312"/>
                </a:lnTo>
                <a:lnTo>
                  <a:pt x="12677" y="12142"/>
                </a:lnTo>
                <a:lnTo>
                  <a:pt x="12677" y="12069"/>
                </a:lnTo>
                <a:lnTo>
                  <a:pt x="12677" y="11996"/>
                </a:lnTo>
                <a:lnTo>
                  <a:pt x="12653" y="11972"/>
                </a:lnTo>
                <a:lnTo>
                  <a:pt x="12580" y="11972"/>
                </a:lnTo>
                <a:lnTo>
                  <a:pt x="12507" y="12020"/>
                </a:lnTo>
                <a:lnTo>
                  <a:pt x="12434" y="12069"/>
                </a:lnTo>
                <a:lnTo>
                  <a:pt x="12361" y="12142"/>
                </a:lnTo>
                <a:lnTo>
                  <a:pt x="12239" y="12312"/>
                </a:lnTo>
                <a:lnTo>
                  <a:pt x="12142" y="12458"/>
                </a:lnTo>
                <a:lnTo>
                  <a:pt x="11996" y="12775"/>
                </a:lnTo>
                <a:lnTo>
                  <a:pt x="11947" y="12921"/>
                </a:lnTo>
                <a:lnTo>
                  <a:pt x="11899" y="13091"/>
                </a:lnTo>
                <a:lnTo>
                  <a:pt x="11461" y="13140"/>
                </a:lnTo>
                <a:lnTo>
                  <a:pt x="11704" y="12604"/>
                </a:lnTo>
                <a:lnTo>
                  <a:pt x="11777" y="12483"/>
                </a:lnTo>
                <a:lnTo>
                  <a:pt x="11874" y="12264"/>
                </a:lnTo>
                <a:lnTo>
                  <a:pt x="11923" y="12142"/>
                </a:lnTo>
                <a:lnTo>
                  <a:pt x="11947" y="12045"/>
                </a:lnTo>
                <a:lnTo>
                  <a:pt x="11947" y="11972"/>
                </a:lnTo>
                <a:lnTo>
                  <a:pt x="11923" y="11923"/>
                </a:lnTo>
                <a:lnTo>
                  <a:pt x="11850" y="11899"/>
                </a:lnTo>
                <a:lnTo>
                  <a:pt x="11753" y="11923"/>
                </a:lnTo>
                <a:lnTo>
                  <a:pt x="11680" y="11996"/>
                </a:lnTo>
                <a:lnTo>
                  <a:pt x="11582" y="12069"/>
                </a:lnTo>
                <a:lnTo>
                  <a:pt x="11461" y="12264"/>
                </a:lnTo>
                <a:lnTo>
                  <a:pt x="11363" y="12410"/>
                </a:lnTo>
                <a:lnTo>
                  <a:pt x="11169" y="12702"/>
                </a:lnTo>
                <a:lnTo>
                  <a:pt x="11071" y="12896"/>
                </a:lnTo>
                <a:lnTo>
                  <a:pt x="10974" y="13091"/>
                </a:lnTo>
                <a:lnTo>
                  <a:pt x="10731" y="13042"/>
                </a:lnTo>
                <a:lnTo>
                  <a:pt x="10804" y="12848"/>
                </a:lnTo>
                <a:lnTo>
                  <a:pt x="11023" y="12385"/>
                </a:lnTo>
                <a:lnTo>
                  <a:pt x="11120" y="12166"/>
                </a:lnTo>
                <a:lnTo>
                  <a:pt x="11144" y="12045"/>
                </a:lnTo>
                <a:lnTo>
                  <a:pt x="11169" y="11923"/>
                </a:lnTo>
                <a:lnTo>
                  <a:pt x="11144" y="11874"/>
                </a:lnTo>
                <a:lnTo>
                  <a:pt x="11120" y="11850"/>
                </a:lnTo>
                <a:lnTo>
                  <a:pt x="11071" y="11850"/>
                </a:lnTo>
                <a:lnTo>
                  <a:pt x="10974" y="11947"/>
                </a:lnTo>
                <a:lnTo>
                  <a:pt x="10877" y="12020"/>
                </a:lnTo>
                <a:lnTo>
                  <a:pt x="10731" y="12215"/>
                </a:lnTo>
                <a:lnTo>
                  <a:pt x="10609" y="12434"/>
                </a:lnTo>
                <a:lnTo>
                  <a:pt x="10487" y="12653"/>
                </a:lnTo>
                <a:lnTo>
                  <a:pt x="10341" y="12921"/>
                </a:lnTo>
                <a:lnTo>
                  <a:pt x="10147" y="12799"/>
                </a:lnTo>
                <a:lnTo>
                  <a:pt x="10098" y="12775"/>
                </a:lnTo>
                <a:lnTo>
                  <a:pt x="10171" y="12653"/>
                </a:lnTo>
                <a:lnTo>
                  <a:pt x="10244" y="12531"/>
                </a:lnTo>
                <a:lnTo>
                  <a:pt x="10390" y="12264"/>
                </a:lnTo>
                <a:lnTo>
                  <a:pt x="10439" y="12118"/>
                </a:lnTo>
                <a:lnTo>
                  <a:pt x="10463" y="11996"/>
                </a:lnTo>
                <a:lnTo>
                  <a:pt x="10439" y="11874"/>
                </a:lnTo>
                <a:lnTo>
                  <a:pt x="10390" y="11753"/>
                </a:lnTo>
                <a:lnTo>
                  <a:pt x="10341" y="11728"/>
                </a:lnTo>
                <a:lnTo>
                  <a:pt x="10293" y="11753"/>
                </a:lnTo>
                <a:lnTo>
                  <a:pt x="10171" y="11850"/>
                </a:lnTo>
                <a:lnTo>
                  <a:pt x="10074" y="11996"/>
                </a:lnTo>
                <a:lnTo>
                  <a:pt x="9879" y="12288"/>
                </a:lnTo>
                <a:lnTo>
                  <a:pt x="9806" y="12385"/>
                </a:lnTo>
                <a:lnTo>
                  <a:pt x="9782" y="12191"/>
                </a:lnTo>
                <a:lnTo>
                  <a:pt x="9782" y="11996"/>
                </a:lnTo>
                <a:lnTo>
                  <a:pt x="9806" y="11801"/>
                </a:lnTo>
                <a:lnTo>
                  <a:pt x="9879" y="11607"/>
                </a:lnTo>
                <a:lnTo>
                  <a:pt x="9976" y="11436"/>
                </a:lnTo>
                <a:lnTo>
                  <a:pt x="10098" y="11266"/>
                </a:lnTo>
                <a:lnTo>
                  <a:pt x="10244" y="11120"/>
                </a:lnTo>
                <a:lnTo>
                  <a:pt x="10390" y="10998"/>
                </a:lnTo>
                <a:lnTo>
                  <a:pt x="10633" y="10877"/>
                </a:lnTo>
                <a:lnTo>
                  <a:pt x="10901" y="10804"/>
                </a:lnTo>
                <a:lnTo>
                  <a:pt x="11169" y="10755"/>
                </a:lnTo>
                <a:lnTo>
                  <a:pt x="11436" y="10731"/>
                </a:lnTo>
                <a:lnTo>
                  <a:pt x="11728" y="10682"/>
                </a:lnTo>
                <a:lnTo>
                  <a:pt x="11972" y="10609"/>
                </a:lnTo>
                <a:lnTo>
                  <a:pt x="12215" y="10512"/>
                </a:lnTo>
                <a:lnTo>
                  <a:pt x="12312" y="10439"/>
                </a:lnTo>
                <a:lnTo>
                  <a:pt x="12434" y="10341"/>
                </a:lnTo>
                <a:lnTo>
                  <a:pt x="12507" y="10341"/>
                </a:lnTo>
                <a:lnTo>
                  <a:pt x="12580" y="10317"/>
                </a:lnTo>
                <a:lnTo>
                  <a:pt x="12629" y="10244"/>
                </a:lnTo>
                <a:lnTo>
                  <a:pt x="12653" y="10171"/>
                </a:lnTo>
                <a:lnTo>
                  <a:pt x="12653" y="9830"/>
                </a:lnTo>
                <a:lnTo>
                  <a:pt x="12653" y="9514"/>
                </a:lnTo>
                <a:lnTo>
                  <a:pt x="12653" y="9198"/>
                </a:lnTo>
                <a:lnTo>
                  <a:pt x="12653" y="8857"/>
                </a:lnTo>
                <a:lnTo>
                  <a:pt x="12726" y="8030"/>
                </a:lnTo>
                <a:lnTo>
                  <a:pt x="12823" y="7203"/>
                </a:lnTo>
                <a:lnTo>
                  <a:pt x="12848" y="6789"/>
                </a:lnTo>
                <a:lnTo>
                  <a:pt x="12848" y="6375"/>
                </a:lnTo>
                <a:lnTo>
                  <a:pt x="12823" y="5548"/>
                </a:lnTo>
                <a:lnTo>
                  <a:pt x="12848" y="5232"/>
                </a:lnTo>
                <a:lnTo>
                  <a:pt x="12872" y="4842"/>
                </a:lnTo>
                <a:lnTo>
                  <a:pt x="12872" y="4648"/>
                </a:lnTo>
                <a:lnTo>
                  <a:pt x="12848" y="4477"/>
                </a:lnTo>
                <a:lnTo>
                  <a:pt x="12799" y="4307"/>
                </a:lnTo>
                <a:lnTo>
                  <a:pt x="12726" y="4161"/>
                </a:lnTo>
                <a:lnTo>
                  <a:pt x="12775" y="4112"/>
                </a:lnTo>
                <a:lnTo>
                  <a:pt x="12799" y="4039"/>
                </a:lnTo>
                <a:lnTo>
                  <a:pt x="12823" y="3966"/>
                </a:lnTo>
                <a:lnTo>
                  <a:pt x="12799" y="3893"/>
                </a:lnTo>
                <a:lnTo>
                  <a:pt x="12750" y="3820"/>
                </a:lnTo>
                <a:lnTo>
                  <a:pt x="12702" y="3772"/>
                </a:lnTo>
                <a:lnTo>
                  <a:pt x="12604" y="3747"/>
                </a:lnTo>
                <a:lnTo>
                  <a:pt x="12531" y="3747"/>
                </a:lnTo>
                <a:lnTo>
                  <a:pt x="12045" y="3869"/>
                </a:lnTo>
                <a:lnTo>
                  <a:pt x="11558" y="3991"/>
                </a:lnTo>
                <a:lnTo>
                  <a:pt x="10585" y="4258"/>
                </a:lnTo>
                <a:lnTo>
                  <a:pt x="8468" y="4794"/>
                </a:lnTo>
                <a:lnTo>
                  <a:pt x="7446" y="5061"/>
                </a:lnTo>
                <a:lnTo>
                  <a:pt x="6959" y="5207"/>
                </a:lnTo>
                <a:lnTo>
                  <a:pt x="6448" y="5378"/>
                </a:lnTo>
                <a:lnTo>
                  <a:pt x="5962" y="5548"/>
                </a:lnTo>
                <a:lnTo>
                  <a:pt x="5499" y="5743"/>
                </a:lnTo>
                <a:lnTo>
                  <a:pt x="5013" y="5986"/>
                </a:lnTo>
                <a:lnTo>
                  <a:pt x="4575" y="6229"/>
                </a:lnTo>
                <a:lnTo>
                  <a:pt x="4526" y="6254"/>
                </a:lnTo>
                <a:lnTo>
                  <a:pt x="4526" y="6302"/>
                </a:lnTo>
                <a:lnTo>
                  <a:pt x="4526" y="6351"/>
                </a:lnTo>
                <a:lnTo>
                  <a:pt x="4550" y="6400"/>
                </a:lnTo>
                <a:lnTo>
                  <a:pt x="4623" y="7130"/>
                </a:lnTo>
                <a:lnTo>
                  <a:pt x="4648" y="7495"/>
                </a:lnTo>
                <a:lnTo>
                  <a:pt x="4648" y="7860"/>
                </a:lnTo>
                <a:lnTo>
                  <a:pt x="4623" y="8736"/>
                </a:lnTo>
                <a:lnTo>
                  <a:pt x="4575" y="9587"/>
                </a:lnTo>
                <a:lnTo>
                  <a:pt x="4575" y="10171"/>
                </a:lnTo>
                <a:lnTo>
                  <a:pt x="4575" y="10779"/>
                </a:lnTo>
                <a:lnTo>
                  <a:pt x="4599" y="11972"/>
                </a:lnTo>
                <a:lnTo>
                  <a:pt x="4623" y="12580"/>
                </a:lnTo>
                <a:lnTo>
                  <a:pt x="4623" y="13164"/>
                </a:lnTo>
                <a:lnTo>
                  <a:pt x="4575" y="13772"/>
                </a:lnTo>
                <a:lnTo>
                  <a:pt x="4526" y="14356"/>
                </a:lnTo>
                <a:lnTo>
                  <a:pt x="4356" y="14600"/>
                </a:lnTo>
                <a:lnTo>
                  <a:pt x="4404" y="14356"/>
                </a:lnTo>
                <a:lnTo>
                  <a:pt x="4404" y="14259"/>
                </a:lnTo>
                <a:lnTo>
                  <a:pt x="4404" y="14137"/>
                </a:lnTo>
                <a:lnTo>
                  <a:pt x="4380" y="14064"/>
                </a:lnTo>
                <a:lnTo>
                  <a:pt x="4307" y="14040"/>
                </a:lnTo>
                <a:lnTo>
                  <a:pt x="4258" y="14064"/>
                </a:lnTo>
                <a:lnTo>
                  <a:pt x="4185" y="14113"/>
                </a:lnTo>
                <a:lnTo>
                  <a:pt x="4088" y="14259"/>
                </a:lnTo>
                <a:lnTo>
                  <a:pt x="4015" y="14429"/>
                </a:lnTo>
                <a:lnTo>
                  <a:pt x="3869" y="14770"/>
                </a:lnTo>
                <a:lnTo>
                  <a:pt x="3723" y="15038"/>
                </a:lnTo>
                <a:lnTo>
                  <a:pt x="3674" y="15184"/>
                </a:lnTo>
                <a:lnTo>
                  <a:pt x="3626" y="15305"/>
                </a:lnTo>
                <a:lnTo>
                  <a:pt x="3285" y="15451"/>
                </a:lnTo>
                <a:lnTo>
                  <a:pt x="3407" y="15159"/>
                </a:lnTo>
                <a:lnTo>
                  <a:pt x="3601" y="14770"/>
                </a:lnTo>
                <a:lnTo>
                  <a:pt x="3674" y="14551"/>
                </a:lnTo>
                <a:lnTo>
                  <a:pt x="3699" y="14429"/>
                </a:lnTo>
                <a:lnTo>
                  <a:pt x="3699" y="14332"/>
                </a:lnTo>
                <a:lnTo>
                  <a:pt x="3699" y="14283"/>
                </a:lnTo>
                <a:lnTo>
                  <a:pt x="3650" y="14259"/>
                </a:lnTo>
                <a:lnTo>
                  <a:pt x="3601" y="14235"/>
                </a:lnTo>
                <a:lnTo>
                  <a:pt x="3577" y="14259"/>
                </a:lnTo>
                <a:lnTo>
                  <a:pt x="3407" y="14429"/>
                </a:lnTo>
                <a:lnTo>
                  <a:pt x="3261" y="14648"/>
                </a:lnTo>
                <a:lnTo>
                  <a:pt x="3017" y="15062"/>
                </a:lnTo>
                <a:lnTo>
                  <a:pt x="2847" y="15330"/>
                </a:lnTo>
                <a:lnTo>
                  <a:pt x="2798" y="15476"/>
                </a:lnTo>
                <a:lnTo>
                  <a:pt x="2750" y="15622"/>
                </a:lnTo>
                <a:lnTo>
                  <a:pt x="2531" y="15670"/>
                </a:lnTo>
                <a:lnTo>
                  <a:pt x="2531" y="15670"/>
                </a:lnTo>
                <a:lnTo>
                  <a:pt x="2628" y="15403"/>
                </a:lnTo>
                <a:lnTo>
                  <a:pt x="2725" y="15159"/>
                </a:lnTo>
                <a:lnTo>
                  <a:pt x="2798" y="14965"/>
                </a:lnTo>
                <a:lnTo>
                  <a:pt x="2871" y="14770"/>
                </a:lnTo>
                <a:lnTo>
                  <a:pt x="2896" y="14551"/>
                </a:lnTo>
                <a:lnTo>
                  <a:pt x="2871" y="14454"/>
                </a:lnTo>
                <a:lnTo>
                  <a:pt x="2847" y="14356"/>
                </a:lnTo>
                <a:lnTo>
                  <a:pt x="2823" y="14332"/>
                </a:lnTo>
                <a:lnTo>
                  <a:pt x="2798" y="14332"/>
                </a:lnTo>
                <a:lnTo>
                  <a:pt x="2701" y="14502"/>
                </a:lnTo>
                <a:lnTo>
                  <a:pt x="2604" y="14673"/>
                </a:lnTo>
                <a:lnTo>
                  <a:pt x="2433" y="15038"/>
                </a:lnTo>
                <a:lnTo>
                  <a:pt x="2239" y="15354"/>
                </a:lnTo>
                <a:lnTo>
                  <a:pt x="2141" y="15549"/>
                </a:lnTo>
                <a:lnTo>
                  <a:pt x="2093" y="15719"/>
                </a:lnTo>
                <a:lnTo>
                  <a:pt x="1801" y="15695"/>
                </a:lnTo>
                <a:lnTo>
                  <a:pt x="2117" y="15062"/>
                </a:lnTo>
                <a:lnTo>
                  <a:pt x="2263" y="14746"/>
                </a:lnTo>
                <a:lnTo>
                  <a:pt x="2312" y="14575"/>
                </a:lnTo>
                <a:lnTo>
                  <a:pt x="2336" y="14405"/>
                </a:lnTo>
                <a:lnTo>
                  <a:pt x="2336" y="14381"/>
                </a:lnTo>
                <a:lnTo>
                  <a:pt x="2312" y="14356"/>
                </a:lnTo>
                <a:lnTo>
                  <a:pt x="2263" y="14356"/>
                </a:lnTo>
                <a:lnTo>
                  <a:pt x="1995" y="14648"/>
                </a:lnTo>
                <a:lnTo>
                  <a:pt x="1752" y="14940"/>
                </a:lnTo>
                <a:lnTo>
                  <a:pt x="1533" y="15281"/>
                </a:lnTo>
                <a:lnTo>
                  <a:pt x="1363" y="15622"/>
                </a:lnTo>
                <a:lnTo>
                  <a:pt x="1119" y="15524"/>
                </a:lnTo>
                <a:lnTo>
                  <a:pt x="1144" y="15354"/>
                </a:lnTo>
                <a:lnTo>
                  <a:pt x="1192" y="15208"/>
                </a:lnTo>
                <a:lnTo>
                  <a:pt x="1363" y="14916"/>
                </a:lnTo>
                <a:lnTo>
                  <a:pt x="1582" y="14551"/>
                </a:lnTo>
                <a:lnTo>
                  <a:pt x="1679" y="14356"/>
                </a:lnTo>
                <a:lnTo>
                  <a:pt x="1776" y="14137"/>
                </a:lnTo>
                <a:lnTo>
                  <a:pt x="1776" y="14113"/>
                </a:lnTo>
                <a:lnTo>
                  <a:pt x="1752" y="14089"/>
                </a:lnTo>
                <a:lnTo>
                  <a:pt x="1679" y="14089"/>
                </a:lnTo>
                <a:lnTo>
                  <a:pt x="1460" y="14308"/>
                </a:lnTo>
                <a:lnTo>
                  <a:pt x="1265" y="14502"/>
                </a:lnTo>
                <a:lnTo>
                  <a:pt x="1071" y="14746"/>
                </a:lnTo>
                <a:lnTo>
                  <a:pt x="925" y="14989"/>
                </a:lnTo>
                <a:lnTo>
                  <a:pt x="852" y="15111"/>
                </a:lnTo>
                <a:lnTo>
                  <a:pt x="779" y="15257"/>
                </a:lnTo>
                <a:lnTo>
                  <a:pt x="681" y="15159"/>
                </a:lnTo>
                <a:lnTo>
                  <a:pt x="633" y="15062"/>
                </a:lnTo>
                <a:lnTo>
                  <a:pt x="657" y="14989"/>
                </a:lnTo>
                <a:lnTo>
                  <a:pt x="681" y="14916"/>
                </a:lnTo>
                <a:lnTo>
                  <a:pt x="657" y="14867"/>
                </a:lnTo>
                <a:lnTo>
                  <a:pt x="827" y="14624"/>
                </a:lnTo>
                <a:lnTo>
                  <a:pt x="925" y="14502"/>
                </a:lnTo>
                <a:lnTo>
                  <a:pt x="998" y="14356"/>
                </a:lnTo>
                <a:lnTo>
                  <a:pt x="998" y="14332"/>
                </a:lnTo>
                <a:lnTo>
                  <a:pt x="1022" y="14308"/>
                </a:lnTo>
                <a:lnTo>
                  <a:pt x="998" y="14308"/>
                </a:lnTo>
                <a:lnTo>
                  <a:pt x="998" y="14235"/>
                </a:lnTo>
                <a:lnTo>
                  <a:pt x="973" y="14186"/>
                </a:lnTo>
                <a:lnTo>
                  <a:pt x="900" y="14137"/>
                </a:lnTo>
                <a:lnTo>
                  <a:pt x="827" y="14162"/>
                </a:lnTo>
                <a:lnTo>
                  <a:pt x="681" y="14259"/>
                </a:lnTo>
                <a:lnTo>
                  <a:pt x="535" y="14381"/>
                </a:lnTo>
                <a:lnTo>
                  <a:pt x="535" y="14381"/>
                </a:lnTo>
                <a:lnTo>
                  <a:pt x="560" y="14235"/>
                </a:lnTo>
                <a:lnTo>
                  <a:pt x="633" y="14113"/>
                </a:lnTo>
                <a:lnTo>
                  <a:pt x="681" y="13967"/>
                </a:lnTo>
                <a:lnTo>
                  <a:pt x="779" y="13845"/>
                </a:lnTo>
                <a:lnTo>
                  <a:pt x="973" y="13602"/>
                </a:lnTo>
                <a:lnTo>
                  <a:pt x="1217" y="13407"/>
                </a:lnTo>
                <a:lnTo>
                  <a:pt x="1460" y="13286"/>
                </a:lnTo>
                <a:lnTo>
                  <a:pt x="1703" y="13164"/>
                </a:lnTo>
                <a:lnTo>
                  <a:pt x="1971" y="13091"/>
                </a:lnTo>
                <a:lnTo>
                  <a:pt x="2214" y="13042"/>
                </a:lnTo>
                <a:lnTo>
                  <a:pt x="2750" y="12945"/>
                </a:lnTo>
                <a:lnTo>
                  <a:pt x="3285" y="12823"/>
                </a:lnTo>
                <a:lnTo>
                  <a:pt x="3358" y="12872"/>
                </a:lnTo>
                <a:lnTo>
                  <a:pt x="3431" y="12872"/>
                </a:lnTo>
                <a:lnTo>
                  <a:pt x="3504" y="12848"/>
                </a:lnTo>
                <a:lnTo>
                  <a:pt x="3504" y="12799"/>
                </a:lnTo>
                <a:lnTo>
                  <a:pt x="3528" y="12750"/>
                </a:lnTo>
                <a:lnTo>
                  <a:pt x="3577" y="12702"/>
                </a:lnTo>
                <a:lnTo>
                  <a:pt x="3601" y="12629"/>
                </a:lnTo>
                <a:lnTo>
                  <a:pt x="3601" y="12531"/>
                </a:lnTo>
                <a:lnTo>
                  <a:pt x="3553" y="12483"/>
                </a:lnTo>
                <a:lnTo>
                  <a:pt x="3577" y="11923"/>
                </a:lnTo>
                <a:lnTo>
                  <a:pt x="3577" y="11388"/>
                </a:lnTo>
                <a:lnTo>
                  <a:pt x="3577" y="10293"/>
                </a:lnTo>
                <a:lnTo>
                  <a:pt x="3626" y="7811"/>
                </a:lnTo>
                <a:lnTo>
                  <a:pt x="3626" y="3480"/>
                </a:lnTo>
                <a:lnTo>
                  <a:pt x="3820" y="3528"/>
                </a:lnTo>
                <a:lnTo>
                  <a:pt x="4039" y="3528"/>
                </a:lnTo>
                <a:lnTo>
                  <a:pt x="4258" y="3480"/>
                </a:lnTo>
                <a:lnTo>
                  <a:pt x="4502" y="3431"/>
                </a:lnTo>
                <a:lnTo>
                  <a:pt x="4940" y="3285"/>
                </a:lnTo>
                <a:lnTo>
                  <a:pt x="5305" y="3139"/>
                </a:lnTo>
                <a:lnTo>
                  <a:pt x="5937" y="2896"/>
                </a:lnTo>
                <a:lnTo>
                  <a:pt x="6570" y="2628"/>
                </a:lnTo>
                <a:lnTo>
                  <a:pt x="7203" y="2385"/>
                </a:lnTo>
                <a:lnTo>
                  <a:pt x="7859" y="2141"/>
                </a:lnTo>
                <a:lnTo>
                  <a:pt x="8638" y="1898"/>
                </a:lnTo>
                <a:lnTo>
                  <a:pt x="9441" y="1679"/>
                </a:lnTo>
                <a:lnTo>
                  <a:pt x="11047" y="1290"/>
                </a:lnTo>
                <a:lnTo>
                  <a:pt x="12410" y="974"/>
                </a:lnTo>
                <a:lnTo>
                  <a:pt x="13067" y="803"/>
                </a:lnTo>
                <a:lnTo>
                  <a:pt x="13724" y="584"/>
                </a:lnTo>
                <a:close/>
                <a:moveTo>
                  <a:pt x="13845" y="0"/>
                </a:moveTo>
                <a:lnTo>
                  <a:pt x="13529" y="146"/>
                </a:lnTo>
                <a:lnTo>
                  <a:pt x="13188" y="244"/>
                </a:lnTo>
                <a:lnTo>
                  <a:pt x="12507" y="438"/>
                </a:lnTo>
                <a:lnTo>
                  <a:pt x="11120" y="779"/>
                </a:lnTo>
                <a:lnTo>
                  <a:pt x="9490" y="1168"/>
                </a:lnTo>
                <a:lnTo>
                  <a:pt x="8687" y="1387"/>
                </a:lnTo>
                <a:lnTo>
                  <a:pt x="7908" y="1630"/>
                </a:lnTo>
                <a:lnTo>
                  <a:pt x="7276" y="1849"/>
                </a:lnTo>
                <a:lnTo>
                  <a:pt x="6667" y="2093"/>
                </a:lnTo>
                <a:lnTo>
                  <a:pt x="5451" y="2579"/>
                </a:lnTo>
                <a:lnTo>
                  <a:pt x="4867" y="2798"/>
                </a:lnTo>
                <a:lnTo>
                  <a:pt x="4283" y="2993"/>
                </a:lnTo>
                <a:lnTo>
                  <a:pt x="3893" y="3066"/>
                </a:lnTo>
                <a:lnTo>
                  <a:pt x="3699" y="3115"/>
                </a:lnTo>
                <a:lnTo>
                  <a:pt x="3504" y="3188"/>
                </a:lnTo>
                <a:lnTo>
                  <a:pt x="3382" y="3163"/>
                </a:lnTo>
                <a:lnTo>
                  <a:pt x="3285" y="3188"/>
                </a:lnTo>
                <a:lnTo>
                  <a:pt x="3236" y="3212"/>
                </a:lnTo>
                <a:lnTo>
                  <a:pt x="3188" y="3261"/>
                </a:lnTo>
                <a:lnTo>
                  <a:pt x="3163" y="3309"/>
                </a:lnTo>
                <a:lnTo>
                  <a:pt x="3163" y="3382"/>
                </a:lnTo>
                <a:lnTo>
                  <a:pt x="3163" y="7616"/>
                </a:lnTo>
                <a:lnTo>
                  <a:pt x="3212" y="10098"/>
                </a:lnTo>
                <a:lnTo>
                  <a:pt x="3212" y="11242"/>
                </a:lnTo>
                <a:lnTo>
                  <a:pt x="3212" y="11801"/>
                </a:lnTo>
                <a:lnTo>
                  <a:pt x="3236" y="12385"/>
                </a:lnTo>
                <a:lnTo>
                  <a:pt x="3236" y="12385"/>
                </a:lnTo>
                <a:lnTo>
                  <a:pt x="2920" y="12361"/>
                </a:lnTo>
                <a:lnTo>
                  <a:pt x="2579" y="12385"/>
                </a:lnTo>
                <a:lnTo>
                  <a:pt x="2239" y="12458"/>
                </a:lnTo>
                <a:lnTo>
                  <a:pt x="1898" y="12556"/>
                </a:lnTo>
                <a:lnTo>
                  <a:pt x="1557" y="12677"/>
                </a:lnTo>
                <a:lnTo>
                  <a:pt x="1265" y="12799"/>
                </a:lnTo>
                <a:lnTo>
                  <a:pt x="973" y="12969"/>
                </a:lnTo>
                <a:lnTo>
                  <a:pt x="730" y="13140"/>
                </a:lnTo>
                <a:lnTo>
                  <a:pt x="584" y="13261"/>
                </a:lnTo>
                <a:lnTo>
                  <a:pt x="487" y="13383"/>
                </a:lnTo>
                <a:lnTo>
                  <a:pt x="365" y="13505"/>
                </a:lnTo>
                <a:lnTo>
                  <a:pt x="268" y="13651"/>
                </a:lnTo>
                <a:lnTo>
                  <a:pt x="195" y="13797"/>
                </a:lnTo>
                <a:lnTo>
                  <a:pt x="122" y="13967"/>
                </a:lnTo>
                <a:lnTo>
                  <a:pt x="73" y="14113"/>
                </a:lnTo>
                <a:lnTo>
                  <a:pt x="24" y="14283"/>
                </a:lnTo>
                <a:lnTo>
                  <a:pt x="24" y="14454"/>
                </a:lnTo>
                <a:lnTo>
                  <a:pt x="0" y="14624"/>
                </a:lnTo>
                <a:lnTo>
                  <a:pt x="24" y="14794"/>
                </a:lnTo>
                <a:lnTo>
                  <a:pt x="49" y="14940"/>
                </a:lnTo>
                <a:lnTo>
                  <a:pt x="97" y="15111"/>
                </a:lnTo>
                <a:lnTo>
                  <a:pt x="170" y="15257"/>
                </a:lnTo>
                <a:lnTo>
                  <a:pt x="268" y="15427"/>
                </a:lnTo>
                <a:lnTo>
                  <a:pt x="365" y="15573"/>
                </a:lnTo>
                <a:lnTo>
                  <a:pt x="487" y="15695"/>
                </a:lnTo>
                <a:lnTo>
                  <a:pt x="608" y="15792"/>
                </a:lnTo>
                <a:lnTo>
                  <a:pt x="876" y="15962"/>
                </a:lnTo>
                <a:lnTo>
                  <a:pt x="1144" y="16084"/>
                </a:lnTo>
                <a:lnTo>
                  <a:pt x="1460" y="16157"/>
                </a:lnTo>
                <a:lnTo>
                  <a:pt x="1776" y="16206"/>
                </a:lnTo>
                <a:lnTo>
                  <a:pt x="2093" y="16206"/>
                </a:lnTo>
                <a:lnTo>
                  <a:pt x="2409" y="16181"/>
                </a:lnTo>
                <a:lnTo>
                  <a:pt x="2725" y="16157"/>
                </a:lnTo>
                <a:lnTo>
                  <a:pt x="3042" y="16084"/>
                </a:lnTo>
                <a:lnTo>
                  <a:pt x="3358" y="15987"/>
                </a:lnTo>
                <a:lnTo>
                  <a:pt x="3699" y="15841"/>
                </a:lnTo>
                <a:lnTo>
                  <a:pt x="4015" y="15646"/>
                </a:lnTo>
                <a:lnTo>
                  <a:pt x="4307" y="15451"/>
                </a:lnTo>
                <a:lnTo>
                  <a:pt x="4550" y="15208"/>
                </a:lnTo>
                <a:lnTo>
                  <a:pt x="4672" y="15062"/>
                </a:lnTo>
                <a:lnTo>
                  <a:pt x="4769" y="14916"/>
                </a:lnTo>
                <a:lnTo>
                  <a:pt x="4842" y="14770"/>
                </a:lnTo>
                <a:lnTo>
                  <a:pt x="4891" y="14624"/>
                </a:lnTo>
                <a:lnTo>
                  <a:pt x="4940" y="14527"/>
                </a:lnTo>
                <a:lnTo>
                  <a:pt x="5013" y="14259"/>
                </a:lnTo>
                <a:lnTo>
                  <a:pt x="5061" y="13967"/>
                </a:lnTo>
                <a:lnTo>
                  <a:pt x="5086" y="13675"/>
                </a:lnTo>
                <a:lnTo>
                  <a:pt x="5110" y="13359"/>
                </a:lnTo>
                <a:lnTo>
                  <a:pt x="5086" y="12750"/>
                </a:lnTo>
                <a:lnTo>
                  <a:pt x="5061" y="12166"/>
                </a:lnTo>
                <a:lnTo>
                  <a:pt x="5037" y="10877"/>
                </a:lnTo>
                <a:lnTo>
                  <a:pt x="5037" y="9587"/>
                </a:lnTo>
                <a:lnTo>
                  <a:pt x="5061" y="9125"/>
                </a:lnTo>
                <a:lnTo>
                  <a:pt x="5086" y="8663"/>
                </a:lnTo>
                <a:lnTo>
                  <a:pt x="5110" y="8200"/>
                </a:lnTo>
                <a:lnTo>
                  <a:pt x="5110" y="7738"/>
                </a:lnTo>
                <a:lnTo>
                  <a:pt x="5110" y="7397"/>
                </a:lnTo>
                <a:lnTo>
                  <a:pt x="5086" y="7057"/>
                </a:lnTo>
                <a:lnTo>
                  <a:pt x="5013" y="6740"/>
                </a:lnTo>
                <a:lnTo>
                  <a:pt x="4964" y="6594"/>
                </a:lnTo>
                <a:lnTo>
                  <a:pt x="4891" y="6448"/>
                </a:lnTo>
                <a:lnTo>
                  <a:pt x="5013" y="6424"/>
                </a:lnTo>
                <a:lnTo>
                  <a:pt x="5110" y="6375"/>
                </a:lnTo>
                <a:lnTo>
                  <a:pt x="5402" y="6254"/>
                </a:lnTo>
                <a:lnTo>
                  <a:pt x="5718" y="6132"/>
                </a:lnTo>
                <a:lnTo>
                  <a:pt x="6327" y="5913"/>
                </a:lnTo>
                <a:lnTo>
                  <a:pt x="7373" y="5597"/>
                </a:lnTo>
                <a:lnTo>
                  <a:pt x="8419" y="5305"/>
                </a:lnTo>
                <a:lnTo>
                  <a:pt x="9490" y="5037"/>
                </a:lnTo>
                <a:lnTo>
                  <a:pt x="10560" y="4769"/>
                </a:lnTo>
                <a:lnTo>
                  <a:pt x="11509" y="4550"/>
                </a:lnTo>
                <a:lnTo>
                  <a:pt x="11996" y="4429"/>
                </a:lnTo>
                <a:lnTo>
                  <a:pt x="12458" y="4283"/>
                </a:lnTo>
                <a:lnTo>
                  <a:pt x="12410" y="4429"/>
                </a:lnTo>
                <a:lnTo>
                  <a:pt x="12385" y="4599"/>
                </a:lnTo>
                <a:lnTo>
                  <a:pt x="12385" y="4940"/>
                </a:lnTo>
                <a:lnTo>
                  <a:pt x="12410" y="5548"/>
                </a:lnTo>
                <a:lnTo>
                  <a:pt x="12410" y="6448"/>
                </a:lnTo>
                <a:lnTo>
                  <a:pt x="12410" y="6886"/>
                </a:lnTo>
                <a:lnTo>
                  <a:pt x="12361" y="7349"/>
                </a:lnTo>
                <a:lnTo>
                  <a:pt x="12288" y="8176"/>
                </a:lnTo>
                <a:lnTo>
                  <a:pt x="12215" y="9003"/>
                </a:lnTo>
                <a:lnTo>
                  <a:pt x="12191" y="9538"/>
                </a:lnTo>
                <a:lnTo>
                  <a:pt x="12191" y="9806"/>
                </a:lnTo>
                <a:lnTo>
                  <a:pt x="12239" y="10074"/>
                </a:lnTo>
                <a:lnTo>
                  <a:pt x="11923" y="10098"/>
                </a:lnTo>
                <a:lnTo>
                  <a:pt x="11582" y="10147"/>
                </a:lnTo>
                <a:lnTo>
                  <a:pt x="10925" y="10268"/>
                </a:lnTo>
                <a:lnTo>
                  <a:pt x="10560" y="10366"/>
                </a:lnTo>
                <a:lnTo>
                  <a:pt x="10390" y="10439"/>
                </a:lnTo>
                <a:lnTo>
                  <a:pt x="10244" y="10512"/>
                </a:lnTo>
                <a:lnTo>
                  <a:pt x="10074" y="10585"/>
                </a:lnTo>
                <a:lnTo>
                  <a:pt x="9928" y="10706"/>
                </a:lnTo>
                <a:lnTo>
                  <a:pt x="9782" y="10828"/>
                </a:lnTo>
                <a:lnTo>
                  <a:pt x="9660" y="10950"/>
                </a:lnTo>
                <a:lnTo>
                  <a:pt x="9490" y="11217"/>
                </a:lnTo>
                <a:lnTo>
                  <a:pt x="9368" y="11485"/>
                </a:lnTo>
                <a:lnTo>
                  <a:pt x="9295" y="11801"/>
                </a:lnTo>
                <a:lnTo>
                  <a:pt x="9246" y="12093"/>
                </a:lnTo>
                <a:lnTo>
                  <a:pt x="9271" y="12239"/>
                </a:lnTo>
                <a:lnTo>
                  <a:pt x="9295" y="12410"/>
                </a:lnTo>
                <a:lnTo>
                  <a:pt x="9319" y="12531"/>
                </a:lnTo>
                <a:lnTo>
                  <a:pt x="9392" y="12677"/>
                </a:lnTo>
                <a:lnTo>
                  <a:pt x="9441" y="12823"/>
                </a:lnTo>
                <a:lnTo>
                  <a:pt x="9538" y="12945"/>
                </a:lnTo>
                <a:lnTo>
                  <a:pt x="9636" y="13067"/>
                </a:lnTo>
                <a:lnTo>
                  <a:pt x="9757" y="13164"/>
                </a:lnTo>
                <a:lnTo>
                  <a:pt x="10001" y="13334"/>
                </a:lnTo>
                <a:lnTo>
                  <a:pt x="10244" y="13432"/>
                </a:lnTo>
                <a:lnTo>
                  <a:pt x="10293" y="13505"/>
                </a:lnTo>
                <a:lnTo>
                  <a:pt x="10341" y="13529"/>
                </a:lnTo>
                <a:lnTo>
                  <a:pt x="10390" y="13529"/>
                </a:lnTo>
                <a:lnTo>
                  <a:pt x="10463" y="13505"/>
                </a:lnTo>
                <a:lnTo>
                  <a:pt x="10779" y="13578"/>
                </a:lnTo>
                <a:lnTo>
                  <a:pt x="11096" y="13626"/>
                </a:lnTo>
                <a:lnTo>
                  <a:pt x="11655" y="13626"/>
                </a:lnTo>
                <a:lnTo>
                  <a:pt x="12093" y="13578"/>
                </a:lnTo>
                <a:lnTo>
                  <a:pt x="12288" y="13529"/>
                </a:lnTo>
                <a:lnTo>
                  <a:pt x="12483" y="13480"/>
                </a:lnTo>
                <a:lnTo>
                  <a:pt x="12653" y="13432"/>
                </a:lnTo>
                <a:lnTo>
                  <a:pt x="12848" y="13359"/>
                </a:lnTo>
                <a:lnTo>
                  <a:pt x="13018" y="13261"/>
                </a:lnTo>
                <a:lnTo>
                  <a:pt x="13164" y="13164"/>
                </a:lnTo>
                <a:lnTo>
                  <a:pt x="13334" y="13042"/>
                </a:lnTo>
                <a:lnTo>
                  <a:pt x="13480" y="12921"/>
                </a:lnTo>
                <a:lnTo>
                  <a:pt x="13602" y="12775"/>
                </a:lnTo>
                <a:lnTo>
                  <a:pt x="13724" y="12629"/>
                </a:lnTo>
                <a:lnTo>
                  <a:pt x="13845" y="12483"/>
                </a:lnTo>
                <a:lnTo>
                  <a:pt x="13943" y="12312"/>
                </a:lnTo>
                <a:lnTo>
                  <a:pt x="14040" y="12142"/>
                </a:lnTo>
                <a:lnTo>
                  <a:pt x="14113" y="11947"/>
                </a:lnTo>
                <a:lnTo>
                  <a:pt x="14162" y="11753"/>
                </a:lnTo>
                <a:lnTo>
                  <a:pt x="14210" y="11558"/>
                </a:lnTo>
                <a:lnTo>
                  <a:pt x="14210" y="11485"/>
                </a:lnTo>
                <a:lnTo>
                  <a:pt x="14186" y="11412"/>
                </a:lnTo>
                <a:lnTo>
                  <a:pt x="14235" y="11120"/>
                </a:lnTo>
                <a:lnTo>
                  <a:pt x="14283" y="10852"/>
                </a:lnTo>
                <a:lnTo>
                  <a:pt x="14308" y="10268"/>
                </a:lnTo>
                <a:lnTo>
                  <a:pt x="14332" y="9684"/>
                </a:lnTo>
                <a:lnTo>
                  <a:pt x="14356" y="9125"/>
                </a:lnTo>
                <a:lnTo>
                  <a:pt x="14405" y="8298"/>
                </a:lnTo>
                <a:lnTo>
                  <a:pt x="14429" y="7470"/>
                </a:lnTo>
                <a:lnTo>
                  <a:pt x="14429" y="6643"/>
                </a:lnTo>
                <a:lnTo>
                  <a:pt x="14405" y="5791"/>
                </a:lnTo>
                <a:lnTo>
                  <a:pt x="14356" y="5013"/>
                </a:lnTo>
                <a:lnTo>
                  <a:pt x="14283" y="4234"/>
                </a:lnTo>
                <a:lnTo>
                  <a:pt x="14235" y="3455"/>
                </a:lnTo>
                <a:lnTo>
                  <a:pt x="14186" y="2677"/>
                </a:lnTo>
                <a:lnTo>
                  <a:pt x="14186" y="2093"/>
                </a:lnTo>
                <a:lnTo>
                  <a:pt x="14186" y="1509"/>
                </a:lnTo>
                <a:lnTo>
                  <a:pt x="14186" y="901"/>
                </a:lnTo>
                <a:lnTo>
                  <a:pt x="14162" y="609"/>
                </a:lnTo>
                <a:lnTo>
                  <a:pt x="14137" y="317"/>
                </a:lnTo>
                <a:lnTo>
                  <a:pt x="14162" y="244"/>
                </a:lnTo>
                <a:lnTo>
                  <a:pt x="14137" y="171"/>
                </a:lnTo>
                <a:lnTo>
                  <a:pt x="14113" y="122"/>
                </a:lnTo>
                <a:lnTo>
                  <a:pt x="14089" y="73"/>
                </a:lnTo>
                <a:lnTo>
                  <a:pt x="14040" y="25"/>
                </a:lnTo>
                <a:lnTo>
                  <a:pt x="13991"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94" name="Google Shape;794;p39"/>
          <p:cNvSpPr/>
          <p:nvPr/>
        </p:nvSpPr>
        <p:spPr>
          <a:xfrm>
            <a:off x="2678363" y="327801"/>
            <a:ext cx="268576" cy="357373"/>
          </a:xfrm>
          <a:custGeom>
            <a:avLst/>
            <a:gdLst/>
            <a:ahLst/>
            <a:cxnLst/>
            <a:rect l="l" t="t" r="r" b="b"/>
            <a:pathLst>
              <a:path w="12289" h="16352" extrusionOk="0">
                <a:moveTo>
                  <a:pt x="6303" y="3991"/>
                </a:moveTo>
                <a:lnTo>
                  <a:pt x="6546" y="4015"/>
                </a:lnTo>
                <a:lnTo>
                  <a:pt x="6789" y="4064"/>
                </a:lnTo>
                <a:lnTo>
                  <a:pt x="7008" y="4137"/>
                </a:lnTo>
                <a:lnTo>
                  <a:pt x="7252" y="4234"/>
                </a:lnTo>
                <a:lnTo>
                  <a:pt x="7446" y="4356"/>
                </a:lnTo>
                <a:lnTo>
                  <a:pt x="7665" y="4502"/>
                </a:lnTo>
                <a:lnTo>
                  <a:pt x="7836" y="4672"/>
                </a:lnTo>
                <a:lnTo>
                  <a:pt x="8030" y="4842"/>
                </a:lnTo>
                <a:lnTo>
                  <a:pt x="8176" y="5037"/>
                </a:lnTo>
                <a:lnTo>
                  <a:pt x="8322" y="5256"/>
                </a:lnTo>
                <a:lnTo>
                  <a:pt x="8468" y="5475"/>
                </a:lnTo>
                <a:lnTo>
                  <a:pt x="8566" y="5718"/>
                </a:lnTo>
                <a:lnTo>
                  <a:pt x="8639" y="5986"/>
                </a:lnTo>
                <a:lnTo>
                  <a:pt x="8712" y="6229"/>
                </a:lnTo>
                <a:lnTo>
                  <a:pt x="8736" y="6473"/>
                </a:lnTo>
                <a:lnTo>
                  <a:pt x="8712" y="6716"/>
                </a:lnTo>
                <a:lnTo>
                  <a:pt x="8687" y="6959"/>
                </a:lnTo>
                <a:lnTo>
                  <a:pt x="8639" y="7178"/>
                </a:lnTo>
                <a:lnTo>
                  <a:pt x="8541" y="7397"/>
                </a:lnTo>
                <a:lnTo>
                  <a:pt x="8444" y="7592"/>
                </a:lnTo>
                <a:lnTo>
                  <a:pt x="8322" y="7787"/>
                </a:lnTo>
                <a:lnTo>
                  <a:pt x="8152" y="7981"/>
                </a:lnTo>
                <a:lnTo>
                  <a:pt x="7982" y="8152"/>
                </a:lnTo>
                <a:lnTo>
                  <a:pt x="7811" y="8298"/>
                </a:lnTo>
                <a:lnTo>
                  <a:pt x="7592" y="8419"/>
                </a:lnTo>
                <a:lnTo>
                  <a:pt x="7373" y="8517"/>
                </a:lnTo>
                <a:lnTo>
                  <a:pt x="7130" y="8614"/>
                </a:lnTo>
                <a:lnTo>
                  <a:pt x="6887" y="8687"/>
                </a:lnTo>
                <a:lnTo>
                  <a:pt x="6668" y="8711"/>
                </a:lnTo>
                <a:lnTo>
                  <a:pt x="6424" y="8736"/>
                </a:lnTo>
                <a:lnTo>
                  <a:pt x="6205" y="8736"/>
                </a:lnTo>
                <a:lnTo>
                  <a:pt x="5986" y="8711"/>
                </a:lnTo>
                <a:lnTo>
                  <a:pt x="5743" y="8663"/>
                </a:lnTo>
                <a:lnTo>
                  <a:pt x="5524" y="8614"/>
                </a:lnTo>
                <a:lnTo>
                  <a:pt x="5305" y="8541"/>
                </a:lnTo>
                <a:lnTo>
                  <a:pt x="5110" y="8444"/>
                </a:lnTo>
                <a:lnTo>
                  <a:pt x="4891" y="8346"/>
                </a:lnTo>
                <a:lnTo>
                  <a:pt x="4697" y="8225"/>
                </a:lnTo>
                <a:lnTo>
                  <a:pt x="4502" y="8103"/>
                </a:lnTo>
                <a:lnTo>
                  <a:pt x="4332" y="7957"/>
                </a:lnTo>
                <a:lnTo>
                  <a:pt x="4186" y="7787"/>
                </a:lnTo>
                <a:lnTo>
                  <a:pt x="4015" y="7616"/>
                </a:lnTo>
                <a:lnTo>
                  <a:pt x="3894" y="7446"/>
                </a:lnTo>
                <a:lnTo>
                  <a:pt x="3772" y="7251"/>
                </a:lnTo>
                <a:lnTo>
                  <a:pt x="3723" y="7105"/>
                </a:lnTo>
                <a:lnTo>
                  <a:pt x="3650" y="6935"/>
                </a:lnTo>
                <a:lnTo>
                  <a:pt x="3602" y="6643"/>
                </a:lnTo>
                <a:lnTo>
                  <a:pt x="3577" y="6327"/>
                </a:lnTo>
                <a:lnTo>
                  <a:pt x="3602" y="6010"/>
                </a:lnTo>
                <a:lnTo>
                  <a:pt x="3699" y="5718"/>
                </a:lnTo>
                <a:lnTo>
                  <a:pt x="3821" y="5426"/>
                </a:lnTo>
                <a:lnTo>
                  <a:pt x="3967" y="5134"/>
                </a:lnTo>
                <a:lnTo>
                  <a:pt x="4161" y="4891"/>
                </a:lnTo>
                <a:lnTo>
                  <a:pt x="4332" y="4696"/>
                </a:lnTo>
                <a:lnTo>
                  <a:pt x="4551" y="4502"/>
                </a:lnTo>
                <a:lnTo>
                  <a:pt x="4794" y="4356"/>
                </a:lnTo>
                <a:lnTo>
                  <a:pt x="5037" y="4210"/>
                </a:lnTo>
                <a:lnTo>
                  <a:pt x="5062" y="4210"/>
                </a:lnTo>
                <a:lnTo>
                  <a:pt x="5110" y="4234"/>
                </a:lnTo>
                <a:lnTo>
                  <a:pt x="5232" y="4234"/>
                </a:lnTo>
                <a:lnTo>
                  <a:pt x="5305" y="4210"/>
                </a:lnTo>
                <a:lnTo>
                  <a:pt x="5548" y="4112"/>
                </a:lnTo>
                <a:lnTo>
                  <a:pt x="5816" y="4039"/>
                </a:lnTo>
                <a:lnTo>
                  <a:pt x="6059" y="4015"/>
                </a:lnTo>
                <a:lnTo>
                  <a:pt x="6303" y="3991"/>
                </a:lnTo>
                <a:close/>
                <a:moveTo>
                  <a:pt x="6254" y="3480"/>
                </a:moveTo>
                <a:lnTo>
                  <a:pt x="5986" y="3504"/>
                </a:lnTo>
                <a:lnTo>
                  <a:pt x="5694" y="3553"/>
                </a:lnTo>
                <a:lnTo>
                  <a:pt x="5427" y="3626"/>
                </a:lnTo>
                <a:lnTo>
                  <a:pt x="5305" y="3650"/>
                </a:lnTo>
                <a:lnTo>
                  <a:pt x="5183" y="3699"/>
                </a:lnTo>
                <a:lnTo>
                  <a:pt x="4916" y="3796"/>
                </a:lnTo>
                <a:lnTo>
                  <a:pt x="4599" y="3966"/>
                </a:lnTo>
                <a:lnTo>
                  <a:pt x="4283" y="4161"/>
                </a:lnTo>
                <a:lnTo>
                  <a:pt x="3991" y="4404"/>
                </a:lnTo>
                <a:lnTo>
                  <a:pt x="3748" y="4672"/>
                </a:lnTo>
                <a:lnTo>
                  <a:pt x="3529" y="4940"/>
                </a:lnTo>
                <a:lnTo>
                  <a:pt x="3359" y="5232"/>
                </a:lnTo>
                <a:lnTo>
                  <a:pt x="3237" y="5572"/>
                </a:lnTo>
                <a:lnTo>
                  <a:pt x="3164" y="5889"/>
                </a:lnTo>
                <a:lnTo>
                  <a:pt x="3115" y="6229"/>
                </a:lnTo>
                <a:lnTo>
                  <a:pt x="3140" y="6570"/>
                </a:lnTo>
                <a:lnTo>
                  <a:pt x="3188" y="6911"/>
                </a:lnTo>
                <a:lnTo>
                  <a:pt x="3261" y="7251"/>
                </a:lnTo>
                <a:lnTo>
                  <a:pt x="3383" y="7495"/>
                </a:lnTo>
                <a:lnTo>
                  <a:pt x="3529" y="7762"/>
                </a:lnTo>
                <a:lnTo>
                  <a:pt x="3699" y="7981"/>
                </a:lnTo>
                <a:lnTo>
                  <a:pt x="3869" y="8200"/>
                </a:lnTo>
                <a:lnTo>
                  <a:pt x="4088" y="8371"/>
                </a:lnTo>
                <a:lnTo>
                  <a:pt x="4307" y="8541"/>
                </a:lnTo>
                <a:lnTo>
                  <a:pt x="4551" y="8711"/>
                </a:lnTo>
                <a:lnTo>
                  <a:pt x="4794" y="8833"/>
                </a:lnTo>
                <a:lnTo>
                  <a:pt x="5062" y="8930"/>
                </a:lnTo>
                <a:lnTo>
                  <a:pt x="5329" y="9028"/>
                </a:lnTo>
                <a:lnTo>
                  <a:pt x="5597" y="9101"/>
                </a:lnTo>
                <a:lnTo>
                  <a:pt x="5889" y="9149"/>
                </a:lnTo>
                <a:lnTo>
                  <a:pt x="6181" y="9174"/>
                </a:lnTo>
                <a:lnTo>
                  <a:pt x="6449" y="9198"/>
                </a:lnTo>
                <a:lnTo>
                  <a:pt x="6741" y="9174"/>
                </a:lnTo>
                <a:lnTo>
                  <a:pt x="7008" y="9149"/>
                </a:lnTo>
                <a:lnTo>
                  <a:pt x="7325" y="9076"/>
                </a:lnTo>
                <a:lnTo>
                  <a:pt x="7617" y="8979"/>
                </a:lnTo>
                <a:lnTo>
                  <a:pt x="7884" y="8833"/>
                </a:lnTo>
                <a:lnTo>
                  <a:pt x="8128" y="8687"/>
                </a:lnTo>
                <a:lnTo>
                  <a:pt x="8347" y="8492"/>
                </a:lnTo>
                <a:lnTo>
                  <a:pt x="8541" y="8273"/>
                </a:lnTo>
                <a:lnTo>
                  <a:pt x="8712" y="8054"/>
                </a:lnTo>
                <a:lnTo>
                  <a:pt x="8858" y="7787"/>
                </a:lnTo>
                <a:lnTo>
                  <a:pt x="8979" y="7543"/>
                </a:lnTo>
                <a:lnTo>
                  <a:pt x="9052" y="7251"/>
                </a:lnTo>
                <a:lnTo>
                  <a:pt x="9125" y="6959"/>
                </a:lnTo>
                <a:lnTo>
                  <a:pt x="9150" y="6667"/>
                </a:lnTo>
                <a:lnTo>
                  <a:pt x="9150" y="6375"/>
                </a:lnTo>
                <a:lnTo>
                  <a:pt x="9125" y="6083"/>
                </a:lnTo>
                <a:lnTo>
                  <a:pt x="9052" y="5791"/>
                </a:lnTo>
                <a:lnTo>
                  <a:pt x="8955" y="5499"/>
                </a:lnTo>
                <a:lnTo>
                  <a:pt x="8858" y="5232"/>
                </a:lnTo>
                <a:lnTo>
                  <a:pt x="8712" y="4988"/>
                </a:lnTo>
                <a:lnTo>
                  <a:pt x="8566" y="4769"/>
                </a:lnTo>
                <a:lnTo>
                  <a:pt x="8395" y="4550"/>
                </a:lnTo>
                <a:lnTo>
                  <a:pt x="8201" y="4356"/>
                </a:lnTo>
                <a:lnTo>
                  <a:pt x="7982" y="4161"/>
                </a:lnTo>
                <a:lnTo>
                  <a:pt x="7763" y="3991"/>
                </a:lnTo>
                <a:lnTo>
                  <a:pt x="7544" y="3845"/>
                </a:lnTo>
                <a:lnTo>
                  <a:pt x="7300" y="3723"/>
                </a:lnTo>
                <a:lnTo>
                  <a:pt x="7033" y="3626"/>
                </a:lnTo>
                <a:lnTo>
                  <a:pt x="6789" y="3553"/>
                </a:lnTo>
                <a:lnTo>
                  <a:pt x="6522" y="3504"/>
                </a:lnTo>
                <a:lnTo>
                  <a:pt x="6254" y="3480"/>
                </a:lnTo>
                <a:close/>
                <a:moveTo>
                  <a:pt x="6303" y="536"/>
                </a:moveTo>
                <a:lnTo>
                  <a:pt x="6668" y="560"/>
                </a:lnTo>
                <a:lnTo>
                  <a:pt x="7033" y="633"/>
                </a:lnTo>
                <a:lnTo>
                  <a:pt x="7422" y="706"/>
                </a:lnTo>
                <a:lnTo>
                  <a:pt x="7763" y="828"/>
                </a:lnTo>
                <a:lnTo>
                  <a:pt x="8128" y="949"/>
                </a:lnTo>
                <a:lnTo>
                  <a:pt x="8468" y="1095"/>
                </a:lnTo>
                <a:lnTo>
                  <a:pt x="8809" y="1266"/>
                </a:lnTo>
                <a:lnTo>
                  <a:pt x="9125" y="1460"/>
                </a:lnTo>
                <a:lnTo>
                  <a:pt x="9442" y="1679"/>
                </a:lnTo>
                <a:lnTo>
                  <a:pt x="9734" y="1898"/>
                </a:lnTo>
                <a:lnTo>
                  <a:pt x="10026" y="2166"/>
                </a:lnTo>
                <a:lnTo>
                  <a:pt x="10050" y="2287"/>
                </a:lnTo>
                <a:lnTo>
                  <a:pt x="10074" y="2409"/>
                </a:lnTo>
                <a:lnTo>
                  <a:pt x="10196" y="2798"/>
                </a:lnTo>
                <a:lnTo>
                  <a:pt x="10220" y="2847"/>
                </a:lnTo>
                <a:lnTo>
                  <a:pt x="10269" y="2871"/>
                </a:lnTo>
                <a:lnTo>
                  <a:pt x="10342" y="2896"/>
                </a:lnTo>
                <a:lnTo>
                  <a:pt x="10391" y="2896"/>
                </a:lnTo>
                <a:lnTo>
                  <a:pt x="10439" y="2871"/>
                </a:lnTo>
                <a:lnTo>
                  <a:pt x="10464" y="2847"/>
                </a:lnTo>
                <a:lnTo>
                  <a:pt x="10488" y="2798"/>
                </a:lnTo>
                <a:lnTo>
                  <a:pt x="10512" y="2677"/>
                </a:lnTo>
                <a:lnTo>
                  <a:pt x="10585" y="2774"/>
                </a:lnTo>
                <a:lnTo>
                  <a:pt x="10537" y="3090"/>
                </a:lnTo>
                <a:lnTo>
                  <a:pt x="10537" y="3261"/>
                </a:lnTo>
                <a:lnTo>
                  <a:pt x="10561" y="3334"/>
                </a:lnTo>
                <a:lnTo>
                  <a:pt x="10610" y="3382"/>
                </a:lnTo>
                <a:lnTo>
                  <a:pt x="10634" y="3431"/>
                </a:lnTo>
                <a:lnTo>
                  <a:pt x="10683" y="3407"/>
                </a:lnTo>
                <a:lnTo>
                  <a:pt x="10756" y="3382"/>
                </a:lnTo>
                <a:lnTo>
                  <a:pt x="10804" y="3309"/>
                </a:lnTo>
                <a:lnTo>
                  <a:pt x="10877" y="3163"/>
                </a:lnTo>
                <a:lnTo>
                  <a:pt x="10877" y="3188"/>
                </a:lnTo>
                <a:lnTo>
                  <a:pt x="10950" y="3285"/>
                </a:lnTo>
                <a:lnTo>
                  <a:pt x="10853" y="3553"/>
                </a:lnTo>
                <a:lnTo>
                  <a:pt x="10804" y="3674"/>
                </a:lnTo>
                <a:lnTo>
                  <a:pt x="10756" y="3796"/>
                </a:lnTo>
                <a:lnTo>
                  <a:pt x="10756" y="3893"/>
                </a:lnTo>
                <a:lnTo>
                  <a:pt x="10804" y="4015"/>
                </a:lnTo>
                <a:lnTo>
                  <a:pt x="10829" y="4088"/>
                </a:lnTo>
                <a:lnTo>
                  <a:pt x="10902" y="4112"/>
                </a:lnTo>
                <a:lnTo>
                  <a:pt x="10975" y="4112"/>
                </a:lnTo>
                <a:lnTo>
                  <a:pt x="11023" y="4088"/>
                </a:lnTo>
                <a:lnTo>
                  <a:pt x="11096" y="4039"/>
                </a:lnTo>
                <a:lnTo>
                  <a:pt x="11169" y="3966"/>
                </a:lnTo>
                <a:lnTo>
                  <a:pt x="11242" y="3820"/>
                </a:lnTo>
                <a:lnTo>
                  <a:pt x="11340" y="4039"/>
                </a:lnTo>
                <a:lnTo>
                  <a:pt x="11194" y="4307"/>
                </a:lnTo>
                <a:lnTo>
                  <a:pt x="11048" y="4575"/>
                </a:lnTo>
                <a:lnTo>
                  <a:pt x="11023" y="4696"/>
                </a:lnTo>
                <a:lnTo>
                  <a:pt x="11023" y="4794"/>
                </a:lnTo>
                <a:lnTo>
                  <a:pt x="11048" y="4867"/>
                </a:lnTo>
                <a:lnTo>
                  <a:pt x="11121" y="4915"/>
                </a:lnTo>
                <a:lnTo>
                  <a:pt x="11169" y="4915"/>
                </a:lnTo>
                <a:lnTo>
                  <a:pt x="11218" y="4891"/>
                </a:lnTo>
                <a:lnTo>
                  <a:pt x="11340" y="4794"/>
                </a:lnTo>
                <a:lnTo>
                  <a:pt x="11510" y="4575"/>
                </a:lnTo>
                <a:lnTo>
                  <a:pt x="11534" y="4550"/>
                </a:lnTo>
                <a:lnTo>
                  <a:pt x="11607" y="4818"/>
                </a:lnTo>
                <a:lnTo>
                  <a:pt x="11510" y="4940"/>
                </a:lnTo>
                <a:lnTo>
                  <a:pt x="11388" y="5061"/>
                </a:lnTo>
                <a:lnTo>
                  <a:pt x="11291" y="5183"/>
                </a:lnTo>
                <a:lnTo>
                  <a:pt x="11218" y="5280"/>
                </a:lnTo>
                <a:lnTo>
                  <a:pt x="11096" y="5524"/>
                </a:lnTo>
                <a:lnTo>
                  <a:pt x="11072" y="5548"/>
                </a:lnTo>
                <a:lnTo>
                  <a:pt x="11096" y="5572"/>
                </a:lnTo>
                <a:lnTo>
                  <a:pt x="11121" y="5597"/>
                </a:lnTo>
                <a:lnTo>
                  <a:pt x="11145" y="5572"/>
                </a:lnTo>
                <a:lnTo>
                  <a:pt x="11388" y="5475"/>
                </a:lnTo>
                <a:lnTo>
                  <a:pt x="11510" y="5402"/>
                </a:lnTo>
                <a:lnTo>
                  <a:pt x="11631" y="5305"/>
                </a:lnTo>
                <a:lnTo>
                  <a:pt x="11680" y="5256"/>
                </a:lnTo>
                <a:lnTo>
                  <a:pt x="11729" y="5499"/>
                </a:lnTo>
                <a:lnTo>
                  <a:pt x="11364" y="5840"/>
                </a:lnTo>
                <a:lnTo>
                  <a:pt x="11048" y="6229"/>
                </a:lnTo>
                <a:lnTo>
                  <a:pt x="11023" y="6278"/>
                </a:lnTo>
                <a:lnTo>
                  <a:pt x="11048" y="6327"/>
                </a:lnTo>
                <a:lnTo>
                  <a:pt x="11072" y="6351"/>
                </a:lnTo>
                <a:lnTo>
                  <a:pt x="11121" y="6351"/>
                </a:lnTo>
                <a:lnTo>
                  <a:pt x="11291" y="6254"/>
                </a:lnTo>
                <a:lnTo>
                  <a:pt x="11461" y="6156"/>
                </a:lnTo>
                <a:lnTo>
                  <a:pt x="11753" y="5913"/>
                </a:lnTo>
                <a:lnTo>
                  <a:pt x="11753" y="6302"/>
                </a:lnTo>
                <a:lnTo>
                  <a:pt x="11631" y="6424"/>
                </a:lnTo>
                <a:lnTo>
                  <a:pt x="11534" y="6546"/>
                </a:lnTo>
                <a:lnTo>
                  <a:pt x="11412" y="6692"/>
                </a:lnTo>
                <a:lnTo>
                  <a:pt x="11291" y="6789"/>
                </a:lnTo>
                <a:lnTo>
                  <a:pt x="11048" y="6935"/>
                </a:lnTo>
                <a:lnTo>
                  <a:pt x="10999" y="6984"/>
                </a:lnTo>
                <a:lnTo>
                  <a:pt x="10950" y="7032"/>
                </a:lnTo>
                <a:lnTo>
                  <a:pt x="10926" y="7105"/>
                </a:lnTo>
                <a:lnTo>
                  <a:pt x="10950" y="7154"/>
                </a:lnTo>
                <a:lnTo>
                  <a:pt x="11023" y="7203"/>
                </a:lnTo>
                <a:lnTo>
                  <a:pt x="11096" y="7251"/>
                </a:lnTo>
                <a:lnTo>
                  <a:pt x="11169" y="7251"/>
                </a:lnTo>
                <a:lnTo>
                  <a:pt x="11267" y="7227"/>
                </a:lnTo>
                <a:lnTo>
                  <a:pt x="11437" y="7178"/>
                </a:lnTo>
                <a:lnTo>
                  <a:pt x="11583" y="7081"/>
                </a:lnTo>
                <a:lnTo>
                  <a:pt x="11704" y="6984"/>
                </a:lnTo>
                <a:lnTo>
                  <a:pt x="11631" y="7470"/>
                </a:lnTo>
                <a:lnTo>
                  <a:pt x="11583" y="7470"/>
                </a:lnTo>
                <a:lnTo>
                  <a:pt x="11534" y="7495"/>
                </a:lnTo>
                <a:lnTo>
                  <a:pt x="11291" y="7665"/>
                </a:lnTo>
                <a:lnTo>
                  <a:pt x="11023" y="7811"/>
                </a:lnTo>
                <a:lnTo>
                  <a:pt x="10902" y="7884"/>
                </a:lnTo>
                <a:lnTo>
                  <a:pt x="10804" y="7957"/>
                </a:lnTo>
                <a:lnTo>
                  <a:pt x="10731" y="8054"/>
                </a:lnTo>
                <a:lnTo>
                  <a:pt x="10707" y="8103"/>
                </a:lnTo>
                <a:lnTo>
                  <a:pt x="10707" y="8176"/>
                </a:lnTo>
                <a:lnTo>
                  <a:pt x="10707" y="8200"/>
                </a:lnTo>
                <a:lnTo>
                  <a:pt x="10853" y="8200"/>
                </a:lnTo>
                <a:lnTo>
                  <a:pt x="10950" y="8176"/>
                </a:lnTo>
                <a:lnTo>
                  <a:pt x="11194" y="8079"/>
                </a:lnTo>
                <a:lnTo>
                  <a:pt x="11534" y="7933"/>
                </a:lnTo>
                <a:lnTo>
                  <a:pt x="11437" y="8273"/>
                </a:lnTo>
                <a:lnTo>
                  <a:pt x="11340" y="8298"/>
                </a:lnTo>
                <a:lnTo>
                  <a:pt x="11242" y="8322"/>
                </a:lnTo>
                <a:lnTo>
                  <a:pt x="11072" y="8419"/>
                </a:lnTo>
                <a:lnTo>
                  <a:pt x="10829" y="8541"/>
                </a:lnTo>
                <a:lnTo>
                  <a:pt x="10561" y="8614"/>
                </a:lnTo>
                <a:lnTo>
                  <a:pt x="10537" y="8638"/>
                </a:lnTo>
                <a:lnTo>
                  <a:pt x="10512" y="8663"/>
                </a:lnTo>
                <a:lnTo>
                  <a:pt x="10537" y="8687"/>
                </a:lnTo>
                <a:lnTo>
                  <a:pt x="10561" y="8711"/>
                </a:lnTo>
                <a:lnTo>
                  <a:pt x="10731" y="8736"/>
                </a:lnTo>
                <a:lnTo>
                  <a:pt x="10926" y="8736"/>
                </a:lnTo>
                <a:lnTo>
                  <a:pt x="11121" y="8711"/>
                </a:lnTo>
                <a:lnTo>
                  <a:pt x="11315" y="8663"/>
                </a:lnTo>
                <a:lnTo>
                  <a:pt x="11169" y="9028"/>
                </a:lnTo>
                <a:lnTo>
                  <a:pt x="10926" y="9028"/>
                </a:lnTo>
                <a:lnTo>
                  <a:pt x="10683" y="9052"/>
                </a:lnTo>
                <a:lnTo>
                  <a:pt x="10439" y="9125"/>
                </a:lnTo>
                <a:lnTo>
                  <a:pt x="10220" y="9198"/>
                </a:lnTo>
                <a:lnTo>
                  <a:pt x="10196" y="9222"/>
                </a:lnTo>
                <a:lnTo>
                  <a:pt x="10196" y="9247"/>
                </a:lnTo>
                <a:lnTo>
                  <a:pt x="10220" y="9271"/>
                </a:lnTo>
                <a:lnTo>
                  <a:pt x="10245" y="9295"/>
                </a:lnTo>
                <a:lnTo>
                  <a:pt x="10488" y="9295"/>
                </a:lnTo>
                <a:lnTo>
                  <a:pt x="10731" y="9320"/>
                </a:lnTo>
                <a:lnTo>
                  <a:pt x="11048" y="9368"/>
                </a:lnTo>
                <a:lnTo>
                  <a:pt x="10853" y="9757"/>
                </a:lnTo>
                <a:lnTo>
                  <a:pt x="10561" y="9733"/>
                </a:lnTo>
                <a:lnTo>
                  <a:pt x="10245" y="9709"/>
                </a:lnTo>
                <a:lnTo>
                  <a:pt x="10099" y="9709"/>
                </a:lnTo>
                <a:lnTo>
                  <a:pt x="9977" y="9733"/>
                </a:lnTo>
                <a:lnTo>
                  <a:pt x="9904" y="9782"/>
                </a:lnTo>
                <a:lnTo>
                  <a:pt x="9880" y="9806"/>
                </a:lnTo>
                <a:lnTo>
                  <a:pt x="9880" y="9830"/>
                </a:lnTo>
                <a:lnTo>
                  <a:pt x="9928" y="9928"/>
                </a:lnTo>
                <a:lnTo>
                  <a:pt x="9977" y="10001"/>
                </a:lnTo>
                <a:lnTo>
                  <a:pt x="10050" y="10074"/>
                </a:lnTo>
                <a:lnTo>
                  <a:pt x="10147" y="10122"/>
                </a:lnTo>
                <a:lnTo>
                  <a:pt x="10391" y="10171"/>
                </a:lnTo>
                <a:lnTo>
                  <a:pt x="10610" y="10220"/>
                </a:lnTo>
                <a:lnTo>
                  <a:pt x="10439" y="10512"/>
                </a:lnTo>
                <a:lnTo>
                  <a:pt x="10439" y="10439"/>
                </a:lnTo>
                <a:lnTo>
                  <a:pt x="10391" y="10390"/>
                </a:lnTo>
                <a:lnTo>
                  <a:pt x="10342" y="10341"/>
                </a:lnTo>
                <a:lnTo>
                  <a:pt x="10220" y="10293"/>
                </a:lnTo>
                <a:lnTo>
                  <a:pt x="9977" y="10268"/>
                </a:lnTo>
                <a:lnTo>
                  <a:pt x="9709" y="10220"/>
                </a:lnTo>
                <a:lnTo>
                  <a:pt x="9588" y="10220"/>
                </a:lnTo>
                <a:lnTo>
                  <a:pt x="9466" y="10244"/>
                </a:lnTo>
                <a:lnTo>
                  <a:pt x="9417" y="10268"/>
                </a:lnTo>
                <a:lnTo>
                  <a:pt x="9393" y="10317"/>
                </a:lnTo>
                <a:lnTo>
                  <a:pt x="9393" y="10366"/>
                </a:lnTo>
                <a:lnTo>
                  <a:pt x="9417" y="10414"/>
                </a:lnTo>
                <a:lnTo>
                  <a:pt x="9515" y="10487"/>
                </a:lnTo>
                <a:lnTo>
                  <a:pt x="9636" y="10560"/>
                </a:lnTo>
                <a:lnTo>
                  <a:pt x="9880" y="10633"/>
                </a:lnTo>
                <a:lnTo>
                  <a:pt x="10123" y="10682"/>
                </a:lnTo>
                <a:lnTo>
                  <a:pt x="10245" y="10682"/>
                </a:lnTo>
                <a:lnTo>
                  <a:pt x="10366" y="10633"/>
                </a:lnTo>
                <a:lnTo>
                  <a:pt x="10001" y="11242"/>
                </a:lnTo>
                <a:lnTo>
                  <a:pt x="9782" y="11169"/>
                </a:lnTo>
                <a:lnTo>
                  <a:pt x="9588" y="11144"/>
                </a:lnTo>
                <a:lnTo>
                  <a:pt x="9417" y="11096"/>
                </a:lnTo>
                <a:lnTo>
                  <a:pt x="9247" y="11071"/>
                </a:lnTo>
                <a:lnTo>
                  <a:pt x="9052" y="11047"/>
                </a:lnTo>
                <a:lnTo>
                  <a:pt x="8882" y="11096"/>
                </a:lnTo>
                <a:lnTo>
                  <a:pt x="8858" y="11120"/>
                </a:lnTo>
                <a:lnTo>
                  <a:pt x="8833" y="11169"/>
                </a:lnTo>
                <a:lnTo>
                  <a:pt x="8833" y="11193"/>
                </a:lnTo>
                <a:lnTo>
                  <a:pt x="8858" y="11242"/>
                </a:lnTo>
                <a:lnTo>
                  <a:pt x="9052" y="11315"/>
                </a:lnTo>
                <a:lnTo>
                  <a:pt x="9223" y="11363"/>
                </a:lnTo>
                <a:lnTo>
                  <a:pt x="9588" y="11485"/>
                </a:lnTo>
                <a:lnTo>
                  <a:pt x="9782" y="11558"/>
                </a:lnTo>
                <a:lnTo>
                  <a:pt x="9490" y="11996"/>
                </a:lnTo>
                <a:lnTo>
                  <a:pt x="9344" y="11923"/>
                </a:lnTo>
                <a:lnTo>
                  <a:pt x="9223" y="11874"/>
                </a:lnTo>
                <a:lnTo>
                  <a:pt x="8931" y="11801"/>
                </a:lnTo>
                <a:lnTo>
                  <a:pt x="8566" y="11704"/>
                </a:lnTo>
                <a:lnTo>
                  <a:pt x="8371" y="11655"/>
                </a:lnTo>
                <a:lnTo>
                  <a:pt x="8176" y="11655"/>
                </a:lnTo>
                <a:lnTo>
                  <a:pt x="8103" y="11680"/>
                </a:lnTo>
                <a:lnTo>
                  <a:pt x="8079" y="11728"/>
                </a:lnTo>
                <a:lnTo>
                  <a:pt x="8055" y="11801"/>
                </a:lnTo>
                <a:lnTo>
                  <a:pt x="8103" y="11850"/>
                </a:lnTo>
                <a:lnTo>
                  <a:pt x="8249" y="11947"/>
                </a:lnTo>
                <a:lnTo>
                  <a:pt x="8395" y="12045"/>
                </a:lnTo>
                <a:lnTo>
                  <a:pt x="8736" y="12166"/>
                </a:lnTo>
                <a:lnTo>
                  <a:pt x="8979" y="12239"/>
                </a:lnTo>
                <a:lnTo>
                  <a:pt x="9247" y="12312"/>
                </a:lnTo>
                <a:lnTo>
                  <a:pt x="9004" y="12629"/>
                </a:lnTo>
                <a:lnTo>
                  <a:pt x="8712" y="12580"/>
                </a:lnTo>
                <a:lnTo>
                  <a:pt x="8420" y="12531"/>
                </a:lnTo>
                <a:lnTo>
                  <a:pt x="8201" y="12458"/>
                </a:lnTo>
                <a:lnTo>
                  <a:pt x="8006" y="12361"/>
                </a:lnTo>
                <a:lnTo>
                  <a:pt x="7787" y="12239"/>
                </a:lnTo>
                <a:lnTo>
                  <a:pt x="7592" y="12142"/>
                </a:lnTo>
                <a:lnTo>
                  <a:pt x="7544" y="12142"/>
                </a:lnTo>
                <a:lnTo>
                  <a:pt x="7495" y="12166"/>
                </a:lnTo>
                <a:lnTo>
                  <a:pt x="7495" y="12215"/>
                </a:lnTo>
                <a:lnTo>
                  <a:pt x="7471" y="12264"/>
                </a:lnTo>
                <a:lnTo>
                  <a:pt x="7519" y="12385"/>
                </a:lnTo>
                <a:lnTo>
                  <a:pt x="7592" y="12507"/>
                </a:lnTo>
                <a:lnTo>
                  <a:pt x="7690" y="12604"/>
                </a:lnTo>
                <a:lnTo>
                  <a:pt x="7811" y="12677"/>
                </a:lnTo>
                <a:lnTo>
                  <a:pt x="8055" y="12823"/>
                </a:lnTo>
                <a:lnTo>
                  <a:pt x="8298" y="12921"/>
                </a:lnTo>
                <a:lnTo>
                  <a:pt x="8493" y="12994"/>
                </a:lnTo>
                <a:lnTo>
                  <a:pt x="8687" y="13018"/>
                </a:lnTo>
                <a:lnTo>
                  <a:pt x="8371" y="13407"/>
                </a:lnTo>
                <a:lnTo>
                  <a:pt x="8274" y="13310"/>
                </a:lnTo>
                <a:lnTo>
                  <a:pt x="8152" y="13261"/>
                </a:lnTo>
                <a:lnTo>
                  <a:pt x="7909" y="13188"/>
                </a:lnTo>
                <a:lnTo>
                  <a:pt x="7471" y="12994"/>
                </a:lnTo>
                <a:lnTo>
                  <a:pt x="7252" y="12921"/>
                </a:lnTo>
                <a:lnTo>
                  <a:pt x="7033" y="12896"/>
                </a:lnTo>
                <a:lnTo>
                  <a:pt x="7008" y="12896"/>
                </a:lnTo>
                <a:lnTo>
                  <a:pt x="7008" y="12945"/>
                </a:lnTo>
                <a:lnTo>
                  <a:pt x="7057" y="13042"/>
                </a:lnTo>
                <a:lnTo>
                  <a:pt x="7130" y="13115"/>
                </a:lnTo>
                <a:lnTo>
                  <a:pt x="7300" y="13261"/>
                </a:lnTo>
                <a:lnTo>
                  <a:pt x="7495" y="13359"/>
                </a:lnTo>
                <a:lnTo>
                  <a:pt x="7690" y="13456"/>
                </a:lnTo>
                <a:lnTo>
                  <a:pt x="7909" y="13578"/>
                </a:lnTo>
                <a:lnTo>
                  <a:pt x="8006" y="13626"/>
                </a:lnTo>
                <a:lnTo>
                  <a:pt x="8128" y="13675"/>
                </a:lnTo>
                <a:lnTo>
                  <a:pt x="7836" y="14016"/>
                </a:lnTo>
                <a:lnTo>
                  <a:pt x="7665" y="13967"/>
                </a:lnTo>
                <a:lnTo>
                  <a:pt x="7179" y="13724"/>
                </a:lnTo>
                <a:lnTo>
                  <a:pt x="6814" y="13553"/>
                </a:lnTo>
                <a:lnTo>
                  <a:pt x="6619" y="13480"/>
                </a:lnTo>
                <a:lnTo>
                  <a:pt x="6424" y="13480"/>
                </a:lnTo>
                <a:lnTo>
                  <a:pt x="6400" y="13505"/>
                </a:lnTo>
                <a:lnTo>
                  <a:pt x="6400" y="13553"/>
                </a:lnTo>
                <a:lnTo>
                  <a:pt x="6449" y="13651"/>
                </a:lnTo>
                <a:lnTo>
                  <a:pt x="6497" y="13724"/>
                </a:lnTo>
                <a:lnTo>
                  <a:pt x="6595" y="13821"/>
                </a:lnTo>
                <a:lnTo>
                  <a:pt x="6692" y="13894"/>
                </a:lnTo>
                <a:lnTo>
                  <a:pt x="6887" y="14016"/>
                </a:lnTo>
                <a:lnTo>
                  <a:pt x="7081" y="14137"/>
                </a:lnTo>
                <a:lnTo>
                  <a:pt x="7276" y="14235"/>
                </a:lnTo>
                <a:lnTo>
                  <a:pt x="7519" y="14381"/>
                </a:lnTo>
                <a:lnTo>
                  <a:pt x="7106" y="14843"/>
                </a:lnTo>
                <a:lnTo>
                  <a:pt x="6814" y="14697"/>
                </a:lnTo>
                <a:lnTo>
                  <a:pt x="6546" y="14527"/>
                </a:lnTo>
                <a:lnTo>
                  <a:pt x="6376" y="14405"/>
                </a:lnTo>
                <a:lnTo>
                  <a:pt x="6230" y="14259"/>
                </a:lnTo>
                <a:lnTo>
                  <a:pt x="6157" y="14162"/>
                </a:lnTo>
                <a:lnTo>
                  <a:pt x="6035" y="14064"/>
                </a:lnTo>
                <a:lnTo>
                  <a:pt x="5962" y="14064"/>
                </a:lnTo>
                <a:lnTo>
                  <a:pt x="5913" y="14089"/>
                </a:lnTo>
                <a:lnTo>
                  <a:pt x="5840" y="14186"/>
                </a:lnTo>
                <a:lnTo>
                  <a:pt x="5840" y="14283"/>
                </a:lnTo>
                <a:lnTo>
                  <a:pt x="5865" y="14381"/>
                </a:lnTo>
                <a:lnTo>
                  <a:pt x="5913" y="14478"/>
                </a:lnTo>
                <a:lnTo>
                  <a:pt x="6059" y="14673"/>
                </a:lnTo>
                <a:lnTo>
                  <a:pt x="6205" y="14794"/>
                </a:lnTo>
                <a:lnTo>
                  <a:pt x="6449" y="15013"/>
                </a:lnTo>
                <a:lnTo>
                  <a:pt x="6595" y="15135"/>
                </a:lnTo>
                <a:lnTo>
                  <a:pt x="6765" y="15208"/>
                </a:lnTo>
                <a:lnTo>
                  <a:pt x="6132" y="15816"/>
                </a:lnTo>
                <a:lnTo>
                  <a:pt x="5986" y="15573"/>
                </a:lnTo>
                <a:lnTo>
                  <a:pt x="5792" y="15354"/>
                </a:lnTo>
                <a:lnTo>
                  <a:pt x="5402" y="14916"/>
                </a:lnTo>
                <a:lnTo>
                  <a:pt x="5013" y="14527"/>
                </a:lnTo>
                <a:lnTo>
                  <a:pt x="4818" y="14332"/>
                </a:lnTo>
                <a:lnTo>
                  <a:pt x="4648" y="14113"/>
                </a:lnTo>
                <a:lnTo>
                  <a:pt x="4332" y="13724"/>
                </a:lnTo>
                <a:lnTo>
                  <a:pt x="3991" y="13359"/>
                </a:lnTo>
                <a:lnTo>
                  <a:pt x="3310" y="12629"/>
                </a:lnTo>
                <a:lnTo>
                  <a:pt x="2969" y="12264"/>
                </a:lnTo>
                <a:lnTo>
                  <a:pt x="2653" y="11874"/>
                </a:lnTo>
                <a:lnTo>
                  <a:pt x="2361" y="11485"/>
                </a:lnTo>
                <a:lnTo>
                  <a:pt x="2069" y="11071"/>
                </a:lnTo>
                <a:lnTo>
                  <a:pt x="1704" y="10439"/>
                </a:lnTo>
                <a:lnTo>
                  <a:pt x="1363" y="9757"/>
                </a:lnTo>
                <a:lnTo>
                  <a:pt x="1096" y="9052"/>
                </a:lnTo>
                <a:lnTo>
                  <a:pt x="974" y="8711"/>
                </a:lnTo>
                <a:lnTo>
                  <a:pt x="877" y="8346"/>
                </a:lnTo>
                <a:lnTo>
                  <a:pt x="779" y="7981"/>
                </a:lnTo>
                <a:lnTo>
                  <a:pt x="706" y="7616"/>
                </a:lnTo>
                <a:lnTo>
                  <a:pt x="633" y="7251"/>
                </a:lnTo>
                <a:lnTo>
                  <a:pt x="609" y="6862"/>
                </a:lnTo>
                <a:lnTo>
                  <a:pt x="585" y="6497"/>
                </a:lnTo>
                <a:lnTo>
                  <a:pt x="585" y="6132"/>
                </a:lnTo>
                <a:lnTo>
                  <a:pt x="585" y="5743"/>
                </a:lnTo>
                <a:lnTo>
                  <a:pt x="609" y="5378"/>
                </a:lnTo>
                <a:lnTo>
                  <a:pt x="682" y="4988"/>
                </a:lnTo>
                <a:lnTo>
                  <a:pt x="755" y="4599"/>
                </a:lnTo>
                <a:lnTo>
                  <a:pt x="877" y="4210"/>
                </a:lnTo>
                <a:lnTo>
                  <a:pt x="1023" y="3845"/>
                </a:lnTo>
                <a:lnTo>
                  <a:pt x="1193" y="3504"/>
                </a:lnTo>
                <a:lnTo>
                  <a:pt x="1363" y="3163"/>
                </a:lnTo>
                <a:lnTo>
                  <a:pt x="1582" y="2823"/>
                </a:lnTo>
                <a:lnTo>
                  <a:pt x="1826" y="2506"/>
                </a:lnTo>
                <a:lnTo>
                  <a:pt x="2093" y="2214"/>
                </a:lnTo>
                <a:lnTo>
                  <a:pt x="2361" y="1947"/>
                </a:lnTo>
                <a:lnTo>
                  <a:pt x="2653" y="1679"/>
                </a:lnTo>
                <a:lnTo>
                  <a:pt x="2969" y="1460"/>
                </a:lnTo>
                <a:lnTo>
                  <a:pt x="3310" y="1241"/>
                </a:lnTo>
                <a:lnTo>
                  <a:pt x="3650" y="1047"/>
                </a:lnTo>
                <a:lnTo>
                  <a:pt x="4015" y="901"/>
                </a:lnTo>
                <a:lnTo>
                  <a:pt x="4405" y="755"/>
                </a:lnTo>
                <a:lnTo>
                  <a:pt x="4770" y="657"/>
                </a:lnTo>
                <a:lnTo>
                  <a:pt x="5159" y="584"/>
                </a:lnTo>
                <a:lnTo>
                  <a:pt x="5524" y="536"/>
                </a:lnTo>
                <a:close/>
                <a:moveTo>
                  <a:pt x="5646" y="0"/>
                </a:moveTo>
                <a:lnTo>
                  <a:pt x="5256" y="49"/>
                </a:lnTo>
                <a:lnTo>
                  <a:pt x="4843" y="98"/>
                </a:lnTo>
                <a:lnTo>
                  <a:pt x="4453" y="195"/>
                </a:lnTo>
                <a:lnTo>
                  <a:pt x="4088" y="317"/>
                </a:lnTo>
                <a:lnTo>
                  <a:pt x="3723" y="438"/>
                </a:lnTo>
                <a:lnTo>
                  <a:pt x="3359" y="609"/>
                </a:lnTo>
                <a:lnTo>
                  <a:pt x="2994" y="803"/>
                </a:lnTo>
                <a:lnTo>
                  <a:pt x="2653" y="998"/>
                </a:lnTo>
                <a:lnTo>
                  <a:pt x="2337" y="1241"/>
                </a:lnTo>
                <a:lnTo>
                  <a:pt x="2020" y="1509"/>
                </a:lnTo>
                <a:lnTo>
                  <a:pt x="1728" y="1776"/>
                </a:lnTo>
                <a:lnTo>
                  <a:pt x="1461" y="2093"/>
                </a:lnTo>
                <a:lnTo>
                  <a:pt x="1193" y="2409"/>
                </a:lnTo>
                <a:lnTo>
                  <a:pt x="925" y="2798"/>
                </a:lnTo>
                <a:lnTo>
                  <a:pt x="682" y="3188"/>
                </a:lnTo>
                <a:lnTo>
                  <a:pt x="487" y="3601"/>
                </a:lnTo>
                <a:lnTo>
                  <a:pt x="341" y="4015"/>
                </a:lnTo>
                <a:lnTo>
                  <a:pt x="220" y="4453"/>
                </a:lnTo>
                <a:lnTo>
                  <a:pt x="122" y="4891"/>
                </a:lnTo>
                <a:lnTo>
                  <a:pt x="49" y="5329"/>
                </a:lnTo>
                <a:lnTo>
                  <a:pt x="25" y="5791"/>
                </a:lnTo>
                <a:lnTo>
                  <a:pt x="1" y="6254"/>
                </a:lnTo>
                <a:lnTo>
                  <a:pt x="25" y="6692"/>
                </a:lnTo>
                <a:lnTo>
                  <a:pt x="74" y="7154"/>
                </a:lnTo>
                <a:lnTo>
                  <a:pt x="122" y="7616"/>
                </a:lnTo>
                <a:lnTo>
                  <a:pt x="220" y="8054"/>
                </a:lnTo>
                <a:lnTo>
                  <a:pt x="317" y="8492"/>
                </a:lnTo>
                <a:lnTo>
                  <a:pt x="463" y="8930"/>
                </a:lnTo>
                <a:lnTo>
                  <a:pt x="609" y="9368"/>
                </a:lnTo>
                <a:lnTo>
                  <a:pt x="779" y="9806"/>
                </a:lnTo>
                <a:lnTo>
                  <a:pt x="974" y="10244"/>
                </a:lnTo>
                <a:lnTo>
                  <a:pt x="1193" y="10682"/>
                </a:lnTo>
                <a:lnTo>
                  <a:pt x="1412" y="11096"/>
                </a:lnTo>
                <a:lnTo>
                  <a:pt x="1680" y="11509"/>
                </a:lnTo>
                <a:lnTo>
                  <a:pt x="1947" y="11899"/>
                </a:lnTo>
                <a:lnTo>
                  <a:pt x="2239" y="12288"/>
                </a:lnTo>
                <a:lnTo>
                  <a:pt x="2531" y="12677"/>
                </a:lnTo>
                <a:lnTo>
                  <a:pt x="2969" y="13213"/>
                </a:lnTo>
                <a:lnTo>
                  <a:pt x="3407" y="13748"/>
                </a:lnTo>
                <a:lnTo>
                  <a:pt x="3626" y="14040"/>
                </a:lnTo>
                <a:lnTo>
                  <a:pt x="3869" y="14283"/>
                </a:lnTo>
                <a:lnTo>
                  <a:pt x="4113" y="14527"/>
                </a:lnTo>
                <a:lnTo>
                  <a:pt x="4380" y="14746"/>
                </a:lnTo>
                <a:lnTo>
                  <a:pt x="4502" y="14867"/>
                </a:lnTo>
                <a:lnTo>
                  <a:pt x="4697" y="15086"/>
                </a:lnTo>
                <a:lnTo>
                  <a:pt x="5159" y="15622"/>
                </a:lnTo>
                <a:lnTo>
                  <a:pt x="5621" y="16133"/>
                </a:lnTo>
                <a:lnTo>
                  <a:pt x="5792" y="16303"/>
                </a:lnTo>
                <a:lnTo>
                  <a:pt x="5865" y="16352"/>
                </a:lnTo>
                <a:lnTo>
                  <a:pt x="5913" y="16352"/>
                </a:lnTo>
                <a:lnTo>
                  <a:pt x="6084" y="16327"/>
                </a:lnTo>
                <a:lnTo>
                  <a:pt x="6230" y="16279"/>
                </a:lnTo>
                <a:lnTo>
                  <a:pt x="6351" y="16230"/>
                </a:lnTo>
                <a:lnTo>
                  <a:pt x="6473" y="16157"/>
                </a:lnTo>
                <a:lnTo>
                  <a:pt x="6716" y="15962"/>
                </a:lnTo>
                <a:lnTo>
                  <a:pt x="6911" y="15743"/>
                </a:lnTo>
                <a:lnTo>
                  <a:pt x="8176" y="14259"/>
                </a:lnTo>
                <a:lnTo>
                  <a:pt x="8833" y="13480"/>
                </a:lnTo>
                <a:lnTo>
                  <a:pt x="9466" y="12677"/>
                </a:lnTo>
                <a:lnTo>
                  <a:pt x="10074" y="11874"/>
                </a:lnTo>
                <a:lnTo>
                  <a:pt x="10634" y="11023"/>
                </a:lnTo>
                <a:lnTo>
                  <a:pt x="10877" y="10609"/>
                </a:lnTo>
                <a:lnTo>
                  <a:pt x="11121" y="10195"/>
                </a:lnTo>
                <a:lnTo>
                  <a:pt x="11340" y="9782"/>
                </a:lnTo>
                <a:lnTo>
                  <a:pt x="11534" y="9344"/>
                </a:lnTo>
                <a:lnTo>
                  <a:pt x="11704" y="8930"/>
                </a:lnTo>
                <a:lnTo>
                  <a:pt x="11875" y="8492"/>
                </a:lnTo>
                <a:lnTo>
                  <a:pt x="12021" y="8030"/>
                </a:lnTo>
                <a:lnTo>
                  <a:pt x="12118" y="7592"/>
                </a:lnTo>
                <a:lnTo>
                  <a:pt x="12215" y="7130"/>
                </a:lnTo>
                <a:lnTo>
                  <a:pt x="12264" y="6667"/>
                </a:lnTo>
                <a:lnTo>
                  <a:pt x="12288" y="6205"/>
                </a:lnTo>
                <a:lnTo>
                  <a:pt x="12288" y="5743"/>
                </a:lnTo>
                <a:lnTo>
                  <a:pt x="12240" y="5280"/>
                </a:lnTo>
                <a:lnTo>
                  <a:pt x="12167" y="4818"/>
                </a:lnTo>
                <a:lnTo>
                  <a:pt x="12045" y="4380"/>
                </a:lnTo>
                <a:lnTo>
                  <a:pt x="11899" y="3918"/>
                </a:lnTo>
                <a:lnTo>
                  <a:pt x="11729" y="3528"/>
                </a:lnTo>
                <a:lnTo>
                  <a:pt x="11534" y="3163"/>
                </a:lnTo>
                <a:lnTo>
                  <a:pt x="11315" y="2798"/>
                </a:lnTo>
                <a:lnTo>
                  <a:pt x="11096" y="2458"/>
                </a:lnTo>
                <a:lnTo>
                  <a:pt x="10829" y="2141"/>
                </a:lnTo>
                <a:lnTo>
                  <a:pt x="10537" y="1825"/>
                </a:lnTo>
                <a:lnTo>
                  <a:pt x="10245" y="1557"/>
                </a:lnTo>
                <a:lnTo>
                  <a:pt x="9928" y="1290"/>
                </a:lnTo>
                <a:lnTo>
                  <a:pt x="9588" y="1047"/>
                </a:lnTo>
                <a:lnTo>
                  <a:pt x="9223" y="828"/>
                </a:lnTo>
                <a:lnTo>
                  <a:pt x="8858" y="633"/>
                </a:lnTo>
                <a:lnTo>
                  <a:pt x="8493" y="463"/>
                </a:lnTo>
                <a:lnTo>
                  <a:pt x="8103" y="317"/>
                </a:lnTo>
                <a:lnTo>
                  <a:pt x="7714" y="195"/>
                </a:lnTo>
                <a:lnTo>
                  <a:pt x="7300" y="98"/>
                </a:lnTo>
                <a:lnTo>
                  <a:pt x="6887" y="49"/>
                </a:lnTo>
                <a:lnTo>
                  <a:pt x="6473"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95" name="Google Shape;795;p39"/>
          <p:cNvSpPr/>
          <p:nvPr/>
        </p:nvSpPr>
        <p:spPr>
          <a:xfrm>
            <a:off x="3190980" y="323539"/>
            <a:ext cx="414830" cy="366421"/>
          </a:xfrm>
          <a:custGeom>
            <a:avLst/>
            <a:gdLst/>
            <a:ahLst/>
            <a:cxnLst/>
            <a:rect l="l" t="t" r="r" b="b"/>
            <a:pathLst>
              <a:path w="18981" h="16766" extrusionOk="0">
                <a:moveTo>
                  <a:pt x="5451" y="5475"/>
                </a:moveTo>
                <a:lnTo>
                  <a:pt x="5257" y="5548"/>
                </a:lnTo>
                <a:lnTo>
                  <a:pt x="5159" y="5597"/>
                </a:lnTo>
                <a:lnTo>
                  <a:pt x="5062" y="5670"/>
                </a:lnTo>
                <a:lnTo>
                  <a:pt x="5013" y="5743"/>
                </a:lnTo>
                <a:lnTo>
                  <a:pt x="4965" y="5816"/>
                </a:lnTo>
                <a:lnTo>
                  <a:pt x="4940" y="5889"/>
                </a:lnTo>
                <a:lnTo>
                  <a:pt x="4965" y="5962"/>
                </a:lnTo>
                <a:lnTo>
                  <a:pt x="5013" y="6011"/>
                </a:lnTo>
                <a:lnTo>
                  <a:pt x="5086" y="6059"/>
                </a:lnTo>
                <a:lnTo>
                  <a:pt x="5208" y="6059"/>
                </a:lnTo>
                <a:lnTo>
                  <a:pt x="5354" y="6035"/>
                </a:lnTo>
                <a:lnTo>
                  <a:pt x="5476" y="6011"/>
                </a:lnTo>
                <a:lnTo>
                  <a:pt x="5695" y="6011"/>
                </a:lnTo>
                <a:lnTo>
                  <a:pt x="5792" y="5986"/>
                </a:lnTo>
                <a:lnTo>
                  <a:pt x="5865" y="5913"/>
                </a:lnTo>
                <a:lnTo>
                  <a:pt x="5914" y="5816"/>
                </a:lnTo>
                <a:lnTo>
                  <a:pt x="5938" y="5743"/>
                </a:lnTo>
                <a:lnTo>
                  <a:pt x="5938" y="5694"/>
                </a:lnTo>
                <a:lnTo>
                  <a:pt x="5889" y="5573"/>
                </a:lnTo>
                <a:lnTo>
                  <a:pt x="5792" y="5500"/>
                </a:lnTo>
                <a:lnTo>
                  <a:pt x="5670" y="5475"/>
                </a:lnTo>
                <a:close/>
                <a:moveTo>
                  <a:pt x="4575" y="5986"/>
                </a:moveTo>
                <a:lnTo>
                  <a:pt x="4454" y="6011"/>
                </a:lnTo>
                <a:lnTo>
                  <a:pt x="4356" y="6035"/>
                </a:lnTo>
                <a:lnTo>
                  <a:pt x="4259" y="6084"/>
                </a:lnTo>
                <a:lnTo>
                  <a:pt x="4113" y="6205"/>
                </a:lnTo>
                <a:lnTo>
                  <a:pt x="4040" y="6254"/>
                </a:lnTo>
                <a:lnTo>
                  <a:pt x="3991" y="6351"/>
                </a:lnTo>
                <a:lnTo>
                  <a:pt x="3967" y="6424"/>
                </a:lnTo>
                <a:lnTo>
                  <a:pt x="3991" y="6522"/>
                </a:lnTo>
                <a:lnTo>
                  <a:pt x="4064" y="6570"/>
                </a:lnTo>
                <a:lnTo>
                  <a:pt x="4162" y="6619"/>
                </a:lnTo>
                <a:lnTo>
                  <a:pt x="4283" y="6595"/>
                </a:lnTo>
                <a:lnTo>
                  <a:pt x="4429" y="6546"/>
                </a:lnTo>
                <a:lnTo>
                  <a:pt x="4527" y="6522"/>
                </a:lnTo>
                <a:lnTo>
                  <a:pt x="4551" y="6497"/>
                </a:lnTo>
                <a:lnTo>
                  <a:pt x="4648" y="6473"/>
                </a:lnTo>
                <a:lnTo>
                  <a:pt x="4721" y="6424"/>
                </a:lnTo>
                <a:lnTo>
                  <a:pt x="4794" y="6327"/>
                </a:lnTo>
                <a:lnTo>
                  <a:pt x="4794" y="6205"/>
                </a:lnTo>
                <a:lnTo>
                  <a:pt x="4770" y="6108"/>
                </a:lnTo>
                <a:lnTo>
                  <a:pt x="4673" y="6035"/>
                </a:lnTo>
                <a:lnTo>
                  <a:pt x="4575" y="5986"/>
                </a:lnTo>
                <a:close/>
                <a:moveTo>
                  <a:pt x="7593" y="5962"/>
                </a:moveTo>
                <a:lnTo>
                  <a:pt x="7495" y="6011"/>
                </a:lnTo>
                <a:lnTo>
                  <a:pt x="7447" y="6059"/>
                </a:lnTo>
                <a:lnTo>
                  <a:pt x="7398" y="6132"/>
                </a:lnTo>
                <a:lnTo>
                  <a:pt x="7398" y="6181"/>
                </a:lnTo>
                <a:lnTo>
                  <a:pt x="7422" y="6254"/>
                </a:lnTo>
                <a:lnTo>
                  <a:pt x="7520" y="6351"/>
                </a:lnTo>
                <a:lnTo>
                  <a:pt x="7593" y="6424"/>
                </a:lnTo>
                <a:lnTo>
                  <a:pt x="7641" y="6449"/>
                </a:lnTo>
                <a:lnTo>
                  <a:pt x="7666" y="6473"/>
                </a:lnTo>
                <a:lnTo>
                  <a:pt x="7690" y="6497"/>
                </a:lnTo>
                <a:lnTo>
                  <a:pt x="7714" y="6546"/>
                </a:lnTo>
                <a:lnTo>
                  <a:pt x="7763" y="6619"/>
                </a:lnTo>
                <a:lnTo>
                  <a:pt x="7787" y="6668"/>
                </a:lnTo>
                <a:lnTo>
                  <a:pt x="7812" y="6692"/>
                </a:lnTo>
                <a:lnTo>
                  <a:pt x="7909" y="6741"/>
                </a:lnTo>
                <a:lnTo>
                  <a:pt x="8031" y="6741"/>
                </a:lnTo>
                <a:lnTo>
                  <a:pt x="8128" y="6716"/>
                </a:lnTo>
                <a:lnTo>
                  <a:pt x="8201" y="6643"/>
                </a:lnTo>
                <a:lnTo>
                  <a:pt x="8250" y="6546"/>
                </a:lnTo>
                <a:lnTo>
                  <a:pt x="8250" y="6449"/>
                </a:lnTo>
                <a:lnTo>
                  <a:pt x="8225" y="6351"/>
                </a:lnTo>
                <a:lnTo>
                  <a:pt x="8177" y="6254"/>
                </a:lnTo>
                <a:lnTo>
                  <a:pt x="8104" y="6181"/>
                </a:lnTo>
                <a:lnTo>
                  <a:pt x="8006" y="6108"/>
                </a:lnTo>
                <a:lnTo>
                  <a:pt x="7909" y="6035"/>
                </a:lnTo>
                <a:lnTo>
                  <a:pt x="7812" y="5986"/>
                </a:lnTo>
                <a:lnTo>
                  <a:pt x="7690" y="5962"/>
                </a:lnTo>
                <a:close/>
                <a:moveTo>
                  <a:pt x="3578" y="6741"/>
                </a:moveTo>
                <a:lnTo>
                  <a:pt x="3456" y="6765"/>
                </a:lnTo>
                <a:lnTo>
                  <a:pt x="3359" y="6814"/>
                </a:lnTo>
                <a:lnTo>
                  <a:pt x="3286" y="6887"/>
                </a:lnTo>
                <a:lnTo>
                  <a:pt x="3189" y="6960"/>
                </a:lnTo>
                <a:lnTo>
                  <a:pt x="3140" y="7081"/>
                </a:lnTo>
                <a:lnTo>
                  <a:pt x="3091" y="7179"/>
                </a:lnTo>
                <a:lnTo>
                  <a:pt x="3067" y="7300"/>
                </a:lnTo>
                <a:lnTo>
                  <a:pt x="3067" y="7398"/>
                </a:lnTo>
                <a:lnTo>
                  <a:pt x="3091" y="7446"/>
                </a:lnTo>
                <a:lnTo>
                  <a:pt x="3116" y="7471"/>
                </a:lnTo>
                <a:lnTo>
                  <a:pt x="3189" y="7519"/>
                </a:lnTo>
                <a:lnTo>
                  <a:pt x="3286" y="7544"/>
                </a:lnTo>
                <a:lnTo>
                  <a:pt x="3359" y="7519"/>
                </a:lnTo>
                <a:lnTo>
                  <a:pt x="3481" y="7446"/>
                </a:lnTo>
                <a:lnTo>
                  <a:pt x="3554" y="7325"/>
                </a:lnTo>
                <a:lnTo>
                  <a:pt x="3627" y="7276"/>
                </a:lnTo>
                <a:lnTo>
                  <a:pt x="3651" y="7252"/>
                </a:lnTo>
                <a:lnTo>
                  <a:pt x="3700" y="7227"/>
                </a:lnTo>
                <a:lnTo>
                  <a:pt x="3773" y="7179"/>
                </a:lnTo>
                <a:lnTo>
                  <a:pt x="3821" y="7106"/>
                </a:lnTo>
                <a:lnTo>
                  <a:pt x="3821" y="7033"/>
                </a:lnTo>
                <a:lnTo>
                  <a:pt x="3821" y="6935"/>
                </a:lnTo>
                <a:lnTo>
                  <a:pt x="3797" y="6862"/>
                </a:lnTo>
                <a:lnTo>
                  <a:pt x="3724" y="6789"/>
                </a:lnTo>
                <a:lnTo>
                  <a:pt x="3651" y="6765"/>
                </a:lnTo>
                <a:lnTo>
                  <a:pt x="3578" y="6741"/>
                </a:lnTo>
                <a:close/>
                <a:moveTo>
                  <a:pt x="16863" y="4526"/>
                </a:moveTo>
                <a:lnTo>
                  <a:pt x="16766" y="4575"/>
                </a:lnTo>
                <a:lnTo>
                  <a:pt x="16693" y="4624"/>
                </a:lnTo>
                <a:lnTo>
                  <a:pt x="16620" y="4697"/>
                </a:lnTo>
                <a:lnTo>
                  <a:pt x="16498" y="4843"/>
                </a:lnTo>
                <a:lnTo>
                  <a:pt x="16401" y="5037"/>
                </a:lnTo>
                <a:lnTo>
                  <a:pt x="16158" y="5500"/>
                </a:lnTo>
                <a:lnTo>
                  <a:pt x="15914" y="5962"/>
                </a:lnTo>
                <a:lnTo>
                  <a:pt x="15647" y="5816"/>
                </a:lnTo>
                <a:lnTo>
                  <a:pt x="15501" y="5719"/>
                </a:lnTo>
                <a:lnTo>
                  <a:pt x="15355" y="5670"/>
                </a:lnTo>
                <a:lnTo>
                  <a:pt x="15233" y="5646"/>
                </a:lnTo>
                <a:lnTo>
                  <a:pt x="15087" y="5597"/>
                </a:lnTo>
                <a:lnTo>
                  <a:pt x="15038" y="5573"/>
                </a:lnTo>
                <a:lnTo>
                  <a:pt x="15014" y="5573"/>
                </a:lnTo>
                <a:lnTo>
                  <a:pt x="14917" y="5621"/>
                </a:lnTo>
                <a:lnTo>
                  <a:pt x="14892" y="5646"/>
                </a:lnTo>
                <a:lnTo>
                  <a:pt x="14844" y="5694"/>
                </a:lnTo>
                <a:lnTo>
                  <a:pt x="14844" y="5767"/>
                </a:lnTo>
                <a:lnTo>
                  <a:pt x="14868" y="5840"/>
                </a:lnTo>
                <a:lnTo>
                  <a:pt x="14892" y="5913"/>
                </a:lnTo>
                <a:lnTo>
                  <a:pt x="15087" y="6059"/>
                </a:lnTo>
                <a:lnTo>
                  <a:pt x="15282" y="6181"/>
                </a:lnTo>
                <a:lnTo>
                  <a:pt x="15671" y="6424"/>
                </a:lnTo>
                <a:lnTo>
                  <a:pt x="15355" y="6984"/>
                </a:lnTo>
                <a:lnTo>
                  <a:pt x="15160" y="7252"/>
                </a:lnTo>
                <a:lnTo>
                  <a:pt x="14965" y="7519"/>
                </a:lnTo>
                <a:lnTo>
                  <a:pt x="14941" y="7592"/>
                </a:lnTo>
                <a:lnTo>
                  <a:pt x="14941" y="7641"/>
                </a:lnTo>
                <a:lnTo>
                  <a:pt x="14941" y="7714"/>
                </a:lnTo>
                <a:lnTo>
                  <a:pt x="14965" y="7763"/>
                </a:lnTo>
                <a:lnTo>
                  <a:pt x="15014" y="7836"/>
                </a:lnTo>
                <a:lnTo>
                  <a:pt x="15063" y="7860"/>
                </a:lnTo>
                <a:lnTo>
                  <a:pt x="15111" y="7884"/>
                </a:lnTo>
                <a:lnTo>
                  <a:pt x="15184" y="7909"/>
                </a:lnTo>
                <a:lnTo>
                  <a:pt x="15257" y="7884"/>
                </a:lnTo>
                <a:lnTo>
                  <a:pt x="15355" y="7860"/>
                </a:lnTo>
                <a:lnTo>
                  <a:pt x="15501" y="7763"/>
                </a:lnTo>
                <a:lnTo>
                  <a:pt x="15622" y="7641"/>
                </a:lnTo>
                <a:lnTo>
                  <a:pt x="15744" y="7471"/>
                </a:lnTo>
                <a:lnTo>
                  <a:pt x="15866" y="7276"/>
                </a:lnTo>
                <a:lnTo>
                  <a:pt x="15963" y="7081"/>
                </a:lnTo>
                <a:lnTo>
                  <a:pt x="16133" y="6716"/>
                </a:lnTo>
                <a:lnTo>
                  <a:pt x="16328" y="6862"/>
                </a:lnTo>
                <a:lnTo>
                  <a:pt x="16523" y="7008"/>
                </a:lnTo>
                <a:lnTo>
                  <a:pt x="16742" y="7106"/>
                </a:lnTo>
                <a:lnTo>
                  <a:pt x="16839" y="7130"/>
                </a:lnTo>
                <a:lnTo>
                  <a:pt x="16961" y="7154"/>
                </a:lnTo>
                <a:lnTo>
                  <a:pt x="17034" y="7130"/>
                </a:lnTo>
                <a:lnTo>
                  <a:pt x="17082" y="7106"/>
                </a:lnTo>
                <a:lnTo>
                  <a:pt x="17131" y="7057"/>
                </a:lnTo>
                <a:lnTo>
                  <a:pt x="17155" y="7008"/>
                </a:lnTo>
                <a:lnTo>
                  <a:pt x="17180" y="6960"/>
                </a:lnTo>
                <a:lnTo>
                  <a:pt x="17180" y="6887"/>
                </a:lnTo>
                <a:lnTo>
                  <a:pt x="17155" y="6814"/>
                </a:lnTo>
                <a:lnTo>
                  <a:pt x="17131" y="6765"/>
                </a:lnTo>
                <a:lnTo>
                  <a:pt x="16961" y="6619"/>
                </a:lnTo>
                <a:lnTo>
                  <a:pt x="16766" y="6497"/>
                </a:lnTo>
                <a:lnTo>
                  <a:pt x="16377" y="6254"/>
                </a:lnTo>
                <a:lnTo>
                  <a:pt x="16644" y="5670"/>
                </a:lnTo>
                <a:lnTo>
                  <a:pt x="16766" y="5427"/>
                </a:lnTo>
                <a:lnTo>
                  <a:pt x="16912" y="5183"/>
                </a:lnTo>
                <a:lnTo>
                  <a:pt x="17034" y="4916"/>
                </a:lnTo>
                <a:lnTo>
                  <a:pt x="17082" y="4770"/>
                </a:lnTo>
                <a:lnTo>
                  <a:pt x="17082" y="4648"/>
                </a:lnTo>
                <a:lnTo>
                  <a:pt x="17082" y="4599"/>
                </a:lnTo>
                <a:lnTo>
                  <a:pt x="17058" y="4551"/>
                </a:lnTo>
                <a:lnTo>
                  <a:pt x="17009" y="4526"/>
                </a:lnTo>
                <a:close/>
                <a:moveTo>
                  <a:pt x="8420" y="6838"/>
                </a:moveTo>
                <a:lnTo>
                  <a:pt x="8371" y="6862"/>
                </a:lnTo>
                <a:lnTo>
                  <a:pt x="8298" y="6911"/>
                </a:lnTo>
                <a:lnTo>
                  <a:pt x="8274" y="6984"/>
                </a:lnTo>
                <a:lnTo>
                  <a:pt x="8250" y="7081"/>
                </a:lnTo>
                <a:lnTo>
                  <a:pt x="8274" y="7179"/>
                </a:lnTo>
                <a:lnTo>
                  <a:pt x="8298" y="7276"/>
                </a:lnTo>
                <a:lnTo>
                  <a:pt x="8347" y="7373"/>
                </a:lnTo>
                <a:lnTo>
                  <a:pt x="8420" y="7519"/>
                </a:lnTo>
                <a:lnTo>
                  <a:pt x="8444" y="7665"/>
                </a:lnTo>
                <a:lnTo>
                  <a:pt x="8444" y="7763"/>
                </a:lnTo>
                <a:lnTo>
                  <a:pt x="8493" y="7836"/>
                </a:lnTo>
                <a:lnTo>
                  <a:pt x="8566" y="7909"/>
                </a:lnTo>
                <a:lnTo>
                  <a:pt x="8663" y="7933"/>
                </a:lnTo>
                <a:lnTo>
                  <a:pt x="8761" y="7957"/>
                </a:lnTo>
                <a:lnTo>
                  <a:pt x="8882" y="7909"/>
                </a:lnTo>
                <a:lnTo>
                  <a:pt x="8980" y="7836"/>
                </a:lnTo>
                <a:lnTo>
                  <a:pt x="9004" y="7787"/>
                </a:lnTo>
                <a:lnTo>
                  <a:pt x="9028" y="7738"/>
                </a:lnTo>
                <a:lnTo>
                  <a:pt x="9028" y="7592"/>
                </a:lnTo>
                <a:lnTo>
                  <a:pt x="9004" y="7446"/>
                </a:lnTo>
                <a:lnTo>
                  <a:pt x="8955" y="7325"/>
                </a:lnTo>
                <a:lnTo>
                  <a:pt x="8882" y="7179"/>
                </a:lnTo>
                <a:lnTo>
                  <a:pt x="8809" y="7057"/>
                </a:lnTo>
                <a:lnTo>
                  <a:pt x="8712" y="6960"/>
                </a:lnTo>
                <a:lnTo>
                  <a:pt x="8663" y="6911"/>
                </a:lnTo>
                <a:lnTo>
                  <a:pt x="8615" y="6862"/>
                </a:lnTo>
                <a:lnTo>
                  <a:pt x="8542" y="6838"/>
                </a:lnTo>
                <a:close/>
                <a:moveTo>
                  <a:pt x="16255" y="7495"/>
                </a:moveTo>
                <a:lnTo>
                  <a:pt x="16206" y="7544"/>
                </a:lnTo>
                <a:lnTo>
                  <a:pt x="16158" y="7592"/>
                </a:lnTo>
                <a:lnTo>
                  <a:pt x="16158" y="7714"/>
                </a:lnTo>
                <a:lnTo>
                  <a:pt x="16158" y="7836"/>
                </a:lnTo>
                <a:lnTo>
                  <a:pt x="16206" y="7982"/>
                </a:lnTo>
                <a:lnTo>
                  <a:pt x="16231" y="8030"/>
                </a:lnTo>
                <a:lnTo>
                  <a:pt x="16279" y="8079"/>
                </a:lnTo>
                <a:lnTo>
                  <a:pt x="16304" y="8103"/>
                </a:lnTo>
                <a:lnTo>
                  <a:pt x="16377" y="8128"/>
                </a:lnTo>
                <a:lnTo>
                  <a:pt x="16474" y="8128"/>
                </a:lnTo>
                <a:lnTo>
                  <a:pt x="16523" y="8103"/>
                </a:lnTo>
                <a:lnTo>
                  <a:pt x="16547" y="8055"/>
                </a:lnTo>
                <a:lnTo>
                  <a:pt x="16571" y="8006"/>
                </a:lnTo>
                <a:lnTo>
                  <a:pt x="16571" y="7957"/>
                </a:lnTo>
                <a:lnTo>
                  <a:pt x="16547" y="7836"/>
                </a:lnTo>
                <a:lnTo>
                  <a:pt x="16523" y="7738"/>
                </a:lnTo>
                <a:lnTo>
                  <a:pt x="16474" y="7641"/>
                </a:lnTo>
                <a:lnTo>
                  <a:pt x="16401" y="7544"/>
                </a:lnTo>
                <a:lnTo>
                  <a:pt x="16328" y="7495"/>
                </a:lnTo>
                <a:close/>
                <a:moveTo>
                  <a:pt x="2897" y="7836"/>
                </a:moveTo>
                <a:lnTo>
                  <a:pt x="2799" y="7860"/>
                </a:lnTo>
                <a:lnTo>
                  <a:pt x="2702" y="7909"/>
                </a:lnTo>
                <a:lnTo>
                  <a:pt x="2629" y="7982"/>
                </a:lnTo>
                <a:lnTo>
                  <a:pt x="2556" y="8079"/>
                </a:lnTo>
                <a:lnTo>
                  <a:pt x="2507" y="8201"/>
                </a:lnTo>
                <a:lnTo>
                  <a:pt x="2507" y="8347"/>
                </a:lnTo>
                <a:lnTo>
                  <a:pt x="2507" y="8468"/>
                </a:lnTo>
                <a:lnTo>
                  <a:pt x="2556" y="8517"/>
                </a:lnTo>
                <a:lnTo>
                  <a:pt x="2580" y="8566"/>
                </a:lnTo>
                <a:lnTo>
                  <a:pt x="2678" y="8614"/>
                </a:lnTo>
                <a:lnTo>
                  <a:pt x="2799" y="8614"/>
                </a:lnTo>
                <a:lnTo>
                  <a:pt x="2848" y="8590"/>
                </a:lnTo>
                <a:lnTo>
                  <a:pt x="2897" y="8566"/>
                </a:lnTo>
                <a:lnTo>
                  <a:pt x="2970" y="8493"/>
                </a:lnTo>
                <a:lnTo>
                  <a:pt x="3018" y="8420"/>
                </a:lnTo>
                <a:lnTo>
                  <a:pt x="3116" y="8274"/>
                </a:lnTo>
                <a:lnTo>
                  <a:pt x="3140" y="8152"/>
                </a:lnTo>
                <a:lnTo>
                  <a:pt x="3140" y="8055"/>
                </a:lnTo>
                <a:lnTo>
                  <a:pt x="3091" y="7957"/>
                </a:lnTo>
                <a:lnTo>
                  <a:pt x="3018" y="7884"/>
                </a:lnTo>
                <a:lnTo>
                  <a:pt x="2897" y="7836"/>
                </a:lnTo>
                <a:close/>
                <a:moveTo>
                  <a:pt x="8955" y="8152"/>
                </a:moveTo>
                <a:lnTo>
                  <a:pt x="8882" y="8201"/>
                </a:lnTo>
                <a:lnTo>
                  <a:pt x="8858" y="8274"/>
                </a:lnTo>
                <a:lnTo>
                  <a:pt x="8858" y="8371"/>
                </a:lnTo>
                <a:lnTo>
                  <a:pt x="8858" y="8468"/>
                </a:lnTo>
                <a:lnTo>
                  <a:pt x="8907" y="8639"/>
                </a:lnTo>
                <a:lnTo>
                  <a:pt x="8955" y="8760"/>
                </a:lnTo>
                <a:lnTo>
                  <a:pt x="8980" y="8858"/>
                </a:lnTo>
                <a:lnTo>
                  <a:pt x="9053" y="8955"/>
                </a:lnTo>
                <a:lnTo>
                  <a:pt x="9101" y="9004"/>
                </a:lnTo>
                <a:lnTo>
                  <a:pt x="9150" y="9028"/>
                </a:lnTo>
                <a:lnTo>
                  <a:pt x="9296" y="9028"/>
                </a:lnTo>
                <a:lnTo>
                  <a:pt x="9369" y="8979"/>
                </a:lnTo>
                <a:lnTo>
                  <a:pt x="9393" y="8931"/>
                </a:lnTo>
                <a:lnTo>
                  <a:pt x="9418" y="8858"/>
                </a:lnTo>
                <a:lnTo>
                  <a:pt x="9418" y="8785"/>
                </a:lnTo>
                <a:lnTo>
                  <a:pt x="9393" y="8639"/>
                </a:lnTo>
                <a:lnTo>
                  <a:pt x="9369" y="8614"/>
                </a:lnTo>
                <a:lnTo>
                  <a:pt x="9345" y="8517"/>
                </a:lnTo>
                <a:lnTo>
                  <a:pt x="9247" y="8322"/>
                </a:lnTo>
                <a:lnTo>
                  <a:pt x="9199" y="8225"/>
                </a:lnTo>
                <a:lnTo>
                  <a:pt x="9101" y="8176"/>
                </a:lnTo>
                <a:lnTo>
                  <a:pt x="9028" y="8152"/>
                </a:lnTo>
                <a:close/>
                <a:moveTo>
                  <a:pt x="16352" y="8541"/>
                </a:moveTo>
                <a:lnTo>
                  <a:pt x="16279" y="8566"/>
                </a:lnTo>
                <a:lnTo>
                  <a:pt x="16231" y="8614"/>
                </a:lnTo>
                <a:lnTo>
                  <a:pt x="16206" y="8663"/>
                </a:lnTo>
                <a:lnTo>
                  <a:pt x="16182" y="8736"/>
                </a:lnTo>
                <a:lnTo>
                  <a:pt x="16182" y="8858"/>
                </a:lnTo>
                <a:lnTo>
                  <a:pt x="16206" y="8979"/>
                </a:lnTo>
                <a:lnTo>
                  <a:pt x="16231" y="9174"/>
                </a:lnTo>
                <a:lnTo>
                  <a:pt x="16255" y="9296"/>
                </a:lnTo>
                <a:lnTo>
                  <a:pt x="16304" y="9369"/>
                </a:lnTo>
                <a:lnTo>
                  <a:pt x="16401" y="9417"/>
                </a:lnTo>
                <a:lnTo>
                  <a:pt x="16498" y="9417"/>
                </a:lnTo>
                <a:lnTo>
                  <a:pt x="16596" y="9393"/>
                </a:lnTo>
                <a:lnTo>
                  <a:pt x="16669" y="9320"/>
                </a:lnTo>
                <a:lnTo>
                  <a:pt x="16693" y="9223"/>
                </a:lnTo>
                <a:lnTo>
                  <a:pt x="16693" y="9101"/>
                </a:lnTo>
                <a:lnTo>
                  <a:pt x="16644" y="8882"/>
                </a:lnTo>
                <a:lnTo>
                  <a:pt x="16596" y="8760"/>
                </a:lnTo>
                <a:lnTo>
                  <a:pt x="16547" y="8639"/>
                </a:lnTo>
                <a:lnTo>
                  <a:pt x="16523" y="8590"/>
                </a:lnTo>
                <a:lnTo>
                  <a:pt x="16474" y="8541"/>
                </a:lnTo>
                <a:close/>
                <a:moveTo>
                  <a:pt x="2434" y="9077"/>
                </a:moveTo>
                <a:lnTo>
                  <a:pt x="2337" y="9101"/>
                </a:lnTo>
                <a:lnTo>
                  <a:pt x="2264" y="9125"/>
                </a:lnTo>
                <a:lnTo>
                  <a:pt x="2191" y="9198"/>
                </a:lnTo>
                <a:lnTo>
                  <a:pt x="2142" y="9271"/>
                </a:lnTo>
                <a:lnTo>
                  <a:pt x="2118" y="9369"/>
                </a:lnTo>
                <a:lnTo>
                  <a:pt x="2094" y="9515"/>
                </a:lnTo>
                <a:lnTo>
                  <a:pt x="2094" y="9612"/>
                </a:lnTo>
                <a:lnTo>
                  <a:pt x="2094" y="9685"/>
                </a:lnTo>
                <a:lnTo>
                  <a:pt x="2118" y="9782"/>
                </a:lnTo>
                <a:lnTo>
                  <a:pt x="2191" y="9831"/>
                </a:lnTo>
                <a:lnTo>
                  <a:pt x="2240" y="9879"/>
                </a:lnTo>
                <a:lnTo>
                  <a:pt x="2337" y="9904"/>
                </a:lnTo>
                <a:lnTo>
                  <a:pt x="2410" y="9879"/>
                </a:lnTo>
                <a:lnTo>
                  <a:pt x="2483" y="9831"/>
                </a:lnTo>
                <a:lnTo>
                  <a:pt x="2556" y="9733"/>
                </a:lnTo>
                <a:lnTo>
                  <a:pt x="2580" y="9612"/>
                </a:lnTo>
                <a:lnTo>
                  <a:pt x="2653" y="9417"/>
                </a:lnTo>
                <a:lnTo>
                  <a:pt x="2653" y="9320"/>
                </a:lnTo>
                <a:lnTo>
                  <a:pt x="2653" y="9247"/>
                </a:lnTo>
                <a:lnTo>
                  <a:pt x="2605" y="9174"/>
                </a:lnTo>
                <a:lnTo>
                  <a:pt x="2532" y="9125"/>
                </a:lnTo>
                <a:lnTo>
                  <a:pt x="2434" y="9077"/>
                </a:lnTo>
                <a:close/>
                <a:moveTo>
                  <a:pt x="9272" y="9296"/>
                </a:moveTo>
                <a:lnTo>
                  <a:pt x="9199" y="9344"/>
                </a:lnTo>
                <a:lnTo>
                  <a:pt x="9101" y="9417"/>
                </a:lnTo>
                <a:lnTo>
                  <a:pt x="9077" y="9539"/>
                </a:lnTo>
                <a:lnTo>
                  <a:pt x="9053" y="9661"/>
                </a:lnTo>
                <a:lnTo>
                  <a:pt x="9077" y="9782"/>
                </a:lnTo>
                <a:lnTo>
                  <a:pt x="9126" y="9904"/>
                </a:lnTo>
                <a:lnTo>
                  <a:pt x="9174" y="10001"/>
                </a:lnTo>
                <a:lnTo>
                  <a:pt x="9247" y="10123"/>
                </a:lnTo>
                <a:lnTo>
                  <a:pt x="9320" y="10196"/>
                </a:lnTo>
                <a:lnTo>
                  <a:pt x="9393" y="10220"/>
                </a:lnTo>
                <a:lnTo>
                  <a:pt x="9442" y="10220"/>
                </a:lnTo>
                <a:lnTo>
                  <a:pt x="9564" y="10196"/>
                </a:lnTo>
                <a:lnTo>
                  <a:pt x="9612" y="10147"/>
                </a:lnTo>
                <a:lnTo>
                  <a:pt x="9661" y="10123"/>
                </a:lnTo>
                <a:lnTo>
                  <a:pt x="9685" y="10050"/>
                </a:lnTo>
                <a:lnTo>
                  <a:pt x="9685" y="10001"/>
                </a:lnTo>
                <a:lnTo>
                  <a:pt x="9685" y="9904"/>
                </a:lnTo>
                <a:lnTo>
                  <a:pt x="9637" y="9806"/>
                </a:lnTo>
                <a:lnTo>
                  <a:pt x="9539" y="9636"/>
                </a:lnTo>
                <a:lnTo>
                  <a:pt x="9515" y="9515"/>
                </a:lnTo>
                <a:lnTo>
                  <a:pt x="9442" y="9393"/>
                </a:lnTo>
                <a:lnTo>
                  <a:pt x="9393" y="9344"/>
                </a:lnTo>
                <a:lnTo>
                  <a:pt x="9345" y="9320"/>
                </a:lnTo>
                <a:lnTo>
                  <a:pt x="9272" y="9296"/>
                </a:lnTo>
                <a:close/>
                <a:moveTo>
                  <a:pt x="16231" y="9855"/>
                </a:moveTo>
                <a:lnTo>
                  <a:pt x="16231" y="9879"/>
                </a:lnTo>
                <a:lnTo>
                  <a:pt x="16182" y="9904"/>
                </a:lnTo>
                <a:lnTo>
                  <a:pt x="16133" y="9952"/>
                </a:lnTo>
                <a:lnTo>
                  <a:pt x="16060" y="10098"/>
                </a:lnTo>
                <a:lnTo>
                  <a:pt x="16012" y="10293"/>
                </a:lnTo>
                <a:lnTo>
                  <a:pt x="16012" y="10390"/>
                </a:lnTo>
                <a:lnTo>
                  <a:pt x="16012" y="10463"/>
                </a:lnTo>
                <a:lnTo>
                  <a:pt x="16085" y="10561"/>
                </a:lnTo>
                <a:lnTo>
                  <a:pt x="16182" y="10634"/>
                </a:lnTo>
                <a:lnTo>
                  <a:pt x="16304" y="10634"/>
                </a:lnTo>
                <a:lnTo>
                  <a:pt x="16352" y="10609"/>
                </a:lnTo>
                <a:lnTo>
                  <a:pt x="16401" y="10561"/>
                </a:lnTo>
                <a:lnTo>
                  <a:pt x="16450" y="10488"/>
                </a:lnTo>
                <a:lnTo>
                  <a:pt x="16474" y="10415"/>
                </a:lnTo>
                <a:lnTo>
                  <a:pt x="16498" y="10244"/>
                </a:lnTo>
                <a:lnTo>
                  <a:pt x="16498" y="10147"/>
                </a:lnTo>
                <a:lnTo>
                  <a:pt x="16498" y="10050"/>
                </a:lnTo>
                <a:lnTo>
                  <a:pt x="16474" y="9952"/>
                </a:lnTo>
                <a:lnTo>
                  <a:pt x="16425" y="9879"/>
                </a:lnTo>
                <a:lnTo>
                  <a:pt x="16328" y="9855"/>
                </a:lnTo>
                <a:close/>
                <a:moveTo>
                  <a:pt x="2167" y="10244"/>
                </a:moveTo>
                <a:lnTo>
                  <a:pt x="2045" y="10269"/>
                </a:lnTo>
                <a:lnTo>
                  <a:pt x="1972" y="10317"/>
                </a:lnTo>
                <a:lnTo>
                  <a:pt x="1875" y="10463"/>
                </a:lnTo>
                <a:lnTo>
                  <a:pt x="1826" y="10634"/>
                </a:lnTo>
                <a:lnTo>
                  <a:pt x="1802" y="10804"/>
                </a:lnTo>
                <a:lnTo>
                  <a:pt x="1850" y="10926"/>
                </a:lnTo>
                <a:lnTo>
                  <a:pt x="1923" y="11023"/>
                </a:lnTo>
                <a:lnTo>
                  <a:pt x="1948" y="11072"/>
                </a:lnTo>
                <a:lnTo>
                  <a:pt x="2021" y="11096"/>
                </a:lnTo>
                <a:lnTo>
                  <a:pt x="2118" y="11096"/>
                </a:lnTo>
                <a:lnTo>
                  <a:pt x="2191" y="11072"/>
                </a:lnTo>
                <a:lnTo>
                  <a:pt x="2215" y="11023"/>
                </a:lnTo>
                <a:lnTo>
                  <a:pt x="2288" y="10950"/>
                </a:lnTo>
                <a:lnTo>
                  <a:pt x="2313" y="10877"/>
                </a:lnTo>
                <a:lnTo>
                  <a:pt x="2337" y="10780"/>
                </a:lnTo>
                <a:lnTo>
                  <a:pt x="2337" y="10755"/>
                </a:lnTo>
                <a:lnTo>
                  <a:pt x="2337" y="10731"/>
                </a:lnTo>
                <a:lnTo>
                  <a:pt x="2386" y="10658"/>
                </a:lnTo>
                <a:lnTo>
                  <a:pt x="2410" y="10561"/>
                </a:lnTo>
                <a:lnTo>
                  <a:pt x="2434" y="10488"/>
                </a:lnTo>
                <a:lnTo>
                  <a:pt x="2410" y="10390"/>
                </a:lnTo>
                <a:lnTo>
                  <a:pt x="2337" y="10317"/>
                </a:lnTo>
                <a:lnTo>
                  <a:pt x="2264" y="10269"/>
                </a:lnTo>
                <a:lnTo>
                  <a:pt x="2167" y="10244"/>
                </a:lnTo>
                <a:close/>
                <a:moveTo>
                  <a:pt x="9661" y="10512"/>
                </a:moveTo>
                <a:lnTo>
                  <a:pt x="9612" y="10536"/>
                </a:lnTo>
                <a:lnTo>
                  <a:pt x="9539" y="10609"/>
                </a:lnTo>
                <a:lnTo>
                  <a:pt x="9491" y="10658"/>
                </a:lnTo>
                <a:lnTo>
                  <a:pt x="9491" y="10731"/>
                </a:lnTo>
                <a:lnTo>
                  <a:pt x="9491" y="10877"/>
                </a:lnTo>
                <a:lnTo>
                  <a:pt x="9539" y="11023"/>
                </a:lnTo>
                <a:lnTo>
                  <a:pt x="9588" y="11169"/>
                </a:lnTo>
                <a:lnTo>
                  <a:pt x="9637" y="11242"/>
                </a:lnTo>
                <a:lnTo>
                  <a:pt x="9710" y="11315"/>
                </a:lnTo>
                <a:lnTo>
                  <a:pt x="9783" y="11339"/>
                </a:lnTo>
                <a:lnTo>
                  <a:pt x="9880" y="11339"/>
                </a:lnTo>
                <a:lnTo>
                  <a:pt x="9977" y="11291"/>
                </a:lnTo>
                <a:lnTo>
                  <a:pt x="10026" y="11218"/>
                </a:lnTo>
                <a:lnTo>
                  <a:pt x="10075" y="11120"/>
                </a:lnTo>
                <a:lnTo>
                  <a:pt x="10050" y="11023"/>
                </a:lnTo>
                <a:lnTo>
                  <a:pt x="10002" y="10877"/>
                </a:lnTo>
                <a:lnTo>
                  <a:pt x="9929" y="10731"/>
                </a:lnTo>
                <a:lnTo>
                  <a:pt x="9831" y="10609"/>
                </a:lnTo>
                <a:lnTo>
                  <a:pt x="9783" y="10561"/>
                </a:lnTo>
                <a:lnTo>
                  <a:pt x="9710" y="10536"/>
                </a:lnTo>
                <a:lnTo>
                  <a:pt x="9661" y="10512"/>
                </a:lnTo>
                <a:close/>
                <a:moveTo>
                  <a:pt x="15987" y="10999"/>
                </a:moveTo>
                <a:lnTo>
                  <a:pt x="15890" y="11047"/>
                </a:lnTo>
                <a:lnTo>
                  <a:pt x="15817" y="11120"/>
                </a:lnTo>
                <a:lnTo>
                  <a:pt x="15720" y="11291"/>
                </a:lnTo>
                <a:lnTo>
                  <a:pt x="15598" y="11461"/>
                </a:lnTo>
                <a:lnTo>
                  <a:pt x="15525" y="11631"/>
                </a:lnTo>
                <a:lnTo>
                  <a:pt x="15525" y="11729"/>
                </a:lnTo>
                <a:lnTo>
                  <a:pt x="15549" y="11802"/>
                </a:lnTo>
                <a:lnTo>
                  <a:pt x="15598" y="11850"/>
                </a:lnTo>
                <a:lnTo>
                  <a:pt x="15647" y="11899"/>
                </a:lnTo>
                <a:lnTo>
                  <a:pt x="15720" y="11948"/>
                </a:lnTo>
                <a:lnTo>
                  <a:pt x="15793" y="11948"/>
                </a:lnTo>
                <a:lnTo>
                  <a:pt x="15866" y="11923"/>
                </a:lnTo>
                <a:lnTo>
                  <a:pt x="15939" y="11875"/>
                </a:lnTo>
                <a:lnTo>
                  <a:pt x="16036" y="11704"/>
                </a:lnTo>
                <a:lnTo>
                  <a:pt x="16109" y="11510"/>
                </a:lnTo>
                <a:lnTo>
                  <a:pt x="16182" y="11315"/>
                </a:lnTo>
                <a:lnTo>
                  <a:pt x="16206" y="11218"/>
                </a:lnTo>
                <a:lnTo>
                  <a:pt x="16206" y="11120"/>
                </a:lnTo>
                <a:lnTo>
                  <a:pt x="16182" y="11047"/>
                </a:lnTo>
                <a:lnTo>
                  <a:pt x="16133" y="11023"/>
                </a:lnTo>
                <a:lnTo>
                  <a:pt x="16060" y="10999"/>
                </a:lnTo>
                <a:close/>
                <a:moveTo>
                  <a:pt x="1996" y="11437"/>
                </a:moveTo>
                <a:lnTo>
                  <a:pt x="1948" y="11461"/>
                </a:lnTo>
                <a:lnTo>
                  <a:pt x="1875" y="11485"/>
                </a:lnTo>
                <a:lnTo>
                  <a:pt x="1826" y="11558"/>
                </a:lnTo>
                <a:lnTo>
                  <a:pt x="1802" y="11607"/>
                </a:lnTo>
                <a:lnTo>
                  <a:pt x="1777" y="11680"/>
                </a:lnTo>
                <a:lnTo>
                  <a:pt x="1777" y="11826"/>
                </a:lnTo>
                <a:lnTo>
                  <a:pt x="1777" y="11899"/>
                </a:lnTo>
                <a:lnTo>
                  <a:pt x="1802" y="12021"/>
                </a:lnTo>
                <a:lnTo>
                  <a:pt x="1850" y="12094"/>
                </a:lnTo>
                <a:lnTo>
                  <a:pt x="1899" y="12142"/>
                </a:lnTo>
                <a:lnTo>
                  <a:pt x="1972" y="12167"/>
                </a:lnTo>
                <a:lnTo>
                  <a:pt x="2069" y="12167"/>
                </a:lnTo>
                <a:lnTo>
                  <a:pt x="2118" y="12142"/>
                </a:lnTo>
                <a:lnTo>
                  <a:pt x="2191" y="12094"/>
                </a:lnTo>
                <a:lnTo>
                  <a:pt x="2215" y="12021"/>
                </a:lnTo>
                <a:lnTo>
                  <a:pt x="2264" y="11875"/>
                </a:lnTo>
                <a:lnTo>
                  <a:pt x="2288" y="11753"/>
                </a:lnTo>
                <a:lnTo>
                  <a:pt x="2288" y="11680"/>
                </a:lnTo>
                <a:lnTo>
                  <a:pt x="2288" y="11607"/>
                </a:lnTo>
                <a:lnTo>
                  <a:pt x="2264" y="11534"/>
                </a:lnTo>
                <a:lnTo>
                  <a:pt x="2215" y="11485"/>
                </a:lnTo>
                <a:lnTo>
                  <a:pt x="2142" y="11437"/>
                </a:lnTo>
                <a:close/>
                <a:moveTo>
                  <a:pt x="10221" y="11753"/>
                </a:moveTo>
                <a:lnTo>
                  <a:pt x="10123" y="11802"/>
                </a:lnTo>
                <a:lnTo>
                  <a:pt x="10075" y="11875"/>
                </a:lnTo>
                <a:lnTo>
                  <a:pt x="10075" y="11996"/>
                </a:lnTo>
                <a:lnTo>
                  <a:pt x="10123" y="12094"/>
                </a:lnTo>
                <a:lnTo>
                  <a:pt x="10172" y="12191"/>
                </a:lnTo>
                <a:lnTo>
                  <a:pt x="10342" y="12337"/>
                </a:lnTo>
                <a:lnTo>
                  <a:pt x="10440" y="12410"/>
                </a:lnTo>
                <a:lnTo>
                  <a:pt x="10561" y="12483"/>
                </a:lnTo>
                <a:lnTo>
                  <a:pt x="10683" y="12532"/>
                </a:lnTo>
                <a:lnTo>
                  <a:pt x="10829" y="12532"/>
                </a:lnTo>
                <a:lnTo>
                  <a:pt x="10926" y="12507"/>
                </a:lnTo>
                <a:lnTo>
                  <a:pt x="10999" y="12459"/>
                </a:lnTo>
                <a:lnTo>
                  <a:pt x="11048" y="12386"/>
                </a:lnTo>
                <a:lnTo>
                  <a:pt x="11072" y="12313"/>
                </a:lnTo>
                <a:lnTo>
                  <a:pt x="11072" y="12240"/>
                </a:lnTo>
                <a:lnTo>
                  <a:pt x="11048" y="12167"/>
                </a:lnTo>
                <a:lnTo>
                  <a:pt x="10975" y="12094"/>
                </a:lnTo>
                <a:lnTo>
                  <a:pt x="10902" y="12045"/>
                </a:lnTo>
                <a:lnTo>
                  <a:pt x="10756" y="12021"/>
                </a:lnTo>
                <a:lnTo>
                  <a:pt x="10634" y="11948"/>
                </a:lnTo>
                <a:lnTo>
                  <a:pt x="10488" y="11826"/>
                </a:lnTo>
                <a:lnTo>
                  <a:pt x="10415" y="11777"/>
                </a:lnTo>
                <a:lnTo>
                  <a:pt x="10318" y="11753"/>
                </a:lnTo>
                <a:close/>
                <a:moveTo>
                  <a:pt x="15306" y="11996"/>
                </a:moveTo>
                <a:lnTo>
                  <a:pt x="15257" y="12045"/>
                </a:lnTo>
                <a:lnTo>
                  <a:pt x="15136" y="12167"/>
                </a:lnTo>
                <a:lnTo>
                  <a:pt x="15014" y="12288"/>
                </a:lnTo>
                <a:lnTo>
                  <a:pt x="14868" y="12386"/>
                </a:lnTo>
                <a:lnTo>
                  <a:pt x="14795" y="12434"/>
                </a:lnTo>
                <a:lnTo>
                  <a:pt x="14722" y="12483"/>
                </a:lnTo>
                <a:lnTo>
                  <a:pt x="14698" y="12532"/>
                </a:lnTo>
                <a:lnTo>
                  <a:pt x="14698" y="12605"/>
                </a:lnTo>
                <a:lnTo>
                  <a:pt x="14722" y="12653"/>
                </a:lnTo>
                <a:lnTo>
                  <a:pt x="14746" y="12678"/>
                </a:lnTo>
                <a:lnTo>
                  <a:pt x="14868" y="12726"/>
                </a:lnTo>
                <a:lnTo>
                  <a:pt x="14990" y="12726"/>
                </a:lnTo>
                <a:lnTo>
                  <a:pt x="15111" y="12702"/>
                </a:lnTo>
                <a:lnTo>
                  <a:pt x="15209" y="12629"/>
                </a:lnTo>
                <a:lnTo>
                  <a:pt x="15330" y="12556"/>
                </a:lnTo>
                <a:lnTo>
                  <a:pt x="15428" y="12483"/>
                </a:lnTo>
                <a:lnTo>
                  <a:pt x="15501" y="12386"/>
                </a:lnTo>
                <a:lnTo>
                  <a:pt x="15574" y="12288"/>
                </a:lnTo>
                <a:lnTo>
                  <a:pt x="15598" y="12215"/>
                </a:lnTo>
                <a:lnTo>
                  <a:pt x="15598" y="12142"/>
                </a:lnTo>
                <a:lnTo>
                  <a:pt x="15574" y="12094"/>
                </a:lnTo>
                <a:lnTo>
                  <a:pt x="15525" y="12045"/>
                </a:lnTo>
                <a:lnTo>
                  <a:pt x="15452" y="11996"/>
                </a:lnTo>
                <a:close/>
                <a:moveTo>
                  <a:pt x="14114" y="12605"/>
                </a:moveTo>
                <a:lnTo>
                  <a:pt x="14041" y="12629"/>
                </a:lnTo>
                <a:lnTo>
                  <a:pt x="13968" y="12678"/>
                </a:lnTo>
                <a:lnTo>
                  <a:pt x="13895" y="12726"/>
                </a:lnTo>
                <a:lnTo>
                  <a:pt x="13797" y="12751"/>
                </a:lnTo>
                <a:lnTo>
                  <a:pt x="13700" y="12751"/>
                </a:lnTo>
                <a:lnTo>
                  <a:pt x="13578" y="12775"/>
                </a:lnTo>
                <a:lnTo>
                  <a:pt x="13481" y="12848"/>
                </a:lnTo>
                <a:lnTo>
                  <a:pt x="13432" y="12872"/>
                </a:lnTo>
                <a:lnTo>
                  <a:pt x="13408" y="12921"/>
                </a:lnTo>
                <a:lnTo>
                  <a:pt x="13408" y="12970"/>
                </a:lnTo>
                <a:lnTo>
                  <a:pt x="13432" y="13018"/>
                </a:lnTo>
                <a:lnTo>
                  <a:pt x="13457" y="13091"/>
                </a:lnTo>
                <a:lnTo>
                  <a:pt x="13505" y="13116"/>
                </a:lnTo>
                <a:lnTo>
                  <a:pt x="13603" y="13164"/>
                </a:lnTo>
                <a:lnTo>
                  <a:pt x="13724" y="13189"/>
                </a:lnTo>
                <a:lnTo>
                  <a:pt x="13870" y="13189"/>
                </a:lnTo>
                <a:lnTo>
                  <a:pt x="14016" y="13164"/>
                </a:lnTo>
                <a:lnTo>
                  <a:pt x="14162" y="13091"/>
                </a:lnTo>
                <a:lnTo>
                  <a:pt x="14284" y="12994"/>
                </a:lnTo>
                <a:lnTo>
                  <a:pt x="14333" y="12945"/>
                </a:lnTo>
                <a:lnTo>
                  <a:pt x="14357" y="12872"/>
                </a:lnTo>
                <a:lnTo>
                  <a:pt x="14357" y="12799"/>
                </a:lnTo>
                <a:lnTo>
                  <a:pt x="14357" y="12726"/>
                </a:lnTo>
                <a:lnTo>
                  <a:pt x="14333" y="12678"/>
                </a:lnTo>
                <a:lnTo>
                  <a:pt x="14284" y="12653"/>
                </a:lnTo>
                <a:lnTo>
                  <a:pt x="14235" y="12605"/>
                </a:lnTo>
                <a:close/>
                <a:moveTo>
                  <a:pt x="6668" y="512"/>
                </a:moveTo>
                <a:lnTo>
                  <a:pt x="6887" y="755"/>
                </a:lnTo>
                <a:lnTo>
                  <a:pt x="7130" y="950"/>
                </a:lnTo>
                <a:lnTo>
                  <a:pt x="7398" y="1120"/>
                </a:lnTo>
                <a:lnTo>
                  <a:pt x="7666" y="1290"/>
                </a:lnTo>
                <a:lnTo>
                  <a:pt x="8250" y="1558"/>
                </a:lnTo>
                <a:lnTo>
                  <a:pt x="8834" y="1801"/>
                </a:lnTo>
                <a:lnTo>
                  <a:pt x="9320" y="2020"/>
                </a:lnTo>
                <a:lnTo>
                  <a:pt x="9807" y="2215"/>
                </a:lnTo>
                <a:lnTo>
                  <a:pt x="10780" y="2604"/>
                </a:lnTo>
                <a:lnTo>
                  <a:pt x="11194" y="2799"/>
                </a:lnTo>
                <a:lnTo>
                  <a:pt x="11559" y="3018"/>
                </a:lnTo>
                <a:lnTo>
                  <a:pt x="11729" y="3115"/>
                </a:lnTo>
                <a:lnTo>
                  <a:pt x="11924" y="3188"/>
                </a:lnTo>
                <a:lnTo>
                  <a:pt x="12094" y="3261"/>
                </a:lnTo>
                <a:lnTo>
                  <a:pt x="12240" y="3358"/>
                </a:lnTo>
                <a:lnTo>
                  <a:pt x="12264" y="3407"/>
                </a:lnTo>
                <a:lnTo>
                  <a:pt x="12313" y="3456"/>
                </a:lnTo>
                <a:lnTo>
                  <a:pt x="12410" y="3480"/>
                </a:lnTo>
                <a:lnTo>
                  <a:pt x="12435" y="3942"/>
                </a:lnTo>
                <a:lnTo>
                  <a:pt x="11851" y="3650"/>
                </a:lnTo>
                <a:lnTo>
                  <a:pt x="11389" y="3407"/>
                </a:lnTo>
                <a:lnTo>
                  <a:pt x="11170" y="3310"/>
                </a:lnTo>
                <a:lnTo>
                  <a:pt x="10926" y="3237"/>
                </a:lnTo>
                <a:lnTo>
                  <a:pt x="10878" y="3237"/>
                </a:lnTo>
                <a:lnTo>
                  <a:pt x="10853" y="3261"/>
                </a:lnTo>
                <a:lnTo>
                  <a:pt x="10853" y="3285"/>
                </a:lnTo>
                <a:lnTo>
                  <a:pt x="10853" y="3310"/>
                </a:lnTo>
                <a:lnTo>
                  <a:pt x="11024" y="3480"/>
                </a:lnTo>
                <a:lnTo>
                  <a:pt x="11218" y="3626"/>
                </a:lnTo>
                <a:lnTo>
                  <a:pt x="11608" y="3869"/>
                </a:lnTo>
                <a:lnTo>
                  <a:pt x="12045" y="4113"/>
                </a:lnTo>
                <a:lnTo>
                  <a:pt x="12459" y="4307"/>
                </a:lnTo>
                <a:lnTo>
                  <a:pt x="12483" y="4818"/>
                </a:lnTo>
                <a:lnTo>
                  <a:pt x="12337" y="4770"/>
                </a:lnTo>
                <a:lnTo>
                  <a:pt x="12216" y="4721"/>
                </a:lnTo>
                <a:lnTo>
                  <a:pt x="12021" y="4672"/>
                </a:lnTo>
                <a:lnTo>
                  <a:pt x="11729" y="4526"/>
                </a:lnTo>
                <a:lnTo>
                  <a:pt x="11413" y="4380"/>
                </a:lnTo>
                <a:lnTo>
                  <a:pt x="11218" y="4259"/>
                </a:lnTo>
                <a:lnTo>
                  <a:pt x="11121" y="4234"/>
                </a:lnTo>
                <a:lnTo>
                  <a:pt x="11024" y="4210"/>
                </a:lnTo>
                <a:lnTo>
                  <a:pt x="10975" y="4210"/>
                </a:lnTo>
                <a:lnTo>
                  <a:pt x="10951" y="4259"/>
                </a:lnTo>
                <a:lnTo>
                  <a:pt x="10951" y="4283"/>
                </a:lnTo>
                <a:lnTo>
                  <a:pt x="10951" y="4332"/>
                </a:lnTo>
                <a:lnTo>
                  <a:pt x="11024" y="4429"/>
                </a:lnTo>
                <a:lnTo>
                  <a:pt x="11121" y="4526"/>
                </a:lnTo>
                <a:lnTo>
                  <a:pt x="11218" y="4599"/>
                </a:lnTo>
                <a:lnTo>
                  <a:pt x="11340" y="4672"/>
                </a:lnTo>
                <a:lnTo>
                  <a:pt x="11608" y="4818"/>
                </a:lnTo>
                <a:lnTo>
                  <a:pt x="11826" y="4916"/>
                </a:lnTo>
                <a:lnTo>
                  <a:pt x="12143" y="5037"/>
                </a:lnTo>
                <a:lnTo>
                  <a:pt x="12313" y="5086"/>
                </a:lnTo>
                <a:lnTo>
                  <a:pt x="12410" y="5086"/>
                </a:lnTo>
                <a:lnTo>
                  <a:pt x="12483" y="5062"/>
                </a:lnTo>
                <a:lnTo>
                  <a:pt x="12483" y="5743"/>
                </a:lnTo>
                <a:lnTo>
                  <a:pt x="12289" y="5621"/>
                </a:lnTo>
                <a:lnTo>
                  <a:pt x="12094" y="5475"/>
                </a:lnTo>
                <a:lnTo>
                  <a:pt x="11608" y="5256"/>
                </a:lnTo>
                <a:lnTo>
                  <a:pt x="11194" y="5110"/>
                </a:lnTo>
                <a:lnTo>
                  <a:pt x="11024" y="5062"/>
                </a:lnTo>
                <a:lnTo>
                  <a:pt x="10926" y="5062"/>
                </a:lnTo>
                <a:lnTo>
                  <a:pt x="10902" y="5086"/>
                </a:lnTo>
                <a:lnTo>
                  <a:pt x="10878" y="5110"/>
                </a:lnTo>
                <a:lnTo>
                  <a:pt x="10951" y="5232"/>
                </a:lnTo>
                <a:lnTo>
                  <a:pt x="11024" y="5305"/>
                </a:lnTo>
                <a:lnTo>
                  <a:pt x="11121" y="5378"/>
                </a:lnTo>
                <a:lnTo>
                  <a:pt x="11267" y="5451"/>
                </a:lnTo>
                <a:lnTo>
                  <a:pt x="11535" y="5548"/>
                </a:lnTo>
                <a:lnTo>
                  <a:pt x="11754" y="5646"/>
                </a:lnTo>
                <a:lnTo>
                  <a:pt x="12094" y="5792"/>
                </a:lnTo>
                <a:lnTo>
                  <a:pt x="12240" y="5889"/>
                </a:lnTo>
                <a:lnTo>
                  <a:pt x="12386" y="6011"/>
                </a:lnTo>
                <a:lnTo>
                  <a:pt x="12483" y="6108"/>
                </a:lnTo>
                <a:lnTo>
                  <a:pt x="12483" y="6254"/>
                </a:lnTo>
                <a:lnTo>
                  <a:pt x="12337" y="6157"/>
                </a:lnTo>
                <a:lnTo>
                  <a:pt x="12191" y="6084"/>
                </a:lnTo>
                <a:lnTo>
                  <a:pt x="11899" y="5938"/>
                </a:lnTo>
                <a:lnTo>
                  <a:pt x="11705" y="5816"/>
                </a:lnTo>
                <a:lnTo>
                  <a:pt x="11510" y="5743"/>
                </a:lnTo>
                <a:lnTo>
                  <a:pt x="11291" y="5670"/>
                </a:lnTo>
                <a:lnTo>
                  <a:pt x="11194" y="5670"/>
                </a:lnTo>
                <a:lnTo>
                  <a:pt x="11097" y="5694"/>
                </a:lnTo>
                <a:lnTo>
                  <a:pt x="11072" y="5694"/>
                </a:lnTo>
                <a:lnTo>
                  <a:pt x="11072" y="5719"/>
                </a:lnTo>
                <a:lnTo>
                  <a:pt x="11145" y="5816"/>
                </a:lnTo>
                <a:lnTo>
                  <a:pt x="11218" y="5889"/>
                </a:lnTo>
                <a:lnTo>
                  <a:pt x="11413" y="6035"/>
                </a:lnTo>
                <a:lnTo>
                  <a:pt x="11826" y="6254"/>
                </a:lnTo>
                <a:lnTo>
                  <a:pt x="12143" y="6449"/>
                </a:lnTo>
                <a:lnTo>
                  <a:pt x="12289" y="6522"/>
                </a:lnTo>
                <a:lnTo>
                  <a:pt x="12459" y="6570"/>
                </a:lnTo>
                <a:lnTo>
                  <a:pt x="12459" y="6838"/>
                </a:lnTo>
                <a:lnTo>
                  <a:pt x="12459" y="6862"/>
                </a:lnTo>
                <a:lnTo>
                  <a:pt x="12337" y="6765"/>
                </a:lnTo>
                <a:lnTo>
                  <a:pt x="12216" y="6668"/>
                </a:lnTo>
                <a:lnTo>
                  <a:pt x="12094" y="6619"/>
                </a:lnTo>
                <a:lnTo>
                  <a:pt x="11924" y="6546"/>
                </a:lnTo>
                <a:lnTo>
                  <a:pt x="11729" y="6473"/>
                </a:lnTo>
                <a:lnTo>
                  <a:pt x="11486" y="6424"/>
                </a:lnTo>
                <a:lnTo>
                  <a:pt x="11267" y="6376"/>
                </a:lnTo>
                <a:lnTo>
                  <a:pt x="11072" y="6303"/>
                </a:lnTo>
                <a:lnTo>
                  <a:pt x="11048" y="6303"/>
                </a:lnTo>
                <a:lnTo>
                  <a:pt x="11048" y="6327"/>
                </a:lnTo>
                <a:lnTo>
                  <a:pt x="11145" y="6449"/>
                </a:lnTo>
                <a:lnTo>
                  <a:pt x="11267" y="6546"/>
                </a:lnTo>
                <a:lnTo>
                  <a:pt x="11389" y="6619"/>
                </a:lnTo>
                <a:lnTo>
                  <a:pt x="11535" y="6692"/>
                </a:lnTo>
                <a:lnTo>
                  <a:pt x="11948" y="6862"/>
                </a:lnTo>
                <a:lnTo>
                  <a:pt x="12143" y="6960"/>
                </a:lnTo>
                <a:lnTo>
                  <a:pt x="12216" y="7033"/>
                </a:lnTo>
                <a:lnTo>
                  <a:pt x="12289" y="7106"/>
                </a:lnTo>
                <a:lnTo>
                  <a:pt x="12362" y="7179"/>
                </a:lnTo>
                <a:lnTo>
                  <a:pt x="12459" y="7179"/>
                </a:lnTo>
                <a:lnTo>
                  <a:pt x="12459" y="7592"/>
                </a:lnTo>
                <a:lnTo>
                  <a:pt x="12264" y="7495"/>
                </a:lnTo>
                <a:lnTo>
                  <a:pt x="12070" y="7422"/>
                </a:lnTo>
                <a:lnTo>
                  <a:pt x="11802" y="7349"/>
                </a:lnTo>
                <a:lnTo>
                  <a:pt x="11389" y="7106"/>
                </a:lnTo>
                <a:lnTo>
                  <a:pt x="11121" y="7008"/>
                </a:lnTo>
                <a:lnTo>
                  <a:pt x="11024" y="6984"/>
                </a:lnTo>
                <a:lnTo>
                  <a:pt x="10999" y="6984"/>
                </a:lnTo>
                <a:lnTo>
                  <a:pt x="10975" y="7008"/>
                </a:lnTo>
                <a:lnTo>
                  <a:pt x="10975" y="7057"/>
                </a:lnTo>
                <a:lnTo>
                  <a:pt x="10975" y="7106"/>
                </a:lnTo>
                <a:lnTo>
                  <a:pt x="10999" y="7227"/>
                </a:lnTo>
                <a:lnTo>
                  <a:pt x="11097" y="7325"/>
                </a:lnTo>
                <a:lnTo>
                  <a:pt x="11194" y="7398"/>
                </a:lnTo>
                <a:lnTo>
                  <a:pt x="11437" y="7544"/>
                </a:lnTo>
                <a:lnTo>
                  <a:pt x="11632" y="7641"/>
                </a:lnTo>
                <a:lnTo>
                  <a:pt x="11997" y="7836"/>
                </a:lnTo>
                <a:lnTo>
                  <a:pt x="12240" y="7909"/>
                </a:lnTo>
                <a:lnTo>
                  <a:pt x="12362" y="7933"/>
                </a:lnTo>
                <a:lnTo>
                  <a:pt x="12459" y="7957"/>
                </a:lnTo>
                <a:lnTo>
                  <a:pt x="12459" y="8298"/>
                </a:lnTo>
                <a:lnTo>
                  <a:pt x="12216" y="8176"/>
                </a:lnTo>
                <a:lnTo>
                  <a:pt x="11972" y="8055"/>
                </a:lnTo>
                <a:lnTo>
                  <a:pt x="11754" y="7909"/>
                </a:lnTo>
                <a:lnTo>
                  <a:pt x="11535" y="7738"/>
                </a:lnTo>
                <a:lnTo>
                  <a:pt x="11413" y="7665"/>
                </a:lnTo>
                <a:lnTo>
                  <a:pt x="11291" y="7617"/>
                </a:lnTo>
                <a:lnTo>
                  <a:pt x="11170" y="7592"/>
                </a:lnTo>
                <a:lnTo>
                  <a:pt x="11048" y="7568"/>
                </a:lnTo>
                <a:lnTo>
                  <a:pt x="11048" y="7592"/>
                </a:lnTo>
                <a:lnTo>
                  <a:pt x="11024" y="7617"/>
                </a:lnTo>
                <a:lnTo>
                  <a:pt x="11072" y="7714"/>
                </a:lnTo>
                <a:lnTo>
                  <a:pt x="11145" y="7836"/>
                </a:lnTo>
                <a:lnTo>
                  <a:pt x="11243" y="7933"/>
                </a:lnTo>
                <a:lnTo>
                  <a:pt x="11364" y="8006"/>
                </a:lnTo>
                <a:lnTo>
                  <a:pt x="11583" y="8176"/>
                </a:lnTo>
                <a:lnTo>
                  <a:pt x="11802" y="8322"/>
                </a:lnTo>
                <a:lnTo>
                  <a:pt x="12118" y="8493"/>
                </a:lnTo>
                <a:lnTo>
                  <a:pt x="12289" y="8590"/>
                </a:lnTo>
                <a:lnTo>
                  <a:pt x="12459" y="8663"/>
                </a:lnTo>
                <a:lnTo>
                  <a:pt x="12483" y="9101"/>
                </a:lnTo>
                <a:lnTo>
                  <a:pt x="12435" y="9028"/>
                </a:lnTo>
                <a:lnTo>
                  <a:pt x="12386" y="8979"/>
                </a:lnTo>
                <a:lnTo>
                  <a:pt x="12216" y="8882"/>
                </a:lnTo>
                <a:lnTo>
                  <a:pt x="11899" y="8736"/>
                </a:lnTo>
                <a:lnTo>
                  <a:pt x="11559" y="8517"/>
                </a:lnTo>
                <a:lnTo>
                  <a:pt x="11364" y="8420"/>
                </a:lnTo>
                <a:lnTo>
                  <a:pt x="11291" y="8395"/>
                </a:lnTo>
                <a:lnTo>
                  <a:pt x="11194" y="8371"/>
                </a:lnTo>
                <a:lnTo>
                  <a:pt x="11170" y="8371"/>
                </a:lnTo>
                <a:lnTo>
                  <a:pt x="11170" y="8395"/>
                </a:lnTo>
                <a:lnTo>
                  <a:pt x="11194" y="8493"/>
                </a:lnTo>
                <a:lnTo>
                  <a:pt x="11218" y="8566"/>
                </a:lnTo>
                <a:lnTo>
                  <a:pt x="11364" y="8712"/>
                </a:lnTo>
                <a:lnTo>
                  <a:pt x="11535" y="8858"/>
                </a:lnTo>
                <a:lnTo>
                  <a:pt x="11681" y="8955"/>
                </a:lnTo>
                <a:lnTo>
                  <a:pt x="11851" y="9052"/>
                </a:lnTo>
                <a:lnTo>
                  <a:pt x="12070" y="9174"/>
                </a:lnTo>
                <a:lnTo>
                  <a:pt x="12167" y="9223"/>
                </a:lnTo>
                <a:lnTo>
                  <a:pt x="12264" y="9247"/>
                </a:lnTo>
                <a:lnTo>
                  <a:pt x="12362" y="9247"/>
                </a:lnTo>
                <a:lnTo>
                  <a:pt x="12459" y="9223"/>
                </a:lnTo>
                <a:lnTo>
                  <a:pt x="12483" y="9198"/>
                </a:lnTo>
                <a:lnTo>
                  <a:pt x="12508" y="10025"/>
                </a:lnTo>
                <a:lnTo>
                  <a:pt x="12386" y="9879"/>
                </a:lnTo>
                <a:lnTo>
                  <a:pt x="12240" y="9758"/>
                </a:lnTo>
                <a:lnTo>
                  <a:pt x="11924" y="9515"/>
                </a:lnTo>
                <a:lnTo>
                  <a:pt x="11608" y="9296"/>
                </a:lnTo>
                <a:lnTo>
                  <a:pt x="11267" y="9101"/>
                </a:lnTo>
                <a:lnTo>
                  <a:pt x="11243" y="9077"/>
                </a:lnTo>
                <a:lnTo>
                  <a:pt x="11218" y="9101"/>
                </a:lnTo>
                <a:lnTo>
                  <a:pt x="11218" y="9125"/>
                </a:lnTo>
                <a:lnTo>
                  <a:pt x="11218" y="9150"/>
                </a:lnTo>
                <a:lnTo>
                  <a:pt x="11340" y="9296"/>
                </a:lnTo>
                <a:lnTo>
                  <a:pt x="11462" y="9466"/>
                </a:lnTo>
                <a:lnTo>
                  <a:pt x="11608" y="9612"/>
                </a:lnTo>
                <a:lnTo>
                  <a:pt x="11754" y="9733"/>
                </a:lnTo>
                <a:lnTo>
                  <a:pt x="11924" y="9855"/>
                </a:lnTo>
                <a:lnTo>
                  <a:pt x="12094" y="9952"/>
                </a:lnTo>
                <a:lnTo>
                  <a:pt x="12289" y="10050"/>
                </a:lnTo>
                <a:lnTo>
                  <a:pt x="12459" y="10098"/>
                </a:lnTo>
                <a:lnTo>
                  <a:pt x="12508" y="10098"/>
                </a:lnTo>
                <a:lnTo>
                  <a:pt x="12508" y="10488"/>
                </a:lnTo>
                <a:lnTo>
                  <a:pt x="12289" y="10317"/>
                </a:lnTo>
                <a:lnTo>
                  <a:pt x="11802" y="10001"/>
                </a:lnTo>
                <a:lnTo>
                  <a:pt x="11608" y="9855"/>
                </a:lnTo>
                <a:lnTo>
                  <a:pt x="11486" y="9782"/>
                </a:lnTo>
                <a:lnTo>
                  <a:pt x="11389" y="9733"/>
                </a:lnTo>
                <a:lnTo>
                  <a:pt x="11364" y="9758"/>
                </a:lnTo>
                <a:lnTo>
                  <a:pt x="11364" y="9855"/>
                </a:lnTo>
                <a:lnTo>
                  <a:pt x="11389" y="9952"/>
                </a:lnTo>
                <a:lnTo>
                  <a:pt x="11437" y="10050"/>
                </a:lnTo>
                <a:lnTo>
                  <a:pt x="11510" y="10147"/>
                </a:lnTo>
                <a:lnTo>
                  <a:pt x="11681" y="10317"/>
                </a:lnTo>
                <a:lnTo>
                  <a:pt x="11851" y="10439"/>
                </a:lnTo>
                <a:lnTo>
                  <a:pt x="12094" y="10585"/>
                </a:lnTo>
                <a:lnTo>
                  <a:pt x="12313" y="10780"/>
                </a:lnTo>
                <a:lnTo>
                  <a:pt x="12410" y="10877"/>
                </a:lnTo>
                <a:lnTo>
                  <a:pt x="12508" y="10999"/>
                </a:lnTo>
                <a:lnTo>
                  <a:pt x="12483" y="11291"/>
                </a:lnTo>
                <a:lnTo>
                  <a:pt x="11875" y="10901"/>
                </a:lnTo>
                <a:lnTo>
                  <a:pt x="11705" y="10780"/>
                </a:lnTo>
                <a:lnTo>
                  <a:pt x="11535" y="10658"/>
                </a:lnTo>
                <a:lnTo>
                  <a:pt x="11462" y="10609"/>
                </a:lnTo>
                <a:lnTo>
                  <a:pt x="11364" y="10585"/>
                </a:lnTo>
                <a:lnTo>
                  <a:pt x="11267" y="10561"/>
                </a:lnTo>
                <a:lnTo>
                  <a:pt x="11145" y="10585"/>
                </a:lnTo>
                <a:lnTo>
                  <a:pt x="11121" y="10609"/>
                </a:lnTo>
                <a:lnTo>
                  <a:pt x="11145" y="10634"/>
                </a:lnTo>
                <a:lnTo>
                  <a:pt x="11291" y="10780"/>
                </a:lnTo>
                <a:lnTo>
                  <a:pt x="11413" y="10926"/>
                </a:lnTo>
                <a:lnTo>
                  <a:pt x="11535" y="11072"/>
                </a:lnTo>
                <a:lnTo>
                  <a:pt x="11705" y="11218"/>
                </a:lnTo>
                <a:lnTo>
                  <a:pt x="12070" y="11485"/>
                </a:lnTo>
                <a:lnTo>
                  <a:pt x="12483" y="11729"/>
                </a:lnTo>
                <a:lnTo>
                  <a:pt x="12459" y="12094"/>
                </a:lnTo>
                <a:lnTo>
                  <a:pt x="12191" y="11923"/>
                </a:lnTo>
                <a:lnTo>
                  <a:pt x="11948" y="11777"/>
                </a:lnTo>
                <a:lnTo>
                  <a:pt x="11559" y="11558"/>
                </a:lnTo>
                <a:lnTo>
                  <a:pt x="11170" y="11388"/>
                </a:lnTo>
                <a:lnTo>
                  <a:pt x="11145" y="11388"/>
                </a:lnTo>
                <a:lnTo>
                  <a:pt x="11145" y="11485"/>
                </a:lnTo>
                <a:lnTo>
                  <a:pt x="11170" y="11558"/>
                </a:lnTo>
                <a:lnTo>
                  <a:pt x="11243" y="11704"/>
                </a:lnTo>
                <a:lnTo>
                  <a:pt x="11364" y="11850"/>
                </a:lnTo>
                <a:lnTo>
                  <a:pt x="11510" y="11948"/>
                </a:lnTo>
                <a:lnTo>
                  <a:pt x="11754" y="12118"/>
                </a:lnTo>
                <a:lnTo>
                  <a:pt x="12021" y="12288"/>
                </a:lnTo>
                <a:lnTo>
                  <a:pt x="12216" y="12434"/>
                </a:lnTo>
                <a:lnTo>
                  <a:pt x="12435" y="12556"/>
                </a:lnTo>
                <a:lnTo>
                  <a:pt x="12435" y="12799"/>
                </a:lnTo>
                <a:lnTo>
                  <a:pt x="12337" y="12824"/>
                </a:lnTo>
                <a:lnTo>
                  <a:pt x="12264" y="12848"/>
                </a:lnTo>
                <a:lnTo>
                  <a:pt x="12143" y="12775"/>
                </a:lnTo>
                <a:lnTo>
                  <a:pt x="11972" y="12629"/>
                </a:lnTo>
                <a:lnTo>
                  <a:pt x="11802" y="12507"/>
                </a:lnTo>
                <a:lnTo>
                  <a:pt x="11632" y="12361"/>
                </a:lnTo>
                <a:lnTo>
                  <a:pt x="11462" y="12240"/>
                </a:lnTo>
                <a:lnTo>
                  <a:pt x="11413" y="12240"/>
                </a:lnTo>
                <a:lnTo>
                  <a:pt x="11413" y="12288"/>
                </a:lnTo>
                <a:lnTo>
                  <a:pt x="11413" y="12361"/>
                </a:lnTo>
                <a:lnTo>
                  <a:pt x="11413" y="12434"/>
                </a:lnTo>
                <a:lnTo>
                  <a:pt x="11486" y="12605"/>
                </a:lnTo>
                <a:lnTo>
                  <a:pt x="11389" y="12605"/>
                </a:lnTo>
                <a:lnTo>
                  <a:pt x="11267" y="12653"/>
                </a:lnTo>
                <a:lnTo>
                  <a:pt x="11243" y="12678"/>
                </a:lnTo>
                <a:lnTo>
                  <a:pt x="11218" y="12726"/>
                </a:lnTo>
                <a:lnTo>
                  <a:pt x="11218" y="12775"/>
                </a:lnTo>
                <a:lnTo>
                  <a:pt x="11218" y="12848"/>
                </a:lnTo>
                <a:lnTo>
                  <a:pt x="11291" y="12921"/>
                </a:lnTo>
                <a:lnTo>
                  <a:pt x="11364" y="12994"/>
                </a:lnTo>
                <a:lnTo>
                  <a:pt x="11486" y="13043"/>
                </a:lnTo>
                <a:lnTo>
                  <a:pt x="11583" y="13091"/>
                </a:lnTo>
                <a:lnTo>
                  <a:pt x="11705" y="13140"/>
                </a:lnTo>
                <a:lnTo>
                  <a:pt x="11802" y="13140"/>
                </a:lnTo>
                <a:lnTo>
                  <a:pt x="11924" y="13116"/>
                </a:lnTo>
                <a:lnTo>
                  <a:pt x="12021" y="13067"/>
                </a:lnTo>
                <a:lnTo>
                  <a:pt x="12240" y="13189"/>
                </a:lnTo>
                <a:lnTo>
                  <a:pt x="12410" y="13335"/>
                </a:lnTo>
                <a:lnTo>
                  <a:pt x="12386" y="13602"/>
                </a:lnTo>
                <a:lnTo>
                  <a:pt x="11802" y="13286"/>
                </a:lnTo>
                <a:lnTo>
                  <a:pt x="11510" y="13140"/>
                </a:lnTo>
                <a:lnTo>
                  <a:pt x="11194" y="13018"/>
                </a:lnTo>
                <a:lnTo>
                  <a:pt x="11170" y="13018"/>
                </a:lnTo>
                <a:lnTo>
                  <a:pt x="11145" y="13116"/>
                </a:lnTo>
                <a:lnTo>
                  <a:pt x="11170" y="13213"/>
                </a:lnTo>
                <a:lnTo>
                  <a:pt x="11218" y="13286"/>
                </a:lnTo>
                <a:lnTo>
                  <a:pt x="11291" y="13359"/>
                </a:lnTo>
                <a:lnTo>
                  <a:pt x="11437" y="13456"/>
                </a:lnTo>
                <a:lnTo>
                  <a:pt x="11608" y="13529"/>
                </a:lnTo>
                <a:lnTo>
                  <a:pt x="11802" y="13651"/>
                </a:lnTo>
                <a:lnTo>
                  <a:pt x="11997" y="13773"/>
                </a:lnTo>
                <a:lnTo>
                  <a:pt x="12191" y="13894"/>
                </a:lnTo>
                <a:lnTo>
                  <a:pt x="12386" y="14016"/>
                </a:lnTo>
                <a:lnTo>
                  <a:pt x="12386" y="14332"/>
                </a:lnTo>
                <a:lnTo>
                  <a:pt x="11851" y="13943"/>
                </a:lnTo>
                <a:lnTo>
                  <a:pt x="11705" y="13846"/>
                </a:lnTo>
                <a:lnTo>
                  <a:pt x="11510" y="13724"/>
                </a:lnTo>
                <a:lnTo>
                  <a:pt x="11413" y="13700"/>
                </a:lnTo>
                <a:lnTo>
                  <a:pt x="11316" y="13675"/>
                </a:lnTo>
                <a:lnTo>
                  <a:pt x="11218" y="13675"/>
                </a:lnTo>
                <a:lnTo>
                  <a:pt x="11121" y="13700"/>
                </a:lnTo>
                <a:lnTo>
                  <a:pt x="11121" y="13724"/>
                </a:lnTo>
                <a:lnTo>
                  <a:pt x="11121" y="13748"/>
                </a:lnTo>
                <a:lnTo>
                  <a:pt x="11145" y="13821"/>
                </a:lnTo>
                <a:lnTo>
                  <a:pt x="11218" y="13919"/>
                </a:lnTo>
                <a:lnTo>
                  <a:pt x="11364" y="14040"/>
                </a:lnTo>
                <a:lnTo>
                  <a:pt x="11729" y="14284"/>
                </a:lnTo>
                <a:lnTo>
                  <a:pt x="12045" y="14551"/>
                </a:lnTo>
                <a:lnTo>
                  <a:pt x="12191" y="14673"/>
                </a:lnTo>
                <a:lnTo>
                  <a:pt x="12386" y="14795"/>
                </a:lnTo>
                <a:lnTo>
                  <a:pt x="12386" y="15281"/>
                </a:lnTo>
                <a:lnTo>
                  <a:pt x="12289" y="15184"/>
                </a:lnTo>
                <a:lnTo>
                  <a:pt x="12167" y="15087"/>
                </a:lnTo>
                <a:lnTo>
                  <a:pt x="12021" y="14916"/>
                </a:lnTo>
                <a:lnTo>
                  <a:pt x="11851" y="14746"/>
                </a:lnTo>
                <a:lnTo>
                  <a:pt x="11656" y="14600"/>
                </a:lnTo>
                <a:lnTo>
                  <a:pt x="11413" y="14503"/>
                </a:lnTo>
                <a:lnTo>
                  <a:pt x="11170" y="14430"/>
                </a:lnTo>
                <a:lnTo>
                  <a:pt x="10926" y="14430"/>
                </a:lnTo>
                <a:lnTo>
                  <a:pt x="10902" y="14454"/>
                </a:lnTo>
                <a:lnTo>
                  <a:pt x="10902" y="14478"/>
                </a:lnTo>
                <a:lnTo>
                  <a:pt x="10975" y="14551"/>
                </a:lnTo>
                <a:lnTo>
                  <a:pt x="11024" y="14600"/>
                </a:lnTo>
                <a:lnTo>
                  <a:pt x="11194" y="14697"/>
                </a:lnTo>
                <a:lnTo>
                  <a:pt x="11462" y="14892"/>
                </a:lnTo>
                <a:lnTo>
                  <a:pt x="11608" y="14989"/>
                </a:lnTo>
                <a:lnTo>
                  <a:pt x="11729" y="15111"/>
                </a:lnTo>
                <a:lnTo>
                  <a:pt x="11875" y="15281"/>
                </a:lnTo>
                <a:lnTo>
                  <a:pt x="12021" y="15452"/>
                </a:lnTo>
                <a:lnTo>
                  <a:pt x="12118" y="15525"/>
                </a:lnTo>
                <a:lnTo>
                  <a:pt x="12191" y="15573"/>
                </a:lnTo>
                <a:lnTo>
                  <a:pt x="12313" y="15622"/>
                </a:lnTo>
                <a:lnTo>
                  <a:pt x="12410" y="15646"/>
                </a:lnTo>
                <a:lnTo>
                  <a:pt x="12435" y="16133"/>
                </a:lnTo>
                <a:lnTo>
                  <a:pt x="12386" y="16133"/>
                </a:lnTo>
                <a:lnTo>
                  <a:pt x="12362" y="16084"/>
                </a:lnTo>
                <a:lnTo>
                  <a:pt x="12240" y="15963"/>
                </a:lnTo>
                <a:lnTo>
                  <a:pt x="12070" y="15841"/>
                </a:lnTo>
                <a:lnTo>
                  <a:pt x="11754" y="15622"/>
                </a:lnTo>
                <a:lnTo>
                  <a:pt x="11413" y="15354"/>
                </a:lnTo>
                <a:lnTo>
                  <a:pt x="11243" y="15233"/>
                </a:lnTo>
                <a:lnTo>
                  <a:pt x="11072" y="15160"/>
                </a:lnTo>
                <a:lnTo>
                  <a:pt x="11048" y="15160"/>
                </a:lnTo>
                <a:lnTo>
                  <a:pt x="11024" y="15184"/>
                </a:lnTo>
                <a:lnTo>
                  <a:pt x="11048" y="15281"/>
                </a:lnTo>
                <a:lnTo>
                  <a:pt x="11072" y="15354"/>
                </a:lnTo>
                <a:lnTo>
                  <a:pt x="11170" y="15500"/>
                </a:lnTo>
                <a:lnTo>
                  <a:pt x="11291" y="15622"/>
                </a:lnTo>
                <a:lnTo>
                  <a:pt x="11437" y="15744"/>
                </a:lnTo>
                <a:lnTo>
                  <a:pt x="11218" y="15646"/>
                </a:lnTo>
                <a:lnTo>
                  <a:pt x="9564" y="14916"/>
                </a:lnTo>
                <a:lnTo>
                  <a:pt x="8055" y="14259"/>
                </a:lnTo>
                <a:lnTo>
                  <a:pt x="7301" y="13894"/>
                </a:lnTo>
                <a:lnTo>
                  <a:pt x="7130" y="13797"/>
                </a:lnTo>
                <a:lnTo>
                  <a:pt x="6863" y="13675"/>
                </a:lnTo>
                <a:lnTo>
                  <a:pt x="6863" y="13602"/>
                </a:lnTo>
                <a:lnTo>
                  <a:pt x="6814" y="12775"/>
                </a:lnTo>
                <a:lnTo>
                  <a:pt x="6765" y="11972"/>
                </a:lnTo>
                <a:lnTo>
                  <a:pt x="6692" y="11145"/>
                </a:lnTo>
                <a:lnTo>
                  <a:pt x="6668" y="10317"/>
                </a:lnTo>
                <a:lnTo>
                  <a:pt x="6668" y="9393"/>
                </a:lnTo>
                <a:lnTo>
                  <a:pt x="6692" y="8493"/>
                </a:lnTo>
                <a:lnTo>
                  <a:pt x="6717" y="7568"/>
                </a:lnTo>
                <a:lnTo>
                  <a:pt x="6717" y="6643"/>
                </a:lnTo>
                <a:lnTo>
                  <a:pt x="6717" y="5889"/>
                </a:lnTo>
                <a:lnTo>
                  <a:pt x="6863" y="5913"/>
                </a:lnTo>
                <a:lnTo>
                  <a:pt x="6936" y="5938"/>
                </a:lnTo>
                <a:lnTo>
                  <a:pt x="7033" y="5962"/>
                </a:lnTo>
                <a:lnTo>
                  <a:pt x="7130" y="5938"/>
                </a:lnTo>
                <a:lnTo>
                  <a:pt x="7228" y="5865"/>
                </a:lnTo>
                <a:lnTo>
                  <a:pt x="7252" y="5816"/>
                </a:lnTo>
                <a:lnTo>
                  <a:pt x="7276" y="5767"/>
                </a:lnTo>
                <a:lnTo>
                  <a:pt x="7276" y="5670"/>
                </a:lnTo>
                <a:lnTo>
                  <a:pt x="7252" y="5573"/>
                </a:lnTo>
                <a:lnTo>
                  <a:pt x="7179" y="5500"/>
                </a:lnTo>
                <a:lnTo>
                  <a:pt x="7082" y="5451"/>
                </a:lnTo>
                <a:lnTo>
                  <a:pt x="7033" y="5427"/>
                </a:lnTo>
                <a:lnTo>
                  <a:pt x="6960" y="5402"/>
                </a:lnTo>
                <a:lnTo>
                  <a:pt x="6887" y="5427"/>
                </a:lnTo>
                <a:lnTo>
                  <a:pt x="6814" y="5451"/>
                </a:lnTo>
                <a:lnTo>
                  <a:pt x="6790" y="5451"/>
                </a:lnTo>
                <a:lnTo>
                  <a:pt x="6692" y="5500"/>
                </a:lnTo>
                <a:lnTo>
                  <a:pt x="6644" y="3018"/>
                </a:lnTo>
                <a:lnTo>
                  <a:pt x="6644" y="1752"/>
                </a:lnTo>
                <a:lnTo>
                  <a:pt x="6668" y="512"/>
                </a:lnTo>
                <a:close/>
                <a:moveTo>
                  <a:pt x="6206" y="585"/>
                </a:moveTo>
                <a:lnTo>
                  <a:pt x="6181" y="852"/>
                </a:lnTo>
                <a:lnTo>
                  <a:pt x="6181" y="1096"/>
                </a:lnTo>
                <a:lnTo>
                  <a:pt x="6181" y="1874"/>
                </a:lnTo>
                <a:lnTo>
                  <a:pt x="6181" y="2653"/>
                </a:lnTo>
                <a:lnTo>
                  <a:pt x="6181" y="3602"/>
                </a:lnTo>
                <a:lnTo>
                  <a:pt x="6181" y="4551"/>
                </a:lnTo>
                <a:lnTo>
                  <a:pt x="6230" y="6449"/>
                </a:lnTo>
                <a:lnTo>
                  <a:pt x="6230" y="7373"/>
                </a:lnTo>
                <a:lnTo>
                  <a:pt x="6206" y="8298"/>
                </a:lnTo>
                <a:lnTo>
                  <a:pt x="6181" y="9198"/>
                </a:lnTo>
                <a:lnTo>
                  <a:pt x="6133" y="10123"/>
                </a:lnTo>
                <a:lnTo>
                  <a:pt x="6157" y="10926"/>
                </a:lnTo>
                <a:lnTo>
                  <a:pt x="6206" y="11729"/>
                </a:lnTo>
                <a:lnTo>
                  <a:pt x="6254" y="12532"/>
                </a:lnTo>
                <a:lnTo>
                  <a:pt x="6279" y="13335"/>
                </a:lnTo>
                <a:lnTo>
                  <a:pt x="6206" y="13359"/>
                </a:lnTo>
                <a:lnTo>
                  <a:pt x="5451" y="13748"/>
                </a:lnTo>
                <a:lnTo>
                  <a:pt x="4721" y="14186"/>
                </a:lnTo>
                <a:lnTo>
                  <a:pt x="3262" y="15087"/>
                </a:lnTo>
                <a:lnTo>
                  <a:pt x="2897" y="15281"/>
                </a:lnTo>
                <a:lnTo>
                  <a:pt x="2532" y="15476"/>
                </a:lnTo>
                <a:lnTo>
                  <a:pt x="2142" y="15671"/>
                </a:lnTo>
                <a:lnTo>
                  <a:pt x="1753" y="15841"/>
                </a:lnTo>
                <a:lnTo>
                  <a:pt x="950" y="16133"/>
                </a:lnTo>
                <a:lnTo>
                  <a:pt x="634" y="16255"/>
                </a:lnTo>
                <a:lnTo>
                  <a:pt x="634" y="16279"/>
                </a:lnTo>
                <a:lnTo>
                  <a:pt x="585" y="15938"/>
                </a:lnTo>
                <a:lnTo>
                  <a:pt x="561" y="15573"/>
                </a:lnTo>
                <a:lnTo>
                  <a:pt x="536" y="15208"/>
                </a:lnTo>
                <a:lnTo>
                  <a:pt x="512" y="14868"/>
                </a:lnTo>
                <a:lnTo>
                  <a:pt x="439" y="14430"/>
                </a:lnTo>
                <a:lnTo>
                  <a:pt x="415" y="13992"/>
                </a:lnTo>
                <a:lnTo>
                  <a:pt x="415" y="13578"/>
                </a:lnTo>
                <a:lnTo>
                  <a:pt x="439" y="13140"/>
                </a:lnTo>
                <a:lnTo>
                  <a:pt x="512" y="11461"/>
                </a:lnTo>
                <a:lnTo>
                  <a:pt x="561" y="10634"/>
                </a:lnTo>
                <a:lnTo>
                  <a:pt x="585" y="9782"/>
                </a:lnTo>
                <a:lnTo>
                  <a:pt x="609" y="8225"/>
                </a:lnTo>
                <a:lnTo>
                  <a:pt x="609" y="6668"/>
                </a:lnTo>
                <a:lnTo>
                  <a:pt x="561" y="5110"/>
                </a:lnTo>
                <a:lnTo>
                  <a:pt x="536" y="4356"/>
                </a:lnTo>
                <a:lnTo>
                  <a:pt x="488" y="3577"/>
                </a:lnTo>
                <a:lnTo>
                  <a:pt x="609" y="3504"/>
                </a:lnTo>
                <a:lnTo>
                  <a:pt x="755" y="3407"/>
                </a:lnTo>
                <a:lnTo>
                  <a:pt x="1145" y="3164"/>
                </a:lnTo>
                <a:lnTo>
                  <a:pt x="1558" y="2920"/>
                </a:lnTo>
                <a:lnTo>
                  <a:pt x="2337" y="2507"/>
                </a:lnTo>
                <a:lnTo>
                  <a:pt x="3116" y="2093"/>
                </a:lnTo>
                <a:lnTo>
                  <a:pt x="3529" y="1850"/>
                </a:lnTo>
                <a:lnTo>
                  <a:pt x="3967" y="1655"/>
                </a:lnTo>
                <a:lnTo>
                  <a:pt x="4405" y="1461"/>
                </a:lnTo>
                <a:lnTo>
                  <a:pt x="4843" y="1290"/>
                </a:lnTo>
                <a:lnTo>
                  <a:pt x="5208" y="1144"/>
                </a:lnTo>
                <a:lnTo>
                  <a:pt x="5549" y="974"/>
                </a:lnTo>
                <a:lnTo>
                  <a:pt x="6206" y="585"/>
                </a:lnTo>
                <a:close/>
                <a:moveTo>
                  <a:pt x="18542" y="804"/>
                </a:moveTo>
                <a:lnTo>
                  <a:pt x="18518" y="1023"/>
                </a:lnTo>
                <a:lnTo>
                  <a:pt x="18518" y="1266"/>
                </a:lnTo>
                <a:lnTo>
                  <a:pt x="18518" y="1752"/>
                </a:lnTo>
                <a:lnTo>
                  <a:pt x="18567" y="2263"/>
                </a:lnTo>
                <a:lnTo>
                  <a:pt x="18567" y="2726"/>
                </a:lnTo>
                <a:lnTo>
                  <a:pt x="18542" y="4648"/>
                </a:lnTo>
                <a:lnTo>
                  <a:pt x="18494" y="6546"/>
                </a:lnTo>
                <a:lnTo>
                  <a:pt x="18469" y="8249"/>
                </a:lnTo>
                <a:lnTo>
                  <a:pt x="18494" y="9952"/>
                </a:lnTo>
                <a:lnTo>
                  <a:pt x="18567" y="13359"/>
                </a:lnTo>
                <a:lnTo>
                  <a:pt x="18542" y="13359"/>
                </a:lnTo>
                <a:lnTo>
                  <a:pt x="18396" y="13505"/>
                </a:lnTo>
                <a:lnTo>
                  <a:pt x="18226" y="13651"/>
                </a:lnTo>
                <a:lnTo>
                  <a:pt x="18031" y="13748"/>
                </a:lnTo>
                <a:lnTo>
                  <a:pt x="17837" y="13846"/>
                </a:lnTo>
                <a:lnTo>
                  <a:pt x="17423" y="14016"/>
                </a:lnTo>
                <a:lnTo>
                  <a:pt x="17009" y="14186"/>
                </a:lnTo>
                <a:lnTo>
                  <a:pt x="16474" y="14454"/>
                </a:lnTo>
                <a:lnTo>
                  <a:pt x="15963" y="14746"/>
                </a:lnTo>
                <a:lnTo>
                  <a:pt x="15452" y="15038"/>
                </a:lnTo>
                <a:lnTo>
                  <a:pt x="14941" y="15330"/>
                </a:lnTo>
                <a:lnTo>
                  <a:pt x="14479" y="15598"/>
                </a:lnTo>
                <a:lnTo>
                  <a:pt x="14016" y="15865"/>
                </a:lnTo>
                <a:lnTo>
                  <a:pt x="13773" y="15987"/>
                </a:lnTo>
                <a:lnTo>
                  <a:pt x="13530" y="16109"/>
                </a:lnTo>
                <a:lnTo>
                  <a:pt x="13286" y="16182"/>
                </a:lnTo>
                <a:lnTo>
                  <a:pt x="13043" y="16255"/>
                </a:lnTo>
                <a:lnTo>
                  <a:pt x="12921" y="16303"/>
                </a:lnTo>
                <a:lnTo>
                  <a:pt x="12921" y="15987"/>
                </a:lnTo>
                <a:lnTo>
                  <a:pt x="12897" y="15671"/>
                </a:lnTo>
                <a:lnTo>
                  <a:pt x="12873" y="15379"/>
                </a:lnTo>
                <a:lnTo>
                  <a:pt x="12848" y="15062"/>
                </a:lnTo>
                <a:lnTo>
                  <a:pt x="12824" y="14770"/>
                </a:lnTo>
                <a:lnTo>
                  <a:pt x="12824" y="14016"/>
                </a:lnTo>
                <a:lnTo>
                  <a:pt x="12848" y="13943"/>
                </a:lnTo>
                <a:lnTo>
                  <a:pt x="12848" y="13894"/>
                </a:lnTo>
                <a:lnTo>
                  <a:pt x="12848" y="13359"/>
                </a:lnTo>
                <a:lnTo>
                  <a:pt x="12946" y="13335"/>
                </a:lnTo>
                <a:lnTo>
                  <a:pt x="13019" y="13310"/>
                </a:lnTo>
                <a:lnTo>
                  <a:pt x="13092" y="13262"/>
                </a:lnTo>
                <a:lnTo>
                  <a:pt x="13140" y="13213"/>
                </a:lnTo>
                <a:lnTo>
                  <a:pt x="13165" y="13116"/>
                </a:lnTo>
                <a:lnTo>
                  <a:pt x="13165" y="13018"/>
                </a:lnTo>
                <a:lnTo>
                  <a:pt x="13116" y="12921"/>
                </a:lnTo>
                <a:lnTo>
                  <a:pt x="13043" y="12872"/>
                </a:lnTo>
                <a:lnTo>
                  <a:pt x="12970" y="12848"/>
                </a:lnTo>
                <a:lnTo>
                  <a:pt x="12873" y="12848"/>
                </a:lnTo>
                <a:lnTo>
                  <a:pt x="12921" y="11826"/>
                </a:lnTo>
                <a:lnTo>
                  <a:pt x="12970" y="10804"/>
                </a:lnTo>
                <a:lnTo>
                  <a:pt x="12970" y="9806"/>
                </a:lnTo>
                <a:lnTo>
                  <a:pt x="12946" y="8809"/>
                </a:lnTo>
                <a:lnTo>
                  <a:pt x="12897" y="7836"/>
                </a:lnTo>
                <a:lnTo>
                  <a:pt x="12897" y="6838"/>
                </a:lnTo>
                <a:lnTo>
                  <a:pt x="12946" y="5986"/>
                </a:lnTo>
                <a:lnTo>
                  <a:pt x="12970" y="5110"/>
                </a:lnTo>
                <a:lnTo>
                  <a:pt x="12970" y="4672"/>
                </a:lnTo>
                <a:lnTo>
                  <a:pt x="12946" y="4234"/>
                </a:lnTo>
                <a:lnTo>
                  <a:pt x="12897" y="3821"/>
                </a:lnTo>
                <a:lnTo>
                  <a:pt x="12800" y="3383"/>
                </a:lnTo>
                <a:lnTo>
                  <a:pt x="13067" y="3285"/>
                </a:lnTo>
                <a:lnTo>
                  <a:pt x="13335" y="3164"/>
                </a:lnTo>
                <a:lnTo>
                  <a:pt x="13603" y="3042"/>
                </a:lnTo>
                <a:lnTo>
                  <a:pt x="13870" y="2920"/>
                </a:lnTo>
                <a:lnTo>
                  <a:pt x="14235" y="2750"/>
                </a:lnTo>
                <a:lnTo>
                  <a:pt x="14600" y="2555"/>
                </a:lnTo>
                <a:lnTo>
                  <a:pt x="15306" y="2142"/>
                </a:lnTo>
                <a:lnTo>
                  <a:pt x="15963" y="1752"/>
                </a:lnTo>
                <a:lnTo>
                  <a:pt x="16304" y="1558"/>
                </a:lnTo>
                <a:lnTo>
                  <a:pt x="16644" y="1388"/>
                </a:lnTo>
                <a:lnTo>
                  <a:pt x="17009" y="1242"/>
                </a:lnTo>
                <a:lnTo>
                  <a:pt x="17350" y="1096"/>
                </a:lnTo>
                <a:lnTo>
                  <a:pt x="17715" y="974"/>
                </a:lnTo>
                <a:lnTo>
                  <a:pt x="18104" y="877"/>
                </a:lnTo>
                <a:lnTo>
                  <a:pt x="18153" y="877"/>
                </a:lnTo>
                <a:lnTo>
                  <a:pt x="18202" y="828"/>
                </a:lnTo>
                <a:lnTo>
                  <a:pt x="18372" y="828"/>
                </a:lnTo>
                <a:lnTo>
                  <a:pt x="18542" y="804"/>
                </a:lnTo>
                <a:close/>
                <a:moveTo>
                  <a:pt x="6279" y="1"/>
                </a:moveTo>
                <a:lnTo>
                  <a:pt x="6206" y="25"/>
                </a:lnTo>
                <a:lnTo>
                  <a:pt x="5403" y="487"/>
                </a:lnTo>
                <a:lnTo>
                  <a:pt x="4989" y="682"/>
                </a:lnTo>
                <a:lnTo>
                  <a:pt x="4551" y="852"/>
                </a:lnTo>
                <a:lnTo>
                  <a:pt x="4113" y="1023"/>
                </a:lnTo>
                <a:lnTo>
                  <a:pt x="3700" y="1217"/>
                </a:lnTo>
                <a:lnTo>
                  <a:pt x="3286" y="1436"/>
                </a:lnTo>
                <a:lnTo>
                  <a:pt x="2872" y="1679"/>
                </a:lnTo>
                <a:lnTo>
                  <a:pt x="2021" y="2117"/>
                </a:lnTo>
                <a:lnTo>
                  <a:pt x="1607" y="2361"/>
                </a:lnTo>
                <a:lnTo>
                  <a:pt x="1193" y="2604"/>
                </a:lnTo>
                <a:lnTo>
                  <a:pt x="974" y="2726"/>
                </a:lnTo>
                <a:lnTo>
                  <a:pt x="731" y="2896"/>
                </a:lnTo>
                <a:lnTo>
                  <a:pt x="488" y="3066"/>
                </a:lnTo>
                <a:lnTo>
                  <a:pt x="390" y="3188"/>
                </a:lnTo>
                <a:lnTo>
                  <a:pt x="317" y="3285"/>
                </a:lnTo>
                <a:lnTo>
                  <a:pt x="269" y="3310"/>
                </a:lnTo>
                <a:lnTo>
                  <a:pt x="220" y="3358"/>
                </a:lnTo>
                <a:lnTo>
                  <a:pt x="171" y="3480"/>
                </a:lnTo>
                <a:lnTo>
                  <a:pt x="123" y="3626"/>
                </a:lnTo>
                <a:lnTo>
                  <a:pt x="98" y="3894"/>
                </a:lnTo>
                <a:lnTo>
                  <a:pt x="98" y="4186"/>
                </a:lnTo>
                <a:lnTo>
                  <a:pt x="123" y="4453"/>
                </a:lnTo>
                <a:lnTo>
                  <a:pt x="147" y="5329"/>
                </a:lnTo>
                <a:lnTo>
                  <a:pt x="171" y="6205"/>
                </a:lnTo>
                <a:lnTo>
                  <a:pt x="171" y="8006"/>
                </a:lnTo>
                <a:lnTo>
                  <a:pt x="147" y="9782"/>
                </a:lnTo>
                <a:lnTo>
                  <a:pt x="123" y="10658"/>
                </a:lnTo>
                <a:lnTo>
                  <a:pt x="98" y="11558"/>
                </a:lnTo>
                <a:lnTo>
                  <a:pt x="1" y="13335"/>
                </a:lnTo>
                <a:lnTo>
                  <a:pt x="1" y="13700"/>
                </a:lnTo>
                <a:lnTo>
                  <a:pt x="1" y="14065"/>
                </a:lnTo>
                <a:lnTo>
                  <a:pt x="25" y="14454"/>
                </a:lnTo>
                <a:lnTo>
                  <a:pt x="50" y="14819"/>
                </a:lnTo>
                <a:lnTo>
                  <a:pt x="98" y="15233"/>
                </a:lnTo>
                <a:lnTo>
                  <a:pt x="123" y="15646"/>
                </a:lnTo>
                <a:lnTo>
                  <a:pt x="147" y="16060"/>
                </a:lnTo>
                <a:lnTo>
                  <a:pt x="171" y="16255"/>
                </a:lnTo>
                <a:lnTo>
                  <a:pt x="220" y="16474"/>
                </a:lnTo>
                <a:lnTo>
                  <a:pt x="244" y="16547"/>
                </a:lnTo>
                <a:lnTo>
                  <a:pt x="317" y="16595"/>
                </a:lnTo>
                <a:lnTo>
                  <a:pt x="390" y="16620"/>
                </a:lnTo>
                <a:lnTo>
                  <a:pt x="463" y="16620"/>
                </a:lnTo>
                <a:lnTo>
                  <a:pt x="536" y="16644"/>
                </a:lnTo>
                <a:lnTo>
                  <a:pt x="707" y="16620"/>
                </a:lnTo>
                <a:lnTo>
                  <a:pt x="877" y="16595"/>
                </a:lnTo>
                <a:lnTo>
                  <a:pt x="1218" y="16474"/>
                </a:lnTo>
                <a:lnTo>
                  <a:pt x="1850" y="16230"/>
                </a:lnTo>
                <a:lnTo>
                  <a:pt x="2240" y="16060"/>
                </a:lnTo>
                <a:lnTo>
                  <a:pt x="2605" y="15890"/>
                </a:lnTo>
                <a:lnTo>
                  <a:pt x="2970" y="15719"/>
                </a:lnTo>
                <a:lnTo>
                  <a:pt x="3310" y="15525"/>
                </a:lnTo>
                <a:lnTo>
                  <a:pt x="4064" y="15062"/>
                </a:lnTo>
                <a:lnTo>
                  <a:pt x="4819" y="14624"/>
                </a:lnTo>
                <a:lnTo>
                  <a:pt x="5549" y="14162"/>
                </a:lnTo>
                <a:lnTo>
                  <a:pt x="5938" y="13967"/>
                </a:lnTo>
                <a:lnTo>
                  <a:pt x="6327" y="13748"/>
                </a:lnTo>
                <a:lnTo>
                  <a:pt x="6400" y="13821"/>
                </a:lnTo>
                <a:lnTo>
                  <a:pt x="6473" y="13870"/>
                </a:lnTo>
                <a:lnTo>
                  <a:pt x="6546" y="13894"/>
                </a:lnTo>
                <a:lnTo>
                  <a:pt x="6644" y="13870"/>
                </a:lnTo>
                <a:lnTo>
                  <a:pt x="6741" y="13992"/>
                </a:lnTo>
                <a:lnTo>
                  <a:pt x="6863" y="14089"/>
                </a:lnTo>
                <a:lnTo>
                  <a:pt x="7130" y="14259"/>
                </a:lnTo>
                <a:lnTo>
                  <a:pt x="7422" y="14405"/>
                </a:lnTo>
                <a:lnTo>
                  <a:pt x="7690" y="14551"/>
                </a:lnTo>
                <a:lnTo>
                  <a:pt x="8517" y="14916"/>
                </a:lnTo>
                <a:lnTo>
                  <a:pt x="9345" y="15306"/>
                </a:lnTo>
                <a:lnTo>
                  <a:pt x="10878" y="16011"/>
                </a:lnTo>
                <a:lnTo>
                  <a:pt x="11656" y="16352"/>
                </a:lnTo>
                <a:lnTo>
                  <a:pt x="12435" y="16644"/>
                </a:lnTo>
                <a:lnTo>
                  <a:pt x="12459" y="16668"/>
                </a:lnTo>
                <a:lnTo>
                  <a:pt x="12508" y="16741"/>
                </a:lnTo>
                <a:lnTo>
                  <a:pt x="12581" y="16766"/>
                </a:lnTo>
                <a:lnTo>
                  <a:pt x="12678" y="16766"/>
                </a:lnTo>
                <a:lnTo>
                  <a:pt x="12751" y="16741"/>
                </a:lnTo>
                <a:lnTo>
                  <a:pt x="12800" y="16693"/>
                </a:lnTo>
                <a:lnTo>
                  <a:pt x="12897" y="16717"/>
                </a:lnTo>
                <a:lnTo>
                  <a:pt x="13019" y="16717"/>
                </a:lnTo>
                <a:lnTo>
                  <a:pt x="13286" y="16668"/>
                </a:lnTo>
                <a:lnTo>
                  <a:pt x="13530" y="16595"/>
                </a:lnTo>
                <a:lnTo>
                  <a:pt x="13724" y="16522"/>
                </a:lnTo>
                <a:lnTo>
                  <a:pt x="14211" y="16279"/>
                </a:lnTo>
                <a:lnTo>
                  <a:pt x="14698" y="16036"/>
                </a:lnTo>
                <a:lnTo>
                  <a:pt x="15647" y="15500"/>
                </a:lnTo>
                <a:lnTo>
                  <a:pt x="16596" y="14965"/>
                </a:lnTo>
                <a:lnTo>
                  <a:pt x="17058" y="14697"/>
                </a:lnTo>
                <a:lnTo>
                  <a:pt x="17545" y="14478"/>
                </a:lnTo>
                <a:lnTo>
                  <a:pt x="17885" y="14332"/>
                </a:lnTo>
                <a:lnTo>
                  <a:pt x="18226" y="14186"/>
                </a:lnTo>
                <a:lnTo>
                  <a:pt x="18542" y="14016"/>
                </a:lnTo>
                <a:lnTo>
                  <a:pt x="18688" y="13894"/>
                </a:lnTo>
                <a:lnTo>
                  <a:pt x="18834" y="13773"/>
                </a:lnTo>
                <a:lnTo>
                  <a:pt x="18883" y="13748"/>
                </a:lnTo>
                <a:lnTo>
                  <a:pt x="18932" y="13724"/>
                </a:lnTo>
                <a:lnTo>
                  <a:pt x="18980" y="13651"/>
                </a:lnTo>
                <a:lnTo>
                  <a:pt x="18980" y="13578"/>
                </a:lnTo>
                <a:lnTo>
                  <a:pt x="18980" y="12726"/>
                </a:lnTo>
                <a:lnTo>
                  <a:pt x="18956" y="11875"/>
                </a:lnTo>
                <a:lnTo>
                  <a:pt x="18883" y="10171"/>
                </a:lnTo>
                <a:lnTo>
                  <a:pt x="18859" y="9271"/>
                </a:lnTo>
                <a:lnTo>
                  <a:pt x="18859" y="8347"/>
                </a:lnTo>
                <a:lnTo>
                  <a:pt x="18883" y="6546"/>
                </a:lnTo>
                <a:lnTo>
                  <a:pt x="18932" y="4648"/>
                </a:lnTo>
                <a:lnTo>
                  <a:pt x="18956" y="2726"/>
                </a:lnTo>
                <a:lnTo>
                  <a:pt x="18980" y="2215"/>
                </a:lnTo>
                <a:lnTo>
                  <a:pt x="18980" y="1679"/>
                </a:lnTo>
                <a:lnTo>
                  <a:pt x="18932" y="1144"/>
                </a:lnTo>
                <a:lnTo>
                  <a:pt x="18883" y="901"/>
                </a:lnTo>
                <a:lnTo>
                  <a:pt x="18834" y="633"/>
                </a:lnTo>
                <a:lnTo>
                  <a:pt x="18883" y="585"/>
                </a:lnTo>
                <a:lnTo>
                  <a:pt x="18883" y="512"/>
                </a:lnTo>
                <a:lnTo>
                  <a:pt x="18883" y="439"/>
                </a:lnTo>
                <a:lnTo>
                  <a:pt x="18834" y="366"/>
                </a:lnTo>
                <a:lnTo>
                  <a:pt x="18761" y="293"/>
                </a:lnTo>
                <a:lnTo>
                  <a:pt x="18664" y="244"/>
                </a:lnTo>
                <a:lnTo>
                  <a:pt x="18421" y="244"/>
                </a:lnTo>
                <a:lnTo>
                  <a:pt x="18177" y="317"/>
                </a:lnTo>
                <a:lnTo>
                  <a:pt x="17958" y="414"/>
                </a:lnTo>
                <a:lnTo>
                  <a:pt x="17715" y="487"/>
                </a:lnTo>
                <a:lnTo>
                  <a:pt x="17374" y="585"/>
                </a:lnTo>
                <a:lnTo>
                  <a:pt x="17058" y="706"/>
                </a:lnTo>
                <a:lnTo>
                  <a:pt x="16742" y="828"/>
                </a:lnTo>
                <a:lnTo>
                  <a:pt x="16425" y="974"/>
                </a:lnTo>
                <a:lnTo>
                  <a:pt x="15817" y="1290"/>
                </a:lnTo>
                <a:lnTo>
                  <a:pt x="15209" y="1655"/>
                </a:lnTo>
                <a:lnTo>
                  <a:pt x="14479" y="2117"/>
                </a:lnTo>
                <a:lnTo>
                  <a:pt x="14089" y="2312"/>
                </a:lnTo>
                <a:lnTo>
                  <a:pt x="13700" y="2507"/>
                </a:lnTo>
                <a:lnTo>
                  <a:pt x="13432" y="2628"/>
                </a:lnTo>
                <a:lnTo>
                  <a:pt x="13165" y="2750"/>
                </a:lnTo>
                <a:lnTo>
                  <a:pt x="12897" y="2920"/>
                </a:lnTo>
                <a:lnTo>
                  <a:pt x="12654" y="3091"/>
                </a:lnTo>
                <a:lnTo>
                  <a:pt x="12532" y="2969"/>
                </a:lnTo>
                <a:lnTo>
                  <a:pt x="12386" y="2896"/>
                </a:lnTo>
                <a:lnTo>
                  <a:pt x="12070" y="2750"/>
                </a:lnTo>
                <a:lnTo>
                  <a:pt x="11875" y="2653"/>
                </a:lnTo>
                <a:lnTo>
                  <a:pt x="11705" y="2555"/>
                </a:lnTo>
                <a:lnTo>
                  <a:pt x="11316" y="2336"/>
                </a:lnTo>
                <a:lnTo>
                  <a:pt x="11072" y="2190"/>
                </a:lnTo>
                <a:lnTo>
                  <a:pt x="10805" y="2093"/>
                </a:lnTo>
                <a:lnTo>
                  <a:pt x="10294" y="1874"/>
                </a:lnTo>
                <a:lnTo>
                  <a:pt x="9758" y="1679"/>
                </a:lnTo>
                <a:lnTo>
                  <a:pt x="9223" y="1485"/>
                </a:lnTo>
                <a:lnTo>
                  <a:pt x="8298" y="1071"/>
                </a:lnTo>
                <a:lnTo>
                  <a:pt x="7836" y="852"/>
                </a:lnTo>
                <a:lnTo>
                  <a:pt x="7398" y="609"/>
                </a:lnTo>
                <a:lnTo>
                  <a:pt x="7325" y="536"/>
                </a:lnTo>
                <a:lnTo>
                  <a:pt x="7228" y="439"/>
                </a:lnTo>
                <a:lnTo>
                  <a:pt x="7057" y="244"/>
                </a:lnTo>
                <a:lnTo>
                  <a:pt x="6936" y="147"/>
                </a:lnTo>
                <a:lnTo>
                  <a:pt x="6838" y="74"/>
                </a:lnTo>
                <a:lnTo>
                  <a:pt x="6741" y="25"/>
                </a:lnTo>
                <a:lnTo>
                  <a:pt x="6619" y="25"/>
                </a:lnTo>
                <a:lnTo>
                  <a:pt x="6571" y="1"/>
                </a:lnTo>
                <a:lnTo>
                  <a:pt x="6498" y="1"/>
                </a:lnTo>
                <a:lnTo>
                  <a:pt x="6449" y="25"/>
                </a:lnTo>
                <a:lnTo>
                  <a:pt x="6400"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96" name="Google Shape;796;p39"/>
          <p:cNvSpPr/>
          <p:nvPr/>
        </p:nvSpPr>
        <p:spPr>
          <a:xfrm>
            <a:off x="3808913" y="301728"/>
            <a:ext cx="355778" cy="411093"/>
          </a:xfrm>
          <a:custGeom>
            <a:avLst/>
            <a:gdLst/>
            <a:ahLst/>
            <a:cxnLst/>
            <a:rect l="l" t="t" r="r" b="b"/>
            <a:pathLst>
              <a:path w="16279" h="18810" extrusionOk="0">
                <a:moveTo>
                  <a:pt x="8297" y="536"/>
                </a:moveTo>
                <a:lnTo>
                  <a:pt x="8078" y="658"/>
                </a:lnTo>
                <a:lnTo>
                  <a:pt x="7859" y="780"/>
                </a:lnTo>
                <a:lnTo>
                  <a:pt x="7567" y="974"/>
                </a:lnTo>
                <a:lnTo>
                  <a:pt x="7665" y="804"/>
                </a:lnTo>
                <a:lnTo>
                  <a:pt x="7786" y="682"/>
                </a:lnTo>
                <a:lnTo>
                  <a:pt x="7884" y="609"/>
                </a:lnTo>
                <a:lnTo>
                  <a:pt x="7981" y="585"/>
                </a:lnTo>
                <a:lnTo>
                  <a:pt x="8078" y="561"/>
                </a:lnTo>
                <a:lnTo>
                  <a:pt x="8200" y="536"/>
                </a:lnTo>
                <a:close/>
                <a:moveTo>
                  <a:pt x="8687" y="731"/>
                </a:moveTo>
                <a:lnTo>
                  <a:pt x="8760" y="828"/>
                </a:lnTo>
                <a:lnTo>
                  <a:pt x="8808" y="950"/>
                </a:lnTo>
                <a:lnTo>
                  <a:pt x="8760" y="974"/>
                </a:lnTo>
                <a:lnTo>
                  <a:pt x="8541" y="1072"/>
                </a:lnTo>
                <a:lnTo>
                  <a:pt x="8346" y="1169"/>
                </a:lnTo>
                <a:lnTo>
                  <a:pt x="7957" y="1412"/>
                </a:lnTo>
                <a:lnTo>
                  <a:pt x="7689" y="1583"/>
                </a:lnTo>
                <a:lnTo>
                  <a:pt x="7543" y="1680"/>
                </a:lnTo>
                <a:lnTo>
                  <a:pt x="7397" y="1777"/>
                </a:lnTo>
                <a:lnTo>
                  <a:pt x="7421" y="1534"/>
                </a:lnTo>
                <a:lnTo>
                  <a:pt x="7446" y="1315"/>
                </a:lnTo>
                <a:lnTo>
                  <a:pt x="8054" y="999"/>
                </a:lnTo>
                <a:lnTo>
                  <a:pt x="8370" y="853"/>
                </a:lnTo>
                <a:lnTo>
                  <a:pt x="8687" y="731"/>
                </a:lnTo>
                <a:close/>
                <a:moveTo>
                  <a:pt x="8881" y="1364"/>
                </a:moveTo>
                <a:lnTo>
                  <a:pt x="8881" y="1583"/>
                </a:lnTo>
                <a:lnTo>
                  <a:pt x="8687" y="1656"/>
                </a:lnTo>
                <a:lnTo>
                  <a:pt x="8492" y="1753"/>
                </a:lnTo>
                <a:lnTo>
                  <a:pt x="8249" y="1875"/>
                </a:lnTo>
                <a:lnTo>
                  <a:pt x="8005" y="2021"/>
                </a:lnTo>
                <a:lnTo>
                  <a:pt x="7957" y="2069"/>
                </a:lnTo>
                <a:lnTo>
                  <a:pt x="7932" y="2142"/>
                </a:lnTo>
                <a:lnTo>
                  <a:pt x="7786" y="2142"/>
                </a:lnTo>
                <a:lnTo>
                  <a:pt x="7373" y="2118"/>
                </a:lnTo>
                <a:lnTo>
                  <a:pt x="7373" y="2069"/>
                </a:lnTo>
                <a:lnTo>
                  <a:pt x="7470" y="2069"/>
                </a:lnTo>
                <a:lnTo>
                  <a:pt x="7567" y="2045"/>
                </a:lnTo>
                <a:lnTo>
                  <a:pt x="7738" y="1972"/>
                </a:lnTo>
                <a:lnTo>
                  <a:pt x="8054" y="1777"/>
                </a:lnTo>
                <a:lnTo>
                  <a:pt x="8881" y="1364"/>
                </a:lnTo>
                <a:close/>
                <a:moveTo>
                  <a:pt x="8857" y="2021"/>
                </a:moveTo>
                <a:lnTo>
                  <a:pt x="8857" y="2191"/>
                </a:lnTo>
                <a:lnTo>
                  <a:pt x="8541" y="2167"/>
                </a:lnTo>
                <a:lnTo>
                  <a:pt x="8857" y="2021"/>
                </a:lnTo>
                <a:close/>
                <a:moveTo>
                  <a:pt x="5937" y="2556"/>
                </a:moveTo>
                <a:lnTo>
                  <a:pt x="6765" y="2580"/>
                </a:lnTo>
                <a:lnTo>
                  <a:pt x="7592" y="2629"/>
                </a:lnTo>
                <a:lnTo>
                  <a:pt x="9173" y="2677"/>
                </a:lnTo>
                <a:lnTo>
                  <a:pt x="9976" y="2702"/>
                </a:lnTo>
                <a:lnTo>
                  <a:pt x="10755" y="2726"/>
                </a:lnTo>
                <a:lnTo>
                  <a:pt x="11582" y="2702"/>
                </a:lnTo>
                <a:lnTo>
                  <a:pt x="12385" y="2677"/>
                </a:lnTo>
                <a:lnTo>
                  <a:pt x="13213" y="2629"/>
                </a:lnTo>
                <a:lnTo>
                  <a:pt x="14016" y="2605"/>
                </a:lnTo>
                <a:lnTo>
                  <a:pt x="14064" y="2605"/>
                </a:lnTo>
                <a:lnTo>
                  <a:pt x="14235" y="2750"/>
                </a:lnTo>
                <a:lnTo>
                  <a:pt x="14405" y="2872"/>
                </a:lnTo>
                <a:lnTo>
                  <a:pt x="15038" y="3432"/>
                </a:lnTo>
                <a:lnTo>
                  <a:pt x="15329" y="3724"/>
                </a:lnTo>
                <a:lnTo>
                  <a:pt x="15597" y="4040"/>
                </a:lnTo>
                <a:lnTo>
                  <a:pt x="15694" y="4235"/>
                </a:lnTo>
                <a:lnTo>
                  <a:pt x="15792" y="4405"/>
                </a:lnTo>
                <a:lnTo>
                  <a:pt x="15694" y="4551"/>
                </a:lnTo>
                <a:lnTo>
                  <a:pt x="15573" y="4673"/>
                </a:lnTo>
                <a:lnTo>
                  <a:pt x="15402" y="4843"/>
                </a:lnTo>
                <a:lnTo>
                  <a:pt x="15232" y="4989"/>
                </a:lnTo>
                <a:lnTo>
                  <a:pt x="14843" y="5281"/>
                </a:lnTo>
                <a:lnTo>
                  <a:pt x="14454" y="5549"/>
                </a:lnTo>
                <a:lnTo>
                  <a:pt x="14235" y="5719"/>
                </a:lnTo>
                <a:lnTo>
                  <a:pt x="14064" y="5889"/>
                </a:lnTo>
                <a:lnTo>
                  <a:pt x="13286" y="5865"/>
                </a:lnTo>
                <a:lnTo>
                  <a:pt x="12507" y="5841"/>
                </a:lnTo>
                <a:lnTo>
                  <a:pt x="10974" y="5841"/>
                </a:lnTo>
                <a:lnTo>
                  <a:pt x="7859" y="5889"/>
                </a:lnTo>
                <a:lnTo>
                  <a:pt x="4623" y="5938"/>
                </a:lnTo>
                <a:lnTo>
                  <a:pt x="2385" y="5938"/>
                </a:lnTo>
                <a:lnTo>
                  <a:pt x="2117" y="5962"/>
                </a:lnTo>
                <a:lnTo>
                  <a:pt x="1874" y="6011"/>
                </a:lnTo>
                <a:lnTo>
                  <a:pt x="1849" y="5889"/>
                </a:lnTo>
                <a:lnTo>
                  <a:pt x="1849" y="5768"/>
                </a:lnTo>
                <a:lnTo>
                  <a:pt x="1801" y="5524"/>
                </a:lnTo>
                <a:lnTo>
                  <a:pt x="1655" y="4332"/>
                </a:lnTo>
                <a:lnTo>
                  <a:pt x="1606" y="3724"/>
                </a:lnTo>
                <a:lnTo>
                  <a:pt x="1557" y="3091"/>
                </a:lnTo>
                <a:lnTo>
                  <a:pt x="1557" y="2848"/>
                </a:lnTo>
                <a:lnTo>
                  <a:pt x="1533" y="2580"/>
                </a:lnTo>
                <a:lnTo>
                  <a:pt x="1874" y="2629"/>
                </a:lnTo>
                <a:lnTo>
                  <a:pt x="2214" y="2653"/>
                </a:lnTo>
                <a:lnTo>
                  <a:pt x="2920" y="2653"/>
                </a:lnTo>
                <a:lnTo>
                  <a:pt x="3626" y="2629"/>
                </a:lnTo>
                <a:lnTo>
                  <a:pt x="4283" y="2580"/>
                </a:lnTo>
                <a:lnTo>
                  <a:pt x="5110" y="2556"/>
                </a:lnTo>
                <a:close/>
                <a:moveTo>
                  <a:pt x="8468" y="6352"/>
                </a:moveTo>
                <a:lnTo>
                  <a:pt x="8200" y="6449"/>
                </a:lnTo>
                <a:lnTo>
                  <a:pt x="7835" y="6644"/>
                </a:lnTo>
                <a:lnTo>
                  <a:pt x="7665" y="6765"/>
                </a:lnTo>
                <a:lnTo>
                  <a:pt x="7494" y="6887"/>
                </a:lnTo>
                <a:lnTo>
                  <a:pt x="7470" y="6619"/>
                </a:lnTo>
                <a:lnTo>
                  <a:pt x="7421" y="6352"/>
                </a:lnTo>
                <a:close/>
                <a:moveTo>
                  <a:pt x="8735" y="6644"/>
                </a:moveTo>
                <a:lnTo>
                  <a:pt x="8735" y="6692"/>
                </a:lnTo>
                <a:lnTo>
                  <a:pt x="8735" y="6960"/>
                </a:lnTo>
                <a:lnTo>
                  <a:pt x="8103" y="6936"/>
                </a:lnTo>
                <a:lnTo>
                  <a:pt x="8030" y="6936"/>
                </a:lnTo>
                <a:lnTo>
                  <a:pt x="8200" y="6863"/>
                </a:lnTo>
                <a:lnTo>
                  <a:pt x="8735" y="6644"/>
                </a:lnTo>
                <a:close/>
                <a:moveTo>
                  <a:pt x="3942" y="7301"/>
                </a:moveTo>
                <a:lnTo>
                  <a:pt x="4331" y="7325"/>
                </a:lnTo>
                <a:lnTo>
                  <a:pt x="5061" y="7374"/>
                </a:lnTo>
                <a:lnTo>
                  <a:pt x="5864" y="7422"/>
                </a:lnTo>
                <a:lnTo>
                  <a:pt x="6667" y="7447"/>
                </a:lnTo>
                <a:lnTo>
                  <a:pt x="8297" y="7471"/>
                </a:lnTo>
                <a:lnTo>
                  <a:pt x="8833" y="7495"/>
                </a:lnTo>
                <a:lnTo>
                  <a:pt x="8930" y="7520"/>
                </a:lnTo>
                <a:lnTo>
                  <a:pt x="9052" y="7495"/>
                </a:lnTo>
                <a:lnTo>
                  <a:pt x="11607" y="7593"/>
                </a:lnTo>
                <a:lnTo>
                  <a:pt x="12361" y="7617"/>
                </a:lnTo>
                <a:lnTo>
                  <a:pt x="13115" y="7593"/>
                </a:lnTo>
                <a:lnTo>
                  <a:pt x="13870" y="7568"/>
                </a:lnTo>
                <a:lnTo>
                  <a:pt x="14624" y="7568"/>
                </a:lnTo>
                <a:lnTo>
                  <a:pt x="14600" y="7739"/>
                </a:lnTo>
                <a:lnTo>
                  <a:pt x="14575" y="7933"/>
                </a:lnTo>
                <a:lnTo>
                  <a:pt x="14575" y="8298"/>
                </a:lnTo>
                <a:lnTo>
                  <a:pt x="14624" y="8980"/>
                </a:lnTo>
                <a:lnTo>
                  <a:pt x="14697" y="9539"/>
                </a:lnTo>
                <a:lnTo>
                  <a:pt x="14746" y="10123"/>
                </a:lnTo>
                <a:lnTo>
                  <a:pt x="14770" y="10391"/>
                </a:lnTo>
                <a:lnTo>
                  <a:pt x="14794" y="10659"/>
                </a:lnTo>
                <a:lnTo>
                  <a:pt x="13310" y="10707"/>
                </a:lnTo>
                <a:lnTo>
                  <a:pt x="11826" y="10780"/>
                </a:lnTo>
                <a:lnTo>
                  <a:pt x="10341" y="10829"/>
                </a:lnTo>
                <a:lnTo>
                  <a:pt x="9587" y="10853"/>
                </a:lnTo>
                <a:lnTo>
                  <a:pt x="8833" y="10829"/>
                </a:lnTo>
                <a:lnTo>
                  <a:pt x="7178" y="10780"/>
                </a:lnTo>
                <a:lnTo>
                  <a:pt x="6327" y="10780"/>
                </a:lnTo>
                <a:lnTo>
                  <a:pt x="5499" y="10804"/>
                </a:lnTo>
                <a:lnTo>
                  <a:pt x="4088" y="10853"/>
                </a:lnTo>
                <a:lnTo>
                  <a:pt x="3358" y="10902"/>
                </a:lnTo>
                <a:lnTo>
                  <a:pt x="3017" y="10926"/>
                </a:lnTo>
                <a:lnTo>
                  <a:pt x="2677" y="10999"/>
                </a:lnTo>
                <a:lnTo>
                  <a:pt x="2677" y="10926"/>
                </a:lnTo>
                <a:lnTo>
                  <a:pt x="2652" y="10853"/>
                </a:lnTo>
                <a:lnTo>
                  <a:pt x="2604" y="10804"/>
                </a:lnTo>
                <a:lnTo>
                  <a:pt x="2531" y="10756"/>
                </a:lnTo>
                <a:lnTo>
                  <a:pt x="2239" y="10586"/>
                </a:lnTo>
                <a:lnTo>
                  <a:pt x="1947" y="10391"/>
                </a:lnTo>
                <a:lnTo>
                  <a:pt x="1411" y="10002"/>
                </a:lnTo>
                <a:lnTo>
                  <a:pt x="1168" y="9807"/>
                </a:lnTo>
                <a:lnTo>
                  <a:pt x="925" y="9612"/>
                </a:lnTo>
                <a:lnTo>
                  <a:pt x="681" y="9393"/>
                </a:lnTo>
                <a:lnTo>
                  <a:pt x="438" y="9199"/>
                </a:lnTo>
                <a:lnTo>
                  <a:pt x="633" y="9028"/>
                </a:lnTo>
                <a:lnTo>
                  <a:pt x="1338" y="8396"/>
                </a:lnTo>
                <a:lnTo>
                  <a:pt x="1703" y="8104"/>
                </a:lnTo>
                <a:lnTo>
                  <a:pt x="2068" y="7812"/>
                </a:lnTo>
                <a:lnTo>
                  <a:pt x="2336" y="7641"/>
                </a:lnTo>
                <a:lnTo>
                  <a:pt x="2458" y="7568"/>
                </a:lnTo>
                <a:lnTo>
                  <a:pt x="2579" y="7447"/>
                </a:lnTo>
                <a:lnTo>
                  <a:pt x="2604" y="7374"/>
                </a:lnTo>
                <a:lnTo>
                  <a:pt x="2847" y="7374"/>
                </a:lnTo>
                <a:lnTo>
                  <a:pt x="3115" y="7349"/>
                </a:lnTo>
                <a:lnTo>
                  <a:pt x="3577" y="7301"/>
                </a:lnTo>
                <a:close/>
                <a:moveTo>
                  <a:pt x="7446" y="11242"/>
                </a:moveTo>
                <a:lnTo>
                  <a:pt x="8541" y="11291"/>
                </a:lnTo>
                <a:lnTo>
                  <a:pt x="8395" y="11364"/>
                </a:lnTo>
                <a:lnTo>
                  <a:pt x="8249" y="11461"/>
                </a:lnTo>
                <a:lnTo>
                  <a:pt x="7981" y="11632"/>
                </a:lnTo>
                <a:lnTo>
                  <a:pt x="7567" y="11851"/>
                </a:lnTo>
                <a:lnTo>
                  <a:pt x="7519" y="11534"/>
                </a:lnTo>
                <a:lnTo>
                  <a:pt x="7494" y="11388"/>
                </a:lnTo>
                <a:lnTo>
                  <a:pt x="7446" y="11242"/>
                </a:lnTo>
                <a:close/>
                <a:moveTo>
                  <a:pt x="8784" y="11632"/>
                </a:moveTo>
                <a:lnTo>
                  <a:pt x="8735" y="12094"/>
                </a:lnTo>
                <a:lnTo>
                  <a:pt x="8541" y="12167"/>
                </a:lnTo>
                <a:lnTo>
                  <a:pt x="8370" y="12264"/>
                </a:lnTo>
                <a:lnTo>
                  <a:pt x="8005" y="12459"/>
                </a:lnTo>
                <a:lnTo>
                  <a:pt x="7762" y="12581"/>
                </a:lnTo>
                <a:lnTo>
                  <a:pt x="7640" y="12678"/>
                </a:lnTo>
                <a:lnTo>
                  <a:pt x="7543" y="12751"/>
                </a:lnTo>
                <a:lnTo>
                  <a:pt x="7543" y="12678"/>
                </a:lnTo>
                <a:lnTo>
                  <a:pt x="7567" y="12216"/>
                </a:lnTo>
                <a:lnTo>
                  <a:pt x="7713" y="12167"/>
                </a:lnTo>
                <a:lnTo>
                  <a:pt x="7859" y="12118"/>
                </a:lnTo>
                <a:lnTo>
                  <a:pt x="8103" y="11997"/>
                </a:lnTo>
                <a:lnTo>
                  <a:pt x="8443" y="11826"/>
                </a:lnTo>
                <a:lnTo>
                  <a:pt x="8614" y="11729"/>
                </a:lnTo>
                <a:lnTo>
                  <a:pt x="8784" y="11632"/>
                </a:lnTo>
                <a:close/>
                <a:moveTo>
                  <a:pt x="8735" y="12581"/>
                </a:moveTo>
                <a:lnTo>
                  <a:pt x="8735" y="13189"/>
                </a:lnTo>
                <a:lnTo>
                  <a:pt x="8662" y="13165"/>
                </a:lnTo>
                <a:lnTo>
                  <a:pt x="8565" y="13165"/>
                </a:lnTo>
                <a:lnTo>
                  <a:pt x="8468" y="13189"/>
                </a:lnTo>
                <a:lnTo>
                  <a:pt x="8249" y="13262"/>
                </a:lnTo>
                <a:lnTo>
                  <a:pt x="8054" y="13384"/>
                </a:lnTo>
                <a:lnTo>
                  <a:pt x="7859" y="13481"/>
                </a:lnTo>
                <a:lnTo>
                  <a:pt x="7665" y="13627"/>
                </a:lnTo>
                <a:lnTo>
                  <a:pt x="7446" y="13797"/>
                </a:lnTo>
                <a:lnTo>
                  <a:pt x="7494" y="13140"/>
                </a:lnTo>
                <a:lnTo>
                  <a:pt x="7665" y="13116"/>
                </a:lnTo>
                <a:lnTo>
                  <a:pt x="7835" y="13043"/>
                </a:lnTo>
                <a:lnTo>
                  <a:pt x="8151" y="12873"/>
                </a:lnTo>
                <a:lnTo>
                  <a:pt x="8735" y="12581"/>
                </a:lnTo>
                <a:close/>
                <a:moveTo>
                  <a:pt x="8735" y="13578"/>
                </a:moveTo>
                <a:lnTo>
                  <a:pt x="8735" y="14138"/>
                </a:lnTo>
                <a:lnTo>
                  <a:pt x="8541" y="14211"/>
                </a:lnTo>
                <a:lnTo>
                  <a:pt x="8346" y="14284"/>
                </a:lnTo>
                <a:lnTo>
                  <a:pt x="7981" y="14454"/>
                </a:lnTo>
                <a:lnTo>
                  <a:pt x="7689" y="14576"/>
                </a:lnTo>
                <a:lnTo>
                  <a:pt x="7543" y="14673"/>
                </a:lnTo>
                <a:lnTo>
                  <a:pt x="7421" y="14746"/>
                </a:lnTo>
                <a:lnTo>
                  <a:pt x="7421" y="14454"/>
                </a:lnTo>
                <a:lnTo>
                  <a:pt x="7421" y="14138"/>
                </a:lnTo>
                <a:lnTo>
                  <a:pt x="7567" y="14089"/>
                </a:lnTo>
                <a:lnTo>
                  <a:pt x="7738" y="14016"/>
                </a:lnTo>
                <a:lnTo>
                  <a:pt x="8005" y="13870"/>
                </a:lnTo>
                <a:lnTo>
                  <a:pt x="8176" y="13773"/>
                </a:lnTo>
                <a:lnTo>
                  <a:pt x="8370" y="13724"/>
                </a:lnTo>
                <a:lnTo>
                  <a:pt x="8735" y="13578"/>
                </a:lnTo>
                <a:close/>
                <a:moveTo>
                  <a:pt x="8735" y="14625"/>
                </a:moveTo>
                <a:lnTo>
                  <a:pt x="8735" y="15014"/>
                </a:lnTo>
                <a:lnTo>
                  <a:pt x="8687" y="15038"/>
                </a:lnTo>
                <a:lnTo>
                  <a:pt x="7908" y="15501"/>
                </a:lnTo>
                <a:lnTo>
                  <a:pt x="7689" y="15598"/>
                </a:lnTo>
                <a:lnTo>
                  <a:pt x="7446" y="15720"/>
                </a:lnTo>
                <a:lnTo>
                  <a:pt x="7421" y="15087"/>
                </a:lnTo>
                <a:lnTo>
                  <a:pt x="7592" y="15063"/>
                </a:lnTo>
                <a:lnTo>
                  <a:pt x="7738" y="15014"/>
                </a:lnTo>
                <a:lnTo>
                  <a:pt x="8054" y="14892"/>
                </a:lnTo>
                <a:lnTo>
                  <a:pt x="8735" y="14625"/>
                </a:lnTo>
                <a:close/>
                <a:moveTo>
                  <a:pt x="8711" y="15452"/>
                </a:moveTo>
                <a:lnTo>
                  <a:pt x="8711" y="16231"/>
                </a:lnTo>
                <a:lnTo>
                  <a:pt x="8419" y="16328"/>
                </a:lnTo>
                <a:lnTo>
                  <a:pt x="8151" y="16425"/>
                </a:lnTo>
                <a:lnTo>
                  <a:pt x="7811" y="16523"/>
                </a:lnTo>
                <a:lnTo>
                  <a:pt x="7494" y="16620"/>
                </a:lnTo>
                <a:lnTo>
                  <a:pt x="7470" y="16012"/>
                </a:lnTo>
                <a:lnTo>
                  <a:pt x="7567" y="16012"/>
                </a:lnTo>
                <a:lnTo>
                  <a:pt x="7689" y="15963"/>
                </a:lnTo>
                <a:lnTo>
                  <a:pt x="7908" y="15890"/>
                </a:lnTo>
                <a:lnTo>
                  <a:pt x="8322" y="15671"/>
                </a:lnTo>
                <a:lnTo>
                  <a:pt x="8711" y="15452"/>
                </a:lnTo>
                <a:close/>
                <a:moveTo>
                  <a:pt x="8687" y="16717"/>
                </a:moveTo>
                <a:lnTo>
                  <a:pt x="8687" y="17082"/>
                </a:lnTo>
                <a:lnTo>
                  <a:pt x="8687" y="17107"/>
                </a:lnTo>
                <a:lnTo>
                  <a:pt x="8346" y="17228"/>
                </a:lnTo>
                <a:lnTo>
                  <a:pt x="8005" y="17399"/>
                </a:lnTo>
                <a:lnTo>
                  <a:pt x="7543" y="17593"/>
                </a:lnTo>
                <a:lnTo>
                  <a:pt x="7519" y="17009"/>
                </a:lnTo>
                <a:lnTo>
                  <a:pt x="7689" y="17009"/>
                </a:lnTo>
                <a:lnTo>
                  <a:pt x="7859" y="16961"/>
                </a:lnTo>
                <a:lnTo>
                  <a:pt x="8176" y="16888"/>
                </a:lnTo>
                <a:lnTo>
                  <a:pt x="8687" y="16717"/>
                </a:lnTo>
                <a:close/>
                <a:moveTo>
                  <a:pt x="8687" y="17545"/>
                </a:moveTo>
                <a:lnTo>
                  <a:pt x="8687" y="18250"/>
                </a:lnTo>
                <a:lnTo>
                  <a:pt x="8370" y="18275"/>
                </a:lnTo>
                <a:lnTo>
                  <a:pt x="8054" y="18299"/>
                </a:lnTo>
                <a:lnTo>
                  <a:pt x="7835" y="18323"/>
                </a:lnTo>
                <a:lnTo>
                  <a:pt x="7592" y="18348"/>
                </a:lnTo>
                <a:lnTo>
                  <a:pt x="7543" y="18372"/>
                </a:lnTo>
                <a:lnTo>
                  <a:pt x="7543" y="18031"/>
                </a:lnTo>
                <a:lnTo>
                  <a:pt x="7689" y="17983"/>
                </a:lnTo>
                <a:lnTo>
                  <a:pt x="7811" y="17934"/>
                </a:lnTo>
                <a:lnTo>
                  <a:pt x="8078" y="17812"/>
                </a:lnTo>
                <a:lnTo>
                  <a:pt x="8687" y="17545"/>
                </a:lnTo>
                <a:close/>
                <a:moveTo>
                  <a:pt x="8078" y="1"/>
                </a:moveTo>
                <a:lnTo>
                  <a:pt x="7884" y="25"/>
                </a:lnTo>
                <a:lnTo>
                  <a:pt x="7713" y="74"/>
                </a:lnTo>
                <a:lnTo>
                  <a:pt x="7567" y="171"/>
                </a:lnTo>
                <a:lnTo>
                  <a:pt x="7446" y="269"/>
                </a:lnTo>
                <a:lnTo>
                  <a:pt x="7324" y="390"/>
                </a:lnTo>
                <a:lnTo>
                  <a:pt x="7227" y="536"/>
                </a:lnTo>
                <a:lnTo>
                  <a:pt x="7154" y="682"/>
                </a:lnTo>
                <a:lnTo>
                  <a:pt x="7081" y="853"/>
                </a:lnTo>
                <a:lnTo>
                  <a:pt x="7032" y="1023"/>
                </a:lnTo>
                <a:lnTo>
                  <a:pt x="6959" y="1388"/>
                </a:lnTo>
                <a:lnTo>
                  <a:pt x="6935" y="1753"/>
                </a:lnTo>
                <a:lnTo>
                  <a:pt x="6959" y="2118"/>
                </a:lnTo>
                <a:lnTo>
                  <a:pt x="6959" y="2118"/>
                </a:lnTo>
                <a:lnTo>
                  <a:pt x="5816" y="2094"/>
                </a:lnTo>
                <a:lnTo>
                  <a:pt x="4672" y="2094"/>
                </a:lnTo>
                <a:lnTo>
                  <a:pt x="2993" y="2167"/>
                </a:lnTo>
                <a:lnTo>
                  <a:pt x="1801" y="2167"/>
                </a:lnTo>
                <a:lnTo>
                  <a:pt x="1387" y="2191"/>
                </a:lnTo>
                <a:lnTo>
                  <a:pt x="1338" y="2191"/>
                </a:lnTo>
                <a:lnTo>
                  <a:pt x="1290" y="2215"/>
                </a:lnTo>
                <a:lnTo>
                  <a:pt x="1290" y="2240"/>
                </a:lnTo>
                <a:lnTo>
                  <a:pt x="1217" y="2288"/>
                </a:lnTo>
                <a:lnTo>
                  <a:pt x="1192" y="2361"/>
                </a:lnTo>
                <a:lnTo>
                  <a:pt x="1119" y="2556"/>
                </a:lnTo>
                <a:lnTo>
                  <a:pt x="1071" y="2775"/>
                </a:lnTo>
                <a:lnTo>
                  <a:pt x="1046" y="3018"/>
                </a:lnTo>
                <a:lnTo>
                  <a:pt x="1046" y="3261"/>
                </a:lnTo>
                <a:lnTo>
                  <a:pt x="1071" y="3748"/>
                </a:lnTo>
                <a:lnTo>
                  <a:pt x="1119" y="4162"/>
                </a:lnTo>
                <a:lnTo>
                  <a:pt x="1168" y="4770"/>
                </a:lnTo>
                <a:lnTo>
                  <a:pt x="1241" y="5378"/>
                </a:lnTo>
                <a:lnTo>
                  <a:pt x="1265" y="5622"/>
                </a:lnTo>
                <a:lnTo>
                  <a:pt x="1290" y="5889"/>
                </a:lnTo>
                <a:lnTo>
                  <a:pt x="1314" y="6011"/>
                </a:lnTo>
                <a:lnTo>
                  <a:pt x="1338" y="6133"/>
                </a:lnTo>
                <a:lnTo>
                  <a:pt x="1411" y="6230"/>
                </a:lnTo>
                <a:lnTo>
                  <a:pt x="1484" y="6303"/>
                </a:lnTo>
                <a:lnTo>
                  <a:pt x="1557" y="6352"/>
                </a:lnTo>
                <a:lnTo>
                  <a:pt x="1630" y="6352"/>
                </a:lnTo>
                <a:lnTo>
                  <a:pt x="1703" y="6327"/>
                </a:lnTo>
                <a:lnTo>
                  <a:pt x="1776" y="6279"/>
                </a:lnTo>
                <a:lnTo>
                  <a:pt x="1801" y="6254"/>
                </a:lnTo>
                <a:lnTo>
                  <a:pt x="2020" y="6303"/>
                </a:lnTo>
                <a:lnTo>
                  <a:pt x="2239" y="6327"/>
                </a:lnTo>
                <a:lnTo>
                  <a:pt x="2701" y="6352"/>
                </a:lnTo>
                <a:lnTo>
                  <a:pt x="4429" y="6376"/>
                </a:lnTo>
                <a:lnTo>
                  <a:pt x="6959" y="6352"/>
                </a:lnTo>
                <a:lnTo>
                  <a:pt x="6984" y="6595"/>
                </a:lnTo>
                <a:lnTo>
                  <a:pt x="7008" y="6911"/>
                </a:lnTo>
                <a:lnTo>
                  <a:pt x="5962" y="6887"/>
                </a:lnTo>
                <a:lnTo>
                  <a:pt x="4891" y="6838"/>
                </a:lnTo>
                <a:lnTo>
                  <a:pt x="4161" y="6814"/>
                </a:lnTo>
                <a:lnTo>
                  <a:pt x="3163" y="6814"/>
                </a:lnTo>
                <a:lnTo>
                  <a:pt x="2896" y="6863"/>
                </a:lnTo>
                <a:lnTo>
                  <a:pt x="2628" y="6936"/>
                </a:lnTo>
                <a:lnTo>
                  <a:pt x="2506" y="6984"/>
                </a:lnTo>
                <a:lnTo>
                  <a:pt x="2409" y="7057"/>
                </a:lnTo>
                <a:lnTo>
                  <a:pt x="2360" y="7033"/>
                </a:lnTo>
                <a:lnTo>
                  <a:pt x="2263" y="7033"/>
                </a:lnTo>
                <a:lnTo>
                  <a:pt x="2190" y="7057"/>
                </a:lnTo>
                <a:lnTo>
                  <a:pt x="1995" y="7130"/>
                </a:lnTo>
                <a:lnTo>
                  <a:pt x="1825" y="7228"/>
                </a:lnTo>
                <a:lnTo>
                  <a:pt x="1630" y="7374"/>
                </a:lnTo>
                <a:lnTo>
                  <a:pt x="1290" y="7666"/>
                </a:lnTo>
                <a:lnTo>
                  <a:pt x="1022" y="7933"/>
                </a:lnTo>
                <a:lnTo>
                  <a:pt x="681" y="8250"/>
                </a:lnTo>
                <a:lnTo>
                  <a:pt x="365" y="8590"/>
                </a:lnTo>
                <a:lnTo>
                  <a:pt x="243" y="8712"/>
                </a:lnTo>
                <a:lnTo>
                  <a:pt x="122" y="8858"/>
                </a:lnTo>
                <a:lnTo>
                  <a:pt x="24" y="9004"/>
                </a:lnTo>
                <a:lnTo>
                  <a:pt x="0" y="9077"/>
                </a:lnTo>
                <a:lnTo>
                  <a:pt x="0" y="9174"/>
                </a:lnTo>
                <a:lnTo>
                  <a:pt x="0" y="9199"/>
                </a:lnTo>
                <a:lnTo>
                  <a:pt x="0" y="9247"/>
                </a:lnTo>
                <a:lnTo>
                  <a:pt x="0" y="9320"/>
                </a:lnTo>
                <a:lnTo>
                  <a:pt x="73" y="9466"/>
                </a:lnTo>
                <a:lnTo>
                  <a:pt x="170" y="9612"/>
                </a:lnTo>
                <a:lnTo>
                  <a:pt x="292" y="9758"/>
                </a:lnTo>
                <a:lnTo>
                  <a:pt x="414" y="9904"/>
                </a:lnTo>
                <a:lnTo>
                  <a:pt x="681" y="10148"/>
                </a:lnTo>
                <a:lnTo>
                  <a:pt x="949" y="10367"/>
                </a:lnTo>
                <a:lnTo>
                  <a:pt x="1265" y="10610"/>
                </a:lnTo>
                <a:lnTo>
                  <a:pt x="1582" y="10829"/>
                </a:lnTo>
                <a:lnTo>
                  <a:pt x="1922" y="11048"/>
                </a:lnTo>
                <a:lnTo>
                  <a:pt x="2239" y="11242"/>
                </a:lnTo>
                <a:lnTo>
                  <a:pt x="2312" y="11267"/>
                </a:lnTo>
                <a:lnTo>
                  <a:pt x="2385" y="11267"/>
                </a:lnTo>
                <a:lnTo>
                  <a:pt x="2750" y="11340"/>
                </a:lnTo>
                <a:lnTo>
                  <a:pt x="3139" y="11388"/>
                </a:lnTo>
                <a:lnTo>
                  <a:pt x="3528" y="11388"/>
                </a:lnTo>
                <a:lnTo>
                  <a:pt x="3918" y="11364"/>
                </a:lnTo>
                <a:lnTo>
                  <a:pt x="4721" y="11315"/>
                </a:lnTo>
                <a:lnTo>
                  <a:pt x="5499" y="11267"/>
                </a:lnTo>
                <a:lnTo>
                  <a:pt x="6278" y="11242"/>
                </a:lnTo>
                <a:lnTo>
                  <a:pt x="7081" y="11242"/>
                </a:lnTo>
                <a:lnTo>
                  <a:pt x="7081" y="11607"/>
                </a:lnTo>
                <a:lnTo>
                  <a:pt x="7081" y="11972"/>
                </a:lnTo>
                <a:lnTo>
                  <a:pt x="7081" y="12313"/>
                </a:lnTo>
                <a:lnTo>
                  <a:pt x="7057" y="12678"/>
                </a:lnTo>
                <a:lnTo>
                  <a:pt x="6984" y="13578"/>
                </a:lnTo>
                <a:lnTo>
                  <a:pt x="6935" y="14016"/>
                </a:lnTo>
                <a:lnTo>
                  <a:pt x="6911" y="14454"/>
                </a:lnTo>
                <a:lnTo>
                  <a:pt x="6911" y="15476"/>
                </a:lnTo>
                <a:lnTo>
                  <a:pt x="6959" y="16498"/>
                </a:lnTo>
                <a:lnTo>
                  <a:pt x="7057" y="18542"/>
                </a:lnTo>
                <a:lnTo>
                  <a:pt x="7057" y="18615"/>
                </a:lnTo>
                <a:lnTo>
                  <a:pt x="7081" y="18688"/>
                </a:lnTo>
                <a:lnTo>
                  <a:pt x="7130" y="18737"/>
                </a:lnTo>
                <a:lnTo>
                  <a:pt x="7203" y="18761"/>
                </a:lnTo>
                <a:lnTo>
                  <a:pt x="7251" y="18786"/>
                </a:lnTo>
                <a:lnTo>
                  <a:pt x="7324" y="18786"/>
                </a:lnTo>
                <a:lnTo>
                  <a:pt x="7373" y="18761"/>
                </a:lnTo>
                <a:lnTo>
                  <a:pt x="7446" y="18737"/>
                </a:lnTo>
                <a:lnTo>
                  <a:pt x="7519" y="18786"/>
                </a:lnTo>
                <a:lnTo>
                  <a:pt x="7640" y="18810"/>
                </a:lnTo>
                <a:lnTo>
                  <a:pt x="8662" y="18810"/>
                </a:lnTo>
                <a:lnTo>
                  <a:pt x="8954" y="18786"/>
                </a:lnTo>
                <a:lnTo>
                  <a:pt x="9003" y="18786"/>
                </a:lnTo>
                <a:lnTo>
                  <a:pt x="9076" y="18761"/>
                </a:lnTo>
                <a:lnTo>
                  <a:pt x="9149" y="18664"/>
                </a:lnTo>
                <a:lnTo>
                  <a:pt x="9198" y="18542"/>
                </a:lnTo>
                <a:lnTo>
                  <a:pt x="9198" y="18421"/>
                </a:lnTo>
                <a:lnTo>
                  <a:pt x="9198" y="18323"/>
                </a:lnTo>
                <a:lnTo>
                  <a:pt x="9222" y="16547"/>
                </a:lnTo>
                <a:lnTo>
                  <a:pt x="9246" y="14771"/>
                </a:lnTo>
                <a:lnTo>
                  <a:pt x="9271" y="12946"/>
                </a:lnTo>
                <a:lnTo>
                  <a:pt x="9295" y="12118"/>
                </a:lnTo>
                <a:lnTo>
                  <a:pt x="9271" y="11729"/>
                </a:lnTo>
                <a:lnTo>
                  <a:pt x="9246" y="11315"/>
                </a:lnTo>
                <a:lnTo>
                  <a:pt x="10682" y="11315"/>
                </a:lnTo>
                <a:lnTo>
                  <a:pt x="12142" y="11267"/>
                </a:lnTo>
                <a:lnTo>
                  <a:pt x="13578" y="11194"/>
                </a:lnTo>
                <a:lnTo>
                  <a:pt x="14283" y="11169"/>
                </a:lnTo>
                <a:lnTo>
                  <a:pt x="15013" y="11169"/>
                </a:lnTo>
                <a:lnTo>
                  <a:pt x="15135" y="11145"/>
                </a:lnTo>
                <a:lnTo>
                  <a:pt x="15208" y="11072"/>
                </a:lnTo>
                <a:lnTo>
                  <a:pt x="15257" y="10999"/>
                </a:lnTo>
                <a:lnTo>
                  <a:pt x="15257" y="10902"/>
                </a:lnTo>
                <a:lnTo>
                  <a:pt x="15305" y="10731"/>
                </a:lnTo>
                <a:lnTo>
                  <a:pt x="15305" y="10586"/>
                </a:lnTo>
                <a:lnTo>
                  <a:pt x="15281" y="10245"/>
                </a:lnTo>
                <a:lnTo>
                  <a:pt x="15135" y="9126"/>
                </a:lnTo>
                <a:lnTo>
                  <a:pt x="15086" y="8615"/>
                </a:lnTo>
                <a:lnTo>
                  <a:pt x="15086" y="8104"/>
                </a:lnTo>
                <a:lnTo>
                  <a:pt x="15086" y="7933"/>
                </a:lnTo>
                <a:lnTo>
                  <a:pt x="15111" y="7739"/>
                </a:lnTo>
                <a:lnTo>
                  <a:pt x="15135" y="7568"/>
                </a:lnTo>
                <a:lnTo>
                  <a:pt x="15135" y="7374"/>
                </a:lnTo>
                <a:lnTo>
                  <a:pt x="15135" y="7276"/>
                </a:lnTo>
                <a:lnTo>
                  <a:pt x="15111" y="7179"/>
                </a:lnTo>
                <a:lnTo>
                  <a:pt x="15086" y="7130"/>
                </a:lnTo>
                <a:lnTo>
                  <a:pt x="15038" y="7106"/>
                </a:lnTo>
                <a:lnTo>
                  <a:pt x="14965" y="7057"/>
                </a:lnTo>
                <a:lnTo>
                  <a:pt x="14892" y="7033"/>
                </a:lnTo>
                <a:lnTo>
                  <a:pt x="14064" y="7033"/>
                </a:lnTo>
                <a:lnTo>
                  <a:pt x="13237" y="7057"/>
                </a:lnTo>
                <a:lnTo>
                  <a:pt x="12434" y="7082"/>
                </a:lnTo>
                <a:lnTo>
                  <a:pt x="11607" y="7082"/>
                </a:lnTo>
                <a:lnTo>
                  <a:pt x="9246" y="6984"/>
                </a:lnTo>
                <a:lnTo>
                  <a:pt x="9246" y="6765"/>
                </a:lnTo>
                <a:lnTo>
                  <a:pt x="9246" y="6571"/>
                </a:lnTo>
                <a:lnTo>
                  <a:pt x="9198" y="6352"/>
                </a:lnTo>
                <a:lnTo>
                  <a:pt x="9222" y="6327"/>
                </a:lnTo>
                <a:lnTo>
                  <a:pt x="10925" y="6303"/>
                </a:lnTo>
                <a:lnTo>
                  <a:pt x="12556" y="6303"/>
                </a:lnTo>
                <a:lnTo>
                  <a:pt x="14186" y="6376"/>
                </a:lnTo>
                <a:lnTo>
                  <a:pt x="14259" y="6376"/>
                </a:lnTo>
                <a:lnTo>
                  <a:pt x="14308" y="6352"/>
                </a:lnTo>
                <a:lnTo>
                  <a:pt x="14381" y="6279"/>
                </a:lnTo>
                <a:lnTo>
                  <a:pt x="14405" y="6206"/>
                </a:lnTo>
                <a:lnTo>
                  <a:pt x="14405" y="6108"/>
                </a:lnTo>
                <a:lnTo>
                  <a:pt x="14575" y="5962"/>
                </a:lnTo>
                <a:lnTo>
                  <a:pt x="14940" y="5670"/>
                </a:lnTo>
                <a:lnTo>
                  <a:pt x="15329" y="5427"/>
                </a:lnTo>
                <a:lnTo>
                  <a:pt x="15597" y="5232"/>
                </a:lnTo>
                <a:lnTo>
                  <a:pt x="15913" y="4965"/>
                </a:lnTo>
                <a:lnTo>
                  <a:pt x="16059" y="4819"/>
                </a:lnTo>
                <a:lnTo>
                  <a:pt x="16181" y="4673"/>
                </a:lnTo>
                <a:lnTo>
                  <a:pt x="16254" y="4502"/>
                </a:lnTo>
                <a:lnTo>
                  <a:pt x="16254" y="4429"/>
                </a:lnTo>
                <a:lnTo>
                  <a:pt x="16254" y="4356"/>
                </a:lnTo>
                <a:lnTo>
                  <a:pt x="16278" y="4283"/>
                </a:lnTo>
                <a:lnTo>
                  <a:pt x="16278" y="4210"/>
                </a:lnTo>
                <a:lnTo>
                  <a:pt x="16230" y="4064"/>
                </a:lnTo>
                <a:lnTo>
                  <a:pt x="16132" y="3894"/>
                </a:lnTo>
                <a:lnTo>
                  <a:pt x="16011" y="3724"/>
                </a:lnTo>
                <a:lnTo>
                  <a:pt x="15743" y="3432"/>
                </a:lnTo>
                <a:lnTo>
                  <a:pt x="15524" y="3213"/>
                </a:lnTo>
                <a:lnTo>
                  <a:pt x="15135" y="2848"/>
                </a:lnTo>
                <a:lnTo>
                  <a:pt x="14746" y="2532"/>
                </a:lnTo>
                <a:lnTo>
                  <a:pt x="14478" y="2288"/>
                </a:lnTo>
                <a:lnTo>
                  <a:pt x="14308" y="2215"/>
                </a:lnTo>
                <a:lnTo>
                  <a:pt x="14235" y="2167"/>
                </a:lnTo>
                <a:lnTo>
                  <a:pt x="14162" y="2167"/>
                </a:lnTo>
                <a:lnTo>
                  <a:pt x="14089" y="2118"/>
                </a:lnTo>
                <a:lnTo>
                  <a:pt x="14016" y="2118"/>
                </a:lnTo>
                <a:lnTo>
                  <a:pt x="13237" y="2142"/>
                </a:lnTo>
                <a:lnTo>
                  <a:pt x="12483" y="2167"/>
                </a:lnTo>
                <a:lnTo>
                  <a:pt x="11704" y="2215"/>
                </a:lnTo>
                <a:lnTo>
                  <a:pt x="10950" y="2240"/>
                </a:lnTo>
                <a:lnTo>
                  <a:pt x="10171" y="2240"/>
                </a:lnTo>
                <a:lnTo>
                  <a:pt x="9392" y="2215"/>
                </a:lnTo>
                <a:lnTo>
                  <a:pt x="9441" y="2069"/>
                </a:lnTo>
                <a:lnTo>
                  <a:pt x="9465" y="1899"/>
                </a:lnTo>
                <a:lnTo>
                  <a:pt x="9465" y="1558"/>
                </a:lnTo>
                <a:lnTo>
                  <a:pt x="9417" y="1218"/>
                </a:lnTo>
                <a:lnTo>
                  <a:pt x="9368" y="950"/>
                </a:lnTo>
                <a:lnTo>
                  <a:pt x="9295" y="755"/>
                </a:lnTo>
                <a:lnTo>
                  <a:pt x="9222" y="561"/>
                </a:lnTo>
                <a:lnTo>
                  <a:pt x="9125" y="415"/>
                </a:lnTo>
                <a:lnTo>
                  <a:pt x="8979" y="293"/>
                </a:lnTo>
                <a:lnTo>
                  <a:pt x="8833" y="196"/>
                </a:lnTo>
                <a:lnTo>
                  <a:pt x="8662" y="98"/>
                </a:lnTo>
                <a:lnTo>
                  <a:pt x="8492" y="50"/>
                </a:lnTo>
                <a:lnTo>
                  <a:pt x="8297"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97" name="Google Shape;797;p39"/>
          <p:cNvSpPr/>
          <p:nvPr/>
        </p:nvSpPr>
        <p:spPr>
          <a:xfrm>
            <a:off x="4367795" y="328325"/>
            <a:ext cx="414283" cy="362159"/>
          </a:xfrm>
          <a:custGeom>
            <a:avLst/>
            <a:gdLst/>
            <a:ahLst/>
            <a:cxnLst/>
            <a:rect l="l" t="t" r="r" b="b"/>
            <a:pathLst>
              <a:path w="18956" h="16571" extrusionOk="0">
                <a:moveTo>
                  <a:pt x="9222" y="2604"/>
                </a:moveTo>
                <a:lnTo>
                  <a:pt x="9149" y="2628"/>
                </a:lnTo>
                <a:lnTo>
                  <a:pt x="9028" y="2701"/>
                </a:lnTo>
                <a:lnTo>
                  <a:pt x="8809" y="2896"/>
                </a:lnTo>
                <a:lnTo>
                  <a:pt x="8517" y="3139"/>
                </a:lnTo>
                <a:lnTo>
                  <a:pt x="8249" y="3358"/>
                </a:lnTo>
                <a:lnTo>
                  <a:pt x="7957" y="3577"/>
                </a:lnTo>
                <a:lnTo>
                  <a:pt x="7665" y="3821"/>
                </a:lnTo>
                <a:lnTo>
                  <a:pt x="6619" y="4818"/>
                </a:lnTo>
                <a:lnTo>
                  <a:pt x="5573" y="5816"/>
                </a:lnTo>
                <a:lnTo>
                  <a:pt x="5256" y="6181"/>
                </a:lnTo>
                <a:lnTo>
                  <a:pt x="4964" y="6546"/>
                </a:lnTo>
                <a:lnTo>
                  <a:pt x="4380" y="7325"/>
                </a:lnTo>
                <a:lnTo>
                  <a:pt x="4210" y="7495"/>
                </a:lnTo>
                <a:lnTo>
                  <a:pt x="3942" y="7763"/>
                </a:lnTo>
                <a:lnTo>
                  <a:pt x="3821" y="7909"/>
                </a:lnTo>
                <a:lnTo>
                  <a:pt x="3723" y="8055"/>
                </a:lnTo>
                <a:lnTo>
                  <a:pt x="3675" y="8176"/>
                </a:lnTo>
                <a:lnTo>
                  <a:pt x="3675" y="8225"/>
                </a:lnTo>
                <a:lnTo>
                  <a:pt x="3699" y="8274"/>
                </a:lnTo>
                <a:lnTo>
                  <a:pt x="3796" y="8347"/>
                </a:lnTo>
                <a:lnTo>
                  <a:pt x="3918" y="8347"/>
                </a:lnTo>
                <a:lnTo>
                  <a:pt x="4040" y="8322"/>
                </a:lnTo>
                <a:lnTo>
                  <a:pt x="4186" y="8249"/>
                </a:lnTo>
                <a:lnTo>
                  <a:pt x="4332" y="8128"/>
                </a:lnTo>
                <a:lnTo>
                  <a:pt x="4478" y="8006"/>
                </a:lnTo>
                <a:lnTo>
                  <a:pt x="4794" y="7665"/>
                </a:lnTo>
                <a:lnTo>
                  <a:pt x="5086" y="7300"/>
                </a:lnTo>
                <a:lnTo>
                  <a:pt x="5354" y="6935"/>
                </a:lnTo>
                <a:lnTo>
                  <a:pt x="5694" y="6473"/>
                </a:lnTo>
                <a:lnTo>
                  <a:pt x="6108" y="6035"/>
                </a:lnTo>
                <a:lnTo>
                  <a:pt x="6521" y="5621"/>
                </a:lnTo>
                <a:lnTo>
                  <a:pt x="7422" y="4818"/>
                </a:lnTo>
                <a:lnTo>
                  <a:pt x="7860" y="4380"/>
                </a:lnTo>
                <a:lnTo>
                  <a:pt x="8322" y="3967"/>
                </a:lnTo>
                <a:lnTo>
                  <a:pt x="8663" y="3699"/>
                </a:lnTo>
                <a:lnTo>
                  <a:pt x="9003" y="3456"/>
                </a:lnTo>
                <a:lnTo>
                  <a:pt x="9174" y="3285"/>
                </a:lnTo>
                <a:lnTo>
                  <a:pt x="9295" y="3139"/>
                </a:lnTo>
                <a:lnTo>
                  <a:pt x="9320" y="3139"/>
                </a:lnTo>
                <a:lnTo>
                  <a:pt x="9466" y="3285"/>
                </a:lnTo>
                <a:lnTo>
                  <a:pt x="10366" y="4113"/>
                </a:lnTo>
                <a:lnTo>
                  <a:pt x="11169" y="4916"/>
                </a:lnTo>
                <a:lnTo>
                  <a:pt x="11558" y="5329"/>
                </a:lnTo>
                <a:lnTo>
                  <a:pt x="11923" y="5767"/>
                </a:lnTo>
                <a:lnTo>
                  <a:pt x="12264" y="6181"/>
                </a:lnTo>
                <a:lnTo>
                  <a:pt x="12605" y="6643"/>
                </a:lnTo>
                <a:lnTo>
                  <a:pt x="12945" y="7057"/>
                </a:lnTo>
                <a:lnTo>
                  <a:pt x="13116" y="7276"/>
                </a:lnTo>
                <a:lnTo>
                  <a:pt x="13310" y="7471"/>
                </a:lnTo>
                <a:lnTo>
                  <a:pt x="13675" y="7787"/>
                </a:lnTo>
                <a:lnTo>
                  <a:pt x="14040" y="8079"/>
                </a:lnTo>
                <a:lnTo>
                  <a:pt x="14308" y="8322"/>
                </a:lnTo>
                <a:lnTo>
                  <a:pt x="14429" y="8420"/>
                </a:lnTo>
                <a:lnTo>
                  <a:pt x="14502" y="8444"/>
                </a:lnTo>
                <a:lnTo>
                  <a:pt x="14600" y="8493"/>
                </a:lnTo>
                <a:lnTo>
                  <a:pt x="14697" y="8493"/>
                </a:lnTo>
                <a:lnTo>
                  <a:pt x="14770" y="8444"/>
                </a:lnTo>
                <a:lnTo>
                  <a:pt x="14843" y="8371"/>
                </a:lnTo>
                <a:lnTo>
                  <a:pt x="14867" y="8274"/>
                </a:lnTo>
                <a:lnTo>
                  <a:pt x="14867" y="8201"/>
                </a:lnTo>
                <a:lnTo>
                  <a:pt x="14843" y="8103"/>
                </a:lnTo>
                <a:lnTo>
                  <a:pt x="14746" y="7957"/>
                </a:lnTo>
                <a:lnTo>
                  <a:pt x="14648" y="7811"/>
                </a:lnTo>
                <a:lnTo>
                  <a:pt x="14502" y="7690"/>
                </a:lnTo>
                <a:lnTo>
                  <a:pt x="14186" y="7446"/>
                </a:lnTo>
                <a:lnTo>
                  <a:pt x="13894" y="7252"/>
                </a:lnTo>
                <a:lnTo>
                  <a:pt x="13675" y="7057"/>
                </a:lnTo>
                <a:lnTo>
                  <a:pt x="13481" y="6862"/>
                </a:lnTo>
                <a:lnTo>
                  <a:pt x="13116" y="6424"/>
                </a:lnTo>
                <a:lnTo>
                  <a:pt x="12434" y="5500"/>
                </a:lnTo>
                <a:lnTo>
                  <a:pt x="12045" y="5037"/>
                </a:lnTo>
                <a:lnTo>
                  <a:pt x="11607" y="4599"/>
                </a:lnTo>
                <a:lnTo>
                  <a:pt x="11169" y="4161"/>
                </a:lnTo>
                <a:lnTo>
                  <a:pt x="10731" y="3723"/>
                </a:lnTo>
                <a:lnTo>
                  <a:pt x="10293" y="3334"/>
                </a:lnTo>
                <a:lnTo>
                  <a:pt x="9806" y="2920"/>
                </a:lnTo>
                <a:lnTo>
                  <a:pt x="9660" y="2799"/>
                </a:lnTo>
                <a:lnTo>
                  <a:pt x="9514" y="2726"/>
                </a:lnTo>
                <a:lnTo>
                  <a:pt x="9417" y="2628"/>
                </a:lnTo>
                <a:lnTo>
                  <a:pt x="9368" y="2604"/>
                </a:lnTo>
                <a:close/>
                <a:moveTo>
                  <a:pt x="9271" y="8979"/>
                </a:moveTo>
                <a:lnTo>
                  <a:pt x="9247" y="9125"/>
                </a:lnTo>
                <a:lnTo>
                  <a:pt x="9271" y="9271"/>
                </a:lnTo>
                <a:lnTo>
                  <a:pt x="9295" y="9563"/>
                </a:lnTo>
                <a:lnTo>
                  <a:pt x="8517" y="9563"/>
                </a:lnTo>
                <a:lnTo>
                  <a:pt x="8298" y="9587"/>
                </a:lnTo>
                <a:lnTo>
                  <a:pt x="8176" y="9612"/>
                </a:lnTo>
                <a:lnTo>
                  <a:pt x="8054" y="9636"/>
                </a:lnTo>
                <a:lnTo>
                  <a:pt x="8054" y="9466"/>
                </a:lnTo>
                <a:lnTo>
                  <a:pt x="8054" y="9320"/>
                </a:lnTo>
                <a:lnTo>
                  <a:pt x="8006" y="9174"/>
                </a:lnTo>
                <a:lnTo>
                  <a:pt x="7957" y="9028"/>
                </a:lnTo>
                <a:lnTo>
                  <a:pt x="8614" y="9028"/>
                </a:lnTo>
                <a:lnTo>
                  <a:pt x="9271" y="8979"/>
                </a:lnTo>
                <a:close/>
                <a:moveTo>
                  <a:pt x="10317" y="8979"/>
                </a:moveTo>
                <a:lnTo>
                  <a:pt x="10682" y="9028"/>
                </a:lnTo>
                <a:lnTo>
                  <a:pt x="11047" y="9052"/>
                </a:lnTo>
                <a:lnTo>
                  <a:pt x="11047" y="9344"/>
                </a:lnTo>
                <a:lnTo>
                  <a:pt x="11047" y="9636"/>
                </a:lnTo>
                <a:lnTo>
                  <a:pt x="10731" y="9612"/>
                </a:lnTo>
                <a:lnTo>
                  <a:pt x="9685" y="9587"/>
                </a:lnTo>
                <a:lnTo>
                  <a:pt x="9636" y="9271"/>
                </a:lnTo>
                <a:lnTo>
                  <a:pt x="9612" y="9125"/>
                </a:lnTo>
                <a:lnTo>
                  <a:pt x="9563" y="8979"/>
                </a:lnTo>
                <a:close/>
                <a:moveTo>
                  <a:pt x="8054" y="10001"/>
                </a:moveTo>
                <a:lnTo>
                  <a:pt x="8176" y="10025"/>
                </a:lnTo>
                <a:lnTo>
                  <a:pt x="8930" y="10025"/>
                </a:lnTo>
                <a:lnTo>
                  <a:pt x="9320" y="10050"/>
                </a:lnTo>
                <a:lnTo>
                  <a:pt x="9295" y="10707"/>
                </a:lnTo>
                <a:lnTo>
                  <a:pt x="8638" y="10634"/>
                </a:lnTo>
                <a:lnTo>
                  <a:pt x="8298" y="10634"/>
                </a:lnTo>
                <a:lnTo>
                  <a:pt x="8006" y="10658"/>
                </a:lnTo>
                <a:lnTo>
                  <a:pt x="8030" y="10342"/>
                </a:lnTo>
                <a:lnTo>
                  <a:pt x="8054" y="10001"/>
                </a:lnTo>
                <a:close/>
                <a:moveTo>
                  <a:pt x="9709" y="10074"/>
                </a:moveTo>
                <a:lnTo>
                  <a:pt x="10366" y="10147"/>
                </a:lnTo>
                <a:lnTo>
                  <a:pt x="10901" y="10147"/>
                </a:lnTo>
                <a:lnTo>
                  <a:pt x="11047" y="10123"/>
                </a:lnTo>
                <a:lnTo>
                  <a:pt x="11047" y="10123"/>
                </a:lnTo>
                <a:lnTo>
                  <a:pt x="11023" y="10390"/>
                </a:lnTo>
                <a:lnTo>
                  <a:pt x="10974" y="10634"/>
                </a:lnTo>
                <a:lnTo>
                  <a:pt x="10755" y="10707"/>
                </a:lnTo>
                <a:lnTo>
                  <a:pt x="10536" y="10731"/>
                </a:lnTo>
                <a:lnTo>
                  <a:pt x="10123" y="10755"/>
                </a:lnTo>
                <a:lnTo>
                  <a:pt x="9685" y="10755"/>
                </a:lnTo>
                <a:lnTo>
                  <a:pt x="9685" y="10707"/>
                </a:lnTo>
                <a:lnTo>
                  <a:pt x="9709" y="10390"/>
                </a:lnTo>
                <a:lnTo>
                  <a:pt x="9709" y="10074"/>
                </a:lnTo>
                <a:close/>
                <a:moveTo>
                  <a:pt x="8955" y="8468"/>
                </a:moveTo>
                <a:lnTo>
                  <a:pt x="8541" y="8493"/>
                </a:lnTo>
                <a:lnTo>
                  <a:pt x="8346" y="8517"/>
                </a:lnTo>
                <a:lnTo>
                  <a:pt x="8152" y="8566"/>
                </a:lnTo>
                <a:lnTo>
                  <a:pt x="7957" y="8614"/>
                </a:lnTo>
                <a:lnTo>
                  <a:pt x="7762" y="8687"/>
                </a:lnTo>
                <a:lnTo>
                  <a:pt x="7738" y="8736"/>
                </a:lnTo>
                <a:lnTo>
                  <a:pt x="7714" y="8760"/>
                </a:lnTo>
                <a:lnTo>
                  <a:pt x="7689" y="8833"/>
                </a:lnTo>
                <a:lnTo>
                  <a:pt x="7641" y="8882"/>
                </a:lnTo>
                <a:lnTo>
                  <a:pt x="7592" y="8906"/>
                </a:lnTo>
                <a:lnTo>
                  <a:pt x="7568" y="8979"/>
                </a:lnTo>
                <a:lnTo>
                  <a:pt x="7568" y="9028"/>
                </a:lnTo>
                <a:lnTo>
                  <a:pt x="7616" y="9247"/>
                </a:lnTo>
                <a:lnTo>
                  <a:pt x="7616" y="9490"/>
                </a:lnTo>
                <a:lnTo>
                  <a:pt x="7592" y="9709"/>
                </a:lnTo>
                <a:lnTo>
                  <a:pt x="7568" y="9952"/>
                </a:lnTo>
                <a:lnTo>
                  <a:pt x="7495" y="10415"/>
                </a:lnTo>
                <a:lnTo>
                  <a:pt x="7495" y="10634"/>
                </a:lnTo>
                <a:lnTo>
                  <a:pt x="7519" y="10877"/>
                </a:lnTo>
                <a:lnTo>
                  <a:pt x="7519" y="10926"/>
                </a:lnTo>
                <a:lnTo>
                  <a:pt x="7568" y="10974"/>
                </a:lnTo>
                <a:lnTo>
                  <a:pt x="7641" y="11023"/>
                </a:lnTo>
                <a:lnTo>
                  <a:pt x="7762" y="11047"/>
                </a:lnTo>
                <a:lnTo>
                  <a:pt x="7860" y="10999"/>
                </a:lnTo>
                <a:lnTo>
                  <a:pt x="8079" y="11072"/>
                </a:lnTo>
                <a:lnTo>
                  <a:pt x="8298" y="11120"/>
                </a:lnTo>
                <a:lnTo>
                  <a:pt x="8784" y="11169"/>
                </a:lnTo>
                <a:lnTo>
                  <a:pt x="9733" y="11218"/>
                </a:lnTo>
                <a:lnTo>
                  <a:pt x="10123" y="11242"/>
                </a:lnTo>
                <a:lnTo>
                  <a:pt x="10561" y="11218"/>
                </a:lnTo>
                <a:lnTo>
                  <a:pt x="10780" y="11193"/>
                </a:lnTo>
                <a:lnTo>
                  <a:pt x="10999" y="11145"/>
                </a:lnTo>
                <a:lnTo>
                  <a:pt x="11169" y="11072"/>
                </a:lnTo>
                <a:lnTo>
                  <a:pt x="11339" y="10950"/>
                </a:lnTo>
                <a:lnTo>
                  <a:pt x="11388" y="10877"/>
                </a:lnTo>
                <a:lnTo>
                  <a:pt x="11388" y="10828"/>
                </a:lnTo>
                <a:lnTo>
                  <a:pt x="11412" y="10804"/>
                </a:lnTo>
                <a:lnTo>
                  <a:pt x="11461" y="10561"/>
                </a:lnTo>
                <a:lnTo>
                  <a:pt x="11510" y="10293"/>
                </a:lnTo>
                <a:lnTo>
                  <a:pt x="11510" y="10025"/>
                </a:lnTo>
                <a:lnTo>
                  <a:pt x="11510" y="9782"/>
                </a:lnTo>
                <a:lnTo>
                  <a:pt x="11510" y="9223"/>
                </a:lnTo>
                <a:lnTo>
                  <a:pt x="11485" y="8931"/>
                </a:lnTo>
                <a:lnTo>
                  <a:pt x="11437" y="8663"/>
                </a:lnTo>
                <a:lnTo>
                  <a:pt x="11412" y="8614"/>
                </a:lnTo>
                <a:lnTo>
                  <a:pt x="11364" y="8590"/>
                </a:lnTo>
                <a:lnTo>
                  <a:pt x="11315" y="8566"/>
                </a:lnTo>
                <a:lnTo>
                  <a:pt x="11218" y="8566"/>
                </a:lnTo>
                <a:lnTo>
                  <a:pt x="10755" y="8493"/>
                </a:lnTo>
                <a:lnTo>
                  <a:pt x="10293" y="8468"/>
                </a:lnTo>
                <a:close/>
                <a:moveTo>
                  <a:pt x="10244" y="12556"/>
                </a:moveTo>
                <a:lnTo>
                  <a:pt x="10390" y="12678"/>
                </a:lnTo>
                <a:lnTo>
                  <a:pt x="10536" y="12799"/>
                </a:lnTo>
                <a:lnTo>
                  <a:pt x="10634" y="12970"/>
                </a:lnTo>
                <a:lnTo>
                  <a:pt x="10415" y="13018"/>
                </a:lnTo>
                <a:lnTo>
                  <a:pt x="10342" y="12775"/>
                </a:lnTo>
                <a:lnTo>
                  <a:pt x="10244" y="12556"/>
                </a:lnTo>
                <a:close/>
                <a:moveTo>
                  <a:pt x="10828" y="13359"/>
                </a:moveTo>
                <a:lnTo>
                  <a:pt x="10901" y="13578"/>
                </a:lnTo>
                <a:lnTo>
                  <a:pt x="10707" y="13675"/>
                </a:lnTo>
                <a:lnTo>
                  <a:pt x="10536" y="13797"/>
                </a:lnTo>
                <a:lnTo>
                  <a:pt x="10536" y="13773"/>
                </a:lnTo>
                <a:lnTo>
                  <a:pt x="10488" y="13383"/>
                </a:lnTo>
                <a:lnTo>
                  <a:pt x="10512" y="13359"/>
                </a:lnTo>
                <a:close/>
                <a:moveTo>
                  <a:pt x="10974" y="13919"/>
                </a:moveTo>
                <a:lnTo>
                  <a:pt x="11023" y="14332"/>
                </a:lnTo>
                <a:lnTo>
                  <a:pt x="10853" y="14381"/>
                </a:lnTo>
                <a:lnTo>
                  <a:pt x="10707" y="14430"/>
                </a:lnTo>
                <a:lnTo>
                  <a:pt x="10536" y="14478"/>
                </a:lnTo>
                <a:lnTo>
                  <a:pt x="10536" y="14113"/>
                </a:lnTo>
                <a:lnTo>
                  <a:pt x="10658" y="14065"/>
                </a:lnTo>
                <a:lnTo>
                  <a:pt x="10780" y="13992"/>
                </a:lnTo>
                <a:lnTo>
                  <a:pt x="10974" y="13919"/>
                </a:lnTo>
                <a:close/>
                <a:moveTo>
                  <a:pt x="11047" y="14722"/>
                </a:moveTo>
                <a:lnTo>
                  <a:pt x="11047" y="14941"/>
                </a:lnTo>
                <a:lnTo>
                  <a:pt x="10755" y="15038"/>
                </a:lnTo>
                <a:lnTo>
                  <a:pt x="10609" y="15087"/>
                </a:lnTo>
                <a:lnTo>
                  <a:pt x="10463" y="15160"/>
                </a:lnTo>
                <a:lnTo>
                  <a:pt x="10512" y="14819"/>
                </a:lnTo>
                <a:lnTo>
                  <a:pt x="10804" y="14746"/>
                </a:lnTo>
                <a:lnTo>
                  <a:pt x="11047" y="14722"/>
                </a:lnTo>
                <a:close/>
                <a:moveTo>
                  <a:pt x="11047" y="15306"/>
                </a:moveTo>
                <a:lnTo>
                  <a:pt x="11023" y="15573"/>
                </a:lnTo>
                <a:lnTo>
                  <a:pt x="11023" y="15671"/>
                </a:lnTo>
                <a:lnTo>
                  <a:pt x="10999" y="15671"/>
                </a:lnTo>
                <a:lnTo>
                  <a:pt x="10804" y="15719"/>
                </a:lnTo>
                <a:lnTo>
                  <a:pt x="10585" y="15792"/>
                </a:lnTo>
                <a:lnTo>
                  <a:pt x="10488" y="15841"/>
                </a:lnTo>
                <a:lnTo>
                  <a:pt x="10390" y="15890"/>
                </a:lnTo>
                <a:lnTo>
                  <a:pt x="10390" y="15890"/>
                </a:lnTo>
                <a:lnTo>
                  <a:pt x="10439" y="15427"/>
                </a:lnTo>
                <a:lnTo>
                  <a:pt x="10585" y="15427"/>
                </a:lnTo>
                <a:lnTo>
                  <a:pt x="10731" y="15403"/>
                </a:lnTo>
                <a:lnTo>
                  <a:pt x="11047" y="15306"/>
                </a:lnTo>
                <a:close/>
                <a:moveTo>
                  <a:pt x="9441" y="536"/>
                </a:moveTo>
                <a:lnTo>
                  <a:pt x="9612" y="804"/>
                </a:lnTo>
                <a:lnTo>
                  <a:pt x="9831" y="1023"/>
                </a:lnTo>
                <a:lnTo>
                  <a:pt x="10050" y="1242"/>
                </a:lnTo>
                <a:lnTo>
                  <a:pt x="10293" y="1460"/>
                </a:lnTo>
                <a:lnTo>
                  <a:pt x="10780" y="1825"/>
                </a:lnTo>
                <a:lnTo>
                  <a:pt x="11266" y="2215"/>
                </a:lnTo>
                <a:lnTo>
                  <a:pt x="11899" y="2750"/>
                </a:lnTo>
                <a:lnTo>
                  <a:pt x="12507" y="3334"/>
                </a:lnTo>
                <a:lnTo>
                  <a:pt x="13091" y="3942"/>
                </a:lnTo>
                <a:lnTo>
                  <a:pt x="13651" y="4575"/>
                </a:lnTo>
                <a:lnTo>
                  <a:pt x="14746" y="5792"/>
                </a:lnTo>
                <a:lnTo>
                  <a:pt x="15305" y="6376"/>
                </a:lnTo>
                <a:lnTo>
                  <a:pt x="15622" y="6668"/>
                </a:lnTo>
                <a:lnTo>
                  <a:pt x="15914" y="6935"/>
                </a:lnTo>
                <a:lnTo>
                  <a:pt x="16206" y="7179"/>
                </a:lnTo>
                <a:lnTo>
                  <a:pt x="16522" y="7398"/>
                </a:lnTo>
                <a:lnTo>
                  <a:pt x="17155" y="7884"/>
                </a:lnTo>
                <a:lnTo>
                  <a:pt x="17471" y="8128"/>
                </a:lnTo>
                <a:lnTo>
                  <a:pt x="17763" y="8371"/>
                </a:lnTo>
                <a:lnTo>
                  <a:pt x="18031" y="8639"/>
                </a:lnTo>
                <a:lnTo>
                  <a:pt x="18274" y="8931"/>
                </a:lnTo>
                <a:lnTo>
                  <a:pt x="17885" y="8955"/>
                </a:lnTo>
                <a:lnTo>
                  <a:pt x="16741" y="8955"/>
                </a:lnTo>
                <a:lnTo>
                  <a:pt x="16425" y="8931"/>
                </a:lnTo>
                <a:lnTo>
                  <a:pt x="16060" y="8931"/>
                </a:lnTo>
                <a:lnTo>
                  <a:pt x="15889" y="8955"/>
                </a:lnTo>
                <a:lnTo>
                  <a:pt x="15719" y="8979"/>
                </a:lnTo>
                <a:lnTo>
                  <a:pt x="15597" y="9052"/>
                </a:lnTo>
                <a:lnTo>
                  <a:pt x="15524" y="9125"/>
                </a:lnTo>
                <a:lnTo>
                  <a:pt x="15500" y="9174"/>
                </a:lnTo>
                <a:lnTo>
                  <a:pt x="15500" y="9223"/>
                </a:lnTo>
                <a:lnTo>
                  <a:pt x="15573" y="9296"/>
                </a:lnTo>
                <a:lnTo>
                  <a:pt x="15549" y="9369"/>
                </a:lnTo>
                <a:lnTo>
                  <a:pt x="15549" y="10317"/>
                </a:lnTo>
                <a:lnTo>
                  <a:pt x="15549" y="11266"/>
                </a:lnTo>
                <a:lnTo>
                  <a:pt x="15524" y="12215"/>
                </a:lnTo>
                <a:lnTo>
                  <a:pt x="15476" y="13164"/>
                </a:lnTo>
                <a:lnTo>
                  <a:pt x="15451" y="14065"/>
                </a:lnTo>
                <a:lnTo>
                  <a:pt x="15427" y="14989"/>
                </a:lnTo>
                <a:lnTo>
                  <a:pt x="15427" y="15427"/>
                </a:lnTo>
                <a:lnTo>
                  <a:pt x="15451" y="15646"/>
                </a:lnTo>
                <a:lnTo>
                  <a:pt x="15500" y="15890"/>
                </a:lnTo>
                <a:lnTo>
                  <a:pt x="15208" y="15938"/>
                </a:lnTo>
                <a:lnTo>
                  <a:pt x="14965" y="15987"/>
                </a:lnTo>
                <a:lnTo>
                  <a:pt x="14210" y="16060"/>
                </a:lnTo>
                <a:lnTo>
                  <a:pt x="12069" y="16060"/>
                </a:lnTo>
                <a:lnTo>
                  <a:pt x="11826" y="16036"/>
                </a:lnTo>
                <a:lnTo>
                  <a:pt x="11680" y="16011"/>
                </a:lnTo>
                <a:lnTo>
                  <a:pt x="11510" y="16011"/>
                </a:lnTo>
                <a:lnTo>
                  <a:pt x="11534" y="15744"/>
                </a:lnTo>
                <a:lnTo>
                  <a:pt x="11558" y="15500"/>
                </a:lnTo>
                <a:lnTo>
                  <a:pt x="11558" y="15135"/>
                </a:lnTo>
                <a:lnTo>
                  <a:pt x="11558" y="14795"/>
                </a:lnTo>
                <a:lnTo>
                  <a:pt x="11534" y="14454"/>
                </a:lnTo>
                <a:lnTo>
                  <a:pt x="11510" y="14113"/>
                </a:lnTo>
                <a:lnTo>
                  <a:pt x="11461" y="13821"/>
                </a:lnTo>
                <a:lnTo>
                  <a:pt x="11388" y="13505"/>
                </a:lnTo>
                <a:lnTo>
                  <a:pt x="11291" y="13213"/>
                </a:lnTo>
                <a:lnTo>
                  <a:pt x="11169" y="12921"/>
                </a:lnTo>
                <a:lnTo>
                  <a:pt x="11023" y="12629"/>
                </a:lnTo>
                <a:lnTo>
                  <a:pt x="10828" y="12410"/>
                </a:lnTo>
                <a:lnTo>
                  <a:pt x="10731" y="12288"/>
                </a:lnTo>
                <a:lnTo>
                  <a:pt x="10609" y="12191"/>
                </a:lnTo>
                <a:lnTo>
                  <a:pt x="10463" y="12118"/>
                </a:lnTo>
                <a:lnTo>
                  <a:pt x="10342" y="12045"/>
                </a:lnTo>
                <a:lnTo>
                  <a:pt x="10147" y="11972"/>
                </a:lnTo>
                <a:lnTo>
                  <a:pt x="9977" y="11948"/>
                </a:lnTo>
                <a:lnTo>
                  <a:pt x="9782" y="11923"/>
                </a:lnTo>
                <a:lnTo>
                  <a:pt x="9587" y="11923"/>
                </a:lnTo>
                <a:lnTo>
                  <a:pt x="9417" y="11948"/>
                </a:lnTo>
                <a:lnTo>
                  <a:pt x="9222" y="11996"/>
                </a:lnTo>
                <a:lnTo>
                  <a:pt x="9052" y="12045"/>
                </a:lnTo>
                <a:lnTo>
                  <a:pt x="8857" y="12118"/>
                </a:lnTo>
                <a:lnTo>
                  <a:pt x="8687" y="12215"/>
                </a:lnTo>
                <a:lnTo>
                  <a:pt x="8541" y="12313"/>
                </a:lnTo>
                <a:lnTo>
                  <a:pt x="8371" y="12434"/>
                </a:lnTo>
                <a:lnTo>
                  <a:pt x="8249" y="12580"/>
                </a:lnTo>
                <a:lnTo>
                  <a:pt x="8103" y="12702"/>
                </a:lnTo>
                <a:lnTo>
                  <a:pt x="7981" y="12848"/>
                </a:lnTo>
                <a:lnTo>
                  <a:pt x="7884" y="13018"/>
                </a:lnTo>
                <a:lnTo>
                  <a:pt x="7811" y="13164"/>
                </a:lnTo>
                <a:lnTo>
                  <a:pt x="7714" y="13383"/>
                </a:lnTo>
                <a:lnTo>
                  <a:pt x="7665" y="13578"/>
                </a:lnTo>
                <a:lnTo>
                  <a:pt x="7568" y="14016"/>
                </a:lnTo>
                <a:lnTo>
                  <a:pt x="7495" y="14454"/>
                </a:lnTo>
                <a:lnTo>
                  <a:pt x="7446" y="14892"/>
                </a:lnTo>
                <a:lnTo>
                  <a:pt x="7397" y="15281"/>
                </a:lnTo>
                <a:lnTo>
                  <a:pt x="7373" y="15525"/>
                </a:lnTo>
                <a:lnTo>
                  <a:pt x="7373" y="15768"/>
                </a:lnTo>
                <a:lnTo>
                  <a:pt x="6181" y="15768"/>
                </a:lnTo>
                <a:lnTo>
                  <a:pt x="5013" y="15817"/>
                </a:lnTo>
                <a:lnTo>
                  <a:pt x="4234" y="15817"/>
                </a:lnTo>
                <a:lnTo>
                  <a:pt x="3796" y="15841"/>
                </a:lnTo>
                <a:lnTo>
                  <a:pt x="3602" y="15865"/>
                </a:lnTo>
                <a:lnTo>
                  <a:pt x="3407" y="15914"/>
                </a:lnTo>
                <a:lnTo>
                  <a:pt x="3431" y="15598"/>
                </a:lnTo>
                <a:lnTo>
                  <a:pt x="3456" y="15281"/>
                </a:lnTo>
                <a:lnTo>
                  <a:pt x="3431" y="14965"/>
                </a:lnTo>
                <a:lnTo>
                  <a:pt x="3456" y="14673"/>
                </a:lnTo>
                <a:lnTo>
                  <a:pt x="3504" y="13651"/>
                </a:lnTo>
                <a:lnTo>
                  <a:pt x="3553" y="12605"/>
                </a:lnTo>
                <a:lnTo>
                  <a:pt x="3529" y="12191"/>
                </a:lnTo>
                <a:lnTo>
                  <a:pt x="3504" y="11777"/>
                </a:lnTo>
                <a:lnTo>
                  <a:pt x="3383" y="10950"/>
                </a:lnTo>
                <a:lnTo>
                  <a:pt x="3334" y="10512"/>
                </a:lnTo>
                <a:lnTo>
                  <a:pt x="3285" y="10098"/>
                </a:lnTo>
                <a:lnTo>
                  <a:pt x="3261" y="9685"/>
                </a:lnTo>
                <a:lnTo>
                  <a:pt x="3261" y="9271"/>
                </a:lnTo>
                <a:lnTo>
                  <a:pt x="3261" y="9247"/>
                </a:lnTo>
                <a:lnTo>
                  <a:pt x="3334" y="9198"/>
                </a:lnTo>
                <a:lnTo>
                  <a:pt x="3383" y="9125"/>
                </a:lnTo>
                <a:lnTo>
                  <a:pt x="3407" y="9028"/>
                </a:lnTo>
                <a:lnTo>
                  <a:pt x="3383" y="8931"/>
                </a:lnTo>
                <a:lnTo>
                  <a:pt x="3334" y="8833"/>
                </a:lnTo>
                <a:lnTo>
                  <a:pt x="3261" y="8760"/>
                </a:lnTo>
                <a:lnTo>
                  <a:pt x="3164" y="8736"/>
                </a:lnTo>
                <a:lnTo>
                  <a:pt x="3042" y="8736"/>
                </a:lnTo>
                <a:lnTo>
                  <a:pt x="2774" y="8760"/>
                </a:lnTo>
                <a:lnTo>
                  <a:pt x="2507" y="8785"/>
                </a:lnTo>
                <a:lnTo>
                  <a:pt x="1947" y="8809"/>
                </a:lnTo>
                <a:lnTo>
                  <a:pt x="1412" y="8785"/>
                </a:lnTo>
                <a:lnTo>
                  <a:pt x="876" y="8785"/>
                </a:lnTo>
                <a:lnTo>
                  <a:pt x="1850" y="7982"/>
                </a:lnTo>
                <a:lnTo>
                  <a:pt x="2336" y="7544"/>
                </a:lnTo>
                <a:lnTo>
                  <a:pt x="2799" y="7106"/>
                </a:lnTo>
                <a:lnTo>
                  <a:pt x="4040" y="5792"/>
                </a:lnTo>
                <a:lnTo>
                  <a:pt x="4648" y="5135"/>
                </a:lnTo>
                <a:lnTo>
                  <a:pt x="5256" y="4502"/>
                </a:lnTo>
                <a:lnTo>
                  <a:pt x="6546" y="3237"/>
                </a:lnTo>
                <a:lnTo>
                  <a:pt x="7835" y="1971"/>
                </a:lnTo>
                <a:lnTo>
                  <a:pt x="8371" y="1485"/>
                </a:lnTo>
                <a:lnTo>
                  <a:pt x="8906" y="998"/>
                </a:lnTo>
                <a:lnTo>
                  <a:pt x="9247" y="706"/>
                </a:lnTo>
                <a:lnTo>
                  <a:pt x="9368" y="609"/>
                </a:lnTo>
                <a:lnTo>
                  <a:pt x="9417" y="560"/>
                </a:lnTo>
                <a:lnTo>
                  <a:pt x="9441" y="560"/>
                </a:lnTo>
                <a:lnTo>
                  <a:pt x="9441" y="536"/>
                </a:lnTo>
                <a:close/>
                <a:moveTo>
                  <a:pt x="9198" y="1"/>
                </a:moveTo>
                <a:lnTo>
                  <a:pt x="9125" y="25"/>
                </a:lnTo>
                <a:lnTo>
                  <a:pt x="8979" y="122"/>
                </a:lnTo>
                <a:lnTo>
                  <a:pt x="8736" y="341"/>
                </a:lnTo>
                <a:lnTo>
                  <a:pt x="7884" y="1120"/>
                </a:lnTo>
                <a:lnTo>
                  <a:pt x="7227" y="1752"/>
                </a:lnTo>
                <a:lnTo>
                  <a:pt x="6546" y="2385"/>
                </a:lnTo>
                <a:lnTo>
                  <a:pt x="5232" y="3675"/>
                </a:lnTo>
                <a:lnTo>
                  <a:pt x="4551" y="4356"/>
                </a:lnTo>
                <a:lnTo>
                  <a:pt x="3918" y="5037"/>
                </a:lnTo>
                <a:lnTo>
                  <a:pt x="2628" y="6424"/>
                </a:lnTo>
                <a:lnTo>
                  <a:pt x="2020" y="7033"/>
                </a:lnTo>
                <a:lnTo>
                  <a:pt x="1704" y="7325"/>
                </a:lnTo>
                <a:lnTo>
                  <a:pt x="1387" y="7617"/>
                </a:lnTo>
                <a:lnTo>
                  <a:pt x="706" y="8176"/>
                </a:lnTo>
                <a:lnTo>
                  <a:pt x="365" y="8493"/>
                </a:lnTo>
                <a:lnTo>
                  <a:pt x="73" y="8833"/>
                </a:lnTo>
                <a:lnTo>
                  <a:pt x="25" y="8931"/>
                </a:lnTo>
                <a:lnTo>
                  <a:pt x="0" y="9028"/>
                </a:lnTo>
                <a:lnTo>
                  <a:pt x="25" y="9101"/>
                </a:lnTo>
                <a:lnTo>
                  <a:pt x="73" y="9174"/>
                </a:lnTo>
                <a:lnTo>
                  <a:pt x="146" y="9223"/>
                </a:lnTo>
                <a:lnTo>
                  <a:pt x="244" y="9247"/>
                </a:lnTo>
                <a:lnTo>
                  <a:pt x="317" y="9223"/>
                </a:lnTo>
                <a:lnTo>
                  <a:pt x="414" y="9174"/>
                </a:lnTo>
                <a:lnTo>
                  <a:pt x="560" y="9247"/>
                </a:lnTo>
                <a:lnTo>
                  <a:pt x="706" y="9296"/>
                </a:lnTo>
                <a:lnTo>
                  <a:pt x="876" y="9320"/>
                </a:lnTo>
                <a:lnTo>
                  <a:pt x="1047" y="9344"/>
                </a:lnTo>
                <a:lnTo>
                  <a:pt x="2555" y="9344"/>
                </a:lnTo>
                <a:lnTo>
                  <a:pt x="2847" y="9320"/>
                </a:lnTo>
                <a:lnTo>
                  <a:pt x="2823" y="9490"/>
                </a:lnTo>
                <a:lnTo>
                  <a:pt x="2799" y="9636"/>
                </a:lnTo>
                <a:lnTo>
                  <a:pt x="2774" y="9952"/>
                </a:lnTo>
                <a:lnTo>
                  <a:pt x="2774" y="10269"/>
                </a:lnTo>
                <a:lnTo>
                  <a:pt x="2823" y="10585"/>
                </a:lnTo>
                <a:lnTo>
                  <a:pt x="2969" y="11510"/>
                </a:lnTo>
                <a:lnTo>
                  <a:pt x="2993" y="11972"/>
                </a:lnTo>
                <a:lnTo>
                  <a:pt x="3018" y="12434"/>
                </a:lnTo>
                <a:lnTo>
                  <a:pt x="3018" y="12970"/>
                </a:lnTo>
                <a:lnTo>
                  <a:pt x="2993" y="13481"/>
                </a:lnTo>
                <a:lnTo>
                  <a:pt x="2920" y="14503"/>
                </a:lnTo>
                <a:lnTo>
                  <a:pt x="2872" y="14892"/>
                </a:lnTo>
                <a:lnTo>
                  <a:pt x="2823" y="15330"/>
                </a:lnTo>
                <a:lnTo>
                  <a:pt x="2823" y="15549"/>
                </a:lnTo>
                <a:lnTo>
                  <a:pt x="2823" y="15768"/>
                </a:lnTo>
                <a:lnTo>
                  <a:pt x="2847" y="15963"/>
                </a:lnTo>
                <a:lnTo>
                  <a:pt x="2920" y="16133"/>
                </a:lnTo>
                <a:lnTo>
                  <a:pt x="2896" y="16157"/>
                </a:lnTo>
                <a:lnTo>
                  <a:pt x="2872" y="16230"/>
                </a:lnTo>
                <a:lnTo>
                  <a:pt x="2872" y="16303"/>
                </a:lnTo>
                <a:lnTo>
                  <a:pt x="2920" y="16352"/>
                </a:lnTo>
                <a:lnTo>
                  <a:pt x="2969" y="16401"/>
                </a:lnTo>
                <a:lnTo>
                  <a:pt x="3091" y="16449"/>
                </a:lnTo>
                <a:lnTo>
                  <a:pt x="3212" y="16474"/>
                </a:lnTo>
                <a:lnTo>
                  <a:pt x="3480" y="16474"/>
                </a:lnTo>
                <a:lnTo>
                  <a:pt x="3991" y="16425"/>
                </a:lnTo>
                <a:lnTo>
                  <a:pt x="4599" y="16401"/>
                </a:lnTo>
                <a:lnTo>
                  <a:pt x="5183" y="16401"/>
                </a:lnTo>
                <a:lnTo>
                  <a:pt x="6375" y="16425"/>
                </a:lnTo>
                <a:lnTo>
                  <a:pt x="6984" y="16401"/>
                </a:lnTo>
                <a:lnTo>
                  <a:pt x="7276" y="16376"/>
                </a:lnTo>
                <a:lnTo>
                  <a:pt x="7568" y="16328"/>
                </a:lnTo>
                <a:lnTo>
                  <a:pt x="7641" y="16303"/>
                </a:lnTo>
                <a:lnTo>
                  <a:pt x="7714" y="16255"/>
                </a:lnTo>
                <a:lnTo>
                  <a:pt x="7738" y="16206"/>
                </a:lnTo>
                <a:lnTo>
                  <a:pt x="7762" y="16157"/>
                </a:lnTo>
                <a:lnTo>
                  <a:pt x="7835" y="16084"/>
                </a:lnTo>
                <a:lnTo>
                  <a:pt x="7860" y="16011"/>
                </a:lnTo>
                <a:lnTo>
                  <a:pt x="7860" y="15354"/>
                </a:lnTo>
                <a:lnTo>
                  <a:pt x="7884" y="14989"/>
                </a:lnTo>
                <a:lnTo>
                  <a:pt x="7908" y="14649"/>
                </a:lnTo>
                <a:lnTo>
                  <a:pt x="7981" y="14284"/>
                </a:lnTo>
                <a:lnTo>
                  <a:pt x="8054" y="13943"/>
                </a:lnTo>
                <a:lnTo>
                  <a:pt x="8152" y="13627"/>
                </a:lnTo>
                <a:lnTo>
                  <a:pt x="8273" y="13310"/>
                </a:lnTo>
                <a:lnTo>
                  <a:pt x="8371" y="13164"/>
                </a:lnTo>
                <a:lnTo>
                  <a:pt x="8492" y="12994"/>
                </a:lnTo>
                <a:lnTo>
                  <a:pt x="8638" y="12848"/>
                </a:lnTo>
                <a:lnTo>
                  <a:pt x="8784" y="12726"/>
                </a:lnTo>
                <a:lnTo>
                  <a:pt x="8979" y="12629"/>
                </a:lnTo>
                <a:lnTo>
                  <a:pt x="9149" y="12532"/>
                </a:lnTo>
                <a:lnTo>
                  <a:pt x="9344" y="12483"/>
                </a:lnTo>
                <a:lnTo>
                  <a:pt x="9539" y="12434"/>
                </a:lnTo>
                <a:lnTo>
                  <a:pt x="9660" y="12580"/>
                </a:lnTo>
                <a:lnTo>
                  <a:pt x="9758" y="12726"/>
                </a:lnTo>
                <a:lnTo>
                  <a:pt x="9855" y="12872"/>
                </a:lnTo>
                <a:lnTo>
                  <a:pt x="9952" y="13043"/>
                </a:lnTo>
                <a:lnTo>
                  <a:pt x="10025" y="13335"/>
                </a:lnTo>
                <a:lnTo>
                  <a:pt x="10050" y="13627"/>
                </a:lnTo>
                <a:lnTo>
                  <a:pt x="10050" y="13919"/>
                </a:lnTo>
                <a:lnTo>
                  <a:pt x="10050" y="14211"/>
                </a:lnTo>
                <a:lnTo>
                  <a:pt x="10025" y="14697"/>
                </a:lnTo>
                <a:lnTo>
                  <a:pt x="9977" y="15208"/>
                </a:lnTo>
                <a:lnTo>
                  <a:pt x="9928" y="15695"/>
                </a:lnTo>
                <a:lnTo>
                  <a:pt x="9879" y="16206"/>
                </a:lnTo>
                <a:lnTo>
                  <a:pt x="9904" y="16303"/>
                </a:lnTo>
                <a:lnTo>
                  <a:pt x="9952" y="16376"/>
                </a:lnTo>
                <a:lnTo>
                  <a:pt x="10025" y="16425"/>
                </a:lnTo>
                <a:lnTo>
                  <a:pt x="10123" y="16449"/>
                </a:lnTo>
                <a:lnTo>
                  <a:pt x="10488" y="16498"/>
                </a:lnTo>
                <a:lnTo>
                  <a:pt x="10853" y="16522"/>
                </a:lnTo>
                <a:lnTo>
                  <a:pt x="11218" y="16522"/>
                </a:lnTo>
                <a:lnTo>
                  <a:pt x="11583" y="16498"/>
                </a:lnTo>
                <a:lnTo>
                  <a:pt x="11753" y="16522"/>
                </a:lnTo>
                <a:lnTo>
                  <a:pt x="11948" y="16547"/>
                </a:lnTo>
                <a:lnTo>
                  <a:pt x="12313" y="16547"/>
                </a:lnTo>
                <a:lnTo>
                  <a:pt x="13091" y="16571"/>
                </a:lnTo>
                <a:lnTo>
                  <a:pt x="14892" y="16571"/>
                </a:lnTo>
                <a:lnTo>
                  <a:pt x="15208" y="16547"/>
                </a:lnTo>
                <a:lnTo>
                  <a:pt x="15476" y="16474"/>
                </a:lnTo>
                <a:lnTo>
                  <a:pt x="15597" y="16425"/>
                </a:lnTo>
                <a:lnTo>
                  <a:pt x="15719" y="16376"/>
                </a:lnTo>
                <a:lnTo>
                  <a:pt x="15792" y="16303"/>
                </a:lnTo>
                <a:lnTo>
                  <a:pt x="15865" y="16230"/>
                </a:lnTo>
                <a:lnTo>
                  <a:pt x="15962" y="16206"/>
                </a:lnTo>
                <a:lnTo>
                  <a:pt x="16035" y="16157"/>
                </a:lnTo>
                <a:lnTo>
                  <a:pt x="16084" y="16060"/>
                </a:lnTo>
                <a:lnTo>
                  <a:pt x="16108" y="15963"/>
                </a:lnTo>
                <a:lnTo>
                  <a:pt x="16108" y="15841"/>
                </a:lnTo>
                <a:lnTo>
                  <a:pt x="16084" y="15719"/>
                </a:lnTo>
                <a:lnTo>
                  <a:pt x="16035" y="15476"/>
                </a:lnTo>
                <a:lnTo>
                  <a:pt x="16011" y="15111"/>
                </a:lnTo>
                <a:lnTo>
                  <a:pt x="16011" y="14746"/>
                </a:lnTo>
                <a:lnTo>
                  <a:pt x="16035" y="13846"/>
                </a:lnTo>
                <a:lnTo>
                  <a:pt x="16084" y="12945"/>
                </a:lnTo>
                <a:lnTo>
                  <a:pt x="16108" y="12069"/>
                </a:lnTo>
                <a:lnTo>
                  <a:pt x="16133" y="11193"/>
                </a:lnTo>
                <a:lnTo>
                  <a:pt x="16133" y="10755"/>
                </a:lnTo>
                <a:lnTo>
                  <a:pt x="16108" y="10317"/>
                </a:lnTo>
                <a:lnTo>
                  <a:pt x="16084" y="9879"/>
                </a:lnTo>
                <a:lnTo>
                  <a:pt x="16035" y="9466"/>
                </a:lnTo>
                <a:lnTo>
                  <a:pt x="16741" y="9466"/>
                </a:lnTo>
                <a:lnTo>
                  <a:pt x="17252" y="9490"/>
                </a:lnTo>
                <a:lnTo>
                  <a:pt x="17763" y="9490"/>
                </a:lnTo>
                <a:lnTo>
                  <a:pt x="18250" y="9466"/>
                </a:lnTo>
                <a:lnTo>
                  <a:pt x="18761" y="9417"/>
                </a:lnTo>
                <a:lnTo>
                  <a:pt x="18834" y="9393"/>
                </a:lnTo>
                <a:lnTo>
                  <a:pt x="18907" y="9344"/>
                </a:lnTo>
                <a:lnTo>
                  <a:pt x="18931" y="9296"/>
                </a:lnTo>
                <a:lnTo>
                  <a:pt x="18955" y="9223"/>
                </a:lnTo>
                <a:lnTo>
                  <a:pt x="18955" y="9150"/>
                </a:lnTo>
                <a:lnTo>
                  <a:pt x="18931" y="9077"/>
                </a:lnTo>
                <a:lnTo>
                  <a:pt x="18907" y="9028"/>
                </a:lnTo>
                <a:lnTo>
                  <a:pt x="18858" y="8955"/>
                </a:lnTo>
                <a:lnTo>
                  <a:pt x="18882" y="8858"/>
                </a:lnTo>
                <a:lnTo>
                  <a:pt x="18834" y="8760"/>
                </a:lnTo>
                <a:lnTo>
                  <a:pt x="18761" y="8639"/>
                </a:lnTo>
                <a:lnTo>
                  <a:pt x="18688" y="8517"/>
                </a:lnTo>
                <a:lnTo>
                  <a:pt x="18469" y="8298"/>
                </a:lnTo>
                <a:lnTo>
                  <a:pt x="18031" y="7909"/>
                </a:lnTo>
                <a:lnTo>
                  <a:pt x="17374" y="7373"/>
                </a:lnTo>
                <a:lnTo>
                  <a:pt x="16717" y="6862"/>
                </a:lnTo>
                <a:lnTo>
                  <a:pt x="16084" y="6327"/>
                </a:lnTo>
                <a:lnTo>
                  <a:pt x="15476" y="5767"/>
                </a:lnTo>
                <a:lnTo>
                  <a:pt x="14916" y="5159"/>
                </a:lnTo>
                <a:lnTo>
                  <a:pt x="14356" y="4551"/>
                </a:lnTo>
                <a:lnTo>
                  <a:pt x="13797" y="3918"/>
                </a:lnTo>
                <a:lnTo>
                  <a:pt x="13237" y="3334"/>
                </a:lnTo>
                <a:lnTo>
                  <a:pt x="12653" y="2726"/>
                </a:lnTo>
                <a:lnTo>
                  <a:pt x="12045" y="2166"/>
                </a:lnTo>
                <a:lnTo>
                  <a:pt x="11753" y="1923"/>
                </a:lnTo>
                <a:lnTo>
                  <a:pt x="11437" y="1679"/>
                </a:lnTo>
                <a:lnTo>
                  <a:pt x="10804" y="1193"/>
                </a:lnTo>
                <a:lnTo>
                  <a:pt x="10488" y="950"/>
                </a:lnTo>
                <a:lnTo>
                  <a:pt x="10196" y="682"/>
                </a:lnTo>
                <a:lnTo>
                  <a:pt x="9904" y="414"/>
                </a:lnTo>
                <a:lnTo>
                  <a:pt x="9660" y="98"/>
                </a:lnTo>
                <a:lnTo>
                  <a:pt x="9612" y="25"/>
                </a:lnTo>
                <a:lnTo>
                  <a:pt x="9539" y="1"/>
                </a:lnTo>
                <a:lnTo>
                  <a:pt x="9466" y="1"/>
                </a:lnTo>
                <a:lnTo>
                  <a:pt x="9393" y="25"/>
                </a:lnTo>
                <a:lnTo>
                  <a:pt x="9344"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98" name="Google Shape;798;p39"/>
          <p:cNvSpPr/>
          <p:nvPr/>
        </p:nvSpPr>
        <p:spPr>
          <a:xfrm>
            <a:off x="4977729" y="334707"/>
            <a:ext cx="366421" cy="349396"/>
          </a:xfrm>
          <a:custGeom>
            <a:avLst/>
            <a:gdLst/>
            <a:ahLst/>
            <a:cxnLst/>
            <a:rect l="l" t="t" r="r" b="b"/>
            <a:pathLst>
              <a:path w="16766" h="15987" extrusionOk="0">
                <a:moveTo>
                  <a:pt x="14284" y="487"/>
                </a:moveTo>
                <a:lnTo>
                  <a:pt x="14405" y="536"/>
                </a:lnTo>
                <a:lnTo>
                  <a:pt x="14478" y="585"/>
                </a:lnTo>
                <a:lnTo>
                  <a:pt x="14527" y="658"/>
                </a:lnTo>
                <a:lnTo>
                  <a:pt x="14527" y="755"/>
                </a:lnTo>
                <a:lnTo>
                  <a:pt x="14527" y="852"/>
                </a:lnTo>
                <a:lnTo>
                  <a:pt x="14551" y="925"/>
                </a:lnTo>
                <a:lnTo>
                  <a:pt x="13578" y="925"/>
                </a:lnTo>
                <a:lnTo>
                  <a:pt x="13627" y="804"/>
                </a:lnTo>
                <a:lnTo>
                  <a:pt x="13700" y="706"/>
                </a:lnTo>
                <a:lnTo>
                  <a:pt x="13797" y="609"/>
                </a:lnTo>
                <a:lnTo>
                  <a:pt x="13894" y="536"/>
                </a:lnTo>
                <a:lnTo>
                  <a:pt x="13967" y="512"/>
                </a:lnTo>
                <a:lnTo>
                  <a:pt x="14065" y="487"/>
                </a:lnTo>
                <a:close/>
                <a:moveTo>
                  <a:pt x="4064" y="633"/>
                </a:moveTo>
                <a:lnTo>
                  <a:pt x="4137" y="682"/>
                </a:lnTo>
                <a:lnTo>
                  <a:pt x="4210" y="755"/>
                </a:lnTo>
                <a:lnTo>
                  <a:pt x="4259" y="852"/>
                </a:lnTo>
                <a:lnTo>
                  <a:pt x="4283" y="950"/>
                </a:lnTo>
                <a:lnTo>
                  <a:pt x="3529" y="974"/>
                </a:lnTo>
                <a:lnTo>
                  <a:pt x="3602" y="804"/>
                </a:lnTo>
                <a:lnTo>
                  <a:pt x="3650" y="755"/>
                </a:lnTo>
                <a:lnTo>
                  <a:pt x="3675" y="706"/>
                </a:lnTo>
                <a:lnTo>
                  <a:pt x="3796" y="633"/>
                </a:lnTo>
                <a:close/>
                <a:moveTo>
                  <a:pt x="13724" y="2020"/>
                </a:moveTo>
                <a:lnTo>
                  <a:pt x="13797" y="2044"/>
                </a:lnTo>
                <a:lnTo>
                  <a:pt x="13870" y="2093"/>
                </a:lnTo>
                <a:lnTo>
                  <a:pt x="13943" y="2142"/>
                </a:lnTo>
                <a:lnTo>
                  <a:pt x="13992" y="2215"/>
                </a:lnTo>
                <a:lnTo>
                  <a:pt x="14040" y="2288"/>
                </a:lnTo>
                <a:lnTo>
                  <a:pt x="14089" y="2385"/>
                </a:lnTo>
                <a:lnTo>
                  <a:pt x="14113" y="2531"/>
                </a:lnTo>
                <a:lnTo>
                  <a:pt x="13992" y="2555"/>
                </a:lnTo>
                <a:lnTo>
                  <a:pt x="13870" y="2555"/>
                </a:lnTo>
                <a:lnTo>
                  <a:pt x="13773" y="2531"/>
                </a:lnTo>
                <a:lnTo>
                  <a:pt x="13724" y="2482"/>
                </a:lnTo>
                <a:lnTo>
                  <a:pt x="13675" y="2409"/>
                </a:lnTo>
                <a:lnTo>
                  <a:pt x="13602" y="2215"/>
                </a:lnTo>
                <a:lnTo>
                  <a:pt x="13554" y="2020"/>
                </a:lnTo>
                <a:close/>
                <a:moveTo>
                  <a:pt x="3407" y="1874"/>
                </a:moveTo>
                <a:lnTo>
                  <a:pt x="3529" y="1923"/>
                </a:lnTo>
                <a:lnTo>
                  <a:pt x="3602" y="1971"/>
                </a:lnTo>
                <a:lnTo>
                  <a:pt x="3675" y="2044"/>
                </a:lnTo>
                <a:lnTo>
                  <a:pt x="3723" y="2142"/>
                </a:lnTo>
                <a:lnTo>
                  <a:pt x="3772" y="2215"/>
                </a:lnTo>
                <a:lnTo>
                  <a:pt x="3821" y="2434"/>
                </a:lnTo>
                <a:lnTo>
                  <a:pt x="3821" y="2531"/>
                </a:lnTo>
                <a:lnTo>
                  <a:pt x="3796" y="2628"/>
                </a:lnTo>
                <a:lnTo>
                  <a:pt x="3699" y="2628"/>
                </a:lnTo>
                <a:lnTo>
                  <a:pt x="3602" y="2555"/>
                </a:lnTo>
                <a:lnTo>
                  <a:pt x="3529" y="2482"/>
                </a:lnTo>
                <a:lnTo>
                  <a:pt x="3480" y="2385"/>
                </a:lnTo>
                <a:lnTo>
                  <a:pt x="3456" y="2263"/>
                </a:lnTo>
                <a:lnTo>
                  <a:pt x="3431" y="2142"/>
                </a:lnTo>
                <a:lnTo>
                  <a:pt x="3407" y="1874"/>
                </a:lnTo>
                <a:close/>
                <a:moveTo>
                  <a:pt x="2920" y="1923"/>
                </a:moveTo>
                <a:lnTo>
                  <a:pt x="2969" y="2263"/>
                </a:lnTo>
                <a:lnTo>
                  <a:pt x="2993" y="2434"/>
                </a:lnTo>
                <a:lnTo>
                  <a:pt x="3042" y="2580"/>
                </a:lnTo>
                <a:lnTo>
                  <a:pt x="3115" y="2726"/>
                </a:lnTo>
                <a:lnTo>
                  <a:pt x="3188" y="2847"/>
                </a:lnTo>
                <a:lnTo>
                  <a:pt x="3310" y="2945"/>
                </a:lnTo>
                <a:lnTo>
                  <a:pt x="3407" y="3042"/>
                </a:lnTo>
                <a:lnTo>
                  <a:pt x="3164" y="3042"/>
                </a:lnTo>
                <a:lnTo>
                  <a:pt x="3042" y="3018"/>
                </a:lnTo>
                <a:lnTo>
                  <a:pt x="2920" y="2945"/>
                </a:lnTo>
                <a:lnTo>
                  <a:pt x="2823" y="2872"/>
                </a:lnTo>
                <a:lnTo>
                  <a:pt x="2750" y="2774"/>
                </a:lnTo>
                <a:lnTo>
                  <a:pt x="2701" y="2653"/>
                </a:lnTo>
                <a:lnTo>
                  <a:pt x="2677" y="2531"/>
                </a:lnTo>
                <a:lnTo>
                  <a:pt x="2677" y="2385"/>
                </a:lnTo>
                <a:lnTo>
                  <a:pt x="2726" y="2239"/>
                </a:lnTo>
                <a:lnTo>
                  <a:pt x="2774" y="2117"/>
                </a:lnTo>
                <a:lnTo>
                  <a:pt x="2872" y="1996"/>
                </a:lnTo>
                <a:lnTo>
                  <a:pt x="2920" y="1923"/>
                </a:lnTo>
                <a:close/>
                <a:moveTo>
                  <a:pt x="13067" y="2069"/>
                </a:moveTo>
                <a:lnTo>
                  <a:pt x="13140" y="2385"/>
                </a:lnTo>
                <a:lnTo>
                  <a:pt x="13262" y="2653"/>
                </a:lnTo>
                <a:lnTo>
                  <a:pt x="13310" y="2750"/>
                </a:lnTo>
                <a:lnTo>
                  <a:pt x="13383" y="2823"/>
                </a:lnTo>
                <a:lnTo>
                  <a:pt x="13529" y="2969"/>
                </a:lnTo>
                <a:lnTo>
                  <a:pt x="13724" y="3042"/>
                </a:lnTo>
                <a:lnTo>
                  <a:pt x="13919" y="3091"/>
                </a:lnTo>
                <a:lnTo>
                  <a:pt x="13870" y="3139"/>
                </a:lnTo>
                <a:lnTo>
                  <a:pt x="13724" y="3188"/>
                </a:lnTo>
                <a:lnTo>
                  <a:pt x="13578" y="3212"/>
                </a:lnTo>
                <a:lnTo>
                  <a:pt x="13456" y="3188"/>
                </a:lnTo>
                <a:lnTo>
                  <a:pt x="13310" y="3139"/>
                </a:lnTo>
                <a:lnTo>
                  <a:pt x="13213" y="3066"/>
                </a:lnTo>
                <a:lnTo>
                  <a:pt x="13116" y="2945"/>
                </a:lnTo>
                <a:lnTo>
                  <a:pt x="13018" y="2847"/>
                </a:lnTo>
                <a:lnTo>
                  <a:pt x="12970" y="2701"/>
                </a:lnTo>
                <a:lnTo>
                  <a:pt x="12945" y="2531"/>
                </a:lnTo>
                <a:lnTo>
                  <a:pt x="12945" y="2361"/>
                </a:lnTo>
                <a:lnTo>
                  <a:pt x="12994" y="2215"/>
                </a:lnTo>
                <a:lnTo>
                  <a:pt x="13067" y="2069"/>
                </a:lnTo>
                <a:close/>
                <a:moveTo>
                  <a:pt x="5548" y="1339"/>
                </a:moveTo>
                <a:lnTo>
                  <a:pt x="7641" y="1387"/>
                </a:lnTo>
                <a:lnTo>
                  <a:pt x="13018" y="1387"/>
                </a:lnTo>
                <a:lnTo>
                  <a:pt x="13018" y="1533"/>
                </a:lnTo>
                <a:lnTo>
                  <a:pt x="12872" y="1631"/>
                </a:lnTo>
                <a:lnTo>
                  <a:pt x="12775" y="1752"/>
                </a:lnTo>
                <a:lnTo>
                  <a:pt x="12702" y="1923"/>
                </a:lnTo>
                <a:lnTo>
                  <a:pt x="12629" y="2069"/>
                </a:lnTo>
                <a:lnTo>
                  <a:pt x="12580" y="2239"/>
                </a:lnTo>
                <a:lnTo>
                  <a:pt x="12556" y="2434"/>
                </a:lnTo>
                <a:lnTo>
                  <a:pt x="12556" y="2604"/>
                </a:lnTo>
                <a:lnTo>
                  <a:pt x="12580" y="2750"/>
                </a:lnTo>
                <a:lnTo>
                  <a:pt x="12629" y="2993"/>
                </a:lnTo>
                <a:lnTo>
                  <a:pt x="12751" y="3188"/>
                </a:lnTo>
                <a:lnTo>
                  <a:pt x="12897" y="3334"/>
                </a:lnTo>
                <a:lnTo>
                  <a:pt x="13067" y="3480"/>
                </a:lnTo>
                <a:lnTo>
                  <a:pt x="13262" y="3553"/>
                </a:lnTo>
                <a:lnTo>
                  <a:pt x="13481" y="3602"/>
                </a:lnTo>
                <a:lnTo>
                  <a:pt x="13724" y="3602"/>
                </a:lnTo>
                <a:lnTo>
                  <a:pt x="13943" y="3553"/>
                </a:lnTo>
                <a:lnTo>
                  <a:pt x="14113" y="3480"/>
                </a:lnTo>
                <a:lnTo>
                  <a:pt x="14259" y="3358"/>
                </a:lnTo>
                <a:lnTo>
                  <a:pt x="14381" y="3212"/>
                </a:lnTo>
                <a:lnTo>
                  <a:pt x="14454" y="3042"/>
                </a:lnTo>
                <a:lnTo>
                  <a:pt x="14503" y="2872"/>
                </a:lnTo>
                <a:lnTo>
                  <a:pt x="14527" y="2701"/>
                </a:lnTo>
                <a:lnTo>
                  <a:pt x="14551" y="2507"/>
                </a:lnTo>
                <a:lnTo>
                  <a:pt x="14527" y="2312"/>
                </a:lnTo>
                <a:lnTo>
                  <a:pt x="14454" y="2142"/>
                </a:lnTo>
                <a:lnTo>
                  <a:pt x="14381" y="1996"/>
                </a:lnTo>
                <a:lnTo>
                  <a:pt x="14284" y="1874"/>
                </a:lnTo>
                <a:lnTo>
                  <a:pt x="14186" y="1777"/>
                </a:lnTo>
                <a:lnTo>
                  <a:pt x="14040" y="1704"/>
                </a:lnTo>
                <a:lnTo>
                  <a:pt x="13894" y="1631"/>
                </a:lnTo>
                <a:lnTo>
                  <a:pt x="13748" y="1606"/>
                </a:lnTo>
                <a:lnTo>
                  <a:pt x="13602" y="1582"/>
                </a:lnTo>
                <a:lnTo>
                  <a:pt x="13554" y="1533"/>
                </a:lnTo>
                <a:lnTo>
                  <a:pt x="13505" y="1485"/>
                </a:lnTo>
                <a:lnTo>
                  <a:pt x="13505" y="1387"/>
                </a:lnTo>
                <a:lnTo>
                  <a:pt x="16255" y="1387"/>
                </a:lnTo>
                <a:lnTo>
                  <a:pt x="16230" y="1996"/>
                </a:lnTo>
                <a:lnTo>
                  <a:pt x="16230" y="2604"/>
                </a:lnTo>
                <a:lnTo>
                  <a:pt x="16279" y="3821"/>
                </a:lnTo>
                <a:lnTo>
                  <a:pt x="15890" y="3748"/>
                </a:lnTo>
                <a:lnTo>
                  <a:pt x="15476" y="3723"/>
                </a:lnTo>
                <a:lnTo>
                  <a:pt x="15038" y="3699"/>
                </a:lnTo>
                <a:lnTo>
                  <a:pt x="14624" y="3723"/>
                </a:lnTo>
                <a:lnTo>
                  <a:pt x="13797" y="3796"/>
                </a:lnTo>
                <a:lnTo>
                  <a:pt x="12970" y="3796"/>
                </a:lnTo>
                <a:lnTo>
                  <a:pt x="12386" y="3772"/>
                </a:lnTo>
                <a:lnTo>
                  <a:pt x="11802" y="3772"/>
                </a:lnTo>
                <a:lnTo>
                  <a:pt x="10634" y="3796"/>
                </a:lnTo>
                <a:lnTo>
                  <a:pt x="9466" y="3821"/>
                </a:lnTo>
                <a:lnTo>
                  <a:pt x="8322" y="3845"/>
                </a:lnTo>
                <a:lnTo>
                  <a:pt x="7130" y="3821"/>
                </a:lnTo>
                <a:lnTo>
                  <a:pt x="5962" y="3772"/>
                </a:lnTo>
                <a:lnTo>
                  <a:pt x="4794" y="3723"/>
                </a:lnTo>
                <a:lnTo>
                  <a:pt x="3139" y="3723"/>
                </a:lnTo>
                <a:lnTo>
                  <a:pt x="2653" y="3772"/>
                </a:lnTo>
                <a:lnTo>
                  <a:pt x="2166" y="3796"/>
                </a:lnTo>
                <a:lnTo>
                  <a:pt x="1679" y="3796"/>
                </a:lnTo>
                <a:lnTo>
                  <a:pt x="1096" y="3772"/>
                </a:lnTo>
                <a:lnTo>
                  <a:pt x="804" y="3772"/>
                </a:lnTo>
                <a:lnTo>
                  <a:pt x="512" y="3821"/>
                </a:lnTo>
                <a:lnTo>
                  <a:pt x="585" y="3115"/>
                </a:lnTo>
                <a:lnTo>
                  <a:pt x="658" y="2409"/>
                </a:lnTo>
                <a:lnTo>
                  <a:pt x="682" y="2166"/>
                </a:lnTo>
                <a:lnTo>
                  <a:pt x="682" y="1874"/>
                </a:lnTo>
                <a:lnTo>
                  <a:pt x="658" y="1606"/>
                </a:lnTo>
                <a:lnTo>
                  <a:pt x="585" y="1339"/>
                </a:lnTo>
                <a:lnTo>
                  <a:pt x="585" y="1339"/>
                </a:lnTo>
                <a:lnTo>
                  <a:pt x="877" y="1363"/>
                </a:lnTo>
                <a:lnTo>
                  <a:pt x="1169" y="1387"/>
                </a:lnTo>
                <a:lnTo>
                  <a:pt x="2069" y="1387"/>
                </a:lnTo>
                <a:lnTo>
                  <a:pt x="2969" y="1363"/>
                </a:lnTo>
                <a:lnTo>
                  <a:pt x="2945" y="1412"/>
                </a:lnTo>
                <a:lnTo>
                  <a:pt x="2774" y="1509"/>
                </a:lnTo>
                <a:lnTo>
                  <a:pt x="2604" y="1631"/>
                </a:lnTo>
                <a:lnTo>
                  <a:pt x="2458" y="1801"/>
                </a:lnTo>
                <a:lnTo>
                  <a:pt x="2336" y="1971"/>
                </a:lnTo>
                <a:lnTo>
                  <a:pt x="2288" y="2117"/>
                </a:lnTo>
                <a:lnTo>
                  <a:pt x="2239" y="2263"/>
                </a:lnTo>
                <a:lnTo>
                  <a:pt x="2239" y="2434"/>
                </a:lnTo>
                <a:lnTo>
                  <a:pt x="2215" y="2580"/>
                </a:lnTo>
                <a:lnTo>
                  <a:pt x="2239" y="2750"/>
                </a:lnTo>
                <a:lnTo>
                  <a:pt x="2288" y="2896"/>
                </a:lnTo>
                <a:lnTo>
                  <a:pt x="2361" y="3042"/>
                </a:lnTo>
                <a:lnTo>
                  <a:pt x="2458" y="3164"/>
                </a:lnTo>
                <a:lnTo>
                  <a:pt x="2604" y="3310"/>
                </a:lnTo>
                <a:lnTo>
                  <a:pt x="2750" y="3383"/>
                </a:lnTo>
                <a:lnTo>
                  <a:pt x="2920" y="3456"/>
                </a:lnTo>
                <a:lnTo>
                  <a:pt x="3091" y="3480"/>
                </a:lnTo>
                <a:lnTo>
                  <a:pt x="3285" y="3480"/>
                </a:lnTo>
                <a:lnTo>
                  <a:pt x="3480" y="3456"/>
                </a:lnTo>
                <a:lnTo>
                  <a:pt x="3650" y="3407"/>
                </a:lnTo>
                <a:lnTo>
                  <a:pt x="3821" y="3334"/>
                </a:lnTo>
                <a:lnTo>
                  <a:pt x="3967" y="3237"/>
                </a:lnTo>
                <a:lnTo>
                  <a:pt x="4088" y="3139"/>
                </a:lnTo>
                <a:lnTo>
                  <a:pt x="4161" y="2993"/>
                </a:lnTo>
                <a:lnTo>
                  <a:pt x="4234" y="2847"/>
                </a:lnTo>
                <a:lnTo>
                  <a:pt x="4259" y="2701"/>
                </a:lnTo>
                <a:lnTo>
                  <a:pt x="4283" y="2531"/>
                </a:lnTo>
                <a:lnTo>
                  <a:pt x="4259" y="2385"/>
                </a:lnTo>
                <a:lnTo>
                  <a:pt x="4234" y="2215"/>
                </a:lnTo>
                <a:lnTo>
                  <a:pt x="4186" y="2093"/>
                </a:lnTo>
                <a:lnTo>
                  <a:pt x="4137" y="1947"/>
                </a:lnTo>
                <a:lnTo>
                  <a:pt x="4064" y="1825"/>
                </a:lnTo>
                <a:lnTo>
                  <a:pt x="3967" y="1704"/>
                </a:lnTo>
                <a:lnTo>
                  <a:pt x="3869" y="1582"/>
                </a:lnTo>
                <a:lnTo>
                  <a:pt x="3748" y="1509"/>
                </a:lnTo>
                <a:lnTo>
                  <a:pt x="3626" y="1436"/>
                </a:lnTo>
                <a:lnTo>
                  <a:pt x="3480" y="1412"/>
                </a:lnTo>
                <a:lnTo>
                  <a:pt x="3431" y="1412"/>
                </a:lnTo>
                <a:lnTo>
                  <a:pt x="3456" y="1363"/>
                </a:lnTo>
                <a:lnTo>
                  <a:pt x="4502" y="1339"/>
                </a:lnTo>
                <a:close/>
                <a:moveTo>
                  <a:pt x="11802" y="6011"/>
                </a:moveTo>
                <a:lnTo>
                  <a:pt x="11753" y="6132"/>
                </a:lnTo>
                <a:lnTo>
                  <a:pt x="11704" y="6254"/>
                </a:lnTo>
                <a:lnTo>
                  <a:pt x="11680" y="6522"/>
                </a:lnTo>
                <a:lnTo>
                  <a:pt x="11656" y="6789"/>
                </a:lnTo>
                <a:lnTo>
                  <a:pt x="11656" y="7057"/>
                </a:lnTo>
                <a:lnTo>
                  <a:pt x="11656" y="7446"/>
                </a:lnTo>
                <a:lnTo>
                  <a:pt x="11704" y="7860"/>
                </a:lnTo>
                <a:lnTo>
                  <a:pt x="9855" y="7860"/>
                </a:lnTo>
                <a:lnTo>
                  <a:pt x="9855" y="7836"/>
                </a:lnTo>
                <a:lnTo>
                  <a:pt x="9831" y="7325"/>
                </a:lnTo>
                <a:lnTo>
                  <a:pt x="9758" y="6814"/>
                </a:lnTo>
                <a:lnTo>
                  <a:pt x="9733" y="6619"/>
                </a:lnTo>
                <a:lnTo>
                  <a:pt x="9733" y="6449"/>
                </a:lnTo>
                <a:lnTo>
                  <a:pt x="9709" y="6084"/>
                </a:lnTo>
                <a:lnTo>
                  <a:pt x="10755" y="6059"/>
                </a:lnTo>
                <a:lnTo>
                  <a:pt x="11802" y="6011"/>
                </a:lnTo>
                <a:close/>
                <a:moveTo>
                  <a:pt x="13870" y="5962"/>
                </a:moveTo>
                <a:lnTo>
                  <a:pt x="14089" y="6011"/>
                </a:lnTo>
                <a:lnTo>
                  <a:pt x="14162" y="6059"/>
                </a:lnTo>
                <a:lnTo>
                  <a:pt x="14235" y="6108"/>
                </a:lnTo>
                <a:lnTo>
                  <a:pt x="14284" y="6157"/>
                </a:lnTo>
                <a:lnTo>
                  <a:pt x="14259" y="6473"/>
                </a:lnTo>
                <a:lnTo>
                  <a:pt x="14284" y="6765"/>
                </a:lnTo>
                <a:lnTo>
                  <a:pt x="14284" y="7081"/>
                </a:lnTo>
                <a:lnTo>
                  <a:pt x="14284" y="7398"/>
                </a:lnTo>
                <a:lnTo>
                  <a:pt x="14235" y="7884"/>
                </a:lnTo>
                <a:lnTo>
                  <a:pt x="12142" y="7860"/>
                </a:lnTo>
                <a:lnTo>
                  <a:pt x="12118" y="7568"/>
                </a:lnTo>
                <a:lnTo>
                  <a:pt x="12094" y="7179"/>
                </a:lnTo>
                <a:lnTo>
                  <a:pt x="12094" y="6789"/>
                </a:lnTo>
                <a:lnTo>
                  <a:pt x="12094" y="6376"/>
                </a:lnTo>
                <a:lnTo>
                  <a:pt x="12069" y="6181"/>
                </a:lnTo>
                <a:lnTo>
                  <a:pt x="12045" y="6011"/>
                </a:lnTo>
                <a:lnTo>
                  <a:pt x="12288" y="5986"/>
                </a:lnTo>
                <a:lnTo>
                  <a:pt x="12872" y="5962"/>
                </a:lnTo>
                <a:close/>
                <a:moveTo>
                  <a:pt x="7276" y="6011"/>
                </a:moveTo>
                <a:lnTo>
                  <a:pt x="9417" y="6059"/>
                </a:lnTo>
                <a:lnTo>
                  <a:pt x="9369" y="6181"/>
                </a:lnTo>
                <a:lnTo>
                  <a:pt x="9344" y="6351"/>
                </a:lnTo>
                <a:lnTo>
                  <a:pt x="9320" y="6497"/>
                </a:lnTo>
                <a:lnTo>
                  <a:pt x="9344" y="6668"/>
                </a:lnTo>
                <a:lnTo>
                  <a:pt x="9369" y="7008"/>
                </a:lnTo>
                <a:lnTo>
                  <a:pt x="9417" y="7276"/>
                </a:lnTo>
                <a:lnTo>
                  <a:pt x="9442" y="7884"/>
                </a:lnTo>
                <a:lnTo>
                  <a:pt x="8176" y="7909"/>
                </a:lnTo>
                <a:lnTo>
                  <a:pt x="7495" y="7957"/>
                </a:lnTo>
                <a:lnTo>
                  <a:pt x="7495" y="7446"/>
                </a:lnTo>
                <a:lnTo>
                  <a:pt x="7471" y="6960"/>
                </a:lnTo>
                <a:lnTo>
                  <a:pt x="7398" y="6473"/>
                </a:lnTo>
                <a:lnTo>
                  <a:pt x="7325" y="6254"/>
                </a:lnTo>
                <a:lnTo>
                  <a:pt x="7276" y="6011"/>
                </a:lnTo>
                <a:close/>
                <a:moveTo>
                  <a:pt x="6911" y="6011"/>
                </a:moveTo>
                <a:lnTo>
                  <a:pt x="6887" y="6205"/>
                </a:lnTo>
                <a:lnTo>
                  <a:pt x="6887" y="6424"/>
                </a:lnTo>
                <a:lnTo>
                  <a:pt x="6960" y="6838"/>
                </a:lnTo>
                <a:lnTo>
                  <a:pt x="6984" y="7130"/>
                </a:lnTo>
                <a:lnTo>
                  <a:pt x="7008" y="7398"/>
                </a:lnTo>
                <a:lnTo>
                  <a:pt x="7008" y="7982"/>
                </a:lnTo>
                <a:lnTo>
                  <a:pt x="6157" y="8030"/>
                </a:lnTo>
                <a:lnTo>
                  <a:pt x="5281" y="8079"/>
                </a:lnTo>
                <a:lnTo>
                  <a:pt x="5062" y="8079"/>
                </a:lnTo>
                <a:lnTo>
                  <a:pt x="5037" y="7203"/>
                </a:lnTo>
                <a:lnTo>
                  <a:pt x="5037" y="6303"/>
                </a:lnTo>
                <a:lnTo>
                  <a:pt x="5037" y="6205"/>
                </a:lnTo>
                <a:lnTo>
                  <a:pt x="5013" y="6035"/>
                </a:lnTo>
                <a:lnTo>
                  <a:pt x="5743" y="6011"/>
                </a:lnTo>
                <a:close/>
                <a:moveTo>
                  <a:pt x="2774" y="6011"/>
                </a:moveTo>
                <a:lnTo>
                  <a:pt x="3091" y="6035"/>
                </a:lnTo>
                <a:lnTo>
                  <a:pt x="3407" y="6059"/>
                </a:lnTo>
                <a:lnTo>
                  <a:pt x="3699" y="6059"/>
                </a:lnTo>
                <a:lnTo>
                  <a:pt x="4648" y="6035"/>
                </a:lnTo>
                <a:lnTo>
                  <a:pt x="4599" y="6303"/>
                </a:lnTo>
                <a:lnTo>
                  <a:pt x="4599" y="6522"/>
                </a:lnTo>
                <a:lnTo>
                  <a:pt x="4575" y="6911"/>
                </a:lnTo>
                <a:lnTo>
                  <a:pt x="4575" y="7300"/>
                </a:lnTo>
                <a:lnTo>
                  <a:pt x="4599" y="8103"/>
                </a:lnTo>
                <a:lnTo>
                  <a:pt x="3869" y="8079"/>
                </a:lnTo>
                <a:lnTo>
                  <a:pt x="3529" y="8055"/>
                </a:lnTo>
                <a:lnTo>
                  <a:pt x="3188" y="8006"/>
                </a:lnTo>
                <a:lnTo>
                  <a:pt x="2701" y="8006"/>
                </a:lnTo>
                <a:lnTo>
                  <a:pt x="2531" y="8030"/>
                </a:lnTo>
                <a:lnTo>
                  <a:pt x="2482" y="7519"/>
                </a:lnTo>
                <a:lnTo>
                  <a:pt x="2434" y="7008"/>
                </a:lnTo>
                <a:lnTo>
                  <a:pt x="2409" y="6741"/>
                </a:lnTo>
                <a:lnTo>
                  <a:pt x="2409" y="6497"/>
                </a:lnTo>
                <a:lnTo>
                  <a:pt x="2434" y="6254"/>
                </a:lnTo>
                <a:lnTo>
                  <a:pt x="2482" y="6011"/>
                </a:lnTo>
                <a:close/>
                <a:moveTo>
                  <a:pt x="10220" y="8639"/>
                </a:moveTo>
                <a:lnTo>
                  <a:pt x="10147" y="8663"/>
                </a:lnTo>
                <a:lnTo>
                  <a:pt x="10098" y="8736"/>
                </a:lnTo>
                <a:lnTo>
                  <a:pt x="10098" y="8809"/>
                </a:lnTo>
                <a:lnTo>
                  <a:pt x="10123" y="8882"/>
                </a:lnTo>
                <a:lnTo>
                  <a:pt x="10196" y="9052"/>
                </a:lnTo>
                <a:lnTo>
                  <a:pt x="10317" y="9198"/>
                </a:lnTo>
                <a:lnTo>
                  <a:pt x="10439" y="9320"/>
                </a:lnTo>
                <a:lnTo>
                  <a:pt x="10366" y="9393"/>
                </a:lnTo>
                <a:lnTo>
                  <a:pt x="10317" y="9490"/>
                </a:lnTo>
                <a:lnTo>
                  <a:pt x="10269" y="9563"/>
                </a:lnTo>
                <a:lnTo>
                  <a:pt x="10269" y="9660"/>
                </a:lnTo>
                <a:lnTo>
                  <a:pt x="10293" y="9733"/>
                </a:lnTo>
                <a:lnTo>
                  <a:pt x="10317" y="9758"/>
                </a:lnTo>
                <a:lnTo>
                  <a:pt x="10342" y="9758"/>
                </a:lnTo>
                <a:lnTo>
                  <a:pt x="10439" y="9733"/>
                </a:lnTo>
                <a:lnTo>
                  <a:pt x="10536" y="9709"/>
                </a:lnTo>
                <a:lnTo>
                  <a:pt x="10707" y="9587"/>
                </a:lnTo>
                <a:lnTo>
                  <a:pt x="10780" y="9660"/>
                </a:lnTo>
                <a:lnTo>
                  <a:pt x="10877" y="9733"/>
                </a:lnTo>
                <a:lnTo>
                  <a:pt x="10999" y="9782"/>
                </a:lnTo>
                <a:lnTo>
                  <a:pt x="11096" y="9806"/>
                </a:lnTo>
                <a:lnTo>
                  <a:pt x="11145" y="9782"/>
                </a:lnTo>
                <a:lnTo>
                  <a:pt x="11193" y="9782"/>
                </a:lnTo>
                <a:lnTo>
                  <a:pt x="11266" y="9685"/>
                </a:lnTo>
                <a:lnTo>
                  <a:pt x="11291" y="9636"/>
                </a:lnTo>
                <a:lnTo>
                  <a:pt x="11315" y="9587"/>
                </a:lnTo>
                <a:lnTo>
                  <a:pt x="11291" y="9539"/>
                </a:lnTo>
                <a:lnTo>
                  <a:pt x="11266" y="9490"/>
                </a:lnTo>
                <a:lnTo>
                  <a:pt x="11218" y="9417"/>
                </a:lnTo>
                <a:lnTo>
                  <a:pt x="11169" y="9393"/>
                </a:lnTo>
                <a:lnTo>
                  <a:pt x="11047" y="9295"/>
                </a:lnTo>
                <a:lnTo>
                  <a:pt x="11266" y="9150"/>
                </a:lnTo>
                <a:lnTo>
                  <a:pt x="11485" y="9028"/>
                </a:lnTo>
                <a:lnTo>
                  <a:pt x="11558" y="8979"/>
                </a:lnTo>
                <a:lnTo>
                  <a:pt x="11607" y="8906"/>
                </a:lnTo>
                <a:lnTo>
                  <a:pt x="11631" y="8833"/>
                </a:lnTo>
                <a:lnTo>
                  <a:pt x="11607" y="8760"/>
                </a:lnTo>
                <a:lnTo>
                  <a:pt x="11558" y="8712"/>
                </a:lnTo>
                <a:lnTo>
                  <a:pt x="11510" y="8663"/>
                </a:lnTo>
                <a:lnTo>
                  <a:pt x="11437" y="8639"/>
                </a:lnTo>
                <a:lnTo>
                  <a:pt x="11339" y="8663"/>
                </a:lnTo>
                <a:lnTo>
                  <a:pt x="11193" y="8736"/>
                </a:lnTo>
                <a:lnTo>
                  <a:pt x="11047" y="8833"/>
                </a:lnTo>
                <a:lnTo>
                  <a:pt x="10780" y="9028"/>
                </a:lnTo>
                <a:lnTo>
                  <a:pt x="10512" y="8785"/>
                </a:lnTo>
                <a:lnTo>
                  <a:pt x="10366" y="8687"/>
                </a:lnTo>
                <a:lnTo>
                  <a:pt x="10293" y="8639"/>
                </a:lnTo>
                <a:close/>
                <a:moveTo>
                  <a:pt x="12191" y="8322"/>
                </a:moveTo>
                <a:lnTo>
                  <a:pt x="14211" y="8347"/>
                </a:lnTo>
                <a:lnTo>
                  <a:pt x="14186" y="9028"/>
                </a:lnTo>
                <a:lnTo>
                  <a:pt x="14186" y="9368"/>
                </a:lnTo>
                <a:lnTo>
                  <a:pt x="14211" y="9709"/>
                </a:lnTo>
                <a:lnTo>
                  <a:pt x="14235" y="10171"/>
                </a:lnTo>
                <a:lnTo>
                  <a:pt x="13992" y="10147"/>
                </a:lnTo>
                <a:lnTo>
                  <a:pt x="13724" y="10147"/>
                </a:lnTo>
                <a:lnTo>
                  <a:pt x="13213" y="10171"/>
                </a:lnTo>
                <a:lnTo>
                  <a:pt x="12191" y="10196"/>
                </a:lnTo>
                <a:lnTo>
                  <a:pt x="12191" y="10196"/>
                </a:lnTo>
                <a:lnTo>
                  <a:pt x="12240" y="9247"/>
                </a:lnTo>
                <a:lnTo>
                  <a:pt x="12215" y="8785"/>
                </a:lnTo>
                <a:lnTo>
                  <a:pt x="12191" y="8322"/>
                </a:lnTo>
                <a:close/>
                <a:moveTo>
                  <a:pt x="7008" y="8420"/>
                </a:moveTo>
                <a:lnTo>
                  <a:pt x="7033" y="9320"/>
                </a:lnTo>
                <a:lnTo>
                  <a:pt x="7033" y="9782"/>
                </a:lnTo>
                <a:lnTo>
                  <a:pt x="7033" y="10220"/>
                </a:lnTo>
                <a:lnTo>
                  <a:pt x="5110" y="10220"/>
                </a:lnTo>
                <a:lnTo>
                  <a:pt x="5110" y="9368"/>
                </a:lnTo>
                <a:lnTo>
                  <a:pt x="5086" y="8541"/>
                </a:lnTo>
                <a:lnTo>
                  <a:pt x="6059" y="8493"/>
                </a:lnTo>
                <a:lnTo>
                  <a:pt x="7008" y="8420"/>
                </a:lnTo>
                <a:close/>
                <a:moveTo>
                  <a:pt x="9490" y="8322"/>
                </a:moveTo>
                <a:lnTo>
                  <a:pt x="9539" y="9052"/>
                </a:lnTo>
                <a:lnTo>
                  <a:pt x="9539" y="9417"/>
                </a:lnTo>
                <a:lnTo>
                  <a:pt x="9514" y="9782"/>
                </a:lnTo>
                <a:lnTo>
                  <a:pt x="9466" y="10220"/>
                </a:lnTo>
                <a:lnTo>
                  <a:pt x="7519" y="10220"/>
                </a:lnTo>
                <a:lnTo>
                  <a:pt x="7544" y="9782"/>
                </a:lnTo>
                <a:lnTo>
                  <a:pt x="7519" y="9320"/>
                </a:lnTo>
                <a:lnTo>
                  <a:pt x="7495" y="8420"/>
                </a:lnTo>
                <a:lnTo>
                  <a:pt x="7495" y="8395"/>
                </a:lnTo>
                <a:lnTo>
                  <a:pt x="7982" y="8371"/>
                </a:lnTo>
                <a:lnTo>
                  <a:pt x="9490" y="8322"/>
                </a:lnTo>
                <a:close/>
                <a:moveTo>
                  <a:pt x="11753" y="8322"/>
                </a:moveTo>
                <a:lnTo>
                  <a:pt x="11802" y="8906"/>
                </a:lnTo>
                <a:lnTo>
                  <a:pt x="11802" y="9563"/>
                </a:lnTo>
                <a:lnTo>
                  <a:pt x="11753" y="10196"/>
                </a:lnTo>
                <a:lnTo>
                  <a:pt x="11680" y="10196"/>
                </a:lnTo>
                <a:lnTo>
                  <a:pt x="9879" y="10220"/>
                </a:lnTo>
                <a:lnTo>
                  <a:pt x="9928" y="9879"/>
                </a:lnTo>
                <a:lnTo>
                  <a:pt x="9952" y="9490"/>
                </a:lnTo>
                <a:lnTo>
                  <a:pt x="9952" y="9101"/>
                </a:lnTo>
                <a:lnTo>
                  <a:pt x="9928" y="8712"/>
                </a:lnTo>
                <a:lnTo>
                  <a:pt x="9904" y="8322"/>
                </a:lnTo>
                <a:close/>
                <a:moveTo>
                  <a:pt x="2555" y="8298"/>
                </a:moveTo>
                <a:lnTo>
                  <a:pt x="2750" y="8371"/>
                </a:lnTo>
                <a:lnTo>
                  <a:pt x="2945" y="8420"/>
                </a:lnTo>
                <a:lnTo>
                  <a:pt x="3334" y="8468"/>
                </a:lnTo>
                <a:lnTo>
                  <a:pt x="3650" y="8517"/>
                </a:lnTo>
                <a:lnTo>
                  <a:pt x="3991" y="8517"/>
                </a:lnTo>
                <a:lnTo>
                  <a:pt x="4624" y="8541"/>
                </a:lnTo>
                <a:lnTo>
                  <a:pt x="4648" y="9368"/>
                </a:lnTo>
                <a:lnTo>
                  <a:pt x="4648" y="10220"/>
                </a:lnTo>
                <a:lnTo>
                  <a:pt x="3285" y="10220"/>
                </a:lnTo>
                <a:lnTo>
                  <a:pt x="2920" y="10244"/>
                </a:lnTo>
                <a:lnTo>
                  <a:pt x="2555" y="10293"/>
                </a:lnTo>
                <a:lnTo>
                  <a:pt x="2580" y="9393"/>
                </a:lnTo>
                <a:lnTo>
                  <a:pt x="2580" y="8931"/>
                </a:lnTo>
                <a:lnTo>
                  <a:pt x="2580" y="8468"/>
                </a:lnTo>
                <a:lnTo>
                  <a:pt x="2555" y="8298"/>
                </a:lnTo>
                <a:close/>
                <a:moveTo>
                  <a:pt x="14259" y="10658"/>
                </a:moveTo>
                <a:lnTo>
                  <a:pt x="14259" y="11023"/>
                </a:lnTo>
                <a:lnTo>
                  <a:pt x="14235" y="11364"/>
                </a:lnTo>
                <a:lnTo>
                  <a:pt x="14186" y="11972"/>
                </a:lnTo>
                <a:lnTo>
                  <a:pt x="14162" y="12288"/>
                </a:lnTo>
                <a:lnTo>
                  <a:pt x="14162" y="12434"/>
                </a:lnTo>
                <a:lnTo>
                  <a:pt x="14186" y="12579"/>
                </a:lnTo>
                <a:lnTo>
                  <a:pt x="14186" y="12579"/>
                </a:lnTo>
                <a:lnTo>
                  <a:pt x="13773" y="12556"/>
                </a:lnTo>
                <a:lnTo>
                  <a:pt x="13018" y="12532"/>
                </a:lnTo>
                <a:lnTo>
                  <a:pt x="12142" y="12556"/>
                </a:lnTo>
                <a:lnTo>
                  <a:pt x="12167" y="12167"/>
                </a:lnTo>
                <a:lnTo>
                  <a:pt x="12167" y="11777"/>
                </a:lnTo>
                <a:lnTo>
                  <a:pt x="12142" y="11412"/>
                </a:lnTo>
                <a:lnTo>
                  <a:pt x="12142" y="11023"/>
                </a:lnTo>
                <a:lnTo>
                  <a:pt x="12167" y="10731"/>
                </a:lnTo>
                <a:lnTo>
                  <a:pt x="13213" y="10707"/>
                </a:lnTo>
                <a:lnTo>
                  <a:pt x="14259" y="10658"/>
                </a:lnTo>
                <a:close/>
                <a:moveTo>
                  <a:pt x="11729" y="10731"/>
                </a:moveTo>
                <a:lnTo>
                  <a:pt x="11704" y="10828"/>
                </a:lnTo>
                <a:lnTo>
                  <a:pt x="11704" y="11266"/>
                </a:lnTo>
                <a:lnTo>
                  <a:pt x="11704" y="11704"/>
                </a:lnTo>
                <a:lnTo>
                  <a:pt x="11704" y="12142"/>
                </a:lnTo>
                <a:lnTo>
                  <a:pt x="11680" y="12580"/>
                </a:lnTo>
                <a:lnTo>
                  <a:pt x="11510" y="12580"/>
                </a:lnTo>
                <a:lnTo>
                  <a:pt x="9733" y="12653"/>
                </a:lnTo>
                <a:lnTo>
                  <a:pt x="9758" y="12556"/>
                </a:lnTo>
                <a:lnTo>
                  <a:pt x="9733" y="12459"/>
                </a:lnTo>
                <a:lnTo>
                  <a:pt x="9709" y="12240"/>
                </a:lnTo>
                <a:lnTo>
                  <a:pt x="9709" y="11850"/>
                </a:lnTo>
                <a:lnTo>
                  <a:pt x="9733" y="11461"/>
                </a:lnTo>
                <a:lnTo>
                  <a:pt x="9806" y="10755"/>
                </a:lnTo>
                <a:lnTo>
                  <a:pt x="11729" y="10731"/>
                </a:lnTo>
                <a:close/>
                <a:moveTo>
                  <a:pt x="2555" y="10609"/>
                </a:moveTo>
                <a:lnTo>
                  <a:pt x="2872" y="10658"/>
                </a:lnTo>
                <a:lnTo>
                  <a:pt x="3188" y="10707"/>
                </a:lnTo>
                <a:lnTo>
                  <a:pt x="3845" y="10707"/>
                </a:lnTo>
                <a:lnTo>
                  <a:pt x="4624" y="10731"/>
                </a:lnTo>
                <a:lnTo>
                  <a:pt x="4599" y="11680"/>
                </a:lnTo>
                <a:lnTo>
                  <a:pt x="4575" y="12653"/>
                </a:lnTo>
                <a:lnTo>
                  <a:pt x="4064" y="12629"/>
                </a:lnTo>
                <a:lnTo>
                  <a:pt x="3553" y="12629"/>
                </a:lnTo>
                <a:lnTo>
                  <a:pt x="3042" y="12653"/>
                </a:lnTo>
                <a:lnTo>
                  <a:pt x="2555" y="12702"/>
                </a:lnTo>
                <a:lnTo>
                  <a:pt x="2555" y="11680"/>
                </a:lnTo>
                <a:lnTo>
                  <a:pt x="2531" y="10634"/>
                </a:lnTo>
                <a:lnTo>
                  <a:pt x="2555" y="10609"/>
                </a:lnTo>
                <a:close/>
                <a:moveTo>
                  <a:pt x="5378" y="10731"/>
                </a:moveTo>
                <a:lnTo>
                  <a:pt x="6984" y="10755"/>
                </a:lnTo>
                <a:lnTo>
                  <a:pt x="6887" y="12045"/>
                </a:lnTo>
                <a:lnTo>
                  <a:pt x="6862" y="12386"/>
                </a:lnTo>
                <a:lnTo>
                  <a:pt x="6887" y="12556"/>
                </a:lnTo>
                <a:lnTo>
                  <a:pt x="6911" y="12653"/>
                </a:lnTo>
                <a:lnTo>
                  <a:pt x="6960" y="12702"/>
                </a:lnTo>
                <a:lnTo>
                  <a:pt x="6035" y="12702"/>
                </a:lnTo>
                <a:lnTo>
                  <a:pt x="5110" y="12678"/>
                </a:lnTo>
                <a:lnTo>
                  <a:pt x="5062" y="12678"/>
                </a:lnTo>
                <a:lnTo>
                  <a:pt x="5062" y="12653"/>
                </a:lnTo>
                <a:lnTo>
                  <a:pt x="5062" y="11704"/>
                </a:lnTo>
                <a:lnTo>
                  <a:pt x="5110" y="10731"/>
                </a:lnTo>
                <a:close/>
                <a:moveTo>
                  <a:pt x="9393" y="10755"/>
                </a:moveTo>
                <a:lnTo>
                  <a:pt x="9296" y="11583"/>
                </a:lnTo>
                <a:lnTo>
                  <a:pt x="9271" y="11826"/>
                </a:lnTo>
                <a:lnTo>
                  <a:pt x="9247" y="12118"/>
                </a:lnTo>
                <a:lnTo>
                  <a:pt x="9271" y="12288"/>
                </a:lnTo>
                <a:lnTo>
                  <a:pt x="9271" y="12434"/>
                </a:lnTo>
                <a:lnTo>
                  <a:pt x="9320" y="12556"/>
                </a:lnTo>
                <a:lnTo>
                  <a:pt x="9369" y="12678"/>
                </a:lnTo>
                <a:lnTo>
                  <a:pt x="8225" y="12702"/>
                </a:lnTo>
                <a:lnTo>
                  <a:pt x="7325" y="12702"/>
                </a:lnTo>
                <a:lnTo>
                  <a:pt x="7349" y="12678"/>
                </a:lnTo>
                <a:lnTo>
                  <a:pt x="7373" y="12264"/>
                </a:lnTo>
                <a:lnTo>
                  <a:pt x="7398" y="11777"/>
                </a:lnTo>
                <a:lnTo>
                  <a:pt x="7471" y="10755"/>
                </a:lnTo>
                <a:close/>
                <a:moveTo>
                  <a:pt x="13578" y="5451"/>
                </a:moveTo>
                <a:lnTo>
                  <a:pt x="13335" y="5475"/>
                </a:lnTo>
                <a:lnTo>
                  <a:pt x="12945" y="5500"/>
                </a:lnTo>
                <a:lnTo>
                  <a:pt x="11607" y="5573"/>
                </a:lnTo>
                <a:lnTo>
                  <a:pt x="10950" y="5621"/>
                </a:lnTo>
                <a:lnTo>
                  <a:pt x="10293" y="5646"/>
                </a:lnTo>
                <a:lnTo>
                  <a:pt x="9150" y="5621"/>
                </a:lnTo>
                <a:lnTo>
                  <a:pt x="8006" y="5621"/>
                </a:lnTo>
                <a:lnTo>
                  <a:pt x="6887" y="5597"/>
                </a:lnTo>
                <a:lnTo>
                  <a:pt x="5743" y="5597"/>
                </a:lnTo>
                <a:lnTo>
                  <a:pt x="4624" y="5621"/>
                </a:lnTo>
                <a:lnTo>
                  <a:pt x="3504" y="5646"/>
                </a:lnTo>
                <a:lnTo>
                  <a:pt x="3188" y="5646"/>
                </a:lnTo>
                <a:lnTo>
                  <a:pt x="2872" y="5621"/>
                </a:lnTo>
                <a:lnTo>
                  <a:pt x="2531" y="5621"/>
                </a:lnTo>
                <a:lnTo>
                  <a:pt x="2385" y="5670"/>
                </a:lnTo>
                <a:lnTo>
                  <a:pt x="2239" y="5719"/>
                </a:lnTo>
                <a:lnTo>
                  <a:pt x="2190" y="5792"/>
                </a:lnTo>
                <a:lnTo>
                  <a:pt x="2166" y="5865"/>
                </a:lnTo>
                <a:lnTo>
                  <a:pt x="2190" y="5938"/>
                </a:lnTo>
                <a:lnTo>
                  <a:pt x="2239" y="5986"/>
                </a:lnTo>
                <a:lnTo>
                  <a:pt x="2166" y="6108"/>
                </a:lnTo>
                <a:lnTo>
                  <a:pt x="2117" y="6254"/>
                </a:lnTo>
                <a:lnTo>
                  <a:pt x="2093" y="6522"/>
                </a:lnTo>
                <a:lnTo>
                  <a:pt x="2069" y="6935"/>
                </a:lnTo>
                <a:lnTo>
                  <a:pt x="2069" y="7325"/>
                </a:lnTo>
                <a:lnTo>
                  <a:pt x="2117" y="8128"/>
                </a:lnTo>
                <a:lnTo>
                  <a:pt x="2166" y="8736"/>
                </a:lnTo>
                <a:lnTo>
                  <a:pt x="2166" y="9344"/>
                </a:lnTo>
                <a:lnTo>
                  <a:pt x="2142" y="10561"/>
                </a:lnTo>
                <a:lnTo>
                  <a:pt x="2117" y="11753"/>
                </a:lnTo>
                <a:lnTo>
                  <a:pt x="2093" y="12361"/>
                </a:lnTo>
                <a:lnTo>
                  <a:pt x="2117" y="12970"/>
                </a:lnTo>
                <a:lnTo>
                  <a:pt x="2117" y="13043"/>
                </a:lnTo>
                <a:lnTo>
                  <a:pt x="2166" y="13116"/>
                </a:lnTo>
                <a:lnTo>
                  <a:pt x="2215" y="13164"/>
                </a:lnTo>
                <a:lnTo>
                  <a:pt x="2288" y="13189"/>
                </a:lnTo>
                <a:lnTo>
                  <a:pt x="2361" y="13189"/>
                </a:lnTo>
                <a:lnTo>
                  <a:pt x="2434" y="13164"/>
                </a:lnTo>
                <a:lnTo>
                  <a:pt x="2482" y="13116"/>
                </a:lnTo>
                <a:lnTo>
                  <a:pt x="2531" y="13067"/>
                </a:lnTo>
                <a:lnTo>
                  <a:pt x="3821" y="13067"/>
                </a:lnTo>
                <a:lnTo>
                  <a:pt x="4453" y="13091"/>
                </a:lnTo>
                <a:lnTo>
                  <a:pt x="5110" y="13091"/>
                </a:lnTo>
                <a:lnTo>
                  <a:pt x="6668" y="13140"/>
                </a:lnTo>
                <a:lnTo>
                  <a:pt x="8225" y="13140"/>
                </a:lnTo>
                <a:lnTo>
                  <a:pt x="9758" y="13116"/>
                </a:lnTo>
                <a:lnTo>
                  <a:pt x="11315" y="13067"/>
                </a:lnTo>
                <a:lnTo>
                  <a:pt x="12118" y="13043"/>
                </a:lnTo>
                <a:lnTo>
                  <a:pt x="12921" y="13091"/>
                </a:lnTo>
                <a:lnTo>
                  <a:pt x="14600" y="13091"/>
                </a:lnTo>
                <a:lnTo>
                  <a:pt x="14649" y="13043"/>
                </a:lnTo>
                <a:lnTo>
                  <a:pt x="14722" y="13018"/>
                </a:lnTo>
                <a:lnTo>
                  <a:pt x="14746" y="12970"/>
                </a:lnTo>
                <a:lnTo>
                  <a:pt x="14795" y="12897"/>
                </a:lnTo>
                <a:lnTo>
                  <a:pt x="14795" y="12824"/>
                </a:lnTo>
                <a:lnTo>
                  <a:pt x="14795" y="12775"/>
                </a:lnTo>
                <a:lnTo>
                  <a:pt x="14746" y="12702"/>
                </a:lnTo>
                <a:lnTo>
                  <a:pt x="14746" y="12678"/>
                </a:lnTo>
                <a:lnTo>
                  <a:pt x="14673" y="12605"/>
                </a:lnTo>
                <a:lnTo>
                  <a:pt x="14697" y="12507"/>
                </a:lnTo>
                <a:lnTo>
                  <a:pt x="14770" y="11753"/>
                </a:lnTo>
                <a:lnTo>
                  <a:pt x="14795" y="11023"/>
                </a:lnTo>
                <a:lnTo>
                  <a:pt x="14770" y="10269"/>
                </a:lnTo>
                <a:lnTo>
                  <a:pt x="14722" y="9514"/>
                </a:lnTo>
                <a:lnTo>
                  <a:pt x="14697" y="8979"/>
                </a:lnTo>
                <a:lnTo>
                  <a:pt x="14722" y="8468"/>
                </a:lnTo>
                <a:lnTo>
                  <a:pt x="14770" y="7398"/>
                </a:lnTo>
                <a:lnTo>
                  <a:pt x="14795" y="7033"/>
                </a:lnTo>
                <a:lnTo>
                  <a:pt x="14770" y="6668"/>
                </a:lnTo>
                <a:lnTo>
                  <a:pt x="14722" y="6327"/>
                </a:lnTo>
                <a:lnTo>
                  <a:pt x="14624" y="5986"/>
                </a:lnTo>
                <a:lnTo>
                  <a:pt x="14624" y="5889"/>
                </a:lnTo>
                <a:lnTo>
                  <a:pt x="14600" y="5816"/>
                </a:lnTo>
                <a:lnTo>
                  <a:pt x="14551" y="5719"/>
                </a:lnTo>
                <a:lnTo>
                  <a:pt x="14478" y="5670"/>
                </a:lnTo>
                <a:lnTo>
                  <a:pt x="14381" y="5597"/>
                </a:lnTo>
                <a:lnTo>
                  <a:pt x="14284" y="5548"/>
                </a:lnTo>
                <a:lnTo>
                  <a:pt x="14065" y="5500"/>
                </a:lnTo>
                <a:lnTo>
                  <a:pt x="13846" y="5475"/>
                </a:lnTo>
                <a:lnTo>
                  <a:pt x="13578" y="5451"/>
                </a:lnTo>
                <a:close/>
                <a:moveTo>
                  <a:pt x="3796" y="4137"/>
                </a:moveTo>
                <a:lnTo>
                  <a:pt x="4916" y="4161"/>
                </a:lnTo>
                <a:lnTo>
                  <a:pt x="6059" y="4186"/>
                </a:lnTo>
                <a:lnTo>
                  <a:pt x="7179" y="4234"/>
                </a:lnTo>
                <a:lnTo>
                  <a:pt x="8322" y="4283"/>
                </a:lnTo>
                <a:lnTo>
                  <a:pt x="9393" y="4259"/>
                </a:lnTo>
                <a:lnTo>
                  <a:pt x="10463" y="4234"/>
                </a:lnTo>
                <a:lnTo>
                  <a:pt x="11534" y="4210"/>
                </a:lnTo>
                <a:lnTo>
                  <a:pt x="12605" y="4234"/>
                </a:lnTo>
                <a:lnTo>
                  <a:pt x="13529" y="4259"/>
                </a:lnTo>
                <a:lnTo>
                  <a:pt x="13992" y="4234"/>
                </a:lnTo>
                <a:lnTo>
                  <a:pt x="14478" y="4210"/>
                </a:lnTo>
                <a:lnTo>
                  <a:pt x="14916" y="4186"/>
                </a:lnTo>
                <a:lnTo>
                  <a:pt x="15379" y="4186"/>
                </a:lnTo>
                <a:lnTo>
                  <a:pt x="15817" y="4210"/>
                </a:lnTo>
                <a:lnTo>
                  <a:pt x="16060" y="4234"/>
                </a:lnTo>
                <a:lnTo>
                  <a:pt x="16279" y="4283"/>
                </a:lnTo>
                <a:lnTo>
                  <a:pt x="16303" y="4283"/>
                </a:lnTo>
                <a:lnTo>
                  <a:pt x="16303" y="4697"/>
                </a:lnTo>
                <a:lnTo>
                  <a:pt x="16279" y="5086"/>
                </a:lnTo>
                <a:lnTo>
                  <a:pt x="16230" y="6084"/>
                </a:lnTo>
                <a:lnTo>
                  <a:pt x="16206" y="7081"/>
                </a:lnTo>
                <a:lnTo>
                  <a:pt x="16182" y="9077"/>
                </a:lnTo>
                <a:lnTo>
                  <a:pt x="16157" y="10050"/>
                </a:lnTo>
                <a:lnTo>
                  <a:pt x="16133" y="10999"/>
                </a:lnTo>
                <a:lnTo>
                  <a:pt x="16157" y="11534"/>
                </a:lnTo>
                <a:lnTo>
                  <a:pt x="16206" y="12045"/>
                </a:lnTo>
                <a:lnTo>
                  <a:pt x="16279" y="12556"/>
                </a:lnTo>
                <a:lnTo>
                  <a:pt x="16328" y="13067"/>
                </a:lnTo>
                <a:lnTo>
                  <a:pt x="16328" y="13627"/>
                </a:lnTo>
                <a:lnTo>
                  <a:pt x="16303" y="14186"/>
                </a:lnTo>
                <a:lnTo>
                  <a:pt x="15281" y="14284"/>
                </a:lnTo>
                <a:lnTo>
                  <a:pt x="14259" y="14332"/>
                </a:lnTo>
                <a:lnTo>
                  <a:pt x="13213" y="14357"/>
                </a:lnTo>
                <a:lnTo>
                  <a:pt x="12191" y="14381"/>
                </a:lnTo>
                <a:lnTo>
                  <a:pt x="11096" y="14405"/>
                </a:lnTo>
                <a:lnTo>
                  <a:pt x="10025" y="14430"/>
                </a:lnTo>
                <a:lnTo>
                  <a:pt x="7860" y="14527"/>
                </a:lnTo>
                <a:lnTo>
                  <a:pt x="6789" y="14551"/>
                </a:lnTo>
                <a:lnTo>
                  <a:pt x="5719" y="14551"/>
                </a:lnTo>
                <a:lnTo>
                  <a:pt x="3602" y="14478"/>
                </a:lnTo>
                <a:lnTo>
                  <a:pt x="2604" y="14478"/>
                </a:lnTo>
                <a:lnTo>
                  <a:pt x="1606" y="14503"/>
                </a:lnTo>
                <a:lnTo>
                  <a:pt x="1047" y="14478"/>
                </a:lnTo>
                <a:lnTo>
                  <a:pt x="779" y="14478"/>
                </a:lnTo>
                <a:lnTo>
                  <a:pt x="633" y="14503"/>
                </a:lnTo>
                <a:lnTo>
                  <a:pt x="512" y="14527"/>
                </a:lnTo>
                <a:lnTo>
                  <a:pt x="463" y="13700"/>
                </a:lnTo>
                <a:lnTo>
                  <a:pt x="439" y="12848"/>
                </a:lnTo>
                <a:lnTo>
                  <a:pt x="439" y="11169"/>
                </a:lnTo>
                <a:lnTo>
                  <a:pt x="463" y="9466"/>
                </a:lnTo>
                <a:lnTo>
                  <a:pt x="487" y="7787"/>
                </a:lnTo>
                <a:lnTo>
                  <a:pt x="487" y="6887"/>
                </a:lnTo>
                <a:lnTo>
                  <a:pt x="463" y="5986"/>
                </a:lnTo>
                <a:lnTo>
                  <a:pt x="439" y="5086"/>
                </a:lnTo>
                <a:lnTo>
                  <a:pt x="463" y="4648"/>
                </a:lnTo>
                <a:lnTo>
                  <a:pt x="463" y="4186"/>
                </a:lnTo>
                <a:lnTo>
                  <a:pt x="804" y="4161"/>
                </a:lnTo>
                <a:lnTo>
                  <a:pt x="1144" y="4186"/>
                </a:lnTo>
                <a:lnTo>
                  <a:pt x="1801" y="4210"/>
                </a:lnTo>
                <a:lnTo>
                  <a:pt x="2288" y="4210"/>
                </a:lnTo>
                <a:lnTo>
                  <a:pt x="2799" y="4186"/>
                </a:lnTo>
                <a:lnTo>
                  <a:pt x="3285" y="4161"/>
                </a:lnTo>
                <a:lnTo>
                  <a:pt x="3796" y="4137"/>
                </a:lnTo>
                <a:close/>
                <a:moveTo>
                  <a:pt x="15671" y="14770"/>
                </a:moveTo>
                <a:lnTo>
                  <a:pt x="15500" y="14965"/>
                </a:lnTo>
                <a:lnTo>
                  <a:pt x="15403" y="15062"/>
                </a:lnTo>
                <a:lnTo>
                  <a:pt x="15354" y="15184"/>
                </a:lnTo>
                <a:lnTo>
                  <a:pt x="15087" y="15184"/>
                </a:lnTo>
                <a:lnTo>
                  <a:pt x="15184" y="14989"/>
                </a:lnTo>
                <a:lnTo>
                  <a:pt x="15208" y="14892"/>
                </a:lnTo>
                <a:lnTo>
                  <a:pt x="15233" y="14770"/>
                </a:lnTo>
                <a:close/>
                <a:moveTo>
                  <a:pt x="15038" y="14795"/>
                </a:moveTo>
                <a:lnTo>
                  <a:pt x="14965" y="14868"/>
                </a:lnTo>
                <a:lnTo>
                  <a:pt x="14868" y="15014"/>
                </a:lnTo>
                <a:lnTo>
                  <a:pt x="14770" y="15184"/>
                </a:lnTo>
                <a:lnTo>
                  <a:pt x="14405" y="15208"/>
                </a:lnTo>
                <a:lnTo>
                  <a:pt x="14527" y="15014"/>
                </a:lnTo>
                <a:lnTo>
                  <a:pt x="14649" y="14795"/>
                </a:lnTo>
                <a:close/>
                <a:moveTo>
                  <a:pt x="10877" y="14843"/>
                </a:moveTo>
                <a:lnTo>
                  <a:pt x="10755" y="15014"/>
                </a:lnTo>
                <a:lnTo>
                  <a:pt x="10634" y="15233"/>
                </a:lnTo>
                <a:lnTo>
                  <a:pt x="10220" y="15233"/>
                </a:lnTo>
                <a:lnTo>
                  <a:pt x="10293" y="15038"/>
                </a:lnTo>
                <a:lnTo>
                  <a:pt x="10342" y="14868"/>
                </a:lnTo>
                <a:lnTo>
                  <a:pt x="10877" y="14843"/>
                </a:lnTo>
                <a:close/>
                <a:moveTo>
                  <a:pt x="11753" y="14819"/>
                </a:moveTo>
                <a:lnTo>
                  <a:pt x="11729" y="14868"/>
                </a:lnTo>
                <a:lnTo>
                  <a:pt x="11607" y="15038"/>
                </a:lnTo>
                <a:lnTo>
                  <a:pt x="11485" y="15233"/>
                </a:lnTo>
                <a:lnTo>
                  <a:pt x="11072" y="15233"/>
                </a:lnTo>
                <a:lnTo>
                  <a:pt x="11169" y="15038"/>
                </a:lnTo>
                <a:lnTo>
                  <a:pt x="11291" y="14843"/>
                </a:lnTo>
                <a:lnTo>
                  <a:pt x="11753" y="14819"/>
                </a:lnTo>
                <a:close/>
                <a:moveTo>
                  <a:pt x="12532" y="14819"/>
                </a:moveTo>
                <a:lnTo>
                  <a:pt x="12507" y="14868"/>
                </a:lnTo>
                <a:lnTo>
                  <a:pt x="12313" y="15233"/>
                </a:lnTo>
                <a:lnTo>
                  <a:pt x="11899" y="15233"/>
                </a:lnTo>
                <a:lnTo>
                  <a:pt x="12021" y="15014"/>
                </a:lnTo>
                <a:lnTo>
                  <a:pt x="12069" y="14916"/>
                </a:lnTo>
                <a:lnTo>
                  <a:pt x="12094" y="14819"/>
                </a:lnTo>
                <a:close/>
                <a:moveTo>
                  <a:pt x="13529" y="14819"/>
                </a:moveTo>
                <a:lnTo>
                  <a:pt x="13481" y="14868"/>
                </a:lnTo>
                <a:lnTo>
                  <a:pt x="13237" y="15233"/>
                </a:lnTo>
                <a:lnTo>
                  <a:pt x="12678" y="15233"/>
                </a:lnTo>
                <a:lnTo>
                  <a:pt x="12775" y="15014"/>
                </a:lnTo>
                <a:lnTo>
                  <a:pt x="12897" y="14819"/>
                </a:lnTo>
                <a:close/>
                <a:moveTo>
                  <a:pt x="14357" y="14795"/>
                </a:moveTo>
                <a:lnTo>
                  <a:pt x="14186" y="15014"/>
                </a:lnTo>
                <a:lnTo>
                  <a:pt x="14016" y="15208"/>
                </a:lnTo>
                <a:lnTo>
                  <a:pt x="13627" y="15233"/>
                </a:lnTo>
                <a:lnTo>
                  <a:pt x="13724" y="15062"/>
                </a:lnTo>
                <a:lnTo>
                  <a:pt x="13846" y="14868"/>
                </a:lnTo>
                <a:lnTo>
                  <a:pt x="13870" y="14819"/>
                </a:lnTo>
                <a:lnTo>
                  <a:pt x="14357" y="14795"/>
                </a:lnTo>
                <a:close/>
                <a:moveTo>
                  <a:pt x="10025" y="14868"/>
                </a:moveTo>
                <a:lnTo>
                  <a:pt x="9952" y="14989"/>
                </a:lnTo>
                <a:lnTo>
                  <a:pt x="9831" y="15233"/>
                </a:lnTo>
                <a:lnTo>
                  <a:pt x="9320" y="15257"/>
                </a:lnTo>
                <a:lnTo>
                  <a:pt x="9417" y="15087"/>
                </a:lnTo>
                <a:lnTo>
                  <a:pt x="9514" y="14892"/>
                </a:lnTo>
                <a:lnTo>
                  <a:pt x="10025" y="14868"/>
                </a:lnTo>
                <a:close/>
                <a:moveTo>
                  <a:pt x="9101" y="14916"/>
                </a:moveTo>
                <a:lnTo>
                  <a:pt x="9052" y="14989"/>
                </a:lnTo>
                <a:lnTo>
                  <a:pt x="8955" y="15111"/>
                </a:lnTo>
                <a:lnTo>
                  <a:pt x="8858" y="15281"/>
                </a:lnTo>
                <a:lnTo>
                  <a:pt x="8663" y="15281"/>
                </a:lnTo>
                <a:lnTo>
                  <a:pt x="8663" y="15257"/>
                </a:lnTo>
                <a:lnTo>
                  <a:pt x="8809" y="14916"/>
                </a:lnTo>
                <a:close/>
                <a:moveTo>
                  <a:pt x="8468" y="14941"/>
                </a:moveTo>
                <a:lnTo>
                  <a:pt x="8395" y="15038"/>
                </a:lnTo>
                <a:lnTo>
                  <a:pt x="8225" y="15281"/>
                </a:lnTo>
                <a:lnTo>
                  <a:pt x="7738" y="15306"/>
                </a:lnTo>
                <a:lnTo>
                  <a:pt x="7763" y="15281"/>
                </a:lnTo>
                <a:lnTo>
                  <a:pt x="7836" y="15135"/>
                </a:lnTo>
                <a:lnTo>
                  <a:pt x="7909" y="14965"/>
                </a:lnTo>
                <a:lnTo>
                  <a:pt x="8468" y="14941"/>
                </a:lnTo>
                <a:close/>
                <a:moveTo>
                  <a:pt x="16303" y="14746"/>
                </a:moveTo>
                <a:lnTo>
                  <a:pt x="16303" y="15014"/>
                </a:lnTo>
                <a:lnTo>
                  <a:pt x="16303" y="15306"/>
                </a:lnTo>
                <a:lnTo>
                  <a:pt x="16182" y="15257"/>
                </a:lnTo>
                <a:lnTo>
                  <a:pt x="16084" y="15233"/>
                </a:lnTo>
                <a:lnTo>
                  <a:pt x="15841" y="15208"/>
                </a:lnTo>
                <a:lnTo>
                  <a:pt x="15987" y="14989"/>
                </a:lnTo>
                <a:lnTo>
                  <a:pt x="16157" y="14746"/>
                </a:lnTo>
                <a:close/>
                <a:moveTo>
                  <a:pt x="7617" y="14965"/>
                </a:moveTo>
                <a:lnTo>
                  <a:pt x="7471" y="15160"/>
                </a:lnTo>
                <a:lnTo>
                  <a:pt x="7349" y="15330"/>
                </a:lnTo>
                <a:lnTo>
                  <a:pt x="6911" y="15330"/>
                </a:lnTo>
                <a:lnTo>
                  <a:pt x="6984" y="15160"/>
                </a:lnTo>
                <a:lnTo>
                  <a:pt x="7057" y="14965"/>
                </a:lnTo>
                <a:close/>
                <a:moveTo>
                  <a:pt x="6716" y="14965"/>
                </a:moveTo>
                <a:lnTo>
                  <a:pt x="6570" y="15160"/>
                </a:lnTo>
                <a:lnTo>
                  <a:pt x="6449" y="15354"/>
                </a:lnTo>
                <a:lnTo>
                  <a:pt x="5889" y="15379"/>
                </a:lnTo>
                <a:lnTo>
                  <a:pt x="5889" y="15379"/>
                </a:lnTo>
                <a:lnTo>
                  <a:pt x="6011" y="15257"/>
                </a:lnTo>
                <a:lnTo>
                  <a:pt x="6132" y="15135"/>
                </a:lnTo>
                <a:lnTo>
                  <a:pt x="6254" y="15038"/>
                </a:lnTo>
                <a:lnTo>
                  <a:pt x="6376" y="14965"/>
                </a:lnTo>
                <a:close/>
                <a:moveTo>
                  <a:pt x="5256" y="14941"/>
                </a:moveTo>
                <a:lnTo>
                  <a:pt x="5865" y="14965"/>
                </a:lnTo>
                <a:lnTo>
                  <a:pt x="5792" y="15038"/>
                </a:lnTo>
                <a:lnTo>
                  <a:pt x="5646" y="15184"/>
                </a:lnTo>
                <a:lnTo>
                  <a:pt x="5500" y="15379"/>
                </a:lnTo>
                <a:lnTo>
                  <a:pt x="4672" y="15379"/>
                </a:lnTo>
                <a:lnTo>
                  <a:pt x="4867" y="15233"/>
                </a:lnTo>
                <a:lnTo>
                  <a:pt x="5062" y="15135"/>
                </a:lnTo>
                <a:lnTo>
                  <a:pt x="5183" y="15038"/>
                </a:lnTo>
                <a:lnTo>
                  <a:pt x="5232" y="14989"/>
                </a:lnTo>
                <a:lnTo>
                  <a:pt x="5256" y="14941"/>
                </a:lnTo>
                <a:close/>
                <a:moveTo>
                  <a:pt x="4113" y="14916"/>
                </a:moveTo>
                <a:lnTo>
                  <a:pt x="4745" y="14941"/>
                </a:lnTo>
                <a:lnTo>
                  <a:pt x="4624" y="15038"/>
                </a:lnTo>
                <a:lnTo>
                  <a:pt x="4453" y="15184"/>
                </a:lnTo>
                <a:lnTo>
                  <a:pt x="4307" y="15354"/>
                </a:lnTo>
                <a:lnTo>
                  <a:pt x="4283" y="15403"/>
                </a:lnTo>
                <a:lnTo>
                  <a:pt x="3626" y="15403"/>
                </a:lnTo>
                <a:lnTo>
                  <a:pt x="3650" y="15354"/>
                </a:lnTo>
                <a:lnTo>
                  <a:pt x="3894" y="15087"/>
                </a:lnTo>
                <a:lnTo>
                  <a:pt x="4113" y="14916"/>
                </a:lnTo>
                <a:close/>
                <a:moveTo>
                  <a:pt x="1874" y="14892"/>
                </a:moveTo>
                <a:lnTo>
                  <a:pt x="1801" y="14965"/>
                </a:lnTo>
                <a:lnTo>
                  <a:pt x="1631" y="15184"/>
                </a:lnTo>
                <a:lnTo>
                  <a:pt x="1558" y="15281"/>
                </a:lnTo>
                <a:lnTo>
                  <a:pt x="1509" y="15427"/>
                </a:lnTo>
                <a:lnTo>
                  <a:pt x="1217" y="15427"/>
                </a:lnTo>
                <a:lnTo>
                  <a:pt x="1266" y="15354"/>
                </a:lnTo>
                <a:lnTo>
                  <a:pt x="1436" y="15208"/>
                </a:lnTo>
                <a:lnTo>
                  <a:pt x="1509" y="15160"/>
                </a:lnTo>
                <a:lnTo>
                  <a:pt x="1558" y="15135"/>
                </a:lnTo>
                <a:lnTo>
                  <a:pt x="1606" y="15087"/>
                </a:lnTo>
                <a:lnTo>
                  <a:pt x="1631" y="15038"/>
                </a:lnTo>
                <a:lnTo>
                  <a:pt x="1631" y="14965"/>
                </a:lnTo>
                <a:lnTo>
                  <a:pt x="1631" y="14892"/>
                </a:lnTo>
                <a:close/>
                <a:moveTo>
                  <a:pt x="2750" y="14892"/>
                </a:moveTo>
                <a:lnTo>
                  <a:pt x="2726" y="14916"/>
                </a:lnTo>
                <a:lnTo>
                  <a:pt x="2628" y="15087"/>
                </a:lnTo>
                <a:lnTo>
                  <a:pt x="2555" y="15233"/>
                </a:lnTo>
                <a:lnTo>
                  <a:pt x="2531" y="15330"/>
                </a:lnTo>
                <a:lnTo>
                  <a:pt x="2531" y="15427"/>
                </a:lnTo>
                <a:lnTo>
                  <a:pt x="1898" y="15427"/>
                </a:lnTo>
                <a:lnTo>
                  <a:pt x="2093" y="15233"/>
                </a:lnTo>
                <a:lnTo>
                  <a:pt x="2190" y="15135"/>
                </a:lnTo>
                <a:lnTo>
                  <a:pt x="2312" y="15038"/>
                </a:lnTo>
                <a:lnTo>
                  <a:pt x="2409" y="14989"/>
                </a:lnTo>
                <a:lnTo>
                  <a:pt x="2482" y="14892"/>
                </a:lnTo>
                <a:close/>
                <a:moveTo>
                  <a:pt x="3553" y="14892"/>
                </a:moveTo>
                <a:lnTo>
                  <a:pt x="3431" y="15062"/>
                </a:lnTo>
                <a:lnTo>
                  <a:pt x="3310" y="15208"/>
                </a:lnTo>
                <a:lnTo>
                  <a:pt x="3261" y="15306"/>
                </a:lnTo>
                <a:lnTo>
                  <a:pt x="3188" y="15403"/>
                </a:lnTo>
                <a:lnTo>
                  <a:pt x="2920" y="15427"/>
                </a:lnTo>
                <a:lnTo>
                  <a:pt x="2823" y="15427"/>
                </a:lnTo>
                <a:lnTo>
                  <a:pt x="2969" y="15233"/>
                </a:lnTo>
                <a:lnTo>
                  <a:pt x="3066" y="15111"/>
                </a:lnTo>
                <a:lnTo>
                  <a:pt x="3164" y="14989"/>
                </a:lnTo>
                <a:lnTo>
                  <a:pt x="3285" y="14892"/>
                </a:lnTo>
                <a:close/>
                <a:moveTo>
                  <a:pt x="877" y="14868"/>
                </a:moveTo>
                <a:lnTo>
                  <a:pt x="1193" y="14892"/>
                </a:lnTo>
                <a:lnTo>
                  <a:pt x="1023" y="15038"/>
                </a:lnTo>
                <a:lnTo>
                  <a:pt x="877" y="15233"/>
                </a:lnTo>
                <a:lnTo>
                  <a:pt x="804" y="15330"/>
                </a:lnTo>
                <a:lnTo>
                  <a:pt x="755" y="15452"/>
                </a:lnTo>
                <a:lnTo>
                  <a:pt x="585" y="15452"/>
                </a:lnTo>
                <a:lnTo>
                  <a:pt x="536" y="14868"/>
                </a:lnTo>
                <a:close/>
                <a:moveTo>
                  <a:pt x="13894" y="1"/>
                </a:moveTo>
                <a:lnTo>
                  <a:pt x="13724" y="49"/>
                </a:lnTo>
                <a:lnTo>
                  <a:pt x="13578" y="122"/>
                </a:lnTo>
                <a:lnTo>
                  <a:pt x="13456" y="220"/>
                </a:lnTo>
                <a:lnTo>
                  <a:pt x="13335" y="341"/>
                </a:lnTo>
                <a:lnTo>
                  <a:pt x="13262" y="463"/>
                </a:lnTo>
                <a:lnTo>
                  <a:pt x="13189" y="609"/>
                </a:lnTo>
                <a:lnTo>
                  <a:pt x="13116" y="779"/>
                </a:lnTo>
                <a:lnTo>
                  <a:pt x="13067" y="925"/>
                </a:lnTo>
                <a:lnTo>
                  <a:pt x="11996" y="925"/>
                </a:lnTo>
                <a:lnTo>
                  <a:pt x="10901" y="950"/>
                </a:lnTo>
                <a:lnTo>
                  <a:pt x="9831" y="974"/>
                </a:lnTo>
                <a:lnTo>
                  <a:pt x="8736" y="974"/>
                </a:lnTo>
                <a:lnTo>
                  <a:pt x="7641" y="998"/>
                </a:lnTo>
                <a:lnTo>
                  <a:pt x="6108" y="974"/>
                </a:lnTo>
                <a:lnTo>
                  <a:pt x="4599" y="950"/>
                </a:lnTo>
                <a:lnTo>
                  <a:pt x="4648" y="852"/>
                </a:lnTo>
                <a:lnTo>
                  <a:pt x="4624" y="731"/>
                </a:lnTo>
                <a:lnTo>
                  <a:pt x="4599" y="609"/>
                </a:lnTo>
                <a:lnTo>
                  <a:pt x="4526" y="487"/>
                </a:lnTo>
                <a:lnTo>
                  <a:pt x="4429" y="366"/>
                </a:lnTo>
                <a:lnTo>
                  <a:pt x="4332" y="293"/>
                </a:lnTo>
                <a:lnTo>
                  <a:pt x="4210" y="220"/>
                </a:lnTo>
                <a:lnTo>
                  <a:pt x="4088" y="171"/>
                </a:lnTo>
                <a:lnTo>
                  <a:pt x="3894" y="147"/>
                </a:lnTo>
                <a:lnTo>
                  <a:pt x="3723" y="147"/>
                </a:lnTo>
                <a:lnTo>
                  <a:pt x="3553" y="220"/>
                </a:lnTo>
                <a:lnTo>
                  <a:pt x="3407" y="317"/>
                </a:lnTo>
                <a:lnTo>
                  <a:pt x="3285" y="439"/>
                </a:lnTo>
                <a:lnTo>
                  <a:pt x="3188" y="585"/>
                </a:lnTo>
                <a:lnTo>
                  <a:pt x="3115" y="755"/>
                </a:lnTo>
                <a:lnTo>
                  <a:pt x="3042" y="925"/>
                </a:lnTo>
                <a:lnTo>
                  <a:pt x="3042" y="998"/>
                </a:lnTo>
                <a:lnTo>
                  <a:pt x="1242" y="1047"/>
                </a:lnTo>
                <a:lnTo>
                  <a:pt x="828" y="1023"/>
                </a:lnTo>
                <a:lnTo>
                  <a:pt x="633" y="1023"/>
                </a:lnTo>
                <a:lnTo>
                  <a:pt x="439" y="1047"/>
                </a:lnTo>
                <a:lnTo>
                  <a:pt x="390" y="1023"/>
                </a:lnTo>
                <a:lnTo>
                  <a:pt x="317" y="1023"/>
                </a:lnTo>
                <a:lnTo>
                  <a:pt x="268" y="1071"/>
                </a:lnTo>
                <a:lnTo>
                  <a:pt x="244" y="1144"/>
                </a:lnTo>
                <a:lnTo>
                  <a:pt x="268" y="1850"/>
                </a:lnTo>
                <a:lnTo>
                  <a:pt x="268" y="2215"/>
                </a:lnTo>
                <a:lnTo>
                  <a:pt x="268" y="2555"/>
                </a:lnTo>
                <a:lnTo>
                  <a:pt x="171" y="3358"/>
                </a:lnTo>
                <a:lnTo>
                  <a:pt x="74" y="4137"/>
                </a:lnTo>
                <a:lnTo>
                  <a:pt x="49" y="4624"/>
                </a:lnTo>
                <a:lnTo>
                  <a:pt x="25" y="5086"/>
                </a:lnTo>
                <a:lnTo>
                  <a:pt x="25" y="6059"/>
                </a:lnTo>
                <a:lnTo>
                  <a:pt x="49" y="7008"/>
                </a:lnTo>
                <a:lnTo>
                  <a:pt x="74" y="7982"/>
                </a:lnTo>
                <a:lnTo>
                  <a:pt x="25" y="9879"/>
                </a:lnTo>
                <a:lnTo>
                  <a:pt x="1" y="11802"/>
                </a:lnTo>
                <a:lnTo>
                  <a:pt x="1" y="12751"/>
                </a:lnTo>
                <a:lnTo>
                  <a:pt x="1" y="13700"/>
                </a:lnTo>
                <a:lnTo>
                  <a:pt x="49" y="14673"/>
                </a:lnTo>
                <a:lnTo>
                  <a:pt x="122" y="15622"/>
                </a:lnTo>
                <a:lnTo>
                  <a:pt x="122" y="15671"/>
                </a:lnTo>
                <a:lnTo>
                  <a:pt x="147" y="15719"/>
                </a:lnTo>
                <a:lnTo>
                  <a:pt x="171" y="15792"/>
                </a:lnTo>
                <a:lnTo>
                  <a:pt x="195" y="15841"/>
                </a:lnTo>
                <a:lnTo>
                  <a:pt x="244" y="15865"/>
                </a:lnTo>
                <a:lnTo>
                  <a:pt x="293" y="15890"/>
                </a:lnTo>
                <a:lnTo>
                  <a:pt x="560" y="15938"/>
                </a:lnTo>
                <a:lnTo>
                  <a:pt x="828" y="15963"/>
                </a:lnTo>
                <a:lnTo>
                  <a:pt x="1339" y="15987"/>
                </a:lnTo>
                <a:lnTo>
                  <a:pt x="1850" y="15987"/>
                </a:lnTo>
                <a:lnTo>
                  <a:pt x="2385" y="15963"/>
                </a:lnTo>
                <a:lnTo>
                  <a:pt x="3577" y="15938"/>
                </a:lnTo>
                <a:lnTo>
                  <a:pt x="4770" y="15938"/>
                </a:lnTo>
                <a:lnTo>
                  <a:pt x="5938" y="15914"/>
                </a:lnTo>
                <a:lnTo>
                  <a:pt x="7130" y="15890"/>
                </a:lnTo>
                <a:lnTo>
                  <a:pt x="9466" y="15817"/>
                </a:lnTo>
                <a:lnTo>
                  <a:pt x="10536" y="15792"/>
                </a:lnTo>
                <a:lnTo>
                  <a:pt x="11607" y="15792"/>
                </a:lnTo>
                <a:lnTo>
                  <a:pt x="12678" y="15817"/>
                </a:lnTo>
                <a:lnTo>
                  <a:pt x="13748" y="15792"/>
                </a:lnTo>
                <a:lnTo>
                  <a:pt x="15038" y="15744"/>
                </a:lnTo>
                <a:lnTo>
                  <a:pt x="15646" y="15744"/>
                </a:lnTo>
                <a:lnTo>
                  <a:pt x="15914" y="15768"/>
                </a:lnTo>
                <a:lnTo>
                  <a:pt x="16011" y="15792"/>
                </a:lnTo>
                <a:lnTo>
                  <a:pt x="16060" y="15792"/>
                </a:lnTo>
                <a:lnTo>
                  <a:pt x="16084" y="15817"/>
                </a:lnTo>
                <a:lnTo>
                  <a:pt x="16157" y="15841"/>
                </a:lnTo>
                <a:lnTo>
                  <a:pt x="16279" y="15841"/>
                </a:lnTo>
                <a:lnTo>
                  <a:pt x="16328" y="15865"/>
                </a:lnTo>
                <a:lnTo>
                  <a:pt x="16401" y="15890"/>
                </a:lnTo>
                <a:lnTo>
                  <a:pt x="16474" y="15865"/>
                </a:lnTo>
                <a:lnTo>
                  <a:pt x="16547" y="15817"/>
                </a:lnTo>
                <a:lnTo>
                  <a:pt x="16595" y="15744"/>
                </a:lnTo>
                <a:lnTo>
                  <a:pt x="16620" y="15671"/>
                </a:lnTo>
                <a:lnTo>
                  <a:pt x="16668" y="15476"/>
                </a:lnTo>
                <a:lnTo>
                  <a:pt x="16693" y="15111"/>
                </a:lnTo>
                <a:lnTo>
                  <a:pt x="16717" y="14454"/>
                </a:lnTo>
                <a:lnTo>
                  <a:pt x="16741" y="13773"/>
                </a:lnTo>
                <a:lnTo>
                  <a:pt x="16717" y="13262"/>
                </a:lnTo>
                <a:lnTo>
                  <a:pt x="16693" y="12775"/>
                </a:lnTo>
                <a:lnTo>
                  <a:pt x="16571" y="11777"/>
                </a:lnTo>
                <a:lnTo>
                  <a:pt x="16547" y="11193"/>
                </a:lnTo>
                <a:lnTo>
                  <a:pt x="16547" y="10634"/>
                </a:lnTo>
                <a:lnTo>
                  <a:pt x="16595" y="9466"/>
                </a:lnTo>
                <a:lnTo>
                  <a:pt x="16644" y="8420"/>
                </a:lnTo>
                <a:lnTo>
                  <a:pt x="16668" y="7373"/>
                </a:lnTo>
                <a:lnTo>
                  <a:pt x="16693" y="6327"/>
                </a:lnTo>
                <a:lnTo>
                  <a:pt x="16717" y="5281"/>
                </a:lnTo>
                <a:lnTo>
                  <a:pt x="16766" y="4283"/>
                </a:lnTo>
                <a:lnTo>
                  <a:pt x="16741" y="3285"/>
                </a:lnTo>
                <a:lnTo>
                  <a:pt x="16693" y="2312"/>
                </a:lnTo>
                <a:lnTo>
                  <a:pt x="16595" y="1314"/>
                </a:lnTo>
                <a:lnTo>
                  <a:pt x="16644" y="1266"/>
                </a:lnTo>
                <a:lnTo>
                  <a:pt x="16668" y="1193"/>
                </a:lnTo>
                <a:lnTo>
                  <a:pt x="16668" y="1120"/>
                </a:lnTo>
                <a:lnTo>
                  <a:pt x="16668" y="1047"/>
                </a:lnTo>
                <a:lnTo>
                  <a:pt x="16620" y="998"/>
                </a:lnTo>
                <a:lnTo>
                  <a:pt x="16571" y="950"/>
                </a:lnTo>
                <a:lnTo>
                  <a:pt x="16522" y="901"/>
                </a:lnTo>
                <a:lnTo>
                  <a:pt x="16425" y="901"/>
                </a:lnTo>
                <a:lnTo>
                  <a:pt x="14916" y="925"/>
                </a:lnTo>
                <a:lnTo>
                  <a:pt x="14965" y="877"/>
                </a:lnTo>
                <a:lnTo>
                  <a:pt x="14989" y="755"/>
                </a:lnTo>
                <a:lnTo>
                  <a:pt x="14989" y="658"/>
                </a:lnTo>
                <a:lnTo>
                  <a:pt x="14989" y="560"/>
                </a:lnTo>
                <a:lnTo>
                  <a:pt x="14941" y="463"/>
                </a:lnTo>
                <a:lnTo>
                  <a:pt x="14892" y="366"/>
                </a:lnTo>
                <a:lnTo>
                  <a:pt x="14843" y="293"/>
                </a:lnTo>
                <a:lnTo>
                  <a:pt x="14673" y="171"/>
                </a:lnTo>
                <a:lnTo>
                  <a:pt x="14503" y="74"/>
                </a:lnTo>
                <a:lnTo>
                  <a:pt x="14284" y="25"/>
                </a:lnTo>
                <a:lnTo>
                  <a:pt x="14089"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99" name="Google Shape;799;p39"/>
          <p:cNvSpPr/>
          <p:nvPr/>
        </p:nvSpPr>
        <p:spPr>
          <a:xfrm>
            <a:off x="5571185" y="326205"/>
            <a:ext cx="355778" cy="363230"/>
          </a:xfrm>
          <a:custGeom>
            <a:avLst/>
            <a:gdLst/>
            <a:ahLst/>
            <a:cxnLst/>
            <a:rect l="l" t="t" r="r" b="b"/>
            <a:pathLst>
              <a:path w="16279" h="16620" extrusionOk="0">
                <a:moveTo>
                  <a:pt x="8882" y="438"/>
                </a:moveTo>
                <a:lnTo>
                  <a:pt x="9368" y="536"/>
                </a:lnTo>
                <a:lnTo>
                  <a:pt x="9295" y="657"/>
                </a:lnTo>
                <a:lnTo>
                  <a:pt x="9222" y="803"/>
                </a:lnTo>
                <a:lnTo>
                  <a:pt x="9174" y="974"/>
                </a:lnTo>
                <a:lnTo>
                  <a:pt x="9149" y="1120"/>
                </a:lnTo>
                <a:lnTo>
                  <a:pt x="8882" y="1095"/>
                </a:lnTo>
                <a:lnTo>
                  <a:pt x="8906" y="803"/>
                </a:lnTo>
                <a:lnTo>
                  <a:pt x="8906" y="633"/>
                </a:lnTo>
                <a:lnTo>
                  <a:pt x="8882" y="438"/>
                </a:lnTo>
                <a:close/>
                <a:moveTo>
                  <a:pt x="8590" y="414"/>
                </a:moveTo>
                <a:lnTo>
                  <a:pt x="8541" y="803"/>
                </a:lnTo>
                <a:lnTo>
                  <a:pt x="8517" y="1095"/>
                </a:lnTo>
                <a:lnTo>
                  <a:pt x="8322" y="1120"/>
                </a:lnTo>
                <a:lnTo>
                  <a:pt x="8127" y="1193"/>
                </a:lnTo>
                <a:lnTo>
                  <a:pt x="8127" y="925"/>
                </a:lnTo>
                <a:lnTo>
                  <a:pt x="8127" y="682"/>
                </a:lnTo>
                <a:lnTo>
                  <a:pt x="8152" y="560"/>
                </a:lnTo>
                <a:lnTo>
                  <a:pt x="8152" y="414"/>
                </a:lnTo>
                <a:close/>
                <a:moveTo>
                  <a:pt x="9636" y="609"/>
                </a:moveTo>
                <a:lnTo>
                  <a:pt x="10147" y="755"/>
                </a:lnTo>
                <a:lnTo>
                  <a:pt x="10074" y="876"/>
                </a:lnTo>
                <a:lnTo>
                  <a:pt x="9977" y="1047"/>
                </a:lnTo>
                <a:lnTo>
                  <a:pt x="9879" y="1241"/>
                </a:lnTo>
                <a:lnTo>
                  <a:pt x="9490" y="1168"/>
                </a:lnTo>
                <a:lnTo>
                  <a:pt x="9636" y="609"/>
                </a:lnTo>
                <a:close/>
                <a:moveTo>
                  <a:pt x="7592" y="487"/>
                </a:moveTo>
                <a:lnTo>
                  <a:pt x="7714" y="511"/>
                </a:lnTo>
                <a:lnTo>
                  <a:pt x="7860" y="560"/>
                </a:lnTo>
                <a:lnTo>
                  <a:pt x="7884" y="560"/>
                </a:lnTo>
                <a:lnTo>
                  <a:pt x="7860" y="706"/>
                </a:lnTo>
                <a:lnTo>
                  <a:pt x="7811" y="974"/>
                </a:lnTo>
                <a:lnTo>
                  <a:pt x="7811" y="1120"/>
                </a:lnTo>
                <a:lnTo>
                  <a:pt x="7860" y="1266"/>
                </a:lnTo>
                <a:lnTo>
                  <a:pt x="7884" y="1290"/>
                </a:lnTo>
                <a:lnTo>
                  <a:pt x="7543" y="1290"/>
                </a:lnTo>
                <a:lnTo>
                  <a:pt x="7519" y="1193"/>
                </a:lnTo>
                <a:lnTo>
                  <a:pt x="7519" y="1120"/>
                </a:lnTo>
                <a:lnTo>
                  <a:pt x="7470" y="925"/>
                </a:lnTo>
                <a:lnTo>
                  <a:pt x="7446" y="706"/>
                </a:lnTo>
                <a:lnTo>
                  <a:pt x="7446" y="487"/>
                </a:lnTo>
                <a:close/>
                <a:moveTo>
                  <a:pt x="7251" y="511"/>
                </a:moveTo>
                <a:lnTo>
                  <a:pt x="7203" y="657"/>
                </a:lnTo>
                <a:lnTo>
                  <a:pt x="7203" y="828"/>
                </a:lnTo>
                <a:lnTo>
                  <a:pt x="7227" y="1071"/>
                </a:lnTo>
                <a:lnTo>
                  <a:pt x="7227" y="1193"/>
                </a:lnTo>
                <a:lnTo>
                  <a:pt x="7276" y="1314"/>
                </a:lnTo>
                <a:lnTo>
                  <a:pt x="7057" y="1339"/>
                </a:lnTo>
                <a:lnTo>
                  <a:pt x="6886" y="1363"/>
                </a:lnTo>
                <a:lnTo>
                  <a:pt x="6862" y="1314"/>
                </a:lnTo>
                <a:lnTo>
                  <a:pt x="6740" y="1071"/>
                </a:lnTo>
                <a:lnTo>
                  <a:pt x="6643" y="828"/>
                </a:lnTo>
                <a:lnTo>
                  <a:pt x="6570" y="657"/>
                </a:lnTo>
                <a:lnTo>
                  <a:pt x="6740" y="609"/>
                </a:lnTo>
                <a:lnTo>
                  <a:pt x="6959" y="560"/>
                </a:lnTo>
                <a:lnTo>
                  <a:pt x="7251" y="511"/>
                </a:lnTo>
                <a:close/>
                <a:moveTo>
                  <a:pt x="10536" y="901"/>
                </a:moveTo>
                <a:lnTo>
                  <a:pt x="10634" y="925"/>
                </a:lnTo>
                <a:lnTo>
                  <a:pt x="10877" y="1022"/>
                </a:lnTo>
                <a:lnTo>
                  <a:pt x="10755" y="1217"/>
                </a:lnTo>
                <a:lnTo>
                  <a:pt x="10585" y="1387"/>
                </a:lnTo>
                <a:lnTo>
                  <a:pt x="10269" y="1314"/>
                </a:lnTo>
                <a:lnTo>
                  <a:pt x="10415" y="1120"/>
                </a:lnTo>
                <a:lnTo>
                  <a:pt x="10536" y="901"/>
                </a:lnTo>
                <a:close/>
                <a:moveTo>
                  <a:pt x="6351" y="706"/>
                </a:moveTo>
                <a:lnTo>
                  <a:pt x="6375" y="974"/>
                </a:lnTo>
                <a:lnTo>
                  <a:pt x="6448" y="1193"/>
                </a:lnTo>
                <a:lnTo>
                  <a:pt x="6546" y="1412"/>
                </a:lnTo>
                <a:lnTo>
                  <a:pt x="5962" y="1557"/>
                </a:lnTo>
                <a:lnTo>
                  <a:pt x="5962" y="1533"/>
                </a:lnTo>
                <a:lnTo>
                  <a:pt x="5889" y="1314"/>
                </a:lnTo>
                <a:lnTo>
                  <a:pt x="5840" y="1095"/>
                </a:lnTo>
                <a:lnTo>
                  <a:pt x="5792" y="876"/>
                </a:lnTo>
                <a:lnTo>
                  <a:pt x="6351" y="706"/>
                </a:lnTo>
                <a:close/>
                <a:moveTo>
                  <a:pt x="11266" y="1168"/>
                </a:moveTo>
                <a:lnTo>
                  <a:pt x="11631" y="1339"/>
                </a:lnTo>
                <a:lnTo>
                  <a:pt x="11510" y="1485"/>
                </a:lnTo>
                <a:lnTo>
                  <a:pt x="11437" y="1582"/>
                </a:lnTo>
                <a:lnTo>
                  <a:pt x="11388" y="1679"/>
                </a:lnTo>
                <a:lnTo>
                  <a:pt x="10974" y="1509"/>
                </a:lnTo>
                <a:lnTo>
                  <a:pt x="11120" y="1363"/>
                </a:lnTo>
                <a:lnTo>
                  <a:pt x="11266" y="1168"/>
                </a:lnTo>
                <a:close/>
                <a:moveTo>
                  <a:pt x="5548" y="974"/>
                </a:moveTo>
                <a:lnTo>
                  <a:pt x="5597" y="1168"/>
                </a:lnTo>
                <a:lnTo>
                  <a:pt x="5621" y="1387"/>
                </a:lnTo>
                <a:lnTo>
                  <a:pt x="5670" y="1509"/>
                </a:lnTo>
                <a:lnTo>
                  <a:pt x="5719" y="1630"/>
                </a:lnTo>
                <a:lnTo>
                  <a:pt x="5743" y="1630"/>
                </a:lnTo>
                <a:lnTo>
                  <a:pt x="5694" y="1655"/>
                </a:lnTo>
                <a:lnTo>
                  <a:pt x="5354" y="1776"/>
                </a:lnTo>
                <a:lnTo>
                  <a:pt x="5013" y="1922"/>
                </a:lnTo>
                <a:lnTo>
                  <a:pt x="4964" y="1874"/>
                </a:lnTo>
                <a:lnTo>
                  <a:pt x="4818" y="1606"/>
                </a:lnTo>
                <a:lnTo>
                  <a:pt x="4745" y="1509"/>
                </a:lnTo>
                <a:lnTo>
                  <a:pt x="4672" y="1387"/>
                </a:lnTo>
                <a:lnTo>
                  <a:pt x="4964" y="1217"/>
                </a:lnTo>
                <a:lnTo>
                  <a:pt x="4989" y="1363"/>
                </a:lnTo>
                <a:lnTo>
                  <a:pt x="5037" y="1509"/>
                </a:lnTo>
                <a:lnTo>
                  <a:pt x="5135" y="1752"/>
                </a:lnTo>
                <a:lnTo>
                  <a:pt x="5159" y="1801"/>
                </a:lnTo>
                <a:lnTo>
                  <a:pt x="5281" y="1801"/>
                </a:lnTo>
                <a:lnTo>
                  <a:pt x="5305" y="1776"/>
                </a:lnTo>
                <a:lnTo>
                  <a:pt x="5329" y="1728"/>
                </a:lnTo>
                <a:lnTo>
                  <a:pt x="5329" y="1679"/>
                </a:lnTo>
                <a:lnTo>
                  <a:pt x="5329" y="1655"/>
                </a:lnTo>
                <a:lnTo>
                  <a:pt x="5281" y="1533"/>
                </a:lnTo>
                <a:lnTo>
                  <a:pt x="5232" y="1387"/>
                </a:lnTo>
                <a:lnTo>
                  <a:pt x="5183" y="1266"/>
                </a:lnTo>
                <a:lnTo>
                  <a:pt x="5135" y="1144"/>
                </a:lnTo>
                <a:lnTo>
                  <a:pt x="5548" y="974"/>
                </a:lnTo>
                <a:close/>
                <a:moveTo>
                  <a:pt x="11899" y="1485"/>
                </a:moveTo>
                <a:lnTo>
                  <a:pt x="12313" y="1703"/>
                </a:lnTo>
                <a:lnTo>
                  <a:pt x="12191" y="1801"/>
                </a:lnTo>
                <a:lnTo>
                  <a:pt x="12094" y="1898"/>
                </a:lnTo>
                <a:lnTo>
                  <a:pt x="12021" y="1995"/>
                </a:lnTo>
                <a:lnTo>
                  <a:pt x="11583" y="1776"/>
                </a:lnTo>
                <a:lnTo>
                  <a:pt x="11680" y="1679"/>
                </a:lnTo>
                <a:lnTo>
                  <a:pt x="11826" y="1533"/>
                </a:lnTo>
                <a:lnTo>
                  <a:pt x="11899" y="1485"/>
                </a:lnTo>
                <a:close/>
                <a:moveTo>
                  <a:pt x="4453" y="1509"/>
                </a:moveTo>
                <a:lnTo>
                  <a:pt x="4526" y="1679"/>
                </a:lnTo>
                <a:lnTo>
                  <a:pt x="4599" y="1849"/>
                </a:lnTo>
                <a:lnTo>
                  <a:pt x="4648" y="1947"/>
                </a:lnTo>
                <a:lnTo>
                  <a:pt x="4721" y="2068"/>
                </a:lnTo>
                <a:lnTo>
                  <a:pt x="4453" y="2214"/>
                </a:lnTo>
                <a:lnTo>
                  <a:pt x="4356" y="2068"/>
                </a:lnTo>
                <a:lnTo>
                  <a:pt x="4259" y="1947"/>
                </a:lnTo>
                <a:lnTo>
                  <a:pt x="4186" y="1825"/>
                </a:lnTo>
                <a:lnTo>
                  <a:pt x="4088" y="1728"/>
                </a:lnTo>
                <a:lnTo>
                  <a:pt x="4453" y="1509"/>
                </a:lnTo>
                <a:close/>
                <a:moveTo>
                  <a:pt x="12580" y="1874"/>
                </a:moveTo>
                <a:lnTo>
                  <a:pt x="12945" y="2117"/>
                </a:lnTo>
                <a:lnTo>
                  <a:pt x="12775" y="2239"/>
                </a:lnTo>
                <a:lnTo>
                  <a:pt x="12702" y="2312"/>
                </a:lnTo>
                <a:lnTo>
                  <a:pt x="12653" y="2385"/>
                </a:lnTo>
                <a:lnTo>
                  <a:pt x="12240" y="2117"/>
                </a:lnTo>
                <a:lnTo>
                  <a:pt x="12337" y="2044"/>
                </a:lnTo>
                <a:lnTo>
                  <a:pt x="12459" y="1971"/>
                </a:lnTo>
                <a:lnTo>
                  <a:pt x="12580" y="1874"/>
                </a:lnTo>
                <a:close/>
                <a:moveTo>
                  <a:pt x="3894" y="1849"/>
                </a:moveTo>
                <a:lnTo>
                  <a:pt x="3942" y="1971"/>
                </a:lnTo>
                <a:lnTo>
                  <a:pt x="4015" y="2093"/>
                </a:lnTo>
                <a:lnTo>
                  <a:pt x="4088" y="2239"/>
                </a:lnTo>
                <a:lnTo>
                  <a:pt x="4186" y="2385"/>
                </a:lnTo>
                <a:lnTo>
                  <a:pt x="3869" y="2579"/>
                </a:lnTo>
                <a:lnTo>
                  <a:pt x="3748" y="2458"/>
                </a:lnTo>
                <a:lnTo>
                  <a:pt x="3626" y="2312"/>
                </a:lnTo>
                <a:lnTo>
                  <a:pt x="3553" y="2239"/>
                </a:lnTo>
                <a:lnTo>
                  <a:pt x="3480" y="2190"/>
                </a:lnTo>
                <a:lnTo>
                  <a:pt x="3407" y="2190"/>
                </a:lnTo>
                <a:lnTo>
                  <a:pt x="3894" y="1849"/>
                </a:lnTo>
                <a:close/>
                <a:moveTo>
                  <a:pt x="3334" y="2239"/>
                </a:moveTo>
                <a:lnTo>
                  <a:pt x="3310" y="2287"/>
                </a:lnTo>
                <a:lnTo>
                  <a:pt x="3310" y="2385"/>
                </a:lnTo>
                <a:lnTo>
                  <a:pt x="3358" y="2482"/>
                </a:lnTo>
                <a:lnTo>
                  <a:pt x="3480" y="2652"/>
                </a:lnTo>
                <a:lnTo>
                  <a:pt x="3577" y="2798"/>
                </a:lnTo>
                <a:lnTo>
                  <a:pt x="3383" y="2944"/>
                </a:lnTo>
                <a:lnTo>
                  <a:pt x="3139" y="2725"/>
                </a:lnTo>
                <a:lnTo>
                  <a:pt x="3018" y="2652"/>
                </a:lnTo>
                <a:lnTo>
                  <a:pt x="2896" y="2579"/>
                </a:lnTo>
                <a:lnTo>
                  <a:pt x="3334" y="2239"/>
                </a:lnTo>
                <a:close/>
                <a:moveTo>
                  <a:pt x="13213" y="2312"/>
                </a:moveTo>
                <a:lnTo>
                  <a:pt x="13602" y="2628"/>
                </a:lnTo>
                <a:lnTo>
                  <a:pt x="13505" y="2725"/>
                </a:lnTo>
                <a:lnTo>
                  <a:pt x="13408" y="2847"/>
                </a:lnTo>
                <a:lnTo>
                  <a:pt x="13310" y="2993"/>
                </a:lnTo>
                <a:lnTo>
                  <a:pt x="13091" y="2774"/>
                </a:lnTo>
                <a:lnTo>
                  <a:pt x="12872" y="2555"/>
                </a:lnTo>
                <a:lnTo>
                  <a:pt x="13164" y="2360"/>
                </a:lnTo>
                <a:lnTo>
                  <a:pt x="13189" y="2336"/>
                </a:lnTo>
                <a:lnTo>
                  <a:pt x="13213" y="2312"/>
                </a:lnTo>
                <a:close/>
                <a:moveTo>
                  <a:pt x="2799" y="2652"/>
                </a:moveTo>
                <a:lnTo>
                  <a:pt x="2896" y="2798"/>
                </a:lnTo>
                <a:lnTo>
                  <a:pt x="2993" y="2944"/>
                </a:lnTo>
                <a:lnTo>
                  <a:pt x="3066" y="3042"/>
                </a:lnTo>
                <a:lnTo>
                  <a:pt x="3164" y="3115"/>
                </a:lnTo>
                <a:lnTo>
                  <a:pt x="2969" y="3309"/>
                </a:lnTo>
                <a:lnTo>
                  <a:pt x="2920" y="3285"/>
                </a:lnTo>
                <a:lnTo>
                  <a:pt x="2726" y="3188"/>
                </a:lnTo>
                <a:lnTo>
                  <a:pt x="2555" y="3090"/>
                </a:lnTo>
                <a:lnTo>
                  <a:pt x="2409" y="3017"/>
                </a:lnTo>
                <a:lnTo>
                  <a:pt x="2799" y="2652"/>
                </a:lnTo>
                <a:close/>
                <a:moveTo>
                  <a:pt x="13773" y="2774"/>
                </a:moveTo>
                <a:lnTo>
                  <a:pt x="14089" y="3115"/>
                </a:lnTo>
                <a:lnTo>
                  <a:pt x="13846" y="3236"/>
                </a:lnTo>
                <a:lnTo>
                  <a:pt x="13724" y="3334"/>
                </a:lnTo>
                <a:lnTo>
                  <a:pt x="13651" y="3407"/>
                </a:lnTo>
                <a:lnTo>
                  <a:pt x="13456" y="3163"/>
                </a:lnTo>
                <a:lnTo>
                  <a:pt x="13432" y="3139"/>
                </a:lnTo>
                <a:lnTo>
                  <a:pt x="13505" y="3090"/>
                </a:lnTo>
                <a:lnTo>
                  <a:pt x="13554" y="3017"/>
                </a:lnTo>
                <a:lnTo>
                  <a:pt x="13675" y="2896"/>
                </a:lnTo>
                <a:lnTo>
                  <a:pt x="13773" y="2774"/>
                </a:lnTo>
                <a:close/>
                <a:moveTo>
                  <a:pt x="2263" y="3188"/>
                </a:moveTo>
                <a:lnTo>
                  <a:pt x="2312" y="3285"/>
                </a:lnTo>
                <a:lnTo>
                  <a:pt x="2409" y="3358"/>
                </a:lnTo>
                <a:lnTo>
                  <a:pt x="2555" y="3480"/>
                </a:lnTo>
                <a:lnTo>
                  <a:pt x="2726" y="3577"/>
                </a:lnTo>
                <a:lnTo>
                  <a:pt x="2531" y="3796"/>
                </a:lnTo>
                <a:lnTo>
                  <a:pt x="2117" y="3553"/>
                </a:lnTo>
                <a:lnTo>
                  <a:pt x="1971" y="3504"/>
                </a:lnTo>
                <a:lnTo>
                  <a:pt x="2263" y="3188"/>
                </a:lnTo>
                <a:close/>
                <a:moveTo>
                  <a:pt x="14284" y="3334"/>
                </a:moveTo>
                <a:lnTo>
                  <a:pt x="14478" y="3577"/>
                </a:lnTo>
                <a:lnTo>
                  <a:pt x="14624" y="3820"/>
                </a:lnTo>
                <a:lnTo>
                  <a:pt x="14478" y="3869"/>
                </a:lnTo>
                <a:lnTo>
                  <a:pt x="14356" y="3918"/>
                </a:lnTo>
                <a:lnTo>
                  <a:pt x="14235" y="3966"/>
                </a:lnTo>
                <a:lnTo>
                  <a:pt x="14113" y="4039"/>
                </a:lnTo>
                <a:lnTo>
                  <a:pt x="13773" y="3577"/>
                </a:lnTo>
                <a:lnTo>
                  <a:pt x="13894" y="3528"/>
                </a:lnTo>
                <a:lnTo>
                  <a:pt x="13992" y="3480"/>
                </a:lnTo>
                <a:lnTo>
                  <a:pt x="14186" y="3382"/>
                </a:lnTo>
                <a:lnTo>
                  <a:pt x="14284" y="3334"/>
                </a:lnTo>
                <a:close/>
                <a:moveTo>
                  <a:pt x="1825" y="3699"/>
                </a:moveTo>
                <a:lnTo>
                  <a:pt x="2020" y="3845"/>
                </a:lnTo>
                <a:lnTo>
                  <a:pt x="2312" y="4064"/>
                </a:lnTo>
                <a:lnTo>
                  <a:pt x="2069" y="4453"/>
                </a:lnTo>
                <a:lnTo>
                  <a:pt x="1850" y="4307"/>
                </a:lnTo>
                <a:lnTo>
                  <a:pt x="1533" y="4112"/>
                </a:lnTo>
                <a:lnTo>
                  <a:pt x="1825" y="3699"/>
                </a:lnTo>
                <a:close/>
                <a:moveTo>
                  <a:pt x="14794" y="4112"/>
                </a:moveTo>
                <a:lnTo>
                  <a:pt x="14965" y="4453"/>
                </a:lnTo>
                <a:lnTo>
                  <a:pt x="14794" y="4526"/>
                </a:lnTo>
                <a:lnTo>
                  <a:pt x="14648" y="4599"/>
                </a:lnTo>
                <a:lnTo>
                  <a:pt x="14478" y="4696"/>
                </a:lnTo>
                <a:lnTo>
                  <a:pt x="14308" y="4356"/>
                </a:lnTo>
                <a:lnTo>
                  <a:pt x="14551" y="4258"/>
                </a:lnTo>
                <a:lnTo>
                  <a:pt x="14673" y="4210"/>
                </a:lnTo>
                <a:lnTo>
                  <a:pt x="14794" y="4112"/>
                </a:lnTo>
                <a:close/>
                <a:moveTo>
                  <a:pt x="1412" y="4331"/>
                </a:moveTo>
                <a:lnTo>
                  <a:pt x="1485" y="4429"/>
                </a:lnTo>
                <a:lnTo>
                  <a:pt x="1606" y="4526"/>
                </a:lnTo>
                <a:lnTo>
                  <a:pt x="1752" y="4648"/>
                </a:lnTo>
                <a:lnTo>
                  <a:pt x="1898" y="4745"/>
                </a:lnTo>
                <a:lnTo>
                  <a:pt x="1825" y="4867"/>
                </a:lnTo>
                <a:lnTo>
                  <a:pt x="1533" y="4745"/>
                </a:lnTo>
                <a:lnTo>
                  <a:pt x="1387" y="4696"/>
                </a:lnTo>
                <a:lnTo>
                  <a:pt x="1241" y="4696"/>
                </a:lnTo>
                <a:lnTo>
                  <a:pt x="1412" y="4331"/>
                </a:lnTo>
                <a:close/>
                <a:moveTo>
                  <a:pt x="15062" y="4745"/>
                </a:moveTo>
                <a:lnTo>
                  <a:pt x="15208" y="5183"/>
                </a:lnTo>
                <a:lnTo>
                  <a:pt x="15135" y="5183"/>
                </a:lnTo>
                <a:lnTo>
                  <a:pt x="15038" y="5207"/>
                </a:lnTo>
                <a:lnTo>
                  <a:pt x="14843" y="5256"/>
                </a:lnTo>
                <a:lnTo>
                  <a:pt x="14746" y="5305"/>
                </a:lnTo>
                <a:lnTo>
                  <a:pt x="14600" y="4891"/>
                </a:lnTo>
                <a:lnTo>
                  <a:pt x="14770" y="4842"/>
                </a:lnTo>
                <a:lnTo>
                  <a:pt x="14916" y="4794"/>
                </a:lnTo>
                <a:lnTo>
                  <a:pt x="15062" y="4745"/>
                </a:lnTo>
                <a:close/>
                <a:moveTo>
                  <a:pt x="1168" y="4794"/>
                </a:moveTo>
                <a:lnTo>
                  <a:pt x="1412" y="5013"/>
                </a:lnTo>
                <a:lnTo>
                  <a:pt x="1558" y="5086"/>
                </a:lnTo>
                <a:lnTo>
                  <a:pt x="1704" y="5159"/>
                </a:lnTo>
                <a:lnTo>
                  <a:pt x="1558" y="5524"/>
                </a:lnTo>
                <a:lnTo>
                  <a:pt x="1509" y="5475"/>
                </a:lnTo>
                <a:lnTo>
                  <a:pt x="1314" y="5402"/>
                </a:lnTo>
                <a:lnTo>
                  <a:pt x="1144" y="5353"/>
                </a:lnTo>
                <a:lnTo>
                  <a:pt x="974" y="5329"/>
                </a:lnTo>
                <a:lnTo>
                  <a:pt x="1168" y="4794"/>
                </a:lnTo>
                <a:close/>
                <a:moveTo>
                  <a:pt x="15305" y="5499"/>
                </a:moveTo>
                <a:lnTo>
                  <a:pt x="15403" y="5986"/>
                </a:lnTo>
                <a:lnTo>
                  <a:pt x="15184" y="6035"/>
                </a:lnTo>
                <a:lnTo>
                  <a:pt x="14965" y="6083"/>
                </a:lnTo>
                <a:lnTo>
                  <a:pt x="14916" y="5791"/>
                </a:lnTo>
                <a:lnTo>
                  <a:pt x="14867" y="5621"/>
                </a:lnTo>
                <a:lnTo>
                  <a:pt x="14940" y="5597"/>
                </a:lnTo>
                <a:lnTo>
                  <a:pt x="15111" y="5548"/>
                </a:lnTo>
                <a:lnTo>
                  <a:pt x="15305" y="5499"/>
                </a:lnTo>
                <a:close/>
                <a:moveTo>
                  <a:pt x="876" y="5572"/>
                </a:moveTo>
                <a:lnTo>
                  <a:pt x="1022" y="5645"/>
                </a:lnTo>
                <a:lnTo>
                  <a:pt x="1193" y="5718"/>
                </a:lnTo>
                <a:lnTo>
                  <a:pt x="1387" y="5767"/>
                </a:lnTo>
                <a:lnTo>
                  <a:pt x="1436" y="5791"/>
                </a:lnTo>
                <a:lnTo>
                  <a:pt x="1485" y="5767"/>
                </a:lnTo>
                <a:lnTo>
                  <a:pt x="1387" y="6229"/>
                </a:lnTo>
                <a:lnTo>
                  <a:pt x="1314" y="6156"/>
                </a:lnTo>
                <a:lnTo>
                  <a:pt x="1217" y="6108"/>
                </a:lnTo>
                <a:lnTo>
                  <a:pt x="1022" y="6059"/>
                </a:lnTo>
                <a:lnTo>
                  <a:pt x="876" y="6035"/>
                </a:lnTo>
                <a:lnTo>
                  <a:pt x="730" y="6059"/>
                </a:lnTo>
                <a:lnTo>
                  <a:pt x="876" y="5572"/>
                </a:lnTo>
                <a:close/>
                <a:moveTo>
                  <a:pt x="15476" y="6327"/>
                </a:moveTo>
                <a:lnTo>
                  <a:pt x="15549" y="6643"/>
                </a:lnTo>
                <a:lnTo>
                  <a:pt x="15354" y="6643"/>
                </a:lnTo>
                <a:lnTo>
                  <a:pt x="15086" y="6692"/>
                </a:lnTo>
                <a:lnTo>
                  <a:pt x="15038" y="6375"/>
                </a:lnTo>
                <a:lnTo>
                  <a:pt x="15086" y="6375"/>
                </a:lnTo>
                <a:lnTo>
                  <a:pt x="15476" y="6327"/>
                </a:lnTo>
                <a:close/>
                <a:moveTo>
                  <a:pt x="682" y="6278"/>
                </a:moveTo>
                <a:lnTo>
                  <a:pt x="779" y="6351"/>
                </a:lnTo>
                <a:lnTo>
                  <a:pt x="901" y="6375"/>
                </a:lnTo>
                <a:lnTo>
                  <a:pt x="1071" y="6448"/>
                </a:lnTo>
                <a:lnTo>
                  <a:pt x="1168" y="6497"/>
                </a:lnTo>
                <a:lnTo>
                  <a:pt x="1290" y="6497"/>
                </a:lnTo>
                <a:lnTo>
                  <a:pt x="1339" y="6473"/>
                </a:lnTo>
                <a:lnTo>
                  <a:pt x="1290" y="6716"/>
                </a:lnTo>
                <a:lnTo>
                  <a:pt x="1217" y="6667"/>
                </a:lnTo>
                <a:lnTo>
                  <a:pt x="925" y="6619"/>
                </a:lnTo>
                <a:lnTo>
                  <a:pt x="755" y="6594"/>
                </a:lnTo>
                <a:lnTo>
                  <a:pt x="609" y="6619"/>
                </a:lnTo>
                <a:lnTo>
                  <a:pt x="609" y="6619"/>
                </a:lnTo>
                <a:lnTo>
                  <a:pt x="682" y="6278"/>
                </a:lnTo>
                <a:close/>
                <a:moveTo>
                  <a:pt x="15622" y="6959"/>
                </a:moveTo>
                <a:lnTo>
                  <a:pt x="15670" y="7178"/>
                </a:lnTo>
                <a:lnTo>
                  <a:pt x="15695" y="7349"/>
                </a:lnTo>
                <a:lnTo>
                  <a:pt x="15184" y="7349"/>
                </a:lnTo>
                <a:lnTo>
                  <a:pt x="15135" y="6959"/>
                </a:lnTo>
                <a:close/>
                <a:moveTo>
                  <a:pt x="560" y="6813"/>
                </a:moveTo>
                <a:lnTo>
                  <a:pt x="706" y="6886"/>
                </a:lnTo>
                <a:lnTo>
                  <a:pt x="828" y="6935"/>
                </a:lnTo>
                <a:lnTo>
                  <a:pt x="1120" y="7032"/>
                </a:lnTo>
                <a:lnTo>
                  <a:pt x="1193" y="7032"/>
                </a:lnTo>
                <a:lnTo>
                  <a:pt x="1266" y="7008"/>
                </a:lnTo>
                <a:lnTo>
                  <a:pt x="1193" y="7495"/>
                </a:lnTo>
                <a:lnTo>
                  <a:pt x="1095" y="7446"/>
                </a:lnTo>
                <a:lnTo>
                  <a:pt x="998" y="7422"/>
                </a:lnTo>
                <a:lnTo>
                  <a:pt x="657" y="7349"/>
                </a:lnTo>
                <a:lnTo>
                  <a:pt x="511" y="7300"/>
                </a:lnTo>
                <a:lnTo>
                  <a:pt x="560" y="6813"/>
                </a:lnTo>
                <a:close/>
                <a:moveTo>
                  <a:pt x="15208" y="7665"/>
                </a:moveTo>
                <a:lnTo>
                  <a:pt x="15403" y="7689"/>
                </a:lnTo>
                <a:lnTo>
                  <a:pt x="15695" y="7714"/>
                </a:lnTo>
                <a:lnTo>
                  <a:pt x="15695" y="7981"/>
                </a:lnTo>
                <a:lnTo>
                  <a:pt x="15573" y="7957"/>
                </a:lnTo>
                <a:lnTo>
                  <a:pt x="15451" y="7957"/>
                </a:lnTo>
                <a:lnTo>
                  <a:pt x="15330" y="7981"/>
                </a:lnTo>
                <a:lnTo>
                  <a:pt x="15232" y="8030"/>
                </a:lnTo>
                <a:lnTo>
                  <a:pt x="15208" y="7665"/>
                </a:lnTo>
                <a:close/>
                <a:moveTo>
                  <a:pt x="463" y="7641"/>
                </a:moveTo>
                <a:lnTo>
                  <a:pt x="633" y="7714"/>
                </a:lnTo>
                <a:lnTo>
                  <a:pt x="828" y="7762"/>
                </a:lnTo>
                <a:lnTo>
                  <a:pt x="998" y="7787"/>
                </a:lnTo>
                <a:lnTo>
                  <a:pt x="1071" y="7787"/>
                </a:lnTo>
                <a:lnTo>
                  <a:pt x="1144" y="7762"/>
                </a:lnTo>
                <a:lnTo>
                  <a:pt x="1071" y="8127"/>
                </a:lnTo>
                <a:lnTo>
                  <a:pt x="1022" y="8103"/>
                </a:lnTo>
                <a:lnTo>
                  <a:pt x="706" y="8103"/>
                </a:lnTo>
                <a:lnTo>
                  <a:pt x="584" y="8127"/>
                </a:lnTo>
                <a:lnTo>
                  <a:pt x="438" y="8176"/>
                </a:lnTo>
                <a:lnTo>
                  <a:pt x="463" y="7787"/>
                </a:lnTo>
                <a:lnTo>
                  <a:pt x="463" y="7641"/>
                </a:lnTo>
                <a:close/>
                <a:moveTo>
                  <a:pt x="15232" y="8176"/>
                </a:moveTo>
                <a:lnTo>
                  <a:pt x="15403" y="8249"/>
                </a:lnTo>
                <a:lnTo>
                  <a:pt x="15719" y="8346"/>
                </a:lnTo>
                <a:lnTo>
                  <a:pt x="15719" y="8517"/>
                </a:lnTo>
                <a:lnTo>
                  <a:pt x="15719" y="8687"/>
                </a:lnTo>
                <a:lnTo>
                  <a:pt x="15524" y="8638"/>
                </a:lnTo>
                <a:lnTo>
                  <a:pt x="15378" y="8590"/>
                </a:lnTo>
                <a:lnTo>
                  <a:pt x="15208" y="8565"/>
                </a:lnTo>
                <a:lnTo>
                  <a:pt x="15232" y="8371"/>
                </a:lnTo>
                <a:lnTo>
                  <a:pt x="15232" y="8176"/>
                </a:lnTo>
                <a:close/>
                <a:moveTo>
                  <a:pt x="438" y="8395"/>
                </a:moveTo>
                <a:lnTo>
                  <a:pt x="584" y="8444"/>
                </a:lnTo>
                <a:lnTo>
                  <a:pt x="706" y="8444"/>
                </a:lnTo>
                <a:lnTo>
                  <a:pt x="974" y="8419"/>
                </a:lnTo>
                <a:lnTo>
                  <a:pt x="1022" y="8419"/>
                </a:lnTo>
                <a:lnTo>
                  <a:pt x="1022" y="8468"/>
                </a:lnTo>
                <a:lnTo>
                  <a:pt x="998" y="8736"/>
                </a:lnTo>
                <a:lnTo>
                  <a:pt x="974" y="8979"/>
                </a:lnTo>
                <a:lnTo>
                  <a:pt x="925" y="9003"/>
                </a:lnTo>
                <a:lnTo>
                  <a:pt x="706" y="9028"/>
                </a:lnTo>
                <a:lnTo>
                  <a:pt x="584" y="9028"/>
                </a:lnTo>
                <a:lnTo>
                  <a:pt x="463" y="9076"/>
                </a:lnTo>
                <a:lnTo>
                  <a:pt x="438" y="8395"/>
                </a:lnTo>
                <a:close/>
                <a:moveTo>
                  <a:pt x="15111" y="8882"/>
                </a:moveTo>
                <a:lnTo>
                  <a:pt x="15305" y="8955"/>
                </a:lnTo>
                <a:lnTo>
                  <a:pt x="15476" y="9028"/>
                </a:lnTo>
                <a:lnTo>
                  <a:pt x="15597" y="9076"/>
                </a:lnTo>
                <a:lnTo>
                  <a:pt x="15719" y="9101"/>
                </a:lnTo>
                <a:lnTo>
                  <a:pt x="15816" y="9149"/>
                </a:lnTo>
                <a:lnTo>
                  <a:pt x="15792" y="9587"/>
                </a:lnTo>
                <a:lnTo>
                  <a:pt x="15670" y="9490"/>
                </a:lnTo>
                <a:lnTo>
                  <a:pt x="15500" y="9417"/>
                </a:lnTo>
                <a:lnTo>
                  <a:pt x="15378" y="9368"/>
                </a:lnTo>
                <a:lnTo>
                  <a:pt x="15232" y="9320"/>
                </a:lnTo>
                <a:lnTo>
                  <a:pt x="15111" y="9320"/>
                </a:lnTo>
                <a:lnTo>
                  <a:pt x="15062" y="9344"/>
                </a:lnTo>
                <a:lnTo>
                  <a:pt x="15086" y="8930"/>
                </a:lnTo>
                <a:lnTo>
                  <a:pt x="15111" y="8882"/>
                </a:lnTo>
                <a:close/>
                <a:moveTo>
                  <a:pt x="998" y="9368"/>
                </a:moveTo>
                <a:lnTo>
                  <a:pt x="1047" y="9757"/>
                </a:lnTo>
                <a:lnTo>
                  <a:pt x="803" y="9806"/>
                </a:lnTo>
                <a:lnTo>
                  <a:pt x="706" y="9830"/>
                </a:lnTo>
                <a:lnTo>
                  <a:pt x="609" y="9903"/>
                </a:lnTo>
                <a:lnTo>
                  <a:pt x="584" y="9903"/>
                </a:lnTo>
                <a:lnTo>
                  <a:pt x="511" y="9368"/>
                </a:lnTo>
                <a:close/>
                <a:moveTo>
                  <a:pt x="15013" y="9563"/>
                </a:moveTo>
                <a:lnTo>
                  <a:pt x="15111" y="9636"/>
                </a:lnTo>
                <a:lnTo>
                  <a:pt x="15232" y="9709"/>
                </a:lnTo>
                <a:lnTo>
                  <a:pt x="15451" y="9855"/>
                </a:lnTo>
                <a:lnTo>
                  <a:pt x="15670" y="10025"/>
                </a:lnTo>
                <a:lnTo>
                  <a:pt x="15719" y="10049"/>
                </a:lnTo>
                <a:lnTo>
                  <a:pt x="15646" y="10366"/>
                </a:lnTo>
                <a:lnTo>
                  <a:pt x="15524" y="10317"/>
                </a:lnTo>
                <a:lnTo>
                  <a:pt x="15281" y="10147"/>
                </a:lnTo>
                <a:lnTo>
                  <a:pt x="15111" y="10025"/>
                </a:lnTo>
                <a:lnTo>
                  <a:pt x="14940" y="9928"/>
                </a:lnTo>
                <a:lnTo>
                  <a:pt x="15013" y="9563"/>
                </a:lnTo>
                <a:close/>
                <a:moveTo>
                  <a:pt x="8176" y="3650"/>
                </a:moveTo>
                <a:lnTo>
                  <a:pt x="8127" y="3674"/>
                </a:lnTo>
                <a:lnTo>
                  <a:pt x="8054" y="3723"/>
                </a:lnTo>
                <a:lnTo>
                  <a:pt x="8006" y="3772"/>
                </a:lnTo>
                <a:lnTo>
                  <a:pt x="7957" y="3845"/>
                </a:lnTo>
                <a:lnTo>
                  <a:pt x="7933" y="3918"/>
                </a:lnTo>
                <a:lnTo>
                  <a:pt x="7908" y="4575"/>
                </a:lnTo>
                <a:lnTo>
                  <a:pt x="7908" y="5232"/>
                </a:lnTo>
                <a:lnTo>
                  <a:pt x="7981" y="6570"/>
                </a:lnTo>
                <a:lnTo>
                  <a:pt x="7981" y="7032"/>
                </a:lnTo>
                <a:lnTo>
                  <a:pt x="7981" y="7470"/>
                </a:lnTo>
                <a:lnTo>
                  <a:pt x="7957" y="7933"/>
                </a:lnTo>
                <a:lnTo>
                  <a:pt x="7957" y="8395"/>
                </a:lnTo>
                <a:lnTo>
                  <a:pt x="7981" y="8468"/>
                </a:lnTo>
                <a:lnTo>
                  <a:pt x="8006" y="8541"/>
                </a:lnTo>
                <a:lnTo>
                  <a:pt x="8030" y="8590"/>
                </a:lnTo>
                <a:lnTo>
                  <a:pt x="8079" y="8614"/>
                </a:lnTo>
                <a:lnTo>
                  <a:pt x="8103" y="8736"/>
                </a:lnTo>
                <a:lnTo>
                  <a:pt x="8152" y="8857"/>
                </a:lnTo>
                <a:lnTo>
                  <a:pt x="8200" y="8979"/>
                </a:lnTo>
                <a:lnTo>
                  <a:pt x="8273" y="9076"/>
                </a:lnTo>
                <a:lnTo>
                  <a:pt x="8444" y="9271"/>
                </a:lnTo>
                <a:lnTo>
                  <a:pt x="8614" y="9441"/>
                </a:lnTo>
                <a:lnTo>
                  <a:pt x="9174" y="9952"/>
                </a:lnTo>
                <a:lnTo>
                  <a:pt x="9733" y="10463"/>
                </a:lnTo>
                <a:lnTo>
                  <a:pt x="9806" y="10512"/>
                </a:lnTo>
                <a:lnTo>
                  <a:pt x="9855" y="10536"/>
                </a:lnTo>
                <a:lnTo>
                  <a:pt x="10001" y="10536"/>
                </a:lnTo>
                <a:lnTo>
                  <a:pt x="10147" y="10512"/>
                </a:lnTo>
                <a:lnTo>
                  <a:pt x="10244" y="10439"/>
                </a:lnTo>
                <a:lnTo>
                  <a:pt x="10317" y="10317"/>
                </a:lnTo>
                <a:lnTo>
                  <a:pt x="10342" y="10195"/>
                </a:lnTo>
                <a:lnTo>
                  <a:pt x="10342" y="10147"/>
                </a:lnTo>
                <a:lnTo>
                  <a:pt x="10317" y="10074"/>
                </a:lnTo>
                <a:lnTo>
                  <a:pt x="10293" y="10025"/>
                </a:lnTo>
                <a:lnTo>
                  <a:pt x="10220" y="9952"/>
                </a:lnTo>
                <a:lnTo>
                  <a:pt x="9758" y="9539"/>
                </a:lnTo>
                <a:lnTo>
                  <a:pt x="9295" y="9125"/>
                </a:lnTo>
                <a:lnTo>
                  <a:pt x="8906" y="8784"/>
                </a:lnTo>
                <a:lnTo>
                  <a:pt x="8736" y="8590"/>
                </a:lnTo>
                <a:lnTo>
                  <a:pt x="8590" y="8395"/>
                </a:lnTo>
                <a:lnTo>
                  <a:pt x="8517" y="8298"/>
                </a:lnTo>
                <a:lnTo>
                  <a:pt x="8541" y="7762"/>
                </a:lnTo>
                <a:lnTo>
                  <a:pt x="8541" y="7203"/>
                </a:lnTo>
                <a:lnTo>
                  <a:pt x="8541" y="6667"/>
                </a:lnTo>
                <a:lnTo>
                  <a:pt x="8517" y="6108"/>
                </a:lnTo>
                <a:lnTo>
                  <a:pt x="8444" y="5013"/>
                </a:lnTo>
                <a:lnTo>
                  <a:pt x="8419" y="4477"/>
                </a:lnTo>
                <a:lnTo>
                  <a:pt x="8419" y="3918"/>
                </a:lnTo>
                <a:lnTo>
                  <a:pt x="8419" y="3845"/>
                </a:lnTo>
                <a:lnTo>
                  <a:pt x="8395" y="3796"/>
                </a:lnTo>
                <a:lnTo>
                  <a:pt x="8371" y="3747"/>
                </a:lnTo>
                <a:lnTo>
                  <a:pt x="8298" y="3699"/>
                </a:lnTo>
                <a:lnTo>
                  <a:pt x="8249" y="3674"/>
                </a:lnTo>
                <a:lnTo>
                  <a:pt x="8200" y="3650"/>
                </a:lnTo>
                <a:close/>
                <a:moveTo>
                  <a:pt x="633" y="10074"/>
                </a:moveTo>
                <a:lnTo>
                  <a:pt x="730" y="10122"/>
                </a:lnTo>
                <a:lnTo>
                  <a:pt x="876" y="10147"/>
                </a:lnTo>
                <a:lnTo>
                  <a:pt x="998" y="10147"/>
                </a:lnTo>
                <a:lnTo>
                  <a:pt x="1144" y="10122"/>
                </a:lnTo>
                <a:lnTo>
                  <a:pt x="1266" y="10487"/>
                </a:lnTo>
                <a:lnTo>
                  <a:pt x="1047" y="10585"/>
                </a:lnTo>
                <a:lnTo>
                  <a:pt x="925" y="10609"/>
                </a:lnTo>
                <a:lnTo>
                  <a:pt x="779" y="10682"/>
                </a:lnTo>
                <a:lnTo>
                  <a:pt x="706" y="10366"/>
                </a:lnTo>
                <a:lnTo>
                  <a:pt x="633" y="10074"/>
                </a:lnTo>
                <a:close/>
                <a:moveTo>
                  <a:pt x="14867" y="10244"/>
                </a:moveTo>
                <a:lnTo>
                  <a:pt x="14989" y="10366"/>
                </a:lnTo>
                <a:lnTo>
                  <a:pt x="15111" y="10463"/>
                </a:lnTo>
                <a:lnTo>
                  <a:pt x="15232" y="10560"/>
                </a:lnTo>
                <a:lnTo>
                  <a:pt x="15378" y="10658"/>
                </a:lnTo>
                <a:lnTo>
                  <a:pt x="15549" y="10706"/>
                </a:lnTo>
                <a:lnTo>
                  <a:pt x="15403" y="11071"/>
                </a:lnTo>
                <a:lnTo>
                  <a:pt x="15111" y="10852"/>
                </a:lnTo>
                <a:lnTo>
                  <a:pt x="15013" y="10779"/>
                </a:lnTo>
                <a:lnTo>
                  <a:pt x="14892" y="10706"/>
                </a:lnTo>
                <a:lnTo>
                  <a:pt x="14843" y="10682"/>
                </a:lnTo>
                <a:lnTo>
                  <a:pt x="14794" y="10658"/>
                </a:lnTo>
                <a:lnTo>
                  <a:pt x="14770" y="10658"/>
                </a:lnTo>
                <a:lnTo>
                  <a:pt x="14867" y="10244"/>
                </a:lnTo>
                <a:close/>
                <a:moveTo>
                  <a:pt x="1412" y="10852"/>
                </a:moveTo>
                <a:lnTo>
                  <a:pt x="1558" y="11169"/>
                </a:lnTo>
                <a:lnTo>
                  <a:pt x="1363" y="11266"/>
                </a:lnTo>
                <a:lnTo>
                  <a:pt x="1241" y="11339"/>
                </a:lnTo>
                <a:lnTo>
                  <a:pt x="1168" y="11363"/>
                </a:lnTo>
                <a:lnTo>
                  <a:pt x="1095" y="11436"/>
                </a:lnTo>
                <a:lnTo>
                  <a:pt x="901" y="10950"/>
                </a:lnTo>
                <a:lnTo>
                  <a:pt x="1095" y="10925"/>
                </a:lnTo>
                <a:lnTo>
                  <a:pt x="1241" y="10901"/>
                </a:lnTo>
                <a:lnTo>
                  <a:pt x="1412" y="10852"/>
                </a:lnTo>
                <a:close/>
                <a:moveTo>
                  <a:pt x="14697" y="10877"/>
                </a:moveTo>
                <a:lnTo>
                  <a:pt x="14721" y="10901"/>
                </a:lnTo>
                <a:lnTo>
                  <a:pt x="14794" y="11023"/>
                </a:lnTo>
                <a:lnTo>
                  <a:pt x="14892" y="11144"/>
                </a:lnTo>
                <a:lnTo>
                  <a:pt x="15062" y="11290"/>
                </a:lnTo>
                <a:lnTo>
                  <a:pt x="15159" y="11363"/>
                </a:lnTo>
                <a:lnTo>
                  <a:pt x="15257" y="11412"/>
                </a:lnTo>
                <a:lnTo>
                  <a:pt x="15062" y="11874"/>
                </a:lnTo>
                <a:lnTo>
                  <a:pt x="15062" y="11850"/>
                </a:lnTo>
                <a:lnTo>
                  <a:pt x="14940" y="11753"/>
                </a:lnTo>
                <a:lnTo>
                  <a:pt x="14819" y="11607"/>
                </a:lnTo>
                <a:lnTo>
                  <a:pt x="14648" y="11509"/>
                </a:lnTo>
                <a:lnTo>
                  <a:pt x="14575" y="11461"/>
                </a:lnTo>
                <a:lnTo>
                  <a:pt x="14502" y="11461"/>
                </a:lnTo>
                <a:lnTo>
                  <a:pt x="14673" y="10998"/>
                </a:lnTo>
                <a:lnTo>
                  <a:pt x="14697" y="10877"/>
                </a:lnTo>
                <a:close/>
                <a:moveTo>
                  <a:pt x="1752" y="11509"/>
                </a:moveTo>
                <a:lnTo>
                  <a:pt x="1874" y="11704"/>
                </a:lnTo>
                <a:lnTo>
                  <a:pt x="1752" y="11826"/>
                </a:lnTo>
                <a:lnTo>
                  <a:pt x="1606" y="11972"/>
                </a:lnTo>
                <a:lnTo>
                  <a:pt x="1485" y="12142"/>
                </a:lnTo>
                <a:lnTo>
                  <a:pt x="1241" y="11680"/>
                </a:lnTo>
                <a:lnTo>
                  <a:pt x="1363" y="11655"/>
                </a:lnTo>
                <a:lnTo>
                  <a:pt x="1485" y="11607"/>
                </a:lnTo>
                <a:lnTo>
                  <a:pt x="1752" y="11509"/>
                </a:lnTo>
                <a:close/>
                <a:moveTo>
                  <a:pt x="14405" y="11607"/>
                </a:moveTo>
                <a:lnTo>
                  <a:pt x="14575" y="11801"/>
                </a:lnTo>
                <a:lnTo>
                  <a:pt x="14721" y="11947"/>
                </a:lnTo>
                <a:lnTo>
                  <a:pt x="14892" y="12093"/>
                </a:lnTo>
                <a:lnTo>
                  <a:pt x="14940" y="12118"/>
                </a:lnTo>
                <a:lnTo>
                  <a:pt x="14794" y="12361"/>
                </a:lnTo>
                <a:lnTo>
                  <a:pt x="14721" y="12288"/>
                </a:lnTo>
                <a:lnTo>
                  <a:pt x="14648" y="12215"/>
                </a:lnTo>
                <a:lnTo>
                  <a:pt x="14478" y="12118"/>
                </a:lnTo>
                <a:lnTo>
                  <a:pt x="14235" y="11947"/>
                </a:lnTo>
                <a:lnTo>
                  <a:pt x="14405" y="11607"/>
                </a:lnTo>
                <a:close/>
                <a:moveTo>
                  <a:pt x="2069" y="11996"/>
                </a:moveTo>
                <a:lnTo>
                  <a:pt x="2263" y="12288"/>
                </a:lnTo>
                <a:lnTo>
                  <a:pt x="2117" y="12410"/>
                </a:lnTo>
                <a:lnTo>
                  <a:pt x="1996" y="12556"/>
                </a:lnTo>
                <a:lnTo>
                  <a:pt x="1947" y="12653"/>
                </a:lnTo>
                <a:lnTo>
                  <a:pt x="1898" y="12750"/>
                </a:lnTo>
                <a:lnTo>
                  <a:pt x="1631" y="12361"/>
                </a:lnTo>
                <a:lnTo>
                  <a:pt x="1825" y="12215"/>
                </a:lnTo>
                <a:lnTo>
                  <a:pt x="1996" y="12069"/>
                </a:lnTo>
                <a:lnTo>
                  <a:pt x="2069" y="11996"/>
                </a:lnTo>
                <a:close/>
                <a:moveTo>
                  <a:pt x="14065" y="12239"/>
                </a:moveTo>
                <a:lnTo>
                  <a:pt x="14186" y="12361"/>
                </a:lnTo>
                <a:lnTo>
                  <a:pt x="14405" y="12507"/>
                </a:lnTo>
                <a:lnTo>
                  <a:pt x="14502" y="12580"/>
                </a:lnTo>
                <a:lnTo>
                  <a:pt x="14624" y="12629"/>
                </a:lnTo>
                <a:lnTo>
                  <a:pt x="14381" y="12969"/>
                </a:lnTo>
                <a:lnTo>
                  <a:pt x="14332" y="12872"/>
                </a:lnTo>
                <a:lnTo>
                  <a:pt x="14259" y="12799"/>
                </a:lnTo>
                <a:lnTo>
                  <a:pt x="14113" y="12677"/>
                </a:lnTo>
                <a:lnTo>
                  <a:pt x="13919" y="12483"/>
                </a:lnTo>
                <a:lnTo>
                  <a:pt x="14065" y="12239"/>
                </a:lnTo>
                <a:close/>
                <a:moveTo>
                  <a:pt x="2531" y="12604"/>
                </a:moveTo>
                <a:lnTo>
                  <a:pt x="2726" y="12848"/>
                </a:lnTo>
                <a:lnTo>
                  <a:pt x="2458" y="13237"/>
                </a:lnTo>
                <a:lnTo>
                  <a:pt x="2361" y="13359"/>
                </a:lnTo>
                <a:lnTo>
                  <a:pt x="2044" y="12921"/>
                </a:lnTo>
                <a:lnTo>
                  <a:pt x="2142" y="12896"/>
                </a:lnTo>
                <a:lnTo>
                  <a:pt x="2239" y="12848"/>
                </a:lnTo>
                <a:lnTo>
                  <a:pt x="2385" y="12726"/>
                </a:lnTo>
                <a:lnTo>
                  <a:pt x="2531" y="12604"/>
                </a:lnTo>
                <a:close/>
                <a:moveTo>
                  <a:pt x="13773" y="12702"/>
                </a:moveTo>
                <a:lnTo>
                  <a:pt x="13797" y="12726"/>
                </a:lnTo>
                <a:lnTo>
                  <a:pt x="13992" y="12945"/>
                </a:lnTo>
                <a:lnTo>
                  <a:pt x="14089" y="13042"/>
                </a:lnTo>
                <a:lnTo>
                  <a:pt x="14162" y="13164"/>
                </a:lnTo>
                <a:lnTo>
                  <a:pt x="14211" y="13213"/>
                </a:lnTo>
                <a:lnTo>
                  <a:pt x="13967" y="13505"/>
                </a:lnTo>
                <a:lnTo>
                  <a:pt x="13821" y="13310"/>
                </a:lnTo>
                <a:lnTo>
                  <a:pt x="13675" y="13115"/>
                </a:lnTo>
                <a:lnTo>
                  <a:pt x="13529" y="13018"/>
                </a:lnTo>
                <a:lnTo>
                  <a:pt x="13773" y="12702"/>
                </a:lnTo>
                <a:close/>
                <a:moveTo>
                  <a:pt x="2993" y="13164"/>
                </a:moveTo>
                <a:lnTo>
                  <a:pt x="3188" y="13383"/>
                </a:lnTo>
                <a:lnTo>
                  <a:pt x="3164" y="13456"/>
                </a:lnTo>
                <a:lnTo>
                  <a:pt x="2969" y="13651"/>
                </a:lnTo>
                <a:lnTo>
                  <a:pt x="2896" y="13748"/>
                </a:lnTo>
                <a:lnTo>
                  <a:pt x="2823" y="13845"/>
                </a:lnTo>
                <a:lnTo>
                  <a:pt x="2726" y="13772"/>
                </a:lnTo>
                <a:lnTo>
                  <a:pt x="2580" y="13578"/>
                </a:lnTo>
                <a:lnTo>
                  <a:pt x="2653" y="13529"/>
                </a:lnTo>
                <a:lnTo>
                  <a:pt x="2726" y="13456"/>
                </a:lnTo>
                <a:lnTo>
                  <a:pt x="2993" y="13164"/>
                </a:lnTo>
                <a:close/>
                <a:moveTo>
                  <a:pt x="13383" y="13188"/>
                </a:moveTo>
                <a:lnTo>
                  <a:pt x="13456" y="13334"/>
                </a:lnTo>
                <a:lnTo>
                  <a:pt x="13724" y="13748"/>
                </a:lnTo>
                <a:lnTo>
                  <a:pt x="13578" y="13918"/>
                </a:lnTo>
                <a:lnTo>
                  <a:pt x="13456" y="14040"/>
                </a:lnTo>
                <a:lnTo>
                  <a:pt x="13335" y="13821"/>
                </a:lnTo>
                <a:lnTo>
                  <a:pt x="13213" y="13602"/>
                </a:lnTo>
                <a:lnTo>
                  <a:pt x="13116" y="13480"/>
                </a:lnTo>
                <a:lnTo>
                  <a:pt x="13237" y="13334"/>
                </a:lnTo>
                <a:lnTo>
                  <a:pt x="13383" y="13188"/>
                </a:lnTo>
                <a:close/>
                <a:moveTo>
                  <a:pt x="3456" y="13651"/>
                </a:moveTo>
                <a:lnTo>
                  <a:pt x="3796" y="13991"/>
                </a:lnTo>
                <a:lnTo>
                  <a:pt x="3650" y="14089"/>
                </a:lnTo>
                <a:lnTo>
                  <a:pt x="3504" y="14186"/>
                </a:lnTo>
                <a:lnTo>
                  <a:pt x="3407" y="14259"/>
                </a:lnTo>
                <a:lnTo>
                  <a:pt x="3334" y="14332"/>
                </a:lnTo>
                <a:lnTo>
                  <a:pt x="3042" y="14089"/>
                </a:lnTo>
                <a:lnTo>
                  <a:pt x="3164" y="13967"/>
                </a:lnTo>
                <a:lnTo>
                  <a:pt x="3237" y="13894"/>
                </a:lnTo>
                <a:lnTo>
                  <a:pt x="3334" y="13797"/>
                </a:lnTo>
                <a:lnTo>
                  <a:pt x="3456" y="13651"/>
                </a:lnTo>
                <a:close/>
                <a:moveTo>
                  <a:pt x="12945" y="13651"/>
                </a:moveTo>
                <a:lnTo>
                  <a:pt x="12994" y="13748"/>
                </a:lnTo>
                <a:lnTo>
                  <a:pt x="13213" y="14210"/>
                </a:lnTo>
                <a:lnTo>
                  <a:pt x="13213" y="14235"/>
                </a:lnTo>
                <a:lnTo>
                  <a:pt x="13043" y="14381"/>
                </a:lnTo>
                <a:lnTo>
                  <a:pt x="12970" y="14210"/>
                </a:lnTo>
                <a:lnTo>
                  <a:pt x="12897" y="14040"/>
                </a:lnTo>
                <a:lnTo>
                  <a:pt x="12824" y="13918"/>
                </a:lnTo>
                <a:lnTo>
                  <a:pt x="12751" y="13821"/>
                </a:lnTo>
                <a:lnTo>
                  <a:pt x="12945" y="13651"/>
                </a:lnTo>
                <a:close/>
                <a:moveTo>
                  <a:pt x="3967" y="14162"/>
                </a:moveTo>
                <a:lnTo>
                  <a:pt x="4332" y="14454"/>
                </a:lnTo>
                <a:lnTo>
                  <a:pt x="4283" y="14502"/>
                </a:lnTo>
                <a:lnTo>
                  <a:pt x="4113" y="14648"/>
                </a:lnTo>
                <a:lnTo>
                  <a:pt x="4040" y="14721"/>
                </a:lnTo>
                <a:lnTo>
                  <a:pt x="3991" y="14794"/>
                </a:lnTo>
                <a:lnTo>
                  <a:pt x="3602" y="14551"/>
                </a:lnTo>
                <a:lnTo>
                  <a:pt x="3748" y="14429"/>
                </a:lnTo>
                <a:lnTo>
                  <a:pt x="3845" y="14308"/>
                </a:lnTo>
                <a:lnTo>
                  <a:pt x="3967" y="14162"/>
                </a:lnTo>
                <a:close/>
                <a:moveTo>
                  <a:pt x="12556" y="13991"/>
                </a:moveTo>
                <a:lnTo>
                  <a:pt x="12605" y="14113"/>
                </a:lnTo>
                <a:lnTo>
                  <a:pt x="12678" y="14332"/>
                </a:lnTo>
                <a:lnTo>
                  <a:pt x="12775" y="14551"/>
                </a:lnTo>
                <a:lnTo>
                  <a:pt x="12775" y="14600"/>
                </a:lnTo>
                <a:lnTo>
                  <a:pt x="12459" y="14819"/>
                </a:lnTo>
                <a:lnTo>
                  <a:pt x="12434" y="14673"/>
                </a:lnTo>
                <a:lnTo>
                  <a:pt x="12361" y="14527"/>
                </a:lnTo>
                <a:lnTo>
                  <a:pt x="12313" y="14381"/>
                </a:lnTo>
                <a:lnTo>
                  <a:pt x="12215" y="14235"/>
                </a:lnTo>
                <a:lnTo>
                  <a:pt x="12556" y="13991"/>
                </a:lnTo>
                <a:close/>
                <a:moveTo>
                  <a:pt x="8760" y="1509"/>
                </a:moveTo>
                <a:lnTo>
                  <a:pt x="9174" y="1557"/>
                </a:lnTo>
                <a:lnTo>
                  <a:pt x="9222" y="1582"/>
                </a:lnTo>
                <a:lnTo>
                  <a:pt x="9271" y="1606"/>
                </a:lnTo>
                <a:lnTo>
                  <a:pt x="9368" y="1582"/>
                </a:lnTo>
                <a:lnTo>
                  <a:pt x="10123" y="1728"/>
                </a:lnTo>
                <a:lnTo>
                  <a:pt x="10488" y="1825"/>
                </a:lnTo>
                <a:lnTo>
                  <a:pt x="10877" y="1947"/>
                </a:lnTo>
                <a:lnTo>
                  <a:pt x="11291" y="2117"/>
                </a:lnTo>
                <a:lnTo>
                  <a:pt x="11656" y="2287"/>
                </a:lnTo>
                <a:lnTo>
                  <a:pt x="11510" y="2385"/>
                </a:lnTo>
                <a:lnTo>
                  <a:pt x="11388" y="2531"/>
                </a:lnTo>
                <a:lnTo>
                  <a:pt x="11193" y="2823"/>
                </a:lnTo>
                <a:lnTo>
                  <a:pt x="10950" y="3066"/>
                </a:lnTo>
                <a:lnTo>
                  <a:pt x="10853" y="3212"/>
                </a:lnTo>
                <a:lnTo>
                  <a:pt x="10828" y="3285"/>
                </a:lnTo>
                <a:lnTo>
                  <a:pt x="10804" y="3358"/>
                </a:lnTo>
                <a:lnTo>
                  <a:pt x="10804" y="3407"/>
                </a:lnTo>
                <a:lnTo>
                  <a:pt x="10828" y="3431"/>
                </a:lnTo>
                <a:lnTo>
                  <a:pt x="10853" y="3480"/>
                </a:lnTo>
                <a:lnTo>
                  <a:pt x="10974" y="3480"/>
                </a:lnTo>
                <a:lnTo>
                  <a:pt x="11047" y="3455"/>
                </a:lnTo>
                <a:lnTo>
                  <a:pt x="11193" y="3358"/>
                </a:lnTo>
                <a:lnTo>
                  <a:pt x="11315" y="3261"/>
                </a:lnTo>
                <a:lnTo>
                  <a:pt x="11412" y="3139"/>
                </a:lnTo>
                <a:lnTo>
                  <a:pt x="11680" y="2871"/>
                </a:lnTo>
                <a:lnTo>
                  <a:pt x="11826" y="2725"/>
                </a:lnTo>
                <a:lnTo>
                  <a:pt x="11875" y="2628"/>
                </a:lnTo>
                <a:lnTo>
                  <a:pt x="11948" y="2555"/>
                </a:lnTo>
                <a:lnTo>
                  <a:pt x="11948" y="2458"/>
                </a:lnTo>
                <a:lnTo>
                  <a:pt x="12313" y="2701"/>
                </a:lnTo>
                <a:lnTo>
                  <a:pt x="12629" y="2969"/>
                </a:lnTo>
                <a:lnTo>
                  <a:pt x="12945" y="3261"/>
                </a:lnTo>
                <a:lnTo>
                  <a:pt x="13237" y="3601"/>
                </a:lnTo>
                <a:lnTo>
                  <a:pt x="13456" y="3869"/>
                </a:lnTo>
                <a:lnTo>
                  <a:pt x="13651" y="4137"/>
                </a:lnTo>
                <a:lnTo>
                  <a:pt x="13821" y="4429"/>
                </a:lnTo>
                <a:lnTo>
                  <a:pt x="13992" y="4745"/>
                </a:lnTo>
                <a:lnTo>
                  <a:pt x="13870" y="4745"/>
                </a:lnTo>
                <a:lnTo>
                  <a:pt x="13748" y="4794"/>
                </a:lnTo>
                <a:lnTo>
                  <a:pt x="13505" y="4940"/>
                </a:lnTo>
                <a:lnTo>
                  <a:pt x="13237" y="5134"/>
                </a:lnTo>
                <a:lnTo>
                  <a:pt x="13067" y="5207"/>
                </a:lnTo>
                <a:lnTo>
                  <a:pt x="12921" y="5305"/>
                </a:lnTo>
                <a:lnTo>
                  <a:pt x="12872" y="5378"/>
                </a:lnTo>
                <a:lnTo>
                  <a:pt x="12872" y="5451"/>
                </a:lnTo>
                <a:lnTo>
                  <a:pt x="12897" y="5524"/>
                </a:lnTo>
                <a:lnTo>
                  <a:pt x="12970" y="5597"/>
                </a:lnTo>
                <a:lnTo>
                  <a:pt x="13043" y="5621"/>
                </a:lnTo>
                <a:lnTo>
                  <a:pt x="13116" y="5645"/>
                </a:lnTo>
                <a:lnTo>
                  <a:pt x="13286" y="5645"/>
                </a:lnTo>
                <a:lnTo>
                  <a:pt x="13432" y="5572"/>
                </a:lnTo>
                <a:lnTo>
                  <a:pt x="13578" y="5499"/>
                </a:lnTo>
                <a:lnTo>
                  <a:pt x="13870" y="5329"/>
                </a:lnTo>
                <a:lnTo>
                  <a:pt x="14016" y="5256"/>
                </a:lnTo>
                <a:lnTo>
                  <a:pt x="14162" y="5207"/>
                </a:lnTo>
                <a:lnTo>
                  <a:pt x="14211" y="5159"/>
                </a:lnTo>
                <a:lnTo>
                  <a:pt x="14381" y="5621"/>
                </a:lnTo>
                <a:lnTo>
                  <a:pt x="14502" y="6059"/>
                </a:lnTo>
                <a:lnTo>
                  <a:pt x="14600" y="6448"/>
                </a:lnTo>
                <a:lnTo>
                  <a:pt x="14648" y="6862"/>
                </a:lnTo>
                <a:lnTo>
                  <a:pt x="14746" y="7665"/>
                </a:lnTo>
                <a:lnTo>
                  <a:pt x="14746" y="7860"/>
                </a:lnTo>
                <a:lnTo>
                  <a:pt x="14746" y="8054"/>
                </a:lnTo>
                <a:lnTo>
                  <a:pt x="14575" y="8030"/>
                </a:lnTo>
                <a:lnTo>
                  <a:pt x="14138" y="8030"/>
                </a:lnTo>
                <a:lnTo>
                  <a:pt x="14016" y="8054"/>
                </a:lnTo>
                <a:lnTo>
                  <a:pt x="13919" y="8079"/>
                </a:lnTo>
                <a:lnTo>
                  <a:pt x="13821" y="8127"/>
                </a:lnTo>
                <a:lnTo>
                  <a:pt x="13748" y="8200"/>
                </a:lnTo>
                <a:lnTo>
                  <a:pt x="13724" y="8273"/>
                </a:lnTo>
                <a:lnTo>
                  <a:pt x="13700" y="8322"/>
                </a:lnTo>
                <a:lnTo>
                  <a:pt x="13724" y="8346"/>
                </a:lnTo>
                <a:lnTo>
                  <a:pt x="13773" y="8419"/>
                </a:lnTo>
                <a:lnTo>
                  <a:pt x="13846" y="8444"/>
                </a:lnTo>
                <a:lnTo>
                  <a:pt x="13992" y="8492"/>
                </a:lnTo>
                <a:lnTo>
                  <a:pt x="14138" y="8517"/>
                </a:lnTo>
                <a:lnTo>
                  <a:pt x="14284" y="8517"/>
                </a:lnTo>
                <a:lnTo>
                  <a:pt x="14527" y="8565"/>
                </a:lnTo>
                <a:lnTo>
                  <a:pt x="14746" y="8614"/>
                </a:lnTo>
                <a:lnTo>
                  <a:pt x="14794" y="8809"/>
                </a:lnTo>
                <a:lnTo>
                  <a:pt x="14770" y="9052"/>
                </a:lnTo>
                <a:lnTo>
                  <a:pt x="14697" y="9441"/>
                </a:lnTo>
                <a:lnTo>
                  <a:pt x="14600" y="9806"/>
                </a:lnTo>
                <a:lnTo>
                  <a:pt x="14356" y="10560"/>
                </a:lnTo>
                <a:lnTo>
                  <a:pt x="14186" y="11023"/>
                </a:lnTo>
                <a:lnTo>
                  <a:pt x="13992" y="11461"/>
                </a:lnTo>
                <a:lnTo>
                  <a:pt x="13821" y="11363"/>
                </a:lnTo>
                <a:lnTo>
                  <a:pt x="13651" y="11290"/>
                </a:lnTo>
                <a:lnTo>
                  <a:pt x="13456" y="11169"/>
                </a:lnTo>
                <a:lnTo>
                  <a:pt x="13335" y="11096"/>
                </a:lnTo>
                <a:lnTo>
                  <a:pt x="13237" y="11047"/>
                </a:lnTo>
                <a:lnTo>
                  <a:pt x="13164" y="11047"/>
                </a:lnTo>
                <a:lnTo>
                  <a:pt x="13091" y="11071"/>
                </a:lnTo>
                <a:lnTo>
                  <a:pt x="13043" y="11096"/>
                </a:lnTo>
                <a:lnTo>
                  <a:pt x="13018" y="11120"/>
                </a:lnTo>
                <a:lnTo>
                  <a:pt x="12994" y="11193"/>
                </a:lnTo>
                <a:lnTo>
                  <a:pt x="12970" y="11242"/>
                </a:lnTo>
                <a:lnTo>
                  <a:pt x="12970" y="11315"/>
                </a:lnTo>
                <a:lnTo>
                  <a:pt x="12994" y="11363"/>
                </a:lnTo>
                <a:lnTo>
                  <a:pt x="13067" y="11461"/>
                </a:lnTo>
                <a:lnTo>
                  <a:pt x="13164" y="11558"/>
                </a:lnTo>
                <a:lnTo>
                  <a:pt x="13383" y="11680"/>
                </a:lnTo>
                <a:lnTo>
                  <a:pt x="13554" y="11801"/>
                </a:lnTo>
                <a:lnTo>
                  <a:pt x="13651" y="11850"/>
                </a:lnTo>
                <a:lnTo>
                  <a:pt x="13748" y="11899"/>
                </a:lnTo>
                <a:lnTo>
                  <a:pt x="13578" y="12191"/>
                </a:lnTo>
                <a:lnTo>
                  <a:pt x="13359" y="12483"/>
                </a:lnTo>
                <a:lnTo>
                  <a:pt x="13164" y="12750"/>
                </a:lnTo>
                <a:lnTo>
                  <a:pt x="12921" y="13018"/>
                </a:lnTo>
                <a:lnTo>
                  <a:pt x="12629" y="13334"/>
                </a:lnTo>
                <a:lnTo>
                  <a:pt x="12337" y="13602"/>
                </a:lnTo>
                <a:lnTo>
                  <a:pt x="11996" y="13845"/>
                </a:lnTo>
                <a:lnTo>
                  <a:pt x="11656" y="14064"/>
                </a:lnTo>
                <a:lnTo>
                  <a:pt x="11558" y="13845"/>
                </a:lnTo>
                <a:lnTo>
                  <a:pt x="11437" y="13626"/>
                </a:lnTo>
                <a:lnTo>
                  <a:pt x="11266" y="13383"/>
                </a:lnTo>
                <a:lnTo>
                  <a:pt x="11169" y="13261"/>
                </a:lnTo>
                <a:lnTo>
                  <a:pt x="11047" y="13188"/>
                </a:lnTo>
                <a:lnTo>
                  <a:pt x="10974" y="13188"/>
                </a:lnTo>
                <a:lnTo>
                  <a:pt x="10926" y="13261"/>
                </a:lnTo>
                <a:lnTo>
                  <a:pt x="10901" y="13334"/>
                </a:lnTo>
                <a:lnTo>
                  <a:pt x="10901" y="13383"/>
                </a:lnTo>
                <a:lnTo>
                  <a:pt x="10926" y="13529"/>
                </a:lnTo>
                <a:lnTo>
                  <a:pt x="11047" y="13772"/>
                </a:lnTo>
                <a:lnTo>
                  <a:pt x="11266" y="14259"/>
                </a:lnTo>
                <a:lnTo>
                  <a:pt x="10926" y="14405"/>
                </a:lnTo>
                <a:lnTo>
                  <a:pt x="10561" y="14502"/>
                </a:lnTo>
                <a:lnTo>
                  <a:pt x="10220" y="14575"/>
                </a:lnTo>
                <a:lnTo>
                  <a:pt x="9879" y="14624"/>
                </a:lnTo>
                <a:lnTo>
                  <a:pt x="9198" y="14721"/>
                </a:lnTo>
                <a:lnTo>
                  <a:pt x="8857" y="14794"/>
                </a:lnTo>
                <a:lnTo>
                  <a:pt x="8663" y="14819"/>
                </a:lnTo>
                <a:lnTo>
                  <a:pt x="8517" y="14892"/>
                </a:lnTo>
                <a:lnTo>
                  <a:pt x="8249" y="14892"/>
                </a:lnTo>
                <a:lnTo>
                  <a:pt x="8249" y="14673"/>
                </a:lnTo>
                <a:lnTo>
                  <a:pt x="8273" y="14429"/>
                </a:lnTo>
                <a:lnTo>
                  <a:pt x="8273" y="14308"/>
                </a:lnTo>
                <a:lnTo>
                  <a:pt x="8249" y="14186"/>
                </a:lnTo>
                <a:lnTo>
                  <a:pt x="8225" y="14089"/>
                </a:lnTo>
                <a:lnTo>
                  <a:pt x="8152" y="13991"/>
                </a:lnTo>
                <a:lnTo>
                  <a:pt x="8127" y="13967"/>
                </a:lnTo>
                <a:lnTo>
                  <a:pt x="8030" y="13967"/>
                </a:lnTo>
                <a:lnTo>
                  <a:pt x="8006" y="13991"/>
                </a:lnTo>
                <a:lnTo>
                  <a:pt x="7933" y="14113"/>
                </a:lnTo>
                <a:lnTo>
                  <a:pt x="7884" y="14235"/>
                </a:lnTo>
                <a:lnTo>
                  <a:pt x="7860" y="14478"/>
                </a:lnTo>
                <a:lnTo>
                  <a:pt x="7835" y="14697"/>
                </a:lnTo>
                <a:lnTo>
                  <a:pt x="7860" y="14916"/>
                </a:lnTo>
                <a:lnTo>
                  <a:pt x="7373" y="14916"/>
                </a:lnTo>
                <a:lnTo>
                  <a:pt x="6911" y="14892"/>
                </a:lnTo>
                <a:lnTo>
                  <a:pt x="6448" y="14819"/>
                </a:lnTo>
                <a:lnTo>
                  <a:pt x="5986" y="14746"/>
                </a:lnTo>
                <a:lnTo>
                  <a:pt x="5694" y="14673"/>
                </a:lnTo>
                <a:lnTo>
                  <a:pt x="5402" y="14551"/>
                </a:lnTo>
                <a:lnTo>
                  <a:pt x="5135" y="14429"/>
                </a:lnTo>
                <a:lnTo>
                  <a:pt x="4891" y="14283"/>
                </a:lnTo>
                <a:lnTo>
                  <a:pt x="4940" y="14210"/>
                </a:lnTo>
                <a:lnTo>
                  <a:pt x="5208" y="13748"/>
                </a:lnTo>
                <a:lnTo>
                  <a:pt x="5329" y="13480"/>
                </a:lnTo>
                <a:lnTo>
                  <a:pt x="5378" y="13359"/>
                </a:lnTo>
                <a:lnTo>
                  <a:pt x="5402" y="13213"/>
                </a:lnTo>
                <a:lnTo>
                  <a:pt x="5402" y="13164"/>
                </a:lnTo>
                <a:lnTo>
                  <a:pt x="5378" y="13140"/>
                </a:lnTo>
                <a:lnTo>
                  <a:pt x="5305" y="13091"/>
                </a:lnTo>
                <a:lnTo>
                  <a:pt x="5232" y="13067"/>
                </a:lnTo>
                <a:lnTo>
                  <a:pt x="5135" y="13115"/>
                </a:lnTo>
                <a:lnTo>
                  <a:pt x="5062" y="13188"/>
                </a:lnTo>
                <a:lnTo>
                  <a:pt x="4989" y="13286"/>
                </a:lnTo>
                <a:lnTo>
                  <a:pt x="4867" y="13505"/>
                </a:lnTo>
                <a:lnTo>
                  <a:pt x="4575" y="13991"/>
                </a:lnTo>
                <a:lnTo>
                  <a:pt x="4551" y="14040"/>
                </a:lnTo>
                <a:lnTo>
                  <a:pt x="4137" y="13675"/>
                </a:lnTo>
                <a:lnTo>
                  <a:pt x="3748" y="13286"/>
                </a:lnTo>
                <a:lnTo>
                  <a:pt x="3407" y="12921"/>
                </a:lnTo>
                <a:lnTo>
                  <a:pt x="3091" y="12556"/>
                </a:lnTo>
                <a:lnTo>
                  <a:pt x="2799" y="12191"/>
                </a:lnTo>
                <a:lnTo>
                  <a:pt x="2531" y="11801"/>
                </a:lnTo>
                <a:lnTo>
                  <a:pt x="2774" y="11704"/>
                </a:lnTo>
                <a:lnTo>
                  <a:pt x="3042" y="11582"/>
                </a:lnTo>
                <a:lnTo>
                  <a:pt x="3285" y="11436"/>
                </a:lnTo>
                <a:lnTo>
                  <a:pt x="3358" y="11363"/>
                </a:lnTo>
                <a:lnTo>
                  <a:pt x="3358" y="11290"/>
                </a:lnTo>
                <a:lnTo>
                  <a:pt x="3334" y="11217"/>
                </a:lnTo>
                <a:lnTo>
                  <a:pt x="3310" y="11144"/>
                </a:lnTo>
                <a:lnTo>
                  <a:pt x="3237" y="11096"/>
                </a:lnTo>
                <a:lnTo>
                  <a:pt x="3164" y="11071"/>
                </a:lnTo>
                <a:lnTo>
                  <a:pt x="3066" y="11071"/>
                </a:lnTo>
                <a:lnTo>
                  <a:pt x="2993" y="11120"/>
                </a:lnTo>
                <a:lnTo>
                  <a:pt x="2799" y="11266"/>
                </a:lnTo>
                <a:lnTo>
                  <a:pt x="2580" y="11363"/>
                </a:lnTo>
                <a:lnTo>
                  <a:pt x="2312" y="11461"/>
                </a:lnTo>
                <a:lnTo>
                  <a:pt x="2117" y="11144"/>
                </a:lnTo>
                <a:lnTo>
                  <a:pt x="1947" y="10828"/>
                </a:lnTo>
                <a:lnTo>
                  <a:pt x="1777" y="10487"/>
                </a:lnTo>
                <a:lnTo>
                  <a:pt x="1631" y="10122"/>
                </a:lnTo>
                <a:lnTo>
                  <a:pt x="1509" y="9782"/>
                </a:lnTo>
                <a:lnTo>
                  <a:pt x="1412" y="9393"/>
                </a:lnTo>
                <a:lnTo>
                  <a:pt x="1363" y="9198"/>
                </a:lnTo>
                <a:lnTo>
                  <a:pt x="1363" y="8979"/>
                </a:lnTo>
                <a:lnTo>
                  <a:pt x="1387" y="8565"/>
                </a:lnTo>
                <a:lnTo>
                  <a:pt x="1412" y="8492"/>
                </a:lnTo>
                <a:lnTo>
                  <a:pt x="1558" y="8517"/>
                </a:lnTo>
                <a:lnTo>
                  <a:pt x="2190" y="8517"/>
                </a:lnTo>
                <a:lnTo>
                  <a:pt x="2288" y="8492"/>
                </a:lnTo>
                <a:lnTo>
                  <a:pt x="2361" y="8444"/>
                </a:lnTo>
                <a:lnTo>
                  <a:pt x="2409" y="8371"/>
                </a:lnTo>
                <a:lnTo>
                  <a:pt x="2409" y="8298"/>
                </a:lnTo>
                <a:lnTo>
                  <a:pt x="2409" y="8200"/>
                </a:lnTo>
                <a:lnTo>
                  <a:pt x="2361" y="8127"/>
                </a:lnTo>
                <a:lnTo>
                  <a:pt x="2288" y="8079"/>
                </a:lnTo>
                <a:lnTo>
                  <a:pt x="2190" y="8054"/>
                </a:lnTo>
                <a:lnTo>
                  <a:pt x="1971" y="8054"/>
                </a:lnTo>
                <a:lnTo>
                  <a:pt x="1752" y="8079"/>
                </a:lnTo>
                <a:lnTo>
                  <a:pt x="1509" y="8103"/>
                </a:lnTo>
                <a:lnTo>
                  <a:pt x="1606" y="7446"/>
                </a:lnTo>
                <a:lnTo>
                  <a:pt x="1704" y="6789"/>
                </a:lnTo>
                <a:lnTo>
                  <a:pt x="1801" y="6132"/>
                </a:lnTo>
                <a:lnTo>
                  <a:pt x="1898" y="5816"/>
                </a:lnTo>
                <a:lnTo>
                  <a:pt x="1996" y="5499"/>
                </a:lnTo>
                <a:lnTo>
                  <a:pt x="2117" y="5159"/>
                </a:lnTo>
                <a:lnTo>
                  <a:pt x="2288" y="5305"/>
                </a:lnTo>
                <a:lnTo>
                  <a:pt x="2458" y="5426"/>
                </a:lnTo>
                <a:lnTo>
                  <a:pt x="2701" y="5597"/>
                </a:lnTo>
                <a:lnTo>
                  <a:pt x="2823" y="5645"/>
                </a:lnTo>
                <a:lnTo>
                  <a:pt x="2945" y="5694"/>
                </a:lnTo>
                <a:lnTo>
                  <a:pt x="3066" y="5694"/>
                </a:lnTo>
                <a:lnTo>
                  <a:pt x="3139" y="5670"/>
                </a:lnTo>
                <a:lnTo>
                  <a:pt x="3212" y="5597"/>
                </a:lnTo>
                <a:lnTo>
                  <a:pt x="3237" y="5524"/>
                </a:lnTo>
                <a:lnTo>
                  <a:pt x="3237" y="5451"/>
                </a:lnTo>
                <a:lnTo>
                  <a:pt x="3237" y="5353"/>
                </a:lnTo>
                <a:lnTo>
                  <a:pt x="3164" y="5280"/>
                </a:lnTo>
                <a:lnTo>
                  <a:pt x="3091" y="5232"/>
                </a:lnTo>
                <a:lnTo>
                  <a:pt x="2872" y="5134"/>
                </a:lnTo>
                <a:lnTo>
                  <a:pt x="2677" y="5037"/>
                </a:lnTo>
                <a:lnTo>
                  <a:pt x="2482" y="4915"/>
                </a:lnTo>
                <a:lnTo>
                  <a:pt x="2288" y="4842"/>
                </a:lnTo>
                <a:lnTo>
                  <a:pt x="2555" y="4429"/>
                </a:lnTo>
                <a:lnTo>
                  <a:pt x="2847" y="4039"/>
                </a:lnTo>
                <a:lnTo>
                  <a:pt x="3188" y="3674"/>
                </a:lnTo>
                <a:lnTo>
                  <a:pt x="3529" y="3334"/>
                </a:lnTo>
                <a:lnTo>
                  <a:pt x="3796" y="3090"/>
                </a:lnTo>
                <a:lnTo>
                  <a:pt x="4088" y="2896"/>
                </a:lnTo>
                <a:lnTo>
                  <a:pt x="4380" y="2701"/>
                </a:lnTo>
                <a:lnTo>
                  <a:pt x="4697" y="2506"/>
                </a:lnTo>
                <a:lnTo>
                  <a:pt x="4770" y="2677"/>
                </a:lnTo>
                <a:lnTo>
                  <a:pt x="4867" y="2847"/>
                </a:lnTo>
                <a:lnTo>
                  <a:pt x="4989" y="3090"/>
                </a:lnTo>
                <a:lnTo>
                  <a:pt x="5062" y="3188"/>
                </a:lnTo>
                <a:lnTo>
                  <a:pt x="5159" y="3285"/>
                </a:lnTo>
                <a:lnTo>
                  <a:pt x="5232" y="3334"/>
                </a:lnTo>
                <a:lnTo>
                  <a:pt x="5329" y="3334"/>
                </a:lnTo>
                <a:lnTo>
                  <a:pt x="5402" y="3309"/>
                </a:lnTo>
                <a:lnTo>
                  <a:pt x="5475" y="3261"/>
                </a:lnTo>
                <a:lnTo>
                  <a:pt x="5524" y="3188"/>
                </a:lnTo>
                <a:lnTo>
                  <a:pt x="5548" y="3115"/>
                </a:lnTo>
                <a:lnTo>
                  <a:pt x="5524" y="3042"/>
                </a:lnTo>
                <a:lnTo>
                  <a:pt x="5475" y="2969"/>
                </a:lnTo>
                <a:lnTo>
                  <a:pt x="5402" y="2920"/>
                </a:lnTo>
                <a:lnTo>
                  <a:pt x="5354" y="2847"/>
                </a:lnTo>
                <a:lnTo>
                  <a:pt x="5232" y="2677"/>
                </a:lnTo>
                <a:lnTo>
                  <a:pt x="5135" y="2506"/>
                </a:lnTo>
                <a:lnTo>
                  <a:pt x="5013" y="2360"/>
                </a:lnTo>
                <a:lnTo>
                  <a:pt x="5402" y="2166"/>
                </a:lnTo>
                <a:lnTo>
                  <a:pt x="5792" y="2020"/>
                </a:lnTo>
                <a:lnTo>
                  <a:pt x="6084" y="1922"/>
                </a:lnTo>
                <a:lnTo>
                  <a:pt x="6375" y="1849"/>
                </a:lnTo>
                <a:lnTo>
                  <a:pt x="6984" y="1728"/>
                </a:lnTo>
                <a:lnTo>
                  <a:pt x="7178" y="1703"/>
                </a:lnTo>
                <a:lnTo>
                  <a:pt x="7397" y="1679"/>
                </a:lnTo>
                <a:lnTo>
                  <a:pt x="7616" y="1679"/>
                </a:lnTo>
                <a:lnTo>
                  <a:pt x="7835" y="1655"/>
                </a:lnTo>
                <a:lnTo>
                  <a:pt x="7835" y="1825"/>
                </a:lnTo>
                <a:lnTo>
                  <a:pt x="7835" y="1995"/>
                </a:lnTo>
                <a:lnTo>
                  <a:pt x="7835" y="2287"/>
                </a:lnTo>
                <a:lnTo>
                  <a:pt x="7884" y="2579"/>
                </a:lnTo>
                <a:lnTo>
                  <a:pt x="7908" y="2652"/>
                </a:lnTo>
                <a:lnTo>
                  <a:pt x="7957" y="2701"/>
                </a:lnTo>
                <a:lnTo>
                  <a:pt x="8030" y="2725"/>
                </a:lnTo>
                <a:lnTo>
                  <a:pt x="8127" y="2750"/>
                </a:lnTo>
                <a:lnTo>
                  <a:pt x="8200" y="2725"/>
                </a:lnTo>
                <a:lnTo>
                  <a:pt x="8273" y="2677"/>
                </a:lnTo>
                <a:lnTo>
                  <a:pt x="8322" y="2604"/>
                </a:lnTo>
                <a:lnTo>
                  <a:pt x="8322" y="2506"/>
                </a:lnTo>
                <a:lnTo>
                  <a:pt x="8273" y="1995"/>
                </a:lnTo>
                <a:lnTo>
                  <a:pt x="8273" y="1776"/>
                </a:lnTo>
                <a:lnTo>
                  <a:pt x="8249" y="1655"/>
                </a:lnTo>
                <a:lnTo>
                  <a:pt x="8225" y="1533"/>
                </a:lnTo>
                <a:lnTo>
                  <a:pt x="8444" y="1509"/>
                </a:lnTo>
                <a:close/>
                <a:moveTo>
                  <a:pt x="4575" y="14624"/>
                </a:moveTo>
                <a:lnTo>
                  <a:pt x="4794" y="14746"/>
                </a:lnTo>
                <a:lnTo>
                  <a:pt x="4672" y="14892"/>
                </a:lnTo>
                <a:lnTo>
                  <a:pt x="4526" y="15086"/>
                </a:lnTo>
                <a:lnTo>
                  <a:pt x="4502" y="15135"/>
                </a:lnTo>
                <a:lnTo>
                  <a:pt x="4283" y="14989"/>
                </a:lnTo>
                <a:lnTo>
                  <a:pt x="4380" y="14867"/>
                </a:lnTo>
                <a:lnTo>
                  <a:pt x="4478" y="14746"/>
                </a:lnTo>
                <a:lnTo>
                  <a:pt x="4575" y="14624"/>
                </a:lnTo>
                <a:close/>
                <a:moveTo>
                  <a:pt x="11996" y="14405"/>
                </a:moveTo>
                <a:lnTo>
                  <a:pt x="12045" y="14575"/>
                </a:lnTo>
                <a:lnTo>
                  <a:pt x="12118" y="14770"/>
                </a:lnTo>
                <a:lnTo>
                  <a:pt x="12167" y="14940"/>
                </a:lnTo>
                <a:lnTo>
                  <a:pt x="12191" y="14989"/>
                </a:lnTo>
                <a:lnTo>
                  <a:pt x="11850" y="15184"/>
                </a:lnTo>
                <a:lnTo>
                  <a:pt x="11826" y="15086"/>
                </a:lnTo>
                <a:lnTo>
                  <a:pt x="11777" y="14989"/>
                </a:lnTo>
                <a:lnTo>
                  <a:pt x="11656" y="14819"/>
                </a:lnTo>
                <a:lnTo>
                  <a:pt x="11534" y="14648"/>
                </a:lnTo>
                <a:lnTo>
                  <a:pt x="11777" y="14527"/>
                </a:lnTo>
                <a:lnTo>
                  <a:pt x="11996" y="14405"/>
                </a:lnTo>
                <a:close/>
                <a:moveTo>
                  <a:pt x="11339" y="14746"/>
                </a:moveTo>
                <a:lnTo>
                  <a:pt x="11364" y="14892"/>
                </a:lnTo>
                <a:lnTo>
                  <a:pt x="11437" y="15111"/>
                </a:lnTo>
                <a:lnTo>
                  <a:pt x="11558" y="15330"/>
                </a:lnTo>
                <a:lnTo>
                  <a:pt x="11169" y="15500"/>
                </a:lnTo>
                <a:lnTo>
                  <a:pt x="11193" y="15451"/>
                </a:lnTo>
                <a:lnTo>
                  <a:pt x="11169" y="15378"/>
                </a:lnTo>
                <a:lnTo>
                  <a:pt x="10901" y="15086"/>
                </a:lnTo>
                <a:lnTo>
                  <a:pt x="10804" y="14916"/>
                </a:lnTo>
                <a:lnTo>
                  <a:pt x="11023" y="14843"/>
                </a:lnTo>
                <a:lnTo>
                  <a:pt x="11339" y="14746"/>
                </a:lnTo>
                <a:close/>
                <a:moveTo>
                  <a:pt x="5135" y="14916"/>
                </a:moveTo>
                <a:lnTo>
                  <a:pt x="5548" y="15086"/>
                </a:lnTo>
                <a:lnTo>
                  <a:pt x="5402" y="15232"/>
                </a:lnTo>
                <a:lnTo>
                  <a:pt x="5281" y="15403"/>
                </a:lnTo>
                <a:lnTo>
                  <a:pt x="5232" y="15500"/>
                </a:lnTo>
                <a:lnTo>
                  <a:pt x="5208" y="15573"/>
                </a:lnTo>
                <a:lnTo>
                  <a:pt x="5208" y="15646"/>
                </a:lnTo>
                <a:lnTo>
                  <a:pt x="5183" y="15646"/>
                </a:lnTo>
                <a:lnTo>
                  <a:pt x="5086" y="15597"/>
                </a:lnTo>
                <a:lnTo>
                  <a:pt x="4989" y="15549"/>
                </a:lnTo>
                <a:lnTo>
                  <a:pt x="4818" y="15427"/>
                </a:lnTo>
                <a:lnTo>
                  <a:pt x="4891" y="15305"/>
                </a:lnTo>
                <a:lnTo>
                  <a:pt x="4964" y="15208"/>
                </a:lnTo>
                <a:lnTo>
                  <a:pt x="5086" y="15013"/>
                </a:lnTo>
                <a:lnTo>
                  <a:pt x="5086" y="14965"/>
                </a:lnTo>
                <a:lnTo>
                  <a:pt x="5110" y="14965"/>
                </a:lnTo>
                <a:lnTo>
                  <a:pt x="5110" y="14940"/>
                </a:lnTo>
                <a:lnTo>
                  <a:pt x="5135" y="14916"/>
                </a:lnTo>
                <a:close/>
                <a:moveTo>
                  <a:pt x="10561" y="14965"/>
                </a:moveTo>
                <a:lnTo>
                  <a:pt x="10609" y="15135"/>
                </a:lnTo>
                <a:lnTo>
                  <a:pt x="10707" y="15305"/>
                </a:lnTo>
                <a:lnTo>
                  <a:pt x="10804" y="15451"/>
                </a:lnTo>
                <a:lnTo>
                  <a:pt x="10926" y="15573"/>
                </a:lnTo>
                <a:lnTo>
                  <a:pt x="10950" y="15597"/>
                </a:lnTo>
                <a:lnTo>
                  <a:pt x="10877" y="15622"/>
                </a:lnTo>
                <a:lnTo>
                  <a:pt x="10609" y="15719"/>
                </a:lnTo>
                <a:lnTo>
                  <a:pt x="10585" y="15670"/>
                </a:lnTo>
                <a:lnTo>
                  <a:pt x="10512" y="15476"/>
                </a:lnTo>
                <a:lnTo>
                  <a:pt x="10415" y="15305"/>
                </a:lnTo>
                <a:lnTo>
                  <a:pt x="10342" y="15184"/>
                </a:lnTo>
                <a:lnTo>
                  <a:pt x="10293" y="15038"/>
                </a:lnTo>
                <a:lnTo>
                  <a:pt x="10561" y="14965"/>
                </a:lnTo>
                <a:close/>
                <a:moveTo>
                  <a:pt x="5913" y="15184"/>
                </a:moveTo>
                <a:lnTo>
                  <a:pt x="6327" y="15257"/>
                </a:lnTo>
                <a:lnTo>
                  <a:pt x="6181" y="15403"/>
                </a:lnTo>
                <a:lnTo>
                  <a:pt x="6084" y="15500"/>
                </a:lnTo>
                <a:lnTo>
                  <a:pt x="5986" y="15597"/>
                </a:lnTo>
                <a:lnTo>
                  <a:pt x="5913" y="15743"/>
                </a:lnTo>
                <a:lnTo>
                  <a:pt x="5889" y="15792"/>
                </a:lnTo>
                <a:lnTo>
                  <a:pt x="5865" y="15865"/>
                </a:lnTo>
                <a:lnTo>
                  <a:pt x="5524" y="15768"/>
                </a:lnTo>
                <a:lnTo>
                  <a:pt x="5621" y="15622"/>
                </a:lnTo>
                <a:lnTo>
                  <a:pt x="5694" y="15476"/>
                </a:lnTo>
                <a:lnTo>
                  <a:pt x="5889" y="15208"/>
                </a:lnTo>
                <a:lnTo>
                  <a:pt x="5913" y="15184"/>
                </a:lnTo>
                <a:close/>
                <a:moveTo>
                  <a:pt x="10025" y="15062"/>
                </a:moveTo>
                <a:lnTo>
                  <a:pt x="10025" y="15159"/>
                </a:lnTo>
                <a:lnTo>
                  <a:pt x="10025" y="15232"/>
                </a:lnTo>
                <a:lnTo>
                  <a:pt x="10074" y="15427"/>
                </a:lnTo>
                <a:lnTo>
                  <a:pt x="10171" y="15597"/>
                </a:lnTo>
                <a:lnTo>
                  <a:pt x="10220" y="15768"/>
                </a:lnTo>
                <a:lnTo>
                  <a:pt x="10244" y="15816"/>
                </a:lnTo>
                <a:lnTo>
                  <a:pt x="9758" y="15914"/>
                </a:lnTo>
                <a:lnTo>
                  <a:pt x="9758" y="15841"/>
                </a:lnTo>
                <a:lnTo>
                  <a:pt x="9758" y="15743"/>
                </a:lnTo>
                <a:lnTo>
                  <a:pt x="9709" y="15597"/>
                </a:lnTo>
                <a:lnTo>
                  <a:pt x="9660" y="15354"/>
                </a:lnTo>
                <a:lnTo>
                  <a:pt x="9660" y="15135"/>
                </a:lnTo>
                <a:lnTo>
                  <a:pt x="10025" y="15062"/>
                </a:lnTo>
                <a:close/>
                <a:moveTo>
                  <a:pt x="9466" y="15135"/>
                </a:moveTo>
                <a:lnTo>
                  <a:pt x="9441" y="15257"/>
                </a:lnTo>
                <a:lnTo>
                  <a:pt x="9417" y="15354"/>
                </a:lnTo>
                <a:lnTo>
                  <a:pt x="9417" y="15549"/>
                </a:lnTo>
                <a:lnTo>
                  <a:pt x="9417" y="15768"/>
                </a:lnTo>
                <a:lnTo>
                  <a:pt x="9441" y="15889"/>
                </a:lnTo>
                <a:lnTo>
                  <a:pt x="9490" y="15987"/>
                </a:lnTo>
                <a:lnTo>
                  <a:pt x="9441" y="15987"/>
                </a:lnTo>
                <a:lnTo>
                  <a:pt x="9247" y="16011"/>
                </a:lnTo>
                <a:lnTo>
                  <a:pt x="9222" y="15889"/>
                </a:lnTo>
                <a:lnTo>
                  <a:pt x="9198" y="15768"/>
                </a:lnTo>
                <a:lnTo>
                  <a:pt x="9125" y="15451"/>
                </a:lnTo>
                <a:lnTo>
                  <a:pt x="9125" y="15354"/>
                </a:lnTo>
                <a:lnTo>
                  <a:pt x="9076" y="15208"/>
                </a:lnTo>
                <a:lnTo>
                  <a:pt x="9441" y="15159"/>
                </a:lnTo>
                <a:lnTo>
                  <a:pt x="9466" y="15135"/>
                </a:lnTo>
                <a:close/>
                <a:moveTo>
                  <a:pt x="6594" y="15305"/>
                </a:moveTo>
                <a:lnTo>
                  <a:pt x="7032" y="15354"/>
                </a:lnTo>
                <a:lnTo>
                  <a:pt x="6984" y="15476"/>
                </a:lnTo>
                <a:lnTo>
                  <a:pt x="6935" y="15573"/>
                </a:lnTo>
                <a:lnTo>
                  <a:pt x="6886" y="15743"/>
                </a:lnTo>
                <a:lnTo>
                  <a:pt x="6813" y="15889"/>
                </a:lnTo>
                <a:lnTo>
                  <a:pt x="6765" y="15962"/>
                </a:lnTo>
                <a:lnTo>
                  <a:pt x="6740" y="16060"/>
                </a:lnTo>
                <a:lnTo>
                  <a:pt x="6254" y="15962"/>
                </a:lnTo>
                <a:lnTo>
                  <a:pt x="6351" y="15816"/>
                </a:lnTo>
                <a:lnTo>
                  <a:pt x="6448" y="15646"/>
                </a:lnTo>
                <a:lnTo>
                  <a:pt x="6521" y="15500"/>
                </a:lnTo>
                <a:lnTo>
                  <a:pt x="6570" y="15403"/>
                </a:lnTo>
                <a:lnTo>
                  <a:pt x="6594" y="15305"/>
                </a:lnTo>
                <a:close/>
                <a:moveTo>
                  <a:pt x="8249" y="15354"/>
                </a:moveTo>
                <a:lnTo>
                  <a:pt x="8225" y="15476"/>
                </a:lnTo>
                <a:lnTo>
                  <a:pt x="8200" y="15573"/>
                </a:lnTo>
                <a:lnTo>
                  <a:pt x="8200" y="15695"/>
                </a:lnTo>
                <a:lnTo>
                  <a:pt x="8200" y="15816"/>
                </a:lnTo>
                <a:lnTo>
                  <a:pt x="8273" y="16035"/>
                </a:lnTo>
                <a:lnTo>
                  <a:pt x="8127" y="16060"/>
                </a:lnTo>
                <a:lnTo>
                  <a:pt x="8103" y="16011"/>
                </a:lnTo>
                <a:lnTo>
                  <a:pt x="8079" y="15962"/>
                </a:lnTo>
                <a:lnTo>
                  <a:pt x="8054" y="15938"/>
                </a:lnTo>
                <a:lnTo>
                  <a:pt x="8054" y="15914"/>
                </a:lnTo>
                <a:lnTo>
                  <a:pt x="8054" y="15695"/>
                </a:lnTo>
                <a:lnTo>
                  <a:pt x="8079" y="15476"/>
                </a:lnTo>
                <a:lnTo>
                  <a:pt x="8079" y="15354"/>
                </a:lnTo>
                <a:close/>
                <a:moveTo>
                  <a:pt x="8930" y="15232"/>
                </a:moveTo>
                <a:lnTo>
                  <a:pt x="8906" y="15305"/>
                </a:lnTo>
                <a:lnTo>
                  <a:pt x="8882" y="15403"/>
                </a:lnTo>
                <a:lnTo>
                  <a:pt x="8857" y="15573"/>
                </a:lnTo>
                <a:lnTo>
                  <a:pt x="8857" y="15816"/>
                </a:lnTo>
                <a:lnTo>
                  <a:pt x="8882" y="15938"/>
                </a:lnTo>
                <a:lnTo>
                  <a:pt x="8930" y="16060"/>
                </a:lnTo>
                <a:lnTo>
                  <a:pt x="8638" y="16084"/>
                </a:lnTo>
                <a:lnTo>
                  <a:pt x="8638" y="16035"/>
                </a:lnTo>
                <a:lnTo>
                  <a:pt x="8638" y="15987"/>
                </a:lnTo>
                <a:lnTo>
                  <a:pt x="8565" y="15816"/>
                </a:lnTo>
                <a:lnTo>
                  <a:pt x="8517" y="15622"/>
                </a:lnTo>
                <a:lnTo>
                  <a:pt x="8541" y="15476"/>
                </a:lnTo>
                <a:lnTo>
                  <a:pt x="8541" y="15330"/>
                </a:lnTo>
                <a:lnTo>
                  <a:pt x="8614" y="15305"/>
                </a:lnTo>
                <a:lnTo>
                  <a:pt x="8663" y="15257"/>
                </a:lnTo>
                <a:lnTo>
                  <a:pt x="8930" y="15232"/>
                </a:lnTo>
                <a:close/>
                <a:moveTo>
                  <a:pt x="7738" y="15378"/>
                </a:moveTo>
                <a:lnTo>
                  <a:pt x="7689" y="15646"/>
                </a:lnTo>
                <a:lnTo>
                  <a:pt x="7665" y="15914"/>
                </a:lnTo>
                <a:lnTo>
                  <a:pt x="7689" y="16011"/>
                </a:lnTo>
                <a:lnTo>
                  <a:pt x="7714" y="16108"/>
                </a:lnTo>
                <a:lnTo>
                  <a:pt x="7446" y="16133"/>
                </a:lnTo>
                <a:lnTo>
                  <a:pt x="7178" y="16108"/>
                </a:lnTo>
                <a:lnTo>
                  <a:pt x="7203" y="16060"/>
                </a:lnTo>
                <a:lnTo>
                  <a:pt x="7276" y="15865"/>
                </a:lnTo>
                <a:lnTo>
                  <a:pt x="7349" y="15622"/>
                </a:lnTo>
                <a:lnTo>
                  <a:pt x="7397" y="15378"/>
                </a:lnTo>
                <a:close/>
                <a:moveTo>
                  <a:pt x="8419" y="0"/>
                </a:moveTo>
                <a:lnTo>
                  <a:pt x="8006" y="25"/>
                </a:lnTo>
                <a:lnTo>
                  <a:pt x="7592" y="98"/>
                </a:lnTo>
                <a:lnTo>
                  <a:pt x="7349" y="73"/>
                </a:lnTo>
                <a:lnTo>
                  <a:pt x="7130" y="98"/>
                </a:lnTo>
                <a:lnTo>
                  <a:pt x="6886" y="122"/>
                </a:lnTo>
                <a:lnTo>
                  <a:pt x="6667" y="171"/>
                </a:lnTo>
                <a:lnTo>
                  <a:pt x="6205" y="292"/>
                </a:lnTo>
                <a:lnTo>
                  <a:pt x="5816" y="414"/>
                </a:lnTo>
                <a:lnTo>
                  <a:pt x="5451" y="536"/>
                </a:lnTo>
                <a:lnTo>
                  <a:pt x="5110" y="682"/>
                </a:lnTo>
                <a:lnTo>
                  <a:pt x="4794" y="828"/>
                </a:lnTo>
                <a:lnTo>
                  <a:pt x="4478" y="998"/>
                </a:lnTo>
                <a:lnTo>
                  <a:pt x="3845" y="1363"/>
                </a:lnTo>
                <a:lnTo>
                  <a:pt x="3237" y="1776"/>
                </a:lnTo>
                <a:lnTo>
                  <a:pt x="2872" y="2020"/>
                </a:lnTo>
                <a:lnTo>
                  <a:pt x="2531" y="2287"/>
                </a:lnTo>
                <a:lnTo>
                  <a:pt x="2215" y="2579"/>
                </a:lnTo>
                <a:lnTo>
                  <a:pt x="1923" y="2871"/>
                </a:lnTo>
                <a:lnTo>
                  <a:pt x="1631" y="3212"/>
                </a:lnTo>
                <a:lnTo>
                  <a:pt x="1387" y="3528"/>
                </a:lnTo>
                <a:lnTo>
                  <a:pt x="1144" y="3893"/>
                </a:lnTo>
                <a:lnTo>
                  <a:pt x="949" y="4283"/>
                </a:lnTo>
                <a:lnTo>
                  <a:pt x="755" y="4648"/>
                </a:lnTo>
                <a:lnTo>
                  <a:pt x="609" y="5037"/>
                </a:lnTo>
                <a:lnTo>
                  <a:pt x="463" y="5426"/>
                </a:lnTo>
                <a:lnTo>
                  <a:pt x="341" y="5840"/>
                </a:lnTo>
                <a:lnTo>
                  <a:pt x="244" y="6254"/>
                </a:lnTo>
                <a:lnTo>
                  <a:pt x="146" y="6643"/>
                </a:lnTo>
                <a:lnTo>
                  <a:pt x="98" y="7057"/>
                </a:lnTo>
                <a:lnTo>
                  <a:pt x="49" y="7470"/>
                </a:lnTo>
                <a:lnTo>
                  <a:pt x="0" y="7908"/>
                </a:lnTo>
                <a:lnTo>
                  <a:pt x="0" y="8346"/>
                </a:lnTo>
                <a:lnTo>
                  <a:pt x="0" y="8784"/>
                </a:lnTo>
                <a:lnTo>
                  <a:pt x="25" y="9198"/>
                </a:lnTo>
                <a:lnTo>
                  <a:pt x="98" y="9636"/>
                </a:lnTo>
                <a:lnTo>
                  <a:pt x="171" y="10049"/>
                </a:lnTo>
                <a:lnTo>
                  <a:pt x="268" y="10487"/>
                </a:lnTo>
                <a:lnTo>
                  <a:pt x="390" y="10901"/>
                </a:lnTo>
                <a:lnTo>
                  <a:pt x="560" y="11315"/>
                </a:lnTo>
                <a:lnTo>
                  <a:pt x="730" y="11728"/>
                </a:lnTo>
                <a:lnTo>
                  <a:pt x="949" y="12118"/>
                </a:lnTo>
                <a:lnTo>
                  <a:pt x="1193" y="12507"/>
                </a:lnTo>
                <a:lnTo>
                  <a:pt x="1436" y="12896"/>
                </a:lnTo>
                <a:lnTo>
                  <a:pt x="1704" y="13261"/>
                </a:lnTo>
                <a:lnTo>
                  <a:pt x="2263" y="13967"/>
                </a:lnTo>
                <a:lnTo>
                  <a:pt x="2580" y="14308"/>
                </a:lnTo>
                <a:lnTo>
                  <a:pt x="2896" y="14624"/>
                </a:lnTo>
                <a:lnTo>
                  <a:pt x="3261" y="14892"/>
                </a:lnTo>
                <a:lnTo>
                  <a:pt x="3626" y="15159"/>
                </a:lnTo>
                <a:lnTo>
                  <a:pt x="4015" y="15403"/>
                </a:lnTo>
                <a:lnTo>
                  <a:pt x="4210" y="15524"/>
                </a:lnTo>
                <a:lnTo>
                  <a:pt x="4405" y="15670"/>
                </a:lnTo>
                <a:lnTo>
                  <a:pt x="4648" y="15889"/>
                </a:lnTo>
                <a:lnTo>
                  <a:pt x="4770" y="15987"/>
                </a:lnTo>
                <a:lnTo>
                  <a:pt x="4916" y="16060"/>
                </a:lnTo>
                <a:lnTo>
                  <a:pt x="5329" y="16230"/>
                </a:lnTo>
                <a:lnTo>
                  <a:pt x="5767" y="16352"/>
                </a:lnTo>
                <a:lnTo>
                  <a:pt x="6205" y="16473"/>
                </a:lnTo>
                <a:lnTo>
                  <a:pt x="6643" y="16571"/>
                </a:lnTo>
                <a:lnTo>
                  <a:pt x="7081" y="16619"/>
                </a:lnTo>
                <a:lnTo>
                  <a:pt x="7543" y="16619"/>
                </a:lnTo>
                <a:lnTo>
                  <a:pt x="7981" y="16595"/>
                </a:lnTo>
                <a:lnTo>
                  <a:pt x="8419" y="16522"/>
                </a:lnTo>
                <a:lnTo>
                  <a:pt x="8492" y="16498"/>
                </a:lnTo>
                <a:lnTo>
                  <a:pt x="8541" y="16449"/>
                </a:lnTo>
                <a:lnTo>
                  <a:pt x="8760" y="16498"/>
                </a:lnTo>
                <a:lnTo>
                  <a:pt x="8979" y="16498"/>
                </a:lnTo>
                <a:lnTo>
                  <a:pt x="9417" y="16425"/>
                </a:lnTo>
                <a:lnTo>
                  <a:pt x="9855" y="16352"/>
                </a:lnTo>
                <a:lnTo>
                  <a:pt x="10293" y="16254"/>
                </a:lnTo>
                <a:lnTo>
                  <a:pt x="10707" y="16133"/>
                </a:lnTo>
                <a:lnTo>
                  <a:pt x="11120" y="15987"/>
                </a:lnTo>
                <a:lnTo>
                  <a:pt x="11510" y="15841"/>
                </a:lnTo>
                <a:lnTo>
                  <a:pt x="11875" y="15670"/>
                </a:lnTo>
                <a:lnTo>
                  <a:pt x="12240" y="15476"/>
                </a:lnTo>
                <a:lnTo>
                  <a:pt x="12605" y="15257"/>
                </a:lnTo>
                <a:lnTo>
                  <a:pt x="12945" y="15013"/>
                </a:lnTo>
                <a:lnTo>
                  <a:pt x="13262" y="14770"/>
                </a:lnTo>
                <a:lnTo>
                  <a:pt x="13578" y="14502"/>
                </a:lnTo>
                <a:lnTo>
                  <a:pt x="13870" y="14235"/>
                </a:lnTo>
                <a:lnTo>
                  <a:pt x="14186" y="13918"/>
                </a:lnTo>
                <a:lnTo>
                  <a:pt x="14454" y="13626"/>
                </a:lnTo>
                <a:lnTo>
                  <a:pt x="14697" y="13286"/>
                </a:lnTo>
                <a:lnTo>
                  <a:pt x="14940" y="12945"/>
                </a:lnTo>
                <a:lnTo>
                  <a:pt x="15159" y="12580"/>
                </a:lnTo>
                <a:lnTo>
                  <a:pt x="15354" y="12215"/>
                </a:lnTo>
                <a:lnTo>
                  <a:pt x="15549" y="11850"/>
                </a:lnTo>
                <a:lnTo>
                  <a:pt x="15719" y="11461"/>
                </a:lnTo>
                <a:lnTo>
                  <a:pt x="15865" y="11071"/>
                </a:lnTo>
                <a:lnTo>
                  <a:pt x="16011" y="10658"/>
                </a:lnTo>
                <a:lnTo>
                  <a:pt x="16108" y="10244"/>
                </a:lnTo>
                <a:lnTo>
                  <a:pt x="16206" y="9806"/>
                </a:lnTo>
                <a:lnTo>
                  <a:pt x="16254" y="9514"/>
                </a:lnTo>
                <a:lnTo>
                  <a:pt x="16279" y="9198"/>
                </a:lnTo>
                <a:lnTo>
                  <a:pt x="16279" y="9028"/>
                </a:lnTo>
                <a:lnTo>
                  <a:pt x="16279" y="8882"/>
                </a:lnTo>
                <a:lnTo>
                  <a:pt x="16230" y="8736"/>
                </a:lnTo>
                <a:lnTo>
                  <a:pt x="16157" y="8614"/>
                </a:lnTo>
                <a:lnTo>
                  <a:pt x="16157" y="8298"/>
                </a:lnTo>
                <a:lnTo>
                  <a:pt x="16157" y="8079"/>
                </a:lnTo>
                <a:lnTo>
                  <a:pt x="16157" y="7860"/>
                </a:lnTo>
                <a:lnTo>
                  <a:pt x="16157" y="7641"/>
                </a:lnTo>
                <a:lnTo>
                  <a:pt x="16157" y="7422"/>
                </a:lnTo>
                <a:lnTo>
                  <a:pt x="16084" y="6935"/>
                </a:lnTo>
                <a:lnTo>
                  <a:pt x="15962" y="6448"/>
                </a:lnTo>
                <a:lnTo>
                  <a:pt x="15841" y="5962"/>
                </a:lnTo>
                <a:lnTo>
                  <a:pt x="15743" y="5499"/>
                </a:lnTo>
                <a:lnTo>
                  <a:pt x="15622" y="5061"/>
                </a:lnTo>
                <a:lnTo>
                  <a:pt x="15500" y="4648"/>
                </a:lnTo>
                <a:lnTo>
                  <a:pt x="15330" y="4234"/>
                </a:lnTo>
                <a:lnTo>
                  <a:pt x="15135" y="3845"/>
                </a:lnTo>
                <a:lnTo>
                  <a:pt x="14892" y="3480"/>
                </a:lnTo>
                <a:lnTo>
                  <a:pt x="14648" y="3139"/>
                </a:lnTo>
                <a:lnTo>
                  <a:pt x="14356" y="2798"/>
                </a:lnTo>
                <a:lnTo>
                  <a:pt x="14065" y="2458"/>
                </a:lnTo>
                <a:lnTo>
                  <a:pt x="13724" y="2166"/>
                </a:lnTo>
                <a:lnTo>
                  <a:pt x="13359" y="1874"/>
                </a:lnTo>
                <a:lnTo>
                  <a:pt x="12970" y="1606"/>
                </a:lnTo>
                <a:lnTo>
                  <a:pt x="12556" y="1363"/>
                </a:lnTo>
                <a:lnTo>
                  <a:pt x="12142" y="1144"/>
                </a:lnTo>
                <a:lnTo>
                  <a:pt x="11729" y="925"/>
                </a:lnTo>
                <a:lnTo>
                  <a:pt x="10877" y="560"/>
                </a:lnTo>
                <a:lnTo>
                  <a:pt x="10488" y="414"/>
                </a:lnTo>
                <a:lnTo>
                  <a:pt x="10098" y="292"/>
                </a:lnTo>
                <a:lnTo>
                  <a:pt x="9685" y="171"/>
                </a:lnTo>
                <a:lnTo>
                  <a:pt x="9271" y="73"/>
                </a:lnTo>
                <a:lnTo>
                  <a:pt x="8833" y="25"/>
                </a:lnTo>
                <a:lnTo>
                  <a:pt x="8419"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00" name="Google Shape;800;p39"/>
          <p:cNvSpPr/>
          <p:nvPr/>
        </p:nvSpPr>
        <p:spPr>
          <a:xfrm>
            <a:off x="282226" y="865419"/>
            <a:ext cx="368541" cy="456289"/>
          </a:xfrm>
          <a:custGeom>
            <a:avLst/>
            <a:gdLst/>
            <a:ahLst/>
            <a:cxnLst/>
            <a:rect l="l" t="t" r="r" b="b"/>
            <a:pathLst>
              <a:path w="16863" h="20878" extrusionOk="0">
                <a:moveTo>
                  <a:pt x="974" y="1801"/>
                </a:moveTo>
                <a:lnTo>
                  <a:pt x="1144" y="1825"/>
                </a:lnTo>
                <a:lnTo>
                  <a:pt x="1314" y="1874"/>
                </a:lnTo>
                <a:lnTo>
                  <a:pt x="1436" y="1874"/>
                </a:lnTo>
                <a:lnTo>
                  <a:pt x="1460" y="2093"/>
                </a:lnTo>
                <a:lnTo>
                  <a:pt x="1485" y="2774"/>
                </a:lnTo>
                <a:lnTo>
                  <a:pt x="1387" y="2750"/>
                </a:lnTo>
                <a:lnTo>
                  <a:pt x="1314" y="2774"/>
                </a:lnTo>
                <a:lnTo>
                  <a:pt x="1241" y="2798"/>
                </a:lnTo>
                <a:lnTo>
                  <a:pt x="901" y="3042"/>
                </a:lnTo>
                <a:lnTo>
                  <a:pt x="560" y="3309"/>
                </a:lnTo>
                <a:lnTo>
                  <a:pt x="511" y="3358"/>
                </a:lnTo>
                <a:lnTo>
                  <a:pt x="511" y="2847"/>
                </a:lnTo>
                <a:lnTo>
                  <a:pt x="536" y="2823"/>
                </a:lnTo>
                <a:lnTo>
                  <a:pt x="706" y="2725"/>
                </a:lnTo>
                <a:lnTo>
                  <a:pt x="852" y="2604"/>
                </a:lnTo>
                <a:lnTo>
                  <a:pt x="1193" y="2409"/>
                </a:lnTo>
                <a:lnTo>
                  <a:pt x="1290" y="2360"/>
                </a:lnTo>
                <a:lnTo>
                  <a:pt x="1339" y="2287"/>
                </a:lnTo>
                <a:lnTo>
                  <a:pt x="1436" y="2117"/>
                </a:lnTo>
                <a:lnTo>
                  <a:pt x="1460" y="2093"/>
                </a:lnTo>
                <a:lnTo>
                  <a:pt x="1436" y="2044"/>
                </a:lnTo>
                <a:lnTo>
                  <a:pt x="1412" y="2020"/>
                </a:lnTo>
                <a:lnTo>
                  <a:pt x="1290" y="1995"/>
                </a:lnTo>
                <a:lnTo>
                  <a:pt x="1168" y="1995"/>
                </a:lnTo>
                <a:lnTo>
                  <a:pt x="998" y="2068"/>
                </a:lnTo>
                <a:lnTo>
                  <a:pt x="828" y="2166"/>
                </a:lnTo>
                <a:lnTo>
                  <a:pt x="657" y="2287"/>
                </a:lnTo>
                <a:lnTo>
                  <a:pt x="487" y="2409"/>
                </a:lnTo>
                <a:lnTo>
                  <a:pt x="487" y="2093"/>
                </a:lnTo>
                <a:lnTo>
                  <a:pt x="438" y="1801"/>
                </a:lnTo>
                <a:lnTo>
                  <a:pt x="609" y="1825"/>
                </a:lnTo>
                <a:lnTo>
                  <a:pt x="974" y="1801"/>
                </a:lnTo>
                <a:close/>
                <a:moveTo>
                  <a:pt x="13237" y="803"/>
                </a:moveTo>
                <a:lnTo>
                  <a:pt x="13383" y="949"/>
                </a:lnTo>
                <a:lnTo>
                  <a:pt x="13651" y="1192"/>
                </a:lnTo>
                <a:lnTo>
                  <a:pt x="13943" y="1436"/>
                </a:lnTo>
                <a:lnTo>
                  <a:pt x="14210" y="1655"/>
                </a:lnTo>
                <a:lnTo>
                  <a:pt x="14454" y="1922"/>
                </a:lnTo>
                <a:lnTo>
                  <a:pt x="14697" y="2214"/>
                </a:lnTo>
                <a:lnTo>
                  <a:pt x="14965" y="2482"/>
                </a:lnTo>
                <a:lnTo>
                  <a:pt x="15500" y="3017"/>
                </a:lnTo>
                <a:lnTo>
                  <a:pt x="15646" y="3188"/>
                </a:lnTo>
                <a:lnTo>
                  <a:pt x="15792" y="3382"/>
                </a:lnTo>
                <a:lnTo>
                  <a:pt x="15938" y="3577"/>
                </a:lnTo>
                <a:lnTo>
                  <a:pt x="16084" y="3772"/>
                </a:lnTo>
                <a:lnTo>
                  <a:pt x="15743" y="3796"/>
                </a:lnTo>
                <a:lnTo>
                  <a:pt x="15403" y="3820"/>
                </a:lnTo>
                <a:lnTo>
                  <a:pt x="14697" y="3820"/>
                </a:lnTo>
                <a:lnTo>
                  <a:pt x="14016" y="3796"/>
                </a:lnTo>
                <a:lnTo>
                  <a:pt x="13651" y="3772"/>
                </a:lnTo>
                <a:lnTo>
                  <a:pt x="13310" y="3820"/>
                </a:lnTo>
                <a:lnTo>
                  <a:pt x="13261" y="3042"/>
                </a:lnTo>
                <a:lnTo>
                  <a:pt x="13188" y="2239"/>
                </a:lnTo>
                <a:lnTo>
                  <a:pt x="13188" y="1874"/>
                </a:lnTo>
                <a:lnTo>
                  <a:pt x="13188" y="1533"/>
                </a:lnTo>
                <a:lnTo>
                  <a:pt x="13237" y="803"/>
                </a:lnTo>
                <a:close/>
                <a:moveTo>
                  <a:pt x="1509" y="3163"/>
                </a:moveTo>
                <a:lnTo>
                  <a:pt x="1533" y="3455"/>
                </a:lnTo>
                <a:lnTo>
                  <a:pt x="1363" y="3553"/>
                </a:lnTo>
                <a:lnTo>
                  <a:pt x="1193" y="3650"/>
                </a:lnTo>
                <a:lnTo>
                  <a:pt x="901" y="3918"/>
                </a:lnTo>
                <a:lnTo>
                  <a:pt x="706" y="4064"/>
                </a:lnTo>
                <a:lnTo>
                  <a:pt x="511" y="4210"/>
                </a:lnTo>
                <a:lnTo>
                  <a:pt x="511" y="3845"/>
                </a:lnTo>
                <a:lnTo>
                  <a:pt x="511" y="3747"/>
                </a:lnTo>
                <a:lnTo>
                  <a:pt x="657" y="3699"/>
                </a:lnTo>
                <a:lnTo>
                  <a:pt x="803" y="3626"/>
                </a:lnTo>
                <a:lnTo>
                  <a:pt x="1047" y="3455"/>
                </a:lnTo>
                <a:lnTo>
                  <a:pt x="1387" y="3236"/>
                </a:lnTo>
                <a:lnTo>
                  <a:pt x="1509" y="3163"/>
                </a:lnTo>
                <a:close/>
                <a:moveTo>
                  <a:pt x="1533" y="3942"/>
                </a:moveTo>
                <a:lnTo>
                  <a:pt x="1533" y="4404"/>
                </a:lnTo>
                <a:lnTo>
                  <a:pt x="1533" y="4526"/>
                </a:lnTo>
                <a:lnTo>
                  <a:pt x="1168" y="4745"/>
                </a:lnTo>
                <a:lnTo>
                  <a:pt x="828" y="4988"/>
                </a:lnTo>
                <a:lnTo>
                  <a:pt x="657" y="5086"/>
                </a:lnTo>
                <a:lnTo>
                  <a:pt x="511" y="5232"/>
                </a:lnTo>
                <a:lnTo>
                  <a:pt x="511" y="4648"/>
                </a:lnTo>
                <a:lnTo>
                  <a:pt x="657" y="4575"/>
                </a:lnTo>
                <a:lnTo>
                  <a:pt x="803" y="4477"/>
                </a:lnTo>
                <a:lnTo>
                  <a:pt x="1095" y="4258"/>
                </a:lnTo>
                <a:lnTo>
                  <a:pt x="1533" y="3942"/>
                </a:lnTo>
                <a:close/>
                <a:moveTo>
                  <a:pt x="1509" y="4964"/>
                </a:moveTo>
                <a:lnTo>
                  <a:pt x="1485" y="5378"/>
                </a:lnTo>
                <a:lnTo>
                  <a:pt x="1363" y="5451"/>
                </a:lnTo>
                <a:lnTo>
                  <a:pt x="1217" y="5548"/>
                </a:lnTo>
                <a:lnTo>
                  <a:pt x="998" y="5767"/>
                </a:lnTo>
                <a:lnTo>
                  <a:pt x="730" y="5986"/>
                </a:lnTo>
                <a:lnTo>
                  <a:pt x="609" y="6108"/>
                </a:lnTo>
                <a:lnTo>
                  <a:pt x="487" y="6254"/>
                </a:lnTo>
                <a:lnTo>
                  <a:pt x="487" y="5499"/>
                </a:lnTo>
                <a:lnTo>
                  <a:pt x="633" y="5475"/>
                </a:lnTo>
                <a:lnTo>
                  <a:pt x="755" y="5426"/>
                </a:lnTo>
                <a:lnTo>
                  <a:pt x="998" y="5256"/>
                </a:lnTo>
                <a:lnTo>
                  <a:pt x="1509" y="4964"/>
                </a:lnTo>
                <a:close/>
                <a:moveTo>
                  <a:pt x="1460" y="5889"/>
                </a:moveTo>
                <a:lnTo>
                  <a:pt x="1436" y="6473"/>
                </a:lnTo>
                <a:lnTo>
                  <a:pt x="1363" y="6448"/>
                </a:lnTo>
                <a:lnTo>
                  <a:pt x="1266" y="6448"/>
                </a:lnTo>
                <a:lnTo>
                  <a:pt x="1168" y="6473"/>
                </a:lnTo>
                <a:lnTo>
                  <a:pt x="998" y="6594"/>
                </a:lnTo>
                <a:lnTo>
                  <a:pt x="852" y="6716"/>
                </a:lnTo>
                <a:lnTo>
                  <a:pt x="730" y="6862"/>
                </a:lnTo>
                <a:lnTo>
                  <a:pt x="511" y="7105"/>
                </a:lnTo>
                <a:lnTo>
                  <a:pt x="487" y="6448"/>
                </a:lnTo>
                <a:lnTo>
                  <a:pt x="511" y="6448"/>
                </a:lnTo>
                <a:lnTo>
                  <a:pt x="682" y="6424"/>
                </a:lnTo>
                <a:lnTo>
                  <a:pt x="828" y="6351"/>
                </a:lnTo>
                <a:lnTo>
                  <a:pt x="974" y="6254"/>
                </a:lnTo>
                <a:lnTo>
                  <a:pt x="1095" y="6156"/>
                </a:lnTo>
                <a:lnTo>
                  <a:pt x="1460" y="5889"/>
                </a:lnTo>
                <a:close/>
                <a:moveTo>
                  <a:pt x="6984" y="6205"/>
                </a:moveTo>
                <a:lnTo>
                  <a:pt x="6935" y="6229"/>
                </a:lnTo>
                <a:lnTo>
                  <a:pt x="6862" y="6278"/>
                </a:lnTo>
                <a:lnTo>
                  <a:pt x="6716" y="6424"/>
                </a:lnTo>
                <a:lnTo>
                  <a:pt x="6546" y="6594"/>
                </a:lnTo>
                <a:lnTo>
                  <a:pt x="6327" y="6740"/>
                </a:lnTo>
                <a:lnTo>
                  <a:pt x="6108" y="6862"/>
                </a:lnTo>
                <a:lnTo>
                  <a:pt x="5986" y="6911"/>
                </a:lnTo>
                <a:lnTo>
                  <a:pt x="5889" y="6935"/>
                </a:lnTo>
                <a:lnTo>
                  <a:pt x="5767" y="6935"/>
                </a:lnTo>
                <a:lnTo>
                  <a:pt x="5670" y="6911"/>
                </a:lnTo>
                <a:lnTo>
                  <a:pt x="5572" y="6886"/>
                </a:lnTo>
                <a:lnTo>
                  <a:pt x="5499" y="6838"/>
                </a:lnTo>
                <a:lnTo>
                  <a:pt x="5426" y="6740"/>
                </a:lnTo>
                <a:lnTo>
                  <a:pt x="5353" y="6619"/>
                </a:lnTo>
                <a:lnTo>
                  <a:pt x="5305" y="6546"/>
                </a:lnTo>
                <a:lnTo>
                  <a:pt x="5232" y="6521"/>
                </a:lnTo>
                <a:lnTo>
                  <a:pt x="5134" y="6521"/>
                </a:lnTo>
                <a:lnTo>
                  <a:pt x="5061" y="6546"/>
                </a:lnTo>
                <a:lnTo>
                  <a:pt x="4794" y="6716"/>
                </a:lnTo>
                <a:lnTo>
                  <a:pt x="4599" y="6813"/>
                </a:lnTo>
                <a:lnTo>
                  <a:pt x="4429" y="6911"/>
                </a:lnTo>
                <a:lnTo>
                  <a:pt x="4283" y="6959"/>
                </a:lnTo>
                <a:lnTo>
                  <a:pt x="4210" y="6959"/>
                </a:lnTo>
                <a:lnTo>
                  <a:pt x="4137" y="6935"/>
                </a:lnTo>
                <a:lnTo>
                  <a:pt x="4088" y="6911"/>
                </a:lnTo>
                <a:lnTo>
                  <a:pt x="4064" y="6838"/>
                </a:lnTo>
                <a:lnTo>
                  <a:pt x="4039" y="6765"/>
                </a:lnTo>
                <a:lnTo>
                  <a:pt x="4039" y="6667"/>
                </a:lnTo>
                <a:lnTo>
                  <a:pt x="4039" y="6619"/>
                </a:lnTo>
                <a:lnTo>
                  <a:pt x="4015" y="6594"/>
                </a:lnTo>
                <a:lnTo>
                  <a:pt x="3966" y="6570"/>
                </a:lnTo>
                <a:lnTo>
                  <a:pt x="3893" y="6570"/>
                </a:lnTo>
                <a:lnTo>
                  <a:pt x="3845" y="6643"/>
                </a:lnTo>
                <a:lnTo>
                  <a:pt x="3796" y="6862"/>
                </a:lnTo>
                <a:lnTo>
                  <a:pt x="3772" y="6959"/>
                </a:lnTo>
                <a:lnTo>
                  <a:pt x="3772" y="7057"/>
                </a:lnTo>
                <a:lnTo>
                  <a:pt x="3796" y="7154"/>
                </a:lnTo>
                <a:lnTo>
                  <a:pt x="3845" y="7251"/>
                </a:lnTo>
                <a:lnTo>
                  <a:pt x="3942" y="7300"/>
                </a:lnTo>
                <a:lnTo>
                  <a:pt x="4064" y="7349"/>
                </a:lnTo>
                <a:lnTo>
                  <a:pt x="4331" y="7349"/>
                </a:lnTo>
                <a:lnTo>
                  <a:pt x="4453" y="7324"/>
                </a:lnTo>
                <a:lnTo>
                  <a:pt x="4599" y="7276"/>
                </a:lnTo>
                <a:lnTo>
                  <a:pt x="4842" y="7154"/>
                </a:lnTo>
                <a:lnTo>
                  <a:pt x="5086" y="7008"/>
                </a:lnTo>
                <a:lnTo>
                  <a:pt x="5183" y="7130"/>
                </a:lnTo>
                <a:lnTo>
                  <a:pt x="5280" y="7203"/>
                </a:lnTo>
                <a:lnTo>
                  <a:pt x="5378" y="7276"/>
                </a:lnTo>
                <a:lnTo>
                  <a:pt x="5499" y="7324"/>
                </a:lnTo>
                <a:lnTo>
                  <a:pt x="5597" y="7349"/>
                </a:lnTo>
                <a:lnTo>
                  <a:pt x="5718" y="7349"/>
                </a:lnTo>
                <a:lnTo>
                  <a:pt x="5962" y="7324"/>
                </a:lnTo>
                <a:lnTo>
                  <a:pt x="6229" y="7251"/>
                </a:lnTo>
                <a:lnTo>
                  <a:pt x="6473" y="7130"/>
                </a:lnTo>
                <a:lnTo>
                  <a:pt x="6716" y="6984"/>
                </a:lnTo>
                <a:lnTo>
                  <a:pt x="6935" y="6813"/>
                </a:lnTo>
                <a:lnTo>
                  <a:pt x="7057" y="6959"/>
                </a:lnTo>
                <a:lnTo>
                  <a:pt x="7203" y="7081"/>
                </a:lnTo>
                <a:lnTo>
                  <a:pt x="7373" y="7154"/>
                </a:lnTo>
                <a:lnTo>
                  <a:pt x="7568" y="7203"/>
                </a:lnTo>
                <a:lnTo>
                  <a:pt x="7714" y="7227"/>
                </a:lnTo>
                <a:lnTo>
                  <a:pt x="7981" y="7227"/>
                </a:lnTo>
                <a:lnTo>
                  <a:pt x="8103" y="7178"/>
                </a:lnTo>
                <a:lnTo>
                  <a:pt x="8225" y="7130"/>
                </a:lnTo>
                <a:lnTo>
                  <a:pt x="8322" y="7057"/>
                </a:lnTo>
                <a:lnTo>
                  <a:pt x="8541" y="6911"/>
                </a:lnTo>
                <a:lnTo>
                  <a:pt x="8663" y="7057"/>
                </a:lnTo>
                <a:lnTo>
                  <a:pt x="8833" y="7154"/>
                </a:lnTo>
                <a:lnTo>
                  <a:pt x="9028" y="7203"/>
                </a:lnTo>
                <a:lnTo>
                  <a:pt x="9222" y="7227"/>
                </a:lnTo>
                <a:lnTo>
                  <a:pt x="9441" y="7203"/>
                </a:lnTo>
                <a:lnTo>
                  <a:pt x="9636" y="7154"/>
                </a:lnTo>
                <a:lnTo>
                  <a:pt x="9830" y="7057"/>
                </a:lnTo>
                <a:lnTo>
                  <a:pt x="10001" y="6935"/>
                </a:lnTo>
                <a:lnTo>
                  <a:pt x="10171" y="7057"/>
                </a:lnTo>
                <a:lnTo>
                  <a:pt x="10341" y="7154"/>
                </a:lnTo>
                <a:lnTo>
                  <a:pt x="10512" y="7227"/>
                </a:lnTo>
                <a:lnTo>
                  <a:pt x="10706" y="7276"/>
                </a:lnTo>
                <a:lnTo>
                  <a:pt x="10877" y="7276"/>
                </a:lnTo>
                <a:lnTo>
                  <a:pt x="11047" y="7251"/>
                </a:lnTo>
                <a:lnTo>
                  <a:pt x="11193" y="7203"/>
                </a:lnTo>
                <a:lnTo>
                  <a:pt x="11339" y="7105"/>
                </a:lnTo>
                <a:lnTo>
                  <a:pt x="11436" y="7203"/>
                </a:lnTo>
                <a:lnTo>
                  <a:pt x="11534" y="7276"/>
                </a:lnTo>
                <a:lnTo>
                  <a:pt x="11655" y="7349"/>
                </a:lnTo>
                <a:lnTo>
                  <a:pt x="11777" y="7397"/>
                </a:lnTo>
                <a:lnTo>
                  <a:pt x="11899" y="7422"/>
                </a:lnTo>
                <a:lnTo>
                  <a:pt x="12020" y="7422"/>
                </a:lnTo>
                <a:lnTo>
                  <a:pt x="12142" y="7397"/>
                </a:lnTo>
                <a:lnTo>
                  <a:pt x="12239" y="7349"/>
                </a:lnTo>
                <a:lnTo>
                  <a:pt x="12337" y="7300"/>
                </a:lnTo>
                <a:lnTo>
                  <a:pt x="12434" y="7203"/>
                </a:lnTo>
                <a:lnTo>
                  <a:pt x="12604" y="7032"/>
                </a:lnTo>
                <a:lnTo>
                  <a:pt x="12848" y="7178"/>
                </a:lnTo>
                <a:lnTo>
                  <a:pt x="12969" y="7251"/>
                </a:lnTo>
                <a:lnTo>
                  <a:pt x="13091" y="7300"/>
                </a:lnTo>
                <a:lnTo>
                  <a:pt x="13213" y="7324"/>
                </a:lnTo>
                <a:lnTo>
                  <a:pt x="13334" y="7324"/>
                </a:lnTo>
                <a:lnTo>
                  <a:pt x="13432" y="7300"/>
                </a:lnTo>
                <a:lnTo>
                  <a:pt x="13529" y="7227"/>
                </a:lnTo>
                <a:lnTo>
                  <a:pt x="13651" y="7324"/>
                </a:lnTo>
                <a:lnTo>
                  <a:pt x="13797" y="7373"/>
                </a:lnTo>
                <a:lnTo>
                  <a:pt x="13967" y="7397"/>
                </a:lnTo>
                <a:lnTo>
                  <a:pt x="14113" y="7373"/>
                </a:lnTo>
                <a:lnTo>
                  <a:pt x="14259" y="7349"/>
                </a:lnTo>
                <a:lnTo>
                  <a:pt x="14405" y="7251"/>
                </a:lnTo>
                <a:lnTo>
                  <a:pt x="14502" y="7154"/>
                </a:lnTo>
                <a:lnTo>
                  <a:pt x="14575" y="7008"/>
                </a:lnTo>
                <a:lnTo>
                  <a:pt x="14575" y="6959"/>
                </a:lnTo>
                <a:lnTo>
                  <a:pt x="14575" y="6935"/>
                </a:lnTo>
                <a:lnTo>
                  <a:pt x="14527" y="6911"/>
                </a:lnTo>
                <a:lnTo>
                  <a:pt x="14502" y="6911"/>
                </a:lnTo>
                <a:lnTo>
                  <a:pt x="14283" y="6959"/>
                </a:lnTo>
                <a:lnTo>
                  <a:pt x="14016" y="7032"/>
                </a:lnTo>
                <a:lnTo>
                  <a:pt x="13894" y="7032"/>
                </a:lnTo>
                <a:lnTo>
                  <a:pt x="13772" y="7008"/>
                </a:lnTo>
                <a:lnTo>
                  <a:pt x="13699" y="6959"/>
                </a:lnTo>
                <a:lnTo>
                  <a:pt x="13651" y="6911"/>
                </a:lnTo>
                <a:lnTo>
                  <a:pt x="13651" y="6862"/>
                </a:lnTo>
                <a:lnTo>
                  <a:pt x="13626" y="6789"/>
                </a:lnTo>
                <a:lnTo>
                  <a:pt x="13578" y="6740"/>
                </a:lnTo>
                <a:lnTo>
                  <a:pt x="13529" y="6692"/>
                </a:lnTo>
                <a:lnTo>
                  <a:pt x="13407" y="6692"/>
                </a:lnTo>
                <a:lnTo>
                  <a:pt x="13359" y="6716"/>
                </a:lnTo>
                <a:lnTo>
                  <a:pt x="13334" y="6789"/>
                </a:lnTo>
                <a:lnTo>
                  <a:pt x="13310" y="6862"/>
                </a:lnTo>
                <a:lnTo>
                  <a:pt x="13286" y="6911"/>
                </a:lnTo>
                <a:lnTo>
                  <a:pt x="13286" y="6959"/>
                </a:lnTo>
                <a:lnTo>
                  <a:pt x="13261" y="6984"/>
                </a:lnTo>
                <a:lnTo>
                  <a:pt x="13115" y="6984"/>
                </a:lnTo>
                <a:lnTo>
                  <a:pt x="13018" y="6935"/>
                </a:lnTo>
                <a:lnTo>
                  <a:pt x="12823" y="6789"/>
                </a:lnTo>
                <a:lnTo>
                  <a:pt x="12677" y="6667"/>
                </a:lnTo>
                <a:lnTo>
                  <a:pt x="12629" y="6643"/>
                </a:lnTo>
                <a:lnTo>
                  <a:pt x="12580" y="6619"/>
                </a:lnTo>
                <a:lnTo>
                  <a:pt x="12507" y="6619"/>
                </a:lnTo>
                <a:lnTo>
                  <a:pt x="12458" y="6667"/>
                </a:lnTo>
                <a:lnTo>
                  <a:pt x="12264" y="6886"/>
                </a:lnTo>
                <a:lnTo>
                  <a:pt x="12166" y="6959"/>
                </a:lnTo>
                <a:lnTo>
                  <a:pt x="12045" y="7032"/>
                </a:lnTo>
                <a:lnTo>
                  <a:pt x="11947" y="7057"/>
                </a:lnTo>
                <a:lnTo>
                  <a:pt x="11850" y="7032"/>
                </a:lnTo>
                <a:lnTo>
                  <a:pt x="11777" y="7008"/>
                </a:lnTo>
                <a:lnTo>
                  <a:pt x="11704" y="6911"/>
                </a:lnTo>
                <a:lnTo>
                  <a:pt x="11631" y="6813"/>
                </a:lnTo>
                <a:lnTo>
                  <a:pt x="11582" y="6667"/>
                </a:lnTo>
                <a:lnTo>
                  <a:pt x="11582" y="6594"/>
                </a:lnTo>
                <a:lnTo>
                  <a:pt x="11534" y="6521"/>
                </a:lnTo>
                <a:lnTo>
                  <a:pt x="11485" y="6497"/>
                </a:lnTo>
                <a:lnTo>
                  <a:pt x="11436" y="6473"/>
                </a:lnTo>
                <a:lnTo>
                  <a:pt x="11363" y="6473"/>
                </a:lnTo>
                <a:lnTo>
                  <a:pt x="11315" y="6497"/>
                </a:lnTo>
                <a:lnTo>
                  <a:pt x="11266" y="6546"/>
                </a:lnTo>
                <a:lnTo>
                  <a:pt x="11217" y="6619"/>
                </a:lnTo>
                <a:lnTo>
                  <a:pt x="11193" y="6716"/>
                </a:lnTo>
                <a:lnTo>
                  <a:pt x="11144" y="6789"/>
                </a:lnTo>
                <a:lnTo>
                  <a:pt x="11071" y="6838"/>
                </a:lnTo>
                <a:lnTo>
                  <a:pt x="11023" y="6886"/>
                </a:lnTo>
                <a:lnTo>
                  <a:pt x="10950" y="6911"/>
                </a:lnTo>
                <a:lnTo>
                  <a:pt x="10877" y="6911"/>
                </a:lnTo>
                <a:lnTo>
                  <a:pt x="10706" y="6886"/>
                </a:lnTo>
                <a:lnTo>
                  <a:pt x="10560" y="6838"/>
                </a:lnTo>
                <a:lnTo>
                  <a:pt x="10390" y="6740"/>
                </a:lnTo>
                <a:lnTo>
                  <a:pt x="10268" y="6643"/>
                </a:lnTo>
                <a:lnTo>
                  <a:pt x="10147" y="6521"/>
                </a:lnTo>
                <a:lnTo>
                  <a:pt x="10074" y="6473"/>
                </a:lnTo>
                <a:lnTo>
                  <a:pt x="10001" y="6448"/>
                </a:lnTo>
                <a:lnTo>
                  <a:pt x="9928" y="6473"/>
                </a:lnTo>
                <a:lnTo>
                  <a:pt x="9855" y="6521"/>
                </a:lnTo>
                <a:lnTo>
                  <a:pt x="9757" y="6619"/>
                </a:lnTo>
                <a:lnTo>
                  <a:pt x="9611" y="6716"/>
                </a:lnTo>
                <a:lnTo>
                  <a:pt x="9441" y="6789"/>
                </a:lnTo>
                <a:lnTo>
                  <a:pt x="9271" y="6838"/>
                </a:lnTo>
                <a:lnTo>
                  <a:pt x="9101" y="6838"/>
                </a:lnTo>
                <a:lnTo>
                  <a:pt x="9028" y="6813"/>
                </a:lnTo>
                <a:lnTo>
                  <a:pt x="8979" y="6789"/>
                </a:lnTo>
                <a:lnTo>
                  <a:pt x="8906" y="6740"/>
                </a:lnTo>
                <a:lnTo>
                  <a:pt x="8882" y="6667"/>
                </a:lnTo>
                <a:lnTo>
                  <a:pt x="8833" y="6594"/>
                </a:lnTo>
                <a:lnTo>
                  <a:pt x="8833" y="6497"/>
                </a:lnTo>
                <a:lnTo>
                  <a:pt x="8809" y="6424"/>
                </a:lnTo>
                <a:lnTo>
                  <a:pt x="8784" y="6375"/>
                </a:lnTo>
                <a:lnTo>
                  <a:pt x="8736" y="6327"/>
                </a:lnTo>
                <a:lnTo>
                  <a:pt x="8687" y="6302"/>
                </a:lnTo>
                <a:lnTo>
                  <a:pt x="8638" y="6278"/>
                </a:lnTo>
                <a:lnTo>
                  <a:pt x="8565" y="6278"/>
                </a:lnTo>
                <a:lnTo>
                  <a:pt x="8517" y="6302"/>
                </a:lnTo>
                <a:lnTo>
                  <a:pt x="8468" y="6351"/>
                </a:lnTo>
                <a:lnTo>
                  <a:pt x="8298" y="6546"/>
                </a:lnTo>
                <a:lnTo>
                  <a:pt x="8200" y="6643"/>
                </a:lnTo>
                <a:lnTo>
                  <a:pt x="8103" y="6740"/>
                </a:lnTo>
                <a:lnTo>
                  <a:pt x="7981" y="6789"/>
                </a:lnTo>
                <a:lnTo>
                  <a:pt x="7860" y="6813"/>
                </a:lnTo>
                <a:lnTo>
                  <a:pt x="7714" y="6813"/>
                </a:lnTo>
                <a:lnTo>
                  <a:pt x="7592" y="6789"/>
                </a:lnTo>
                <a:lnTo>
                  <a:pt x="7446" y="6740"/>
                </a:lnTo>
                <a:lnTo>
                  <a:pt x="7349" y="6667"/>
                </a:lnTo>
                <a:lnTo>
                  <a:pt x="7276" y="6546"/>
                </a:lnTo>
                <a:lnTo>
                  <a:pt x="7227" y="6424"/>
                </a:lnTo>
                <a:lnTo>
                  <a:pt x="7227" y="6375"/>
                </a:lnTo>
                <a:lnTo>
                  <a:pt x="7178" y="6302"/>
                </a:lnTo>
                <a:lnTo>
                  <a:pt x="7154" y="6278"/>
                </a:lnTo>
                <a:lnTo>
                  <a:pt x="7105" y="6229"/>
                </a:lnTo>
                <a:lnTo>
                  <a:pt x="7032" y="6205"/>
                </a:lnTo>
                <a:close/>
                <a:moveTo>
                  <a:pt x="1412" y="6813"/>
                </a:moveTo>
                <a:lnTo>
                  <a:pt x="1387" y="7397"/>
                </a:lnTo>
                <a:lnTo>
                  <a:pt x="1144" y="7616"/>
                </a:lnTo>
                <a:lnTo>
                  <a:pt x="925" y="7835"/>
                </a:lnTo>
                <a:lnTo>
                  <a:pt x="755" y="8006"/>
                </a:lnTo>
                <a:lnTo>
                  <a:pt x="584" y="8176"/>
                </a:lnTo>
                <a:lnTo>
                  <a:pt x="536" y="7543"/>
                </a:lnTo>
                <a:lnTo>
                  <a:pt x="657" y="7446"/>
                </a:lnTo>
                <a:lnTo>
                  <a:pt x="755" y="7349"/>
                </a:lnTo>
                <a:lnTo>
                  <a:pt x="949" y="7154"/>
                </a:lnTo>
                <a:lnTo>
                  <a:pt x="1095" y="7032"/>
                </a:lnTo>
                <a:lnTo>
                  <a:pt x="1241" y="6911"/>
                </a:lnTo>
                <a:lnTo>
                  <a:pt x="1412" y="6813"/>
                </a:lnTo>
                <a:close/>
                <a:moveTo>
                  <a:pt x="1363" y="7981"/>
                </a:moveTo>
                <a:lnTo>
                  <a:pt x="1339" y="8468"/>
                </a:lnTo>
                <a:lnTo>
                  <a:pt x="1241" y="8541"/>
                </a:lnTo>
                <a:lnTo>
                  <a:pt x="1168" y="8614"/>
                </a:lnTo>
                <a:lnTo>
                  <a:pt x="1022" y="8736"/>
                </a:lnTo>
                <a:lnTo>
                  <a:pt x="901" y="8882"/>
                </a:lnTo>
                <a:lnTo>
                  <a:pt x="779" y="9052"/>
                </a:lnTo>
                <a:lnTo>
                  <a:pt x="633" y="9222"/>
                </a:lnTo>
                <a:lnTo>
                  <a:pt x="584" y="8492"/>
                </a:lnTo>
                <a:lnTo>
                  <a:pt x="730" y="8444"/>
                </a:lnTo>
                <a:lnTo>
                  <a:pt x="852" y="8395"/>
                </a:lnTo>
                <a:lnTo>
                  <a:pt x="1095" y="8200"/>
                </a:lnTo>
                <a:lnTo>
                  <a:pt x="1363" y="7981"/>
                </a:lnTo>
                <a:close/>
                <a:moveTo>
                  <a:pt x="10901" y="8638"/>
                </a:moveTo>
                <a:lnTo>
                  <a:pt x="10828" y="8687"/>
                </a:lnTo>
                <a:lnTo>
                  <a:pt x="10779" y="8736"/>
                </a:lnTo>
                <a:lnTo>
                  <a:pt x="10706" y="8857"/>
                </a:lnTo>
                <a:lnTo>
                  <a:pt x="10682" y="8979"/>
                </a:lnTo>
                <a:lnTo>
                  <a:pt x="10560" y="9076"/>
                </a:lnTo>
                <a:lnTo>
                  <a:pt x="10414" y="9149"/>
                </a:lnTo>
                <a:lnTo>
                  <a:pt x="10293" y="9173"/>
                </a:lnTo>
                <a:lnTo>
                  <a:pt x="10122" y="9173"/>
                </a:lnTo>
                <a:lnTo>
                  <a:pt x="10025" y="9149"/>
                </a:lnTo>
                <a:lnTo>
                  <a:pt x="9976" y="9125"/>
                </a:lnTo>
                <a:lnTo>
                  <a:pt x="9928" y="9076"/>
                </a:lnTo>
                <a:lnTo>
                  <a:pt x="9903" y="9028"/>
                </a:lnTo>
                <a:lnTo>
                  <a:pt x="9903" y="8930"/>
                </a:lnTo>
                <a:lnTo>
                  <a:pt x="9879" y="8857"/>
                </a:lnTo>
                <a:lnTo>
                  <a:pt x="9830" y="8809"/>
                </a:lnTo>
                <a:lnTo>
                  <a:pt x="9757" y="8760"/>
                </a:lnTo>
                <a:lnTo>
                  <a:pt x="9684" y="8760"/>
                </a:lnTo>
                <a:lnTo>
                  <a:pt x="9611" y="8784"/>
                </a:lnTo>
                <a:lnTo>
                  <a:pt x="9563" y="8833"/>
                </a:lnTo>
                <a:lnTo>
                  <a:pt x="9514" y="8906"/>
                </a:lnTo>
                <a:lnTo>
                  <a:pt x="9490" y="8955"/>
                </a:lnTo>
                <a:lnTo>
                  <a:pt x="9441" y="9003"/>
                </a:lnTo>
                <a:lnTo>
                  <a:pt x="9320" y="9052"/>
                </a:lnTo>
                <a:lnTo>
                  <a:pt x="9149" y="9101"/>
                </a:lnTo>
                <a:lnTo>
                  <a:pt x="8979" y="9125"/>
                </a:lnTo>
                <a:lnTo>
                  <a:pt x="8809" y="9101"/>
                </a:lnTo>
                <a:lnTo>
                  <a:pt x="8663" y="9076"/>
                </a:lnTo>
                <a:lnTo>
                  <a:pt x="8541" y="9003"/>
                </a:lnTo>
                <a:lnTo>
                  <a:pt x="8517" y="8955"/>
                </a:lnTo>
                <a:lnTo>
                  <a:pt x="8492" y="8906"/>
                </a:lnTo>
                <a:lnTo>
                  <a:pt x="8492" y="8833"/>
                </a:lnTo>
                <a:lnTo>
                  <a:pt x="8444" y="8784"/>
                </a:lnTo>
                <a:lnTo>
                  <a:pt x="8419" y="8736"/>
                </a:lnTo>
                <a:lnTo>
                  <a:pt x="8371" y="8711"/>
                </a:lnTo>
                <a:lnTo>
                  <a:pt x="8298" y="8687"/>
                </a:lnTo>
                <a:lnTo>
                  <a:pt x="8249" y="8687"/>
                </a:lnTo>
                <a:lnTo>
                  <a:pt x="8200" y="8711"/>
                </a:lnTo>
                <a:lnTo>
                  <a:pt x="8127" y="8736"/>
                </a:lnTo>
                <a:lnTo>
                  <a:pt x="8006" y="8906"/>
                </a:lnTo>
                <a:lnTo>
                  <a:pt x="7860" y="9052"/>
                </a:lnTo>
                <a:lnTo>
                  <a:pt x="7787" y="9125"/>
                </a:lnTo>
                <a:lnTo>
                  <a:pt x="7689" y="9173"/>
                </a:lnTo>
                <a:lnTo>
                  <a:pt x="7568" y="9222"/>
                </a:lnTo>
                <a:lnTo>
                  <a:pt x="7446" y="9246"/>
                </a:lnTo>
                <a:lnTo>
                  <a:pt x="7324" y="9246"/>
                </a:lnTo>
                <a:lnTo>
                  <a:pt x="7276" y="9222"/>
                </a:lnTo>
                <a:lnTo>
                  <a:pt x="7227" y="9198"/>
                </a:lnTo>
                <a:lnTo>
                  <a:pt x="7203" y="9149"/>
                </a:lnTo>
                <a:lnTo>
                  <a:pt x="7178" y="9076"/>
                </a:lnTo>
                <a:lnTo>
                  <a:pt x="7178" y="9003"/>
                </a:lnTo>
                <a:lnTo>
                  <a:pt x="7203" y="8930"/>
                </a:lnTo>
                <a:lnTo>
                  <a:pt x="7203" y="8833"/>
                </a:lnTo>
                <a:lnTo>
                  <a:pt x="7154" y="8760"/>
                </a:lnTo>
                <a:lnTo>
                  <a:pt x="7105" y="8687"/>
                </a:lnTo>
                <a:lnTo>
                  <a:pt x="7032" y="8663"/>
                </a:lnTo>
                <a:lnTo>
                  <a:pt x="6886" y="8663"/>
                </a:lnTo>
                <a:lnTo>
                  <a:pt x="6813" y="8711"/>
                </a:lnTo>
                <a:lnTo>
                  <a:pt x="6789" y="8809"/>
                </a:lnTo>
                <a:lnTo>
                  <a:pt x="6740" y="8906"/>
                </a:lnTo>
                <a:lnTo>
                  <a:pt x="6692" y="8979"/>
                </a:lnTo>
                <a:lnTo>
                  <a:pt x="6619" y="9076"/>
                </a:lnTo>
                <a:lnTo>
                  <a:pt x="6521" y="9125"/>
                </a:lnTo>
                <a:lnTo>
                  <a:pt x="6424" y="9173"/>
                </a:lnTo>
                <a:lnTo>
                  <a:pt x="6327" y="9222"/>
                </a:lnTo>
                <a:lnTo>
                  <a:pt x="6083" y="9271"/>
                </a:lnTo>
                <a:lnTo>
                  <a:pt x="5864" y="9246"/>
                </a:lnTo>
                <a:lnTo>
                  <a:pt x="5743" y="9222"/>
                </a:lnTo>
                <a:lnTo>
                  <a:pt x="5645" y="9198"/>
                </a:lnTo>
                <a:lnTo>
                  <a:pt x="5572" y="9125"/>
                </a:lnTo>
                <a:lnTo>
                  <a:pt x="5499" y="9052"/>
                </a:lnTo>
                <a:lnTo>
                  <a:pt x="5451" y="8979"/>
                </a:lnTo>
                <a:lnTo>
                  <a:pt x="5402" y="8882"/>
                </a:lnTo>
                <a:lnTo>
                  <a:pt x="5402" y="8833"/>
                </a:lnTo>
                <a:lnTo>
                  <a:pt x="5378" y="8784"/>
                </a:lnTo>
                <a:lnTo>
                  <a:pt x="5280" y="8736"/>
                </a:lnTo>
                <a:lnTo>
                  <a:pt x="5183" y="8711"/>
                </a:lnTo>
                <a:lnTo>
                  <a:pt x="5086" y="8736"/>
                </a:lnTo>
                <a:lnTo>
                  <a:pt x="4842" y="8906"/>
                </a:lnTo>
                <a:lnTo>
                  <a:pt x="4648" y="9028"/>
                </a:lnTo>
                <a:lnTo>
                  <a:pt x="4453" y="9149"/>
                </a:lnTo>
                <a:lnTo>
                  <a:pt x="4258" y="9222"/>
                </a:lnTo>
                <a:lnTo>
                  <a:pt x="4112" y="9222"/>
                </a:lnTo>
                <a:lnTo>
                  <a:pt x="4064" y="9198"/>
                </a:lnTo>
                <a:lnTo>
                  <a:pt x="4015" y="9149"/>
                </a:lnTo>
                <a:lnTo>
                  <a:pt x="3991" y="9076"/>
                </a:lnTo>
                <a:lnTo>
                  <a:pt x="4015" y="8955"/>
                </a:lnTo>
                <a:lnTo>
                  <a:pt x="4015" y="8906"/>
                </a:lnTo>
                <a:lnTo>
                  <a:pt x="3991" y="8857"/>
                </a:lnTo>
                <a:lnTo>
                  <a:pt x="3966" y="8833"/>
                </a:lnTo>
                <a:lnTo>
                  <a:pt x="3918" y="8809"/>
                </a:lnTo>
                <a:lnTo>
                  <a:pt x="3893" y="8784"/>
                </a:lnTo>
                <a:lnTo>
                  <a:pt x="3845" y="8809"/>
                </a:lnTo>
                <a:lnTo>
                  <a:pt x="3796" y="8809"/>
                </a:lnTo>
                <a:lnTo>
                  <a:pt x="3747" y="8857"/>
                </a:lnTo>
                <a:lnTo>
                  <a:pt x="3699" y="8979"/>
                </a:lnTo>
                <a:lnTo>
                  <a:pt x="3674" y="9101"/>
                </a:lnTo>
                <a:lnTo>
                  <a:pt x="3674" y="9222"/>
                </a:lnTo>
                <a:lnTo>
                  <a:pt x="3699" y="9319"/>
                </a:lnTo>
                <a:lnTo>
                  <a:pt x="3772" y="9417"/>
                </a:lnTo>
                <a:lnTo>
                  <a:pt x="3845" y="9514"/>
                </a:lnTo>
                <a:lnTo>
                  <a:pt x="3966" y="9587"/>
                </a:lnTo>
                <a:lnTo>
                  <a:pt x="4088" y="9636"/>
                </a:lnTo>
                <a:lnTo>
                  <a:pt x="4210" y="9660"/>
                </a:lnTo>
                <a:lnTo>
                  <a:pt x="4356" y="9636"/>
                </a:lnTo>
                <a:lnTo>
                  <a:pt x="4477" y="9611"/>
                </a:lnTo>
                <a:lnTo>
                  <a:pt x="4599" y="9563"/>
                </a:lnTo>
                <a:lnTo>
                  <a:pt x="4842" y="9417"/>
                </a:lnTo>
                <a:lnTo>
                  <a:pt x="5086" y="9246"/>
                </a:lnTo>
                <a:lnTo>
                  <a:pt x="5159" y="9344"/>
                </a:lnTo>
                <a:lnTo>
                  <a:pt x="5232" y="9441"/>
                </a:lnTo>
                <a:lnTo>
                  <a:pt x="5329" y="9514"/>
                </a:lnTo>
                <a:lnTo>
                  <a:pt x="5426" y="9563"/>
                </a:lnTo>
                <a:lnTo>
                  <a:pt x="5670" y="9660"/>
                </a:lnTo>
                <a:lnTo>
                  <a:pt x="5913" y="9684"/>
                </a:lnTo>
                <a:lnTo>
                  <a:pt x="6181" y="9684"/>
                </a:lnTo>
                <a:lnTo>
                  <a:pt x="6424" y="9636"/>
                </a:lnTo>
                <a:lnTo>
                  <a:pt x="6667" y="9538"/>
                </a:lnTo>
                <a:lnTo>
                  <a:pt x="6886" y="9392"/>
                </a:lnTo>
                <a:lnTo>
                  <a:pt x="6984" y="9490"/>
                </a:lnTo>
                <a:lnTo>
                  <a:pt x="7081" y="9563"/>
                </a:lnTo>
                <a:lnTo>
                  <a:pt x="7227" y="9636"/>
                </a:lnTo>
                <a:lnTo>
                  <a:pt x="7373" y="9684"/>
                </a:lnTo>
                <a:lnTo>
                  <a:pt x="7519" y="9709"/>
                </a:lnTo>
                <a:lnTo>
                  <a:pt x="7641" y="9684"/>
                </a:lnTo>
                <a:lnTo>
                  <a:pt x="7762" y="9660"/>
                </a:lnTo>
                <a:lnTo>
                  <a:pt x="7884" y="9611"/>
                </a:lnTo>
                <a:lnTo>
                  <a:pt x="7981" y="9538"/>
                </a:lnTo>
                <a:lnTo>
                  <a:pt x="8079" y="9465"/>
                </a:lnTo>
                <a:lnTo>
                  <a:pt x="8249" y="9271"/>
                </a:lnTo>
                <a:lnTo>
                  <a:pt x="8371" y="9368"/>
                </a:lnTo>
                <a:lnTo>
                  <a:pt x="8541" y="9465"/>
                </a:lnTo>
                <a:lnTo>
                  <a:pt x="8711" y="9514"/>
                </a:lnTo>
                <a:lnTo>
                  <a:pt x="8906" y="9538"/>
                </a:lnTo>
                <a:lnTo>
                  <a:pt x="9101" y="9538"/>
                </a:lnTo>
                <a:lnTo>
                  <a:pt x="9271" y="9514"/>
                </a:lnTo>
                <a:lnTo>
                  <a:pt x="9466" y="9441"/>
                </a:lnTo>
                <a:lnTo>
                  <a:pt x="9611" y="9368"/>
                </a:lnTo>
                <a:lnTo>
                  <a:pt x="9733" y="9465"/>
                </a:lnTo>
                <a:lnTo>
                  <a:pt x="9855" y="9514"/>
                </a:lnTo>
                <a:lnTo>
                  <a:pt x="10025" y="9563"/>
                </a:lnTo>
                <a:lnTo>
                  <a:pt x="10195" y="9563"/>
                </a:lnTo>
                <a:lnTo>
                  <a:pt x="10366" y="9538"/>
                </a:lnTo>
                <a:lnTo>
                  <a:pt x="10560" y="9490"/>
                </a:lnTo>
                <a:lnTo>
                  <a:pt x="10706" y="9417"/>
                </a:lnTo>
                <a:lnTo>
                  <a:pt x="10852" y="9319"/>
                </a:lnTo>
                <a:lnTo>
                  <a:pt x="10974" y="9392"/>
                </a:lnTo>
                <a:lnTo>
                  <a:pt x="11096" y="9441"/>
                </a:lnTo>
                <a:lnTo>
                  <a:pt x="11242" y="9465"/>
                </a:lnTo>
                <a:lnTo>
                  <a:pt x="11363" y="9490"/>
                </a:lnTo>
                <a:lnTo>
                  <a:pt x="11509" y="9490"/>
                </a:lnTo>
                <a:lnTo>
                  <a:pt x="11655" y="9465"/>
                </a:lnTo>
                <a:lnTo>
                  <a:pt x="11801" y="9417"/>
                </a:lnTo>
                <a:lnTo>
                  <a:pt x="11923" y="9344"/>
                </a:lnTo>
                <a:lnTo>
                  <a:pt x="12020" y="9441"/>
                </a:lnTo>
                <a:lnTo>
                  <a:pt x="12142" y="9490"/>
                </a:lnTo>
                <a:lnTo>
                  <a:pt x="12434" y="9490"/>
                </a:lnTo>
                <a:lnTo>
                  <a:pt x="12580" y="9441"/>
                </a:lnTo>
                <a:lnTo>
                  <a:pt x="12750" y="9392"/>
                </a:lnTo>
                <a:lnTo>
                  <a:pt x="12896" y="9319"/>
                </a:lnTo>
                <a:lnTo>
                  <a:pt x="13042" y="9222"/>
                </a:lnTo>
                <a:lnTo>
                  <a:pt x="13091" y="9295"/>
                </a:lnTo>
                <a:lnTo>
                  <a:pt x="13164" y="9344"/>
                </a:lnTo>
                <a:lnTo>
                  <a:pt x="13310" y="9417"/>
                </a:lnTo>
                <a:lnTo>
                  <a:pt x="13480" y="9441"/>
                </a:lnTo>
                <a:lnTo>
                  <a:pt x="13675" y="9441"/>
                </a:lnTo>
                <a:lnTo>
                  <a:pt x="13870" y="9392"/>
                </a:lnTo>
                <a:lnTo>
                  <a:pt x="14064" y="9319"/>
                </a:lnTo>
                <a:lnTo>
                  <a:pt x="14259" y="9246"/>
                </a:lnTo>
                <a:lnTo>
                  <a:pt x="14405" y="9149"/>
                </a:lnTo>
                <a:lnTo>
                  <a:pt x="14478" y="9101"/>
                </a:lnTo>
                <a:lnTo>
                  <a:pt x="14502" y="9028"/>
                </a:lnTo>
                <a:lnTo>
                  <a:pt x="14478" y="8955"/>
                </a:lnTo>
                <a:lnTo>
                  <a:pt x="14454" y="8882"/>
                </a:lnTo>
                <a:lnTo>
                  <a:pt x="14429" y="8833"/>
                </a:lnTo>
                <a:lnTo>
                  <a:pt x="14356" y="8809"/>
                </a:lnTo>
                <a:lnTo>
                  <a:pt x="14308" y="8809"/>
                </a:lnTo>
                <a:lnTo>
                  <a:pt x="14235" y="8833"/>
                </a:lnTo>
                <a:lnTo>
                  <a:pt x="14016" y="8955"/>
                </a:lnTo>
                <a:lnTo>
                  <a:pt x="13845" y="9028"/>
                </a:lnTo>
                <a:lnTo>
                  <a:pt x="13675" y="9076"/>
                </a:lnTo>
                <a:lnTo>
                  <a:pt x="13529" y="9101"/>
                </a:lnTo>
                <a:lnTo>
                  <a:pt x="13407" y="9101"/>
                </a:lnTo>
                <a:lnTo>
                  <a:pt x="13359" y="9076"/>
                </a:lnTo>
                <a:lnTo>
                  <a:pt x="13334" y="9028"/>
                </a:lnTo>
                <a:lnTo>
                  <a:pt x="13310" y="8979"/>
                </a:lnTo>
                <a:lnTo>
                  <a:pt x="13310" y="8906"/>
                </a:lnTo>
                <a:lnTo>
                  <a:pt x="13310" y="8857"/>
                </a:lnTo>
                <a:lnTo>
                  <a:pt x="13286" y="8784"/>
                </a:lnTo>
                <a:lnTo>
                  <a:pt x="13261" y="8736"/>
                </a:lnTo>
                <a:lnTo>
                  <a:pt x="13213" y="8711"/>
                </a:lnTo>
                <a:lnTo>
                  <a:pt x="13091" y="8711"/>
                </a:lnTo>
                <a:lnTo>
                  <a:pt x="13042" y="8736"/>
                </a:lnTo>
                <a:lnTo>
                  <a:pt x="13018" y="8784"/>
                </a:lnTo>
                <a:lnTo>
                  <a:pt x="12945" y="8882"/>
                </a:lnTo>
                <a:lnTo>
                  <a:pt x="12823" y="8979"/>
                </a:lnTo>
                <a:lnTo>
                  <a:pt x="12653" y="9076"/>
                </a:lnTo>
                <a:lnTo>
                  <a:pt x="12507" y="9149"/>
                </a:lnTo>
                <a:lnTo>
                  <a:pt x="12361" y="9198"/>
                </a:lnTo>
                <a:lnTo>
                  <a:pt x="12312" y="9198"/>
                </a:lnTo>
                <a:lnTo>
                  <a:pt x="12264" y="9173"/>
                </a:lnTo>
                <a:lnTo>
                  <a:pt x="12215" y="9149"/>
                </a:lnTo>
                <a:lnTo>
                  <a:pt x="12191" y="9101"/>
                </a:lnTo>
                <a:lnTo>
                  <a:pt x="12191" y="9028"/>
                </a:lnTo>
                <a:lnTo>
                  <a:pt x="12215" y="8930"/>
                </a:lnTo>
                <a:lnTo>
                  <a:pt x="12215" y="8857"/>
                </a:lnTo>
                <a:lnTo>
                  <a:pt x="12191" y="8809"/>
                </a:lnTo>
                <a:lnTo>
                  <a:pt x="12142" y="8760"/>
                </a:lnTo>
                <a:lnTo>
                  <a:pt x="12093" y="8736"/>
                </a:lnTo>
                <a:lnTo>
                  <a:pt x="12045" y="8736"/>
                </a:lnTo>
                <a:lnTo>
                  <a:pt x="11972" y="8760"/>
                </a:lnTo>
                <a:lnTo>
                  <a:pt x="11923" y="8784"/>
                </a:lnTo>
                <a:lnTo>
                  <a:pt x="11899" y="8857"/>
                </a:lnTo>
                <a:lnTo>
                  <a:pt x="11801" y="8979"/>
                </a:lnTo>
                <a:lnTo>
                  <a:pt x="11704" y="9076"/>
                </a:lnTo>
                <a:lnTo>
                  <a:pt x="11582" y="9125"/>
                </a:lnTo>
                <a:lnTo>
                  <a:pt x="11266" y="9125"/>
                </a:lnTo>
                <a:lnTo>
                  <a:pt x="11169" y="9076"/>
                </a:lnTo>
                <a:lnTo>
                  <a:pt x="11096" y="9028"/>
                </a:lnTo>
                <a:lnTo>
                  <a:pt x="11144" y="8882"/>
                </a:lnTo>
                <a:lnTo>
                  <a:pt x="11144" y="8809"/>
                </a:lnTo>
                <a:lnTo>
                  <a:pt x="11120" y="8736"/>
                </a:lnTo>
                <a:lnTo>
                  <a:pt x="11071" y="8687"/>
                </a:lnTo>
                <a:lnTo>
                  <a:pt x="11023" y="8663"/>
                </a:lnTo>
                <a:lnTo>
                  <a:pt x="10950" y="8638"/>
                </a:lnTo>
                <a:close/>
                <a:moveTo>
                  <a:pt x="1314" y="9003"/>
                </a:moveTo>
                <a:lnTo>
                  <a:pt x="1290" y="9611"/>
                </a:lnTo>
                <a:lnTo>
                  <a:pt x="1168" y="9660"/>
                </a:lnTo>
                <a:lnTo>
                  <a:pt x="1071" y="9733"/>
                </a:lnTo>
                <a:lnTo>
                  <a:pt x="852" y="9903"/>
                </a:lnTo>
                <a:lnTo>
                  <a:pt x="706" y="10049"/>
                </a:lnTo>
                <a:lnTo>
                  <a:pt x="657" y="9368"/>
                </a:lnTo>
                <a:lnTo>
                  <a:pt x="925" y="9271"/>
                </a:lnTo>
                <a:lnTo>
                  <a:pt x="1168" y="9101"/>
                </a:lnTo>
                <a:lnTo>
                  <a:pt x="1314" y="9003"/>
                </a:lnTo>
                <a:close/>
                <a:moveTo>
                  <a:pt x="1266" y="10122"/>
                </a:moveTo>
                <a:lnTo>
                  <a:pt x="1266" y="10877"/>
                </a:lnTo>
                <a:lnTo>
                  <a:pt x="1120" y="10998"/>
                </a:lnTo>
                <a:lnTo>
                  <a:pt x="779" y="11242"/>
                </a:lnTo>
                <a:lnTo>
                  <a:pt x="730" y="10439"/>
                </a:lnTo>
                <a:lnTo>
                  <a:pt x="876" y="10366"/>
                </a:lnTo>
                <a:lnTo>
                  <a:pt x="1022" y="10293"/>
                </a:lnTo>
                <a:lnTo>
                  <a:pt x="1266" y="10122"/>
                </a:lnTo>
                <a:close/>
                <a:moveTo>
                  <a:pt x="11485" y="10633"/>
                </a:moveTo>
                <a:lnTo>
                  <a:pt x="11412" y="10658"/>
                </a:lnTo>
                <a:lnTo>
                  <a:pt x="11339" y="10731"/>
                </a:lnTo>
                <a:lnTo>
                  <a:pt x="11169" y="11023"/>
                </a:lnTo>
                <a:lnTo>
                  <a:pt x="11071" y="11144"/>
                </a:lnTo>
                <a:lnTo>
                  <a:pt x="10950" y="11242"/>
                </a:lnTo>
                <a:lnTo>
                  <a:pt x="10877" y="11290"/>
                </a:lnTo>
                <a:lnTo>
                  <a:pt x="10779" y="11315"/>
                </a:lnTo>
                <a:lnTo>
                  <a:pt x="10560" y="11315"/>
                </a:lnTo>
                <a:lnTo>
                  <a:pt x="10463" y="11290"/>
                </a:lnTo>
                <a:lnTo>
                  <a:pt x="10390" y="11242"/>
                </a:lnTo>
                <a:lnTo>
                  <a:pt x="10317" y="11169"/>
                </a:lnTo>
                <a:lnTo>
                  <a:pt x="10293" y="11096"/>
                </a:lnTo>
                <a:lnTo>
                  <a:pt x="10366" y="10901"/>
                </a:lnTo>
                <a:lnTo>
                  <a:pt x="10366" y="10828"/>
                </a:lnTo>
                <a:lnTo>
                  <a:pt x="10341" y="10755"/>
                </a:lnTo>
                <a:lnTo>
                  <a:pt x="10293" y="10706"/>
                </a:lnTo>
                <a:lnTo>
                  <a:pt x="10244" y="10658"/>
                </a:lnTo>
                <a:lnTo>
                  <a:pt x="10098" y="10658"/>
                </a:lnTo>
                <a:lnTo>
                  <a:pt x="10049" y="10682"/>
                </a:lnTo>
                <a:lnTo>
                  <a:pt x="10001" y="10755"/>
                </a:lnTo>
                <a:lnTo>
                  <a:pt x="9928" y="10877"/>
                </a:lnTo>
                <a:lnTo>
                  <a:pt x="9903" y="10998"/>
                </a:lnTo>
                <a:lnTo>
                  <a:pt x="9806" y="11120"/>
                </a:lnTo>
                <a:lnTo>
                  <a:pt x="9636" y="11217"/>
                </a:lnTo>
                <a:lnTo>
                  <a:pt x="9539" y="11242"/>
                </a:lnTo>
                <a:lnTo>
                  <a:pt x="9393" y="11266"/>
                </a:lnTo>
                <a:lnTo>
                  <a:pt x="9344" y="11242"/>
                </a:lnTo>
                <a:lnTo>
                  <a:pt x="9295" y="11217"/>
                </a:lnTo>
                <a:lnTo>
                  <a:pt x="9295" y="11169"/>
                </a:lnTo>
                <a:lnTo>
                  <a:pt x="9295" y="11096"/>
                </a:lnTo>
                <a:lnTo>
                  <a:pt x="9320" y="11023"/>
                </a:lnTo>
                <a:lnTo>
                  <a:pt x="9320" y="10950"/>
                </a:lnTo>
                <a:lnTo>
                  <a:pt x="9295" y="10901"/>
                </a:lnTo>
                <a:lnTo>
                  <a:pt x="9247" y="10852"/>
                </a:lnTo>
                <a:lnTo>
                  <a:pt x="9198" y="10828"/>
                </a:lnTo>
                <a:lnTo>
                  <a:pt x="9125" y="10804"/>
                </a:lnTo>
                <a:lnTo>
                  <a:pt x="9052" y="10828"/>
                </a:lnTo>
                <a:lnTo>
                  <a:pt x="8979" y="10852"/>
                </a:lnTo>
                <a:lnTo>
                  <a:pt x="8784" y="11047"/>
                </a:lnTo>
                <a:lnTo>
                  <a:pt x="8565" y="11242"/>
                </a:lnTo>
                <a:lnTo>
                  <a:pt x="8419" y="11290"/>
                </a:lnTo>
                <a:lnTo>
                  <a:pt x="8225" y="11315"/>
                </a:lnTo>
                <a:lnTo>
                  <a:pt x="8103" y="11290"/>
                </a:lnTo>
                <a:lnTo>
                  <a:pt x="8006" y="11290"/>
                </a:lnTo>
                <a:lnTo>
                  <a:pt x="7933" y="11242"/>
                </a:lnTo>
                <a:lnTo>
                  <a:pt x="7884" y="11193"/>
                </a:lnTo>
                <a:lnTo>
                  <a:pt x="7908" y="11071"/>
                </a:lnTo>
                <a:lnTo>
                  <a:pt x="7908" y="10901"/>
                </a:lnTo>
                <a:lnTo>
                  <a:pt x="7884" y="10828"/>
                </a:lnTo>
                <a:lnTo>
                  <a:pt x="7835" y="10755"/>
                </a:lnTo>
                <a:lnTo>
                  <a:pt x="7787" y="10706"/>
                </a:lnTo>
                <a:lnTo>
                  <a:pt x="7714" y="10682"/>
                </a:lnTo>
                <a:lnTo>
                  <a:pt x="7616" y="10682"/>
                </a:lnTo>
                <a:lnTo>
                  <a:pt x="7543" y="10706"/>
                </a:lnTo>
                <a:lnTo>
                  <a:pt x="7495" y="10779"/>
                </a:lnTo>
                <a:lnTo>
                  <a:pt x="7446" y="10852"/>
                </a:lnTo>
                <a:lnTo>
                  <a:pt x="7397" y="10974"/>
                </a:lnTo>
                <a:lnTo>
                  <a:pt x="7397" y="11071"/>
                </a:lnTo>
                <a:lnTo>
                  <a:pt x="7324" y="11144"/>
                </a:lnTo>
                <a:lnTo>
                  <a:pt x="7227" y="11193"/>
                </a:lnTo>
                <a:lnTo>
                  <a:pt x="7008" y="11193"/>
                </a:lnTo>
                <a:lnTo>
                  <a:pt x="6911" y="11169"/>
                </a:lnTo>
                <a:lnTo>
                  <a:pt x="6789" y="11096"/>
                </a:lnTo>
                <a:lnTo>
                  <a:pt x="6716" y="11023"/>
                </a:lnTo>
                <a:lnTo>
                  <a:pt x="6667" y="10950"/>
                </a:lnTo>
                <a:lnTo>
                  <a:pt x="6619" y="10877"/>
                </a:lnTo>
                <a:lnTo>
                  <a:pt x="6546" y="10804"/>
                </a:lnTo>
                <a:lnTo>
                  <a:pt x="6473" y="10779"/>
                </a:lnTo>
                <a:lnTo>
                  <a:pt x="6400" y="10779"/>
                </a:lnTo>
                <a:lnTo>
                  <a:pt x="6302" y="10804"/>
                </a:lnTo>
                <a:lnTo>
                  <a:pt x="6254" y="10852"/>
                </a:lnTo>
                <a:lnTo>
                  <a:pt x="6205" y="10901"/>
                </a:lnTo>
                <a:lnTo>
                  <a:pt x="6205" y="10998"/>
                </a:lnTo>
                <a:lnTo>
                  <a:pt x="6205" y="11096"/>
                </a:lnTo>
                <a:lnTo>
                  <a:pt x="6181" y="11169"/>
                </a:lnTo>
                <a:lnTo>
                  <a:pt x="6156" y="11217"/>
                </a:lnTo>
                <a:lnTo>
                  <a:pt x="6132" y="11266"/>
                </a:lnTo>
                <a:lnTo>
                  <a:pt x="6035" y="11315"/>
                </a:lnTo>
                <a:lnTo>
                  <a:pt x="5937" y="11339"/>
                </a:lnTo>
                <a:lnTo>
                  <a:pt x="5840" y="11315"/>
                </a:lnTo>
                <a:lnTo>
                  <a:pt x="5743" y="11242"/>
                </a:lnTo>
                <a:lnTo>
                  <a:pt x="5694" y="11144"/>
                </a:lnTo>
                <a:lnTo>
                  <a:pt x="5694" y="11096"/>
                </a:lnTo>
                <a:lnTo>
                  <a:pt x="5694" y="11047"/>
                </a:lnTo>
                <a:lnTo>
                  <a:pt x="5694" y="10925"/>
                </a:lnTo>
                <a:lnTo>
                  <a:pt x="5670" y="10852"/>
                </a:lnTo>
                <a:lnTo>
                  <a:pt x="5621" y="10779"/>
                </a:lnTo>
                <a:lnTo>
                  <a:pt x="5524" y="10755"/>
                </a:lnTo>
                <a:lnTo>
                  <a:pt x="5451" y="10731"/>
                </a:lnTo>
                <a:lnTo>
                  <a:pt x="5353" y="10755"/>
                </a:lnTo>
                <a:lnTo>
                  <a:pt x="5280" y="10828"/>
                </a:lnTo>
                <a:lnTo>
                  <a:pt x="5232" y="10901"/>
                </a:lnTo>
                <a:lnTo>
                  <a:pt x="5183" y="10998"/>
                </a:lnTo>
                <a:lnTo>
                  <a:pt x="5110" y="11096"/>
                </a:lnTo>
                <a:lnTo>
                  <a:pt x="5037" y="11169"/>
                </a:lnTo>
                <a:lnTo>
                  <a:pt x="4964" y="11242"/>
                </a:lnTo>
                <a:lnTo>
                  <a:pt x="4769" y="11339"/>
                </a:lnTo>
                <a:lnTo>
                  <a:pt x="4648" y="11363"/>
                </a:lnTo>
                <a:lnTo>
                  <a:pt x="4550" y="11388"/>
                </a:lnTo>
                <a:lnTo>
                  <a:pt x="4502" y="11388"/>
                </a:lnTo>
                <a:lnTo>
                  <a:pt x="4453" y="11363"/>
                </a:lnTo>
                <a:lnTo>
                  <a:pt x="4380" y="11315"/>
                </a:lnTo>
                <a:lnTo>
                  <a:pt x="4331" y="11217"/>
                </a:lnTo>
                <a:lnTo>
                  <a:pt x="4307" y="11120"/>
                </a:lnTo>
                <a:lnTo>
                  <a:pt x="4258" y="10950"/>
                </a:lnTo>
                <a:lnTo>
                  <a:pt x="4234" y="10877"/>
                </a:lnTo>
                <a:lnTo>
                  <a:pt x="4210" y="10877"/>
                </a:lnTo>
                <a:lnTo>
                  <a:pt x="4210" y="10852"/>
                </a:lnTo>
                <a:lnTo>
                  <a:pt x="4185" y="10828"/>
                </a:lnTo>
                <a:lnTo>
                  <a:pt x="4137" y="10804"/>
                </a:lnTo>
                <a:lnTo>
                  <a:pt x="4088" y="10804"/>
                </a:lnTo>
                <a:lnTo>
                  <a:pt x="4039" y="10828"/>
                </a:lnTo>
                <a:lnTo>
                  <a:pt x="3991" y="10852"/>
                </a:lnTo>
                <a:lnTo>
                  <a:pt x="3942" y="10950"/>
                </a:lnTo>
                <a:lnTo>
                  <a:pt x="3918" y="11071"/>
                </a:lnTo>
                <a:lnTo>
                  <a:pt x="3918" y="11290"/>
                </a:lnTo>
                <a:lnTo>
                  <a:pt x="3942" y="11388"/>
                </a:lnTo>
                <a:lnTo>
                  <a:pt x="3966" y="11509"/>
                </a:lnTo>
                <a:lnTo>
                  <a:pt x="4015" y="11582"/>
                </a:lnTo>
                <a:lnTo>
                  <a:pt x="4088" y="11680"/>
                </a:lnTo>
                <a:lnTo>
                  <a:pt x="4185" y="11753"/>
                </a:lnTo>
                <a:lnTo>
                  <a:pt x="4283" y="11801"/>
                </a:lnTo>
                <a:lnTo>
                  <a:pt x="4429" y="11850"/>
                </a:lnTo>
                <a:lnTo>
                  <a:pt x="4721" y="11850"/>
                </a:lnTo>
                <a:lnTo>
                  <a:pt x="4842" y="11826"/>
                </a:lnTo>
                <a:lnTo>
                  <a:pt x="4988" y="11777"/>
                </a:lnTo>
                <a:lnTo>
                  <a:pt x="5110" y="11704"/>
                </a:lnTo>
                <a:lnTo>
                  <a:pt x="5232" y="11631"/>
                </a:lnTo>
                <a:lnTo>
                  <a:pt x="5353" y="11534"/>
                </a:lnTo>
                <a:lnTo>
                  <a:pt x="5475" y="11655"/>
                </a:lnTo>
                <a:lnTo>
                  <a:pt x="5645" y="11728"/>
                </a:lnTo>
                <a:lnTo>
                  <a:pt x="5816" y="11777"/>
                </a:lnTo>
                <a:lnTo>
                  <a:pt x="5986" y="11801"/>
                </a:lnTo>
                <a:lnTo>
                  <a:pt x="6156" y="11777"/>
                </a:lnTo>
                <a:lnTo>
                  <a:pt x="6327" y="11728"/>
                </a:lnTo>
                <a:lnTo>
                  <a:pt x="6473" y="11631"/>
                </a:lnTo>
                <a:lnTo>
                  <a:pt x="6570" y="11509"/>
                </a:lnTo>
                <a:lnTo>
                  <a:pt x="6716" y="11558"/>
                </a:lnTo>
                <a:lnTo>
                  <a:pt x="6838" y="11607"/>
                </a:lnTo>
                <a:lnTo>
                  <a:pt x="6984" y="11631"/>
                </a:lnTo>
                <a:lnTo>
                  <a:pt x="7105" y="11655"/>
                </a:lnTo>
                <a:lnTo>
                  <a:pt x="7251" y="11655"/>
                </a:lnTo>
                <a:lnTo>
                  <a:pt x="7373" y="11631"/>
                </a:lnTo>
                <a:lnTo>
                  <a:pt x="7519" y="11582"/>
                </a:lnTo>
                <a:lnTo>
                  <a:pt x="7616" y="11534"/>
                </a:lnTo>
                <a:lnTo>
                  <a:pt x="7787" y="11631"/>
                </a:lnTo>
                <a:lnTo>
                  <a:pt x="7957" y="11728"/>
                </a:lnTo>
                <a:lnTo>
                  <a:pt x="8103" y="11777"/>
                </a:lnTo>
                <a:lnTo>
                  <a:pt x="8249" y="11801"/>
                </a:lnTo>
                <a:lnTo>
                  <a:pt x="8395" y="11777"/>
                </a:lnTo>
                <a:lnTo>
                  <a:pt x="8517" y="11753"/>
                </a:lnTo>
                <a:lnTo>
                  <a:pt x="8638" y="11680"/>
                </a:lnTo>
                <a:lnTo>
                  <a:pt x="8760" y="11607"/>
                </a:lnTo>
                <a:lnTo>
                  <a:pt x="9003" y="11436"/>
                </a:lnTo>
                <a:lnTo>
                  <a:pt x="9052" y="11509"/>
                </a:lnTo>
                <a:lnTo>
                  <a:pt x="9149" y="11582"/>
                </a:lnTo>
                <a:lnTo>
                  <a:pt x="9271" y="11631"/>
                </a:lnTo>
                <a:lnTo>
                  <a:pt x="9563" y="11631"/>
                </a:lnTo>
                <a:lnTo>
                  <a:pt x="9733" y="11582"/>
                </a:lnTo>
                <a:lnTo>
                  <a:pt x="9903" y="11534"/>
                </a:lnTo>
                <a:lnTo>
                  <a:pt x="10025" y="11436"/>
                </a:lnTo>
                <a:lnTo>
                  <a:pt x="10098" y="11509"/>
                </a:lnTo>
                <a:lnTo>
                  <a:pt x="10195" y="11582"/>
                </a:lnTo>
                <a:lnTo>
                  <a:pt x="10414" y="11680"/>
                </a:lnTo>
                <a:lnTo>
                  <a:pt x="10560" y="11728"/>
                </a:lnTo>
                <a:lnTo>
                  <a:pt x="10682" y="11753"/>
                </a:lnTo>
                <a:lnTo>
                  <a:pt x="10828" y="11728"/>
                </a:lnTo>
                <a:lnTo>
                  <a:pt x="10950" y="11704"/>
                </a:lnTo>
                <a:lnTo>
                  <a:pt x="11071" y="11655"/>
                </a:lnTo>
                <a:lnTo>
                  <a:pt x="11193" y="11582"/>
                </a:lnTo>
                <a:lnTo>
                  <a:pt x="11388" y="11388"/>
                </a:lnTo>
                <a:lnTo>
                  <a:pt x="11509" y="11509"/>
                </a:lnTo>
                <a:lnTo>
                  <a:pt x="11655" y="11582"/>
                </a:lnTo>
                <a:lnTo>
                  <a:pt x="11801" y="11631"/>
                </a:lnTo>
                <a:lnTo>
                  <a:pt x="11996" y="11655"/>
                </a:lnTo>
                <a:lnTo>
                  <a:pt x="12166" y="11655"/>
                </a:lnTo>
                <a:lnTo>
                  <a:pt x="12337" y="11631"/>
                </a:lnTo>
                <a:lnTo>
                  <a:pt x="12507" y="11582"/>
                </a:lnTo>
                <a:lnTo>
                  <a:pt x="12653" y="11509"/>
                </a:lnTo>
                <a:lnTo>
                  <a:pt x="12799" y="11582"/>
                </a:lnTo>
                <a:lnTo>
                  <a:pt x="12945" y="11607"/>
                </a:lnTo>
                <a:lnTo>
                  <a:pt x="13115" y="11631"/>
                </a:lnTo>
                <a:lnTo>
                  <a:pt x="13286" y="11631"/>
                </a:lnTo>
                <a:lnTo>
                  <a:pt x="13456" y="11607"/>
                </a:lnTo>
                <a:lnTo>
                  <a:pt x="13651" y="11558"/>
                </a:lnTo>
                <a:lnTo>
                  <a:pt x="13797" y="11485"/>
                </a:lnTo>
                <a:lnTo>
                  <a:pt x="13967" y="11388"/>
                </a:lnTo>
                <a:lnTo>
                  <a:pt x="14040" y="11436"/>
                </a:lnTo>
                <a:lnTo>
                  <a:pt x="14137" y="11461"/>
                </a:lnTo>
                <a:lnTo>
                  <a:pt x="14259" y="11461"/>
                </a:lnTo>
                <a:lnTo>
                  <a:pt x="14405" y="11436"/>
                </a:lnTo>
                <a:lnTo>
                  <a:pt x="14478" y="11388"/>
                </a:lnTo>
                <a:lnTo>
                  <a:pt x="14527" y="11339"/>
                </a:lnTo>
                <a:lnTo>
                  <a:pt x="14551" y="11266"/>
                </a:lnTo>
                <a:lnTo>
                  <a:pt x="14551" y="11193"/>
                </a:lnTo>
                <a:lnTo>
                  <a:pt x="14527" y="11120"/>
                </a:lnTo>
                <a:lnTo>
                  <a:pt x="14478" y="11071"/>
                </a:lnTo>
                <a:lnTo>
                  <a:pt x="14429" y="11047"/>
                </a:lnTo>
                <a:lnTo>
                  <a:pt x="14356" y="11023"/>
                </a:lnTo>
                <a:lnTo>
                  <a:pt x="14283" y="11047"/>
                </a:lnTo>
                <a:lnTo>
                  <a:pt x="14210" y="11023"/>
                </a:lnTo>
                <a:lnTo>
                  <a:pt x="14137" y="10925"/>
                </a:lnTo>
                <a:lnTo>
                  <a:pt x="14040" y="10852"/>
                </a:lnTo>
                <a:lnTo>
                  <a:pt x="13943" y="10852"/>
                </a:lnTo>
                <a:lnTo>
                  <a:pt x="13894" y="10877"/>
                </a:lnTo>
                <a:lnTo>
                  <a:pt x="13845" y="10925"/>
                </a:lnTo>
                <a:lnTo>
                  <a:pt x="13772" y="10974"/>
                </a:lnTo>
                <a:lnTo>
                  <a:pt x="13651" y="11047"/>
                </a:lnTo>
                <a:lnTo>
                  <a:pt x="13505" y="11120"/>
                </a:lnTo>
                <a:lnTo>
                  <a:pt x="13334" y="11169"/>
                </a:lnTo>
                <a:lnTo>
                  <a:pt x="13188" y="11217"/>
                </a:lnTo>
                <a:lnTo>
                  <a:pt x="12994" y="11217"/>
                </a:lnTo>
                <a:lnTo>
                  <a:pt x="12969" y="11193"/>
                </a:lnTo>
                <a:lnTo>
                  <a:pt x="12945" y="11144"/>
                </a:lnTo>
                <a:lnTo>
                  <a:pt x="12921" y="11096"/>
                </a:lnTo>
                <a:lnTo>
                  <a:pt x="12945" y="10974"/>
                </a:lnTo>
                <a:lnTo>
                  <a:pt x="12945" y="10901"/>
                </a:lnTo>
                <a:lnTo>
                  <a:pt x="12896" y="10828"/>
                </a:lnTo>
                <a:lnTo>
                  <a:pt x="12848" y="10779"/>
                </a:lnTo>
                <a:lnTo>
                  <a:pt x="12775" y="10755"/>
                </a:lnTo>
                <a:lnTo>
                  <a:pt x="12677" y="10779"/>
                </a:lnTo>
                <a:lnTo>
                  <a:pt x="12629" y="10804"/>
                </a:lnTo>
                <a:lnTo>
                  <a:pt x="12556" y="10852"/>
                </a:lnTo>
                <a:lnTo>
                  <a:pt x="12531" y="10925"/>
                </a:lnTo>
                <a:lnTo>
                  <a:pt x="12507" y="11047"/>
                </a:lnTo>
                <a:lnTo>
                  <a:pt x="12458" y="11096"/>
                </a:lnTo>
                <a:lnTo>
                  <a:pt x="12410" y="11144"/>
                </a:lnTo>
                <a:lnTo>
                  <a:pt x="12288" y="11217"/>
                </a:lnTo>
                <a:lnTo>
                  <a:pt x="12142" y="11242"/>
                </a:lnTo>
                <a:lnTo>
                  <a:pt x="11972" y="11242"/>
                </a:lnTo>
                <a:lnTo>
                  <a:pt x="11850" y="11217"/>
                </a:lnTo>
                <a:lnTo>
                  <a:pt x="11728" y="11144"/>
                </a:lnTo>
                <a:lnTo>
                  <a:pt x="11704" y="11120"/>
                </a:lnTo>
                <a:lnTo>
                  <a:pt x="11680" y="11071"/>
                </a:lnTo>
                <a:lnTo>
                  <a:pt x="11680" y="10998"/>
                </a:lnTo>
                <a:lnTo>
                  <a:pt x="11704" y="10950"/>
                </a:lnTo>
                <a:lnTo>
                  <a:pt x="11728" y="10852"/>
                </a:lnTo>
                <a:lnTo>
                  <a:pt x="11728" y="10779"/>
                </a:lnTo>
                <a:lnTo>
                  <a:pt x="11680" y="10706"/>
                </a:lnTo>
                <a:lnTo>
                  <a:pt x="11631" y="10658"/>
                </a:lnTo>
                <a:lnTo>
                  <a:pt x="11558" y="10633"/>
                </a:lnTo>
                <a:close/>
                <a:moveTo>
                  <a:pt x="1266" y="11363"/>
                </a:moveTo>
                <a:lnTo>
                  <a:pt x="1266" y="11826"/>
                </a:lnTo>
                <a:lnTo>
                  <a:pt x="1095" y="11972"/>
                </a:lnTo>
                <a:lnTo>
                  <a:pt x="974" y="12118"/>
                </a:lnTo>
                <a:lnTo>
                  <a:pt x="876" y="12215"/>
                </a:lnTo>
                <a:lnTo>
                  <a:pt x="828" y="12337"/>
                </a:lnTo>
                <a:lnTo>
                  <a:pt x="803" y="11534"/>
                </a:lnTo>
                <a:lnTo>
                  <a:pt x="803" y="11485"/>
                </a:lnTo>
                <a:lnTo>
                  <a:pt x="925" y="11485"/>
                </a:lnTo>
                <a:lnTo>
                  <a:pt x="1047" y="11461"/>
                </a:lnTo>
                <a:lnTo>
                  <a:pt x="1144" y="11412"/>
                </a:lnTo>
                <a:lnTo>
                  <a:pt x="1266" y="11363"/>
                </a:lnTo>
                <a:close/>
                <a:moveTo>
                  <a:pt x="1266" y="12385"/>
                </a:moveTo>
                <a:lnTo>
                  <a:pt x="1266" y="12872"/>
                </a:lnTo>
                <a:lnTo>
                  <a:pt x="974" y="13140"/>
                </a:lnTo>
                <a:lnTo>
                  <a:pt x="828" y="13286"/>
                </a:lnTo>
                <a:lnTo>
                  <a:pt x="828" y="12653"/>
                </a:lnTo>
                <a:lnTo>
                  <a:pt x="1022" y="12556"/>
                </a:lnTo>
                <a:lnTo>
                  <a:pt x="1217" y="12410"/>
                </a:lnTo>
                <a:lnTo>
                  <a:pt x="1266" y="12385"/>
                </a:lnTo>
                <a:close/>
                <a:moveTo>
                  <a:pt x="4088" y="12775"/>
                </a:moveTo>
                <a:lnTo>
                  <a:pt x="4039" y="12799"/>
                </a:lnTo>
                <a:lnTo>
                  <a:pt x="4015" y="12823"/>
                </a:lnTo>
                <a:lnTo>
                  <a:pt x="3820" y="13164"/>
                </a:lnTo>
                <a:lnTo>
                  <a:pt x="3747" y="13359"/>
                </a:lnTo>
                <a:lnTo>
                  <a:pt x="3699" y="13553"/>
                </a:lnTo>
                <a:lnTo>
                  <a:pt x="3674" y="13748"/>
                </a:lnTo>
                <a:lnTo>
                  <a:pt x="3699" y="13821"/>
                </a:lnTo>
                <a:lnTo>
                  <a:pt x="3747" y="13894"/>
                </a:lnTo>
                <a:lnTo>
                  <a:pt x="3796" y="13967"/>
                </a:lnTo>
                <a:lnTo>
                  <a:pt x="3869" y="13991"/>
                </a:lnTo>
                <a:lnTo>
                  <a:pt x="3991" y="14040"/>
                </a:lnTo>
                <a:lnTo>
                  <a:pt x="4258" y="14040"/>
                </a:lnTo>
                <a:lnTo>
                  <a:pt x="4404" y="14016"/>
                </a:lnTo>
                <a:lnTo>
                  <a:pt x="4526" y="13967"/>
                </a:lnTo>
                <a:lnTo>
                  <a:pt x="4672" y="13918"/>
                </a:lnTo>
                <a:lnTo>
                  <a:pt x="4940" y="13748"/>
                </a:lnTo>
                <a:lnTo>
                  <a:pt x="5183" y="13578"/>
                </a:lnTo>
                <a:lnTo>
                  <a:pt x="5256" y="13675"/>
                </a:lnTo>
                <a:lnTo>
                  <a:pt x="5353" y="13748"/>
                </a:lnTo>
                <a:lnTo>
                  <a:pt x="5475" y="13821"/>
                </a:lnTo>
                <a:lnTo>
                  <a:pt x="5621" y="13870"/>
                </a:lnTo>
                <a:lnTo>
                  <a:pt x="5791" y="13918"/>
                </a:lnTo>
                <a:lnTo>
                  <a:pt x="6108" y="13918"/>
                </a:lnTo>
                <a:lnTo>
                  <a:pt x="6278" y="13894"/>
                </a:lnTo>
                <a:lnTo>
                  <a:pt x="6424" y="13821"/>
                </a:lnTo>
                <a:lnTo>
                  <a:pt x="6570" y="13772"/>
                </a:lnTo>
                <a:lnTo>
                  <a:pt x="6692" y="13675"/>
                </a:lnTo>
                <a:lnTo>
                  <a:pt x="6838" y="13578"/>
                </a:lnTo>
                <a:lnTo>
                  <a:pt x="6959" y="13675"/>
                </a:lnTo>
                <a:lnTo>
                  <a:pt x="7130" y="13724"/>
                </a:lnTo>
                <a:lnTo>
                  <a:pt x="7324" y="13748"/>
                </a:lnTo>
                <a:lnTo>
                  <a:pt x="7519" y="13748"/>
                </a:lnTo>
                <a:lnTo>
                  <a:pt x="8030" y="13724"/>
                </a:lnTo>
                <a:lnTo>
                  <a:pt x="8565" y="13748"/>
                </a:lnTo>
                <a:lnTo>
                  <a:pt x="8906" y="13772"/>
                </a:lnTo>
                <a:lnTo>
                  <a:pt x="9271" y="13748"/>
                </a:lnTo>
                <a:lnTo>
                  <a:pt x="9466" y="13724"/>
                </a:lnTo>
                <a:lnTo>
                  <a:pt x="9636" y="13675"/>
                </a:lnTo>
                <a:lnTo>
                  <a:pt x="9782" y="13578"/>
                </a:lnTo>
                <a:lnTo>
                  <a:pt x="9928" y="13480"/>
                </a:lnTo>
                <a:lnTo>
                  <a:pt x="9952" y="13432"/>
                </a:lnTo>
                <a:lnTo>
                  <a:pt x="9952" y="13383"/>
                </a:lnTo>
                <a:lnTo>
                  <a:pt x="9928" y="13334"/>
                </a:lnTo>
                <a:lnTo>
                  <a:pt x="9879" y="13310"/>
                </a:lnTo>
                <a:lnTo>
                  <a:pt x="9660" y="13261"/>
                </a:lnTo>
                <a:lnTo>
                  <a:pt x="9466" y="13286"/>
                </a:lnTo>
                <a:lnTo>
                  <a:pt x="9028" y="13334"/>
                </a:lnTo>
                <a:lnTo>
                  <a:pt x="8590" y="13334"/>
                </a:lnTo>
                <a:lnTo>
                  <a:pt x="8176" y="13286"/>
                </a:lnTo>
                <a:lnTo>
                  <a:pt x="7957" y="13286"/>
                </a:lnTo>
                <a:lnTo>
                  <a:pt x="7616" y="13310"/>
                </a:lnTo>
                <a:lnTo>
                  <a:pt x="7276" y="13310"/>
                </a:lnTo>
                <a:lnTo>
                  <a:pt x="7203" y="13286"/>
                </a:lnTo>
                <a:lnTo>
                  <a:pt x="7178" y="13261"/>
                </a:lnTo>
                <a:lnTo>
                  <a:pt x="7203" y="13164"/>
                </a:lnTo>
                <a:lnTo>
                  <a:pt x="7178" y="13091"/>
                </a:lnTo>
                <a:lnTo>
                  <a:pt x="7154" y="13042"/>
                </a:lnTo>
                <a:lnTo>
                  <a:pt x="7105" y="12969"/>
                </a:lnTo>
                <a:lnTo>
                  <a:pt x="7057" y="12945"/>
                </a:lnTo>
                <a:lnTo>
                  <a:pt x="6984" y="12921"/>
                </a:lnTo>
                <a:lnTo>
                  <a:pt x="6911" y="12945"/>
                </a:lnTo>
                <a:lnTo>
                  <a:pt x="6838" y="12994"/>
                </a:lnTo>
                <a:lnTo>
                  <a:pt x="6594" y="13237"/>
                </a:lnTo>
                <a:lnTo>
                  <a:pt x="6302" y="13432"/>
                </a:lnTo>
                <a:lnTo>
                  <a:pt x="6205" y="13480"/>
                </a:lnTo>
                <a:lnTo>
                  <a:pt x="6059" y="13505"/>
                </a:lnTo>
                <a:lnTo>
                  <a:pt x="5913" y="13505"/>
                </a:lnTo>
                <a:lnTo>
                  <a:pt x="5767" y="13480"/>
                </a:lnTo>
                <a:lnTo>
                  <a:pt x="5645" y="13432"/>
                </a:lnTo>
                <a:lnTo>
                  <a:pt x="5548" y="13359"/>
                </a:lnTo>
                <a:lnTo>
                  <a:pt x="5524" y="13286"/>
                </a:lnTo>
                <a:lnTo>
                  <a:pt x="5524" y="13237"/>
                </a:lnTo>
                <a:lnTo>
                  <a:pt x="5524" y="13164"/>
                </a:lnTo>
                <a:lnTo>
                  <a:pt x="5548" y="13067"/>
                </a:lnTo>
                <a:lnTo>
                  <a:pt x="5548" y="12994"/>
                </a:lnTo>
                <a:lnTo>
                  <a:pt x="5524" y="12921"/>
                </a:lnTo>
                <a:lnTo>
                  <a:pt x="5475" y="12872"/>
                </a:lnTo>
                <a:lnTo>
                  <a:pt x="5426" y="12823"/>
                </a:lnTo>
                <a:lnTo>
                  <a:pt x="5353" y="12799"/>
                </a:lnTo>
                <a:lnTo>
                  <a:pt x="5280" y="12799"/>
                </a:lnTo>
                <a:lnTo>
                  <a:pt x="5207" y="12848"/>
                </a:lnTo>
                <a:lnTo>
                  <a:pt x="5159" y="12896"/>
                </a:lnTo>
                <a:lnTo>
                  <a:pt x="5086" y="13018"/>
                </a:lnTo>
                <a:lnTo>
                  <a:pt x="5013" y="13091"/>
                </a:lnTo>
                <a:lnTo>
                  <a:pt x="4842" y="13261"/>
                </a:lnTo>
                <a:lnTo>
                  <a:pt x="4648" y="13407"/>
                </a:lnTo>
                <a:lnTo>
                  <a:pt x="4453" y="13505"/>
                </a:lnTo>
                <a:lnTo>
                  <a:pt x="4331" y="13578"/>
                </a:lnTo>
                <a:lnTo>
                  <a:pt x="4185" y="13602"/>
                </a:lnTo>
                <a:lnTo>
                  <a:pt x="4137" y="13602"/>
                </a:lnTo>
                <a:lnTo>
                  <a:pt x="4088" y="13578"/>
                </a:lnTo>
                <a:lnTo>
                  <a:pt x="4088" y="13505"/>
                </a:lnTo>
                <a:lnTo>
                  <a:pt x="4088" y="13407"/>
                </a:lnTo>
                <a:lnTo>
                  <a:pt x="4210" y="12945"/>
                </a:lnTo>
                <a:lnTo>
                  <a:pt x="4210" y="12896"/>
                </a:lnTo>
                <a:lnTo>
                  <a:pt x="4210" y="12848"/>
                </a:lnTo>
                <a:lnTo>
                  <a:pt x="4161" y="12799"/>
                </a:lnTo>
                <a:lnTo>
                  <a:pt x="4112" y="12775"/>
                </a:lnTo>
                <a:close/>
                <a:moveTo>
                  <a:pt x="1266" y="13407"/>
                </a:moveTo>
                <a:lnTo>
                  <a:pt x="1266" y="14113"/>
                </a:lnTo>
                <a:lnTo>
                  <a:pt x="1168" y="14186"/>
                </a:lnTo>
                <a:lnTo>
                  <a:pt x="1071" y="14235"/>
                </a:lnTo>
                <a:lnTo>
                  <a:pt x="925" y="14381"/>
                </a:lnTo>
                <a:lnTo>
                  <a:pt x="779" y="14527"/>
                </a:lnTo>
                <a:lnTo>
                  <a:pt x="803" y="13748"/>
                </a:lnTo>
                <a:lnTo>
                  <a:pt x="925" y="13675"/>
                </a:lnTo>
                <a:lnTo>
                  <a:pt x="1047" y="13578"/>
                </a:lnTo>
                <a:lnTo>
                  <a:pt x="1241" y="13407"/>
                </a:lnTo>
                <a:close/>
                <a:moveTo>
                  <a:pt x="1266" y="14624"/>
                </a:moveTo>
                <a:lnTo>
                  <a:pt x="1266" y="14940"/>
                </a:lnTo>
                <a:lnTo>
                  <a:pt x="1193" y="14989"/>
                </a:lnTo>
                <a:lnTo>
                  <a:pt x="949" y="15208"/>
                </a:lnTo>
                <a:lnTo>
                  <a:pt x="730" y="15451"/>
                </a:lnTo>
                <a:lnTo>
                  <a:pt x="755" y="15062"/>
                </a:lnTo>
                <a:lnTo>
                  <a:pt x="876" y="14989"/>
                </a:lnTo>
                <a:lnTo>
                  <a:pt x="974" y="14892"/>
                </a:lnTo>
                <a:lnTo>
                  <a:pt x="1168" y="14697"/>
                </a:lnTo>
                <a:lnTo>
                  <a:pt x="1266" y="14624"/>
                </a:lnTo>
                <a:close/>
                <a:moveTo>
                  <a:pt x="1241" y="15451"/>
                </a:moveTo>
                <a:lnTo>
                  <a:pt x="1241" y="15500"/>
                </a:lnTo>
                <a:lnTo>
                  <a:pt x="1217" y="15841"/>
                </a:lnTo>
                <a:lnTo>
                  <a:pt x="1071" y="15962"/>
                </a:lnTo>
                <a:lnTo>
                  <a:pt x="925" y="16108"/>
                </a:lnTo>
                <a:lnTo>
                  <a:pt x="682" y="16400"/>
                </a:lnTo>
                <a:lnTo>
                  <a:pt x="706" y="15695"/>
                </a:lnTo>
                <a:lnTo>
                  <a:pt x="755" y="15719"/>
                </a:lnTo>
                <a:lnTo>
                  <a:pt x="828" y="15743"/>
                </a:lnTo>
                <a:lnTo>
                  <a:pt x="876" y="15743"/>
                </a:lnTo>
                <a:lnTo>
                  <a:pt x="949" y="15695"/>
                </a:lnTo>
                <a:lnTo>
                  <a:pt x="1241" y="15451"/>
                </a:lnTo>
                <a:close/>
                <a:moveTo>
                  <a:pt x="1168" y="16327"/>
                </a:moveTo>
                <a:lnTo>
                  <a:pt x="1120" y="17009"/>
                </a:lnTo>
                <a:lnTo>
                  <a:pt x="998" y="17082"/>
                </a:lnTo>
                <a:lnTo>
                  <a:pt x="876" y="17179"/>
                </a:lnTo>
                <a:lnTo>
                  <a:pt x="682" y="17373"/>
                </a:lnTo>
                <a:lnTo>
                  <a:pt x="584" y="17495"/>
                </a:lnTo>
                <a:lnTo>
                  <a:pt x="657" y="16668"/>
                </a:lnTo>
                <a:lnTo>
                  <a:pt x="803" y="16619"/>
                </a:lnTo>
                <a:lnTo>
                  <a:pt x="949" y="16522"/>
                </a:lnTo>
                <a:lnTo>
                  <a:pt x="1168" y="16327"/>
                </a:lnTo>
                <a:close/>
                <a:moveTo>
                  <a:pt x="6813" y="463"/>
                </a:moveTo>
                <a:lnTo>
                  <a:pt x="8322" y="487"/>
                </a:lnTo>
                <a:lnTo>
                  <a:pt x="9830" y="560"/>
                </a:lnTo>
                <a:lnTo>
                  <a:pt x="12848" y="706"/>
                </a:lnTo>
                <a:lnTo>
                  <a:pt x="12775" y="901"/>
                </a:lnTo>
                <a:lnTo>
                  <a:pt x="12750" y="1071"/>
                </a:lnTo>
                <a:lnTo>
                  <a:pt x="12677" y="1484"/>
                </a:lnTo>
                <a:lnTo>
                  <a:pt x="12677" y="1874"/>
                </a:lnTo>
                <a:lnTo>
                  <a:pt x="12702" y="2312"/>
                </a:lnTo>
                <a:lnTo>
                  <a:pt x="12775" y="3115"/>
                </a:lnTo>
                <a:lnTo>
                  <a:pt x="12799" y="3528"/>
                </a:lnTo>
                <a:lnTo>
                  <a:pt x="12823" y="3893"/>
                </a:lnTo>
                <a:lnTo>
                  <a:pt x="12823" y="3966"/>
                </a:lnTo>
                <a:lnTo>
                  <a:pt x="12872" y="4039"/>
                </a:lnTo>
                <a:lnTo>
                  <a:pt x="12896" y="4064"/>
                </a:lnTo>
                <a:lnTo>
                  <a:pt x="12945" y="4112"/>
                </a:lnTo>
                <a:lnTo>
                  <a:pt x="12994" y="4161"/>
                </a:lnTo>
                <a:lnTo>
                  <a:pt x="13067" y="4210"/>
                </a:lnTo>
                <a:lnTo>
                  <a:pt x="13261" y="4258"/>
                </a:lnTo>
                <a:lnTo>
                  <a:pt x="13456" y="4307"/>
                </a:lnTo>
                <a:lnTo>
                  <a:pt x="13870" y="4331"/>
                </a:lnTo>
                <a:lnTo>
                  <a:pt x="14697" y="4356"/>
                </a:lnTo>
                <a:lnTo>
                  <a:pt x="15500" y="4356"/>
                </a:lnTo>
                <a:lnTo>
                  <a:pt x="15889" y="4331"/>
                </a:lnTo>
                <a:lnTo>
                  <a:pt x="16279" y="4283"/>
                </a:lnTo>
                <a:lnTo>
                  <a:pt x="16254" y="5061"/>
                </a:lnTo>
                <a:lnTo>
                  <a:pt x="16279" y="5864"/>
                </a:lnTo>
                <a:lnTo>
                  <a:pt x="16303" y="6643"/>
                </a:lnTo>
                <a:lnTo>
                  <a:pt x="16303" y="7422"/>
                </a:lnTo>
                <a:lnTo>
                  <a:pt x="16254" y="9319"/>
                </a:lnTo>
                <a:lnTo>
                  <a:pt x="16254" y="10268"/>
                </a:lnTo>
                <a:lnTo>
                  <a:pt x="16254" y="11242"/>
                </a:lnTo>
                <a:lnTo>
                  <a:pt x="16303" y="13140"/>
                </a:lnTo>
                <a:lnTo>
                  <a:pt x="16352" y="15062"/>
                </a:lnTo>
                <a:lnTo>
                  <a:pt x="16327" y="15962"/>
                </a:lnTo>
                <a:lnTo>
                  <a:pt x="16327" y="16887"/>
                </a:lnTo>
                <a:lnTo>
                  <a:pt x="16327" y="17738"/>
                </a:lnTo>
                <a:lnTo>
                  <a:pt x="16303" y="18152"/>
                </a:lnTo>
                <a:lnTo>
                  <a:pt x="16254" y="18590"/>
                </a:lnTo>
                <a:lnTo>
                  <a:pt x="15889" y="18614"/>
                </a:lnTo>
                <a:lnTo>
                  <a:pt x="15524" y="18639"/>
                </a:lnTo>
                <a:lnTo>
                  <a:pt x="11923" y="18639"/>
                </a:lnTo>
                <a:lnTo>
                  <a:pt x="9733" y="18614"/>
                </a:lnTo>
                <a:lnTo>
                  <a:pt x="7616" y="18566"/>
                </a:lnTo>
                <a:lnTo>
                  <a:pt x="5524" y="18517"/>
                </a:lnTo>
                <a:lnTo>
                  <a:pt x="4453" y="18517"/>
                </a:lnTo>
                <a:lnTo>
                  <a:pt x="3358" y="18566"/>
                </a:lnTo>
                <a:lnTo>
                  <a:pt x="2701" y="18566"/>
                </a:lnTo>
                <a:lnTo>
                  <a:pt x="2360" y="18590"/>
                </a:lnTo>
                <a:lnTo>
                  <a:pt x="2020" y="18639"/>
                </a:lnTo>
                <a:lnTo>
                  <a:pt x="1971" y="18590"/>
                </a:lnTo>
                <a:lnTo>
                  <a:pt x="1922" y="18517"/>
                </a:lnTo>
                <a:lnTo>
                  <a:pt x="1849" y="18493"/>
                </a:lnTo>
                <a:lnTo>
                  <a:pt x="1776" y="18493"/>
                </a:lnTo>
                <a:lnTo>
                  <a:pt x="1703" y="18298"/>
                </a:lnTo>
                <a:lnTo>
                  <a:pt x="1655" y="18103"/>
                </a:lnTo>
                <a:lnTo>
                  <a:pt x="1703" y="18030"/>
                </a:lnTo>
                <a:lnTo>
                  <a:pt x="1703" y="17957"/>
                </a:lnTo>
                <a:lnTo>
                  <a:pt x="1679" y="17884"/>
                </a:lnTo>
                <a:lnTo>
                  <a:pt x="1631" y="17811"/>
                </a:lnTo>
                <a:lnTo>
                  <a:pt x="1631" y="17398"/>
                </a:lnTo>
                <a:lnTo>
                  <a:pt x="1631" y="17009"/>
                </a:lnTo>
                <a:lnTo>
                  <a:pt x="1679" y="16133"/>
                </a:lnTo>
                <a:lnTo>
                  <a:pt x="1728" y="15281"/>
                </a:lnTo>
                <a:lnTo>
                  <a:pt x="1728" y="15086"/>
                </a:lnTo>
                <a:lnTo>
                  <a:pt x="1752" y="15038"/>
                </a:lnTo>
                <a:lnTo>
                  <a:pt x="1776" y="14965"/>
                </a:lnTo>
                <a:lnTo>
                  <a:pt x="1776" y="14916"/>
                </a:lnTo>
                <a:lnTo>
                  <a:pt x="1728" y="14843"/>
                </a:lnTo>
                <a:lnTo>
                  <a:pt x="1728" y="13018"/>
                </a:lnTo>
                <a:lnTo>
                  <a:pt x="1801" y="12945"/>
                </a:lnTo>
                <a:lnTo>
                  <a:pt x="1825" y="12848"/>
                </a:lnTo>
                <a:lnTo>
                  <a:pt x="1825" y="12775"/>
                </a:lnTo>
                <a:lnTo>
                  <a:pt x="1776" y="12726"/>
                </a:lnTo>
                <a:lnTo>
                  <a:pt x="1728" y="12677"/>
                </a:lnTo>
                <a:lnTo>
                  <a:pt x="1728" y="11071"/>
                </a:lnTo>
                <a:lnTo>
                  <a:pt x="1752" y="11023"/>
                </a:lnTo>
                <a:lnTo>
                  <a:pt x="1752" y="10974"/>
                </a:lnTo>
                <a:lnTo>
                  <a:pt x="1752" y="10925"/>
                </a:lnTo>
                <a:lnTo>
                  <a:pt x="1728" y="10852"/>
                </a:lnTo>
                <a:lnTo>
                  <a:pt x="1728" y="10049"/>
                </a:lnTo>
                <a:lnTo>
                  <a:pt x="1801" y="7373"/>
                </a:lnTo>
                <a:lnTo>
                  <a:pt x="1874" y="6059"/>
                </a:lnTo>
                <a:lnTo>
                  <a:pt x="1947" y="4721"/>
                </a:lnTo>
                <a:lnTo>
                  <a:pt x="1971" y="4137"/>
                </a:lnTo>
                <a:lnTo>
                  <a:pt x="1971" y="3553"/>
                </a:lnTo>
                <a:lnTo>
                  <a:pt x="1922" y="2969"/>
                </a:lnTo>
                <a:lnTo>
                  <a:pt x="1898" y="2360"/>
                </a:lnTo>
                <a:lnTo>
                  <a:pt x="1849" y="1825"/>
                </a:lnTo>
                <a:lnTo>
                  <a:pt x="1801" y="1290"/>
                </a:lnTo>
                <a:lnTo>
                  <a:pt x="1752" y="925"/>
                </a:lnTo>
                <a:lnTo>
                  <a:pt x="1703" y="755"/>
                </a:lnTo>
                <a:lnTo>
                  <a:pt x="1703" y="560"/>
                </a:lnTo>
                <a:lnTo>
                  <a:pt x="2141" y="609"/>
                </a:lnTo>
                <a:lnTo>
                  <a:pt x="2579" y="609"/>
                </a:lnTo>
                <a:lnTo>
                  <a:pt x="3455" y="584"/>
                </a:lnTo>
                <a:lnTo>
                  <a:pt x="5134" y="511"/>
                </a:lnTo>
                <a:lnTo>
                  <a:pt x="5962" y="487"/>
                </a:lnTo>
                <a:lnTo>
                  <a:pt x="6813" y="463"/>
                </a:lnTo>
                <a:close/>
                <a:moveTo>
                  <a:pt x="1120" y="17544"/>
                </a:moveTo>
                <a:lnTo>
                  <a:pt x="1144" y="17982"/>
                </a:lnTo>
                <a:lnTo>
                  <a:pt x="949" y="18176"/>
                </a:lnTo>
                <a:lnTo>
                  <a:pt x="779" y="18371"/>
                </a:lnTo>
                <a:lnTo>
                  <a:pt x="682" y="18517"/>
                </a:lnTo>
                <a:lnTo>
                  <a:pt x="584" y="18663"/>
                </a:lnTo>
                <a:lnTo>
                  <a:pt x="536" y="18858"/>
                </a:lnTo>
                <a:lnTo>
                  <a:pt x="513" y="19015"/>
                </a:lnTo>
                <a:lnTo>
                  <a:pt x="511" y="18979"/>
                </a:lnTo>
                <a:lnTo>
                  <a:pt x="511" y="18468"/>
                </a:lnTo>
                <a:lnTo>
                  <a:pt x="536" y="17982"/>
                </a:lnTo>
                <a:lnTo>
                  <a:pt x="657" y="17909"/>
                </a:lnTo>
                <a:lnTo>
                  <a:pt x="779" y="17836"/>
                </a:lnTo>
                <a:lnTo>
                  <a:pt x="974" y="17665"/>
                </a:lnTo>
                <a:lnTo>
                  <a:pt x="1120" y="17544"/>
                </a:lnTo>
                <a:close/>
                <a:moveTo>
                  <a:pt x="1266" y="18468"/>
                </a:moveTo>
                <a:lnTo>
                  <a:pt x="1314" y="18663"/>
                </a:lnTo>
                <a:lnTo>
                  <a:pt x="1412" y="18833"/>
                </a:lnTo>
                <a:lnTo>
                  <a:pt x="1144" y="19150"/>
                </a:lnTo>
                <a:lnTo>
                  <a:pt x="876" y="19539"/>
                </a:lnTo>
                <a:lnTo>
                  <a:pt x="633" y="19928"/>
                </a:lnTo>
                <a:lnTo>
                  <a:pt x="584" y="19685"/>
                </a:lnTo>
                <a:lnTo>
                  <a:pt x="536" y="19466"/>
                </a:lnTo>
                <a:lnTo>
                  <a:pt x="514" y="19031"/>
                </a:lnTo>
                <a:lnTo>
                  <a:pt x="514" y="19031"/>
                </a:lnTo>
                <a:lnTo>
                  <a:pt x="536" y="19052"/>
                </a:lnTo>
                <a:lnTo>
                  <a:pt x="584" y="19052"/>
                </a:lnTo>
                <a:lnTo>
                  <a:pt x="779" y="18955"/>
                </a:lnTo>
                <a:lnTo>
                  <a:pt x="949" y="18809"/>
                </a:lnTo>
                <a:lnTo>
                  <a:pt x="1266" y="18468"/>
                </a:lnTo>
                <a:close/>
                <a:moveTo>
                  <a:pt x="15427" y="19101"/>
                </a:moveTo>
                <a:lnTo>
                  <a:pt x="15427" y="19296"/>
                </a:lnTo>
                <a:lnTo>
                  <a:pt x="15427" y="19490"/>
                </a:lnTo>
                <a:lnTo>
                  <a:pt x="15451" y="19904"/>
                </a:lnTo>
                <a:lnTo>
                  <a:pt x="15086" y="19953"/>
                </a:lnTo>
                <a:lnTo>
                  <a:pt x="15086" y="19953"/>
                </a:lnTo>
                <a:lnTo>
                  <a:pt x="15159" y="19734"/>
                </a:lnTo>
                <a:lnTo>
                  <a:pt x="15257" y="19417"/>
                </a:lnTo>
                <a:lnTo>
                  <a:pt x="15281" y="19271"/>
                </a:lnTo>
                <a:lnTo>
                  <a:pt x="15281" y="19101"/>
                </a:lnTo>
                <a:close/>
                <a:moveTo>
                  <a:pt x="15038" y="19101"/>
                </a:moveTo>
                <a:lnTo>
                  <a:pt x="14989" y="19174"/>
                </a:lnTo>
                <a:lnTo>
                  <a:pt x="14940" y="19271"/>
                </a:lnTo>
                <a:lnTo>
                  <a:pt x="14843" y="19442"/>
                </a:lnTo>
                <a:lnTo>
                  <a:pt x="14721" y="19782"/>
                </a:lnTo>
                <a:lnTo>
                  <a:pt x="14600" y="20026"/>
                </a:lnTo>
                <a:lnTo>
                  <a:pt x="14356" y="20050"/>
                </a:lnTo>
                <a:lnTo>
                  <a:pt x="14429" y="19758"/>
                </a:lnTo>
                <a:lnTo>
                  <a:pt x="14502" y="19563"/>
                </a:lnTo>
                <a:lnTo>
                  <a:pt x="14551" y="19344"/>
                </a:lnTo>
                <a:lnTo>
                  <a:pt x="14575" y="19198"/>
                </a:lnTo>
                <a:lnTo>
                  <a:pt x="14551" y="19125"/>
                </a:lnTo>
                <a:lnTo>
                  <a:pt x="15038" y="19101"/>
                </a:lnTo>
                <a:close/>
                <a:moveTo>
                  <a:pt x="9782" y="19052"/>
                </a:moveTo>
                <a:lnTo>
                  <a:pt x="9660" y="19296"/>
                </a:lnTo>
                <a:lnTo>
                  <a:pt x="9563" y="19563"/>
                </a:lnTo>
                <a:lnTo>
                  <a:pt x="9490" y="19831"/>
                </a:lnTo>
                <a:lnTo>
                  <a:pt x="9441" y="20074"/>
                </a:lnTo>
                <a:lnTo>
                  <a:pt x="9028" y="20074"/>
                </a:lnTo>
                <a:lnTo>
                  <a:pt x="9101" y="19831"/>
                </a:lnTo>
                <a:lnTo>
                  <a:pt x="9174" y="19636"/>
                </a:lnTo>
                <a:lnTo>
                  <a:pt x="9320" y="19344"/>
                </a:lnTo>
                <a:lnTo>
                  <a:pt x="9368" y="19174"/>
                </a:lnTo>
                <a:lnTo>
                  <a:pt x="9393" y="19101"/>
                </a:lnTo>
                <a:lnTo>
                  <a:pt x="9368" y="19052"/>
                </a:lnTo>
                <a:close/>
                <a:moveTo>
                  <a:pt x="10779" y="19077"/>
                </a:moveTo>
                <a:lnTo>
                  <a:pt x="10585" y="19296"/>
                </a:lnTo>
                <a:lnTo>
                  <a:pt x="10439" y="19539"/>
                </a:lnTo>
                <a:lnTo>
                  <a:pt x="10366" y="19685"/>
                </a:lnTo>
                <a:lnTo>
                  <a:pt x="10317" y="19807"/>
                </a:lnTo>
                <a:lnTo>
                  <a:pt x="10268" y="19953"/>
                </a:lnTo>
                <a:lnTo>
                  <a:pt x="10244" y="20074"/>
                </a:lnTo>
                <a:lnTo>
                  <a:pt x="9879" y="20074"/>
                </a:lnTo>
                <a:lnTo>
                  <a:pt x="9903" y="19977"/>
                </a:lnTo>
                <a:lnTo>
                  <a:pt x="9976" y="19734"/>
                </a:lnTo>
                <a:lnTo>
                  <a:pt x="10049" y="19515"/>
                </a:lnTo>
                <a:lnTo>
                  <a:pt x="10122" y="19320"/>
                </a:lnTo>
                <a:lnTo>
                  <a:pt x="10195" y="19198"/>
                </a:lnTo>
                <a:lnTo>
                  <a:pt x="10220" y="19077"/>
                </a:lnTo>
                <a:close/>
                <a:moveTo>
                  <a:pt x="9076" y="19028"/>
                </a:moveTo>
                <a:lnTo>
                  <a:pt x="9003" y="19150"/>
                </a:lnTo>
                <a:lnTo>
                  <a:pt x="8906" y="19271"/>
                </a:lnTo>
                <a:lnTo>
                  <a:pt x="8809" y="19466"/>
                </a:lnTo>
                <a:lnTo>
                  <a:pt x="8711" y="19685"/>
                </a:lnTo>
                <a:lnTo>
                  <a:pt x="8638" y="19880"/>
                </a:lnTo>
                <a:lnTo>
                  <a:pt x="8590" y="19977"/>
                </a:lnTo>
                <a:lnTo>
                  <a:pt x="8565" y="20074"/>
                </a:lnTo>
                <a:lnTo>
                  <a:pt x="8054" y="20099"/>
                </a:lnTo>
                <a:lnTo>
                  <a:pt x="8079" y="19953"/>
                </a:lnTo>
                <a:lnTo>
                  <a:pt x="8176" y="19734"/>
                </a:lnTo>
                <a:lnTo>
                  <a:pt x="8273" y="19490"/>
                </a:lnTo>
                <a:lnTo>
                  <a:pt x="8395" y="19296"/>
                </a:lnTo>
                <a:lnTo>
                  <a:pt x="8468" y="19150"/>
                </a:lnTo>
                <a:lnTo>
                  <a:pt x="8517" y="19028"/>
                </a:lnTo>
                <a:close/>
                <a:moveTo>
                  <a:pt x="10901" y="19077"/>
                </a:moveTo>
                <a:lnTo>
                  <a:pt x="10998" y="19101"/>
                </a:lnTo>
                <a:lnTo>
                  <a:pt x="11631" y="19101"/>
                </a:lnTo>
                <a:lnTo>
                  <a:pt x="11509" y="19247"/>
                </a:lnTo>
                <a:lnTo>
                  <a:pt x="11412" y="19393"/>
                </a:lnTo>
                <a:lnTo>
                  <a:pt x="11266" y="19685"/>
                </a:lnTo>
                <a:lnTo>
                  <a:pt x="11193" y="19880"/>
                </a:lnTo>
                <a:lnTo>
                  <a:pt x="11144" y="20001"/>
                </a:lnTo>
                <a:lnTo>
                  <a:pt x="11144" y="20099"/>
                </a:lnTo>
                <a:lnTo>
                  <a:pt x="11047" y="20099"/>
                </a:lnTo>
                <a:lnTo>
                  <a:pt x="10609" y="20074"/>
                </a:lnTo>
                <a:lnTo>
                  <a:pt x="10658" y="19831"/>
                </a:lnTo>
                <a:lnTo>
                  <a:pt x="10731" y="19588"/>
                </a:lnTo>
                <a:lnTo>
                  <a:pt x="10901" y="19077"/>
                </a:lnTo>
                <a:close/>
                <a:moveTo>
                  <a:pt x="14356" y="19125"/>
                </a:moveTo>
                <a:lnTo>
                  <a:pt x="14308" y="19198"/>
                </a:lnTo>
                <a:lnTo>
                  <a:pt x="14186" y="19393"/>
                </a:lnTo>
                <a:lnTo>
                  <a:pt x="14089" y="19563"/>
                </a:lnTo>
                <a:lnTo>
                  <a:pt x="13991" y="19782"/>
                </a:lnTo>
                <a:lnTo>
                  <a:pt x="13918" y="20001"/>
                </a:lnTo>
                <a:lnTo>
                  <a:pt x="13870" y="20074"/>
                </a:lnTo>
                <a:lnTo>
                  <a:pt x="13334" y="20099"/>
                </a:lnTo>
                <a:lnTo>
                  <a:pt x="13432" y="19880"/>
                </a:lnTo>
                <a:lnTo>
                  <a:pt x="13529" y="19685"/>
                </a:lnTo>
                <a:lnTo>
                  <a:pt x="13651" y="19393"/>
                </a:lnTo>
                <a:lnTo>
                  <a:pt x="13675" y="19344"/>
                </a:lnTo>
                <a:lnTo>
                  <a:pt x="13675" y="19271"/>
                </a:lnTo>
                <a:lnTo>
                  <a:pt x="13675" y="19198"/>
                </a:lnTo>
                <a:lnTo>
                  <a:pt x="13675" y="19150"/>
                </a:lnTo>
                <a:lnTo>
                  <a:pt x="13675" y="19125"/>
                </a:lnTo>
                <a:close/>
                <a:moveTo>
                  <a:pt x="7665" y="18979"/>
                </a:moveTo>
                <a:lnTo>
                  <a:pt x="8176" y="19004"/>
                </a:lnTo>
                <a:lnTo>
                  <a:pt x="8079" y="19125"/>
                </a:lnTo>
                <a:lnTo>
                  <a:pt x="7981" y="19271"/>
                </a:lnTo>
                <a:lnTo>
                  <a:pt x="7860" y="19490"/>
                </a:lnTo>
                <a:lnTo>
                  <a:pt x="7738" y="19782"/>
                </a:lnTo>
                <a:lnTo>
                  <a:pt x="7689" y="19953"/>
                </a:lnTo>
                <a:lnTo>
                  <a:pt x="7689" y="20099"/>
                </a:lnTo>
                <a:lnTo>
                  <a:pt x="6984" y="20123"/>
                </a:lnTo>
                <a:lnTo>
                  <a:pt x="7057" y="19977"/>
                </a:lnTo>
                <a:lnTo>
                  <a:pt x="7130" y="19831"/>
                </a:lnTo>
                <a:lnTo>
                  <a:pt x="7324" y="19563"/>
                </a:lnTo>
                <a:lnTo>
                  <a:pt x="7519" y="19271"/>
                </a:lnTo>
                <a:lnTo>
                  <a:pt x="7592" y="19125"/>
                </a:lnTo>
                <a:lnTo>
                  <a:pt x="7665" y="18979"/>
                </a:lnTo>
                <a:close/>
                <a:moveTo>
                  <a:pt x="11972" y="19101"/>
                </a:moveTo>
                <a:lnTo>
                  <a:pt x="12556" y="19125"/>
                </a:lnTo>
                <a:lnTo>
                  <a:pt x="12483" y="19223"/>
                </a:lnTo>
                <a:lnTo>
                  <a:pt x="12410" y="19320"/>
                </a:lnTo>
                <a:lnTo>
                  <a:pt x="12312" y="19563"/>
                </a:lnTo>
                <a:lnTo>
                  <a:pt x="12239" y="19855"/>
                </a:lnTo>
                <a:lnTo>
                  <a:pt x="12166" y="20123"/>
                </a:lnTo>
                <a:lnTo>
                  <a:pt x="11558" y="20099"/>
                </a:lnTo>
                <a:lnTo>
                  <a:pt x="11582" y="19953"/>
                </a:lnTo>
                <a:lnTo>
                  <a:pt x="11655" y="19807"/>
                </a:lnTo>
                <a:lnTo>
                  <a:pt x="11801" y="19563"/>
                </a:lnTo>
                <a:lnTo>
                  <a:pt x="11899" y="19369"/>
                </a:lnTo>
                <a:lnTo>
                  <a:pt x="11947" y="19247"/>
                </a:lnTo>
                <a:lnTo>
                  <a:pt x="11972" y="19101"/>
                </a:lnTo>
                <a:close/>
                <a:moveTo>
                  <a:pt x="13602" y="19125"/>
                </a:moveTo>
                <a:lnTo>
                  <a:pt x="13505" y="19174"/>
                </a:lnTo>
                <a:lnTo>
                  <a:pt x="13383" y="19247"/>
                </a:lnTo>
                <a:lnTo>
                  <a:pt x="13261" y="19393"/>
                </a:lnTo>
                <a:lnTo>
                  <a:pt x="13164" y="19539"/>
                </a:lnTo>
                <a:lnTo>
                  <a:pt x="13018" y="19831"/>
                </a:lnTo>
                <a:lnTo>
                  <a:pt x="12896" y="20123"/>
                </a:lnTo>
                <a:lnTo>
                  <a:pt x="12580" y="20123"/>
                </a:lnTo>
                <a:lnTo>
                  <a:pt x="12653" y="19807"/>
                </a:lnTo>
                <a:lnTo>
                  <a:pt x="12750" y="19490"/>
                </a:lnTo>
                <a:lnTo>
                  <a:pt x="12848" y="19150"/>
                </a:lnTo>
                <a:lnTo>
                  <a:pt x="12848" y="19125"/>
                </a:lnTo>
                <a:close/>
                <a:moveTo>
                  <a:pt x="6813" y="18955"/>
                </a:moveTo>
                <a:lnTo>
                  <a:pt x="7300" y="18979"/>
                </a:lnTo>
                <a:lnTo>
                  <a:pt x="7178" y="19101"/>
                </a:lnTo>
                <a:lnTo>
                  <a:pt x="7081" y="19223"/>
                </a:lnTo>
                <a:lnTo>
                  <a:pt x="6862" y="19515"/>
                </a:lnTo>
                <a:lnTo>
                  <a:pt x="6716" y="19831"/>
                </a:lnTo>
                <a:lnTo>
                  <a:pt x="6594" y="20147"/>
                </a:lnTo>
                <a:lnTo>
                  <a:pt x="6278" y="20147"/>
                </a:lnTo>
                <a:lnTo>
                  <a:pt x="6351" y="20001"/>
                </a:lnTo>
                <a:lnTo>
                  <a:pt x="6375" y="19855"/>
                </a:lnTo>
                <a:lnTo>
                  <a:pt x="6424" y="19685"/>
                </a:lnTo>
                <a:lnTo>
                  <a:pt x="6473" y="19539"/>
                </a:lnTo>
                <a:lnTo>
                  <a:pt x="6643" y="19247"/>
                </a:lnTo>
                <a:lnTo>
                  <a:pt x="6813" y="18955"/>
                </a:lnTo>
                <a:close/>
                <a:moveTo>
                  <a:pt x="6375" y="18955"/>
                </a:moveTo>
                <a:lnTo>
                  <a:pt x="6229" y="19198"/>
                </a:lnTo>
                <a:lnTo>
                  <a:pt x="6132" y="19417"/>
                </a:lnTo>
                <a:lnTo>
                  <a:pt x="6035" y="19588"/>
                </a:lnTo>
                <a:lnTo>
                  <a:pt x="5962" y="19782"/>
                </a:lnTo>
                <a:lnTo>
                  <a:pt x="5913" y="19977"/>
                </a:lnTo>
                <a:lnTo>
                  <a:pt x="5913" y="20074"/>
                </a:lnTo>
                <a:lnTo>
                  <a:pt x="5937" y="20172"/>
                </a:lnTo>
                <a:lnTo>
                  <a:pt x="5086" y="20220"/>
                </a:lnTo>
                <a:lnTo>
                  <a:pt x="5207" y="19977"/>
                </a:lnTo>
                <a:lnTo>
                  <a:pt x="5305" y="19734"/>
                </a:lnTo>
                <a:lnTo>
                  <a:pt x="5572" y="19320"/>
                </a:lnTo>
                <a:lnTo>
                  <a:pt x="5670" y="19150"/>
                </a:lnTo>
                <a:lnTo>
                  <a:pt x="5718" y="19052"/>
                </a:lnTo>
                <a:lnTo>
                  <a:pt x="5743" y="19004"/>
                </a:lnTo>
                <a:lnTo>
                  <a:pt x="5694" y="19052"/>
                </a:lnTo>
                <a:lnTo>
                  <a:pt x="5694" y="19052"/>
                </a:lnTo>
                <a:lnTo>
                  <a:pt x="5718" y="19004"/>
                </a:lnTo>
                <a:lnTo>
                  <a:pt x="5718" y="18955"/>
                </a:lnTo>
                <a:close/>
                <a:moveTo>
                  <a:pt x="5451" y="18955"/>
                </a:moveTo>
                <a:lnTo>
                  <a:pt x="5305" y="19125"/>
                </a:lnTo>
                <a:lnTo>
                  <a:pt x="5183" y="19296"/>
                </a:lnTo>
                <a:lnTo>
                  <a:pt x="4940" y="19685"/>
                </a:lnTo>
                <a:lnTo>
                  <a:pt x="4794" y="19953"/>
                </a:lnTo>
                <a:lnTo>
                  <a:pt x="4745" y="20099"/>
                </a:lnTo>
                <a:lnTo>
                  <a:pt x="4721" y="20220"/>
                </a:lnTo>
                <a:lnTo>
                  <a:pt x="4210" y="20269"/>
                </a:lnTo>
                <a:lnTo>
                  <a:pt x="4210" y="20196"/>
                </a:lnTo>
                <a:lnTo>
                  <a:pt x="4307" y="19953"/>
                </a:lnTo>
                <a:lnTo>
                  <a:pt x="4429" y="19709"/>
                </a:lnTo>
                <a:lnTo>
                  <a:pt x="4623" y="19369"/>
                </a:lnTo>
                <a:lnTo>
                  <a:pt x="4672" y="19271"/>
                </a:lnTo>
                <a:lnTo>
                  <a:pt x="4696" y="19198"/>
                </a:lnTo>
                <a:lnTo>
                  <a:pt x="4696" y="19101"/>
                </a:lnTo>
                <a:lnTo>
                  <a:pt x="4672" y="19004"/>
                </a:lnTo>
                <a:lnTo>
                  <a:pt x="4550" y="19004"/>
                </a:lnTo>
                <a:lnTo>
                  <a:pt x="4453" y="19077"/>
                </a:lnTo>
                <a:lnTo>
                  <a:pt x="4356" y="19150"/>
                </a:lnTo>
                <a:lnTo>
                  <a:pt x="4258" y="19271"/>
                </a:lnTo>
                <a:lnTo>
                  <a:pt x="4112" y="19490"/>
                </a:lnTo>
                <a:lnTo>
                  <a:pt x="4015" y="19709"/>
                </a:lnTo>
                <a:lnTo>
                  <a:pt x="3869" y="19977"/>
                </a:lnTo>
                <a:lnTo>
                  <a:pt x="3820" y="20123"/>
                </a:lnTo>
                <a:lnTo>
                  <a:pt x="3772" y="20293"/>
                </a:lnTo>
                <a:lnTo>
                  <a:pt x="3358" y="20318"/>
                </a:lnTo>
                <a:lnTo>
                  <a:pt x="3382" y="20172"/>
                </a:lnTo>
                <a:lnTo>
                  <a:pt x="3455" y="19928"/>
                </a:lnTo>
                <a:lnTo>
                  <a:pt x="3553" y="19709"/>
                </a:lnTo>
                <a:lnTo>
                  <a:pt x="3747" y="19320"/>
                </a:lnTo>
                <a:lnTo>
                  <a:pt x="3942" y="18955"/>
                </a:lnTo>
                <a:close/>
                <a:moveTo>
                  <a:pt x="1825" y="19028"/>
                </a:moveTo>
                <a:lnTo>
                  <a:pt x="2166" y="19052"/>
                </a:lnTo>
                <a:lnTo>
                  <a:pt x="2482" y="19052"/>
                </a:lnTo>
                <a:lnTo>
                  <a:pt x="2214" y="19393"/>
                </a:lnTo>
                <a:lnTo>
                  <a:pt x="1971" y="19758"/>
                </a:lnTo>
                <a:lnTo>
                  <a:pt x="1752" y="20099"/>
                </a:lnTo>
                <a:lnTo>
                  <a:pt x="1679" y="20245"/>
                </a:lnTo>
                <a:lnTo>
                  <a:pt x="1631" y="20366"/>
                </a:lnTo>
                <a:lnTo>
                  <a:pt x="1558" y="20366"/>
                </a:lnTo>
                <a:lnTo>
                  <a:pt x="1217" y="20342"/>
                </a:lnTo>
                <a:lnTo>
                  <a:pt x="876" y="20318"/>
                </a:lnTo>
                <a:lnTo>
                  <a:pt x="1120" y="20001"/>
                </a:lnTo>
                <a:lnTo>
                  <a:pt x="1363" y="19685"/>
                </a:lnTo>
                <a:lnTo>
                  <a:pt x="1582" y="19344"/>
                </a:lnTo>
                <a:lnTo>
                  <a:pt x="1825" y="19028"/>
                </a:lnTo>
                <a:close/>
                <a:moveTo>
                  <a:pt x="3650" y="18955"/>
                </a:moveTo>
                <a:lnTo>
                  <a:pt x="3528" y="19077"/>
                </a:lnTo>
                <a:lnTo>
                  <a:pt x="3431" y="19223"/>
                </a:lnTo>
                <a:lnTo>
                  <a:pt x="3236" y="19539"/>
                </a:lnTo>
                <a:lnTo>
                  <a:pt x="3163" y="19709"/>
                </a:lnTo>
                <a:lnTo>
                  <a:pt x="3066" y="19904"/>
                </a:lnTo>
                <a:lnTo>
                  <a:pt x="2993" y="20123"/>
                </a:lnTo>
                <a:lnTo>
                  <a:pt x="2993" y="20220"/>
                </a:lnTo>
                <a:lnTo>
                  <a:pt x="2993" y="20342"/>
                </a:lnTo>
                <a:lnTo>
                  <a:pt x="2044" y="20391"/>
                </a:lnTo>
                <a:lnTo>
                  <a:pt x="2214" y="20123"/>
                </a:lnTo>
                <a:lnTo>
                  <a:pt x="2360" y="19928"/>
                </a:lnTo>
                <a:lnTo>
                  <a:pt x="2677" y="19442"/>
                </a:lnTo>
                <a:lnTo>
                  <a:pt x="2847" y="19198"/>
                </a:lnTo>
                <a:lnTo>
                  <a:pt x="2969" y="19101"/>
                </a:lnTo>
                <a:lnTo>
                  <a:pt x="3066" y="19004"/>
                </a:lnTo>
                <a:lnTo>
                  <a:pt x="3650" y="18955"/>
                </a:lnTo>
                <a:close/>
                <a:moveTo>
                  <a:pt x="6619" y="0"/>
                </a:moveTo>
                <a:lnTo>
                  <a:pt x="5791" y="25"/>
                </a:lnTo>
                <a:lnTo>
                  <a:pt x="4940" y="49"/>
                </a:lnTo>
                <a:lnTo>
                  <a:pt x="3261" y="146"/>
                </a:lnTo>
                <a:lnTo>
                  <a:pt x="2068" y="195"/>
                </a:lnTo>
                <a:lnTo>
                  <a:pt x="1874" y="195"/>
                </a:lnTo>
                <a:lnTo>
                  <a:pt x="1703" y="244"/>
                </a:lnTo>
                <a:lnTo>
                  <a:pt x="1631" y="219"/>
                </a:lnTo>
                <a:lnTo>
                  <a:pt x="1582" y="195"/>
                </a:lnTo>
                <a:lnTo>
                  <a:pt x="1509" y="219"/>
                </a:lnTo>
                <a:lnTo>
                  <a:pt x="1460" y="268"/>
                </a:lnTo>
                <a:lnTo>
                  <a:pt x="1387" y="390"/>
                </a:lnTo>
                <a:lnTo>
                  <a:pt x="1363" y="511"/>
                </a:lnTo>
                <a:lnTo>
                  <a:pt x="1339" y="755"/>
                </a:lnTo>
                <a:lnTo>
                  <a:pt x="1339" y="1047"/>
                </a:lnTo>
                <a:lnTo>
                  <a:pt x="1387" y="1314"/>
                </a:lnTo>
                <a:lnTo>
                  <a:pt x="1217" y="1290"/>
                </a:lnTo>
                <a:lnTo>
                  <a:pt x="1047" y="1290"/>
                </a:lnTo>
                <a:lnTo>
                  <a:pt x="706" y="1314"/>
                </a:lnTo>
                <a:lnTo>
                  <a:pt x="536" y="1314"/>
                </a:lnTo>
                <a:lnTo>
                  <a:pt x="341" y="1338"/>
                </a:lnTo>
                <a:lnTo>
                  <a:pt x="268" y="1363"/>
                </a:lnTo>
                <a:lnTo>
                  <a:pt x="195" y="1411"/>
                </a:lnTo>
                <a:lnTo>
                  <a:pt x="122" y="1460"/>
                </a:lnTo>
                <a:lnTo>
                  <a:pt x="122" y="1557"/>
                </a:lnTo>
                <a:lnTo>
                  <a:pt x="122" y="1630"/>
                </a:lnTo>
                <a:lnTo>
                  <a:pt x="73" y="1874"/>
                </a:lnTo>
                <a:lnTo>
                  <a:pt x="49" y="2117"/>
                </a:lnTo>
                <a:lnTo>
                  <a:pt x="49" y="2652"/>
                </a:lnTo>
                <a:lnTo>
                  <a:pt x="73" y="3674"/>
                </a:lnTo>
                <a:lnTo>
                  <a:pt x="49" y="4891"/>
                </a:lnTo>
                <a:lnTo>
                  <a:pt x="25" y="6083"/>
                </a:lnTo>
                <a:lnTo>
                  <a:pt x="25" y="6765"/>
                </a:lnTo>
                <a:lnTo>
                  <a:pt x="49" y="7446"/>
                </a:lnTo>
                <a:lnTo>
                  <a:pt x="122" y="8809"/>
                </a:lnTo>
                <a:lnTo>
                  <a:pt x="219" y="10171"/>
                </a:lnTo>
                <a:lnTo>
                  <a:pt x="292" y="11534"/>
                </a:lnTo>
                <a:lnTo>
                  <a:pt x="317" y="12166"/>
                </a:lnTo>
                <a:lnTo>
                  <a:pt x="317" y="12799"/>
                </a:lnTo>
                <a:lnTo>
                  <a:pt x="292" y="14064"/>
                </a:lnTo>
                <a:lnTo>
                  <a:pt x="219" y="15330"/>
                </a:lnTo>
                <a:lnTo>
                  <a:pt x="146" y="16595"/>
                </a:lnTo>
                <a:lnTo>
                  <a:pt x="73" y="17519"/>
                </a:lnTo>
                <a:lnTo>
                  <a:pt x="25" y="17982"/>
                </a:lnTo>
                <a:lnTo>
                  <a:pt x="0" y="18444"/>
                </a:lnTo>
                <a:lnTo>
                  <a:pt x="0" y="18931"/>
                </a:lnTo>
                <a:lnTo>
                  <a:pt x="25" y="19393"/>
                </a:lnTo>
                <a:lnTo>
                  <a:pt x="98" y="19831"/>
                </a:lnTo>
                <a:lnTo>
                  <a:pt x="146" y="20050"/>
                </a:lnTo>
                <a:lnTo>
                  <a:pt x="219" y="20269"/>
                </a:lnTo>
                <a:lnTo>
                  <a:pt x="268" y="20366"/>
                </a:lnTo>
                <a:lnTo>
                  <a:pt x="365" y="20415"/>
                </a:lnTo>
                <a:lnTo>
                  <a:pt x="463" y="20439"/>
                </a:lnTo>
                <a:lnTo>
                  <a:pt x="536" y="20415"/>
                </a:lnTo>
                <a:lnTo>
                  <a:pt x="560" y="20512"/>
                </a:lnTo>
                <a:lnTo>
                  <a:pt x="609" y="20610"/>
                </a:lnTo>
                <a:lnTo>
                  <a:pt x="706" y="20658"/>
                </a:lnTo>
                <a:lnTo>
                  <a:pt x="803" y="20731"/>
                </a:lnTo>
                <a:lnTo>
                  <a:pt x="1047" y="20804"/>
                </a:lnTo>
                <a:lnTo>
                  <a:pt x="1339" y="20853"/>
                </a:lnTo>
                <a:lnTo>
                  <a:pt x="1631" y="20877"/>
                </a:lnTo>
                <a:lnTo>
                  <a:pt x="1922" y="20877"/>
                </a:lnTo>
                <a:lnTo>
                  <a:pt x="2312" y="20853"/>
                </a:lnTo>
                <a:lnTo>
                  <a:pt x="3188" y="20829"/>
                </a:lnTo>
                <a:lnTo>
                  <a:pt x="4039" y="20780"/>
                </a:lnTo>
                <a:lnTo>
                  <a:pt x="5767" y="20683"/>
                </a:lnTo>
                <a:lnTo>
                  <a:pt x="7057" y="20634"/>
                </a:lnTo>
                <a:lnTo>
                  <a:pt x="8322" y="20585"/>
                </a:lnTo>
                <a:lnTo>
                  <a:pt x="9611" y="20585"/>
                </a:lnTo>
                <a:lnTo>
                  <a:pt x="10877" y="20610"/>
                </a:lnTo>
                <a:lnTo>
                  <a:pt x="12239" y="20634"/>
                </a:lnTo>
                <a:lnTo>
                  <a:pt x="12337" y="20658"/>
                </a:lnTo>
                <a:lnTo>
                  <a:pt x="12434" y="20658"/>
                </a:lnTo>
                <a:lnTo>
                  <a:pt x="12458" y="20634"/>
                </a:lnTo>
                <a:lnTo>
                  <a:pt x="13261" y="20634"/>
                </a:lnTo>
                <a:lnTo>
                  <a:pt x="14040" y="20585"/>
                </a:lnTo>
                <a:lnTo>
                  <a:pt x="14843" y="20512"/>
                </a:lnTo>
                <a:lnTo>
                  <a:pt x="15622" y="20391"/>
                </a:lnTo>
                <a:lnTo>
                  <a:pt x="15695" y="20366"/>
                </a:lnTo>
                <a:lnTo>
                  <a:pt x="15743" y="20342"/>
                </a:lnTo>
                <a:lnTo>
                  <a:pt x="15865" y="20318"/>
                </a:lnTo>
                <a:lnTo>
                  <a:pt x="15962" y="20269"/>
                </a:lnTo>
                <a:lnTo>
                  <a:pt x="16011" y="20172"/>
                </a:lnTo>
                <a:lnTo>
                  <a:pt x="16035" y="20123"/>
                </a:lnTo>
                <a:lnTo>
                  <a:pt x="16035" y="20050"/>
                </a:lnTo>
                <a:lnTo>
                  <a:pt x="16011" y="19807"/>
                </a:lnTo>
                <a:lnTo>
                  <a:pt x="15962" y="19563"/>
                </a:lnTo>
                <a:lnTo>
                  <a:pt x="15938" y="19320"/>
                </a:lnTo>
                <a:lnTo>
                  <a:pt x="15938" y="19077"/>
                </a:lnTo>
                <a:lnTo>
                  <a:pt x="16400" y="19028"/>
                </a:lnTo>
                <a:lnTo>
                  <a:pt x="16522" y="18979"/>
                </a:lnTo>
                <a:lnTo>
                  <a:pt x="16595" y="18906"/>
                </a:lnTo>
                <a:lnTo>
                  <a:pt x="16668" y="18833"/>
                </a:lnTo>
                <a:lnTo>
                  <a:pt x="16717" y="18760"/>
                </a:lnTo>
                <a:lnTo>
                  <a:pt x="16790" y="18347"/>
                </a:lnTo>
                <a:lnTo>
                  <a:pt x="16838" y="17933"/>
                </a:lnTo>
                <a:lnTo>
                  <a:pt x="16863" y="17519"/>
                </a:lnTo>
                <a:lnTo>
                  <a:pt x="16863" y="17106"/>
                </a:lnTo>
                <a:lnTo>
                  <a:pt x="16863" y="16254"/>
                </a:lnTo>
                <a:lnTo>
                  <a:pt x="16838" y="15427"/>
                </a:lnTo>
                <a:lnTo>
                  <a:pt x="16838" y="14429"/>
                </a:lnTo>
                <a:lnTo>
                  <a:pt x="16814" y="13432"/>
                </a:lnTo>
                <a:lnTo>
                  <a:pt x="16765" y="11412"/>
                </a:lnTo>
                <a:lnTo>
                  <a:pt x="16765" y="10414"/>
                </a:lnTo>
                <a:lnTo>
                  <a:pt x="16765" y="9417"/>
                </a:lnTo>
                <a:lnTo>
                  <a:pt x="16814" y="7422"/>
                </a:lnTo>
                <a:lnTo>
                  <a:pt x="16814" y="6473"/>
                </a:lnTo>
                <a:lnTo>
                  <a:pt x="16814" y="5499"/>
                </a:lnTo>
                <a:lnTo>
                  <a:pt x="16814" y="5013"/>
                </a:lnTo>
                <a:lnTo>
                  <a:pt x="16765" y="4550"/>
                </a:lnTo>
                <a:lnTo>
                  <a:pt x="16717" y="4064"/>
                </a:lnTo>
                <a:lnTo>
                  <a:pt x="16619" y="3601"/>
                </a:lnTo>
                <a:lnTo>
                  <a:pt x="16571" y="3553"/>
                </a:lnTo>
                <a:lnTo>
                  <a:pt x="16522" y="3504"/>
                </a:lnTo>
                <a:lnTo>
                  <a:pt x="16425" y="3334"/>
                </a:lnTo>
                <a:lnTo>
                  <a:pt x="16303" y="3188"/>
                </a:lnTo>
                <a:lnTo>
                  <a:pt x="16060" y="2896"/>
                </a:lnTo>
                <a:lnTo>
                  <a:pt x="15792" y="2604"/>
                </a:lnTo>
                <a:lnTo>
                  <a:pt x="15524" y="2336"/>
                </a:lnTo>
                <a:lnTo>
                  <a:pt x="14989" y="1801"/>
                </a:lnTo>
                <a:lnTo>
                  <a:pt x="14502" y="1338"/>
                </a:lnTo>
                <a:lnTo>
                  <a:pt x="14259" y="1119"/>
                </a:lnTo>
                <a:lnTo>
                  <a:pt x="13991" y="901"/>
                </a:lnTo>
                <a:lnTo>
                  <a:pt x="13699" y="633"/>
                </a:lnTo>
                <a:lnTo>
                  <a:pt x="13529" y="487"/>
                </a:lnTo>
                <a:lnTo>
                  <a:pt x="13359" y="390"/>
                </a:lnTo>
                <a:lnTo>
                  <a:pt x="13334" y="317"/>
                </a:lnTo>
                <a:lnTo>
                  <a:pt x="13286" y="292"/>
                </a:lnTo>
                <a:lnTo>
                  <a:pt x="13237" y="268"/>
                </a:lnTo>
                <a:lnTo>
                  <a:pt x="13164" y="244"/>
                </a:lnTo>
                <a:lnTo>
                  <a:pt x="9903" y="73"/>
                </a:lnTo>
                <a:lnTo>
                  <a:pt x="8249" y="25"/>
                </a:lnTo>
                <a:lnTo>
                  <a:pt x="6619"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01" name="Google Shape;801;p39"/>
          <p:cNvSpPr/>
          <p:nvPr/>
        </p:nvSpPr>
        <p:spPr>
          <a:xfrm>
            <a:off x="869825" y="865419"/>
            <a:ext cx="368541" cy="456289"/>
          </a:xfrm>
          <a:custGeom>
            <a:avLst/>
            <a:gdLst/>
            <a:ahLst/>
            <a:cxnLst/>
            <a:rect l="l" t="t" r="r" b="b"/>
            <a:pathLst>
              <a:path w="16863" h="20878" extrusionOk="0">
                <a:moveTo>
                  <a:pt x="974" y="1801"/>
                </a:moveTo>
                <a:lnTo>
                  <a:pt x="1144" y="1825"/>
                </a:lnTo>
                <a:lnTo>
                  <a:pt x="1314" y="1874"/>
                </a:lnTo>
                <a:lnTo>
                  <a:pt x="1436" y="1874"/>
                </a:lnTo>
                <a:lnTo>
                  <a:pt x="1455" y="2041"/>
                </a:lnTo>
                <a:lnTo>
                  <a:pt x="1455" y="2041"/>
                </a:lnTo>
                <a:lnTo>
                  <a:pt x="1412" y="2020"/>
                </a:lnTo>
                <a:lnTo>
                  <a:pt x="1290" y="1995"/>
                </a:lnTo>
                <a:lnTo>
                  <a:pt x="1168" y="1995"/>
                </a:lnTo>
                <a:lnTo>
                  <a:pt x="998" y="2068"/>
                </a:lnTo>
                <a:lnTo>
                  <a:pt x="828" y="2166"/>
                </a:lnTo>
                <a:lnTo>
                  <a:pt x="657" y="2287"/>
                </a:lnTo>
                <a:lnTo>
                  <a:pt x="511" y="2409"/>
                </a:lnTo>
                <a:lnTo>
                  <a:pt x="487" y="2093"/>
                </a:lnTo>
                <a:lnTo>
                  <a:pt x="438" y="1801"/>
                </a:lnTo>
                <a:lnTo>
                  <a:pt x="609" y="1825"/>
                </a:lnTo>
                <a:lnTo>
                  <a:pt x="974" y="1801"/>
                </a:lnTo>
                <a:close/>
                <a:moveTo>
                  <a:pt x="1460" y="2093"/>
                </a:moveTo>
                <a:lnTo>
                  <a:pt x="1509" y="2774"/>
                </a:lnTo>
                <a:lnTo>
                  <a:pt x="1509" y="2774"/>
                </a:lnTo>
                <a:lnTo>
                  <a:pt x="1387" y="2750"/>
                </a:lnTo>
                <a:lnTo>
                  <a:pt x="1314" y="2774"/>
                </a:lnTo>
                <a:lnTo>
                  <a:pt x="1266" y="2798"/>
                </a:lnTo>
                <a:lnTo>
                  <a:pt x="925" y="3042"/>
                </a:lnTo>
                <a:lnTo>
                  <a:pt x="560" y="3309"/>
                </a:lnTo>
                <a:lnTo>
                  <a:pt x="511" y="3358"/>
                </a:lnTo>
                <a:lnTo>
                  <a:pt x="511" y="2847"/>
                </a:lnTo>
                <a:lnTo>
                  <a:pt x="536" y="2823"/>
                </a:lnTo>
                <a:lnTo>
                  <a:pt x="706" y="2725"/>
                </a:lnTo>
                <a:lnTo>
                  <a:pt x="852" y="2604"/>
                </a:lnTo>
                <a:lnTo>
                  <a:pt x="1193" y="2409"/>
                </a:lnTo>
                <a:lnTo>
                  <a:pt x="1290" y="2360"/>
                </a:lnTo>
                <a:lnTo>
                  <a:pt x="1363" y="2287"/>
                </a:lnTo>
                <a:lnTo>
                  <a:pt x="1460" y="2117"/>
                </a:lnTo>
                <a:lnTo>
                  <a:pt x="1460" y="2093"/>
                </a:lnTo>
                <a:close/>
                <a:moveTo>
                  <a:pt x="13237" y="803"/>
                </a:moveTo>
                <a:lnTo>
                  <a:pt x="13408" y="949"/>
                </a:lnTo>
                <a:lnTo>
                  <a:pt x="13675" y="1192"/>
                </a:lnTo>
                <a:lnTo>
                  <a:pt x="13943" y="1436"/>
                </a:lnTo>
                <a:lnTo>
                  <a:pt x="14211" y="1655"/>
                </a:lnTo>
                <a:lnTo>
                  <a:pt x="14454" y="1922"/>
                </a:lnTo>
                <a:lnTo>
                  <a:pt x="14721" y="2214"/>
                </a:lnTo>
                <a:lnTo>
                  <a:pt x="14989" y="2482"/>
                </a:lnTo>
                <a:lnTo>
                  <a:pt x="15500" y="3017"/>
                </a:lnTo>
                <a:lnTo>
                  <a:pt x="15670" y="3188"/>
                </a:lnTo>
                <a:lnTo>
                  <a:pt x="15816" y="3382"/>
                </a:lnTo>
                <a:lnTo>
                  <a:pt x="15938" y="3577"/>
                </a:lnTo>
                <a:lnTo>
                  <a:pt x="16108" y="3772"/>
                </a:lnTo>
                <a:lnTo>
                  <a:pt x="15743" y="3796"/>
                </a:lnTo>
                <a:lnTo>
                  <a:pt x="15403" y="3820"/>
                </a:lnTo>
                <a:lnTo>
                  <a:pt x="14697" y="3820"/>
                </a:lnTo>
                <a:lnTo>
                  <a:pt x="14016" y="3796"/>
                </a:lnTo>
                <a:lnTo>
                  <a:pt x="13651" y="3772"/>
                </a:lnTo>
                <a:lnTo>
                  <a:pt x="13310" y="3820"/>
                </a:lnTo>
                <a:lnTo>
                  <a:pt x="13262" y="3042"/>
                </a:lnTo>
                <a:lnTo>
                  <a:pt x="13213" y="2239"/>
                </a:lnTo>
                <a:lnTo>
                  <a:pt x="13189" y="1874"/>
                </a:lnTo>
                <a:lnTo>
                  <a:pt x="13189" y="1533"/>
                </a:lnTo>
                <a:lnTo>
                  <a:pt x="13237" y="803"/>
                </a:lnTo>
                <a:close/>
                <a:moveTo>
                  <a:pt x="1533" y="3163"/>
                </a:moveTo>
                <a:lnTo>
                  <a:pt x="1533" y="3455"/>
                </a:lnTo>
                <a:lnTo>
                  <a:pt x="1363" y="3553"/>
                </a:lnTo>
                <a:lnTo>
                  <a:pt x="1217" y="3650"/>
                </a:lnTo>
                <a:lnTo>
                  <a:pt x="901" y="3918"/>
                </a:lnTo>
                <a:lnTo>
                  <a:pt x="706" y="4064"/>
                </a:lnTo>
                <a:lnTo>
                  <a:pt x="511" y="4210"/>
                </a:lnTo>
                <a:lnTo>
                  <a:pt x="511" y="3845"/>
                </a:lnTo>
                <a:lnTo>
                  <a:pt x="511" y="3747"/>
                </a:lnTo>
                <a:lnTo>
                  <a:pt x="657" y="3699"/>
                </a:lnTo>
                <a:lnTo>
                  <a:pt x="803" y="3626"/>
                </a:lnTo>
                <a:lnTo>
                  <a:pt x="1047" y="3455"/>
                </a:lnTo>
                <a:lnTo>
                  <a:pt x="1387" y="3236"/>
                </a:lnTo>
                <a:lnTo>
                  <a:pt x="1533" y="3163"/>
                </a:lnTo>
                <a:close/>
                <a:moveTo>
                  <a:pt x="1558" y="3942"/>
                </a:moveTo>
                <a:lnTo>
                  <a:pt x="1533" y="4404"/>
                </a:lnTo>
                <a:lnTo>
                  <a:pt x="1533" y="4526"/>
                </a:lnTo>
                <a:lnTo>
                  <a:pt x="1193" y="4745"/>
                </a:lnTo>
                <a:lnTo>
                  <a:pt x="852" y="4988"/>
                </a:lnTo>
                <a:lnTo>
                  <a:pt x="657" y="5086"/>
                </a:lnTo>
                <a:lnTo>
                  <a:pt x="511" y="5232"/>
                </a:lnTo>
                <a:lnTo>
                  <a:pt x="511" y="4648"/>
                </a:lnTo>
                <a:lnTo>
                  <a:pt x="657" y="4575"/>
                </a:lnTo>
                <a:lnTo>
                  <a:pt x="828" y="4477"/>
                </a:lnTo>
                <a:lnTo>
                  <a:pt x="1095" y="4258"/>
                </a:lnTo>
                <a:lnTo>
                  <a:pt x="1558" y="3942"/>
                </a:lnTo>
                <a:close/>
                <a:moveTo>
                  <a:pt x="1509" y="4964"/>
                </a:moveTo>
                <a:lnTo>
                  <a:pt x="1485" y="5378"/>
                </a:lnTo>
                <a:lnTo>
                  <a:pt x="1363" y="5451"/>
                </a:lnTo>
                <a:lnTo>
                  <a:pt x="1241" y="5548"/>
                </a:lnTo>
                <a:lnTo>
                  <a:pt x="998" y="5767"/>
                </a:lnTo>
                <a:lnTo>
                  <a:pt x="730" y="5986"/>
                </a:lnTo>
                <a:lnTo>
                  <a:pt x="609" y="6108"/>
                </a:lnTo>
                <a:lnTo>
                  <a:pt x="511" y="6254"/>
                </a:lnTo>
                <a:lnTo>
                  <a:pt x="511" y="5499"/>
                </a:lnTo>
                <a:lnTo>
                  <a:pt x="633" y="5475"/>
                </a:lnTo>
                <a:lnTo>
                  <a:pt x="755" y="5426"/>
                </a:lnTo>
                <a:lnTo>
                  <a:pt x="1022" y="5256"/>
                </a:lnTo>
                <a:lnTo>
                  <a:pt x="1509" y="4964"/>
                </a:lnTo>
                <a:close/>
                <a:moveTo>
                  <a:pt x="1460" y="5889"/>
                </a:moveTo>
                <a:lnTo>
                  <a:pt x="1436" y="6473"/>
                </a:lnTo>
                <a:lnTo>
                  <a:pt x="1363" y="6448"/>
                </a:lnTo>
                <a:lnTo>
                  <a:pt x="1266" y="6448"/>
                </a:lnTo>
                <a:lnTo>
                  <a:pt x="1193" y="6473"/>
                </a:lnTo>
                <a:lnTo>
                  <a:pt x="1022" y="6594"/>
                </a:lnTo>
                <a:lnTo>
                  <a:pt x="852" y="6716"/>
                </a:lnTo>
                <a:lnTo>
                  <a:pt x="730" y="6862"/>
                </a:lnTo>
                <a:lnTo>
                  <a:pt x="511" y="7105"/>
                </a:lnTo>
                <a:lnTo>
                  <a:pt x="511" y="6448"/>
                </a:lnTo>
                <a:lnTo>
                  <a:pt x="682" y="6424"/>
                </a:lnTo>
                <a:lnTo>
                  <a:pt x="828" y="6351"/>
                </a:lnTo>
                <a:lnTo>
                  <a:pt x="974" y="6254"/>
                </a:lnTo>
                <a:lnTo>
                  <a:pt x="1095" y="6156"/>
                </a:lnTo>
                <a:lnTo>
                  <a:pt x="1460" y="5889"/>
                </a:lnTo>
                <a:close/>
                <a:moveTo>
                  <a:pt x="1412" y="6813"/>
                </a:moveTo>
                <a:lnTo>
                  <a:pt x="1387" y="7397"/>
                </a:lnTo>
                <a:lnTo>
                  <a:pt x="1168" y="7616"/>
                </a:lnTo>
                <a:lnTo>
                  <a:pt x="925" y="7835"/>
                </a:lnTo>
                <a:lnTo>
                  <a:pt x="755" y="8006"/>
                </a:lnTo>
                <a:lnTo>
                  <a:pt x="584" y="8176"/>
                </a:lnTo>
                <a:lnTo>
                  <a:pt x="536" y="7543"/>
                </a:lnTo>
                <a:lnTo>
                  <a:pt x="657" y="7446"/>
                </a:lnTo>
                <a:lnTo>
                  <a:pt x="779" y="7349"/>
                </a:lnTo>
                <a:lnTo>
                  <a:pt x="974" y="7154"/>
                </a:lnTo>
                <a:lnTo>
                  <a:pt x="1095" y="7032"/>
                </a:lnTo>
                <a:lnTo>
                  <a:pt x="1241" y="6911"/>
                </a:lnTo>
                <a:lnTo>
                  <a:pt x="1412" y="6813"/>
                </a:lnTo>
                <a:close/>
                <a:moveTo>
                  <a:pt x="1363" y="7981"/>
                </a:moveTo>
                <a:lnTo>
                  <a:pt x="1339" y="8468"/>
                </a:lnTo>
                <a:lnTo>
                  <a:pt x="1241" y="8541"/>
                </a:lnTo>
                <a:lnTo>
                  <a:pt x="1168" y="8614"/>
                </a:lnTo>
                <a:lnTo>
                  <a:pt x="1022" y="8736"/>
                </a:lnTo>
                <a:lnTo>
                  <a:pt x="901" y="8882"/>
                </a:lnTo>
                <a:lnTo>
                  <a:pt x="779" y="9052"/>
                </a:lnTo>
                <a:lnTo>
                  <a:pt x="657" y="9222"/>
                </a:lnTo>
                <a:lnTo>
                  <a:pt x="609" y="8492"/>
                </a:lnTo>
                <a:lnTo>
                  <a:pt x="730" y="8444"/>
                </a:lnTo>
                <a:lnTo>
                  <a:pt x="876" y="8395"/>
                </a:lnTo>
                <a:lnTo>
                  <a:pt x="1095" y="8200"/>
                </a:lnTo>
                <a:lnTo>
                  <a:pt x="1363" y="7981"/>
                </a:lnTo>
                <a:close/>
                <a:moveTo>
                  <a:pt x="1314" y="9003"/>
                </a:moveTo>
                <a:lnTo>
                  <a:pt x="1290" y="9611"/>
                </a:lnTo>
                <a:lnTo>
                  <a:pt x="1168" y="9660"/>
                </a:lnTo>
                <a:lnTo>
                  <a:pt x="1071" y="9733"/>
                </a:lnTo>
                <a:lnTo>
                  <a:pt x="852" y="9903"/>
                </a:lnTo>
                <a:lnTo>
                  <a:pt x="706" y="10049"/>
                </a:lnTo>
                <a:lnTo>
                  <a:pt x="657" y="9368"/>
                </a:lnTo>
                <a:lnTo>
                  <a:pt x="925" y="9271"/>
                </a:lnTo>
                <a:lnTo>
                  <a:pt x="1168" y="9101"/>
                </a:lnTo>
                <a:lnTo>
                  <a:pt x="1314" y="9003"/>
                </a:lnTo>
                <a:close/>
                <a:moveTo>
                  <a:pt x="1266" y="10122"/>
                </a:moveTo>
                <a:lnTo>
                  <a:pt x="1266" y="10877"/>
                </a:lnTo>
                <a:lnTo>
                  <a:pt x="1120" y="10998"/>
                </a:lnTo>
                <a:lnTo>
                  <a:pt x="803" y="11242"/>
                </a:lnTo>
                <a:lnTo>
                  <a:pt x="730" y="10439"/>
                </a:lnTo>
                <a:lnTo>
                  <a:pt x="876" y="10366"/>
                </a:lnTo>
                <a:lnTo>
                  <a:pt x="1022" y="10293"/>
                </a:lnTo>
                <a:lnTo>
                  <a:pt x="1266" y="10122"/>
                </a:lnTo>
                <a:close/>
                <a:moveTo>
                  <a:pt x="1266" y="11363"/>
                </a:moveTo>
                <a:lnTo>
                  <a:pt x="1266" y="11826"/>
                </a:lnTo>
                <a:lnTo>
                  <a:pt x="1120" y="11972"/>
                </a:lnTo>
                <a:lnTo>
                  <a:pt x="974" y="12118"/>
                </a:lnTo>
                <a:lnTo>
                  <a:pt x="901" y="12215"/>
                </a:lnTo>
                <a:lnTo>
                  <a:pt x="828" y="12337"/>
                </a:lnTo>
                <a:lnTo>
                  <a:pt x="803" y="11534"/>
                </a:lnTo>
                <a:lnTo>
                  <a:pt x="803" y="11485"/>
                </a:lnTo>
                <a:lnTo>
                  <a:pt x="925" y="11485"/>
                </a:lnTo>
                <a:lnTo>
                  <a:pt x="1047" y="11461"/>
                </a:lnTo>
                <a:lnTo>
                  <a:pt x="1144" y="11412"/>
                </a:lnTo>
                <a:lnTo>
                  <a:pt x="1266" y="11363"/>
                </a:lnTo>
                <a:close/>
                <a:moveTo>
                  <a:pt x="1266" y="12385"/>
                </a:moveTo>
                <a:lnTo>
                  <a:pt x="1266" y="12872"/>
                </a:lnTo>
                <a:lnTo>
                  <a:pt x="974" y="13140"/>
                </a:lnTo>
                <a:lnTo>
                  <a:pt x="828" y="13286"/>
                </a:lnTo>
                <a:lnTo>
                  <a:pt x="828" y="12653"/>
                </a:lnTo>
                <a:lnTo>
                  <a:pt x="1022" y="12556"/>
                </a:lnTo>
                <a:lnTo>
                  <a:pt x="1217" y="12410"/>
                </a:lnTo>
                <a:lnTo>
                  <a:pt x="1266" y="12385"/>
                </a:lnTo>
                <a:close/>
                <a:moveTo>
                  <a:pt x="1266" y="13407"/>
                </a:moveTo>
                <a:lnTo>
                  <a:pt x="1266" y="14113"/>
                </a:lnTo>
                <a:lnTo>
                  <a:pt x="1168" y="14186"/>
                </a:lnTo>
                <a:lnTo>
                  <a:pt x="1095" y="14235"/>
                </a:lnTo>
                <a:lnTo>
                  <a:pt x="925" y="14381"/>
                </a:lnTo>
                <a:lnTo>
                  <a:pt x="779" y="14527"/>
                </a:lnTo>
                <a:lnTo>
                  <a:pt x="803" y="13748"/>
                </a:lnTo>
                <a:lnTo>
                  <a:pt x="925" y="13675"/>
                </a:lnTo>
                <a:lnTo>
                  <a:pt x="1047" y="13578"/>
                </a:lnTo>
                <a:lnTo>
                  <a:pt x="1266" y="13407"/>
                </a:lnTo>
                <a:close/>
                <a:moveTo>
                  <a:pt x="1266" y="14624"/>
                </a:moveTo>
                <a:lnTo>
                  <a:pt x="1266" y="14940"/>
                </a:lnTo>
                <a:lnTo>
                  <a:pt x="1193" y="14989"/>
                </a:lnTo>
                <a:lnTo>
                  <a:pt x="949" y="15208"/>
                </a:lnTo>
                <a:lnTo>
                  <a:pt x="730" y="15451"/>
                </a:lnTo>
                <a:lnTo>
                  <a:pt x="755" y="15062"/>
                </a:lnTo>
                <a:lnTo>
                  <a:pt x="876" y="14989"/>
                </a:lnTo>
                <a:lnTo>
                  <a:pt x="974" y="14892"/>
                </a:lnTo>
                <a:lnTo>
                  <a:pt x="1193" y="14697"/>
                </a:lnTo>
                <a:lnTo>
                  <a:pt x="1266" y="14624"/>
                </a:lnTo>
                <a:close/>
                <a:moveTo>
                  <a:pt x="1241" y="15451"/>
                </a:moveTo>
                <a:lnTo>
                  <a:pt x="1241" y="15500"/>
                </a:lnTo>
                <a:lnTo>
                  <a:pt x="1217" y="15841"/>
                </a:lnTo>
                <a:lnTo>
                  <a:pt x="1071" y="15962"/>
                </a:lnTo>
                <a:lnTo>
                  <a:pt x="925" y="16108"/>
                </a:lnTo>
                <a:lnTo>
                  <a:pt x="682" y="16400"/>
                </a:lnTo>
                <a:lnTo>
                  <a:pt x="682" y="16400"/>
                </a:lnTo>
                <a:lnTo>
                  <a:pt x="730" y="15695"/>
                </a:lnTo>
                <a:lnTo>
                  <a:pt x="779" y="15719"/>
                </a:lnTo>
                <a:lnTo>
                  <a:pt x="828" y="15743"/>
                </a:lnTo>
                <a:lnTo>
                  <a:pt x="901" y="15743"/>
                </a:lnTo>
                <a:lnTo>
                  <a:pt x="949" y="15695"/>
                </a:lnTo>
                <a:lnTo>
                  <a:pt x="1241" y="15451"/>
                </a:lnTo>
                <a:close/>
                <a:moveTo>
                  <a:pt x="1193" y="16327"/>
                </a:moveTo>
                <a:lnTo>
                  <a:pt x="1120" y="17009"/>
                </a:lnTo>
                <a:lnTo>
                  <a:pt x="998" y="17082"/>
                </a:lnTo>
                <a:lnTo>
                  <a:pt x="876" y="17179"/>
                </a:lnTo>
                <a:lnTo>
                  <a:pt x="682" y="17373"/>
                </a:lnTo>
                <a:lnTo>
                  <a:pt x="584" y="17495"/>
                </a:lnTo>
                <a:lnTo>
                  <a:pt x="584" y="17495"/>
                </a:lnTo>
                <a:lnTo>
                  <a:pt x="657" y="16668"/>
                </a:lnTo>
                <a:lnTo>
                  <a:pt x="803" y="16619"/>
                </a:lnTo>
                <a:lnTo>
                  <a:pt x="949" y="16522"/>
                </a:lnTo>
                <a:lnTo>
                  <a:pt x="1193" y="16327"/>
                </a:lnTo>
                <a:close/>
                <a:moveTo>
                  <a:pt x="6813" y="463"/>
                </a:moveTo>
                <a:lnTo>
                  <a:pt x="8322" y="487"/>
                </a:lnTo>
                <a:lnTo>
                  <a:pt x="9831" y="560"/>
                </a:lnTo>
                <a:lnTo>
                  <a:pt x="12848" y="706"/>
                </a:lnTo>
                <a:lnTo>
                  <a:pt x="12799" y="901"/>
                </a:lnTo>
                <a:lnTo>
                  <a:pt x="12751" y="1071"/>
                </a:lnTo>
                <a:lnTo>
                  <a:pt x="12702" y="1484"/>
                </a:lnTo>
                <a:lnTo>
                  <a:pt x="12678" y="1874"/>
                </a:lnTo>
                <a:lnTo>
                  <a:pt x="12702" y="2312"/>
                </a:lnTo>
                <a:lnTo>
                  <a:pt x="12775" y="3115"/>
                </a:lnTo>
                <a:lnTo>
                  <a:pt x="12824" y="3528"/>
                </a:lnTo>
                <a:lnTo>
                  <a:pt x="12824" y="3893"/>
                </a:lnTo>
                <a:lnTo>
                  <a:pt x="12848" y="3966"/>
                </a:lnTo>
                <a:lnTo>
                  <a:pt x="12872" y="4039"/>
                </a:lnTo>
                <a:lnTo>
                  <a:pt x="12921" y="4064"/>
                </a:lnTo>
                <a:lnTo>
                  <a:pt x="12970" y="4112"/>
                </a:lnTo>
                <a:lnTo>
                  <a:pt x="12994" y="4161"/>
                </a:lnTo>
                <a:lnTo>
                  <a:pt x="13067" y="4210"/>
                </a:lnTo>
                <a:lnTo>
                  <a:pt x="13262" y="4258"/>
                </a:lnTo>
                <a:lnTo>
                  <a:pt x="13456" y="4307"/>
                </a:lnTo>
                <a:lnTo>
                  <a:pt x="13894" y="4331"/>
                </a:lnTo>
                <a:lnTo>
                  <a:pt x="14697" y="4356"/>
                </a:lnTo>
                <a:lnTo>
                  <a:pt x="15500" y="4356"/>
                </a:lnTo>
                <a:lnTo>
                  <a:pt x="15889" y="4331"/>
                </a:lnTo>
                <a:lnTo>
                  <a:pt x="16279" y="4283"/>
                </a:lnTo>
                <a:lnTo>
                  <a:pt x="16254" y="5061"/>
                </a:lnTo>
                <a:lnTo>
                  <a:pt x="16279" y="5864"/>
                </a:lnTo>
                <a:lnTo>
                  <a:pt x="16303" y="6643"/>
                </a:lnTo>
                <a:lnTo>
                  <a:pt x="16303" y="7422"/>
                </a:lnTo>
                <a:lnTo>
                  <a:pt x="16279" y="9319"/>
                </a:lnTo>
                <a:lnTo>
                  <a:pt x="16254" y="10268"/>
                </a:lnTo>
                <a:lnTo>
                  <a:pt x="16254" y="11242"/>
                </a:lnTo>
                <a:lnTo>
                  <a:pt x="16303" y="13140"/>
                </a:lnTo>
                <a:lnTo>
                  <a:pt x="16352" y="15062"/>
                </a:lnTo>
                <a:lnTo>
                  <a:pt x="16327" y="15962"/>
                </a:lnTo>
                <a:lnTo>
                  <a:pt x="16327" y="16887"/>
                </a:lnTo>
                <a:lnTo>
                  <a:pt x="16327" y="17738"/>
                </a:lnTo>
                <a:lnTo>
                  <a:pt x="16303" y="18152"/>
                </a:lnTo>
                <a:lnTo>
                  <a:pt x="16254" y="18590"/>
                </a:lnTo>
                <a:lnTo>
                  <a:pt x="15889" y="18614"/>
                </a:lnTo>
                <a:lnTo>
                  <a:pt x="15549" y="18639"/>
                </a:lnTo>
                <a:lnTo>
                  <a:pt x="11923" y="18639"/>
                </a:lnTo>
                <a:lnTo>
                  <a:pt x="9733" y="18614"/>
                </a:lnTo>
                <a:lnTo>
                  <a:pt x="7641" y="18566"/>
                </a:lnTo>
                <a:lnTo>
                  <a:pt x="5524" y="18517"/>
                </a:lnTo>
                <a:lnTo>
                  <a:pt x="4453" y="18517"/>
                </a:lnTo>
                <a:lnTo>
                  <a:pt x="3383" y="18566"/>
                </a:lnTo>
                <a:lnTo>
                  <a:pt x="2701" y="18566"/>
                </a:lnTo>
                <a:lnTo>
                  <a:pt x="2361" y="18590"/>
                </a:lnTo>
                <a:lnTo>
                  <a:pt x="2020" y="18639"/>
                </a:lnTo>
                <a:lnTo>
                  <a:pt x="1971" y="18590"/>
                </a:lnTo>
                <a:lnTo>
                  <a:pt x="1923" y="18517"/>
                </a:lnTo>
                <a:lnTo>
                  <a:pt x="1850" y="18493"/>
                </a:lnTo>
                <a:lnTo>
                  <a:pt x="1777" y="18493"/>
                </a:lnTo>
                <a:lnTo>
                  <a:pt x="1704" y="18298"/>
                </a:lnTo>
                <a:lnTo>
                  <a:pt x="1679" y="18103"/>
                </a:lnTo>
                <a:lnTo>
                  <a:pt x="1704" y="18030"/>
                </a:lnTo>
                <a:lnTo>
                  <a:pt x="1704" y="17957"/>
                </a:lnTo>
                <a:lnTo>
                  <a:pt x="1679" y="17884"/>
                </a:lnTo>
                <a:lnTo>
                  <a:pt x="1631" y="17811"/>
                </a:lnTo>
                <a:lnTo>
                  <a:pt x="1631" y="17398"/>
                </a:lnTo>
                <a:lnTo>
                  <a:pt x="1631" y="17009"/>
                </a:lnTo>
                <a:lnTo>
                  <a:pt x="1679" y="16133"/>
                </a:lnTo>
                <a:lnTo>
                  <a:pt x="1728" y="15281"/>
                </a:lnTo>
                <a:lnTo>
                  <a:pt x="1728" y="15086"/>
                </a:lnTo>
                <a:lnTo>
                  <a:pt x="1777" y="15038"/>
                </a:lnTo>
                <a:lnTo>
                  <a:pt x="1801" y="14965"/>
                </a:lnTo>
                <a:lnTo>
                  <a:pt x="1777" y="14916"/>
                </a:lnTo>
                <a:lnTo>
                  <a:pt x="1728" y="14843"/>
                </a:lnTo>
                <a:lnTo>
                  <a:pt x="1728" y="13018"/>
                </a:lnTo>
                <a:lnTo>
                  <a:pt x="1801" y="12945"/>
                </a:lnTo>
                <a:lnTo>
                  <a:pt x="1825" y="12848"/>
                </a:lnTo>
                <a:lnTo>
                  <a:pt x="1825" y="12775"/>
                </a:lnTo>
                <a:lnTo>
                  <a:pt x="1801" y="12726"/>
                </a:lnTo>
                <a:lnTo>
                  <a:pt x="1728" y="12677"/>
                </a:lnTo>
                <a:lnTo>
                  <a:pt x="1728" y="11071"/>
                </a:lnTo>
                <a:lnTo>
                  <a:pt x="1752" y="11023"/>
                </a:lnTo>
                <a:lnTo>
                  <a:pt x="1777" y="10974"/>
                </a:lnTo>
                <a:lnTo>
                  <a:pt x="1752" y="10925"/>
                </a:lnTo>
                <a:lnTo>
                  <a:pt x="1728" y="10852"/>
                </a:lnTo>
                <a:lnTo>
                  <a:pt x="1752" y="10049"/>
                </a:lnTo>
                <a:lnTo>
                  <a:pt x="1825" y="7373"/>
                </a:lnTo>
                <a:lnTo>
                  <a:pt x="1874" y="6059"/>
                </a:lnTo>
                <a:lnTo>
                  <a:pt x="1947" y="4721"/>
                </a:lnTo>
                <a:lnTo>
                  <a:pt x="1971" y="4137"/>
                </a:lnTo>
                <a:lnTo>
                  <a:pt x="1971" y="3553"/>
                </a:lnTo>
                <a:lnTo>
                  <a:pt x="1947" y="2969"/>
                </a:lnTo>
                <a:lnTo>
                  <a:pt x="1898" y="2360"/>
                </a:lnTo>
                <a:lnTo>
                  <a:pt x="1874" y="1825"/>
                </a:lnTo>
                <a:lnTo>
                  <a:pt x="1825" y="1290"/>
                </a:lnTo>
                <a:lnTo>
                  <a:pt x="1752" y="925"/>
                </a:lnTo>
                <a:lnTo>
                  <a:pt x="1728" y="755"/>
                </a:lnTo>
                <a:lnTo>
                  <a:pt x="1704" y="560"/>
                </a:lnTo>
                <a:lnTo>
                  <a:pt x="2142" y="609"/>
                </a:lnTo>
                <a:lnTo>
                  <a:pt x="2580" y="609"/>
                </a:lnTo>
                <a:lnTo>
                  <a:pt x="3456" y="584"/>
                </a:lnTo>
                <a:lnTo>
                  <a:pt x="5135" y="511"/>
                </a:lnTo>
                <a:lnTo>
                  <a:pt x="5986" y="487"/>
                </a:lnTo>
                <a:lnTo>
                  <a:pt x="6813" y="463"/>
                </a:lnTo>
                <a:close/>
                <a:moveTo>
                  <a:pt x="1120" y="17544"/>
                </a:moveTo>
                <a:lnTo>
                  <a:pt x="1144" y="17982"/>
                </a:lnTo>
                <a:lnTo>
                  <a:pt x="974" y="18176"/>
                </a:lnTo>
                <a:lnTo>
                  <a:pt x="803" y="18371"/>
                </a:lnTo>
                <a:lnTo>
                  <a:pt x="682" y="18517"/>
                </a:lnTo>
                <a:lnTo>
                  <a:pt x="584" y="18663"/>
                </a:lnTo>
                <a:lnTo>
                  <a:pt x="536" y="18858"/>
                </a:lnTo>
                <a:lnTo>
                  <a:pt x="536" y="19028"/>
                </a:lnTo>
                <a:lnTo>
                  <a:pt x="536" y="19052"/>
                </a:lnTo>
                <a:lnTo>
                  <a:pt x="584" y="19052"/>
                </a:lnTo>
                <a:lnTo>
                  <a:pt x="779" y="18955"/>
                </a:lnTo>
                <a:lnTo>
                  <a:pt x="949" y="18809"/>
                </a:lnTo>
                <a:lnTo>
                  <a:pt x="1266" y="18468"/>
                </a:lnTo>
                <a:lnTo>
                  <a:pt x="1339" y="18663"/>
                </a:lnTo>
                <a:lnTo>
                  <a:pt x="1412" y="18833"/>
                </a:lnTo>
                <a:lnTo>
                  <a:pt x="1168" y="19150"/>
                </a:lnTo>
                <a:lnTo>
                  <a:pt x="901" y="19539"/>
                </a:lnTo>
                <a:lnTo>
                  <a:pt x="657" y="19928"/>
                </a:lnTo>
                <a:lnTo>
                  <a:pt x="584" y="19685"/>
                </a:lnTo>
                <a:lnTo>
                  <a:pt x="560" y="19466"/>
                </a:lnTo>
                <a:lnTo>
                  <a:pt x="511" y="18979"/>
                </a:lnTo>
                <a:lnTo>
                  <a:pt x="511" y="18468"/>
                </a:lnTo>
                <a:lnTo>
                  <a:pt x="536" y="17982"/>
                </a:lnTo>
                <a:lnTo>
                  <a:pt x="657" y="17909"/>
                </a:lnTo>
                <a:lnTo>
                  <a:pt x="779" y="17836"/>
                </a:lnTo>
                <a:lnTo>
                  <a:pt x="974" y="17665"/>
                </a:lnTo>
                <a:lnTo>
                  <a:pt x="1120" y="17544"/>
                </a:lnTo>
                <a:close/>
                <a:moveTo>
                  <a:pt x="15451" y="19101"/>
                </a:moveTo>
                <a:lnTo>
                  <a:pt x="15427" y="19296"/>
                </a:lnTo>
                <a:lnTo>
                  <a:pt x="15427" y="19490"/>
                </a:lnTo>
                <a:lnTo>
                  <a:pt x="15451" y="19904"/>
                </a:lnTo>
                <a:lnTo>
                  <a:pt x="15086" y="19953"/>
                </a:lnTo>
                <a:lnTo>
                  <a:pt x="15086" y="19953"/>
                </a:lnTo>
                <a:lnTo>
                  <a:pt x="15159" y="19734"/>
                </a:lnTo>
                <a:lnTo>
                  <a:pt x="15257" y="19417"/>
                </a:lnTo>
                <a:lnTo>
                  <a:pt x="15281" y="19271"/>
                </a:lnTo>
                <a:lnTo>
                  <a:pt x="15281" y="19101"/>
                </a:lnTo>
                <a:close/>
                <a:moveTo>
                  <a:pt x="15062" y="19101"/>
                </a:moveTo>
                <a:lnTo>
                  <a:pt x="14989" y="19174"/>
                </a:lnTo>
                <a:lnTo>
                  <a:pt x="14940" y="19271"/>
                </a:lnTo>
                <a:lnTo>
                  <a:pt x="14867" y="19442"/>
                </a:lnTo>
                <a:lnTo>
                  <a:pt x="14721" y="19782"/>
                </a:lnTo>
                <a:lnTo>
                  <a:pt x="14600" y="20026"/>
                </a:lnTo>
                <a:lnTo>
                  <a:pt x="14357" y="20050"/>
                </a:lnTo>
                <a:lnTo>
                  <a:pt x="14357" y="20050"/>
                </a:lnTo>
                <a:lnTo>
                  <a:pt x="14454" y="19758"/>
                </a:lnTo>
                <a:lnTo>
                  <a:pt x="14503" y="19563"/>
                </a:lnTo>
                <a:lnTo>
                  <a:pt x="14551" y="19344"/>
                </a:lnTo>
                <a:lnTo>
                  <a:pt x="14575" y="19198"/>
                </a:lnTo>
                <a:lnTo>
                  <a:pt x="14551" y="19125"/>
                </a:lnTo>
                <a:lnTo>
                  <a:pt x="15062" y="19101"/>
                </a:lnTo>
                <a:close/>
                <a:moveTo>
                  <a:pt x="9782" y="19052"/>
                </a:moveTo>
                <a:lnTo>
                  <a:pt x="9660" y="19296"/>
                </a:lnTo>
                <a:lnTo>
                  <a:pt x="9563" y="19563"/>
                </a:lnTo>
                <a:lnTo>
                  <a:pt x="9490" y="19831"/>
                </a:lnTo>
                <a:lnTo>
                  <a:pt x="9441" y="20074"/>
                </a:lnTo>
                <a:lnTo>
                  <a:pt x="9028" y="20074"/>
                </a:lnTo>
                <a:lnTo>
                  <a:pt x="9125" y="19831"/>
                </a:lnTo>
                <a:lnTo>
                  <a:pt x="9174" y="19636"/>
                </a:lnTo>
                <a:lnTo>
                  <a:pt x="9320" y="19344"/>
                </a:lnTo>
                <a:lnTo>
                  <a:pt x="9368" y="19174"/>
                </a:lnTo>
                <a:lnTo>
                  <a:pt x="9393" y="19101"/>
                </a:lnTo>
                <a:lnTo>
                  <a:pt x="9368" y="19052"/>
                </a:lnTo>
                <a:close/>
                <a:moveTo>
                  <a:pt x="10780" y="19077"/>
                </a:moveTo>
                <a:lnTo>
                  <a:pt x="10609" y="19296"/>
                </a:lnTo>
                <a:lnTo>
                  <a:pt x="10439" y="19539"/>
                </a:lnTo>
                <a:lnTo>
                  <a:pt x="10366" y="19685"/>
                </a:lnTo>
                <a:lnTo>
                  <a:pt x="10317" y="19807"/>
                </a:lnTo>
                <a:lnTo>
                  <a:pt x="10269" y="19953"/>
                </a:lnTo>
                <a:lnTo>
                  <a:pt x="10269" y="20074"/>
                </a:lnTo>
                <a:lnTo>
                  <a:pt x="9904" y="20074"/>
                </a:lnTo>
                <a:lnTo>
                  <a:pt x="9904" y="19977"/>
                </a:lnTo>
                <a:lnTo>
                  <a:pt x="9977" y="19734"/>
                </a:lnTo>
                <a:lnTo>
                  <a:pt x="10050" y="19515"/>
                </a:lnTo>
                <a:lnTo>
                  <a:pt x="10147" y="19320"/>
                </a:lnTo>
                <a:lnTo>
                  <a:pt x="10196" y="19198"/>
                </a:lnTo>
                <a:lnTo>
                  <a:pt x="10220" y="19077"/>
                </a:lnTo>
                <a:close/>
                <a:moveTo>
                  <a:pt x="9101" y="19028"/>
                </a:moveTo>
                <a:lnTo>
                  <a:pt x="9003" y="19150"/>
                </a:lnTo>
                <a:lnTo>
                  <a:pt x="8930" y="19271"/>
                </a:lnTo>
                <a:lnTo>
                  <a:pt x="8809" y="19466"/>
                </a:lnTo>
                <a:lnTo>
                  <a:pt x="8736" y="19685"/>
                </a:lnTo>
                <a:lnTo>
                  <a:pt x="8638" y="19880"/>
                </a:lnTo>
                <a:lnTo>
                  <a:pt x="8614" y="19977"/>
                </a:lnTo>
                <a:lnTo>
                  <a:pt x="8565" y="20074"/>
                </a:lnTo>
                <a:lnTo>
                  <a:pt x="8079" y="20099"/>
                </a:lnTo>
                <a:lnTo>
                  <a:pt x="8103" y="19953"/>
                </a:lnTo>
                <a:lnTo>
                  <a:pt x="8176" y="19734"/>
                </a:lnTo>
                <a:lnTo>
                  <a:pt x="8273" y="19490"/>
                </a:lnTo>
                <a:lnTo>
                  <a:pt x="8395" y="19296"/>
                </a:lnTo>
                <a:lnTo>
                  <a:pt x="8468" y="19150"/>
                </a:lnTo>
                <a:lnTo>
                  <a:pt x="8517" y="19028"/>
                </a:lnTo>
                <a:close/>
                <a:moveTo>
                  <a:pt x="10926" y="19077"/>
                </a:moveTo>
                <a:lnTo>
                  <a:pt x="10999" y="19101"/>
                </a:lnTo>
                <a:lnTo>
                  <a:pt x="11631" y="19101"/>
                </a:lnTo>
                <a:lnTo>
                  <a:pt x="11510" y="19247"/>
                </a:lnTo>
                <a:lnTo>
                  <a:pt x="11412" y="19393"/>
                </a:lnTo>
                <a:lnTo>
                  <a:pt x="11266" y="19685"/>
                </a:lnTo>
                <a:lnTo>
                  <a:pt x="11193" y="19880"/>
                </a:lnTo>
                <a:lnTo>
                  <a:pt x="11169" y="20001"/>
                </a:lnTo>
                <a:lnTo>
                  <a:pt x="11145" y="20099"/>
                </a:lnTo>
                <a:lnTo>
                  <a:pt x="11047" y="20099"/>
                </a:lnTo>
                <a:lnTo>
                  <a:pt x="10609" y="20074"/>
                </a:lnTo>
                <a:lnTo>
                  <a:pt x="10658" y="19831"/>
                </a:lnTo>
                <a:lnTo>
                  <a:pt x="10731" y="19588"/>
                </a:lnTo>
                <a:lnTo>
                  <a:pt x="10926" y="19077"/>
                </a:lnTo>
                <a:close/>
                <a:moveTo>
                  <a:pt x="14357" y="19125"/>
                </a:moveTo>
                <a:lnTo>
                  <a:pt x="14308" y="19198"/>
                </a:lnTo>
                <a:lnTo>
                  <a:pt x="14186" y="19393"/>
                </a:lnTo>
                <a:lnTo>
                  <a:pt x="14113" y="19563"/>
                </a:lnTo>
                <a:lnTo>
                  <a:pt x="14016" y="19782"/>
                </a:lnTo>
                <a:lnTo>
                  <a:pt x="13919" y="20001"/>
                </a:lnTo>
                <a:lnTo>
                  <a:pt x="13870" y="20074"/>
                </a:lnTo>
                <a:lnTo>
                  <a:pt x="13335" y="20099"/>
                </a:lnTo>
                <a:lnTo>
                  <a:pt x="13432" y="19880"/>
                </a:lnTo>
                <a:lnTo>
                  <a:pt x="13529" y="19685"/>
                </a:lnTo>
                <a:lnTo>
                  <a:pt x="13651" y="19393"/>
                </a:lnTo>
                <a:lnTo>
                  <a:pt x="13675" y="19344"/>
                </a:lnTo>
                <a:lnTo>
                  <a:pt x="13675" y="19271"/>
                </a:lnTo>
                <a:lnTo>
                  <a:pt x="13675" y="19198"/>
                </a:lnTo>
                <a:lnTo>
                  <a:pt x="13675" y="19150"/>
                </a:lnTo>
                <a:lnTo>
                  <a:pt x="13700" y="19125"/>
                </a:lnTo>
                <a:close/>
                <a:moveTo>
                  <a:pt x="7665" y="18979"/>
                </a:moveTo>
                <a:lnTo>
                  <a:pt x="8200" y="19004"/>
                </a:lnTo>
                <a:lnTo>
                  <a:pt x="8079" y="19125"/>
                </a:lnTo>
                <a:lnTo>
                  <a:pt x="8006" y="19271"/>
                </a:lnTo>
                <a:lnTo>
                  <a:pt x="7884" y="19490"/>
                </a:lnTo>
                <a:lnTo>
                  <a:pt x="7738" y="19782"/>
                </a:lnTo>
                <a:lnTo>
                  <a:pt x="7689" y="19953"/>
                </a:lnTo>
                <a:lnTo>
                  <a:pt x="7689" y="20099"/>
                </a:lnTo>
                <a:lnTo>
                  <a:pt x="6984" y="20123"/>
                </a:lnTo>
                <a:lnTo>
                  <a:pt x="7057" y="19977"/>
                </a:lnTo>
                <a:lnTo>
                  <a:pt x="7130" y="19831"/>
                </a:lnTo>
                <a:lnTo>
                  <a:pt x="7324" y="19563"/>
                </a:lnTo>
                <a:lnTo>
                  <a:pt x="7519" y="19271"/>
                </a:lnTo>
                <a:lnTo>
                  <a:pt x="7592" y="19125"/>
                </a:lnTo>
                <a:lnTo>
                  <a:pt x="7665" y="18979"/>
                </a:lnTo>
                <a:close/>
                <a:moveTo>
                  <a:pt x="11996" y="19101"/>
                </a:moveTo>
                <a:lnTo>
                  <a:pt x="12556" y="19125"/>
                </a:lnTo>
                <a:lnTo>
                  <a:pt x="12483" y="19223"/>
                </a:lnTo>
                <a:lnTo>
                  <a:pt x="12410" y="19320"/>
                </a:lnTo>
                <a:lnTo>
                  <a:pt x="12313" y="19563"/>
                </a:lnTo>
                <a:lnTo>
                  <a:pt x="12240" y="19855"/>
                </a:lnTo>
                <a:lnTo>
                  <a:pt x="12167" y="20123"/>
                </a:lnTo>
                <a:lnTo>
                  <a:pt x="11558" y="20099"/>
                </a:lnTo>
                <a:lnTo>
                  <a:pt x="11583" y="19953"/>
                </a:lnTo>
                <a:lnTo>
                  <a:pt x="11656" y="19807"/>
                </a:lnTo>
                <a:lnTo>
                  <a:pt x="11802" y="19563"/>
                </a:lnTo>
                <a:lnTo>
                  <a:pt x="11899" y="19369"/>
                </a:lnTo>
                <a:lnTo>
                  <a:pt x="11948" y="19247"/>
                </a:lnTo>
                <a:lnTo>
                  <a:pt x="11996" y="19101"/>
                </a:lnTo>
                <a:close/>
                <a:moveTo>
                  <a:pt x="13602" y="19125"/>
                </a:moveTo>
                <a:lnTo>
                  <a:pt x="13505" y="19174"/>
                </a:lnTo>
                <a:lnTo>
                  <a:pt x="13408" y="19247"/>
                </a:lnTo>
                <a:lnTo>
                  <a:pt x="13286" y="19393"/>
                </a:lnTo>
                <a:lnTo>
                  <a:pt x="13164" y="19539"/>
                </a:lnTo>
                <a:lnTo>
                  <a:pt x="13018" y="19831"/>
                </a:lnTo>
                <a:lnTo>
                  <a:pt x="12921" y="20123"/>
                </a:lnTo>
                <a:lnTo>
                  <a:pt x="12580" y="20123"/>
                </a:lnTo>
                <a:lnTo>
                  <a:pt x="12653" y="19807"/>
                </a:lnTo>
                <a:lnTo>
                  <a:pt x="12751" y="19490"/>
                </a:lnTo>
                <a:lnTo>
                  <a:pt x="12848" y="19150"/>
                </a:lnTo>
                <a:lnTo>
                  <a:pt x="12848" y="19125"/>
                </a:lnTo>
                <a:close/>
                <a:moveTo>
                  <a:pt x="6813" y="18955"/>
                </a:moveTo>
                <a:lnTo>
                  <a:pt x="7324" y="18979"/>
                </a:lnTo>
                <a:lnTo>
                  <a:pt x="7203" y="19101"/>
                </a:lnTo>
                <a:lnTo>
                  <a:pt x="7081" y="19223"/>
                </a:lnTo>
                <a:lnTo>
                  <a:pt x="6886" y="19515"/>
                </a:lnTo>
                <a:lnTo>
                  <a:pt x="6716" y="19831"/>
                </a:lnTo>
                <a:lnTo>
                  <a:pt x="6619" y="20147"/>
                </a:lnTo>
                <a:lnTo>
                  <a:pt x="6303" y="20147"/>
                </a:lnTo>
                <a:lnTo>
                  <a:pt x="6351" y="20001"/>
                </a:lnTo>
                <a:lnTo>
                  <a:pt x="6400" y="19855"/>
                </a:lnTo>
                <a:lnTo>
                  <a:pt x="6424" y="19685"/>
                </a:lnTo>
                <a:lnTo>
                  <a:pt x="6497" y="19539"/>
                </a:lnTo>
                <a:lnTo>
                  <a:pt x="6643" y="19247"/>
                </a:lnTo>
                <a:lnTo>
                  <a:pt x="6813" y="18955"/>
                </a:lnTo>
                <a:close/>
                <a:moveTo>
                  <a:pt x="6376" y="18955"/>
                </a:moveTo>
                <a:lnTo>
                  <a:pt x="6230" y="19198"/>
                </a:lnTo>
                <a:lnTo>
                  <a:pt x="6132" y="19417"/>
                </a:lnTo>
                <a:lnTo>
                  <a:pt x="6059" y="19588"/>
                </a:lnTo>
                <a:lnTo>
                  <a:pt x="5962" y="19782"/>
                </a:lnTo>
                <a:lnTo>
                  <a:pt x="5913" y="19977"/>
                </a:lnTo>
                <a:lnTo>
                  <a:pt x="5913" y="20074"/>
                </a:lnTo>
                <a:lnTo>
                  <a:pt x="5938" y="20172"/>
                </a:lnTo>
                <a:lnTo>
                  <a:pt x="5086" y="20220"/>
                </a:lnTo>
                <a:lnTo>
                  <a:pt x="5208" y="19977"/>
                </a:lnTo>
                <a:lnTo>
                  <a:pt x="5329" y="19734"/>
                </a:lnTo>
                <a:lnTo>
                  <a:pt x="5573" y="19320"/>
                </a:lnTo>
                <a:lnTo>
                  <a:pt x="5670" y="19150"/>
                </a:lnTo>
                <a:lnTo>
                  <a:pt x="5743" y="19052"/>
                </a:lnTo>
                <a:lnTo>
                  <a:pt x="5743" y="19004"/>
                </a:lnTo>
                <a:lnTo>
                  <a:pt x="5719" y="18955"/>
                </a:lnTo>
                <a:close/>
                <a:moveTo>
                  <a:pt x="5475" y="18955"/>
                </a:moveTo>
                <a:lnTo>
                  <a:pt x="5305" y="19125"/>
                </a:lnTo>
                <a:lnTo>
                  <a:pt x="5183" y="19296"/>
                </a:lnTo>
                <a:lnTo>
                  <a:pt x="4964" y="19685"/>
                </a:lnTo>
                <a:lnTo>
                  <a:pt x="4818" y="19953"/>
                </a:lnTo>
                <a:lnTo>
                  <a:pt x="4745" y="20099"/>
                </a:lnTo>
                <a:lnTo>
                  <a:pt x="4745" y="20220"/>
                </a:lnTo>
                <a:lnTo>
                  <a:pt x="4210" y="20269"/>
                </a:lnTo>
                <a:lnTo>
                  <a:pt x="4234" y="20196"/>
                </a:lnTo>
                <a:lnTo>
                  <a:pt x="4332" y="19953"/>
                </a:lnTo>
                <a:lnTo>
                  <a:pt x="4429" y="19709"/>
                </a:lnTo>
                <a:lnTo>
                  <a:pt x="4624" y="19369"/>
                </a:lnTo>
                <a:lnTo>
                  <a:pt x="4672" y="19271"/>
                </a:lnTo>
                <a:lnTo>
                  <a:pt x="4697" y="19198"/>
                </a:lnTo>
                <a:lnTo>
                  <a:pt x="4697" y="19101"/>
                </a:lnTo>
                <a:lnTo>
                  <a:pt x="4672" y="19004"/>
                </a:lnTo>
                <a:lnTo>
                  <a:pt x="4551" y="19004"/>
                </a:lnTo>
                <a:lnTo>
                  <a:pt x="4453" y="19077"/>
                </a:lnTo>
                <a:lnTo>
                  <a:pt x="4356" y="19150"/>
                </a:lnTo>
                <a:lnTo>
                  <a:pt x="4259" y="19271"/>
                </a:lnTo>
                <a:lnTo>
                  <a:pt x="4113" y="19490"/>
                </a:lnTo>
                <a:lnTo>
                  <a:pt x="4015" y="19709"/>
                </a:lnTo>
                <a:lnTo>
                  <a:pt x="3869" y="19977"/>
                </a:lnTo>
                <a:lnTo>
                  <a:pt x="3821" y="20123"/>
                </a:lnTo>
                <a:lnTo>
                  <a:pt x="3796" y="20293"/>
                </a:lnTo>
                <a:lnTo>
                  <a:pt x="3358" y="20318"/>
                </a:lnTo>
                <a:lnTo>
                  <a:pt x="3383" y="20172"/>
                </a:lnTo>
                <a:lnTo>
                  <a:pt x="3456" y="19928"/>
                </a:lnTo>
                <a:lnTo>
                  <a:pt x="3553" y="19709"/>
                </a:lnTo>
                <a:lnTo>
                  <a:pt x="3748" y="19320"/>
                </a:lnTo>
                <a:lnTo>
                  <a:pt x="3967" y="18955"/>
                </a:lnTo>
                <a:close/>
                <a:moveTo>
                  <a:pt x="1850" y="19028"/>
                </a:moveTo>
                <a:lnTo>
                  <a:pt x="2166" y="19052"/>
                </a:lnTo>
                <a:lnTo>
                  <a:pt x="2507" y="19052"/>
                </a:lnTo>
                <a:lnTo>
                  <a:pt x="2239" y="19393"/>
                </a:lnTo>
                <a:lnTo>
                  <a:pt x="1971" y="19758"/>
                </a:lnTo>
                <a:lnTo>
                  <a:pt x="1777" y="20099"/>
                </a:lnTo>
                <a:lnTo>
                  <a:pt x="1704" y="20245"/>
                </a:lnTo>
                <a:lnTo>
                  <a:pt x="1655" y="20366"/>
                </a:lnTo>
                <a:lnTo>
                  <a:pt x="1558" y="20366"/>
                </a:lnTo>
                <a:lnTo>
                  <a:pt x="1217" y="20342"/>
                </a:lnTo>
                <a:lnTo>
                  <a:pt x="876" y="20318"/>
                </a:lnTo>
                <a:lnTo>
                  <a:pt x="1144" y="20001"/>
                </a:lnTo>
                <a:lnTo>
                  <a:pt x="1363" y="19685"/>
                </a:lnTo>
                <a:lnTo>
                  <a:pt x="1606" y="19344"/>
                </a:lnTo>
                <a:lnTo>
                  <a:pt x="1850" y="19028"/>
                </a:lnTo>
                <a:close/>
                <a:moveTo>
                  <a:pt x="3675" y="18955"/>
                </a:moveTo>
                <a:lnTo>
                  <a:pt x="3553" y="19077"/>
                </a:lnTo>
                <a:lnTo>
                  <a:pt x="3431" y="19223"/>
                </a:lnTo>
                <a:lnTo>
                  <a:pt x="3261" y="19539"/>
                </a:lnTo>
                <a:lnTo>
                  <a:pt x="3164" y="19709"/>
                </a:lnTo>
                <a:lnTo>
                  <a:pt x="3066" y="19904"/>
                </a:lnTo>
                <a:lnTo>
                  <a:pt x="3018" y="20123"/>
                </a:lnTo>
                <a:lnTo>
                  <a:pt x="2993" y="20220"/>
                </a:lnTo>
                <a:lnTo>
                  <a:pt x="2993" y="20342"/>
                </a:lnTo>
                <a:lnTo>
                  <a:pt x="2044" y="20391"/>
                </a:lnTo>
                <a:lnTo>
                  <a:pt x="2239" y="20123"/>
                </a:lnTo>
                <a:lnTo>
                  <a:pt x="2361" y="19928"/>
                </a:lnTo>
                <a:lnTo>
                  <a:pt x="2677" y="19442"/>
                </a:lnTo>
                <a:lnTo>
                  <a:pt x="2872" y="19198"/>
                </a:lnTo>
                <a:lnTo>
                  <a:pt x="2969" y="19101"/>
                </a:lnTo>
                <a:lnTo>
                  <a:pt x="3066" y="19004"/>
                </a:lnTo>
                <a:lnTo>
                  <a:pt x="3675" y="18955"/>
                </a:lnTo>
                <a:close/>
                <a:moveTo>
                  <a:pt x="6643" y="0"/>
                </a:moveTo>
                <a:lnTo>
                  <a:pt x="5792" y="25"/>
                </a:lnTo>
                <a:lnTo>
                  <a:pt x="4940" y="49"/>
                </a:lnTo>
                <a:lnTo>
                  <a:pt x="3261" y="146"/>
                </a:lnTo>
                <a:lnTo>
                  <a:pt x="2093" y="195"/>
                </a:lnTo>
                <a:lnTo>
                  <a:pt x="1898" y="195"/>
                </a:lnTo>
                <a:lnTo>
                  <a:pt x="1704" y="244"/>
                </a:lnTo>
                <a:lnTo>
                  <a:pt x="1655" y="219"/>
                </a:lnTo>
                <a:lnTo>
                  <a:pt x="1582" y="195"/>
                </a:lnTo>
                <a:lnTo>
                  <a:pt x="1509" y="219"/>
                </a:lnTo>
                <a:lnTo>
                  <a:pt x="1460" y="268"/>
                </a:lnTo>
                <a:lnTo>
                  <a:pt x="1412" y="390"/>
                </a:lnTo>
                <a:lnTo>
                  <a:pt x="1363" y="511"/>
                </a:lnTo>
                <a:lnTo>
                  <a:pt x="1339" y="755"/>
                </a:lnTo>
                <a:lnTo>
                  <a:pt x="1339" y="1047"/>
                </a:lnTo>
                <a:lnTo>
                  <a:pt x="1387" y="1314"/>
                </a:lnTo>
                <a:lnTo>
                  <a:pt x="1217" y="1290"/>
                </a:lnTo>
                <a:lnTo>
                  <a:pt x="1047" y="1290"/>
                </a:lnTo>
                <a:lnTo>
                  <a:pt x="730" y="1314"/>
                </a:lnTo>
                <a:lnTo>
                  <a:pt x="560" y="1314"/>
                </a:lnTo>
                <a:lnTo>
                  <a:pt x="365" y="1338"/>
                </a:lnTo>
                <a:lnTo>
                  <a:pt x="268" y="1363"/>
                </a:lnTo>
                <a:lnTo>
                  <a:pt x="195" y="1411"/>
                </a:lnTo>
                <a:lnTo>
                  <a:pt x="146" y="1460"/>
                </a:lnTo>
                <a:lnTo>
                  <a:pt x="122" y="1557"/>
                </a:lnTo>
                <a:lnTo>
                  <a:pt x="122" y="1630"/>
                </a:lnTo>
                <a:lnTo>
                  <a:pt x="98" y="1874"/>
                </a:lnTo>
                <a:lnTo>
                  <a:pt x="73" y="2117"/>
                </a:lnTo>
                <a:lnTo>
                  <a:pt x="49" y="2652"/>
                </a:lnTo>
                <a:lnTo>
                  <a:pt x="73" y="3674"/>
                </a:lnTo>
                <a:lnTo>
                  <a:pt x="49" y="4891"/>
                </a:lnTo>
                <a:lnTo>
                  <a:pt x="25" y="6083"/>
                </a:lnTo>
                <a:lnTo>
                  <a:pt x="49" y="6765"/>
                </a:lnTo>
                <a:lnTo>
                  <a:pt x="49" y="7446"/>
                </a:lnTo>
                <a:lnTo>
                  <a:pt x="122" y="8809"/>
                </a:lnTo>
                <a:lnTo>
                  <a:pt x="219" y="10171"/>
                </a:lnTo>
                <a:lnTo>
                  <a:pt x="317" y="11534"/>
                </a:lnTo>
                <a:lnTo>
                  <a:pt x="341" y="12166"/>
                </a:lnTo>
                <a:lnTo>
                  <a:pt x="341" y="12799"/>
                </a:lnTo>
                <a:lnTo>
                  <a:pt x="292" y="14064"/>
                </a:lnTo>
                <a:lnTo>
                  <a:pt x="244" y="15330"/>
                </a:lnTo>
                <a:lnTo>
                  <a:pt x="171" y="16595"/>
                </a:lnTo>
                <a:lnTo>
                  <a:pt x="73" y="17519"/>
                </a:lnTo>
                <a:lnTo>
                  <a:pt x="49" y="17982"/>
                </a:lnTo>
                <a:lnTo>
                  <a:pt x="0" y="18444"/>
                </a:lnTo>
                <a:lnTo>
                  <a:pt x="0" y="18931"/>
                </a:lnTo>
                <a:lnTo>
                  <a:pt x="25" y="19393"/>
                </a:lnTo>
                <a:lnTo>
                  <a:pt x="98" y="19831"/>
                </a:lnTo>
                <a:lnTo>
                  <a:pt x="146" y="20050"/>
                </a:lnTo>
                <a:lnTo>
                  <a:pt x="219" y="20269"/>
                </a:lnTo>
                <a:lnTo>
                  <a:pt x="292" y="20366"/>
                </a:lnTo>
                <a:lnTo>
                  <a:pt x="365" y="20415"/>
                </a:lnTo>
                <a:lnTo>
                  <a:pt x="463" y="20439"/>
                </a:lnTo>
                <a:lnTo>
                  <a:pt x="560" y="20415"/>
                </a:lnTo>
                <a:lnTo>
                  <a:pt x="584" y="20512"/>
                </a:lnTo>
                <a:lnTo>
                  <a:pt x="633" y="20610"/>
                </a:lnTo>
                <a:lnTo>
                  <a:pt x="706" y="20658"/>
                </a:lnTo>
                <a:lnTo>
                  <a:pt x="803" y="20731"/>
                </a:lnTo>
                <a:lnTo>
                  <a:pt x="1047" y="20804"/>
                </a:lnTo>
                <a:lnTo>
                  <a:pt x="1339" y="20853"/>
                </a:lnTo>
                <a:lnTo>
                  <a:pt x="1631" y="20877"/>
                </a:lnTo>
                <a:lnTo>
                  <a:pt x="1923" y="20877"/>
                </a:lnTo>
                <a:lnTo>
                  <a:pt x="2312" y="20853"/>
                </a:lnTo>
                <a:lnTo>
                  <a:pt x="3188" y="20829"/>
                </a:lnTo>
                <a:lnTo>
                  <a:pt x="4064" y="20780"/>
                </a:lnTo>
                <a:lnTo>
                  <a:pt x="5792" y="20683"/>
                </a:lnTo>
                <a:lnTo>
                  <a:pt x="7057" y="20634"/>
                </a:lnTo>
                <a:lnTo>
                  <a:pt x="8346" y="20585"/>
                </a:lnTo>
                <a:lnTo>
                  <a:pt x="9612" y="20585"/>
                </a:lnTo>
                <a:lnTo>
                  <a:pt x="10901" y="20610"/>
                </a:lnTo>
                <a:lnTo>
                  <a:pt x="12240" y="20634"/>
                </a:lnTo>
                <a:lnTo>
                  <a:pt x="12337" y="20658"/>
                </a:lnTo>
                <a:lnTo>
                  <a:pt x="12434" y="20658"/>
                </a:lnTo>
                <a:lnTo>
                  <a:pt x="12483" y="20634"/>
                </a:lnTo>
                <a:lnTo>
                  <a:pt x="13262" y="20634"/>
                </a:lnTo>
                <a:lnTo>
                  <a:pt x="14065" y="20585"/>
                </a:lnTo>
                <a:lnTo>
                  <a:pt x="14843" y="20512"/>
                </a:lnTo>
                <a:lnTo>
                  <a:pt x="15622" y="20391"/>
                </a:lnTo>
                <a:lnTo>
                  <a:pt x="15695" y="20366"/>
                </a:lnTo>
                <a:lnTo>
                  <a:pt x="15743" y="20342"/>
                </a:lnTo>
                <a:lnTo>
                  <a:pt x="15865" y="20318"/>
                </a:lnTo>
                <a:lnTo>
                  <a:pt x="15962" y="20269"/>
                </a:lnTo>
                <a:lnTo>
                  <a:pt x="16035" y="20172"/>
                </a:lnTo>
                <a:lnTo>
                  <a:pt x="16035" y="20123"/>
                </a:lnTo>
                <a:lnTo>
                  <a:pt x="16035" y="20050"/>
                </a:lnTo>
                <a:lnTo>
                  <a:pt x="16011" y="19807"/>
                </a:lnTo>
                <a:lnTo>
                  <a:pt x="15987" y="19563"/>
                </a:lnTo>
                <a:lnTo>
                  <a:pt x="15938" y="19320"/>
                </a:lnTo>
                <a:lnTo>
                  <a:pt x="15938" y="19077"/>
                </a:lnTo>
                <a:lnTo>
                  <a:pt x="16425" y="19028"/>
                </a:lnTo>
                <a:lnTo>
                  <a:pt x="16522" y="18979"/>
                </a:lnTo>
                <a:lnTo>
                  <a:pt x="16619" y="18906"/>
                </a:lnTo>
                <a:lnTo>
                  <a:pt x="16668" y="18833"/>
                </a:lnTo>
                <a:lnTo>
                  <a:pt x="16717" y="18760"/>
                </a:lnTo>
                <a:lnTo>
                  <a:pt x="16790" y="18347"/>
                </a:lnTo>
                <a:lnTo>
                  <a:pt x="16838" y="17933"/>
                </a:lnTo>
                <a:lnTo>
                  <a:pt x="16863" y="17519"/>
                </a:lnTo>
                <a:lnTo>
                  <a:pt x="16863" y="17106"/>
                </a:lnTo>
                <a:lnTo>
                  <a:pt x="16863" y="16254"/>
                </a:lnTo>
                <a:lnTo>
                  <a:pt x="16863" y="15427"/>
                </a:lnTo>
                <a:lnTo>
                  <a:pt x="16838" y="14429"/>
                </a:lnTo>
                <a:lnTo>
                  <a:pt x="16838" y="13432"/>
                </a:lnTo>
                <a:lnTo>
                  <a:pt x="16765" y="11412"/>
                </a:lnTo>
                <a:lnTo>
                  <a:pt x="16765" y="10414"/>
                </a:lnTo>
                <a:lnTo>
                  <a:pt x="16765" y="9417"/>
                </a:lnTo>
                <a:lnTo>
                  <a:pt x="16814" y="7422"/>
                </a:lnTo>
                <a:lnTo>
                  <a:pt x="16814" y="6473"/>
                </a:lnTo>
                <a:lnTo>
                  <a:pt x="16838" y="5499"/>
                </a:lnTo>
                <a:lnTo>
                  <a:pt x="16814" y="5013"/>
                </a:lnTo>
                <a:lnTo>
                  <a:pt x="16765" y="4550"/>
                </a:lnTo>
                <a:lnTo>
                  <a:pt x="16717" y="4064"/>
                </a:lnTo>
                <a:lnTo>
                  <a:pt x="16619" y="3601"/>
                </a:lnTo>
                <a:lnTo>
                  <a:pt x="16595" y="3553"/>
                </a:lnTo>
                <a:lnTo>
                  <a:pt x="16522" y="3504"/>
                </a:lnTo>
                <a:lnTo>
                  <a:pt x="16425" y="3334"/>
                </a:lnTo>
                <a:lnTo>
                  <a:pt x="16303" y="3188"/>
                </a:lnTo>
                <a:lnTo>
                  <a:pt x="16060" y="2896"/>
                </a:lnTo>
                <a:lnTo>
                  <a:pt x="15792" y="2604"/>
                </a:lnTo>
                <a:lnTo>
                  <a:pt x="15524" y="2336"/>
                </a:lnTo>
                <a:lnTo>
                  <a:pt x="14989" y="1801"/>
                </a:lnTo>
                <a:lnTo>
                  <a:pt x="14503" y="1338"/>
                </a:lnTo>
                <a:lnTo>
                  <a:pt x="14259" y="1119"/>
                </a:lnTo>
                <a:lnTo>
                  <a:pt x="14016" y="901"/>
                </a:lnTo>
                <a:lnTo>
                  <a:pt x="13700" y="633"/>
                </a:lnTo>
                <a:lnTo>
                  <a:pt x="13554" y="487"/>
                </a:lnTo>
                <a:lnTo>
                  <a:pt x="13383" y="390"/>
                </a:lnTo>
                <a:lnTo>
                  <a:pt x="13335" y="317"/>
                </a:lnTo>
                <a:lnTo>
                  <a:pt x="13310" y="292"/>
                </a:lnTo>
                <a:lnTo>
                  <a:pt x="13237" y="268"/>
                </a:lnTo>
                <a:lnTo>
                  <a:pt x="13164" y="244"/>
                </a:lnTo>
                <a:lnTo>
                  <a:pt x="9904" y="73"/>
                </a:lnTo>
                <a:lnTo>
                  <a:pt x="8273" y="25"/>
                </a:lnTo>
                <a:lnTo>
                  <a:pt x="6643"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02" name="Google Shape;802;p39"/>
          <p:cNvSpPr/>
          <p:nvPr/>
        </p:nvSpPr>
        <p:spPr>
          <a:xfrm>
            <a:off x="1447327" y="934019"/>
            <a:ext cx="380233" cy="327060"/>
          </a:xfrm>
          <a:custGeom>
            <a:avLst/>
            <a:gdLst/>
            <a:ahLst/>
            <a:cxnLst/>
            <a:rect l="l" t="t" r="r" b="b"/>
            <a:pathLst>
              <a:path w="17398" h="14965" extrusionOk="0">
                <a:moveTo>
                  <a:pt x="4258" y="12069"/>
                </a:moveTo>
                <a:lnTo>
                  <a:pt x="4599" y="12093"/>
                </a:lnTo>
                <a:lnTo>
                  <a:pt x="4769" y="12093"/>
                </a:lnTo>
                <a:lnTo>
                  <a:pt x="4721" y="12264"/>
                </a:lnTo>
                <a:lnTo>
                  <a:pt x="4672" y="12458"/>
                </a:lnTo>
                <a:lnTo>
                  <a:pt x="4672" y="12580"/>
                </a:lnTo>
                <a:lnTo>
                  <a:pt x="4477" y="12580"/>
                </a:lnTo>
                <a:lnTo>
                  <a:pt x="4307" y="12215"/>
                </a:lnTo>
                <a:lnTo>
                  <a:pt x="4258" y="12069"/>
                </a:lnTo>
                <a:close/>
                <a:moveTo>
                  <a:pt x="3991" y="12069"/>
                </a:moveTo>
                <a:lnTo>
                  <a:pt x="3991" y="12166"/>
                </a:lnTo>
                <a:lnTo>
                  <a:pt x="3991" y="12239"/>
                </a:lnTo>
                <a:lnTo>
                  <a:pt x="4015" y="12434"/>
                </a:lnTo>
                <a:lnTo>
                  <a:pt x="4064" y="12580"/>
                </a:lnTo>
                <a:lnTo>
                  <a:pt x="3553" y="12629"/>
                </a:lnTo>
                <a:lnTo>
                  <a:pt x="3529" y="12531"/>
                </a:lnTo>
                <a:lnTo>
                  <a:pt x="3504" y="12434"/>
                </a:lnTo>
                <a:lnTo>
                  <a:pt x="3480" y="12361"/>
                </a:lnTo>
                <a:lnTo>
                  <a:pt x="3456" y="12118"/>
                </a:lnTo>
                <a:lnTo>
                  <a:pt x="3456" y="12093"/>
                </a:lnTo>
                <a:lnTo>
                  <a:pt x="3991" y="12069"/>
                </a:lnTo>
                <a:close/>
                <a:moveTo>
                  <a:pt x="4940" y="12093"/>
                </a:moveTo>
                <a:lnTo>
                  <a:pt x="5499" y="12166"/>
                </a:lnTo>
                <a:lnTo>
                  <a:pt x="5475" y="12264"/>
                </a:lnTo>
                <a:lnTo>
                  <a:pt x="5451" y="12361"/>
                </a:lnTo>
                <a:lnTo>
                  <a:pt x="5451" y="12483"/>
                </a:lnTo>
                <a:lnTo>
                  <a:pt x="5475" y="12629"/>
                </a:lnTo>
                <a:lnTo>
                  <a:pt x="5378" y="12604"/>
                </a:lnTo>
                <a:lnTo>
                  <a:pt x="5061" y="12604"/>
                </a:lnTo>
                <a:lnTo>
                  <a:pt x="5061" y="12531"/>
                </a:lnTo>
                <a:lnTo>
                  <a:pt x="4988" y="12312"/>
                </a:lnTo>
                <a:lnTo>
                  <a:pt x="4940" y="12093"/>
                </a:lnTo>
                <a:close/>
                <a:moveTo>
                  <a:pt x="13699" y="12069"/>
                </a:moveTo>
                <a:lnTo>
                  <a:pt x="13651" y="12215"/>
                </a:lnTo>
                <a:lnTo>
                  <a:pt x="13602" y="12361"/>
                </a:lnTo>
                <a:lnTo>
                  <a:pt x="13602" y="12653"/>
                </a:lnTo>
                <a:lnTo>
                  <a:pt x="13188" y="12653"/>
                </a:lnTo>
                <a:lnTo>
                  <a:pt x="13115" y="12385"/>
                </a:lnTo>
                <a:lnTo>
                  <a:pt x="13091" y="12093"/>
                </a:lnTo>
                <a:lnTo>
                  <a:pt x="13699" y="12069"/>
                </a:lnTo>
                <a:close/>
                <a:moveTo>
                  <a:pt x="13845" y="12069"/>
                </a:moveTo>
                <a:lnTo>
                  <a:pt x="14381" y="12093"/>
                </a:lnTo>
                <a:lnTo>
                  <a:pt x="14332" y="12215"/>
                </a:lnTo>
                <a:lnTo>
                  <a:pt x="14283" y="12361"/>
                </a:lnTo>
                <a:lnTo>
                  <a:pt x="14283" y="12507"/>
                </a:lnTo>
                <a:lnTo>
                  <a:pt x="14283" y="12677"/>
                </a:lnTo>
                <a:lnTo>
                  <a:pt x="13943" y="12653"/>
                </a:lnTo>
                <a:lnTo>
                  <a:pt x="13943" y="12361"/>
                </a:lnTo>
                <a:lnTo>
                  <a:pt x="13894" y="12215"/>
                </a:lnTo>
                <a:lnTo>
                  <a:pt x="13845" y="12069"/>
                </a:lnTo>
                <a:close/>
                <a:moveTo>
                  <a:pt x="3188" y="12093"/>
                </a:moveTo>
                <a:lnTo>
                  <a:pt x="3139" y="12215"/>
                </a:lnTo>
                <a:lnTo>
                  <a:pt x="3139" y="12434"/>
                </a:lnTo>
                <a:lnTo>
                  <a:pt x="3139" y="12556"/>
                </a:lnTo>
                <a:lnTo>
                  <a:pt x="3164" y="12653"/>
                </a:lnTo>
                <a:lnTo>
                  <a:pt x="2750" y="12726"/>
                </a:lnTo>
                <a:lnTo>
                  <a:pt x="2677" y="12726"/>
                </a:lnTo>
                <a:lnTo>
                  <a:pt x="2701" y="12677"/>
                </a:lnTo>
                <a:lnTo>
                  <a:pt x="2701" y="12629"/>
                </a:lnTo>
                <a:lnTo>
                  <a:pt x="2701" y="12580"/>
                </a:lnTo>
                <a:lnTo>
                  <a:pt x="2653" y="12531"/>
                </a:lnTo>
                <a:lnTo>
                  <a:pt x="2628" y="12458"/>
                </a:lnTo>
                <a:lnTo>
                  <a:pt x="2604" y="12361"/>
                </a:lnTo>
                <a:lnTo>
                  <a:pt x="2580" y="12166"/>
                </a:lnTo>
                <a:lnTo>
                  <a:pt x="3188" y="12093"/>
                </a:lnTo>
                <a:close/>
                <a:moveTo>
                  <a:pt x="5694" y="12215"/>
                </a:moveTo>
                <a:lnTo>
                  <a:pt x="5986" y="12288"/>
                </a:lnTo>
                <a:lnTo>
                  <a:pt x="6278" y="12361"/>
                </a:lnTo>
                <a:lnTo>
                  <a:pt x="6229" y="12507"/>
                </a:lnTo>
                <a:lnTo>
                  <a:pt x="6229" y="12677"/>
                </a:lnTo>
                <a:lnTo>
                  <a:pt x="6229" y="12726"/>
                </a:lnTo>
                <a:lnTo>
                  <a:pt x="5791" y="12653"/>
                </a:lnTo>
                <a:lnTo>
                  <a:pt x="5767" y="12531"/>
                </a:lnTo>
                <a:lnTo>
                  <a:pt x="5743" y="12410"/>
                </a:lnTo>
                <a:lnTo>
                  <a:pt x="5694" y="12215"/>
                </a:lnTo>
                <a:close/>
                <a:moveTo>
                  <a:pt x="13383" y="487"/>
                </a:moveTo>
                <a:lnTo>
                  <a:pt x="13699" y="511"/>
                </a:lnTo>
                <a:lnTo>
                  <a:pt x="14308" y="584"/>
                </a:lnTo>
                <a:lnTo>
                  <a:pt x="14648" y="657"/>
                </a:lnTo>
                <a:lnTo>
                  <a:pt x="14989" y="730"/>
                </a:lnTo>
                <a:lnTo>
                  <a:pt x="15305" y="827"/>
                </a:lnTo>
                <a:lnTo>
                  <a:pt x="15646" y="949"/>
                </a:lnTo>
                <a:lnTo>
                  <a:pt x="15938" y="1095"/>
                </a:lnTo>
                <a:lnTo>
                  <a:pt x="16230" y="1265"/>
                </a:lnTo>
                <a:lnTo>
                  <a:pt x="16498" y="1484"/>
                </a:lnTo>
                <a:lnTo>
                  <a:pt x="16741" y="1728"/>
                </a:lnTo>
                <a:lnTo>
                  <a:pt x="16741" y="1801"/>
                </a:lnTo>
                <a:lnTo>
                  <a:pt x="16790" y="2020"/>
                </a:lnTo>
                <a:lnTo>
                  <a:pt x="16838" y="2214"/>
                </a:lnTo>
                <a:lnTo>
                  <a:pt x="16887" y="2652"/>
                </a:lnTo>
                <a:lnTo>
                  <a:pt x="16887" y="3066"/>
                </a:lnTo>
                <a:lnTo>
                  <a:pt x="16911" y="3504"/>
                </a:lnTo>
                <a:lnTo>
                  <a:pt x="16887" y="4477"/>
                </a:lnTo>
                <a:lnTo>
                  <a:pt x="16863" y="5475"/>
                </a:lnTo>
                <a:lnTo>
                  <a:pt x="16814" y="6983"/>
                </a:lnTo>
                <a:lnTo>
                  <a:pt x="16790" y="8492"/>
                </a:lnTo>
                <a:lnTo>
                  <a:pt x="16838" y="10244"/>
                </a:lnTo>
                <a:lnTo>
                  <a:pt x="16838" y="11120"/>
                </a:lnTo>
                <a:lnTo>
                  <a:pt x="16790" y="11996"/>
                </a:lnTo>
                <a:lnTo>
                  <a:pt x="16473" y="11947"/>
                </a:lnTo>
                <a:lnTo>
                  <a:pt x="16181" y="11874"/>
                </a:lnTo>
                <a:lnTo>
                  <a:pt x="15622" y="11753"/>
                </a:lnTo>
                <a:lnTo>
                  <a:pt x="15354" y="11680"/>
                </a:lnTo>
                <a:lnTo>
                  <a:pt x="15062" y="11655"/>
                </a:lnTo>
                <a:lnTo>
                  <a:pt x="14405" y="11607"/>
                </a:lnTo>
                <a:lnTo>
                  <a:pt x="13724" y="11582"/>
                </a:lnTo>
                <a:lnTo>
                  <a:pt x="13067" y="11607"/>
                </a:lnTo>
                <a:lnTo>
                  <a:pt x="12385" y="11655"/>
                </a:lnTo>
                <a:lnTo>
                  <a:pt x="11850" y="11704"/>
                </a:lnTo>
                <a:lnTo>
                  <a:pt x="11315" y="11801"/>
                </a:lnTo>
                <a:lnTo>
                  <a:pt x="10780" y="11923"/>
                </a:lnTo>
                <a:lnTo>
                  <a:pt x="10269" y="12118"/>
                </a:lnTo>
                <a:lnTo>
                  <a:pt x="10025" y="12215"/>
                </a:lnTo>
                <a:lnTo>
                  <a:pt x="9733" y="12361"/>
                </a:lnTo>
                <a:lnTo>
                  <a:pt x="9417" y="12531"/>
                </a:lnTo>
                <a:lnTo>
                  <a:pt x="9149" y="12726"/>
                </a:lnTo>
                <a:lnTo>
                  <a:pt x="9101" y="11363"/>
                </a:lnTo>
                <a:lnTo>
                  <a:pt x="9052" y="10001"/>
                </a:lnTo>
                <a:lnTo>
                  <a:pt x="8979" y="8662"/>
                </a:lnTo>
                <a:lnTo>
                  <a:pt x="8955" y="7300"/>
                </a:lnTo>
                <a:lnTo>
                  <a:pt x="8955" y="5913"/>
                </a:lnTo>
                <a:lnTo>
                  <a:pt x="8930" y="4526"/>
                </a:lnTo>
                <a:lnTo>
                  <a:pt x="8930" y="3942"/>
                </a:lnTo>
                <a:lnTo>
                  <a:pt x="8930" y="3358"/>
                </a:lnTo>
                <a:lnTo>
                  <a:pt x="8930" y="2774"/>
                </a:lnTo>
                <a:lnTo>
                  <a:pt x="8930" y="2214"/>
                </a:lnTo>
                <a:lnTo>
                  <a:pt x="8930" y="2166"/>
                </a:lnTo>
                <a:lnTo>
                  <a:pt x="9222" y="2020"/>
                </a:lnTo>
                <a:lnTo>
                  <a:pt x="9490" y="1849"/>
                </a:lnTo>
                <a:lnTo>
                  <a:pt x="9758" y="1679"/>
                </a:lnTo>
                <a:lnTo>
                  <a:pt x="10001" y="1533"/>
                </a:lnTo>
                <a:lnTo>
                  <a:pt x="10877" y="1046"/>
                </a:lnTo>
                <a:lnTo>
                  <a:pt x="11339" y="827"/>
                </a:lnTo>
                <a:lnTo>
                  <a:pt x="11777" y="657"/>
                </a:lnTo>
                <a:lnTo>
                  <a:pt x="12069" y="560"/>
                </a:lnTo>
                <a:lnTo>
                  <a:pt x="12385" y="511"/>
                </a:lnTo>
                <a:lnTo>
                  <a:pt x="12702" y="487"/>
                </a:lnTo>
                <a:close/>
                <a:moveTo>
                  <a:pt x="12872" y="12093"/>
                </a:moveTo>
                <a:lnTo>
                  <a:pt x="12823" y="12166"/>
                </a:lnTo>
                <a:lnTo>
                  <a:pt x="12775" y="12264"/>
                </a:lnTo>
                <a:lnTo>
                  <a:pt x="12750" y="12361"/>
                </a:lnTo>
                <a:lnTo>
                  <a:pt x="12750" y="12458"/>
                </a:lnTo>
                <a:lnTo>
                  <a:pt x="12775" y="12677"/>
                </a:lnTo>
                <a:lnTo>
                  <a:pt x="12215" y="12726"/>
                </a:lnTo>
                <a:lnTo>
                  <a:pt x="12215" y="12702"/>
                </a:lnTo>
                <a:lnTo>
                  <a:pt x="12191" y="12629"/>
                </a:lnTo>
                <a:lnTo>
                  <a:pt x="12166" y="12580"/>
                </a:lnTo>
                <a:lnTo>
                  <a:pt x="12166" y="12434"/>
                </a:lnTo>
                <a:lnTo>
                  <a:pt x="12166" y="12191"/>
                </a:lnTo>
                <a:lnTo>
                  <a:pt x="12166" y="12166"/>
                </a:lnTo>
                <a:lnTo>
                  <a:pt x="12677" y="12118"/>
                </a:lnTo>
                <a:lnTo>
                  <a:pt x="12872" y="12093"/>
                </a:lnTo>
                <a:close/>
                <a:moveTo>
                  <a:pt x="14673" y="12093"/>
                </a:moveTo>
                <a:lnTo>
                  <a:pt x="15232" y="12166"/>
                </a:lnTo>
                <a:lnTo>
                  <a:pt x="15184" y="12239"/>
                </a:lnTo>
                <a:lnTo>
                  <a:pt x="15135" y="12312"/>
                </a:lnTo>
                <a:lnTo>
                  <a:pt x="15111" y="12410"/>
                </a:lnTo>
                <a:lnTo>
                  <a:pt x="15111" y="12483"/>
                </a:lnTo>
                <a:lnTo>
                  <a:pt x="15135" y="12629"/>
                </a:lnTo>
                <a:lnTo>
                  <a:pt x="15159" y="12775"/>
                </a:lnTo>
                <a:lnTo>
                  <a:pt x="15159" y="12775"/>
                </a:lnTo>
                <a:lnTo>
                  <a:pt x="14648" y="12702"/>
                </a:lnTo>
                <a:lnTo>
                  <a:pt x="14673" y="12410"/>
                </a:lnTo>
                <a:lnTo>
                  <a:pt x="14673" y="12239"/>
                </a:lnTo>
                <a:lnTo>
                  <a:pt x="14673" y="12093"/>
                </a:lnTo>
                <a:close/>
                <a:moveTo>
                  <a:pt x="6521" y="12458"/>
                </a:moveTo>
                <a:lnTo>
                  <a:pt x="6838" y="12580"/>
                </a:lnTo>
                <a:lnTo>
                  <a:pt x="6789" y="12702"/>
                </a:lnTo>
                <a:lnTo>
                  <a:pt x="6765" y="12848"/>
                </a:lnTo>
                <a:lnTo>
                  <a:pt x="6667" y="12799"/>
                </a:lnTo>
                <a:lnTo>
                  <a:pt x="6570" y="12629"/>
                </a:lnTo>
                <a:lnTo>
                  <a:pt x="6521" y="12458"/>
                </a:lnTo>
                <a:close/>
                <a:moveTo>
                  <a:pt x="2215" y="12239"/>
                </a:moveTo>
                <a:lnTo>
                  <a:pt x="2190" y="12361"/>
                </a:lnTo>
                <a:lnTo>
                  <a:pt x="2215" y="12507"/>
                </a:lnTo>
                <a:lnTo>
                  <a:pt x="2239" y="12629"/>
                </a:lnTo>
                <a:lnTo>
                  <a:pt x="2312" y="12750"/>
                </a:lnTo>
                <a:lnTo>
                  <a:pt x="2336" y="12775"/>
                </a:lnTo>
                <a:lnTo>
                  <a:pt x="1850" y="12872"/>
                </a:lnTo>
                <a:lnTo>
                  <a:pt x="1850" y="12604"/>
                </a:lnTo>
                <a:lnTo>
                  <a:pt x="1850" y="12312"/>
                </a:lnTo>
                <a:lnTo>
                  <a:pt x="2215" y="12239"/>
                </a:lnTo>
                <a:close/>
                <a:moveTo>
                  <a:pt x="11850" y="12191"/>
                </a:moveTo>
                <a:lnTo>
                  <a:pt x="11826" y="12385"/>
                </a:lnTo>
                <a:lnTo>
                  <a:pt x="11826" y="12580"/>
                </a:lnTo>
                <a:lnTo>
                  <a:pt x="11850" y="12775"/>
                </a:lnTo>
                <a:lnTo>
                  <a:pt x="11315" y="12848"/>
                </a:lnTo>
                <a:lnTo>
                  <a:pt x="11242" y="12872"/>
                </a:lnTo>
                <a:lnTo>
                  <a:pt x="11193" y="12823"/>
                </a:lnTo>
                <a:lnTo>
                  <a:pt x="11193" y="12775"/>
                </a:lnTo>
                <a:lnTo>
                  <a:pt x="11193" y="12580"/>
                </a:lnTo>
                <a:lnTo>
                  <a:pt x="11193" y="12410"/>
                </a:lnTo>
                <a:lnTo>
                  <a:pt x="11169" y="12337"/>
                </a:lnTo>
                <a:lnTo>
                  <a:pt x="11510" y="12239"/>
                </a:lnTo>
                <a:lnTo>
                  <a:pt x="11850" y="12191"/>
                </a:lnTo>
                <a:close/>
                <a:moveTo>
                  <a:pt x="4842" y="511"/>
                </a:moveTo>
                <a:lnTo>
                  <a:pt x="5183" y="535"/>
                </a:lnTo>
                <a:lnTo>
                  <a:pt x="5548" y="584"/>
                </a:lnTo>
                <a:lnTo>
                  <a:pt x="5889" y="657"/>
                </a:lnTo>
                <a:lnTo>
                  <a:pt x="6229" y="754"/>
                </a:lnTo>
                <a:lnTo>
                  <a:pt x="6546" y="876"/>
                </a:lnTo>
                <a:lnTo>
                  <a:pt x="6862" y="1022"/>
                </a:lnTo>
                <a:lnTo>
                  <a:pt x="7178" y="1168"/>
                </a:lnTo>
                <a:lnTo>
                  <a:pt x="7470" y="1363"/>
                </a:lnTo>
                <a:lnTo>
                  <a:pt x="7738" y="1557"/>
                </a:lnTo>
                <a:lnTo>
                  <a:pt x="8006" y="1801"/>
                </a:lnTo>
                <a:lnTo>
                  <a:pt x="8225" y="2044"/>
                </a:lnTo>
                <a:lnTo>
                  <a:pt x="8444" y="2287"/>
                </a:lnTo>
                <a:lnTo>
                  <a:pt x="8492" y="2360"/>
                </a:lnTo>
                <a:lnTo>
                  <a:pt x="8444" y="2847"/>
                </a:lnTo>
                <a:lnTo>
                  <a:pt x="8419" y="3358"/>
                </a:lnTo>
                <a:lnTo>
                  <a:pt x="8444" y="4331"/>
                </a:lnTo>
                <a:lnTo>
                  <a:pt x="8468" y="5718"/>
                </a:lnTo>
                <a:lnTo>
                  <a:pt x="8468" y="7105"/>
                </a:lnTo>
                <a:lnTo>
                  <a:pt x="8468" y="7835"/>
                </a:lnTo>
                <a:lnTo>
                  <a:pt x="8492" y="8565"/>
                </a:lnTo>
                <a:lnTo>
                  <a:pt x="8541" y="10049"/>
                </a:lnTo>
                <a:lnTo>
                  <a:pt x="8614" y="11509"/>
                </a:lnTo>
                <a:lnTo>
                  <a:pt x="8663" y="12969"/>
                </a:lnTo>
                <a:lnTo>
                  <a:pt x="8663" y="12969"/>
                </a:lnTo>
                <a:lnTo>
                  <a:pt x="7860" y="12507"/>
                </a:lnTo>
                <a:lnTo>
                  <a:pt x="7446" y="12288"/>
                </a:lnTo>
                <a:lnTo>
                  <a:pt x="7032" y="12069"/>
                </a:lnTo>
                <a:lnTo>
                  <a:pt x="6765" y="11947"/>
                </a:lnTo>
                <a:lnTo>
                  <a:pt x="6497" y="11850"/>
                </a:lnTo>
                <a:lnTo>
                  <a:pt x="6205" y="11777"/>
                </a:lnTo>
                <a:lnTo>
                  <a:pt x="5937" y="11704"/>
                </a:lnTo>
                <a:lnTo>
                  <a:pt x="5353" y="11607"/>
                </a:lnTo>
                <a:lnTo>
                  <a:pt x="4769" y="11534"/>
                </a:lnTo>
                <a:lnTo>
                  <a:pt x="3650" y="11534"/>
                </a:lnTo>
                <a:lnTo>
                  <a:pt x="3066" y="11558"/>
                </a:lnTo>
                <a:lnTo>
                  <a:pt x="2507" y="11631"/>
                </a:lnTo>
                <a:lnTo>
                  <a:pt x="2044" y="11704"/>
                </a:lnTo>
                <a:lnTo>
                  <a:pt x="1533" y="11801"/>
                </a:lnTo>
                <a:lnTo>
                  <a:pt x="1290" y="11874"/>
                </a:lnTo>
                <a:lnTo>
                  <a:pt x="1047" y="11947"/>
                </a:lnTo>
                <a:lnTo>
                  <a:pt x="828" y="12045"/>
                </a:lnTo>
                <a:lnTo>
                  <a:pt x="609" y="12166"/>
                </a:lnTo>
                <a:lnTo>
                  <a:pt x="609" y="12166"/>
                </a:lnTo>
                <a:lnTo>
                  <a:pt x="633" y="11972"/>
                </a:lnTo>
                <a:lnTo>
                  <a:pt x="657" y="11777"/>
                </a:lnTo>
                <a:lnTo>
                  <a:pt x="657" y="11485"/>
                </a:lnTo>
                <a:lnTo>
                  <a:pt x="584" y="10147"/>
                </a:lnTo>
                <a:lnTo>
                  <a:pt x="536" y="9490"/>
                </a:lnTo>
                <a:lnTo>
                  <a:pt x="536" y="8833"/>
                </a:lnTo>
                <a:lnTo>
                  <a:pt x="560" y="7908"/>
                </a:lnTo>
                <a:lnTo>
                  <a:pt x="609" y="7008"/>
                </a:lnTo>
                <a:lnTo>
                  <a:pt x="657" y="6083"/>
                </a:lnTo>
                <a:lnTo>
                  <a:pt x="657" y="5645"/>
                </a:lnTo>
                <a:lnTo>
                  <a:pt x="657" y="5183"/>
                </a:lnTo>
                <a:lnTo>
                  <a:pt x="609" y="4234"/>
                </a:lnTo>
                <a:lnTo>
                  <a:pt x="584" y="3309"/>
                </a:lnTo>
                <a:lnTo>
                  <a:pt x="584" y="2896"/>
                </a:lnTo>
                <a:lnTo>
                  <a:pt x="609" y="2506"/>
                </a:lnTo>
                <a:lnTo>
                  <a:pt x="657" y="1728"/>
                </a:lnTo>
                <a:lnTo>
                  <a:pt x="949" y="1582"/>
                </a:lnTo>
                <a:lnTo>
                  <a:pt x="1241" y="1460"/>
                </a:lnTo>
                <a:lnTo>
                  <a:pt x="1801" y="1241"/>
                </a:lnTo>
                <a:lnTo>
                  <a:pt x="2653" y="949"/>
                </a:lnTo>
                <a:lnTo>
                  <a:pt x="3504" y="681"/>
                </a:lnTo>
                <a:lnTo>
                  <a:pt x="3821" y="608"/>
                </a:lnTo>
                <a:lnTo>
                  <a:pt x="4161" y="535"/>
                </a:lnTo>
                <a:lnTo>
                  <a:pt x="4502" y="511"/>
                </a:lnTo>
                <a:close/>
                <a:moveTo>
                  <a:pt x="15354" y="12191"/>
                </a:moveTo>
                <a:lnTo>
                  <a:pt x="15646" y="12239"/>
                </a:lnTo>
                <a:lnTo>
                  <a:pt x="15938" y="12337"/>
                </a:lnTo>
                <a:lnTo>
                  <a:pt x="15889" y="12507"/>
                </a:lnTo>
                <a:lnTo>
                  <a:pt x="15889" y="12653"/>
                </a:lnTo>
                <a:lnTo>
                  <a:pt x="15889" y="12994"/>
                </a:lnTo>
                <a:lnTo>
                  <a:pt x="15524" y="12872"/>
                </a:lnTo>
                <a:lnTo>
                  <a:pt x="15500" y="12702"/>
                </a:lnTo>
                <a:lnTo>
                  <a:pt x="15427" y="12507"/>
                </a:lnTo>
                <a:lnTo>
                  <a:pt x="15378" y="12337"/>
                </a:lnTo>
                <a:lnTo>
                  <a:pt x="15330" y="12191"/>
                </a:lnTo>
                <a:close/>
                <a:moveTo>
                  <a:pt x="1509" y="12385"/>
                </a:moveTo>
                <a:lnTo>
                  <a:pt x="1460" y="12677"/>
                </a:lnTo>
                <a:lnTo>
                  <a:pt x="1436" y="12848"/>
                </a:lnTo>
                <a:lnTo>
                  <a:pt x="1460" y="13018"/>
                </a:lnTo>
                <a:lnTo>
                  <a:pt x="1290" y="13091"/>
                </a:lnTo>
                <a:lnTo>
                  <a:pt x="1290" y="12969"/>
                </a:lnTo>
                <a:lnTo>
                  <a:pt x="1290" y="12726"/>
                </a:lnTo>
                <a:lnTo>
                  <a:pt x="1266" y="12580"/>
                </a:lnTo>
                <a:lnTo>
                  <a:pt x="1241" y="12458"/>
                </a:lnTo>
                <a:lnTo>
                  <a:pt x="1509" y="12385"/>
                </a:lnTo>
                <a:close/>
                <a:moveTo>
                  <a:pt x="10926" y="12385"/>
                </a:moveTo>
                <a:lnTo>
                  <a:pt x="10877" y="12531"/>
                </a:lnTo>
                <a:lnTo>
                  <a:pt x="10828" y="12750"/>
                </a:lnTo>
                <a:lnTo>
                  <a:pt x="10804" y="12969"/>
                </a:lnTo>
                <a:lnTo>
                  <a:pt x="10366" y="13091"/>
                </a:lnTo>
                <a:lnTo>
                  <a:pt x="10366" y="12921"/>
                </a:lnTo>
                <a:lnTo>
                  <a:pt x="10366" y="12750"/>
                </a:lnTo>
                <a:lnTo>
                  <a:pt x="10366" y="12677"/>
                </a:lnTo>
                <a:lnTo>
                  <a:pt x="10342" y="12604"/>
                </a:lnTo>
                <a:lnTo>
                  <a:pt x="10536" y="12531"/>
                </a:lnTo>
                <a:lnTo>
                  <a:pt x="10926" y="12385"/>
                </a:lnTo>
                <a:close/>
                <a:moveTo>
                  <a:pt x="7105" y="12726"/>
                </a:moveTo>
                <a:lnTo>
                  <a:pt x="7641" y="13018"/>
                </a:lnTo>
                <a:lnTo>
                  <a:pt x="7616" y="13115"/>
                </a:lnTo>
                <a:lnTo>
                  <a:pt x="7616" y="13140"/>
                </a:lnTo>
                <a:lnTo>
                  <a:pt x="7397" y="13042"/>
                </a:lnTo>
                <a:lnTo>
                  <a:pt x="7178" y="12969"/>
                </a:lnTo>
                <a:lnTo>
                  <a:pt x="7130" y="12823"/>
                </a:lnTo>
                <a:lnTo>
                  <a:pt x="7105" y="12726"/>
                </a:lnTo>
                <a:close/>
                <a:moveTo>
                  <a:pt x="16181" y="12410"/>
                </a:moveTo>
                <a:lnTo>
                  <a:pt x="16303" y="12458"/>
                </a:lnTo>
                <a:lnTo>
                  <a:pt x="16254" y="12604"/>
                </a:lnTo>
                <a:lnTo>
                  <a:pt x="16230" y="12775"/>
                </a:lnTo>
                <a:lnTo>
                  <a:pt x="16206" y="13140"/>
                </a:lnTo>
                <a:lnTo>
                  <a:pt x="16157" y="13115"/>
                </a:lnTo>
                <a:lnTo>
                  <a:pt x="16206" y="13067"/>
                </a:lnTo>
                <a:lnTo>
                  <a:pt x="16206" y="12994"/>
                </a:lnTo>
                <a:lnTo>
                  <a:pt x="16181" y="12702"/>
                </a:lnTo>
                <a:lnTo>
                  <a:pt x="16181" y="12410"/>
                </a:lnTo>
                <a:close/>
                <a:moveTo>
                  <a:pt x="10025" y="12750"/>
                </a:moveTo>
                <a:lnTo>
                  <a:pt x="9977" y="12994"/>
                </a:lnTo>
                <a:lnTo>
                  <a:pt x="9928" y="13213"/>
                </a:lnTo>
                <a:lnTo>
                  <a:pt x="9928" y="13261"/>
                </a:lnTo>
                <a:lnTo>
                  <a:pt x="9563" y="13432"/>
                </a:lnTo>
                <a:lnTo>
                  <a:pt x="9563" y="13286"/>
                </a:lnTo>
                <a:lnTo>
                  <a:pt x="9563" y="13164"/>
                </a:lnTo>
                <a:lnTo>
                  <a:pt x="9539" y="13067"/>
                </a:lnTo>
                <a:lnTo>
                  <a:pt x="9539" y="13042"/>
                </a:lnTo>
                <a:lnTo>
                  <a:pt x="9563" y="13018"/>
                </a:lnTo>
                <a:lnTo>
                  <a:pt x="9782" y="12896"/>
                </a:lnTo>
                <a:lnTo>
                  <a:pt x="10025" y="12750"/>
                </a:lnTo>
                <a:close/>
                <a:moveTo>
                  <a:pt x="8030" y="13261"/>
                </a:moveTo>
                <a:lnTo>
                  <a:pt x="8322" y="13432"/>
                </a:lnTo>
                <a:lnTo>
                  <a:pt x="8614" y="13553"/>
                </a:lnTo>
                <a:lnTo>
                  <a:pt x="8565" y="13675"/>
                </a:lnTo>
                <a:lnTo>
                  <a:pt x="8541" y="13870"/>
                </a:lnTo>
                <a:lnTo>
                  <a:pt x="8419" y="13724"/>
                </a:lnTo>
                <a:lnTo>
                  <a:pt x="8298" y="13602"/>
                </a:lnTo>
                <a:lnTo>
                  <a:pt x="8030" y="13383"/>
                </a:lnTo>
                <a:lnTo>
                  <a:pt x="8030" y="13261"/>
                </a:lnTo>
                <a:close/>
                <a:moveTo>
                  <a:pt x="9247" y="13261"/>
                </a:moveTo>
                <a:lnTo>
                  <a:pt x="9247" y="13383"/>
                </a:lnTo>
                <a:lnTo>
                  <a:pt x="9271" y="13578"/>
                </a:lnTo>
                <a:lnTo>
                  <a:pt x="9052" y="13724"/>
                </a:lnTo>
                <a:lnTo>
                  <a:pt x="8857" y="13894"/>
                </a:lnTo>
                <a:lnTo>
                  <a:pt x="8857" y="13699"/>
                </a:lnTo>
                <a:lnTo>
                  <a:pt x="8857" y="13626"/>
                </a:lnTo>
                <a:lnTo>
                  <a:pt x="8930" y="13602"/>
                </a:lnTo>
                <a:lnTo>
                  <a:pt x="8979" y="13553"/>
                </a:lnTo>
                <a:lnTo>
                  <a:pt x="9052" y="13456"/>
                </a:lnTo>
                <a:lnTo>
                  <a:pt x="9101" y="13407"/>
                </a:lnTo>
                <a:lnTo>
                  <a:pt x="9149" y="13334"/>
                </a:lnTo>
                <a:lnTo>
                  <a:pt x="9247" y="13261"/>
                </a:lnTo>
                <a:close/>
                <a:moveTo>
                  <a:pt x="4550" y="0"/>
                </a:moveTo>
                <a:lnTo>
                  <a:pt x="4185" y="24"/>
                </a:lnTo>
                <a:lnTo>
                  <a:pt x="3845" y="49"/>
                </a:lnTo>
                <a:lnTo>
                  <a:pt x="3504" y="122"/>
                </a:lnTo>
                <a:lnTo>
                  <a:pt x="3042" y="243"/>
                </a:lnTo>
                <a:lnTo>
                  <a:pt x="2580" y="414"/>
                </a:lnTo>
                <a:lnTo>
                  <a:pt x="1679" y="754"/>
                </a:lnTo>
                <a:lnTo>
                  <a:pt x="1290" y="876"/>
                </a:lnTo>
                <a:lnTo>
                  <a:pt x="852" y="1046"/>
                </a:lnTo>
                <a:lnTo>
                  <a:pt x="633" y="1168"/>
                </a:lnTo>
                <a:lnTo>
                  <a:pt x="438" y="1290"/>
                </a:lnTo>
                <a:lnTo>
                  <a:pt x="292" y="1436"/>
                </a:lnTo>
                <a:lnTo>
                  <a:pt x="195" y="1606"/>
                </a:lnTo>
                <a:lnTo>
                  <a:pt x="171" y="1703"/>
                </a:lnTo>
                <a:lnTo>
                  <a:pt x="195" y="1801"/>
                </a:lnTo>
                <a:lnTo>
                  <a:pt x="122" y="2093"/>
                </a:lnTo>
                <a:lnTo>
                  <a:pt x="73" y="2409"/>
                </a:lnTo>
                <a:lnTo>
                  <a:pt x="49" y="2725"/>
                </a:lnTo>
                <a:lnTo>
                  <a:pt x="49" y="3066"/>
                </a:lnTo>
                <a:lnTo>
                  <a:pt x="73" y="3699"/>
                </a:lnTo>
                <a:lnTo>
                  <a:pt x="98" y="4331"/>
                </a:lnTo>
                <a:lnTo>
                  <a:pt x="122" y="5183"/>
                </a:lnTo>
                <a:lnTo>
                  <a:pt x="122" y="6034"/>
                </a:lnTo>
                <a:lnTo>
                  <a:pt x="98" y="6886"/>
                </a:lnTo>
                <a:lnTo>
                  <a:pt x="25" y="7738"/>
                </a:lnTo>
                <a:lnTo>
                  <a:pt x="0" y="8468"/>
                </a:lnTo>
                <a:lnTo>
                  <a:pt x="0" y="9198"/>
                </a:lnTo>
                <a:lnTo>
                  <a:pt x="0" y="9928"/>
                </a:lnTo>
                <a:lnTo>
                  <a:pt x="49" y="10633"/>
                </a:lnTo>
                <a:lnTo>
                  <a:pt x="122" y="11680"/>
                </a:lnTo>
                <a:lnTo>
                  <a:pt x="122" y="12045"/>
                </a:lnTo>
                <a:lnTo>
                  <a:pt x="122" y="12166"/>
                </a:lnTo>
                <a:lnTo>
                  <a:pt x="171" y="12264"/>
                </a:lnTo>
                <a:lnTo>
                  <a:pt x="195" y="12337"/>
                </a:lnTo>
                <a:lnTo>
                  <a:pt x="292" y="12385"/>
                </a:lnTo>
                <a:lnTo>
                  <a:pt x="341" y="12410"/>
                </a:lnTo>
                <a:lnTo>
                  <a:pt x="365" y="12507"/>
                </a:lnTo>
                <a:lnTo>
                  <a:pt x="414" y="12580"/>
                </a:lnTo>
                <a:lnTo>
                  <a:pt x="487" y="12629"/>
                </a:lnTo>
                <a:lnTo>
                  <a:pt x="584" y="12629"/>
                </a:lnTo>
                <a:lnTo>
                  <a:pt x="803" y="12580"/>
                </a:lnTo>
                <a:lnTo>
                  <a:pt x="803" y="12896"/>
                </a:lnTo>
                <a:lnTo>
                  <a:pt x="803" y="13188"/>
                </a:lnTo>
                <a:lnTo>
                  <a:pt x="828" y="13334"/>
                </a:lnTo>
                <a:lnTo>
                  <a:pt x="876" y="13480"/>
                </a:lnTo>
                <a:lnTo>
                  <a:pt x="925" y="13529"/>
                </a:lnTo>
                <a:lnTo>
                  <a:pt x="998" y="13578"/>
                </a:lnTo>
                <a:lnTo>
                  <a:pt x="1144" y="13578"/>
                </a:lnTo>
                <a:lnTo>
                  <a:pt x="1217" y="13553"/>
                </a:lnTo>
                <a:lnTo>
                  <a:pt x="1241" y="13529"/>
                </a:lnTo>
                <a:lnTo>
                  <a:pt x="1363" y="13529"/>
                </a:lnTo>
                <a:lnTo>
                  <a:pt x="1485" y="13505"/>
                </a:lnTo>
                <a:lnTo>
                  <a:pt x="1704" y="13432"/>
                </a:lnTo>
                <a:lnTo>
                  <a:pt x="2142" y="13310"/>
                </a:lnTo>
                <a:lnTo>
                  <a:pt x="2604" y="13213"/>
                </a:lnTo>
                <a:lnTo>
                  <a:pt x="3188" y="13140"/>
                </a:lnTo>
                <a:lnTo>
                  <a:pt x="3772" y="13091"/>
                </a:lnTo>
                <a:lnTo>
                  <a:pt x="4356" y="13067"/>
                </a:lnTo>
                <a:lnTo>
                  <a:pt x="4940" y="13091"/>
                </a:lnTo>
                <a:lnTo>
                  <a:pt x="5402" y="13115"/>
                </a:lnTo>
                <a:lnTo>
                  <a:pt x="5937" y="13164"/>
                </a:lnTo>
                <a:lnTo>
                  <a:pt x="6473" y="13261"/>
                </a:lnTo>
                <a:lnTo>
                  <a:pt x="6740" y="13334"/>
                </a:lnTo>
                <a:lnTo>
                  <a:pt x="7008" y="13407"/>
                </a:lnTo>
                <a:lnTo>
                  <a:pt x="7251" y="13505"/>
                </a:lnTo>
                <a:lnTo>
                  <a:pt x="7495" y="13626"/>
                </a:lnTo>
                <a:lnTo>
                  <a:pt x="7714" y="13772"/>
                </a:lnTo>
                <a:lnTo>
                  <a:pt x="7908" y="13918"/>
                </a:lnTo>
                <a:lnTo>
                  <a:pt x="8079" y="14088"/>
                </a:lnTo>
                <a:lnTo>
                  <a:pt x="8225" y="14307"/>
                </a:lnTo>
                <a:lnTo>
                  <a:pt x="8322" y="14526"/>
                </a:lnTo>
                <a:lnTo>
                  <a:pt x="8371" y="14794"/>
                </a:lnTo>
                <a:lnTo>
                  <a:pt x="8419" y="14891"/>
                </a:lnTo>
                <a:lnTo>
                  <a:pt x="8468" y="14940"/>
                </a:lnTo>
                <a:lnTo>
                  <a:pt x="8565" y="14964"/>
                </a:lnTo>
                <a:lnTo>
                  <a:pt x="8638" y="14964"/>
                </a:lnTo>
                <a:lnTo>
                  <a:pt x="8736" y="14916"/>
                </a:lnTo>
                <a:lnTo>
                  <a:pt x="8809" y="14843"/>
                </a:lnTo>
                <a:lnTo>
                  <a:pt x="8857" y="14770"/>
                </a:lnTo>
                <a:lnTo>
                  <a:pt x="8857" y="14648"/>
                </a:lnTo>
                <a:lnTo>
                  <a:pt x="8833" y="14599"/>
                </a:lnTo>
                <a:lnTo>
                  <a:pt x="9052" y="14332"/>
                </a:lnTo>
                <a:lnTo>
                  <a:pt x="9247" y="14113"/>
                </a:lnTo>
                <a:lnTo>
                  <a:pt x="9514" y="13943"/>
                </a:lnTo>
                <a:lnTo>
                  <a:pt x="9806" y="13772"/>
                </a:lnTo>
                <a:lnTo>
                  <a:pt x="10220" y="13602"/>
                </a:lnTo>
                <a:lnTo>
                  <a:pt x="10658" y="13456"/>
                </a:lnTo>
                <a:lnTo>
                  <a:pt x="11096" y="13334"/>
                </a:lnTo>
                <a:lnTo>
                  <a:pt x="11534" y="13261"/>
                </a:lnTo>
                <a:lnTo>
                  <a:pt x="12045" y="13188"/>
                </a:lnTo>
                <a:lnTo>
                  <a:pt x="12580" y="13140"/>
                </a:lnTo>
                <a:lnTo>
                  <a:pt x="13626" y="13091"/>
                </a:lnTo>
                <a:lnTo>
                  <a:pt x="13967" y="13091"/>
                </a:lnTo>
                <a:lnTo>
                  <a:pt x="14308" y="13115"/>
                </a:lnTo>
                <a:lnTo>
                  <a:pt x="14648" y="13140"/>
                </a:lnTo>
                <a:lnTo>
                  <a:pt x="14965" y="13188"/>
                </a:lnTo>
                <a:lnTo>
                  <a:pt x="15305" y="13261"/>
                </a:lnTo>
                <a:lnTo>
                  <a:pt x="15622" y="13359"/>
                </a:lnTo>
                <a:lnTo>
                  <a:pt x="15938" y="13480"/>
                </a:lnTo>
                <a:lnTo>
                  <a:pt x="16254" y="13651"/>
                </a:lnTo>
                <a:lnTo>
                  <a:pt x="16303" y="13675"/>
                </a:lnTo>
                <a:lnTo>
                  <a:pt x="16376" y="13675"/>
                </a:lnTo>
                <a:lnTo>
                  <a:pt x="16425" y="13651"/>
                </a:lnTo>
                <a:lnTo>
                  <a:pt x="16473" y="13626"/>
                </a:lnTo>
                <a:lnTo>
                  <a:pt x="16522" y="13578"/>
                </a:lnTo>
                <a:lnTo>
                  <a:pt x="16546" y="13529"/>
                </a:lnTo>
                <a:lnTo>
                  <a:pt x="16571" y="13456"/>
                </a:lnTo>
                <a:lnTo>
                  <a:pt x="16571" y="13407"/>
                </a:lnTo>
                <a:lnTo>
                  <a:pt x="16595" y="13310"/>
                </a:lnTo>
                <a:lnTo>
                  <a:pt x="16595" y="12921"/>
                </a:lnTo>
                <a:lnTo>
                  <a:pt x="16571" y="12531"/>
                </a:lnTo>
                <a:lnTo>
                  <a:pt x="16765" y="12556"/>
                </a:lnTo>
                <a:lnTo>
                  <a:pt x="16911" y="12556"/>
                </a:lnTo>
                <a:lnTo>
                  <a:pt x="17082" y="12531"/>
                </a:lnTo>
                <a:lnTo>
                  <a:pt x="17228" y="12483"/>
                </a:lnTo>
                <a:lnTo>
                  <a:pt x="17301" y="12458"/>
                </a:lnTo>
                <a:lnTo>
                  <a:pt x="17325" y="12410"/>
                </a:lnTo>
                <a:lnTo>
                  <a:pt x="17374" y="12361"/>
                </a:lnTo>
                <a:lnTo>
                  <a:pt x="17374" y="12312"/>
                </a:lnTo>
                <a:lnTo>
                  <a:pt x="17398" y="12264"/>
                </a:lnTo>
                <a:lnTo>
                  <a:pt x="17374" y="12191"/>
                </a:lnTo>
                <a:lnTo>
                  <a:pt x="17349" y="12142"/>
                </a:lnTo>
                <a:lnTo>
                  <a:pt x="17301" y="12118"/>
                </a:lnTo>
                <a:lnTo>
                  <a:pt x="17325" y="11972"/>
                </a:lnTo>
                <a:lnTo>
                  <a:pt x="17349" y="11826"/>
                </a:lnTo>
                <a:lnTo>
                  <a:pt x="17349" y="11558"/>
                </a:lnTo>
                <a:lnTo>
                  <a:pt x="17325" y="10998"/>
                </a:lnTo>
                <a:lnTo>
                  <a:pt x="17301" y="8881"/>
                </a:lnTo>
                <a:lnTo>
                  <a:pt x="17301" y="7178"/>
                </a:lnTo>
                <a:lnTo>
                  <a:pt x="17301" y="6326"/>
                </a:lnTo>
                <a:lnTo>
                  <a:pt x="17349" y="5475"/>
                </a:lnTo>
                <a:lnTo>
                  <a:pt x="17374" y="4380"/>
                </a:lnTo>
                <a:lnTo>
                  <a:pt x="17374" y="3820"/>
                </a:lnTo>
                <a:lnTo>
                  <a:pt x="17374" y="3285"/>
                </a:lnTo>
                <a:lnTo>
                  <a:pt x="17349" y="2920"/>
                </a:lnTo>
                <a:lnTo>
                  <a:pt x="17325" y="2531"/>
                </a:lnTo>
                <a:lnTo>
                  <a:pt x="17301" y="2336"/>
                </a:lnTo>
                <a:lnTo>
                  <a:pt x="17276" y="2141"/>
                </a:lnTo>
                <a:lnTo>
                  <a:pt x="17228" y="1971"/>
                </a:lnTo>
                <a:lnTo>
                  <a:pt x="17130" y="1801"/>
                </a:lnTo>
                <a:lnTo>
                  <a:pt x="17179" y="1728"/>
                </a:lnTo>
                <a:lnTo>
                  <a:pt x="17203" y="1630"/>
                </a:lnTo>
                <a:lnTo>
                  <a:pt x="17203" y="1557"/>
                </a:lnTo>
                <a:lnTo>
                  <a:pt x="17155" y="1460"/>
                </a:lnTo>
                <a:lnTo>
                  <a:pt x="16911" y="1217"/>
                </a:lnTo>
                <a:lnTo>
                  <a:pt x="16644" y="998"/>
                </a:lnTo>
                <a:lnTo>
                  <a:pt x="16352" y="803"/>
                </a:lnTo>
                <a:lnTo>
                  <a:pt x="16035" y="633"/>
                </a:lnTo>
                <a:lnTo>
                  <a:pt x="15719" y="487"/>
                </a:lnTo>
                <a:lnTo>
                  <a:pt x="15378" y="365"/>
                </a:lnTo>
                <a:lnTo>
                  <a:pt x="15038" y="268"/>
                </a:lnTo>
                <a:lnTo>
                  <a:pt x="14697" y="195"/>
                </a:lnTo>
                <a:lnTo>
                  <a:pt x="14356" y="146"/>
                </a:lnTo>
                <a:lnTo>
                  <a:pt x="14016" y="97"/>
                </a:lnTo>
                <a:lnTo>
                  <a:pt x="13626" y="49"/>
                </a:lnTo>
                <a:lnTo>
                  <a:pt x="13261" y="24"/>
                </a:lnTo>
                <a:lnTo>
                  <a:pt x="12896" y="24"/>
                </a:lnTo>
                <a:lnTo>
                  <a:pt x="12531" y="49"/>
                </a:lnTo>
                <a:lnTo>
                  <a:pt x="12166" y="97"/>
                </a:lnTo>
                <a:lnTo>
                  <a:pt x="11826" y="170"/>
                </a:lnTo>
                <a:lnTo>
                  <a:pt x="11583" y="243"/>
                </a:lnTo>
                <a:lnTo>
                  <a:pt x="11339" y="316"/>
                </a:lnTo>
                <a:lnTo>
                  <a:pt x="10877" y="560"/>
                </a:lnTo>
                <a:lnTo>
                  <a:pt x="10415" y="803"/>
                </a:lnTo>
                <a:lnTo>
                  <a:pt x="9977" y="1046"/>
                </a:lnTo>
                <a:lnTo>
                  <a:pt x="9441" y="1338"/>
                </a:lnTo>
                <a:lnTo>
                  <a:pt x="9125" y="1509"/>
                </a:lnTo>
                <a:lnTo>
                  <a:pt x="8857" y="1703"/>
                </a:lnTo>
                <a:lnTo>
                  <a:pt x="8809" y="1679"/>
                </a:lnTo>
                <a:lnTo>
                  <a:pt x="8687" y="1679"/>
                </a:lnTo>
                <a:lnTo>
                  <a:pt x="8638" y="1728"/>
                </a:lnTo>
                <a:lnTo>
                  <a:pt x="8419" y="1460"/>
                </a:lnTo>
                <a:lnTo>
                  <a:pt x="8152" y="1217"/>
                </a:lnTo>
                <a:lnTo>
                  <a:pt x="7884" y="1022"/>
                </a:lnTo>
                <a:lnTo>
                  <a:pt x="7592" y="803"/>
                </a:lnTo>
                <a:lnTo>
                  <a:pt x="7276" y="633"/>
                </a:lnTo>
                <a:lnTo>
                  <a:pt x="6959" y="487"/>
                </a:lnTo>
                <a:lnTo>
                  <a:pt x="6643" y="341"/>
                </a:lnTo>
                <a:lnTo>
                  <a:pt x="6302" y="243"/>
                </a:lnTo>
                <a:lnTo>
                  <a:pt x="5962" y="146"/>
                </a:lnTo>
                <a:lnTo>
                  <a:pt x="5597" y="73"/>
                </a:lnTo>
                <a:lnTo>
                  <a:pt x="5256" y="24"/>
                </a:lnTo>
                <a:lnTo>
                  <a:pt x="4891"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03" name="Google Shape;803;p39"/>
          <p:cNvSpPr/>
          <p:nvPr/>
        </p:nvSpPr>
        <p:spPr>
          <a:xfrm>
            <a:off x="2034402" y="901041"/>
            <a:ext cx="379709" cy="384495"/>
          </a:xfrm>
          <a:custGeom>
            <a:avLst/>
            <a:gdLst/>
            <a:ahLst/>
            <a:cxnLst/>
            <a:rect l="l" t="t" r="r" b="b"/>
            <a:pathLst>
              <a:path w="17374" h="17593" extrusionOk="0">
                <a:moveTo>
                  <a:pt x="13894" y="3310"/>
                </a:moveTo>
                <a:lnTo>
                  <a:pt x="14040" y="3334"/>
                </a:lnTo>
                <a:lnTo>
                  <a:pt x="14113" y="3358"/>
                </a:lnTo>
                <a:lnTo>
                  <a:pt x="14186" y="3407"/>
                </a:lnTo>
                <a:lnTo>
                  <a:pt x="14235" y="3456"/>
                </a:lnTo>
                <a:lnTo>
                  <a:pt x="14308" y="3529"/>
                </a:lnTo>
                <a:lnTo>
                  <a:pt x="14381" y="3675"/>
                </a:lnTo>
                <a:lnTo>
                  <a:pt x="14405" y="3821"/>
                </a:lnTo>
                <a:lnTo>
                  <a:pt x="14429" y="3967"/>
                </a:lnTo>
                <a:lnTo>
                  <a:pt x="14429" y="4137"/>
                </a:lnTo>
                <a:lnTo>
                  <a:pt x="14405" y="4283"/>
                </a:lnTo>
                <a:lnTo>
                  <a:pt x="14356" y="4429"/>
                </a:lnTo>
                <a:lnTo>
                  <a:pt x="14283" y="4575"/>
                </a:lnTo>
                <a:lnTo>
                  <a:pt x="14210" y="4697"/>
                </a:lnTo>
                <a:lnTo>
                  <a:pt x="14137" y="4770"/>
                </a:lnTo>
                <a:lnTo>
                  <a:pt x="14064" y="4843"/>
                </a:lnTo>
                <a:lnTo>
                  <a:pt x="13967" y="4891"/>
                </a:lnTo>
                <a:lnTo>
                  <a:pt x="13870" y="4916"/>
                </a:lnTo>
                <a:lnTo>
                  <a:pt x="13651" y="4940"/>
                </a:lnTo>
                <a:lnTo>
                  <a:pt x="13432" y="4916"/>
                </a:lnTo>
                <a:lnTo>
                  <a:pt x="13237" y="4843"/>
                </a:lnTo>
                <a:lnTo>
                  <a:pt x="13042" y="4745"/>
                </a:lnTo>
                <a:lnTo>
                  <a:pt x="12872" y="4599"/>
                </a:lnTo>
                <a:lnTo>
                  <a:pt x="12823" y="4502"/>
                </a:lnTo>
                <a:lnTo>
                  <a:pt x="12775" y="4429"/>
                </a:lnTo>
                <a:lnTo>
                  <a:pt x="12750" y="4307"/>
                </a:lnTo>
                <a:lnTo>
                  <a:pt x="12750" y="4186"/>
                </a:lnTo>
                <a:lnTo>
                  <a:pt x="12750" y="4088"/>
                </a:lnTo>
                <a:lnTo>
                  <a:pt x="12799" y="3967"/>
                </a:lnTo>
                <a:lnTo>
                  <a:pt x="12921" y="3772"/>
                </a:lnTo>
                <a:lnTo>
                  <a:pt x="13067" y="3602"/>
                </a:lnTo>
                <a:lnTo>
                  <a:pt x="13164" y="3504"/>
                </a:lnTo>
                <a:lnTo>
                  <a:pt x="13310" y="3480"/>
                </a:lnTo>
                <a:lnTo>
                  <a:pt x="13456" y="3456"/>
                </a:lnTo>
                <a:lnTo>
                  <a:pt x="13748" y="3358"/>
                </a:lnTo>
                <a:lnTo>
                  <a:pt x="13894" y="3310"/>
                </a:lnTo>
                <a:close/>
                <a:moveTo>
                  <a:pt x="13991" y="2847"/>
                </a:moveTo>
                <a:lnTo>
                  <a:pt x="13748" y="2872"/>
                </a:lnTo>
                <a:lnTo>
                  <a:pt x="13480" y="2896"/>
                </a:lnTo>
                <a:lnTo>
                  <a:pt x="13310" y="2945"/>
                </a:lnTo>
                <a:lnTo>
                  <a:pt x="13140" y="3018"/>
                </a:lnTo>
                <a:lnTo>
                  <a:pt x="12994" y="3115"/>
                </a:lnTo>
                <a:lnTo>
                  <a:pt x="12872" y="3212"/>
                </a:lnTo>
                <a:lnTo>
                  <a:pt x="12750" y="3334"/>
                </a:lnTo>
                <a:lnTo>
                  <a:pt x="12629" y="3456"/>
                </a:lnTo>
                <a:lnTo>
                  <a:pt x="12531" y="3577"/>
                </a:lnTo>
                <a:lnTo>
                  <a:pt x="12458" y="3723"/>
                </a:lnTo>
                <a:lnTo>
                  <a:pt x="12385" y="3869"/>
                </a:lnTo>
                <a:lnTo>
                  <a:pt x="12337" y="4040"/>
                </a:lnTo>
                <a:lnTo>
                  <a:pt x="12312" y="4186"/>
                </a:lnTo>
                <a:lnTo>
                  <a:pt x="12312" y="4356"/>
                </a:lnTo>
                <a:lnTo>
                  <a:pt x="12361" y="4526"/>
                </a:lnTo>
                <a:lnTo>
                  <a:pt x="12410" y="4672"/>
                </a:lnTo>
                <a:lnTo>
                  <a:pt x="12507" y="4794"/>
                </a:lnTo>
                <a:lnTo>
                  <a:pt x="12604" y="4916"/>
                </a:lnTo>
                <a:lnTo>
                  <a:pt x="12726" y="5037"/>
                </a:lnTo>
                <a:lnTo>
                  <a:pt x="12848" y="5135"/>
                </a:lnTo>
                <a:lnTo>
                  <a:pt x="12994" y="5208"/>
                </a:lnTo>
                <a:lnTo>
                  <a:pt x="13140" y="5281"/>
                </a:lnTo>
                <a:lnTo>
                  <a:pt x="13310" y="5329"/>
                </a:lnTo>
                <a:lnTo>
                  <a:pt x="13480" y="5354"/>
                </a:lnTo>
                <a:lnTo>
                  <a:pt x="13626" y="5378"/>
                </a:lnTo>
                <a:lnTo>
                  <a:pt x="13797" y="5378"/>
                </a:lnTo>
                <a:lnTo>
                  <a:pt x="13967" y="5354"/>
                </a:lnTo>
                <a:lnTo>
                  <a:pt x="14113" y="5305"/>
                </a:lnTo>
                <a:lnTo>
                  <a:pt x="14259" y="5256"/>
                </a:lnTo>
                <a:lnTo>
                  <a:pt x="14381" y="5159"/>
                </a:lnTo>
                <a:lnTo>
                  <a:pt x="14551" y="4989"/>
                </a:lnTo>
                <a:lnTo>
                  <a:pt x="14697" y="4794"/>
                </a:lnTo>
                <a:lnTo>
                  <a:pt x="14794" y="4575"/>
                </a:lnTo>
                <a:lnTo>
                  <a:pt x="14867" y="4332"/>
                </a:lnTo>
                <a:lnTo>
                  <a:pt x="14892" y="4088"/>
                </a:lnTo>
                <a:lnTo>
                  <a:pt x="14867" y="3845"/>
                </a:lnTo>
                <a:lnTo>
                  <a:pt x="14819" y="3602"/>
                </a:lnTo>
                <a:lnTo>
                  <a:pt x="14746" y="3383"/>
                </a:lnTo>
                <a:lnTo>
                  <a:pt x="14673" y="3261"/>
                </a:lnTo>
                <a:lnTo>
                  <a:pt x="14600" y="3164"/>
                </a:lnTo>
                <a:lnTo>
                  <a:pt x="14527" y="3091"/>
                </a:lnTo>
                <a:lnTo>
                  <a:pt x="14429" y="3018"/>
                </a:lnTo>
                <a:lnTo>
                  <a:pt x="14332" y="2969"/>
                </a:lnTo>
                <a:lnTo>
                  <a:pt x="14210" y="2920"/>
                </a:lnTo>
                <a:lnTo>
                  <a:pt x="14113" y="2872"/>
                </a:lnTo>
                <a:lnTo>
                  <a:pt x="13991" y="2847"/>
                </a:lnTo>
                <a:close/>
                <a:moveTo>
                  <a:pt x="12288" y="560"/>
                </a:moveTo>
                <a:lnTo>
                  <a:pt x="12775" y="584"/>
                </a:lnTo>
                <a:lnTo>
                  <a:pt x="13529" y="633"/>
                </a:lnTo>
                <a:lnTo>
                  <a:pt x="14283" y="682"/>
                </a:lnTo>
                <a:lnTo>
                  <a:pt x="14721" y="682"/>
                </a:lnTo>
                <a:lnTo>
                  <a:pt x="15159" y="730"/>
                </a:lnTo>
                <a:lnTo>
                  <a:pt x="15573" y="803"/>
                </a:lnTo>
                <a:lnTo>
                  <a:pt x="15792" y="852"/>
                </a:lnTo>
                <a:lnTo>
                  <a:pt x="15987" y="925"/>
                </a:lnTo>
                <a:lnTo>
                  <a:pt x="16133" y="998"/>
                </a:lnTo>
                <a:lnTo>
                  <a:pt x="16279" y="1095"/>
                </a:lnTo>
                <a:lnTo>
                  <a:pt x="16400" y="1193"/>
                </a:lnTo>
                <a:lnTo>
                  <a:pt x="16498" y="1314"/>
                </a:lnTo>
                <a:lnTo>
                  <a:pt x="16571" y="1436"/>
                </a:lnTo>
                <a:lnTo>
                  <a:pt x="16644" y="1582"/>
                </a:lnTo>
                <a:lnTo>
                  <a:pt x="16741" y="1898"/>
                </a:lnTo>
                <a:lnTo>
                  <a:pt x="16668" y="1923"/>
                </a:lnTo>
                <a:lnTo>
                  <a:pt x="16595" y="1996"/>
                </a:lnTo>
                <a:lnTo>
                  <a:pt x="16546" y="2093"/>
                </a:lnTo>
                <a:lnTo>
                  <a:pt x="16546" y="2117"/>
                </a:lnTo>
                <a:lnTo>
                  <a:pt x="16571" y="2166"/>
                </a:lnTo>
                <a:lnTo>
                  <a:pt x="16595" y="2215"/>
                </a:lnTo>
                <a:lnTo>
                  <a:pt x="16644" y="2239"/>
                </a:lnTo>
                <a:lnTo>
                  <a:pt x="16692" y="2263"/>
                </a:lnTo>
                <a:lnTo>
                  <a:pt x="16741" y="2239"/>
                </a:lnTo>
                <a:lnTo>
                  <a:pt x="16814" y="2239"/>
                </a:lnTo>
                <a:lnTo>
                  <a:pt x="16838" y="2507"/>
                </a:lnTo>
                <a:lnTo>
                  <a:pt x="16765" y="2531"/>
                </a:lnTo>
                <a:lnTo>
                  <a:pt x="16692" y="2531"/>
                </a:lnTo>
                <a:lnTo>
                  <a:pt x="16644" y="2580"/>
                </a:lnTo>
                <a:lnTo>
                  <a:pt x="16595" y="2628"/>
                </a:lnTo>
                <a:lnTo>
                  <a:pt x="16595" y="2653"/>
                </a:lnTo>
                <a:lnTo>
                  <a:pt x="16571" y="2701"/>
                </a:lnTo>
                <a:lnTo>
                  <a:pt x="16571" y="2726"/>
                </a:lnTo>
                <a:lnTo>
                  <a:pt x="16571" y="2774"/>
                </a:lnTo>
                <a:lnTo>
                  <a:pt x="16595" y="2823"/>
                </a:lnTo>
                <a:lnTo>
                  <a:pt x="16644" y="2847"/>
                </a:lnTo>
                <a:lnTo>
                  <a:pt x="16692" y="2872"/>
                </a:lnTo>
                <a:lnTo>
                  <a:pt x="16765" y="2896"/>
                </a:lnTo>
                <a:lnTo>
                  <a:pt x="16838" y="2896"/>
                </a:lnTo>
                <a:lnTo>
                  <a:pt x="16814" y="3237"/>
                </a:lnTo>
                <a:lnTo>
                  <a:pt x="16692" y="3261"/>
                </a:lnTo>
                <a:lnTo>
                  <a:pt x="16571" y="3310"/>
                </a:lnTo>
                <a:lnTo>
                  <a:pt x="16522" y="3358"/>
                </a:lnTo>
                <a:lnTo>
                  <a:pt x="16498" y="3431"/>
                </a:lnTo>
                <a:lnTo>
                  <a:pt x="16522" y="3504"/>
                </a:lnTo>
                <a:lnTo>
                  <a:pt x="16571" y="3553"/>
                </a:lnTo>
                <a:lnTo>
                  <a:pt x="16668" y="3602"/>
                </a:lnTo>
                <a:lnTo>
                  <a:pt x="16790" y="3626"/>
                </a:lnTo>
                <a:lnTo>
                  <a:pt x="16765" y="3869"/>
                </a:lnTo>
                <a:lnTo>
                  <a:pt x="16741" y="3869"/>
                </a:lnTo>
                <a:lnTo>
                  <a:pt x="16619" y="3894"/>
                </a:lnTo>
                <a:lnTo>
                  <a:pt x="16522" y="3942"/>
                </a:lnTo>
                <a:lnTo>
                  <a:pt x="16473" y="3967"/>
                </a:lnTo>
                <a:lnTo>
                  <a:pt x="16449" y="4015"/>
                </a:lnTo>
                <a:lnTo>
                  <a:pt x="16449" y="4064"/>
                </a:lnTo>
                <a:lnTo>
                  <a:pt x="16449" y="4113"/>
                </a:lnTo>
                <a:lnTo>
                  <a:pt x="16498" y="4161"/>
                </a:lnTo>
                <a:lnTo>
                  <a:pt x="16571" y="4186"/>
                </a:lnTo>
                <a:lnTo>
                  <a:pt x="16692" y="4210"/>
                </a:lnTo>
                <a:lnTo>
                  <a:pt x="16765" y="4234"/>
                </a:lnTo>
                <a:lnTo>
                  <a:pt x="16765" y="4307"/>
                </a:lnTo>
                <a:lnTo>
                  <a:pt x="16765" y="4575"/>
                </a:lnTo>
                <a:lnTo>
                  <a:pt x="16668" y="4526"/>
                </a:lnTo>
                <a:lnTo>
                  <a:pt x="16498" y="4526"/>
                </a:lnTo>
                <a:lnTo>
                  <a:pt x="16449" y="4575"/>
                </a:lnTo>
                <a:lnTo>
                  <a:pt x="16425" y="4624"/>
                </a:lnTo>
                <a:lnTo>
                  <a:pt x="16425" y="4672"/>
                </a:lnTo>
                <a:lnTo>
                  <a:pt x="16449" y="4745"/>
                </a:lnTo>
                <a:lnTo>
                  <a:pt x="16498" y="4818"/>
                </a:lnTo>
                <a:lnTo>
                  <a:pt x="16619" y="4916"/>
                </a:lnTo>
                <a:lnTo>
                  <a:pt x="16765" y="5013"/>
                </a:lnTo>
                <a:lnTo>
                  <a:pt x="16790" y="5451"/>
                </a:lnTo>
                <a:lnTo>
                  <a:pt x="16692" y="5402"/>
                </a:lnTo>
                <a:lnTo>
                  <a:pt x="16595" y="5378"/>
                </a:lnTo>
                <a:lnTo>
                  <a:pt x="16498" y="5354"/>
                </a:lnTo>
                <a:lnTo>
                  <a:pt x="16400" y="5378"/>
                </a:lnTo>
                <a:lnTo>
                  <a:pt x="16303" y="5402"/>
                </a:lnTo>
                <a:lnTo>
                  <a:pt x="16279" y="5427"/>
                </a:lnTo>
                <a:lnTo>
                  <a:pt x="16254" y="5451"/>
                </a:lnTo>
                <a:lnTo>
                  <a:pt x="16279" y="5524"/>
                </a:lnTo>
                <a:lnTo>
                  <a:pt x="16327" y="5621"/>
                </a:lnTo>
                <a:lnTo>
                  <a:pt x="16376" y="5670"/>
                </a:lnTo>
                <a:lnTo>
                  <a:pt x="16546" y="5792"/>
                </a:lnTo>
                <a:lnTo>
                  <a:pt x="16790" y="5938"/>
                </a:lnTo>
                <a:lnTo>
                  <a:pt x="16790" y="6278"/>
                </a:lnTo>
                <a:lnTo>
                  <a:pt x="16765" y="6619"/>
                </a:lnTo>
                <a:lnTo>
                  <a:pt x="16692" y="6546"/>
                </a:lnTo>
                <a:lnTo>
                  <a:pt x="16473" y="6327"/>
                </a:lnTo>
                <a:lnTo>
                  <a:pt x="16352" y="6254"/>
                </a:lnTo>
                <a:lnTo>
                  <a:pt x="16230" y="6181"/>
                </a:lnTo>
                <a:lnTo>
                  <a:pt x="16181" y="6157"/>
                </a:lnTo>
                <a:lnTo>
                  <a:pt x="16157" y="6181"/>
                </a:lnTo>
                <a:lnTo>
                  <a:pt x="16133" y="6230"/>
                </a:lnTo>
                <a:lnTo>
                  <a:pt x="16133" y="6278"/>
                </a:lnTo>
                <a:lnTo>
                  <a:pt x="16181" y="6449"/>
                </a:lnTo>
                <a:lnTo>
                  <a:pt x="16254" y="6595"/>
                </a:lnTo>
                <a:lnTo>
                  <a:pt x="16352" y="6765"/>
                </a:lnTo>
                <a:lnTo>
                  <a:pt x="16473" y="6887"/>
                </a:lnTo>
                <a:lnTo>
                  <a:pt x="16571" y="6984"/>
                </a:lnTo>
                <a:lnTo>
                  <a:pt x="16717" y="7057"/>
                </a:lnTo>
                <a:lnTo>
                  <a:pt x="16619" y="7471"/>
                </a:lnTo>
                <a:lnTo>
                  <a:pt x="16546" y="7714"/>
                </a:lnTo>
                <a:lnTo>
                  <a:pt x="16449" y="7665"/>
                </a:lnTo>
                <a:lnTo>
                  <a:pt x="16376" y="7616"/>
                </a:lnTo>
                <a:lnTo>
                  <a:pt x="16254" y="7471"/>
                </a:lnTo>
                <a:lnTo>
                  <a:pt x="16133" y="7349"/>
                </a:lnTo>
                <a:lnTo>
                  <a:pt x="16035" y="7227"/>
                </a:lnTo>
                <a:lnTo>
                  <a:pt x="15962" y="7179"/>
                </a:lnTo>
                <a:lnTo>
                  <a:pt x="15889" y="7130"/>
                </a:lnTo>
                <a:lnTo>
                  <a:pt x="15816" y="7130"/>
                </a:lnTo>
                <a:lnTo>
                  <a:pt x="15768" y="7203"/>
                </a:lnTo>
                <a:lnTo>
                  <a:pt x="15768" y="7276"/>
                </a:lnTo>
                <a:lnTo>
                  <a:pt x="15768" y="7349"/>
                </a:lnTo>
                <a:lnTo>
                  <a:pt x="15816" y="7495"/>
                </a:lnTo>
                <a:lnTo>
                  <a:pt x="15889" y="7641"/>
                </a:lnTo>
                <a:lnTo>
                  <a:pt x="15987" y="7762"/>
                </a:lnTo>
                <a:lnTo>
                  <a:pt x="16060" y="7884"/>
                </a:lnTo>
                <a:lnTo>
                  <a:pt x="16157" y="7957"/>
                </a:lnTo>
                <a:lnTo>
                  <a:pt x="16279" y="8054"/>
                </a:lnTo>
                <a:lnTo>
                  <a:pt x="16400" y="8103"/>
                </a:lnTo>
                <a:lnTo>
                  <a:pt x="16279" y="8371"/>
                </a:lnTo>
                <a:lnTo>
                  <a:pt x="16035" y="8225"/>
                </a:lnTo>
                <a:lnTo>
                  <a:pt x="15768" y="8103"/>
                </a:lnTo>
                <a:lnTo>
                  <a:pt x="15573" y="7981"/>
                </a:lnTo>
                <a:lnTo>
                  <a:pt x="15451" y="7933"/>
                </a:lnTo>
                <a:lnTo>
                  <a:pt x="15403" y="7908"/>
                </a:lnTo>
                <a:lnTo>
                  <a:pt x="15354" y="7933"/>
                </a:lnTo>
                <a:lnTo>
                  <a:pt x="15305" y="7957"/>
                </a:lnTo>
                <a:lnTo>
                  <a:pt x="15281" y="8006"/>
                </a:lnTo>
                <a:lnTo>
                  <a:pt x="15257" y="8079"/>
                </a:lnTo>
                <a:lnTo>
                  <a:pt x="15281" y="8127"/>
                </a:lnTo>
                <a:lnTo>
                  <a:pt x="15354" y="8249"/>
                </a:lnTo>
                <a:lnTo>
                  <a:pt x="15451" y="8346"/>
                </a:lnTo>
                <a:lnTo>
                  <a:pt x="15597" y="8468"/>
                </a:lnTo>
                <a:lnTo>
                  <a:pt x="15768" y="8565"/>
                </a:lnTo>
                <a:lnTo>
                  <a:pt x="16084" y="8711"/>
                </a:lnTo>
                <a:lnTo>
                  <a:pt x="15889" y="9003"/>
                </a:lnTo>
                <a:lnTo>
                  <a:pt x="15695" y="8857"/>
                </a:lnTo>
                <a:lnTo>
                  <a:pt x="15524" y="8736"/>
                </a:lnTo>
                <a:lnTo>
                  <a:pt x="15354" y="8638"/>
                </a:lnTo>
                <a:lnTo>
                  <a:pt x="15135" y="8565"/>
                </a:lnTo>
                <a:lnTo>
                  <a:pt x="14940" y="8565"/>
                </a:lnTo>
                <a:lnTo>
                  <a:pt x="14843" y="8590"/>
                </a:lnTo>
                <a:lnTo>
                  <a:pt x="14770" y="8663"/>
                </a:lnTo>
                <a:lnTo>
                  <a:pt x="14746" y="8687"/>
                </a:lnTo>
                <a:lnTo>
                  <a:pt x="14770" y="8711"/>
                </a:lnTo>
                <a:lnTo>
                  <a:pt x="15111" y="8882"/>
                </a:lnTo>
                <a:lnTo>
                  <a:pt x="15257" y="8979"/>
                </a:lnTo>
                <a:lnTo>
                  <a:pt x="15427" y="9076"/>
                </a:lnTo>
                <a:lnTo>
                  <a:pt x="15646" y="9320"/>
                </a:lnTo>
                <a:lnTo>
                  <a:pt x="15378" y="9660"/>
                </a:lnTo>
                <a:lnTo>
                  <a:pt x="15354" y="9685"/>
                </a:lnTo>
                <a:lnTo>
                  <a:pt x="15232" y="9563"/>
                </a:lnTo>
                <a:lnTo>
                  <a:pt x="15111" y="9466"/>
                </a:lnTo>
                <a:lnTo>
                  <a:pt x="14819" y="9271"/>
                </a:lnTo>
                <a:lnTo>
                  <a:pt x="14673" y="9174"/>
                </a:lnTo>
                <a:lnTo>
                  <a:pt x="14502" y="9101"/>
                </a:lnTo>
                <a:lnTo>
                  <a:pt x="14405" y="9076"/>
                </a:lnTo>
                <a:lnTo>
                  <a:pt x="14210" y="9076"/>
                </a:lnTo>
                <a:lnTo>
                  <a:pt x="14137" y="9125"/>
                </a:lnTo>
                <a:lnTo>
                  <a:pt x="14113" y="9149"/>
                </a:lnTo>
                <a:lnTo>
                  <a:pt x="14089" y="9174"/>
                </a:lnTo>
                <a:lnTo>
                  <a:pt x="14113" y="9222"/>
                </a:lnTo>
                <a:lnTo>
                  <a:pt x="14137" y="9247"/>
                </a:lnTo>
                <a:lnTo>
                  <a:pt x="14283" y="9295"/>
                </a:lnTo>
                <a:lnTo>
                  <a:pt x="14454" y="9417"/>
                </a:lnTo>
                <a:lnTo>
                  <a:pt x="14697" y="9636"/>
                </a:lnTo>
                <a:lnTo>
                  <a:pt x="15062" y="9977"/>
                </a:lnTo>
                <a:lnTo>
                  <a:pt x="14892" y="10147"/>
                </a:lnTo>
                <a:lnTo>
                  <a:pt x="14478" y="9977"/>
                </a:lnTo>
                <a:lnTo>
                  <a:pt x="14089" y="9758"/>
                </a:lnTo>
                <a:lnTo>
                  <a:pt x="13894" y="9685"/>
                </a:lnTo>
                <a:lnTo>
                  <a:pt x="13699" y="9612"/>
                </a:lnTo>
                <a:lnTo>
                  <a:pt x="13505" y="9587"/>
                </a:lnTo>
                <a:lnTo>
                  <a:pt x="13310" y="9587"/>
                </a:lnTo>
                <a:lnTo>
                  <a:pt x="13237" y="9636"/>
                </a:lnTo>
                <a:lnTo>
                  <a:pt x="13213" y="9685"/>
                </a:lnTo>
                <a:lnTo>
                  <a:pt x="13237" y="9758"/>
                </a:lnTo>
                <a:lnTo>
                  <a:pt x="13286" y="9806"/>
                </a:lnTo>
                <a:lnTo>
                  <a:pt x="13699" y="10050"/>
                </a:lnTo>
                <a:lnTo>
                  <a:pt x="14137" y="10293"/>
                </a:lnTo>
                <a:lnTo>
                  <a:pt x="14332" y="10390"/>
                </a:lnTo>
                <a:lnTo>
                  <a:pt x="14527" y="10512"/>
                </a:lnTo>
                <a:lnTo>
                  <a:pt x="14186" y="10853"/>
                </a:lnTo>
                <a:lnTo>
                  <a:pt x="13797" y="10658"/>
                </a:lnTo>
                <a:lnTo>
                  <a:pt x="13407" y="10463"/>
                </a:lnTo>
                <a:lnTo>
                  <a:pt x="13237" y="10390"/>
                </a:lnTo>
                <a:lnTo>
                  <a:pt x="13067" y="10317"/>
                </a:lnTo>
                <a:lnTo>
                  <a:pt x="12969" y="10293"/>
                </a:lnTo>
                <a:lnTo>
                  <a:pt x="12872" y="10269"/>
                </a:lnTo>
                <a:lnTo>
                  <a:pt x="12775" y="10293"/>
                </a:lnTo>
                <a:lnTo>
                  <a:pt x="12677" y="10317"/>
                </a:lnTo>
                <a:lnTo>
                  <a:pt x="12677" y="10342"/>
                </a:lnTo>
                <a:lnTo>
                  <a:pt x="12677" y="10366"/>
                </a:lnTo>
                <a:lnTo>
                  <a:pt x="12823" y="10512"/>
                </a:lnTo>
                <a:lnTo>
                  <a:pt x="13018" y="10658"/>
                </a:lnTo>
                <a:lnTo>
                  <a:pt x="13407" y="10877"/>
                </a:lnTo>
                <a:lnTo>
                  <a:pt x="13845" y="11169"/>
                </a:lnTo>
                <a:lnTo>
                  <a:pt x="13480" y="11510"/>
                </a:lnTo>
                <a:lnTo>
                  <a:pt x="13286" y="11412"/>
                </a:lnTo>
                <a:lnTo>
                  <a:pt x="13067" y="11291"/>
                </a:lnTo>
                <a:lnTo>
                  <a:pt x="12629" y="11047"/>
                </a:lnTo>
                <a:lnTo>
                  <a:pt x="12215" y="10780"/>
                </a:lnTo>
                <a:lnTo>
                  <a:pt x="12142" y="10731"/>
                </a:lnTo>
                <a:lnTo>
                  <a:pt x="12093" y="10731"/>
                </a:lnTo>
                <a:lnTo>
                  <a:pt x="12045" y="10755"/>
                </a:lnTo>
                <a:lnTo>
                  <a:pt x="11996" y="10804"/>
                </a:lnTo>
                <a:lnTo>
                  <a:pt x="11947" y="10853"/>
                </a:lnTo>
                <a:lnTo>
                  <a:pt x="11947" y="10901"/>
                </a:lnTo>
                <a:lnTo>
                  <a:pt x="11947" y="10950"/>
                </a:lnTo>
                <a:lnTo>
                  <a:pt x="11972" y="11023"/>
                </a:lnTo>
                <a:lnTo>
                  <a:pt x="12020" y="11120"/>
                </a:lnTo>
                <a:lnTo>
                  <a:pt x="12093" y="11193"/>
                </a:lnTo>
                <a:lnTo>
                  <a:pt x="12288" y="11364"/>
                </a:lnTo>
                <a:lnTo>
                  <a:pt x="12483" y="11485"/>
                </a:lnTo>
                <a:lnTo>
                  <a:pt x="12677" y="11607"/>
                </a:lnTo>
                <a:lnTo>
                  <a:pt x="13115" y="11875"/>
                </a:lnTo>
                <a:lnTo>
                  <a:pt x="12556" y="12410"/>
                </a:lnTo>
                <a:lnTo>
                  <a:pt x="12580" y="12313"/>
                </a:lnTo>
                <a:lnTo>
                  <a:pt x="12580" y="12240"/>
                </a:lnTo>
                <a:lnTo>
                  <a:pt x="12531" y="12167"/>
                </a:lnTo>
                <a:lnTo>
                  <a:pt x="12483" y="12094"/>
                </a:lnTo>
                <a:lnTo>
                  <a:pt x="12191" y="11972"/>
                </a:lnTo>
                <a:lnTo>
                  <a:pt x="11874" y="11826"/>
                </a:lnTo>
                <a:lnTo>
                  <a:pt x="11753" y="11753"/>
                </a:lnTo>
                <a:lnTo>
                  <a:pt x="11607" y="11656"/>
                </a:lnTo>
                <a:lnTo>
                  <a:pt x="11485" y="11583"/>
                </a:lnTo>
                <a:lnTo>
                  <a:pt x="11363" y="11510"/>
                </a:lnTo>
                <a:lnTo>
                  <a:pt x="11290" y="11485"/>
                </a:lnTo>
                <a:lnTo>
                  <a:pt x="11217" y="11510"/>
                </a:lnTo>
                <a:lnTo>
                  <a:pt x="11193" y="11534"/>
                </a:lnTo>
                <a:lnTo>
                  <a:pt x="11169" y="11607"/>
                </a:lnTo>
                <a:lnTo>
                  <a:pt x="11169" y="11704"/>
                </a:lnTo>
                <a:lnTo>
                  <a:pt x="11193" y="11777"/>
                </a:lnTo>
                <a:lnTo>
                  <a:pt x="11290" y="11948"/>
                </a:lnTo>
                <a:lnTo>
                  <a:pt x="11436" y="12069"/>
                </a:lnTo>
                <a:lnTo>
                  <a:pt x="11582" y="12215"/>
                </a:lnTo>
                <a:lnTo>
                  <a:pt x="11777" y="12313"/>
                </a:lnTo>
                <a:lnTo>
                  <a:pt x="11947" y="12410"/>
                </a:lnTo>
                <a:lnTo>
                  <a:pt x="12288" y="12532"/>
                </a:lnTo>
                <a:lnTo>
                  <a:pt x="12361" y="12556"/>
                </a:lnTo>
                <a:lnTo>
                  <a:pt x="12410" y="12556"/>
                </a:lnTo>
                <a:lnTo>
                  <a:pt x="11826" y="13091"/>
                </a:lnTo>
                <a:lnTo>
                  <a:pt x="11801" y="13018"/>
                </a:lnTo>
                <a:lnTo>
                  <a:pt x="11777" y="12921"/>
                </a:lnTo>
                <a:lnTo>
                  <a:pt x="11655" y="12799"/>
                </a:lnTo>
                <a:lnTo>
                  <a:pt x="11509" y="12678"/>
                </a:lnTo>
                <a:lnTo>
                  <a:pt x="11193" y="12459"/>
                </a:lnTo>
                <a:lnTo>
                  <a:pt x="10439" y="12045"/>
                </a:lnTo>
                <a:lnTo>
                  <a:pt x="10414" y="12021"/>
                </a:lnTo>
                <a:lnTo>
                  <a:pt x="10366" y="12045"/>
                </a:lnTo>
                <a:lnTo>
                  <a:pt x="10341" y="12094"/>
                </a:lnTo>
                <a:lnTo>
                  <a:pt x="10366" y="12118"/>
                </a:lnTo>
                <a:lnTo>
                  <a:pt x="10463" y="12288"/>
                </a:lnTo>
                <a:lnTo>
                  <a:pt x="10585" y="12434"/>
                </a:lnTo>
                <a:lnTo>
                  <a:pt x="10706" y="12580"/>
                </a:lnTo>
                <a:lnTo>
                  <a:pt x="10877" y="12702"/>
                </a:lnTo>
                <a:lnTo>
                  <a:pt x="11193" y="12945"/>
                </a:lnTo>
                <a:lnTo>
                  <a:pt x="11363" y="13067"/>
                </a:lnTo>
                <a:lnTo>
                  <a:pt x="11509" y="13189"/>
                </a:lnTo>
                <a:lnTo>
                  <a:pt x="11582" y="13237"/>
                </a:lnTo>
                <a:lnTo>
                  <a:pt x="11631" y="13262"/>
                </a:lnTo>
                <a:lnTo>
                  <a:pt x="11266" y="13602"/>
                </a:lnTo>
                <a:lnTo>
                  <a:pt x="11217" y="13651"/>
                </a:lnTo>
                <a:lnTo>
                  <a:pt x="11169" y="13554"/>
                </a:lnTo>
                <a:lnTo>
                  <a:pt x="11096" y="13505"/>
                </a:lnTo>
                <a:lnTo>
                  <a:pt x="11023" y="13481"/>
                </a:lnTo>
                <a:lnTo>
                  <a:pt x="10877" y="13408"/>
                </a:lnTo>
                <a:lnTo>
                  <a:pt x="10682" y="13286"/>
                </a:lnTo>
                <a:lnTo>
                  <a:pt x="10487" y="13164"/>
                </a:lnTo>
                <a:lnTo>
                  <a:pt x="10366" y="13018"/>
                </a:lnTo>
                <a:lnTo>
                  <a:pt x="10244" y="12872"/>
                </a:lnTo>
                <a:lnTo>
                  <a:pt x="10025" y="12556"/>
                </a:lnTo>
                <a:lnTo>
                  <a:pt x="9976" y="12507"/>
                </a:lnTo>
                <a:lnTo>
                  <a:pt x="9952" y="12532"/>
                </a:lnTo>
                <a:lnTo>
                  <a:pt x="9928" y="12556"/>
                </a:lnTo>
                <a:lnTo>
                  <a:pt x="9879" y="12653"/>
                </a:lnTo>
                <a:lnTo>
                  <a:pt x="9855" y="12775"/>
                </a:lnTo>
                <a:lnTo>
                  <a:pt x="9855" y="12897"/>
                </a:lnTo>
                <a:lnTo>
                  <a:pt x="9903" y="12994"/>
                </a:lnTo>
                <a:lnTo>
                  <a:pt x="9952" y="13116"/>
                </a:lnTo>
                <a:lnTo>
                  <a:pt x="10025" y="13213"/>
                </a:lnTo>
                <a:lnTo>
                  <a:pt x="10171" y="13408"/>
                </a:lnTo>
                <a:lnTo>
                  <a:pt x="10317" y="13554"/>
                </a:lnTo>
                <a:lnTo>
                  <a:pt x="10512" y="13700"/>
                </a:lnTo>
                <a:lnTo>
                  <a:pt x="10731" y="13821"/>
                </a:lnTo>
                <a:lnTo>
                  <a:pt x="10852" y="13846"/>
                </a:lnTo>
                <a:lnTo>
                  <a:pt x="10950" y="13870"/>
                </a:lnTo>
                <a:lnTo>
                  <a:pt x="10512" y="14259"/>
                </a:lnTo>
                <a:lnTo>
                  <a:pt x="10414" y="14138"/>
                </a:lnTo>
                <a:lnTo>
                  <a:pt x="10293" y="14040"/>
                </a:lnTo>
                <a:lnTo>
                  <a:pt x="10025" y="13846"/>
                </a:lnTo>
                <a:lnTo>
                  <a:pt x="9855" y="13748"/>
                </a:lnTo>
                <a:lnTo>
                  <a:pt x="9684" y="13651"/>
                </a:lnTo>
                <a:lnTo>
                  <a:pt x="9514" y="13529"/>
                </a:lnTo>
                <a:lnTo>
                  <a:pt x="9465" y="13481"/>
                </a:lnTo>
                <a:lnTo>
                  <a:pt x="9417" y="13408"/>
                </a:lnTo>
                <a:lnTo>
                  <a:pt x="9392" y="13383"/>
                </a:lnTo>
                <a:lnTo>
                  <a:pt x="9368" y="13408"/>
                </a:lnTo>
                <a:lnTo>
                  <a:pt x="9417" y="13578"/>
                </a:lnTo>
                <a:lnTo>
                  <a:pt x="9465" y="13748"/>
                </a:lnTo>
                <a:lnTo>
                  <a:pt x="9563" y="13894"/>
                </a:lnTo>
                <a:lnTo>
                  <a:pt x="9660" y="14016"/>
                </a:lnTo>
                <a:lnTo>
                  <a:pt x="9806" y="14162"/>
                </a:lnTo>
                <a:lnTo>
                  <a:pt x="9952" y="14284"/>
                </a:lnTo>
                <a:lnTo>
                  <a:pt x="10098" y="14405"/>
                </a:lnTo>
                <a:lnTo>
                  <a:pt x="10244" y="14527"/>
                </a:lnTo>
                <a:lnTo>
                  <a:pt x="9976" y="14746"/>
                </a:lnTo>
                <a:lnTo>
                  <a:pt x="9806" y="14673"/>
                </a:lnTo>
                <a:lnTo>
                  <a:pt x="9636" y="14624"/>
                </a:lnTo>
                <a:lnTo>
                  <a:pt x="9344" y="14527"/>
                </a:lnTo>
                <a:lnTo>
                  <a:pt x="9052" y="14381"/>
                </a:lnTo>
                <a:lnTo>
                  <a:pt x="8882" y="14259"/>
                </a:lnTo>
                <a:lnTo>
                  <a:pt x="8687" y="14138"/>
                </a:lnTo>
                <a:lnTo>
                  <a:pt x="8468" y="14016"/>
                </a:lnTo>
                <a:lnTo>
                  <a:pt x="8371" y="13967"/>
                </a:lnTo>
                <a:lnTo>
                  <a:pt x="8273" y="13967"/>
                </a:lnTo>
                <a:lnTo>
                  <a:pt x="8225" y="13992"/>
                </a:lnTo>
                <a:lnTo>
                  <a:pt x="8200" y="14040"/>
                </a:lnTo>
                <a:lnTo>
                  <a:pt x="8225" y="14162"/>
                </a:lnTo>
                <a:lnTo>
                  <a:pt x="8273" y="14259"/>
                </a:lnTo>
                <a:lnTo>
                  <a:pt x="8346" y="14357"/>
                </a:lnTo>
                <a:lnTo>
                  <a:pt x="8444" y="14454"/>
                </a:lnTo>
                <a:lnTo>
                  <a:pt x="8663" y="14600"/>
                </a:lnTo>
                <a:lnTo>
                  <a:pt x="8857" y="14746"/>
                </a:lnTo>
                <a:lnTo>
                  <a:pt x="9198" y="14941"/>
                </a:lnTo>
                <a:lnTo>
                  <a:pt x="9392" y="15014"/>
                </a:lnTo>
                <a:lnTo>
                  <a:pt x="9611" y="15087"/>
                </a:lnTo>
                <a:lnTo>
                  <a:pt x="9198" y="15476"/>
                </a:lnTo>
                <a:lnTo>
                  <a:pt x="8346" y="14941"/>
                </a:lnTo>
                <a:lnTo>
                  <a:pt x="8176" y="14819"/>
                </a:lnTo>
                <a:lnTo>
                  <a:pt x="7981" y="14697"/>
                </a:lnTo>
                <a:lnTo>
                  <a:pt x="7787" y="14624"/>
                </a:lnTo>
                <a:lnTo>
                  <a:pt x="7689" y="14600"/>
                </a:lnTo>
                <a:lnTo>
                  <a:pt x="7592" y="14600"/>
                </a:lnTo>
                <a:lnTo>
                  <a:pt x="7568" y="14624"/>
                </a:lnTo>
                <a:lnTo>
                  <a:pt x="7568" y="14722"/>
                </a:lnTo>
                <a:lnTo>
                  <a:pt x="7616" y="14819"/>
                </a:lnTo>
                <a:lnTo>
                  <a:pt x="7665" y="14892"/>
                </a:lnTo>
                <a:lnTo>
                  <a:pt x="7738" y="14965"/>
                </a:lnTo>
                <a:lnTo>
                  <a:pt x="7908" y="15111"/>
                </a:lnTo>
                <a:lnTo>
                  <a:pt x="8054" y="15233"/>
                </a:lnTo>
                <a:lnTo>
                  <a:pt x="8444" y="15525"/>
                </a:lnTo>
                <a:lnTo>
                  <a:pt x="8857" y="15768"/>
                </a:lnTo>
                <a:lnTo>
                  <a:pt x="8492" y="16133"/>
                </a:lnTo>
                <a:lnTo>
                  <a:pt x="8371" y="16035"/>
                </a:lnTo>
                <a:lnTo>
                  <a:pt x="8273" y="15938"/>
                </a:lnTo>
                <a:lnTo>
                  <a:pt x="8030" y="15768"/>
                </a:lnTo>
                <a:lnTo>
                  <a:pt x="7543" y="15476"/>
                </a:lnTo>
                <a:lnTo>
                  <a:pt x="7324" y="15330"/>
                </a:lnTo>
                <a:lnTo>
                  <a:pt x="7105" y="15160"/>
                </a:lnTo>
                <a:lnTo>
                  <a:pt x="7057" y="15135"/>
                </a:lnTo>
                <a:lnTo>
                  <a:pt x="7032" y="15160"/>
                </a:lnTo>
                <a:lnTo>
                  <a:pt x="6984" y="15184"/>
                </a:lnTo>
                <a:lnTo>
                  <a:pt x="6984" y="15233"/>
                </a:lnTo>
                <a:lnTo>
                  <a:pt x="7032" y="15330"/>
                </a:lnTo>
                <a:lnTo>
                  <a:pt x="7081" y="15452"/>
                </a:lnTo>
                <a:lnTo>
                  <a:pt x="7203" y="15622"/>
                </a:lnTo>
                <a:lnTo>
                  <a:pt x="7373" y="15792"/>
                </a:lnTo>
                <a:lnTo>
                  <a:pt x="7568" y="15938"/>
                </a:lnTo>
                <a:lnTo>
                  <a:pt x="7762" y="16084"/>
                </a:lnTo>
                <a:lnTo>
                  <a:pt x="7981" y="16230"/>
                </a:lnTo>
                <a:lnTo>
                  <a:pt x="8079" y="16327"/>
                </a:lnTo>
                <a:lnTo>
                  <a:pt x="8176" y="16449"/>
                </a:lnTo>
                <a:lnTo>
                  <a:pt x="7835" y="16765"/>
                </a:lnTo>
                <a:lnTo>
                  <a:pt x="7689" y="16936"/>
                </a:lnTo>
                <a:lnTo>
                  <a:pt x="7543" y="17106"/>
                </a:lnTo>
                <a:lnTo>
                  <a:pt x="7470" y="16936"/>
                </a:lnTo>
                <a:lnTo>
                  <a:pt x="7349" y="16765"/>
                </a:lnTo>
                <a:lnTo>
                  <a:pt x="7227" y="16619"/>
                </a:lnTo>
                <a:lnTo>
                  <a:pt x="7081" y="16473"/>
                </a:lnTo>
                <a:lnTo>
                  <a:pt x="6765" y="16206"/>
                </a:lnTo>
                <a:lnTo>
                  <a:pt x="6521" y="15962"/>
                </a:lnTo>
                <a:lnTo>
                  <a:pt x="5451" y="14965"/>
                </a:lnTo>
                <a:lnTo>
                  <a:pt x="4429" y="13919"/>
                </a:lnTo>
                <a:lnTo>
                  <a:pt x="3893" y="13408"/>
                </a:lnTo>
                <a:lnTo>
                  <a:pt x="3358" y="12897"/>
                </a:lnTo>
                <a:lnTo>
                  <a:pt x="2214" y="11972"/>
                </a:lnTo>
                <a:lnTo>
                  <a:pt x="1922" y="11729"/>
                </a:lnTo>
                <a:lnTo>
                  <a:pt x="1679" y="11461"/>
                </a:lnTo>
                <a:lnTo>
                  <a:pt x="1168" y="10950"/>
                </a:lnTo>
                <a:lnTo>
                  <a:pt x="828" y="10634"/>
                </a:lnTo>
                <a:lnTo>
                  <a:pt x="657" y="10488"/>
                </a:lnTo>
                <a:lnTo>
                  <a:pt x="463" y="10366"/>
                </a:lnTo>
                <a:lnTo>
                  <a:pt x="609" y="10220"/>
                </a:lnTo>
                <a:lnTo>
                  <a:pt x="779" y="10074"/>
                </a:lnTo>
                <a:lnTo>
                  <a:pt x="1046" y="9782"/>
                </a:lnTo>
                <a:lnTo>
                  <a:pt x="2774" y="8030"/>
                </a:lnTo>
                <a:lnTo>
                  <a:pt x="3772" y="7057"/>
                </a:lnTo>
                <a:lnTo>
                  <a:pt x="4769" y="6132"/>
                </a:lnTo>
                <a:lnTo>
                  <a:pt x="5767" y="5183"/>
                </a:lnTo>
                <a:lnTo>
                  <a:pt x="6254" y="4697"/>
                </a:lnTo>
                <a:lnTo>
                  <a:pt x="6740" y="4210"/>
                </a:lnTo>
                <a:lnTo>
                  <a:pt x="7349" y="3504"/>
                </a:lnTo>
                <a:lnTo>
                  <a:pt x="7933" y="2799"/>
                </a:lnTo>
                <a:lnTo>
                  <a:pt x="8541" y="2093"/>
                </a:lnTo>
                <a:lnTo>
                  <a:pt x="8857" y="1752"/>
                </a:lnTo>
                <a:lnTo>
                  <a:pt x="9173" y="1436"/>
                </a:lnTo>
                <a:lnTo>
                  <a:pt x="9368" y="1290"/>
                </a:lnTo>
                <a:lnTo>
                  <a:pt x="9563" y="1144"/>
                </a:lnTo>
                <a:lnTo>
                  <a:pt x="9757" y="1022"/>
                </a:lnTo>
                <a:lnTo>
                  <a:pt x="9976" y="925"/>
                </a:lnTo>
                <a:lnTo>
                  <a:pt x="10195" y="828"/>
                </a:lnTo>
                <a:lnTo>
                  <a:pt x="10414" y="755"/>
                </a:lnTo>
                <a:lnTo>
                  <a:pt x="10877" y="657"/>
                </a:lnTo>
                <a:lnTo>
                  <a:pt x="11339" y="584"/>
                </a:lnTo>
                <a:lnTo>
                  <a:pt x="11801" y="560"/>
                </a:lnTo>
                <a:close/>
                <a:moveTo>
                  <a:pt x="11534" y="0"/>
                </a:moveTo>
                <a:lnTo>
                  <a:pt x="11096" y="49"/>
                </a:lnTo>
                <a:lnTo>
                  <a:pt x="10658" y="122"/>
                </a:lnTo>
                <a:lnTo>
                  <a:pt x="10220" y="219"/>
                </a:lnTo>
                <a:lnTo>
                  <a:pt x="9830" y="365"/>
                </a:lnTo>
                <a:lnTo>
                  <a:pt x="9441" y="560"/>
                </a:lnTo>
                <a:lnTo>
                  <a:pt x="9100" y="803"/>
                </a:lnTo>
                <a:lnTo>
                  <a:pt x="8784" y="1071"/>
                </a:lnTo>
                <a:lnTo>
                  <a:pt x="8468" y="1363"/>
                </a:lnTo>
                <a:lnTo>
                  <a:pt x="8176" y="1704"/>
                </a:lnTo>
                <a:lnTo>
                  <a:pt x="7908" y="2020"/>
                </a:lnTo>
                <a:lnTo>
                  <a:pt x="7373" y="2677"/>
                </a:lnTo>
                <a:lnTo>
                  <a:pt x="6886" y="3261"/>
                </a:lnTo>
                <a:lnTo>
                  <a:pt x="6375" y="3821"/>
                </a:lnTo>
                <a:lnTo>
                  <a:pt x="5864" y="4356"/>
                </a:lnTo>
                <a:lnTo>
                  <a:pt x="5305" y="4891"/>
                </a:lnTo>
                <a:lnTo>
                  <a:pt x="4234" y="5913"/>
                </a:lnTo>
                <a:lnTo>
                  <a:pt x="3674" y="6449"/>
                </a:lnTo>
                <a:lnTo>
                  <a:pt x="3139" y="6984"/>
                </a:lnTo>
                <a:lnTo>
                  <a:pt x="2166" y="8006"/>
                </a:lnTo>
                <a:lnTo>
                  <a:pt x="1192" y="9028"/>
                </a:lnTo>
                <a:lnTo>
                  <a:pt x="414" y="9855"/>
                </a:lnTo>
                <a:lnTo>
                  <a:pt x="219" y="10098"/>
                </a:lnTo>
                <a:lnTo>
                  <a:pt x="73" y="10269"/>
                </a:lnTo>
                <a:lnTo>
                  <a:pt x="49" y="10293"/>
                </a:lnTo>
                <a:lnTo>
                  <a:pt x="25" y="10342"/>
                </a:lnTo>
                <a:lnTo>
                  <a:pt x="25" y="10415"/>
                </a:lnTo>
                <a:lnTo>
                  <a:pt x="0" y="10439"/>
                </a:lnTo>
                <a:lnTo>
                  <a:pt x="25" y="10439"/>
                </a:lnTo>
                <a:lnTo>
                  <a:pt x="0" y="10488"/>
                </a:lnTo>
                <a:lnTo>
                  <a:pt x="0" y="10536"/>
                </a:lnTo>
                <a:lnTo>
                  <a:pt x="49" y="10561"/>
                </a:lnTo>
                <a:lnTo>
                  <a:pt x="73" y="10585"/>
                </a:lnTo>
                <a:lnTo>
                  <a:pt x="244" y="10780"/>
                </a:lnTo>
                <a:lnTo>
                  <a:pt x="414" y="10950"/>
                </a:lnTo>
                <a:lnTo>
                  <a:pt x="633" y="11145"/>
                </a:lnTo>
                <a:lnTo>
                  <a:pt x="803" y="11315"/>
                </a:lnTo>
                <a:lnTo>
                  <a:pt x="1241" y="11777"/>
                </a:lnTo>
                <a:lnTo>
                  <a:pt x="1484" y="12021"/>
                </a:lnTo>
                <a:lnTo>
                  <a:pt x="1703" y="12240"/>
                </a:lnTo>
                <a:lnTo>
                  <a:pt x="2239" y="12678"/>
                </a:lnTo>
                <a:lnTo>
                  <a:pt x="2774" y="13091"/>
                </a:lnTo>
                <a:lnTo>
                  <a:pt x="3309" y="13554"/>
                </a:lnTo>
                <a:lnTo>
                  <a:pt x="3553" y="13773"/>
                </a:lnTo>
                <a:lnTo>
                  <a:pt x="3796" y="14040"/>
                </a:lnTo>
                <a:lnTo>
                  <a:pt x="4307" y="14576"/>
                </a:lnTo>
                <a:lnTo>
                  <a:pt x="4818" y="15087"/>
                </a:lnTo>
                <a:lnTo>
                  <a:pt x="5864" y="16108"/>
                </a:lnTo>
                <a:lnTo>
                  <a:pt x="6570" y="16741"/>
                </a:lnTo>
                <a:lnTo>
                  <a:pt x="6716" y="16911"/>
                </a:lnTo>
                <a:lnTo>
                  <a:pt x="6886" y="17082"/>
                </a:lnTo>
                <a:lnTo>
                  <a:pt x="7008" y="17276"/>
                </a:lnTo>
                <a:lnTo>
                  <a:pt x="7130" y="17471"/>
                </a:lnTo>
                <a:lnTo>
                  <a:pt x="7203" y="17568"/>
                </a:lnTo>
                <a:lnTo>
                  <a:pt x="7276" y="17593"/>
                </a:lnTo>
                <a:lnTo>
                  <a:pt x="7373" y="17593"/>
                </a:lnTo>
                <a:lnTo>
                  <a:pt x="7470" y="17568"/>
                </a:lnTo>
                <a:lnTo>
                  <a:pt x="7519" y="17568"/>
                </a:lnTo>
                <a:lnTo>
                  <a:pt x="7787" y="17447"/>
                </a:lnTo>
                <a:lnTo>
                  <a:pt x="8006" y="17276"/>
                </a:lnTo>
                <a:lnTo>
                  <a:pt x="8200" y="17106"/>
                </a:lnTo>
                <a:lnTo>
                  <a:pt x="8419" y="16911"/>
                </a:lnTo>
                <a:lnTo>
                  <a:pt x="9441" y="15962"/>
                </a:lnTo>
                <a:lnTo>
                  <a:pt x="10487" y="15038"/>
                </a:lnTo>
                <a:lnTo>
                  <a:pt x="11534" y="14113"/>
                </a:lnTo>
                <a:lnTo>
                  <a:pt x="12556" y="13189"/>
                </a:lnTo>
                <a:lnTo>
                  <a:pt x="13578" y="12264"/>
                </a:lnTo>
                <a:lnTo>
                  <a:pt x="14575" y="11315"/>
                </a:lnTo>
                <a:lnTo>
                  <a:pt x="15038" y="10828"/>
                </a:lnTo>
                <a:lnTo>
                  <a:pt x="15524" y="10317"/>
                </a:lnTo>
                <a:lnTo>
                  <a:pt x="15573" y="10293"/>
                </a:lnTo>
                <a:lnTo>
                  <a:pt x="15622" y="10244"/>
                </a:lnTo>
                <a:lnTo>
                  <a:pt x="16157" y="9539"/>
                </a:lnTo>
                <a:lnTo>
                  <a:pt x="16425" y="9174"/>
                </a:lnTo>
                <a:lnTo>
                  <a:pt x="16644" y="8809"/>
                </a:lnTo>
                <a:lnTo>
                  <a:pt x="16838" y="8444"/>
                </a:lnTo>
                <a:lnTo>
                  <a:pt x="17008" y="8030"/>
                </a:lnTo>
                <a:lnTo>
                  <a:pt x="17154" y="7616"/>
                </a:lnTo>
                <a:lnTo>
                  <a:pt x="17252" y="7179"/>
                </a:lnTo>
                <a:lnTo>
                  <a:pt x="17325" y="6692"/>
                </a:lnTo>
                <a:lnTo>
                  <a:pt x="17373" y="6181"/>
                </a:lnTo>
                <a:lnTo>
                  <a:pt x="17373" y="5670"/>
                </a:lnTo>
                <a:lnTo>
                  <a:pt x="17373" y="5159"/>
                </a:lnTo>
                <a:lnTo>
                  <a:pt x="17349" y="4137"/>
                </a:lnTo>
                <a:lnTo>
                  <a:pt x="17325" y="3626"/>
                </a:lnTo>
                <a:lnTo>
                  <a:pt x="17349" y="3115"/>
                </a:lnTo>
                <a:lnTo>
                  <a:pt x="17373" y="2726"/>
                </a:lnTo>
                <a:lnTo>
                  <a:pt x="17349" y="2336"/>
                </a:lnTo>
                <a:lnTo>
                  <a:pt x="17300" y="1947"/>
                </a:lnTo>
                <a:lnTo>
                  <a:pt x="17227" y="1582"/>
                </a:lnTo>
                <a:lnTo>
                  <a:pt x="17154" y="1412"/>
                </a:lnTo>
                <a:lnTo>
                  <a:pt x="17081" y="1241"/>
                </a:lnTo>
                <a:lnTo>
                  <a:pt x="16984" y="1095"/>
                </a:lnTo>
                <a:lnTo>
                  <a:pt x="16887" y="925"/>
                </a:lnTo>
                <a:lnTo>
                  <a:pt x="16765" y="803"/>
                </a:lnTo>
                <a:lnTo>
                  <a:pt x="16619" y="657"/>
                </a:lnTo>
                <a:lnTo>
                  <a:pt x="16449" y="560"/>
                </a:lnTo>
                <a:lnTo>
                  <a:pt x="16254" y="438"/>
                </a:lnTo>
                <a:lnTo>
                  <a:pt x="15914" y="317"/>
                </a:lnTo>
                <a:lnTo>
                  <a:pt x="15573" y="219"/>
                </a:lnTo>
                <a:lnTo>
                  <a:pt x="15208" y="146"/>
                </a:lnTo>
                <a:lnTo>
                  <a:pt x="14819" y="122"/>
                </a:lnTo>
                <a:lnTo>
                  <a:pt x="14064" y="98"/>
                </a:lnTo>
                <a:lnTo>
                  <a:pt x="13310" y="73"/>
                </a:lnTo>
                <a:lnTo>
                  <a:pt x="12434"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04" name="Google Shape;804;p39"/>
          <p:cNvSpPr/>
          <p:nvPr/>
        </p:nvSpPr>
        <p:spPr>
          <a:xfrm>
            <a:off x="2624667" y="926043"/>
            <a:ext cx="376518" cy="332917"/>
          </a:xfrm>
          <a:custGeom>
            <a:avLst/>
            <a:gdLst/>
            <a:ahLst/>
            <a:cxnLst/>
            <a:rect l="l" t="t" r="r" b="b"/>
            <a:pathLst>
              <a:path w="17228" h="15233" extrusionOk="0">
                <a:moveTo>
                  <a:pt x="3918" y="535"/>
                </a:moveTo>
                <a:lnTo>
                  <a:pt x="4380" y="584"/>
                </a:lnTo>
                <a:lnTo>
                  <a:pt x="4842" y="657"/>
                </a:lnTo>
                <a:lnTo>
                  <a:pt x="5280" y="779"/>
                </a:lnTo>
                <a:lnTo>
                  <a:pt x="5767" y="973"/>
                </a:lnTo>
                <a:lnTo>
                  <a:pt x="6253" y="1192"/>
                </a:lnTo>
                <a:lnTo>
                  <a:pt x="6716" y="1436"/>
                </a:lnTo>
                <a:lnTo>
                  <a:pt x="7154" y="1728"/>
                </a:lnTo>
                <a:lnTo>
                  <a:pt x="7446" y="1898"/>
                </a:lnTo>
                <a:lnTo>
                  <a:pt x="7762" y="2117"/>
                </a:lnTo>
                <a:lnTo>
                  <a:pt x="7908" y="2239"/>
                </a:lnTo>
                <a:lnTo>
                  <a:pt x="8054" y="2385"/>
                </a:lnTo>
                <a:lnTo>
                  <a:pt x="8200" y="2531"/>
                </a:lnTo>
                <a:lnTo>
                  <a:pt x="8297" y="2677"/>
                </a:lnTo>
                <a:lnTo>
                  <a:pt x="8297" y="2774"/>
                </a:lnTo>
                <a:lnTo>
                  <a:pt x="8297" y="2847"/>
                </a:lnTo>
                <a:lnTo>
                  <a:pt x="8346" y="2920"/>
                </a:lnTo>
                <a:lnTo>
                  <a:pt x="8395" y="2993"/>
                </a:lnTo>
                <a:lnTo>
                  <a:pt x="8395" y="3115"/>
                </a:lnTo>
                <a:lnTo>
                  <a:pt x="8419" y="3188"/>
                </a:lnTo>
                <a:lnTo>
                  <a:pt x="8468" y="3212"/>
                </a:lnTo>
                <a:lnTo>
                  <a:pt x="8541" y="3212"/>
                </a:lnTo>
                <a:lnTo>
                  <a:pt x="8589" y="3188"/>
                </a:lnTo>
                <a:lnTo>
                  <a:pt x="8711" y="3066"/>
                </a:lnTo>
                <a:lnTo>
                  <a:pt x="8784" y="2920"/>
                </a:lnTo>
                <a:lnTo>
                  <a:pt x="8833" y="2774"/>
                </a:lnTo>
                <a:lnTo>
                  <a:pt x="8808" y="2628"/>
                </a:lnTo>
                <a:lnTo>
                  <a:pt x="8930" y="2482"/>
                </a:lnTo>
                <a:lnTo>
                  <a:pt x="9076" y="2360"/>
                </a:lnTo>
                <a:lnTo>
                  <a:pt x="9441" y="2093"/>
                </a:lnTo>
                <a:lnTo>
                  <a:pt x="10001" y="1728"/>
                </a:lnTo>
                <a:lnTo>
                  <a:pt x="10439" y="1460"/>
                </a:lnTo>
                <a:lnTo>
                  <a:pt x="10925" y="1192"/>
                </a:lnTo>
                <a:lnTo>
                  <a:pt x="11412" y="949"/>
                </a:lnTo>
                <a:lnTo>
                  <a:pt x="11899" y="754"/>
                </a:lnTo>
                <a:lnTo>
                  <a:pt x="12045" y="681"/>
                </a:lnTo>
                <a:lnTo>
                  <a:pt x="12215" y="657"/>
                </a:lnTo>
                <a:lnTo>
                  <a:pt x="12580" y="608"/>
                </a:lnTo>
                <a:lnTo>
                  <a:pt x="12945" y="633"/>
                </a:lnTo>
                <a:lnTo>
                  <a:pt x="13286" y="633"/>
                </a:lnTo>
                <a:lnTo>
                  <a:pt x="13626" y="657"/>
                </a:lnTo>
                <a:lnTo>
                  <a:pt x="13967" y="730"/>
                </a:lnTo>
                <a:lnTo>
                  <a:pt x="14283" y="803"/>
                </a:lnTo>
                <a:lnTo>
                  <a:pt x="14599" y="925"/>
                </a:lnTo>
                <a:lnTo>
                  <a:pt x="14551" y="998"/>
                </a:lnTo>
                <a:lnTo>
                  <a:pt x="14526" y="1095"/>
                </a:lnTo>
                <a:lnTo>
                  <a:pt x="14551" y="1144"/>
                </a:lnTo>
                <a:lnTo>
                  <a:pt x="14575" y="1192"/>
                </a:lnTo>
                <a:lnTo>
                  <a:pt x="14624" y="1217"/>
                </a:lnTo>
                <a:lnTo>
                  <a:pt x="14672" y="1217"/>
                </a:lnTo>
                <a:lnTo>
                  <a:pt x="14770" y="1168"/>
                </a:lnTo>
                <a:lnTo>
                  <a:pt x="14867" y="1119"/>
                </a:lnTo>
                <a:lnTo>
                  <a:pt x="14964" y="1095"/>
                </a:lnTo>
                <a:lnTo>
                  <a:pt x="15135" y="1192"/>
                </a:lnTo>
                <a:lnTo>
                  <a:pt x="15062" y="1265"/>
                </a:lnTo>
                <a:lnTo>
                  <a:pt x="15013" y="1338"/>
                </a:lnTo>
                <a:lnTo>
                  <a:pt x="15013" y="1436"/>
                </a:lnTo>
                <a:lnTo>
                  <a:pt x="15037" y="1509"/>
                </a:lnTo>
                <a:lnTo>
                  <a:pt x="15110" y="1533"/>
                </a:lnTo>
                <a:lnTo>
                  <a:pt x="15208" y="1533"/>
                </a:lnTo>
                <a:lnTo>
                  <a:pt x="15427" y="1411"/>
                </a:lnTo>
                <a:lnTo>
                  <a:pt x="15573" y="1509"/>
                </a:lnTo>
                <a:lnTo>
                  <a:pt x="15451" y="1679"/>
                </a:lnTo>
                <a:lnTo>
                  <a:pt x="15378" y="1849"/>
                </a:lnTo>
                <a:lnTo>
                  <a:pt x="15378" y="1995"/>
                </a:lnTo>
                <a:lnTo>
                  <a:pt x="15378" y="2044"/>
                </a:lnTo>
                <a:lnTo>
                  <a:pt x="15427" y="2068"/>
                </a:lnTo>
                <a:lnTo>
                  <a:pt x="15524" y="2068"/>
                </a:lnTo>
                <a:lnTo>
                  <a:pt x="15597" y="2020"/>
                </a:lnTo>
                <a:lnTo>
                  <a:pt x="15743" y="1898"/>
                </a:lnTo>
                <a:lnTo>
                  <a:pt x="15840" y="1801"/>
                </a:lnTo>
                <a:lnTo>
                  <a:pt x="15986" y="1971"/>
                </a:lnTo>
                <a:lnTo>
                  <a:pt x="15865" y="2093"/>
                </a:lnTo>
                <a:lnTo>
                  <a:pt x="15767" y="2239"/>
                </a:lnTo>
                <a:lnTo>
                  <a:pt x="15694" y="2385"/>
                </a:lnTo>
                <a:lnTo>
                  <a:pt x="15670" y="2458"/>
                </a:lnTo>
                <a:lnTo>
                  <a:pt x="15670" y="2531"/>
                </a:lnTo>
                <a:lnTo>
                  <a:pt x="15719" y="2506"/>
                </a:lnTo>
                <a:lnTo>
                  <a:pt x="15792" y="2482"/>
                </a:lnTo>
                <a:lnTo>
                  <a:pt x="15889" y="2433"/>
                </a:lnTo>
                <a:lnTo>
                  <a:pt x="15986" y="2360"/>
                </a:lnTo>
                <a:lnTo>
                  <a:pt x="16157" y="2239"/>
                </a:lnTo>
                <a:lnTo>
                  <a:pt x="16327" y="2579"/>
                </a:lnTo>
                <a:lnTo>
                  <a:pt x="16157" y="2701"/>
                </a:lnTo>
                <a:lnTo>
                  <a:pt x="15913" y="2944"/>
                </a:lnTo>
                <a:lnTo>
                  <a:pt x="15792" y="3066"/>
                </a:lnTo>
                <a:lnTo>
                  <a:pt x="15694" y="3212"/>
                </a:lnTo>
                <a:lnTo>
                  <a:pt x="15694" y="3261"/>
                </a:lnTo>
                <a:lnTo>
                  <a:pt x="15694" y="3309"/>
                </a:lnTo>
                <a:lnTo>
                  <a:pt x="15743" y="3334"/>
                </a:lnTo>
                <a:lnTo>
                  <a:pt x="15792" y="3334"/>
                </a:lnTo>
                <a:lnTo>
                  <a:pt x="15938" y="3285"/>
                </a:lnTo>
                <a:lnTo>
                  <a:pt x="16059" y="3212"/>
                </a:lnTo>
                <a:lnTo>
                  <a:pt x="16327" y="3017"/>
                </a:lnTo>
                <a:lnTo>
                  <a:pt x="16449" y="2944"/>
                </a:lnTo>
                <a:lnTo>
                  <a:pt x="16570" y="3431"/>
                </a:lnTo>
                <a:lnTo>
                  <a:pt x="16497" y="3480"/>
                </a:lnTo>
                <a:lnTo>
                  <a:pt x="16400" y="3553"/>
                </a:lnTo>
                <a:lnTo>
                  <a:pt x="16303" y="3650"/>
                </a:lnTo>
                <a:lnTo>
                  <a:pt x="16181" y="3747"/>
                </a:lnTo>
                <a:lnTo>
                  <a:pt x="15962" y="3893"/>
                </a:lnTo>
                <a:lnTo>
                  <a:pt x="15889" y="3991"/>
                </a:lnTo>
                <a:lnTo>
                  <a:pt x="15816" y="4112"/>
                </a:lnTo>
                <a:lnTo>
                  <a:pt x="15792" y="4137"/>
                </a:lnTo>
                <a:lnTo>
                  <a:pt x="15816" y="4185"/>
                </a:lnTo>
                <a:lnTo>
                  <a:pt x="15865" y="4210"/>
                </a:lnTo>
                <a:lnTo>
                  <a:pt x="15889" y="4185"/>
                </a:lnTo>
                <a:lnTo>
                  <a:pt x="16254" y="4064"/>
                </a:lnTo>
                <a:lnTo>
                  <a:pt x="16449" y="3966"/>
                </a:lnTo>
                <a:lnTo>
                  <a:pt x="16643" y="3869"/>
                </a:lnTo>
                <a:lnTo>
                  <a:pt x="16643" y="4039"/>
                </a:lnTo>
                <a:lnTo>
                  <a:pt x="16668" y="4185"/>
                </a:lnTo>
                <a:lnTo>
                  <a:pt x="16546" y="4234"/>
                </a:lnTo>
                <a:lnTo>
                  <a:pt x="16424" y="4283"/>
                </a:lnTo>
                <a:lnTo>
                  <a:pt x="16205" y="4404"/>
                </a:lnTo>
                <a:lnTo>
                  <a:pt x="15962" y="4575"/>
                </a:lnTo>
                <a:lnTo>
                  <a:pt x="15840" y="4672"/>
                </a:lnTo>
                <a:lnTo>
                  <a:pt x="15719" y="4769"/>
                </a:lnTo>
                <a:lnTo>
                  <a:pt x="15719" y="4842"/>
                </a:lnTo>
                <a:lnTo>
                  <a:pt x="15743" y="4867"/>
                </a:lnTo>
                <a:lnTo>
                  <a:pt x="15767" y="4867"/>
                </a:lnTo>
                <a:lnTo>
                  <a:pt x="16059" y="4818"/>
                </a:lnTo>
                <a:lnTo>
                  <a:pt x="16351" y="4721"/>
                </a:lnTo>
                <a:lnTo>
                  <a:pt x="16692" y="4623"/>
                </a:lnTo>
                <a:lnTo>
                  <a:pt x="16668" y="4940"/>
                </a:lnTo>
                <a:lnTo>
                  <a:pt x="16668" y="5256"/>
                </a:lnTo>
                <a:lnTo>
                  <a:pt x="16449" y="5280"/>
                </a:lnTo>
                <a:lnTo>
                  <a:pt x="16230" y="5329"/>
                </a:lnTo>
                <a:lnTo>
                  <a:pt x="16059" y="5378"/>
                </a:lnTo>
                <a:lnTo>
                  <a:pt x="15889" y="5426"/>
                </a:lnTo>
                <a:lnTo>
                  <a:pt x="15548" y="5572"/>
                </a:lnTo>
                <a:lnTo>
                  <a:pt x="15548" y="5597"/>
                </a:lnTo>
                <a:lnTo>
                  <a:pt x="15573" y="5621"/>
                </a:lnTo>
                <a:lnTo>
                  <a:pt x="15816" y="5645"/>
                </a:lnTo>
                <a:lnTo>
                  <a:pt x="16084" y="5670"/>
                </a:lnTo>
                <a:lnTo>
                  <a:pt x="16351" y="5694"/>
                </a:lnTo>
                <a:lnTo>
                  <a:pt x="16619" y="5694"/>
                </a:lnTo>
                <a:lnTo>
                  <a:pt x="16546" y="6010"/>
                </a:lnTo>
                <a:lnTo>
                  <a:pt x="16473" y="6327"/>
                </a:lnTo>
                <a:lnTo>
                  <a:pt x="16351" y="6278"/>
                </a:lnTo>
                <a:lnTo>
                  <a:pt x="16205" y="6229"/>
                </a:lnTo>
                <a:lnTo>
                  <a:pt x="15938" y="6181"/>
                </a:lnTo>
                <a:lnTo>
                  <a:pt x="15670" y="6156"/>
                </a:lnTo>
                <a:lnTo>
                  <a:pt x="15402" y="6156"/>
                </a:lnTo>
                <a:lnTo>
                  <a:pt x="15354" y="6205"/>
                </a:lnTo>
                <a:lnTo>
                  <a:pt x="15354" y="6254"/>
                </a:lnTo>
                <a:lnTo>
                  <a:pt x="15378" y="6327"/>
                </a:lnTo>
                <a:lnTo>
                  <a:pt x="15427" y="6375"/>
                </a:lnTo>
                <a:lnTo>
                  <a:pt x="15500" y="6424"/>
                </a:lnTo>
                <a:lnTo>
                  <a:pt x="15573" y="6472"/>
                </a:lnTo>
                <a:lnTo>
                  <a:pt x="15743" y="6521"/>
                </a:lnTo>
                <a:lnTo>
                  <a:pt x="15889" y="6545"/>
                </a:lnTo>
                <a:lnTo>
                  <a:pt x="16108" y="6618"/>
                </a:lnTo>
                <a:lnTo>
                  <a:pt x="16351" y="6691"/>
                </a:lnTo>
                <a:lnTo>
                  <a:pt x="16376" y="6716"/>
                </a:lnTo>
                <a:lnTo>
                  <a:pt x="16254" y="7032"/>
                </a:lnTo>
                <a:lnTo>
                  <a:pt x="16084" y="7008"/>
                </a:lnTo>
                <a:lnTo>
                  <a:pt x="15889" y="6959"/>
                </a:lnTo>
                <a:lnTo>
                  <a:pt x="15524" y="6862"/>
                </a:lnTo>
                <a:lnTo>
                  <a:pt x="15329" y="6837"/>
                </a:lnTo>
                <a:lnTo>
                  <a:pt x="15159" y="6837"/>
                </a:lnTo>
                <a:lnTo>
                  <a:pt x="14964" y="6862"/>
                </a:lnTo>
                <a:lnTo>
                  <a:pt x="14794" y="6935"/>
                </a:lnTo>
                <a:lnTo>
                  <a:pt x="14770" y="6983"/>
                </a:lnTo>
                <a:lnTo>
                  <a:pt x="14770" y="7008"/>
                </a:lnTo>
                <a:lnTo>
                  <a:pt x="14770" y="7056"/>
                </a:lnTo>
                <a:lnTo>
                  <a:pt x="14818" y="7081"/>
                </a:lnTo>
                <a:lnTo>
                  <a:pt x="15135" y="7178"/>
                </a:lnTo>
                <a:lnTo>
                  <a:pt x="15451" y="7300"/>
                </a:lnTo>
                <a:lnTo>
                  <a:pt x="15767" y="7397"/>
                </a:lnTo>
                <a:lnTo>
                  <a:pt x="16084" y="7470"/>
                </a:lnTo>
                <a:lnTo>
                  <a:pt x="15889" y="7884"/>
                </a:lnTo>
                <a:lnTo>
                  <a:pt x="15719" y="7786"/>
                </a:lnTo>
                <a:lnTo>
                  <a:pt x="15524" y="7738"/>
                </a:lnTo>
                <a:lnTo>
                  <a:pt x="15183" y="7665"/>
                </a:lnTo>
                <a:lnTo>
                  <a:pt x="14940" y="7616"/>
                </a:lnTo>
                <a:lnTo>
                  <a:pt x="14721" y="7567"/>
                </a:lnTo>
                <a:lnTo>
                  <a:pt x="14502" y="7543"/>
                </a:lnTo>
                <a:lnTo>
                  <a:pt x="14259" y="7567"/>
                </a:lnTo>
                <a:lnTo>
                  <a:pt x="14210" y="7592"/>
                </a:lnTo>
                <a:lnTo>
                  <a:pt x="14186" y="7640"/>
                </a:lnTo>
                <a:lnTo>
                  <a:pt x="14186" y="7689"/>
                </a:lnTo>
                <a:lnTo>
                  <a:pt x="14234" y="7713"/>
                </a:lnTo>
                <a:lnTo>
                  <a:pt x="14721" y="7884"/>
                </a:lnTo>
                <a:lnTo>
                  <a:pt x="15183" y="8078"/>
                </a:lnTo>
                <a:lnTo>
                  <a:pt x="15427" y="8151"/>
                </a:lnTo>
                <a:lnTo>
                  <a:pt x="15573" y="8176"/>
                </a:lnTo>
                <a:lnTo>
                  <a:pt x="15694" y="8200"/>
                </a:lnTo>
                <a:lnTo>
                  <a:pt x="15427" y="8638"/>
                </a:lnTo>
                <a:lnTo>
                  <a:pt x="15378" y="8614"/>
                </a:lnTo>
                <a:lnTo>
                  <a:pt x="14818" y="8565"/>
                </a:lnTo>
                <a:lnTo>
                  <a:pt x="14551" y="8516"/>
                </a:lnTo>
                <a:lnTo>
                  <a:pt x="14283" y="8468"/>
                </a:lnTo>
                <a:lnTo>
                  <a:pt x="13821" y="8370"/>
                </a:lnTo>
                <a:lnTo>
                  <a:pt x="13578" y="8322"/>
                </a:lnTo>
                <a:lnTo>
                  <a:pt x="13334" y="8322"/>
                </a:lnTo>
                <a:lnTo>
                  <a:pt x="13310" y="8346"/>
                </a:lnTo>
                <a:lnTo>
                  <a:pt x="13286" y="8370"/>
                </a:lnTo>
                <a:lnTo>
                  <a:pt x="13286" y="8395"/>
                </a:lnTo>
                <a:lnTo>
                  <a:pt x="13310" y="8419"/>
                </a:lnTo>
                <a:lnTo>
                  <a:pt x="13553" y="8541"/>
                </a:lnTo>
                <a:lnTo>
                  <a:pt x="13821" y="8638"/>
                </a:lnTo>
                <a:lnTo>
                  <a:pt x="14332" y="8808"/>
                </a:lnTo>
                <a:lnTo>
                  <a:pt x="14551" y="8857"/>
                </a:lnTo>
                <a:lnTo>
                  <a:pt x="14770" y="8906"/>
                </a:lnTo>
                <a:lnTo>
                  <a:pt x="15013" y="8930"/>
                </a:lnTo>
                <a:lnTo>
                  <a:pt x="15232" y="8930"/>
                </a:lnTo>
                <a:lnTo>
                  <a:pt x="14818" y="9465"/>
                </a:lnTo>
                <a:lnTo>
                  <a:pt x="14648" y="9417"/>
                </a:lnTo>
                <a:lnTo>
                  <a:pt x="14453" y="9368"/>
                </a:lnTo>
                <a:lnTo>
                  <a:pt x="14088" y="9319"/>
                </a:lnTo>
                <a:lnTo>
                  <a:pt x="13797" y="9271"/>
                </a:lnTo>
                <a:lnTo>
                  <a:pt x="13480" y="9198"/>
                </a:lnTo>
                <a:lnTo>
                  <a:pt x="13188" y="9100"/>
                </a:lnTo>
                <a:lnTo>
                  <a:pt x="12921" y="8979"/>
                </a:lnTo>
                <a:lnTo>
                  <a:pt x="12872" y="8979"/>
                </a:lnTo>
                <a:lnTo>
                  <a:pt x="12872" y="9027"/>
                </a:lnTo>
                <a:lnTo>
                  <a:pt x="12945" y="9125"/>
                </a:lnTo>
                <a:lnTo>
                  <a:pt x="13018" y="9222"/>
                </a:lnTo>
                <a:lnTo>
                  <a:pt x="13115" y="9319"/>
                </a:lnTo>
                <a:lnTo>
                  <a:pt x="13213" y="9392"/>
                </a:lnTo>
                <a:lnTo>
                  <a:pt x="13432" y="9490"/>
                </a:lnTo>
                <a:lnTo>
                  <a:pt x="13675" y="9587"/>
                </a:lnTo>
                <a:lnTo>
                  <a:pt x="13991" y="9684"/>
                </a:lnTo>
                <a:lnTo>
                  <a:pt x="14332" y="9733"/>
                </a:lnTo>
                <a:lnTo>
                  <a:pt x="14551" y="9806"/>
                </a:lnTo>
                <a:lnTo>
                  <a:pt x="14186" y="10195"/>
                </a:lnTo>
                <a:lnTo>
                  <a:pt x="14137" y="10098"/>
                </a:lnTo>
                <a:lnTo>
                  <a:pt x="14064" y="10049"/>
                </a:lnTo>
                <a:lnTo>
                  <a:pt x="13651" y="9928"/>
                </a:lnTo>
                <a:lnTo>
                  <a:pt x="13213" y="9782"/>
                </a:lnTo>
                <a:lnTo>
                  <a:pt x="12799" y="9660"/>
                </a:lnTo>
                <a:lnTo>
                  <a:pt x="12580" y="9611"/>
                </a:lnTo>
                <a:lnTo>
                  <a:pt x="12337" y="9611"/>
                </a:lnTo>
                <a:lnTo>
                  <a:pt x="12337" y="9636"/>
                </a:lnTo>
                <a:lnTo>
                  <a:pt x="12337" y="9660"/>
                </a:lnTo>
                <a:lnTo>
                  <a:pt x="12702" y="9903"/>
                </a:lnTo>
                <a:lnTo>
                  <a:pt x="13115" y="10122"/>
                </a:lnTo>
                <a:lnTo>
                  <a:pt x="13529" y="10293"/>
                </a:lnTo>
                <a:lnTo>
                  <a:pt x="13967" y="10439"/>
                </a:lnTo>
                <a:lnTo>
                  <a:pt x="13505" y="10877"/>
                </a:lnTo>
                <a:lnTo>
                  <a:pt x="13286" y="10804"/>
                </a:lnTo>
                <a:lnTo>
                  <a:pt x="13042" y="10731"/>
                </a:lnTo>
                <a:lnTo>
                  <a:pt x="12799" y="10658"/>
                </a:lnTo>
                <a:lnTo>
                  <a:pt x="12580" y="10585"/>
                </a:lnTo>
                <a:lnTo>
                  <a:pt x="12045" y="10341"/>
                </a:lnTo>
                <a:lnTo>
                  <a:pt x="11777" y="10244"/>
                </a:lnTo>
                <a:lnTo>
                  <a:pt x="11631" y="10220"/>
                </a:lnTo>
                <a:lnTo>
                  <a:pt x="11485" y="10195"/>
                </a:lnTo>
                <a:lnTo>
                  <a:pt x="11436" y="10220"/>
                </a:lnTo>
                <a:lnTo>
                  <a:pt x="11436" y="10244"/>
                </a:lnTo>
                <a:lnTo>
                  <a:pt x="11412" y="10268"/>
                </a:lnTo>
                <a:lnTo>
                  <a:pt x="11436" y="10317"/>
                </a:lnTo>
                <a:lnTo>
                  <a:pt x="11680" y="10512"/>
                </a:lnTo>
                <a:lnTo>
                  <a:pt x="11972" y="10706"/>
                </a:lnTo>
                <a:lnTo>
                  <a:pt x="12264" y="10852"/>
                </a:lnTo>
                <a:lnTo>
                  <a:pt x="12556" y="10998"/>
                </a:lnTo>
                <a:lnTo>
                  <a:pt x="12848" y="11120"/>
                </a:lnTo>
                <a:lnTo>
                  <a:pt x="12994" y="11169"/>
                </a:lnTo>
                <a:lnTo>
                  <a:pt x="13164" y="11193"/>
                </a:lnTo>
                <a:lnTo>
                  <a:pt x="12799" y="11509"/>
                </a:lnTo>
                <a:lnTo>
                  <a:pt x="12702" y="11461"/>
                </a:lnTo>
                <a:lnTo>
                  <a:pt x="12580" y="11412"/>
                </a:lnTo>
                <a:lnTo>
                  <a:pt x="12337" y="11363"/>
                </a:lnTo>
                <a:lnTo>
                  <a:pt x="12069" y="11315"/>
                </a:lnTo>
                <a:lnTo>
                  <a:pt x="11826" y="11266"/>
                </a:lnTo>
                <a:lnTo>
                  <a:pt x="11315" y="11071"/>
                </a:lnTo>
                <a:lnTo>
                  <a:pt x="11047" y="10998"/>
                </a:lnTo>
                <a:lnTo>
                  <a:pt x="10901" y="10974"/>
                </a:lnTo>
                <a:lnTo>
                  <a:pt x="10755" y="10974"/>
                </a:lnTo>
                <a:lnTo>
                  <a:pt x="10706" y="10998"/>
                </a:lnTo>
                <a:lnTo>
                  <a:pt x="10682" y="11023"/>
                </a:lnTo>
                <a:lnTo>
                  <a:pt x="10682" y="11071"/>
                </a:lnTo>
                <a:lnTo>
                  <a:pt x="10706" y="11096"/>
                </a:lnTo>
                <a:lnTo>
                  <a:pt x="10828" y="11217"/>
                </a:lnTo>
                <a:lnTo>
                  <a:pt x="10998" y="11339"/>
                </a:lnTo>
                <a:lnTo>
                  <a:pt x="11217" y="11461"/>
                </a:lnTo>
                <a:lnTo>
                  <a:pt x="11436" y="11582"/>
                </a:lnTo>
                <a:lnTo>
                  <a:pt x="11655" y="11704"/>
                </a:lnTo>
                <a:lnTo>
                  <a:pt x="11899" y="11777"/>
                </a:lnTo>
                <a:lnTo>
                  <a:pt x="12142" y="11826"/>
                </a:lnTo>
                <a:lnTo>
                  <a:pt x="12385" y="11874"/>
                </a:lnTo>
                <a:lnTo>
                  <a:pt x="12045" y="12142"/>
                </a:lnTo>
                <a:lnTo>
                  <a:pt x="11874" y="12093"/>
                </a:lnTo>
                <a:lnTo>
                  <a:pt x="11704" y="12045"/>
                </a:lnTo>
                <a:lnTo>
                  <a:pt x="11412" y="11996"/>
                </a:lnTo>
                <a:lnTo>
                  <a:pt x="11242" y="11947"/>
                </a:lnTo>
                <a:lnTo>
                  <a:pt x="11071" y="11850"/>
                </a:lnTo>
                <a:lnTo>
                  <a:pt x="10682" y="11680"/>
                </a:lnTo>
                <a:lnTo>
                  <a:pt x="10487" y="11582"/>
                </a:lnTo>
                <a:lnTo>
                  <a:pt x="10293" y="11534"/>
                </a:lnTo>
                <a:lnTo>
                  <a:pt x="10098" y="11509"/>
                </a:lnTo>
                <a:lnTo>
                  <a:pt x="9903" y="11534"/>
                </a:lnTo>
                <a:lnTo>
                  <a:pt x="9879" y="11534"/>
                </a:lnTo>
                <a:lnTo>
                  <a:pt x="9879" y="11558"/>
                </a:lnTo>
                <a:lnTo>
                  <a:pt x="9879" y="11631"/>
                </a:lnTo>
                <a:lnTo>
                  <a:pt x="9976" y="11728"/>
                </a:lnTo>
                <a:lnTo>
                  <a:pt x="10098" y="11826"/>
                </a:lnTo>
                <a:lnTo>
                  <a:pt x="10366" y="11972"/>
                </a:lnTo>
                <a:lnTo>
                  <a:pt x="10925" y="12215"/>
                </a:lnTo>
                <a:lnTo>
                  <a:pt x="11266" y="12361"/>
                </a:lnTo>
                <a:lnTo>
                  <a:pt x="11607" y="12483"/>
                </a:lnTo>
                <a:lnTo>
                  <a:pt x="11169" y="12799"/>
                </a:lnTo>
                <a:lnTo>
                  <a:pt x="10925" y="12726"/>
                </a:lnTo>
                <a:lnTo>
                  <a:pt x="10585" y="12604"/>
                </a:lnTo>
                <a:lnTo>
                  <a:pt x="10244" y="12458"/>
                </a:lnTo>
                <a:lnTo>
                  <a:pt x="9782" y="12239"/>
                </a:lnTo>
                <a:lnTo>
                  <a:pt x="9538" y="12142"/>
                </a:lnTo>
                <a:lnTo>
                  <a:pt x="9417" y="12118"/>
                </a:lnTo>
                <a:lnTo>
                  <a:pt x="9295" y="12118"/>
                </a:lnTo>
                <a:lnTo>
                  <a:pt x="9271" y="12142"/>
                </a:lnTo>
                <a:lnTo>
                  <a:pt x="9271" y="12191"/>
                </a:lnTo>
                <a:lnTo>
                  <a:pt x="9344" y="12312"/>
                </a:lnTo>
                <a:lnTo>
                  <a:pt x="9441" y="12410"/>
                </a:lnTo>
                <a:lnTo>
                  <a:pt x="9563" y="12507"/>
                </a:lnTo>
                <a:lnTo>
                  <a:pt x="9684" y="12604"/>
                </a:lnTo>
                <a:lnTo>
                  <a:pt x="9976" y="12750"/>
                </a:lnTo>
                <a:lnTo>
                  <a:pt x="10244" y="12896"/>
                </a:lnTo>
                <a:lnTo>
                  <a:pt x="10463" y="12994"/>
                </a:lnTo>
                <a:lnTo>
                  <a:pt x="10731" y="13115"/>
                </a:lnTo>
                <a:lnTo>
                  <a:pt x="10220" y="13456"/>
                </a:lnTo>
                <a:lnTo>
                  <a:pt x="10220" y="13359"/>
                </a:lnTo>
                <a:lnTo>
                  <a:pt x="10195" y="13334"/>
                </a:lnTo>
                <a:lnTo>
                  <a:pt x="10147" y="13286"/>
                </a:lnTo>
                <a:lnTo>
                  <a:pt x="9976" y="13188"/>
                </a:lnTo>
                <a:lnTo>
                  <a:pt x="9782" y="13091"/>
                </a:lnTo>
                <a:lnTo>
                  <a:pt x="9417" y="12921"/>
                </a:lnTo>
                <a:lnTo>
                  <a:pt x="9222" y="12848"/>
                </a:lnTo>
                <a:lnTo>
                  <a:pt x="9052" y="12775"/>
                </a:lnTo>
                <a:lnTo>
                  <a:pt x="8857" y="12726"/>
                </a:lnTo>
                <a:lnTo>
                  <a:pt x="8662" y="12726"/>
                </a:lnTo>
                <a:lnTo>
                  <a:pt x="8638" y="12750"/>
                </a:lnTo>
                <a:lnTo>
                  <a:pt x="8638" y="12775"/>
                </a:lnTo>
                <a:lnTo>
                  <a:pt x="8979" y="13018"/>
                </a:lnTo>
                <a:lnTo>
                  <a:pt x="9319" y="13261"/>
                </a:lnTo>
                <a:lnTo>
                  <a:pt x="9490" y="13383"/>
                </a:lnTo>
                <a:lnTo>
                  <a:pt x="9660" y="13480"/>
                </a:lnTo>
                <a:lnTo>
                  <a:pt x="9855" y="13553"/>
                </a:lnTo>
                <a:lnTo>
                  <a:pt x="10049" y="13602"/>
                </a:lnTo>
                <a:lnTo>
                  <a:pt x="9538" y="13943"/>
                </a:lnTo>
                <a:lnTo>
                  <a:pt x="9538" y="13918"/>
                </a:lnTo>
                <a:lnTo>
                  <a:pt x="9465" y="13870"/>
                </a:lnTo>
                <a:lnTo>
                  <a:pt x="9368" y="13821"/>
                </a:lnTo>
                <a:lnTo>
                  <a:pt x="9222" y="13724"/>
                </a:lnTo>
                <a:lnTo>
                  <a:pt x="8808" y="13407"/>
                </a:lnTo>
                <a:lnTo>
                  <a:pt x="8662" y="13286"/>
                </a:lnTo>
                <a:lnTo>
                  <a:pt x="8492" y="13140"/>
                </a:lnTo>
                <a:lnTo>
                  <a:pt x="8297" y="13042"/>
                </a:lnTo>
                <a:lnTo>
                  <a:pt x="8200" y="12994"/>
                </a:lnTo>
                <a:lnTo>
                  <a:pt x="8054" y="12994"/>
                </a:lnTo>
                <a:lnTo>
                  <a:pt x="8030" y="13018"/>
                </a:lnTo>
                <a:lnTo>
                  <a:pt x="7957" y="13091"/>
                </a:lnTo>
                <a:lnTo>
                  <a:pt x="7957" y="13164"/>
                </a:lnTo>
                <a:lnTo>
                  <a:pt x="7981" y="13213"/>
                </a:lnTo>
                <a:lnTo>
                  <a:pt x="8005" y="13261"/>
                </a:lnTo>
                <a:lnTo>
                  <a:pt x="8297" y="13529"/>
                </a:lnTo>
                <a:lnTo>
                  <a:pt x="8614" y="13772"/>
                </a:lnTo>
                <a:lnTo>
                  <a:pt x="8881" y="13991"/>
                </a:lnTo>
                <a:lnTo>
                  <a:pt x="9027" y="14113"/>
                </a:lnTo>
                <a:lnTo>
                  <a:pt x="9173" y="14210"/>
                </a:lnTo>
                <a:lnTo>
                  <a:pt x="8784" y="14478"/>
                </a:lnTo>
                <a:lnTo>
                  <a:pt x="8711" y="14502"/>
                </a:lnTo>
                <a:lnTo>
                  <a:pt x="8565" y="14381"/>
                </a:lnTo>
                <a:lnTo>
                  <a:pt x="8419" y="14259"/>
                </a:lnTo>
                <a:lnTo>
                  <a:pt x="8103" y="14040"/>
                </a:lnTo>
                <a:lnTo>
                  <a:pt x="7713" y="13797"/>
                </a:lnTo>
                <a:lnTo>
                  <a:pt x="7348" y="13578"/>
                </a:lnTo>
                <a:lnTo>
                  <a:pt x="6570" y="13115"/>
                </a:lnTo>
                <a:lnTo>
                  <a:pt x="6180" y="12872"/>
                </a:lnTo>
                <a:lnTo>
                  <a:pt x="5767" y="12604"/>
                </a:lnTo>
                <a:lnTo>
                  <a:pt x="5402" y="12312"/>
                </a:lnTo>
                <a:lnTo>
                  <a:pt x="5037" y="11996"/>
                </a:lnTo>
                <a:lnTo>
                  <a:pt x="4623" y="11680"/>
                </a:lnTo>
                <a:lnTo>
                  <a:pt x="4210" y="11363"/>
                </a:lnTo>
                <a:lnTo>
                  <a:pt x="3820" y="11023"/>
                </a:lnTo>
                <a:lnTo>
                  <a:pt x="3626" y="10852"/>
                </a:lnTo>
                <a:lnTo>
                  <a:pt x="3455" y="10658"/>
                </a:lnTo>
                <a:lnTo>
                  <a:pt x="2847" y="9952"/>
                </a:lnTo>
                <a:lnTo>
                  <a:pt x="2263" y="9222"/>
                </a:lnTo>
                <a:lnTo>
                  <a:pt x="1971" y="8857"/>
                </a:lnTo>
                <a:lnTo>
                  <a:pt x="1728" y="8468"/>
                </a:lnTo>
                <a:lnTo>
                  <a:pt x="1484" y="8054"/>
                </a:lnTo>
                <a:lnTo>
                  <a:pt x="1265" y="7640"/>
                </a:lnTo>
                <a:lnTo>
                  <a:pt x="1095" y="7227"/>
                </a:lnTo>
                <a:lnTo>
                  <a:pt x="949" y="6789"/>
                </a:lnTo>
                <a:lnTo>
                  <a:pt x="827" y="6351"/>
                </a:lnTo>
                <a:lnTo>
                  <a:pt x="730" y="5889"/>
                </a:lnTo>
                <a:lnTo>
                  <a:pt x="657" y="5451"/>
                </a:lnTo>
                <a:lnTo>
                  <a:pt x="633" y="4988"/>
                </a:lnTo>
                <a:lnTo>
                  <a:pt x="608" y="4526"/>
                </a:lnTo>
                <a:lnTo>
                  <a:pt x="608" y="4064"/>
                </a:lnTo>
                <a:lnTo>
                  <a:pt x="608" y="3674"/>
                </a:lnTo>
                <a:lnTo>
                  <a:pt x="657" y="3261"/>
                </a:lnTo>
                <a:lnTo>
                  <a:pt x="706" y="2871"/>
                </a:lnTo>
                <a:lnTo>
                  <a:pt x="827" y="2482"/>
                </a:lnTo>
                <a:lnTo>
                  <a:pt x="973" y="2117"/>
                </a:lnTo>
                <a:lnTo>
                  <a:pt x="1046" y="1947"/>
                </a:lnTo>
                <a:lnTo>
                  <a:pt x="1168" y="1776"/>
                </a:lnTo>
                <a:lnTo>
                  <a:pt x="1265" y="1630"/>
                </a:lnTo>
                <a:lnTo>
                  <a:pt x="1411" y="1460"/>
                </a:lnTo>
                <a:lnTo>
                  <a:pt x="1557" y="1338"/>
                </a:lnTo>
                <a:lnTo>
                  <a:pt x="1728" y="1192"/>
                </a:lnTo>
                <a:lnTo>
                  <a:pt x="1922" y="1071"/>
                </a:lnTo>
                <a:lnTo>
                  <a:pt x="2117" y="949"/>
                </a:lnTo>
                <a:lnTo>
                  <a:pt x="2336" y="852"/>
                </a:lnTo>
                <a:lnTo>
                  <a:pt x="2531" y="779"/>
                </a:lnTo>
                <a:lnTo>
                  <a:pt x="2774" y="706"/>
                </a:lnTo>
                <a:lnTo>
                  <a:pt x="2993" y="633"/>
                </a:lnTo>
                <a:lnTo>
                  <a:pt x="3455" y="560"/>
                </a:lnTo>
                <a:lnTo>
                  <a:pt x="3918" y="535"/>
                </a:lnTo>
                <a:close/>
                <a:moveTo>
                  <a:pt x="3358" y="0"/>
                </a:moveTo>
                <a:lnTo>
                  <a:pt x="2969" y="73"/>
                </a:lnTo>
                <a:lnTo>
                  <a:pt x="2579" y="146"/>
                </a:lnTo>
                <a:lnTo>
                  <a:pt x="2239" y="268"/>
                </a:lnTo>
                <a:lnTo>
                  <a:pt x="1874" y="414"/>
                </a:lnTo>
                <a:lnTo>
                  <a:pt x="1557" y="608"/>
                </a:lnTo>
                <a:lnTo>
                  <a:pt x="1241" y="827"/>
                </a:lnTo>
                <a:lnTo>
                  <a:pt x="949" y="1095"/>
                </a:lnTo>
                <a:lnTo>
                  <a:pt x="706" y="1387"/>
                </a:lnTo>
                <a:lnTo>
                  <a:pt x="487" y="1728"/>
                </a:lnTo>
                <a:lnTo>
                  <a:pt x="316" y="2093"/>
                </a:lnTo>
                <a:lnTo>
                  <a:pt x="195" y="2482"/>
                </a:lnTo>
                <a:lnTo>
                  <a:pt x="97" y="2896"/>
                </a:lnTo>
                <a:lnTo>
                  <a:pt x="49" y="3309"/>
                </a:lnTo>
                <a:lnTo>
                  <a:pt x="0" y="3747"/>
                </a:lnTo>
                <a:lnTo>
                  <a:pt x="0" y="4161"/>
                </a:lnTo>
                <a:lnTo>
                  <a:pt x="24" y="4988"/>
                </a:lnTo>
                <a:lnTo>
                  <a:pt x="73" y="5451"/>
                </a:lnTo>
                <a:lnTo>
                  <a:pt x="146" y="5913"/>
                </a:lnTo>
                <a:lnTo>
                  <a:pt x="219" y="6351"/>
                </a:lnTo>
                <a:lnTo>
                  <a:pt x="341" y="6789"/>
                </a:lnTo>
                <a:lnTo>
                  <a:pt x="487" y="7227"/>
                </a:lnTo>
                <a:lnTo>
                  <a:pt x="633" y="7665"/>
                </a:lnTo>
                <a:lnTo>
                  <a:pt x="827" y="8078"/>
                </a:lnTo>
                <a:lnTo>
                  <a:pt x="1046" y="8492"/>
                </a:lnTo>
                <a:lnTo>
                  <a:pt x="1265" y="8881"/>
                </a:lnTo>
                <a:lnTo>
                  <a:pt x="1533" y="9246"/>
                </a:lnTo>
                <a:lnTo>
                  <a:pt x="1801" y="9587"/>
                </a:lnTo>
                <a:lnTo>
                  <a:pt x="2093" y="9928"/>
                </a:lnTo>
                <a:lnTo>
                  <a:pt x="2458" y="10341"/>
                </a:lnTo>
                <a:lnTo>
                  <a:pt x="2798" y="10779"/>
                </a:lnTo>
                <a:lnTo>
                  <a:pt x="3139" y="11169"/>
                </a:lnTo>
                <a:lnTo>
                  <a:pt x="3334" y="11363"/>
                </a:lnTo>
                <a:lnTo>
                  <a:pt x="3553" y="11558"/>
                </a:lnTo>
                <a:lnTo>
                  <a:pt x="4331" y="12215"/>
                </a:lnTo>
                <a:lnTo>
                  <a:pt x="5134" y="12823"/>
                </a:lnTo>
                <a:lnTo>
                  <a:pt x="5961" y="13432"/>
                </a:lnTo>
                <a:lnTo>
                  <a:pt x="6399" y="13724"/>
                </a:lnTo>
                <a:lnTo>
                  <a:pt x="6837" y="13991"/>
                </a:lnTo>
                <a:lnTo>
                  <a:pt x="7275" y="14235"/>
                </a:lnTo>
                <a:lnTo>
                  <a:pt x="7689" y="14502"/>
                </a:lnTo>
                <a:lnTo>
                  <a:pt x="7981" y="14672"/>
                </a:lnTo>
                <a:lnTo>
                  <a:pt x="8127" y="14770"/>
                </a:lnTo>
                <a:lnTo>
                  <a:pt x="8249" y="14891"/>
                </a:lnTo>
                <a:lnTo>
                  <a:pt x="8249" y="14964"/>
                </a:lnTo>
                <a:lnTo>
                  <a:pt x="8249" y="15062"/>
                </a:lnTo>
                <a:lnTo>
                  <a:pt x="8297" y="15110"/>
                </a:lnTo>
                <a:lnTo>
                  <a:pt x="8370" y="15183"/>
                </a:lnTo>
                <a:lnTo>
                  <a:pt x="8443" y="15208"/>
                </a:lnTo>
                <a:lnTo>
                  <a:pt x="8516" y="15232"/>
                </a:lnTo>
                <a:lnTo>
                  <a:pt x="8614" y="15232"/>
                </a:lnTo>
                <a:lnTo>
                  <a:pt x="8711" y="15183"/>
                </a:lnTo>
                <a:lnTo>
                  <a:pt x="8735" y="15159"/>
                </a:lnTo>
                <a:lnTo>
                  <a:pt x="8784" y="15110"/>
                </a:lnTo>
                <a:lnTo>
                  <a:pt x="9490" y="14599"/>
                </a:lnTo>
                <a:lnTo>
                  <a:pt x="10220" y="14113"/>
                </a:lnTo>
                <a:lnTo>
                  <a:pt x="10925" y="13602"/>
                </a:lnTo>
                <a:lnTo>
                  <a:pt x="11631" y="13115"/>
                </a:lnTo>
                <a:lnTo>
                  <a:pt x="12312" y="12604"/>
                </a:lnTo>
                <a:lnTo>
                  <a:pt x="12969" y="12069"/>
                </a:lnTo>
                <a:lnTo>
                  <a:pt x="13578" y="11509"/>
                </a:lnTo>
                <a:lnTo>
                  <a:pt x="14186" y="10925"/>
                </a:lnTo>
                <a:lnTo>
                  <a:pt x="14745" y="10341"/>
                </a:lnTo>
                <a:lnTo>
                  <a:pt x="15256" y="9733"/>
                </a:lnTo>
                <a:lnTo>
                  <a:pt x="15743" y="9076"/>
                </a:lnTo>
                <a:lnTo>
                  <a:pt x="15962" y="8735"/>
                </a:lnTo>
                <a:lnTo>
                  <a:pt x="16157" y="8395"/>
                </a:lnTo>
                <a:lnTo>
                  <a:pt x="16351" y="8054"/>
                </a:lnTo>
                <a:lnTo>
                  <a:pt x="16522" y="7689"/>
                </a:lnTo>
                <a:lnTo>
                  <a:pt x="16668" y="7324"/>
                </a:lnTo>
                <a:lnTo>
                  <a:pt x="16814" y="6959"/>
                </a:lnTo>
                <a:lnTo>
                  <a:pt x="16935" y="6570"/>
                </a:lnTo>
                <a:lnTo>
                  <a:pt x="17033" y="6181"/>
                </a:lnTo>
                <a:lnTo>
                  <a:pt x="17106" y="5791"/>
                </a:lnTo>
                <a:lnTo>
                  <a:pt x="17179" y="5378"/>
                </a:lnTo>
                <a:lnTo>
                  <a:pt x="17203" y="5013"/>
                </a:lnTo>
                <a:lnTo>
                  <a:pt x="17227" y="4623"/>
                </a:lnTo>
                <a:lnTo>
                  <a:pt x="17227" y="4210"/>
                </a:lnTo>
                <a:lnTo>
                  <a:pt x="17203" y="3820"/>
                </a:lnTo>
                <a:lnTo>
                  <a:pt x="17130" y="3407"/>
                </a:lnTo>
                <a:lnTo>
                  <a:pt x="17057" y="3017"/>
                </a:lnTo>
                <a:lnTo>
                  <a:pt x="16960" y="2652"/>
                </a:lnTo>
                <a:lnTo>
                  <a:pt x="16814" y="2287"/>
                </a:lnTo>
                <a:lnTo>
                  <a:pt x="16643" y="1947"/>
                </a:lnTo>
                <a:lnTo>
                  <a:pt x="16449" y="1655"/>
                </a:lnTo>
                <a:lnTo>
                  <a:pt x="16205" y="1363"/>
                </a:lnTo>
                <a:lnTo>
                  <a:pt x="15938" y="1119"/>
                </a:lnTo>
                <a:lnTo>
                  <a:pt x="15646" y="876"/>
                </a:lnTo>
                <a:lnTo>
                  <a:pt x="15329" y="681"/>
                </a:lnTo>
                <a:lnTo>
                  <a:pt x="14989" y="511"/>
                </a:lnTo>
                <a:lnTo>
                  <a:pt x="14648" y="365"/>
                </a:lnTo>
                <a:lnTo>
                  <a:pt x="14332" y="243"/>
                </a:lnTo>
                <a:lnTo>
                  <a:pt x="13967" y="170"/>
                </a:lnTo>
                <a:lnTo>
                  <a:pt x="13578" y="97"/>
                </a:lnTo>
                <a:lnTo>
                  <a:pt x="13188" y="73"/>
                </a:lnTo>
                <a:lnTo>
                  <a:pt x="12799" y="49"/>
                </a:lnTo>
                <a:lnTo>
                  <a:pt x="12410" y="73"/>
                </a:lnTo>
                <a:lnTo>
                  <a:pt x="12045" y="146"/>
                </a:lnTo>
                <a:lnTo>
                  <a:pt x="11704" y="243"/>
                </a:lnTo>
                <a:lnTo>
                  <a:pt x="11217" y="462"/>
                </a:lnTo>
                <a:lnTo>
                  <a:pt x="10731" y="706"/>
                </a:lnTo>
                <a:lnTo>
                  <a:pt x="10268" y="949"/>
                </a:lnTo>
                <a:lnTo>
                  <a:pt x="9806" y="1241"/>
                </a:lnTo>
                <a:lnTo>
                  <a:pt x="9611" y="1363"/>
                </a:lnTo>
                <a:lnTo>
                  <a:pt x="9271" y="1582"/>
                </a:lnTo>
                <a:lnTo>
                  <a:pt x="8906" y="1874"/>
                </a:lnTo>
                <a:lnTo>
                  <a:pt x="8735" y="2044"/>
                </a:lnTo>
                <a:lnTo>
                  <a:pt x="8589" y="2190"/>
                </a:lnTo>
                <a:lnTo>
                  <a:pt x="8468" y="2044"/>
                </a:lnTo>
                <a:lnTo>
                  <a:pt x="8322" y="1922"/>
                </a:lnTo>
                <a:lnTo>
                  <a:pt x="7981" y="1630"/>
                </a:lnTo>
                <a:lnTo>
                  <a:pt x="7592" y="1363"/>
                </a:lnTo>
                <a:lnTo>
                  <a:pt x="7202" y="1119"/>
                </a:lnTo>
                <a:lnTo>
                  <a:pt x="6813" y="900"/>
                </a:lnTo>
                <a:lnTo>
                  <a:pt x="6472" y="706"/>
                </a:lnTo>
                <a:lnTo>
                  <a:pt x="5986" y="487"/>
                </a:lnTo>
                <a:lnTo>
                  <a:pt x="5645" y="341"/>
                </a:lnTo>
                <a:lnTo>
                  <a:pt x="5280" y="219"/>
                </a:lnTo>
                <a:lnTo>
                  <a:pt x="4915" y="122"/>
                </a:lnTo>
                <a:lnTo>
                  <a:pt x="4526" y="49"/>
                </a:lnTo>
                <a:lnTo>
                  <a:pt x="4137"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05" name="Google Shape;805;p39"/>
          <p:cNvSpPr/>
          <p:nvPr/>
        </p:nvSpPr>
        <p:spPr>
          <a:xfrm>
            <a:off x="3218647" y="926043"/>
            <a:ext cx="365350" cy="336633"/>
          </a:xfrm>
          <a:custGeom>
            <a:avLst/>
            <a:gdLst/>
            <a:ahLst/>
            <a:cxnLst/>
            <a:rect l="l" t="t" r="r" b="b"/>
            <a:pathLst>
              <a:path w="16717" h="15403" extrusionOk="0">
                <a:moveTo>
                  <a:pt x="9149" y="511"/>
                </a:moveTo>
                <a:lnTo>
                  <a:pt x="9587" y="560"/>
                </a:lnTo>
                <a:lnTo>
                  <a:pt x="10025" y="608"/>
                </a:lnTo>
                <a:lnTo>
                  <a:pt x="10439" y="681"/>
                </a:lnTo>
                <a:lnTo>
                  <a:pt x="10877" y="779"/>
                </a:lnTo>
                <a:lnTo>
                  <a:pt x="11290" y="900"/>
                </a:lnTo>
                <a:lnTo>
                  <a:pt x="11704" y="1046"/>
                </a:lnTo>
                <a:lnTo>
                  <a:pt x="12093" y="1217"/>
                </a:lnTo>
                <a:lnTo>
                  <a:pt x="12483" y="1411"/>
                </a:lnTo>
                <a:lnTo>
                  <a:pt x="12994" y="1703"/>
                </a:lnTo>
                <a:lnTo>
                  <a:pt x="13505" y="2020"/>
                </a:lnTo>
                <a:lnTo>
                  <a:pt x="13967" y="2360"/>
                </a:lnTo>
                <a:lnTo>
                  <a:pt x="14210" y="2555"/>
                </a:lnTo>
                <a:lnTo>
                  <a:pt x="14405" y="2750"/>
                </a:lnTo>
                <a:lnTo>
                  <a:pt x="14332" y="2871"/>
                </a:lnTo>
                <a:lnTo>
                  <a:pt x="14308" y="3017"/>
                </a:lnTo>
                <a:lnTo>
                  <a:pt x="14308" y="3066"/>
                </a:lnTo>
                <a:lnTo>
                  <a:pt x="14332" y="3090"/>
                </a:lnTo>
                <a:lnTo>
                  <a:pt x="14405" y="3139"/>
                </a:lnTo>
                <a:lnTo>
                  <a:pt x="14478" y="3139"/>
                </a:lnTo>
                <a:lnTo>
                  <a:pt x="14551" y="3090"/>
                </a:lnTo>
                <a:lnTo>
                  <a:pt x="14624" y="2993"/>
                </a:lnTo>
                <a:lnTo>
                  <a:pt x="14867" y="3285"/>
                </a:lnTo>
                <a:lnTo>
                  <a:pt x="14770" y="3358"/>
                </a:lnTo>
                <a:lnTo>
                  <a:pt x="14697" y="3431"/>
                </a:lnTo>
                <a:lnTo>
                  <a:pt x="14600" y="3601"/>
                </a:lnTo>
                <a:lnTo>
                  <a:pt x="14575" y="3674"/>
                </a:lnTo>
                <a:lnTo>
                  <a:pt x="14575" y="3723"/>
                </a:lnTo>
                <a:lnTo>
                  <a:pt x="14575" y="3772"/>
                </a:lnTo>
                <a:lnTo>
                  <a:pt x="14600" y="3796"/>
                </a:lnTo>
                <a:lnTo>
                  <a:pt x="14648" y="3796"/>
                </a:lnTo>
                <a:lnTo>
                  <a:pt x="14721" y="3772"/>
                </a:lnTo>
                <a:lnTo>
                  <a:pt x="14867" y="3699"/>
                </a:lnTo>
                <a:lnTo>
                  <a:pt x="15086" y="3601"/>
                </a:lnTo>
                <a:lnTo>
                  <a:pt x="15208" y="3820"/>
                </a:lnTo>
                <a:lnTo>
                  <a:pt x="15305" y="4064"/>
                </a:lnTo>
                <a:lnTo>
                  <a:pt x="15111" y="4137"/>
                </a:lnTo>
                <a:lnTo>
                  <a:pt x="15013" y="4185"/>
                </a:lnTo>
                <a:lnTo>
                  <a:pt x="14916" y="4234"/>
                </a:lnTo>
                <a:lnTo>
                  <a:pt x="14892" y="4307"/>
                </a:lnTo>
                <a:lnTo>
                  <a:pt x="14892" y="4380"/>
                </a:lnTo>
                <a:lnTo>
                  <a:pt x="14940" y="4429"/>
                </a:lnTo>
                <a:lnTo>
                  <a:pt x="15013" y="4453"/>
                </a:lnTo>
                <a:lnTo>
                  <a:pt x="15135" y="4453"/>
                </a:lnTo>
                <a:lnTo>
                  <a:pt x="15232" y="4429"/>
                </a:lnTo>
                <a:lnTo>
                  <a:pt x="15427" y="4380"/>
                </a:lnTo>
                <a:lnTo>
                  <a:pt x="15573" y="4915"/>
                </a:lnTo>
                <a:lnTo>
                  <a:pt x="15403" y="4964"/>
                </a:lnTo>
                <a:lnTo>
                  <a:pt x="15232" y="5061"/>
                </a:lnTo>
                <a:lnTo>
                  <a:pt x="15086" y="5183"/>
                </a:lnTo>
                <a:lnTo>
                  <a:pt x="15038" y="5256"/>
                </a:lnTo>
                <a:lnTo>
                  <a:pt x="15013" y="5329"/>
                </a:lnTo>
                <a:lnTo>
                  <a:pt x="15013" y="5378"/>
                </a:lnTo>
                <a:lnTo>
                  <a:pt x="15038" y="5402"/>
                </a:lnTo>
                <a:lnTo>
                  <a:pt x="15062" y="5426"/>
                </a:lnTo>
                <a:lnTo>
                  <a:pt x="15111" y="5451"/>
                </a:lnTo>
                <a:lnTo>
                  <a:pt x="15208" y="5451"/>
                </a:lnTo>
                <a:lnTo>
                  <a:pt x="15305" y="5426"/>
                </a:lnTo>
                <a:lnTo>
                  <a:pt x="15476" y="5353"/>
                </a:lnTo>
                <a:lnTo>
                  <a:pt x="15695" y="5305"/>
                </a:lnTo>
                <a:lnTo>
                  <a:pt x="15792" y="5743"/>
                </a:lnTo>
                <a:lnTo>
                  <a:pt x="15622" y="5816"/>
                </a:lnTo>
                <a:lnTo>
                  <a:pt x="15451" y="5864"/>
                </a:lnTo>
                <a:lnTo>
                  <a:pt x="15305" y="5937"/>
                </a:lnTo>
                <a:lnTo>
                  <a:pt x="15159" y="6035"/>
                </a:lnTo>
                <a:lnTo>
                  <a:pt x="15013" y="6132"/>
                </a:lnTo>
                <a:lnTo>
                  <a:pt x="15013" y="6181"/>
                </a:lnTo>
                <a:lnTo>
                  <a:pt x="15013" y="6205"/>
                </a:lnTo>
                <a:lnTo>
                  <a:pt x="15038" y="6229"/>
                </a:lnTo>
                <a:lnTo>
                  <a:pt x="15403" y="6229"/>
                </a:lnTo>
                <a:lnTo>
                  <a:pt x="15719" y="6181"/>
                </a:lnTo>
                <a:lnTo>
                  <a:pt x="15914" y="6156"/>
                </a:lnTo>
                <a:lnTo>
                  <a:pt x="16035" y="6594"/>
                </a:lnTo>
                <a:lnTo>
                  <a:pt x="15768" y="6691"/>
                </a:lnTo>
                <a:lnTo>
                  <a:pt x="15549" y="6764"/>
                </a:lnTo>
                <a:lnTo>
                  <a:pt x="15184" y="6910"/>
                </a:lnTo>
                <a:lnTo>
                  <a:pt x="15135" y="6935"/>
                </a:lnTo>
                <a:lnTo>
                  <a:pt x="15062" y="6983"/>
                </a:lnTo>
                <a:lnTo>
                  <a:pt x="15038" y="7032"/>
                </a:lnTo>
                <a:lnTo>
                  <a:pt x="15013" y="7081"/>
                </a:lnTo>
                <a:lnTo>
                  <a:pt x="15038" y="7056"/>
                </a:lnTo>
                <a:lnTo>
                  <a:pt x="15013" y="7105"/>
                </a:lnTo>
                <a:lnTo>
                  <a:pt x="15013" y="7129"/>
                </a:lnTo>
                <a:lnTo>
                  <a:pt x="15038" y="7154"/>
                </a:lnTo>
                <a:lnTo>
                  <a:pt x="15086" y="7202"/>
                </a:lnTo>
                <a:lnTo>
                  <a:pt x="15208" y="7227"/>
                </a:lnTo>
                <a:lnTo>
                  <a:pt x="15403" y="7227"/>
                </a:lnTo>
                <a:lnTo>
                  <a:pt x="15622" y="7178"/>
                </a:lnTo>
                <a:lnTo>
                  <a:pt x="15841" y="7129"/>
                </a:lnTo>
                <a:lnTo>
                  <a:pt x="16108" y="7056"/>
                </a:lnTo>
                <a:lnTo>
                  <a:pt x="16108" y="7397"/>
                </a:lnTo>
                <a:lnTo>
                  <a:pt x="16108" y="7713"/>
                </a:lnTo>
                <a:lnTo>
                  <a:pt x="16035" y="7713"/>
                </a:lnTo>
                <a:lnTo>
                  <a:pt x="15670" y="7762"/>
                </a:lnTo>
                <a:lnTo>
                  <a:pt x="15330" y="7786"/>
                </a:lnTo>
                <a:lnTo>
                  <a:pt x="14965" y="7835"/>
                </a:lnTo>
                <a:lnTo>
                  <a:pt x="14600" y="7932"/>
                </a:lnTo>
                <a:lnTo>
                  <a:pt x="14575" y="7957"/>
                </a:lnTo>
                <a:lnTo>
                  <a:pt x="14575" y="7981"/>
                </a:lnTo>
                <a:lnTo>
                  <a:pt x="14575" y="8005"/>
                </a:lnTo>
                <a:lnTo>
                  <a:pt x="14600" y="8030"/>
                </a:lnTo>
                <a:lnTo>
                  <a:pt x="15330" y="8151"/>
                </a:lnTo>
                <a:lnTo>
                  <a:pt x="15500" y="8176"/>
                </a:lnTo>
                <a:lnTo>
                  <a:pt x="15695" y="8200"/>
                </a:lnTo>
                <a:lnTo>
                  <a:pt x="15865" y="8176"/>
                </a:lnTo>
                <a:lnTo>
                  <a:pt x="16035" y="8127"/>
                </a:lnTo>
                <a:lnTo>
                  <a:pt x="16035" y="8176"/>
                </a:lnTo>
                <a:lnTo>
                  <a:pt x="15938" y="8565"/>
                </a:lnTo>
                <a:lnTo>
                  <a:pt x="15816" y="8930"/>
                </a:lnTo>
                <a:lnTo>
                  <a:pt x="15524" y="8881"/>
                </a:lnTo>
                <a:lnTo>
                  <a:pt x="15232" y="8833"/>
                </a:lnTo>
                <a:lnTo>
                  <a:pt x="15013" y="8784"/>
                </a:lnTo>
                <a:lnTo>
                  <a:pt x="14794" y="8760"/>
                </a:lnTo>
                <a:lnTo>
                  <a:pt x="14332" y="8784"/>
                </a:lnTo>
                <a:lnTo>
                  <a:pt x="14308" y="8784"/>
                </a:lnTo>
                <a:lnTo>
                  <a:pt x="14308" y="8808"/>
                </a:lnTo>
                <a:lnTo>
                  <a:pt x="14308" y="8833"/>
                </a:lnTo>
                <a:lnTo>
                  <a:pt x="14332" y="8833"/>
                </a:lnTo>
                <a:lnTo>
                  <a:pt x="14478" y="8881"/>
                </a:lnTo>
                <a:lnTo>
                  <a:pt x="14624" y="8954"/>
                </a:lnTo>
                <a:lnTo>
                  <a:pt x="14965" y="9125"/>
                </a:lnTo>
                <a:lnTo>
                  <a:pt x="15281" y="9271"/>
                </a:lnTo>
                <a:lnTo>
                  <a:pt x="15451" y="9319"/>
                </a:lnTo>
                <a:lnTo>
                  <a:pt x="15622" y="9368"/>
                </a:lnTo>
                <a:lnTo>
                  <a:pt x="15500" y="9636"/>
                </a:lnTo>
                <a:lnTo>
                  <a:pt x="15354" y="9903"/>
                </a:lnTo>
                <a:lnTo>
                  <a:pt x="15135" y="9782"/>
                </a:lnTo>
                <a:lnTo>
                  <a:pt x="14916" y="9684"/>
                </a:lnTo>
                <a:lnTo>
                  <a:pt x="14429" y="9563"/>
                </a:lnTo>
                <a:lnTo>
                  <a:pt x="14210" y="9490"/>
                </a:lnTo>
                <a:lnTo>
                  <a:pt x="13943" y="9441"/>
                </a:lnTo>
                <a:lnTo>
                  <a:pt x="13699" y="9417"/>
                </a:lnTo>
                <a:lnTo>
                  <a:pt x="13553" y="9417"/>
                </a:lnTo>
                <a:lnTo>
                  <a:pt x="13456" y="9465"/>
                </a:lnTo>
                <a:lnTo>
                  <a:pt x="13432" y="9490"/>
                </a:lnTo>
                <a:lnTo>
                  <a:pt x="13432" y="9514"/>
                </a:lnTo>
                <a:lnTo>
                  <a:pt x="13578" y="9636"/>
                </a:lnTo>
                <a:lnTo>
                  <a:pt x="13772" y="9733"/>
                </a:lnTo>
                <a:lnTo>
                  <a:pt x="14137" y="9855"/>
                </a:lnTo>
                <a:lnTo>
                  <a:pt x="14648" y="10049"/>
                </a:lnTo>
                <a:lnTo>
                  <a:pt x="14892" y="10147"/>
                </a:lnTo>
                <a:lnTo>
                  <a:pt x="15135" y="10244"/>
                </a:lnTo>
                <a:lnTo>
                  <a:pt x="14794" y="10706"/>
                </a:lnTo>
                <a:lnTo>
                  <a:pt x="14721" y="10658"/>
                </a:lnTo>
                <a:lnTo>
                  <a:pt x="14624" y="10633"/>
                </a:lnTo>
                <a:lnTo>
                  <a:pt x="14405" y="10560"/>
                </a:lnTo>
                <a:lnTo>
                  <a:pt x="13991" y="10512"/>
                </a:lnTo>
                <a:lnTo>
                  <a:pt x="13772" y="10439"/>
                </a:lnTo>
                <a:lnTo>
                  <a:pt x="13505" y="10366"/>
                </a:lnTo>
                <a:lnTo>
                  <a:pt x="13359" y="10341"/>
                </a:lnTo>
                <a:lnTo>
                  <a:pt x="13213" y="10317"/>
                </a:lnTo>
                <a:lnTo>
                  <a:pt x="13115" y="10341"/>
                </a:lnTo>
                <a:lnTo>
                  <a:pt x="12994" y="10390"/>
                </a:lnTo>
                <a:lnTo>
                  <a:pt x="12994" y="10414"/>
                </a:lnTo>
                <a:lnTo>
                  <a:pt x="13018" y="10536"/>
                </a:lnTo>
                <a:lnTo>
                  <a:pt x="13091" y="10609"/>
                </a:lnTo>
                <a:lnTo>
                  <a:pt x="13188" y="10682"/>
                </a:lnTo>
                <a:lnTo>
                  <a:pt x="13310" y="10731"/>
                </a:lnTo>
                <a:lnTo>
                  <a:pt x="13553" y="10828"/>
                </a:lnTo>
                <a:lnTo>
                  <a:pt x="13772" y="10877"/>
                </a:lnTo>
                <a:lnTo>
                  <a:pt x="14113" y="10998"/>
                </a:lnTo>
                <a:lnTo>
                  <a:pt x="14308" y="11047"/>
                </a:lnTo>
                <a:lnTo>
                  <a:pt x="14502" y="11071"/>
                </a:lnTo>
                <a:lnTo>
                  <a:pt x="14089" y="11509"/>
                </a:lnTo>
                <a:lnTo>
                  <a:pt x="13943" y="11412"/>
                </a:lnTo>
                <a:lnTo>
                  <a:pt x="13772" y="11339"/>
                </a:lnTo>
                <a:lnTo>
                  <a:pt x="13432" y="11242"/>
                </a:lnTo>
                <a:lnTo>
                  <a:pt x="13067" y="11144"/>
                </a:lnTo>
                <a:lnTo>
                  <a:pt x="12702" y="11071"/>
                </a:lnTo>
                <a:lnTo>
                  <a:pt x="12337" y="11047"/>
                </a:lnTo>
                <a:lnTo>
                  <a:pt x="11972" y="11096"/>
                </a:lnTo>
                <a:lnTo>
                  <a:pt x="11947" y="11096"/>
                </a:lnTo>
                <a:lnTo>
                  <a:pt x="11899" y="11120"/>
                </a:lnTo>
                <a:lnTo>
                  <a:pt x="11874" y="11193"/>
                </a:lnTo>
                <a:lnTo>
                  <a:pt x="11850" y="11266"/>
                </a:lnTo>
                <a:lnTo>
                  <a:pt x="11874" y="11290"/>
                </a:lnTo>
                <a:lnTo>
                  <a:pt x="11899" y="11363"/>
                </a:lnTo>
                <a:lnTo>
                  <a:pt x="11972" y="11412"/>
                </a:lnTo>
                <a:lnTo>
                  <a:pt x="12580" y="11509"/>
                </a:lnTo>
                <a:lnTo>
                  <a:pt x="12872" y="11582"/>
                </a:lnTo>
                <a:lnTo>
                  <a:pt x="13164" y="11655"/>
                </a:lnTo>
                <a:lnTo>
                  <a:pt x="13432" y="11753"/>
                </a:lnTo>
                <a:lnTo>
                  <a:pt x="13675" y="11850"/>
                </a:lnTo>
                <a:lnTo>
                  <a:pt x="13359" y="12118"/>
                </a:lnTo>
                <a:lnTo>
                  <a:pt x="13018" y="12337"/>
                </a:lnTo>
                <a:lnTo>
                  <a:pt x="12994" y="12288"/>
                </a:lnTo>
                <a:lnTo>
                  <a:pt x="12945" y="12239"/>
                </a:lnTo>
                <a:lnTo>
                  <a:pt x="12775" y="12166"/>
                </a:lnTo>
                <a:lnTo>
                  <a:pt x="12604" y="12142"/>
                </a:lnTo>
                <a:lnTo>
                  <a:pt x="12410" y="12118"/>
                </a:lnTo>
                <a:lnTo>
                  <a:pt x="12215" y="12069"/>
                </a:lnTo>
                <a:lnTo>
                  <a:pt x="11850" y="11947"/>
                </a:lnTo>
                <a:lnTo>
                  <a:pt x="11558" y="11826"/>
                </a:lnTo>
                <a:lnTo>
                  <a:pt x="11242" y="11704"/>
                </a:lnTo>
                <a:lnTo>
                  <a:pt x="11096" y="11655"/>
                </a:lnTo>
                <a:lnTo>
                  <a:pt x="10950" y="11607"/>
                </a:lnTo>
                <a:lnTo>
                  <a:pt x="10779" y="11582"/>
                </a:lnTo>
                <a:lnTo>
                  <a:pt x="10633" y="11582"/>
                </a:lnTo>
                <a:lnTo>
                  <a:pt x="10609" y="11607"/>
                </a:lnTo>
                <a:lnTo>
                  <a:pt x="10609" y="11655"/>
                </a:lnTo>
                <a:lnTo>
                  <a:pt x="10682" y="11753"/>
                </a:lnTo>
                <a:lnTo>
                  <a:pt x="10804" y="11874"/>
                </a:lnTo>
                <a:lnTo>
                  <a:pt x="10925" y="11947"/>
                </a:lnTo>
                <a:lnTo>
                  <a:pt x="11047" y="12045"/>
                </a:lnTo>
                <a:lnTo>
                  <a:pt x="11315" y="12166"/>
                </a:lnTo>
                <a:lnTo>
                  <a:pt x="11582" y="12288"/>
                </a:lnTo>
                <a:lnTo>
                  <a:pt x="11826" y="12385"/>
                </a:lnTo>
                <a:lnTo>
                  <a:pt x="12093" y="12483"/>
                </a:lnTo>
                <a:lnTo>
                  <a:pt x="12361" y="12556"/>
                </a:lnTo>
                <a:lnTo>
                  <a:pt x="12507" y="12580"/>
                </a:lnTo>
                <a:lnTo>
                  <a:pt x="12629" y="12580"/>
                </a:lnTo>
                <a:lnTo>
                  <a:pt x="12239" y="12799"/>
                </a:lnTo>
                <a:lnTo>
                  <a:pt x="11850" y="12969"/>
                </a:lnTo>
                <a:lnTo>
                  <a:pt x="11801" y="12921"/>
                </a:lnTo>
                <a:lnTo>
                  <a:pt x="11680" y="12823"/>
                </a:lnTo>
                <a:lnTo>
                  <a:pt x="11558" y="12775"/>
                </a:lnTo>
                <a:lnTo>
                  <a:pt x="11266" y="12677"/>
                </a:lnTo>
                <a:lnTo>
                  <a:pt x="10998" y="12604"/>
                </a:lnTo>
                <a:lnTo>
                  <a:pt x="10731" y="12531"/>
                </a:lnTo>
                <a:lnTo>
                  <a:pt x="10585" y="12458"/>
                </a:lnTo>
                <a:lnTo>
                  <a:pt x="10439" y="12385"/>
                </a:lnTo>
                <a:lnTo>
                  <a:pt x="10171" y="12239"/>
                </a:lnTo>
                <a:lnTo>
                  <a:pt x="10025" y="12166"/>
                </a:lnTo>
                <a:lnTo>
                  <a:pt x="9879" y="12118"/>
                </a:lnTo>
                <a:lnTo>
                  <a:pt x="9733" y="12093"/>
                </a:lnTo>
                <a:lnTo>
                  <a:pt x="9563" y="12093"/>
                </a:lnTo>
                <a:lnTo>
                  <a:pt x="9514" y="12118"/>
                </a:lnTo>
                <a:lnTo>
                  <a:pt x="9490" y="12142"/>
                </a:lnTo>
                <a:lnTo>
                  <a:pt x="9490" y="12191"/>
                </a:lnTo>
                <a:lnTo>
                  <a:pt x="9514" y="12215"/>
                </a:lnTo>
                <a:lnTo>
                  <a:pt x="9733" y="12410"/>
                </a:lnTo>
                <a:lnTo>
                  <a:pt x="9952" y="12580"/>
                </a:lnTo>
                <a:lnTo>
                  <a:pt x="10220" y="12750"/>
                </a:lnTo>
                <a:lnTo>
                  <a:pt x="10463" y="12872"/>
                </a:lnTo>
                <a:lnTo>
                  <a:pt x="10682" y="12969"/>
                </a:lnTo>
                <a:lnTo>
                  <a:pt x="10901" y="13042"/>
                </a:lnTo>
                <a:lnTo>
                  <a:pt x="11363" y="13188"/>
                </a:lnTo>
                <a:lnTo>
                  <a:pt x="10852" y="13359"/>
                </a:lnTo>
                <a:lnTo>
                  <a:pt x="10317" y="13505"/>
                </a:lnTo>
                <a:lnTo>
                  <a:pt x="10317" y="13480"/>
                </a:lnTo>
                <a:lnTo>
                  <a:pt x="10366" y="13359"/>
                </a:lnTo>
                <a:lnTo>
                  <a:pt x="10366" y="13310"/>
                </a:lnTo>
                <a:lnTo>
                  <a:pt x="10342" y="13261"/>
                </a:lnTo>
                <a:lnTo>
                  <a:pt x="10293" y="13213"/>
                </a:lnTo>
                <a:lnTo>
                  <a:pt x="10244" y="13164"/>
                </a:lnTo>
                <a:lnTo>
                  <a:pt x="9198" y="12604"/>
                </a:lnTo>
                <a:lnTo>
                  <a:pt x="9028" y="12507"/>
                </a:lnTo>
                <a:lnTo>
                  <a:pt x="8809" y="12410"/>
                </a:lnTo>
                <a:lnTo>
                  <a:pt x="8711" y="12385"/>
                </a:lnTo>
                <a:lnTo>
                  <a:pt x="8590" y="12361"/>
                </a:lnTo>
                <a:lnTo>
                  <a:pt x="8492" y="12385"/>
                </a:lnTo>
                <a:lnTo>
                  <a:pt x="8419" y="12434"/>
                </a:lnTo>
                <a:lnTo>
                  <a:pt x="8419" y="12458"/>
                </a:lnTo>
                <a:lnTo>
                  <a:pt x="8444" y="12556"/>
                </a:lnTo>
                <a:lnTo>
                  <a:pt x="8517" y="12629"/>
                </a:lnTo>
                <a:lnTo>
                  <a:pt x="8687" y="12799"/>
                </a:lnTo>
                <a:lnTo>
                  <a:pt x="9028" y="13042"/>
                </a:lnTo>
                <a:lnTo>
                  <a:pt x="9490" y="13334"/>
                </a:lnTo>
                <a:lnTo>
                  <a:pt x="9733" y="13456"/>
                </a:lnTo>
                <a:lnTo>
                  <a:pt x="10001" y="13553"/>
                </a:lnTo>
                <a:lnTo>
                  <a:pt x="9539" y="13651"/>
                </a:lnTo>
                <a:lnTo>
                  <a:pt x="9076" y="13699"/>
                </a:lnTo>
                <a:lnTo>
                  <a:pt x="9052" y="13651"/>
                </a:lnTo>
                <a:lnTo>
                  <a:pt x="8857" y="13480"/>
                </a:lnTo>
                <a:lnTo>
                  <a:pt x="8638" y="13334"/>
                </a:lnTo>
                <a:lnTo>
                  <a:pt x="8176" y="13067"/>
                </a:lnTo>
                <a:lnTo>
                  <a:pt x="7762" y="12799"/>
                </a:lnTo>
                <a:lnTo>
                  <a:pt x="7568" y="12677"/>
                </a:lnTo>
                <a:lnTo>
                  <a:pt x="7349" y="12604"/>
                </a:lnTo>
                <a:lnTo>
                  <a:pt x="7300" y="12604"/>
                </a:lnTo>
                <a:lnTo>
                  <a:pt x="7276" y="12653"/>
                </a:lnTo>
                <a:lnTo>
                  <a:pt x="7276" y="12775"/>
                </a:lnTo>
                <a:lnTo>
                  <a:pt x="7300" y="12872"/>
                </a:lnTo>
                <a:lnTo>
                  <a:pt x="7373" y="12969"/>
                </a:lnTo>
                <a:lnTo>
                  <a:pt x="7446" y="13042"/>
                </a:lnTo>
                <a:lnTo>
                  <a:pt x="7616" y="13213"/>
                </a:lnTo>
                <a:lnTo>
                  <a:pt x="7787" y="13334"/>
                </a:lnTo>
                <a:lnTo>
                  <a:pt x="8103" y="13553"/>
                </a:lnTo>
                <a:lnTo>
                  <a:pt x="8444" y="13748"/>
                </a:lnTo>
                <a:lnTo>
                  <a:pt x="8346" y="13748"/>
                </a:lnTo>
                <a:lnTo>
                  <a:pt x="7835" y="13772"/>
                </a:lnTo>
                <a:lnTo>
                  <a:pt x="7349" y="13724"/>
                </a:lnTo>
                <a:lnTo>
                  <a:pt x="7373" y="13699"/>
                </a:lnTo>
                <a:lnTo>
                  <a:pt x="7397" y="13651"/>
                </a:lnTo>
                <a:lnTo>
                  <a:pt x="7422" y="13578"/>
                </a:lnTo>
                <a:lnTo>
                  <a:pt x="7397" y="13529"/>
                </a:lnTo>
                <a:lnTo>
                  <a:pt x="7373" y="13456"/>
                </a:lnTo>
                <a:lnTo>
                  <a:pt x="7324" y="13383"/>
                </a:lnTo>
                <a:lnTo>
                  <a:pt x="7203" y="13286"/>
                </a:lnTo>
                <a:lnTo>
                  <a:pt x="6911" y="13091"/>
                </a:lnTo>
                <a:lnTo>
                  <a:pt x="6643" y="12872"/>
                </a:lnTo>
                <a:lnTo>
                  <a:pt x="6521" y="12799"/>
                </a:lnTo>
                <a:lnTo>
                  <a:pt x="6448" y="12750"/>
                </a:lnTo>
                <a:lnTo>
                  <a:pt x="6424" y="12702"/>
                </a:lnTo>
                <a:lnTo>
                  <a:pt x="6424" y="12677"/>
                </a:lnTo>
                <a:lnTo>
                  <a:pt x="6400" y="12677"/>
                </a:lnTo>
                <a:lnTo>
                  <a:pt x="6375" y="12702"/>
                </a:lnTo>
                <a:lnTo>
                  <a:pt x="6351" y="12775"/>
                </a:lnTo>
                <a:lnTo>
                  <a:pt x="6327" y="12823"/>
                </a:lnTo>
                <a:lnTo>
                  <a:pt x="6351" y="12969"/>
                </a:lnTo>
                <a:lnTo>
                  <a:pt x="6400" y="13042"/>
                </a:lnTo>
                <a:lnTo>
                  <a:pt x="6448" y="13140"/>
                </a:lnTo>
                <a:lnTo>
                  <a:pt x="6570" y="13286"/>
                </a:lnTo>
                <a:lnTo>
                  <a:pt x="6716" y="13432"/>
                </a:lnTo>
                <a:lnTo>
                  <a:pt x="6862" y="13553"/>
                </a:lnTo>
                <a:lnTo>
                  <a:pt x="7032" y="13675"/>
                </a:lnTo>
                <a:lnTo>
                  <a:pt x="7032" y="13675"/>
                </a:lnTo>
                <a:lnTo>
                  <a:pt x="6619" y="13578"/>
                </a:lnTo>
                <a:lnTo>
                  <a:pt x="6229" y="13456"/>
                </a:lnTo>
                <a:lnTo>
                  <a:pt x="5864" y="13334"/>
                </a:lnTo>
                <a:lnTo>
                  <a:pt x="5670" y="13286"/>
                </a:lnTo>
                <a:lnTo>
                  <a:pt x="5475" y="13261"/>
                </a:lnTo>
                <a:lnTo>
                  <a:pt x="5280" y="13237"/>
                </a:lnTo>
                <a:lnTo>
                  <a:pt x="5086" y="13261"/>
                </a:lnTo>
                <a:lnTo>
                  <a:pt x="4988" y="13286"/>
                </a:lnTo>
                <a:lnTo>
                  <a:pt x="4915" y="13334"/>
                </a:lnTo>
                <a:lnTo>
                  <a:pt x="4842" y="13407"/>
                </a:lnTo>
                <a:lnTo>
                  <a:pt x="4818" y="13505"/>
                </a:lnTo>
                <a:lnTo>
                  <a:pt x="4672" y="13651"/>
                </a:lnTo>
                <a:lnTo>
                  <a:pt x="4502" y="13797"/>
                </a:lnTo>
                <a:lnTo>
                  <a:pt x="4331" y="13943"/>
                </a:lnTo>
                <a:lnTo>
                  <a:pt x="4161" y="14064"/>
                </a:lnTo>
                <a:lnTo>
                  <a:pt x="3869" y="14259"/>
                </a:lnTo>
                <a:lnTo>
                  <a:pt x="3553" y="14405"/>
                </a:lnTo>
                <a:lnTo>
                  <a:pt x="3212" y="14551"/>
                </a:lnTo>
                <a:lnTo>
                  <a:pt x="2896" y="14648"/>
                </a:lnTo>
                <a:lnTo>
                  <a:pt x="2555" y="14745"/>
                </a:lnTo>
                <a:lnTo>
                  <a:pt x="2190" y="14818"/>
                </a:lnTo>
                <a:lnTo>
                  <a:pt x="1825" y="14867"/>
                </a:lnTo>
                <a:lnTo>
                  <a:pt x="1485" y="14891"/>
                </a:lnTo>
                <a:lnTo>
                  <a:pt x="1314" y="14891"/>
                </a:lnTo>
                <a:lnTo>
                  <a:pt x="1144" y="14867"/>
                </a:lnTo>
                <a:lnTo>
                  <a:pt x="1436" y="14672"/>
                </a:lnTo>
                <a:lnTo>
                  <a:pt x="1728" y="14453"/>
                </a:lnTo>
                <a:lnTo>
                  <a:pt x="1996" y="14210"/>
                </a:lnTo>
                <a:lnTo>
                  <a:pt x="2239" y="13991"/>
                </a:lnTo>
                <a:lnTo>
                  <a:pt x="2604" y="13626"/>
                </a:lnTo>
                <a:lnTo>
                  <a:pt x="2774" y="13432"/>
                </a:lnTo>
                <a:lnTo>
                  <a:pt x="2944" y="13188"/>
                </a:lnTo>
                <a:lnTo>
                  <a:pt x="3066" y="12945"/>
                </a:lnTo>
                <a:lnTo>
                  <a:pt x="3163" y="12702"/>
                </a:lnTo>
                <a:lnTo>
                  <a:pt x="3212" y="12458"/>
                </a:lnTo>
                <a:lnTo>
                  <a:pt x="3212" y="12337"/>
                </a:lnTo>
                <a:lnTo>
                  <a:pt x="3212" y="12215"/>
                </a:lnTo>
                <a:lnTo>
                  <a:pt x="3236" y="12118"/>
                </a:lnTo>
                <a:lnTo>
                  <a:pt x="3212" y="12045"/>
                </a:lnTo>
                <a:lnTo>
                  <a:pt x="3188" y="11972"/>
                </a:lnTo>
                <a:lnTo>
                  <a:pt x="3115" y="11923"/>
                </a:lnTo>
                <a:lnTo>
                  <a:pt x="2920" y="11826"/>
                </a:lnTo>
                <a:lnTo>
                  <a:pt x="2750" y="11704"/>
                </a:lnTo>
                <a:lnTo>
                  <a:pt x="2409" y="11461"/>
                </a:lnTo>
                <a:lnTo>
                  <a:pt x="2117" y="11169"/>
                </a:lnTo>
                <a:lnTo>
                  <a:pt x="1850" y="10852"/>
                </a:lnTo>
                <a:lnTo>
                  <a:pt x="1631" y="10512"/>
                </a:lnTo>
                <a:lnTo>
                  <a:pt x="1412" y="10147"/>
                </a:lnTo>
                <a:lnTo>
                  <a:pt x="1241" y="9757"/>
                </a:lnTo>
                <a:lnTo>
                  <a:pt x="1095" y="9368"/>
                </a:lnTo>
                <a:lnTo>
                  <a:pt x="949" y="8979"/>
                </a:lnTo>
                <a:lnTo>
                  <a:pt x="828" y="8565"/>
                </a:lnTo>
                <a:lnTo>
                  <a:pt x="755" y="8127"/>
                </a:lnTo>
                <a:lnTo>
                  <a:pt x="682" y="7689"/>
                </a:lnTo>
                <a:lnTo>
                  <a:pt x="657" y="7251"/>
                </a:lnTo>
                <a:lnTo>
                  <a:pt x="657" y="6837"/>
                </a:lnTo>
                <a:lnTo>
                  <a:pt x="706" y="6399"/>
                </a:lnTo>
                <a:lnTo>
                  <a:pt x="803" y="5986"/>
                </a:lnTo>
                <a:lnTo>
                  <a:pt x="925" y="5548"/>
                </a:lnTo>
                <a:lnTo>
                  <a:pt x="1120" y="5110"/>
                </a:lnTo>
                <a:lnTo>
                  <a:pt x="1339" y="4696"/>
                </a:lnTo>
                <a:lnTo>
                  <a:pt x="1606" y="4307"/>
                </a:lnTo>
                <a:lnTo>
                  <a:pt x="1898" y="3869"/>
                </a:lnTo>
                <a:lnTo>
                  <a:pt x="2166" y="3431"/>
                </a:lnTo>
                <a:lnTo>
                  <a:pt x="2434" y="3017"/>
                </a:lnTo>
                <a:lnTo>
                  <a:pt x="2604" y="2823"/>
                </a:lnTo>
                <a:lnTo>
                  <a:pt x="2774" y="2628"/>
                </a:lnTo>
                <a:lnTo>
                  <a:pt x="3115" y="2336"/>
                </a:lnTo>
                <a:lnTo>
                  <a:pt x="3431" y="2068"/>
                </a:lnTo>
                <a:lnTo>
                  <a:pt x="3772" y="1825"/>
                </a:lnTo>
                <a:lnTo>
                  <a:pt x="4137" y="1582"/>
                </a:lnTo>
                <a:lnTo>
                  <a:pt x="4502" y="1387"/>
                </a:lnTo>
                <a:lnTo>
                  <a:pt x="4867" y="1192"/>
                </a:lnTo>
                <a:lnTo>
                  <a:pt x="5256" y="1046"/>
                </a:lnTo>
                <a:lnTo>
                  <a:pt x="5670" y="900"/>
                </a:lnTo>
                <a:lnTo>
                  <a:pt x="6083" y="803"/>
                </a:lnTo>
                <a:lnTo>
                  <a:pt x="6497" y="706"/>
                </a:lnTo>
                <a:lnTo>
                  <a:pt x="6935" y="633"/>
                </a:lnTo>
                <a:lnTo>
                  <a:pt x="7373" y="584"/>
                </a:lnTo>
                <a:lnTo>
                  <a:pt x="7811" y="535"/>
                </a:lnTo>
                <a:lnTo>
                  <a:pt x="8249" y="511"/>
                </a:lnTo>
                <a:close/>
                <a:moveTo>
                  <a:pt x="8444" y="0"/>
                </a:moveTo>
                <a:lnTo>
                  <a:pt x="7641" y="24"/>
                </a:lnTo>
                <a:lnTo>
                  <a:pt x="6838" y="122"/>
                </a:lnTo>
                <a:lnTo>
                  <a:pt x="6351" y="195"/>
                </a:lnTo>
                <a:lnTo>
                  <a:pt x="5889" y="292"/>
                </a:lnTo>
                <a:lnTo>
                  <a:pt x="5426" y="414"/>
                </a:lnTo>
                <a:lnTo>
                  <a:pt x="4964" y="560"/>
                </a:lnTo>
                <a:lnTo>
                  <a:pt x="4502" y="730"/>
                </a:lnTo>
                <a:lnTo>
                  <a:pt x="4088" y="949"/>
                </a:lnTo>
                <a:lnTo>
                  <a:pt x="3674" y="1217"/>
                </a:lnTo>
                <a:lnTo>
                  <a:pt x="3285" y="1509"/>
                </a:lnTo>
                <a:lnTo>
                  <a:pt x="2823" y="1922"/>
                </a:lnTo>
                <a:lnTo>
                  <a:pt x="2385" y="2312"/>
                </a:lnTo>
                <a:lnTo>
                  <a:pt x="2166" y="2531"/>
                </a:lnTo>
                <a:lnTo>
                  <a:pt x="1947" y="2725"/>
                </a:lnTo>
                <a:lnTo>
                  <a:pt x="1752" y="2969"/>
                </a:lnTo>
                <a:lnTo>
                  <a:pt x="1582" y="3212"/>
                </a:lnTo>
                <a:lnTo>
                  <a:pt x="1266" y="3723"/>
                </a:lnTo>
                <a:lnTo>
                  <a:pt x="974" y="4283"/>
                </a:lnTo>
                <a:lnTo>
                  <a:pt x="682" y="4842"/>
                </a:lnTo>
                <a:lnTo>
                  <a:pt x="438" y="5402"/>
                </a:lnTo>
                <a:lnTo>
                  <a:pt x="341" y="5645"/>
                </a:lnTo>
                <a:lnTo>
                  <a:pt x="268" y="5889"/>
                </a:lnTo>
                <a:lnTo>
                  <a:pt x="195" y="6132"/>
                </a:lnTo>
                <a:lnTo>
                  <a:pt x="146" y="6375"/>
                </a:lnTo>
                <a:lnTo>
                  <a:pt x="122" y="6886"/>
                </a:lnTo>
                <a:lnTo>
                  <a:pt x="122" y="7397"/>
                </a:lnTo>
                <a:lnTo>
                  <a:pt x="171" y="7908"/>
                </a:lnTo>
                <a:lnTo>
                  <a:pt x="268" y="8419"/>
                </a:lnTo>
                <a:lnTo>
                  <a:pt x="390" y="8906"/>
                </a:lnTo>
                <a:lnTo>
                  <a:pt x="536" y="9392"/>
                </a:lnTo>
                <a:lnTo>
                  <a:pt x="682" y="9830"/>
                </a:lnTo>
                <a:lnTo>
                  <a:pt x="876" y="10244"/>
                </a:lnTo>
                <a:lnTo>
                  <a:pt x="1095" y="10658"/>
                </a:lnTo>
                <a:lnTo>
                  <a:pt x="1339" y="11047"/>
                </a:lnTo>
                <a:lnTo>
                  <a:pt x="1631" y="11412"/>
                </a:lnTo>
                <a:lnTo>
                  <a:pt x="1947" y="11728"/>
                </a:lnTo>
                <a:lnTo>
                  <a:pt x="2117" y="11874"/>
                </a:lnTo>
                <a:lnTo>
                  <a:pt x="2312" y="12020"/>
                </a:lnTo>
                <a:lnTo>
                  <a:pt x="2507" y="12142"/>
                </a:lnTo>
                <a:lnTo>
                  <a:pt x="2701" y="12239"/>
                </a:lnTo>
                <a:lnTo>
                  <a:pt x="2677" y="12458"/>
                </a:lnTo>
                <a:lnTo>
                  <a:pt x="2604" y="12653"/>
                </a:lnTo>
                <a:lnTo>
                  <a:pt x="2482" y="12848"/>
                </a:lnTo>
                <a:lnTo>
                  <a:pt x="2361" y="13042"/>
                </a:lnTo>
                <a:lnTo>
                  <a:pt x="2215" y="13213"/>
                </a:lnTo>
                <a:lnTo>
                  <a:pt x="2069" y="13359"/>
                </a:lnTo>
                <a:lnTo>
                  <a:pt x="1752" y="13675"/>
                </a:lnTo>
                <a:lnTo>
                  <a:pt x="1412" y="13967"/>
                </a:lnTo>
                <a:lnTo>
                  <a:pt x="1047" y="14259"/>
                </a:lnTo>
                <a:lnTo>
                  <a:pt x="828" y="14381"/>
                </a:lnTo>
                <a:lnTo>
                  <a:pt x="633" y="14478"/>
                </a:lnTo>
                <a:lnTo>
                  <a:pt x="414" y="14575"/>
                </a:lnTo>
                <a:lnTo>
                  <a:pt x="195" y="14648"/>
                </a:lnTo>
                <a:lnTo>
                  <a:pt x="98" y="14697"/>
                </a:lnTo>
                <a:lnTo>
                  <a:pt x="25" y="14794"/>
                </a:lnTo>
                <a:lnTo>
                  <a:pt x="0" y="14891"/>
                </a:lnTo>
                <a:lnTo>
                  <a:pt x="25" y="14989"/>
                </a:lnTo>
                <a:lnTo>
                  <a:pt x="49" y="15086"/>
                </a:lnTo>
                <a:lnTo>
                  <a:pt x="146" y="15159"/>
                </a:lnTo>
                <a:lnTo>
                  <a:pt x="244" y="15208"/>
                </a:lnTo>
                <a:lnTo>
                  <a:pt x="365" y="15208"/>
                </a:lnTo>
                <a:lnTo>
                  <a:pt x="414" y="15183"/>
                </a:lnTo>
                <a:lnTo>
                  <a:pt x="560" y="15256"/>
                </a:lnTo>
                <a:lnTo>
                  <a:pt x="682" y="15305"/>
                </a:lnTo>
                <a:lnTo>
                  <a:pt x="998" y="15378"/>
                </a:lnTo>
                <a:lnTo>
                  <a:pt x="1314" y="15402"/>
                </a:lnTo>
                <a:lnTo>
                  <a:pt x="1679" y="15402"/>
                </a:lnTo>
                <a:lnTo>
                  <a:pt x="2020" y="15354"/>
                </a:lnTo>
                <a:lnTo>
                  <a:pt x="2336" y="15305"/>
                </a:lnTo>
                <a:lnTo>
                  <a:pt x="2896" y="15183"/>
                </a:lnTo>
                <a:lnTo>
                  <a:pt x="3261" y="15062"/>
                </a:lnTo>
                <a:lnTo>
                  <a:pt x="3626" y="14916"/>
                </a:lnTo>
                <a:lnTo>
                  <a:pt x="3991" y="14770"/>
                </a:lnTo>
                <a:lnTo>
                  <a:pt x="4331" y="14575"/>
                </a:lnTo>
                <a:lnTo>
                  <a:pt x="4575" y="14429"/>
                </a:lnTo>
                <a:lnTo>
                  <a:pt x="4818" y="14259"/>
                </a:lnTo>
                <a:lnTo>
                  <a:pt x="5037" y="14040"/>
                </a:lnTo>
                <a:lnTo>
                  <a:pt x="5134" y="13918"/>
                </a:lnTo>
                <a:lnTo>
                  <a:pt x="5207" y="13797"/>
                </a:lnTo>
                <a:lnTo>
                  <a:pt x="5426" y="13821"/>
                </a:lnTo>
                <a:lnTo>
                  <a:pt x="5645" y="13845"/>
                </a:lnTo>
                <a:lnTo>
                  <a:pt x="6059" y="13967"/>
                </a:lnTo>
                <a:lnTo>
                  <a:pt x="6497" y="14113"/>
                </a:lnTo>
                <a:lnTo>
                  <a:pt x="6692" y="14186"/>
                </a:lnTo>
                <a:lnTo>
                  <a:pt x="6911" y="14235"/>
                </a:lnTo>
                <a:lnTo>
                  <a:pt x="7178" y="14283"/>
                </a:lnTo>
                <a:lnTo>
                  <a:pt x="7446" y="14308"/>
                </a:lnTo>
                <a:lnTo>
                  <a:pt x="7981" y="14332"/>
                </a:lnTo>
                <a:lnTo>
                  <a:pt x="8517" y="14308"/>
                </a:lnTo>
                <a:lnTo>
                  <a:pt x="9052" y="14259"/>
                </a:lnTo>
                <a:lnTo>
                  <a:pt x="9490" y="14210"/>
                </a:lnTo>
                <a:lnTo>
                  <a:pt x="9952" y="14137"/>
                </a:lnTo>
                <a:lnTo>
                  <a:pt x="10390" y="14040"/>
                </a:lnTo>
                <a:lnTo>
                  <a:pt x="10828" y="13918"/>
                </a:lnTo>
                <a:lnTo>
                  <a:pt x="11266" y="13797"/>
                </a:lnTo>
                <a:lnTo>
                  <a:pt x="11680" y="13651"/>
                </a:lnTo>
                <a:lnTo>
                  <a:pt x="12093" y="13480"/>
                </a:lnTo>
                <a:lnTo>
                  <a:pt x="12507" y="13286"/>
                </a:lnTo>
                <a:lnTo>
                  <a:pt x="12921" y="13067"/>
                </a:lnTo>
                <a:lnTo>
                  <a:pt x="13310" y="12823"/>
                </a:lnTo>
                <a:lnTo>
                  <a:pt x="13699" y="12556"/>
                </a:lnTo>
                <a:lnTo>
                  <a:pt x="14089" y="12264"/>
                </a:lnTo>
                <a:lnTo>
                  <a:pt x="14429" y="11947"/>
                </a:lnTo>
                <a:lnTo>
                  <a:pt x="14770" y="11607"/>
                </a:lnTo>
                <a:lnTo>
                  <a:pt x="15111" y="11266"/>
                </a:lnTo>
                <a:lnTo>
                  <a:pt x="15403" y="10901"/>
                </a:lnTo>
                <a:lnTo>
                  <a:pt x="15670" y="10512"/>
                </a:lnTo>
                <a:lnTo>
                  <a:pt x="15914" y="10098"/>
                </a:lnTo>
                <a:lnTo>
                  <a:pt x="16133" y="9684"/>
                </a:lnTo>
                <a:lnTo>
                  <a:pt x="16327" y="9246"/>
                </a:lnTo>
                <a:lnTo>
                  <a:pt x="16473" y="8808"/>
                </a:lnTo>
                <a:lnTo>
                  <a:pt x="16595" y="8346"/>
                </a:lnTo>
                <a:lnTo>
                  <a:pt x="16668" y="7884"/>
                </a:lnTo>
                <a:lnTo>
                  <a:pt x="16717" y="7421"/>
                </a:lnTo>
                <a:lnTo>
                  <a:pt x="16717" y="7178"/>
                </a:lnTo>
                <a:lnTo>
                  <a:pt x="16692" y="6959"/>
                </a:lnTo>
                <a:lnTo>
                  <a:pt x="16595" y="6497"/>
                </a:lnTo>
                <a:lnTo>
                  <a:pt x="16473" y="6035"/>
                </a:lnTo>
                <a:lnTo>
                  <a:pt x="16352" y="5597"/>
                </a:lnTo>
                <a:lnTo>
                  <a:pt x="16206" y="5134"/>
                </a:lnTo>
                <a:lnTo>
                  <a:pt x="16084" y="4672"/>
                </a:lnTo>
                <a:lnTo>
                  <a:pt x="15962" y="4210"/>
                </a:lnTo>
                <a:lnTo>
                  <a:pt x="15792" y="3772"/>
                </a:lnTo>
                <a:lnTo>
                  <a:pt x="15597" y="3358"/>
                </a:lnTo>
                <a:lnTo>
                  <a:pt x="15354" y="2993"/>
                </a:lnTo>
                <a:lnTo>
                  <a:pt x="15062" y="2652"/>
                </a:lnTo>
                <a:lnTo>
                  <a:pt x="14770" y="2336"/>
                </a:lnTo>
                <a:lnTo>
                  <a:pt x="14429" y="2044"/>
                </a:lnTo>
                <a:lnTo>
                  <a:pt x="14089" y="1776"/>
                </a:lnTo>
                <a:lnTo>
                  <a:pt x="13724" y="1509"/>
                </a:lnTo>
                <a:lnTo>
                  <a:pt x="13334" y="1265"/>
                </a:lnTo>
                <a:lnTo>
                  <a:pt x="12969" y="1046"/>
                </a:lnTo>
                <a:lnTo>
                  <a:pt x="12580" y="827"/>
                </a:lnTo>
                <a:lnTo>
                  <a:pt x="12166" y="633"/>
                </a:lnTo>
                <a:lnTo>
                  <a:pt x="11777" y="487"/>
                </a:lnTo>
                <a:lnTo>
                  <a:pt x="11363" y="341"/>
                </a:lnTo>
                <a:lnTo>
                  <a:pt x="10950" y="219"/>
                </a:lnTo>
                <a:lnTo>
                  <a:pt x="10512" y="146"/>
                </a:lnTo>
                <a:lnTo>
                  <a:pt x="10074" y="73"/>
                </a:lnTo>
                <a:lnTo>
                  <a:pt x="9271"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06" name="Google Shape;806;p39"/>
          <p:cNvSpPr/>
          <p:nvPr/>
        </p:nvSpPr>
        <p:spPr>
          <a:xfrm>
            <a:off x="3815818" y="929758"/>
            <a:ext cx="338774" cy="329202"/>
          </a:xfrm>
          <a:custGeom>
            <a:avLst/>
            <a:gdLst/>
            <a:ahLst/>
            <a:cxnLst/>
            <a:rect l="l" t="t" r="r" b="b"/>
            <a:pathLst>
              <a:path w="15501" h="15063" extrusionOk="0">
                <a:moveTo>
                  <a:pt x="7957" y="925"/>
                </a:moveTo>
                <a:lnTo>
                  <a:pt x="8249" y="1533"/>
                </a:lnTo>
                <a:lnTo>
                  <a:pt x="8103" y="1606"/>
                </a:lnTo>
                <a:lnTo>
                  <a:pt x="7957" y="1704"/>
                </a:lnTo>
                <a:lnTo>
                  <a:pt x="7933" y="1752"/>
                </a:lnTo>
                <a:lnTo>
                  <a:pt x="7933" y="1339"/>
                </a:lnTo>
                <a:lnTo>
                  <a:pt x="7957" y="925"/>
                </a:lnTo>
                <a:close/>
                <a:moveTo>
                  <a:pt x="8371" y="1801"/>
                </a:moveTo>
                <a:lnTo>
                  <a:pt x="8492" y="2020"/>
                </a:lnTo>
                <a:lnTo>
                  <a:pt x="8346" y="2117"/>
                </a:lnTo>
                <a:lnTo>
                  <a:pt x="8200" y="2215"/>
                </a:lnTo>
                <a:lnTo>
                  <a:pt x="8079" y="2288"/>
                </a:lnTo>
                <a:lnTo>
                  <a:pt x="7957" y="2409"/>
                </a:lnTo>
                <a:lnTo>
                  <a:pt x="7933" y="2069"/>
                </a:lnTo>
                <a:lnTo>
                  <a:pt x="8127" y="1971"/>
                </a:lnTo>
                <a:lnTo>
                  <a:pt x="8249" y="1898"/>
                </a:lnTo>
                <a:lnTo>
                  <a:pt x="8371" y="1801"/>
                </a:lnTo>
                <a:close/>
                <a:moveTo>
                  <a:pt x="8663" y="2336"/>
                </a:moveTo>
                <a:lnTo>
                  <a:pt x="8784" y="2628"/>
                </a:lnTo>
                <a:lnTo>
                  <a:pt x="8687" y="2653"/>
                </a:lnTo>
                <a:lnTo>
                  <a:pt x="8590" y="2726"/>
                </a:lnTo>
                <a:lnTo>
                  <a:pt x="8419" y="2847"/>
                </a:lnTo>
                <a:lnTo>
                  <a:pt x="8225" y="2993"/>
                </a:lnTo>
                <a:lnTo>
                  <a:pt x="8054" y="3164"/>
                </a:lnTo>
                <a:lnTo>
                  <a:pt x="8006" y="2750"/>
                </a:lnTo>
                <a:lnTo>
                  <a:pt x="8176" y="2653"/>
                </a:lnTo>
                <a:lnTo>
                  <a:pt x="8322" y="2531"/>
                </a:lnTo>
                <a:lnTo>
                  <a:pt x="8565" y="2385"/>
                </a:lnTo>
                <a:lnTo>
                  <a:pt x="8663" y="2336"/>
                </a:lnTo>
                <a:close/>
                <a:moveTo>
                  <a:pt x="8979" y="2945"/>
                </a:moveTo>
                <a:lnTo>
                  <a:pt x="8979" y="2969"/>
                </a:lnTo>
                <a:lnTo>
                  <a:pt x="9076" y="3164"/>
                </a:lnTo>
                <a:lnTo>
                  <a:pt x="8857" y="3285"/>
                </a:lnTo>
                <a:lnTo>
                  <a:pt x="8663" y="3431"/>
                </a:lnTo>
                <a:lnTo>
                  <a:pt x="8371" y="3626"/>
                </a:lnTo>
                <a:lnTo>
                  <a:pt x="8079" y="3821"/>
                </a:lnTo>
                <a:lnTo>
                  <a:pt x="8054" y="3504"/>
                </a:lnTo>
                <a:lnTo>
                  <a:pt x="8200" y="3456"/>
                </a:lnTo>
                <a:lnTo>
                  <a:pt x="8322" y="3383"/>
                </a:lnTo>
                <a:lnTo>
                  <a:pt x="8541" y="3212"/>
                </a:lnTo>
                <a:lnTo>
                  <a:pt x="8833" y="3018"/>
                </a:lnTo>
                <a:lnTo>
                  <a:pt x="8979" y="2945"/>
                </a:lnTo>
                <a:close/>
                <a:moveTo>
                  <a:pt x="9271" y="3529"/>
                </a:moveTo>
                <a:lnTo>
                  <a:pt x="9393" y="3796"/>
                </a:lnTo>
                <a:lnTo>
                  <a:pt x="8736" y="4186"/>
                </a:lnTo>
                <a:lnTo>
                  <a:pt x="8419" y="4380"/>
                </a:lnTo>
                <a:lnTo>
                  <a:pt x="8249" y="4478"/>
                </a:lnTo>
                <a:lnTo>
                  <a:pt x="8103" y="4599"/>
                </a:lnTo>
                <a:lnTo>
                  <a:pt x="8079" y="4113"/>
                </a:lnTo>
                <a:lnTo>
                  <a:pt x="8225" y="4088"/>
                </a:lnTo>
                <a:lnTo>
                  <a:pt x="8371" y="4040"/>
                </a:lnTo>
                <a:lnTo>
                  <a:pt x="8663" y="3894"/>
                </a:lnTo>
                <a:lnTo>
                  <a:pt x="9052" y="3650"/>
                </a:lnTo>
                <a:lnTo>
                  <a:pt x="9271" y="3529"/>
                </a:lnTo>
                <a:close/>
                <a:moveTo>
                  <a:pt x="9587" y="4186"/>
                </a:moveTo>
                <a:lnTo>
                  <a:pt x="9660" y="4332"/>
                </a:lnTo>
                <a:lnTo>
                  <a:pt x="9490" y="4429"/>
                </a:lnTo>
                <a:lnTo>
                  <a:pt x="9344" y="4551"/>
                </a:lnTo>
                <a:lnTo>
                  <a:pt x="9052" y="4770"/>
                </a:lnTo>
                <a:lnTo>
                  <a:pt x="8809" y="4916"/>
                </a:lnTo>
                <a:lnTo>
                  <a:pt x="8590" y="5110"/>
                </a:lnTo>
                <a:lnTo>
                  <a:pt x="8371" y="5305"/>
                </a:lnTo>
                <a:lnTo>
                  <a:pt x="8176" y="5524"/>
                </a:lnTo>
                <a:lnTo>
                  <a:pt x="8127" y="4794"/>
                </a:lnTo>
                <a:lnTo>
                  <a:pt x="8322" y="4794"/>
                </a:lnTo>
                <a:lnTo>
                  <a:pt x="8492" y="4721"/>
                </a:lnTo>
                <a:lnTo>
                  <a:pt x="8833" y="4575"/>
                </a:lnTo>
                <a:lnTo>
                  <a:pt x="9222" y="4380"/>
                </a:lnTo>
                <a:lnTo>
                  <a:pt x="9587" y="4186"/>
                </a:lnTo>
                <a:close/>
                <a:moveTo>
                  <a:pt x="14965" y="5938"/>
                </a:moveTo>
                <a:lnTo>
                  <a:pt x="14795" y="6059"/>
                </a:lnTo>
                <a:lnTo>
                  <a:pt x="14649" y="6205"/>
                </a:lnTo>
                <a:lnTo>
                  <a:pt x="14576" y="6181"/>
                </a:lnTo>
                <a:lnTo>
                  <a:pt x="14332" y="6157"/>
                </a:lnTo>
                <a:lnTo>
                  <a:pt x="14965" y="5938"/>
                </a:lnTo>
                <a:close/>
                <a:moveTo>
                  <a:pt x="2190" y="5840"/>
                </a:moveTo>
                <a:lnTo>
                  <a:pt x="2093" y="5986"/>
                </a:lnTo>
                <a:lnTo>
                  <a:pt x="2044" y="6132"/>
                </a:lnTo>
                <a:lnTo>
                  <a:pt x="2044" y="6181"/>
                </a:lnTo>
                <a:lnTo>
                  <a:pt x="2044" y="6254"/>
                </a:lnTo>
                <a:lnTo>
                  <a:pt x="1874" y="6181"/>
                </a:lnTo>
                <a:lnTo>
                  <a:pt x="1679" y="6108"/>
                </a:lnTo>
                <a:lnTo>
                  <a:pt x="1266" y="5962"/>
                </a:lnTo>
                <a:lnTo>
                  <a:pt x="2190" y="5840"/>
                </a:lnTo>
                <a:close/>
                <a:moveTo>
                  <a:pt x="3018" y="5743"/>
                </a:moveTo>
                <a:lnTo>
                  <a:pt x="2677" y="6132"/>
                </a:lnTo>
                <a:lnTo>
                  <a:pt x="2555" y="6302"/>
                </a:lnTo>
                <a:lnTo>
                  <a:pt x="2288" y="6278"/>
                </a:lnTo>
                <a:lnTo>
                  <a:pt x="2312" y="6254"/>
                </a:lnTo>
                <a:lnTo>
                  <a:pt x="2409" y="6181"/>
                </a:lnTo>
                <a:lnTo>
                  <a:pt x="2482" y="6059"/>
                </a:lnTo>
                <a:lnTo>
                  <a:pt x="2604" y="5938"/>
                </a:lnTo>
                <a:lnTo>
                  <a:pt x="2750" y="5816"/>
                </a:lnTo>
                <a:lnTo>
                  <a:pt x="2823" y="5767"/>
                </a:lnTo>
                <a:lnTo>
                  <a:pt x="3018" y="5743"/>
                </a:lnTo>
                <a:close/>
                <a:moveTo>
                  <a:pt x="9879" y="4672"/>
                </a:moveTo>
                <a:lnTo>
                  <a:pt x="9977" y="4818"/>
                </a:lnTo>
                <a:lnTo>
                  <a:pt x="9952" y="4818"/>
                </a:lnTo>
                <a:lnTo>
                  <a:pt x="9733" y="5062"/>
                </a:lnTo>
                <a:lnTo>
                  <a:pt x="9490" y="5281"/>
                </a:lnTo>
                <a:lnTo>
                  <a:pt x="8979" y="5719"/>
                </a:lnTo>
                <a:lnTo>
                  <a:pt x="8590" y="6035"/>
                </a:lnTo>
                <a:lnTo>
                  <a:pt x="8395" y="6181"/>
                </a:lnTo>
                <a:lnTo>
                  <a:pt x="8200" y="6351"/>
                </a:lnTo>
                <a:lnTo>
                  <a:pt x="8176" y="5694"/>
                </a:lnTo>
                <a:lnTo>
                  <a:pt x="8468" y="5573"/>
                </a:lnTo>
                <a:lnTo>
                  <a:pt x="8736" y="5402"/>
                </a:lnTo>
                <a:lnTo>
                  <a:pt x="9247" y="5086"/>
                </a:lnTo>
                <a:lnTo>
                  <a:pt x="9539" y="4916"/>
                </a:lnTo>
                <a:lnTo>
                  <a:pt x="9709" y="4794"/>
                </a:lnTo>
                <a:lnTo>
                  <a:pt x="9879" y="4672"/>
                </a:lnTo>
                <a:close/>
                <a:moveTo>
                  <a:pt x="3967" y="5597"/>
                </a:moveTo>
                <a:lnTo>
                  <a:pt x="3869" y="5719"/>
                </a:lnTo>
                <a:lnTo>
                  <a:pt x="3723" y="5986"/>
                </a:lnTo>
                <a:lnTo>
                  <a:pt x="3553" y="6229"/>
                </a:lnTo>
                <a:lnTo>
                  <a:pt x="3504" y="6327"/>
                </a:lnTo>
                <a:lnTo>
                  <a:pt x="3456" y="6424"/>
                </a:lnTo>
                <a:lnTo>
                  <a:pt x="3164" y="6375"/>
                </a:lnTo>
                <a:lnTo>
                  <a:pt x="2920" y="6327"/>
                </a:lnTo>
                <a:lnTo>
                  <a:pt x="3066" y="6181"/>
                </a:lnTo>
                <a:lnTo>
                  <a:pt x="3431" y="5792"/>
                </a:lnTo>
                <a:lnTo>
                  <a:pt x="3602" y="5646"/>
                </a:lnTo>
                <a:lnTo>
                  <a:pt x="3967" y="5597"/>
                </a:lnTo>
                <a:close/>
                <a:moveTo>
                  <a:pt x="5110" y="5354"/>
                </a:moveTo>
                <a:lnTo>
                  <a:pt x="4989" y="5475"/>
                </a:lnTo>
                <a:lnTo>
                  <a:pt x="4867" y="5597"/>
                </a:lnTo>
                <a:lnTo>
                  <a:pt x="4648" y="5865"/>
                </a:lnTo>
                <a:lnTo>
                  <a:pt x="4380" y="6205"/>
                </a:lnTo>
                <a:lnTo>
                  <a:pt x="4234" y="6400"/>
                </a:lnTo>
                <a:lnTo>
                  <a:pt x="4113" y="6594"/>
                </a:lnTo>
                <a:lnTo>
                  <a:pt x="3723" y="6497"/>
                </a:lnTo>
                <a:lnTo>
                  <a:pt x="3821" y="6400"/>
                </a:lnTo>
                <a:lnTo>
                  <a:pt x="3869" y="6278"/>
                </a:lnTo>
                <a:lnTo>
                  <a:pt x="3991" y="6084"/>
                </a:lnTo>
                <a:lnTo>
                  <a:pt x="4137" y="5865"/>
                </a:lnTo>
                <a:lnTo>
                  <a:pt x="4307" y="5694"/>
                </a:lnTo>
                <a:lnTo>
                  <a:pt x="4405" y="5597"/>
                </a:lnTo>
                <a:lnTo>
                  <a:pt x="4526" y="5500"/>
                </a:lnTo>
                <a:lnTo>
                  <a:pt x="5110" y="5354"/>
                </a:lnTo>
                <a:close/>
                <a:moveTo>
                  <a:pt x="14065" y="6254"/>
                </a:moveTo>
                <a:lnTo>
                  <a:pt x="14138" y="6327"/>
                </a:lnTo>
                <a:lnTo>
                  <a:pt x="14235" y="6375"/>
                </a:lnTo>
                <a:lnTo>
                  <a:pt x="14430" y="6448"/>
                </a:lnTo>
                <a:lnTo>
                  <a:pt x="14186" y="6740"/>
                </a:lnTo>
                <a:lnTo>
                  <a:pt x="14016" y="6643"/>
                </a:lnTo>
                <a:lnTo>
                  <a:pt x="13846" y="6546"/>
                </a:lnTo>
                <a:lnTo>
                  <a:pt x="13675" y="6497"/>
                </a:lnTo>
                <a:lnTo>
                  <a:pt x="13481" y="6448"/>
                </a:lnTo>
                <a:lnTo>
                  <a:pt x="14065" y="6254"/>
                </a:lnTo>
                <a:close/>
                <a:moveTo>
                  <a:pt x="5573" y="5451"/>
                </a:moveTo>
                <a:lnTo>
                  <a:pt x="5719" y="5621"/>
                </a:lnTo>
                <a:lnTo>
                  <a:pt x="5840" y="5767"/>
                </a:lnTo>
                <a:lnTo>
                  <a:pt x="5816" y="5767"/>
                </a:lnTo>
                <a:lnTo>
                  <a:pt x="5670" y="5840"/>
                </a:lnTo>
                <a:lnTo>
                  <a:pt x="5548" y="5962"/>
                </a:lnTo>
                <a:lnTo>
                  <a:pt x="5354" y="6205"/>
                </a:lnTo>
                <a:lnTo>
                  <a:pt x="5110" y="6473"/>
                </a:lnTo>
                <a:lnTo>
                  <a:pt x="4989" y="6619"/>
                </a:lnTo>
                <a:lnTo>
                  <a:pt x="4916" y="6765"/>
                </a:lnTo>
                <a:lnTo>
                  <a:pt x="4429" y="6667"/>
                </a:lnTo>
                <a:lnTo>
                  <a:pt x="4551" y="6546"/>
                </a:lnTo>
                <a:lnTo>
                  <a:pt x="4648" y="6424"/>
                </a:lnTo>
                <a:lnTo>
                  <a:pt x="4843" y="6157"/>
                </a:lnTo>
                <a:lnTo>
                  <a:pt x="5159" y="5816"/>
                </a:lnTo>
                <a:lnTo>
                  <a:pt x="5354" y="5646"/>
                </a:lnTo>
                <a:lnTo>
                  <a:pt x="5475" y="5548"/>
                </a:lnTo>
                <a:lnTo>
                  <a:pt x="5548" y="5451"/>
                </a:lnTo>
                <a:close/>
                <a:moveTo>
                  <a:pt x="6035" y="5962"/>
                </a:moveTo>
                <a:lnTo>
                  <a:pt x="6278" y="6254"/>
                </a:lnTo>
                <a:lnTo>
                  <a:pt x="6157" y="6424"/>
                </a:lnTo>
                <a:lnTo>
                  <a:pt x="6011" y="6643"/>
                </a:lnTo>
                <a:lnTo>
                  <a:pt x="5889" y="6862"/>
                </a:lnTo>
                <a:lnTo>
                  <a:pt x="5840" y="6935"/>
                </a:lnTo>
                <a:lnTo>
                  <a:pt x="5840" y="7008"/>
                </a:lnTo>
                <a:lnTo>
                  <a:pt x="5232" y="6838"/>
                </a:lnTo>
                <a:lnTo>
                  <a:pt x="5402" y="6692"/>
                </a:lnTo>
                <a:lnTo>
                  <a:pt x="5548" y="6546"/>
                </a:lnTo>
                <a:lnTo>
                  <a:pt x="5767" y="6278"/>
                </a:lnTo>
                <a:lnTo>
                  <a:pt x="5889" y="6157"/>
                </a:lnTo>
                <a:lnTo>
                  <a:pt x="6011" y="6011"/>
                </a:lnTo>
                <a:lnTo>
                  <a:pt x="6035" y="5962"/>
                </a:lnTo>
                <a:close/>
                <a:moveTo>
                  <a:pt x="7519" y="925"/>
                </a:moveTo>
                <a:lnTo>
                  <a:pt x="7470" y="1120"/>
                </a:lnTo>
                <a:lnTo>
                  <a:pt x="7470" y="1314"/>
                </a:lnTo>
                <a:lnTo>
                  <a:pt x="7470" y="1704"/>
                </a:lnTo>
                <a:lnTo>
                  <a:pt x="7495" y="2093"/>
                </a:lnTo>
                <a:lnTo>
                  <a:pt x="7519" y="2482"/>
                </a:lnTo>
                <a:lnTo>
                  <a:pt x="7592" y="3285"/>
                </a:lnTo>
                <a:lnTo>
                  <a:pt x="7665" y="4234"/>
                </a:lnTo>
                <a:lnTo>
                  <a:pt x="7714" y="5183"/>
                </a:lnTo>
                <a:lnTo>
                  <a:pt x="7714" y="6132"/>
                </a:lnTo>
                <a:lnTo>
                  <a:pt x="7714" y="7081"/>
                </a:lnTo>
                <a:lnTo>
                  <a:pt x="7519" y="6886"/>
                </a:lnTo>
                <a:lnTo>
                  <a:pt x="7324" y="6716"/>
                </a:lnTo>
                <a:lnTo>
                  <a:pt x="7032" y="6473"/>
                </a:lnTo>
                <a:lnTo>
                  <a:pt x="6522" y="5913"/>
                </a:lnTo>
                <a:lnTo>
                  <a:pt x="5986" y="5354"/>
                </a:lnTo>
                <a:lnTo>
                  <a:pt x="5792" y="5159"/>
                </a:lnTo>
                <a:lnTo>
                  <a:pt x="5670" y="5086"/>
                </a:lnTo>
                <a:lnTo>
                  <a:pt x="5573" y="5013"/>
                </a:lnTo>
                <a:lnTo>
                  <a:pt x="5719" y="4721"/>
                </a:lnTo>
                <a:lnTo>
                  <a:pt x="5913" y="4453"/>
                </a:lnTo>
                <a:lnTo>
                  <a:pt x="6278" y="3894"/>
                </a:lnTo>
                <a:lnTo>
                  <a:pt x="6449" y="3626"/>
                </a:lnTo>
                <a:lnTo>
                  <a:pt x="6570" y="3358"/>
                </a:lnTo>
                <a:lnTo>
                  <a:pt x="6692" y="3066"/>
                </a:lnTo>
                <a:lnTo>
                  <a:pt x="6789" y="2774"/>
                </a:lnTo>
                <a:lnTo>
                  <a:pt x="6984" y="2166"/>
                </a:lnTo>
                <a:lnTo>
                  <a:pt x="7203" y="1558"/>
                </a:lnTo>
                <a:lnTo>
                  <a:pt x="7349" y="1217"/>
                </a:lnTo>
                <a:lnTo>
                  <a:pt x="7519" y="925"/>
                </a:lnTo>
                <a:close/>
                <a:moveTo>
                  <a:pt x="6497" y="6497"/>
                </a:moveTo>
                <a:lnTo>
                  <a:pt x="6522" y="6521"/>
                </a:lnTo>
                <a:lnTo>
                  <a:pt x="6716" y="6716"/>
                </a:lnTo>
                <a:lnTo>
                  <a:pt x="6643" y="6765"/>
                </a:lnTo>
                <a:lnTo>
                  <a:pt x="6595" y="6789"/>
                </a:lnTo>
                <a:lnTo>
                  <a:pt x="6497" y="6911"/>
                </a:lnTo>
                <a:lnTo>
                  <a:pt x="6400" y="7008"/>
                </a:lnTo>
                <a:lnTo>
                  <a:pt x="6327" y="7130"/>
                </a:lnTo>
                <a:lnTo>
                  <a:pt x="5986" y="7057"/>
                </a:lnTo>
                <a:lnTo>
                  <a:pt x="6059" y="7008"/>
                </a:lnTo>
                <a:lnTo>
                  <a:pt x="6132" y="6935"/>
                </a:lnTo>
                <a:lnTo>
                  <a:pt x="6254" y="6838"/>
                </a:lnTo>
                <a:lnTo>
                  <a:pt x="6497" y="6497"/>
                </a:lnTo>
                <a:close/>
                <a:moveTo>
                  <a:pt x="13286" y="6521"/>
                </a:moveTo>
                <a:lnTo>
                  <a:pt x="13627" y="6740"/>
                </a:lnTo>
                <a:lnTo>
                  <a:pt x="13967" y="6935"/>
                </a:lnTo>
                <a:lnTo>
                  <a:pt x="13870" y="7032"/>
                </a:lnTo>
                <a:lnTo>
                  <a:pt x="13724" y="7178"/>
                </a:lnTo>
                <a:lnTo>
                  <a:pt x="13578" y="7081"/>
                </a:lnTo>
                <a:lnTo>
                  <a:pt x="13456" y="7032"/>
                </a:lnTo>
                <a:lnTo>
                  <a:pt x="13164" y="6911"/>
                </a:lnTo>
                <a:lnTo>
                  <a:pt x="12897" y="6813"/>
                </a:lnTo>
                <a:lnTo>
                  <a:pt x="12653" y="6716"/>
                </a:lnTo>
                <a:lnTo>
                  <a:pt x="13286" y="6521"/>
                </a:lnTo>
                <a:close/>
                <a:moveTo>
                  <a:pt x="10171" y="5062"/>
                </a:moveTo>
                <a:lnTo>
                  <a:pt x="10220" y="5135"/>
                </a:lnTo>
                <a:lnTo>
                  <a:pt x="10196" y="5159"/>
                </a:lnTo>
                <a:lnTo>
                  <a:pt x="9587" y="5816"/>
                </a:lnTo>
                <a:lnTo>
                  <a:pt x="9003" y="6521"/>
                </a:lnTo>
                <a:lnTo>
                  <a:pt x="8809" y="6716"/>
                </a:lnTo>
                <a:lnTo>
                  <a:pt x="8590" y="6935"/>
                </a:lnTo>
                <a:lnTo>
                  <a:pt x="8371" y="7154"/>
                </a:lnTo>
                <a:lnTo>
                  <a:pt x="8152" y="7373"/>
                </a:lnTo>
                <a:lnTo>
                  <a:pt x="8200" y="6740"/>
                </a:lnTo>
                <a:lnTo>
                  <a:pt x="8444" y="6570"/>
                </a:lnTo>
                <a:lnTo>
                  <a:pt x="8663" y="6400"/>
                </a:lnTo>
                <a:lnTo>
                  <a:pt x="9101" y="6035"/>
                </a:lnTo>
                <a:lnTo>
                  <a:pt x="9660" y="5573"/>
                </a:lnTo>
                <a:lnTo>
                  <a:pt x="9928" y="5329"/>
                </a:lnTo>
                <a:lnTo>
                  <a:pt x="10171" y="5062"/>
                </a:lnTo>
                <a:close/>
                <a:moveTo>
                  <a:pt x="10488" y="5329"/>
                </a:moveTo>
                <a:lnTo>
                  <a:pt x="10731" y="5427"/>
                </a:lnTo>
                <a:lnTo>
                  <a:pt x="10999" y="5500"/>
                </a:lnTo>
                <a:lnTo>
                  <a:pt x="11510" y="5597"/>
                </a:lnTo>
                <a:lnTo>
                  <a:pt x="11850" y="5670"/>
                </a:lnTo>
                <a:lnTo>
                  <a:pt x="12167" y="5694"/>
                </a:lnTo>
                <a:lnTo>
                  <a:pt x="12824" y="5719"/>
                </a:lnTo>
                <a:lnTo>
                  <a:pt x="13529" y="5743"/>
                </a:lnTo>
                <a:lnTo>
                  <a:pt x="14235" y="5792"/>
                </a:lnTo>
                <a:lnTo>
                  <a:pt x="13505" y="6059"/>
                </a:lnTo>
                <a:lnTo>
                  <a:pt x="12799" y="6278"/>
                </a:lnTo>
                <a:lnTo>
                  <a:pt x="11339" y="6692"/>
                </a:lnTo>
                <a:lnTo>
                  <a:pt x="9612" y="7130"/>
                </a:lnTo>
                <a:lnTo>
                  <a:pt x="9149" y="7251"/>
                </a:lnTo>
                <a:lnTo>
                  <a:pt x="8663" y="7373"/>
                </a:lnTo>
                <a:lnTo>
                  <a:pt x="9101" y="6862"/>
                </a:lnTo>
                <a:lnTo>
                  <a:pt x="9758" y="6132"/>
                </a:lnTo>
                <a:lnTo>
                  <a:pt x="10098" y="5767"/>
                </a:lnTo>
                <a:lnTo>
                  <a:pt x="10439" y="5402"/>
                </a:lnTo>
                <a:lnTo>
                  <a:pt x="10488" y="5329"/>
                </a:lnTo>
                <a:close/>
                <a:moveTo>
                  <a:pt x="6862" y="6886"/>
                </a:moveTo>
                <a:lnTo>
                  <a:pt x="7349" y="7422"/>
                </a:lnTo>
                <a:lnTo>
                  <a:pt x="7349" y="7422"/>
                </a:lnTo>
                <a:lnTo>
                  <a:pt x="6570" y="7203"/>
                </a:lnTo>
                <a:lnTo>
                  <a:pt x="6668" y="7105"/>
                </a:lnTo>
                <a:lnTo>
                  <a:pt x="6765" y="7008"/>
                </a:lnTo>
                <a:lnTo>
                  <a:pt x="6862" y="6911"/>
                </a:lnTo>
                <a:lnTo>
                  <a:pt x="6862" y="6886"/>
                </a:lnTo>
                <a:close/>
                <a:moveTo>
                  <a:pt x="12386" y="6789"/>
                </a:moveTo>
                <a:lnTo>
                  <a:pt x="12483" y="6911"/>
                </a:lnTo>
                <a:lnTo>
                  <a:pt x="12629" y="7008"/>
                </a:lnTo>
                <a:lnTo>
                  <a:pt x="12775" y="7105"/>
                </a:lnTo>
                <a:lnTo>
                  <a:pt x="12921" y="7178"/>
                </a:lnTo>
                <a:lnTo>
                  <a:pt x="13432" y="7422"/>
                </a:lnTo>
                <a:lnTo>
                  <a:pt x="13140" y="7641"/>
                </a:lnTo>
                <a:lnTo>
                  <a:pt x="12970" y="7543"/>
                </a:lnTo>
                <a:lnTo>
                  <a:pt x="12799" y="7470"/>
                </a:lnTo>
                <a:lnTo>
                  <a:pt x="12483" y="7349"/>
                </a:lnTo>
                <a:lnTo>
                  <a:pt x="12045" y="7154"/>
                </a:lnTo>
                <a:lnTo>
                  <a:pt x="11826" y="7057"/>
                </a:lnTo>
                <a:lnTo>
                  <a:pt x="11607" y="7008"/>
                </a:lnTo>
                <a:lnTo>
                  <a:pt x="12386" y="6789"/>
                </a:lnTo>
                <a:close/>
                <a:moveTo>
                  <a:pt x="11461" y="7057"/>
                </a:moveTo>
                <a:lnTo>
                  <a:pt x="11534" y="7154"/>
                </a:lnTo>
                <a:lnTo>
                  <a:pt x="11631" y="7251"/>
                </a:lnTo>
                <a:lnTo>
                  <a:pt x="11850" y="7397"/>
                </a:lnTo>
                <a:lnTo>
                  <a:pt x="12069" y="7519"/>
                </a:lnTo>
                <a:lnTo>
                  <a:pt x="12313" y="7641"/>
                </a:lnTo>
                <a:lnTo>
                  <a:pt x="12532" y="7762"/>
                </a:lnTo>
                <a:lnTo>
                  <a:pt x="12799" y="7908"/>
                </a:lnTo>
                <a:lnTo>
                  <a:pt x="12483" y="8152"/>
                </a:lnTo>
                <a:lnTo>
                  <a:pt x="12410" y="8054"/>
                </a:lnTo>
                <a:lnTo>
                  <a:pt x="12337" y="7981"/>
                </a:lnTo>
                <a:lnTo>
                  <a:pt x="12240" y="7908"/>
                </a:lnTo>
                <a:lnTo>
                  <a:pt x="12118" y="7860"/>
                </a:lnTo>
                <a:lnTo>
                  <a:pt x="11875" y="7762"/>
                </a:lnTo>
                <a:lnTo>
                  <a:pt x="11656" y="7689"/>
                </a:lnTo>
                <a:lnTo>
                  <a:pt x="11145" y="7470"/>
                </a:lnTo>
                <a:lnTo>
                  <a:pt x="10901" y="7349"/>
                </a:lnTo>
                <a:lnTo>
                  <a:pt x="10634" y="7251"/>
                </a:lnTo>
                <a:lnTo>
                  <a:pt x="11437" y="7057"/>
                </a:lnTo>
                <a:close/>
                <a:moveTo>
                  <a:pt x="10439" y="7324"/>
                </a:moveTo>
                <a:lnTo>
                  <a:pt x="10512" y="7422"/>
                </a:lnTo>
                <a:lnTo>
                  <a:pt x="10609" y="7495"/>
                </a:lnTo>
                <a:lnTo>
                  <a:pt x="10828" y="7665"/>
                </a:lnTo>
                <a:lnTo>
                  <a:pt x="11047" y="7787"/>
                </a:lnTo>
                <a:lnTo>
                  <a:pt x="11291" y="7884"/>
                </a:lnTo>
                <a:lnTo>
                  <a:pt x="11996" y="8176"/>
                </a:lnTo>
                <a:lnTo>
                  <a:pt x="12167" y="8249"/>
                </a:lnTo>
                <a:lnTo>
                  <a:pt x="12215" y="8273"/>
                </a:lnTo>
                <a:lnTo>
                  <a:pt x="12288" y="8298"/>
                </a:lnTo>
                <a:lnTo>
                  <a:pt x="11996" y="8541"/>
                </a:lnTo>
                <a:lnTo>
                  <a:pt x="11972" y="8541"/>
                </a:lnTo>
                <a:lnTo>
                  <a:pt x="11583" y="8444"/>
                </a:lnTo>
                <a:lnTo>
                  <a:pt x="11218" y="8322"/>
                </a:lnTo>
                <a:lnTo>
                  <a:pt x="10853" y="8152"/>
                </a:lnTo>
                <a:lnTo>
                  <a:pt x="10512" y="7957"/>
                </a:lnTo>
                <a:lnTo>
                  <a:pt x="10098" y="7714"/>
                </a:lnTo>
                <a:lnTo>
                  <a:pt x="9879" y="7592"/>
                </a:lnTo>
                <a:lnTo>
                  <a:pt x="9660" y="7495"/>
                </a:lnTo>
                <a:lnTo>
                  <a:pt x="10439" y="7324"/>
                </a:lnTo>
                <a:close/>
                <a:moveTo>
                  <a:pt x="8225" y="8103"/>
                </a:moveTo>
                <a:lnTo>
                  <a:pt x="8638" y="8249"/>
                </a:lnTo>
                <a:lnTo>
                  <a:pt x="9028" y="8419"/>
                </a:lnTo>
                <a:lnTo>
                  <a:pt x="8930" y="8517"/>
                </a:lnTo>
                <a:lnTo>
                  <a:pt x="8784" y="8638"/>
                </a:lnTo>
                <a:lnTo>
                  <a:pt x="8711" y="8711"/>
                </a:lnTo>
                <a:lnTo>
                  <a:pt x="8687" y="8784"/>
                </a:lnTo>
                <a:lnTo>
                  <a:pt x="8225" y="8103"/>
                </a:lnTo>
                <a:close/>
                <a:moveTo>
                  <a:pt x="7689" y="8663"/>
                </a:moveTo>
                <a:lnTo>
                  <a:pt x="7714" y="9003"/>
                </a:lnTo>
                <a:lnTo>
                  <a:pt x="7689" y="9003"/>
                </a:lnTo>
                <a:lnTo>
                  <a:pt x="7519" y="8930"/>
                </a:lnTo>
                <a:lnTo>
                  <a:pt x="7665" y="8687"/>
                </a:lnTo>
                <a:lnTo>
                  <a:pt x="7689" y="8663"/>
                </a:lnTo>
                <a:close/>
                <a:moveTo>
                  <a:pt x="9344" y="7592"/>
                </a:moveTo>
                <a:lnTo>
                  <a:pt x="9612" y="7787"/>
                </a:lnTo>
                <a:lnTo>
                  <a:pt x="9904" y="7981"/>
                </a:lnTo>
                <a:lnTo>
                  <a:pt x="10463" y="8322"/>
                </a:lnTo>
                <a:lnTo>
                  <a:pt x="10755" y="8492"/>
                </a:lnTo>
                <a:lnTo>
                  <a:pt x="11047" y="8638"/>
                </a:lnTo>
                <a:lnTo>
                  <a:pt x="11364" y="8760"/>
                </a:lnTo>
                <a:lnTo>
                  <a:pt x="11680" y="8833"/>
                </a:lnTo>
                <a:lnTo>
                  <a:pt x="11510" y="9003"/>
                </a:lnTo>
                <a:lnTo>
                  <a:pt x="11485" y="9028"/>
                </a:lnTo>
                <a:lnTo>
                  <a:pt x="10463" y="8565"/>
                </a:lnTo>
                <a:lnTo>
                  <a:pt x="9952" y="8371"/>
                </a:lnTo>
                <a:lnTo>
                  <a:pt x="9417" y="8176"/>
                </a:lnTo>
                <a:lnTo>
                  <a:pt x="8979" y="7981"/>
                </a:lnTo>
                <a:lnTo>
                  <a:pt x="8736" y="7884"/>
                </a:lnTo>
                <a:lnTo>
                  <a:pt x="8468" y="7811"/>
                </a:lnTo>
                <a:lnTo>
                  <a:pt x="8906" y="7714"/>
                </a:lnTo>
                <a:lnTo>
                  <a:pt x="9344" y="7592"/>
                </a:lnTo>
                <a:close/>
                <a:moveTo>
                  <a:pt x="9368" y="8565"/>
                </a:moveTo>
                <a:lnTo>
                  <a:pt x="9733" y="8687"/>
                </a:lnTo>
                <a:lnTo>
                  <a:pt x="9660" y="8760"/>
                </a:lnTo>
                <a:lnTo>
                  <a:pt x="9198" y="9076"/>
                </a:lnTo>
                <a:lnTo>
                  <a:pt x="9101" y="9149"/>
                </a:lnTo>
                <a:lnTo>
                  <a:pt x="9003" y="9247"/>
                </a:lnTo>
                <a:lnTo>
                  <a:pt x="8760" y="8906"/>
                </a:lnTo>
                <a:lnTo>
                  <a:pt x="8784" y="8906"/>
                </a:lnTo>
                <a:lnTo>
                  <a:pt x="8930" y="8809"/>
                </a:lnTo>
                <a:lnTo>
                  <a:pt x="9052" y="8711"/>
                </a:lnTo>
                <a:lnTo>
                  <a:pt x="9174" y="8638"/>
                </a:lnTo>
                <a:lnTo>
                  <a:pt x="9344" y="8590"/>
                </a:lnTo>
                <a:lnTo>
                  <a:pt x="9368" y="8565"/>
                </a:lnTo>
                <a:close/>
                <a:moveTo>
                  <a:pt x="828" y="6181"/>
                </a:moveTo>
                <a:lnTo>
                  <a:pt x="1168" y="6302"/>
                </a:lnTo>
                <a:lnTo>
                  <a:pt x="1533" y="6400"/>
                </a:lnTo>
                <a:lnTo>
                  <a:pt x="2239" y="6546"/>
                </a:lnTo>
                <a:lnTo>
                  <a:pt x="2507" y="6570"/>
                </a:lnTo>
                <a:lnTo>
                  <a:pt x="2750" y="6594"/>
                </a:lnTo>
                <a:lnTo>
                  <a:pt x="3018" y="6619"/>
                </a:lnTo>
                <a:lnTo>
                  <a:pt x="3285" y="6643"/>
                </a:lnTo>
                <a:lnTo>
                  <a:pt x="4356" y="6911"/>
                </a:lnTo>
                <a:lnTo>
                  <a:pt x="5159" y="7081"/>
                </a:lnTo>
                <a:lnTo>
                  <a:pt x="5938" y="7300"/>
                </a:lnTo>
                <a:lnTo>
                  <a:pt x="7519" y="7762"/>
                </a:lnTo>
                <a:lnTo>
                  <a:pt x="6546" y="8273"/>
                </a:lnTo>
                <a:lnTo>
                  <a:pt x="5548" y="8736"/>
                </a:lnTo>
                <a:lnTo>
                  <a:pt x="4697" y="9076"/>
                </a:lnTo>
                <a:lnTo>
                  <a:pt x="4453" y="9198"/>
                </a:lnTo>
                <a:lnTo>
                  <a:pt x="4332" y="9271"/>
                </a:lnTo>
                <a:lnTo>
                  <a:pt x="4234" y="9368"/>
                </a:lnTo>
                <a:lnTo>
                  <a:pt x="4210" y="9320"/>
                </a:lnTo>
                <a:lnTo>
                  <a:pt x="3991" y="9003"/>
                </a:lnTo>
                <a:lnTo>
                  <a:pt x="3748" y="8687"/>
                </a:lnTo>
                <a:lnTo>
                  <a:pt x="3456" y="8395"/>
                </a:lnTo>
                <a:lnTo>
                  <a:pt x="3164" y="8127"/>
                </a:lnTo>
                <a:lnTo>
                  <a:pt x="2531" y="7616"/>
                </a:lnTo>
                <a:lnTo>
                  <a:pt x="2239" y="7373"/>
                </a:lnTo>
                <a:lnTo>
                  <a:pt x="1947" y="7105"/>
                </a:lnTo>
                <a:lnTo>
                  <a:pt x="1728" y="6911"/>
                </a:lnTo>
                <a:lnTo>
                  <a:pt x="1485" y="6716"/>
                </a:lnTo>
                <a:lnTo>
                  <a:pt x="1047" y="6375"/>
                </a:lnTo>
                <a:lnTo>
                  <a:pt x="828" y="6181"/>
                </a:lnTo>
                <a:close/>
                <a:moveTo>
                  <a:pt x="10098" y="8833"/>
                </a:moveTo>
                <a:lnTo>
                  <a:pt x="10658" y="9076"/>
                </a:lnTo>
                <a:lnTo>
                  <a:pt x="10366" y="9247"/>
                </a:lnTo>
                <a:lnTo>
                  <a:pt x="10098" y="9393"/>
                </a:lnTo>
                <a:lnTo>
                  <a:pt x="9758" y="9612"/>
                </a:lnTo>
                <a:lnTo>
                  <a:pt x="9612" y="9758"/>
                </a:lnTo>
                <a:lnTo>
                  <a:pt x="9466" y="9904"/>
                </a:lnTo>
                <a:lnTo>
                  <a:pt x="9125" y="9417"/>
                </a:lnTo>
                <a:lnTo>
                  <a:pt x="9198" y="9393"/>
                </a:lnTo>
                <a:lnTo>
                  <a:pt x="9271" y="9368"/>
                </a:lnTo>
                <a:lnTo>
                  <a:pt x="9417" y="9271"/>
                </a:lnTo>
                <a:lnTo>
                  <a:pt x="9660" y="9101"/>
                </a:lnTo>
                <a:lnTo>
                  <a:pt x="10098" y="8857"/>
                </a:lnTo>
                <a:lnTo>
                  <a:pt x="10098" y="8833"/>
                </a:lnTo>
                <a:close/>
                <a:moveTo>
                  <a:pt x="7324" y="9174"/>
                </a:moveTo>
                <a:lnTo>
                  <a:pt x="7446" y="9222"/>
                </a:lnTo>
                <a:lnTo>
                  <a:pt x="7519" y="9295"/>
                </a:lnTo>
                <a:lnTo>
                  <a:pt x="7738" y="9393"/>
                </a:lnTo>
                <a:lnTo>
                  <a:pt x="7738" y="9855"/>
                </a:lnTo>
                <a:lnTo>
                  <a:pt x="7738" y="10001"/>
                </a:lnTo>
                <a:lnTo>
                  <a:pt x="7495" y="9855"/>
                </a:lnTo>
                <a:lnTo>
                  <a:pt x="7251" y="9733"/>
                </a:lnTo>
                <a:lnTo>
                  <a:pt x="7105" y="9685"/>
                </a:lnTo>
                <a:lnTo>
                  <a:pt x="6984" y="9660"/>
                </a:lnTo>
                <a:lnTo>
                  <a:pt x="7324" y="9174"/>
                </a:lnTo>
                <a:close/>
                <a:moveTo>
                  <a:pt x="6911" y="9758"/>
                </a:moveTo>
                <a:lnTo>
                  <a:pt x="7008" y="9879"/>
                </a:lnTo>
                <a:lnTo>
                  <a:pt x="7130" y="10001"/>
                </a:lnTo>
                <a:lnTo>
                  <a:pt x="7373" y="10196"/>
                </a:lnTo>
                <a:lnTo>
                  <a:pt x="7543" y="10317"/>
                </a:lnTo>
                <a:lnTo>
                  <a:pt x="7762" y="10415"/>
                </a:lnTo>
                <a:lnTo>
                  <a:pt x="7762" y="10926"/>
                </a:lnTo>
                <a:lnTo>
                  <a:pt x="7470" y="10707"/>
                </a:lnTo>
                <a:lnTo>
                  <a:pt x="7203" y="10488"/>
                </a:lnTo>
                <a:lnTo>
                  <a:pt x="7057" y="10415"/>
                </a:lnTo>
                <a:lnTo>
                  <a:pt x="6911" y="10317"/>
                </a:lnTo>
                <a:lnTo>
                  <a:pt x="6741" y="10269"/>
                </a:lnTo>
                <a:lnTo>
                  <a:pt x="6570" y="10244"/>
                </a:lnTo>
                <a:lnTo>
                  <a:pt x="6911" y="9758"/>
                </a:lnTo>
                <a:close/>
                <a:moveTo>
                  <a:pt x="11072" y="9271"/>
                </a:moveTo>
                <a:lnTo>
                  <a:pt x="11291" y="9368"/>
                </a:lnTo>
                <a:lnTo>
                  <a:pt x="11266" y="9490"/>
                </a:lnTo>
                <a:lnTo>
                  <a:pt x="11266" y="9612"/>
                </a:lnTo>
                <a:lnTo>
                  <a:pt x="11096" y="9685"/>
                </a:lnTo>
                <a:lnTo>
                  <a:pt x="10950" y="9782"/>
                </a:lnTo>
                <a:lnTo>
                  <a:pt x="10658" y="9977"/>
                </a:lnTo>
                <a:lnTo>
                  <a:pt x="10293" y="10220"/>
                </a:lnTo>
                <a:lnTo>
                  <a:pt x="10123" y="10366"/>
                </a:lnTo>
                <a:lnTo>
                  <a:pt x="10050" y="10439"/>
                </a:lnTo>
                <a:lnTo>
                  <a:pt x="10001" y="10536"/>
                </a:lnTo>
                <a:lnTo>
                  <a:pt x="10001" y="10585"/>
                </a:lnTo>
                <a:lnTo>
                  <a:pt x="10025" y="10609"/>
                </a:lnTo>
                <a:lnTo>
                  <a:pt x="10123" y="10609"/>
                </a:lnTo>
                <a:lnTo>
                  <a:pt x="10220" y="10585"/>
                </a:lnTo>
                <a:lnTo>
                  <a:pt x="10390" y="10512"/>
                </a:lnTo>
                <a:lnTo>
                  <a:pt x="10561" y="10390"/>
                </a:lnTo>
                <a:lnTo>
                  <a:pt x="10731" y="10269"/>
                </a:lnTo>
                <a:lnTo>
                  <a:pt x="10999" y="10074"/>
                </a:lnTo>
                <a:lnTo>
                  <a:pt x="11291" y="9904"/>
                </a:lnTo>
                <a:lnTo>
                  <a:pt x="11339" y="10171"/>
                </a:lnTo>
                <a:lnTo>
                  <a:pt x="11412" y="10390"/>
                </a:lnTo>
                <a:lnTo>
                  <a:pt x="11145" y="10488"/>
                </a:lnTo>
                <a:lnTo>
                  <a:pt x="10877" y="10634"/>
                </a:lnTo>
                <a:lnTo>
                  <a:pt x="10731" y="10682"/>
                </a:lnTo>
                <a:lnTo>
                  <a:pt x="10561" y="10804"/>
                </a:lnTo>
                <a:lnTo>
                  <a:pt x="10415" y="10926"/>
                </a:lnTo>
                <a:lnTo>
                  <a:pt x="10342" y="10999"/>
                </a:lnTo>
                <a:lnTo>
                  <a:pt x="10317" y="11072"/>
                </a:lnTo>
                <a:lnTo>
                  <a:pt x="9879" y="10463"/>
                </a:lnTo>
                <a:lnTo>
                  <a:pt x="9587" y="10050"/>
                </a:lnTo>
                <a:lnTo>
                  <a:pt x="9733" y="10001"/>
                </a:lnTo>
                <a:lnTo>
                  <a:pt x="9904" y="9928"/>
                </a:lnTo>
                <a:lnTo>
                  <a:pt x="10196" y="9758"/>
                </a:lnTo>
                <a:lnTo>
                  <a:pt x="10634" y="9514"/>
                </a:lnTo>
                <a:lnTo>
                  <a:pt x="11047" y="9295"/>
                </a:lnTo>
                <a:lnTo>
                  <a:pt x="11072" y="9271"/>
                </a:lnTo>
                <a:close/>
                <a:moveTo>
                  <a:pt x="11534" y="10780"/>
                </a:moveTo>
                <a:lnTo>
                  <a:pt x="11656" y="11193"/>
                </a:lnTo>
                <a:lnTo>
                  <a:pt x="11631" y="11193"/>
                </a:lnTo>
                <a:lnTo>
                  <a:pt x="11437" y="11364"/>
                </a:lnTo>
                <a:lnTo>
                  <a:pt x="11218" y="11510"/>
                </a:lnTo>
                <a:lnTo>
                  <a:pt x="11023" y="11631"/>
                </a:lnTo>
                <a:lnTo>
                  <a:pt x="10828" y="11753"/>
                </a:lnTo>
                <a:lnTo>
                  <a:pt x="10804" y="11777"/>
                </a:lnTo>
                <a:lnTo>
                  <a:pt x="10439" y="11242"/>
                </a:lnTo>
                <a:lnTo>
                  <a:pt x="10512" y="11242"/>
                </a:lnTo>
                <a:lnTo>
                  <a:pt x="10585" y="11218"/>
                </a:lnTo>
                <a:lnTo>
                  <a:pt x="10731" y="11145"/>
                </a:lnTo>
                <a:lnTo>
                  <a:pt x="10999" y="10974"/>
                </a:lnTo>
                <a:lnTo>
                  <a:pt x="11534" y="10780"/>
                </a:lnTo>
                <a:close/>
                <a:moveTo>
                  <a:pt x="6522" y="10342"/>
                </a:moveTo>
                <a:lnTo>
                  <a:pt x="6668" y="10439"/>
                </a:lnTo>
                <a:lnTo>
                  <a:pt x="6838" y="10561"/>
                </a:lnTo>
                <a:lnTo>
                  <a:pt x="7105" y="10853"/>
                </a:lnTo>
                <a:lnTo>
                  <a:pt x="7251" y="10999"/>
                </a:lnTo>
                <a:lnTo>
                  <a:pt x="7397" y="11120"/>
                </a:lnTo>
                <a:lnTo>
                  <a:pt x="7568" y="11218"/>
                </a:lnTo>
                <a:lnTo>
                  <a:pt x="7738" y="11291"/>
                </a:lnTo>
                <a:lnTo>
                  <a:pt x="7762" y="11291"/>
                </a:lnTo>
                <a:lnTo>
                  <a:pt x="7762" y="12021"/>
                </a:lnTo>
                <a:lnTo>
                  <a:pt x="7665" y="11948"/>
                </a:lnTo>
                <a:lnTo>
                  <a:pt x="7568" y="11875"/>
                </a:lnTo>
                <a:lnTo>
                  <a:pt x="7397" y="11704"/>
                </a:lnTo>
                <a:lnTo>
                  <a:pt x="7057" y="11364"/>
                </a:lnTo>
                <a:lnTo>
                  <a:pt x="6862" y="11193"/>
                </a:lnTo>
                <a:lnTo>
                  <a:pt x="6619" y="11072"/>
                </a:lnTo>
                <a:lnTo>
                  <a:pt x="6376" y="10999"/>
                </a:lnTo>
                <a:lnTo>
                  <a:pt x="6132" y="10926"/>
                </a:lnTo>
                <a:lnTo>
                  <a:pt x="6522" y="10342"/>
                </a:lnTo>
                <a:close/>
                <a:moveTo>
                  <a:pt x="11753" y="11510"/>
                </a:moveTo>
                <a:lnTo>
                  <a:pt x="11826" y="11802"/>
                </a:lnTo>
                <a:lnTo>
                  <a:pt x="11704" y="11826"/>
                </a:lnTo>
                <a:lnTo>
                  <a:pt x="11607" y="11899"/>
                </a:lnTo>
                <a:lnTo>
                  <a:pt x="11412" y="12021"/>
                </a:lnTo>
                <a:lnTo>
                  <a:pt x="11291" y="12167"/>
                </a:lnTo>
                <a:lnTo>
                  <a:pt x="11218" y="12240"/>
                </a:lnTo>
                <a:lnTo>
                  <a:pt x="11193" y="12313"/>
                </a:lnTo>
                <a:lnTo>
                  <a:pt x="10901" y="11899"/>
                </a:lnTo>
                <a:lnTo>
                  <a:pt x="11120" y="11850"/>
                </a:lnTo>
                <a:lnTo>
                  <a:pt x="11339" y="11777"/>
                </a:lnTo>
                <a:lnTo>
                  <a:pt x="11558" y="11656"/>
                </a:lnTo>
                <a:lnTo>
                  <a:pt x="11753" y="11510"/>
                </a:lnTo>
                <a:close/>
                <a:moveTo>
                  <a:pt x="6059" y="11047"/>
                </a:moveTo>
                <a:lnTo>
                  <a:pt x="6303" y="11218"/>
                </a:lnTo>
                <a:lnTo>
                  <a:pt x="6546" y="11388"/>
                </a:lnTo>
                <a:lnTo>
                  <a:pt x="6789" y="11583"/>
                </a:lnTo>
                <a:lnTo>
                  <a:pt x="6984" y="11802"/>
                </a:lnTo>
                <a:lnTo>
                  <a:pt x="7251" y="12069"/>
                </a:lnTo>
                <a:lnTo>
                  <a:pt x="7397" y="12215"/>
                </a:lnTo>
                <a:lnTo>
                  <a:pt x="7543" y="12313"/>
                </a:lnTo>
                <a:lnTo>
                  <a:pt x="7276" y="12459"/>
                </a:lnTo>
                <a:lnTo>
                  <a:pt x="7154" y="12386"/>
                </a:lnTo>
                <a:lnTo>
                  <a:pt x="7008" y="12337"/>
                </a:lnTo>
                <a:lnTo>
                  <a:pt x="6765" y="12215"/>
                </a:lnTo>
                <a:lnTo>
                  <a:pt x="6522" y="12069"/>
                </a:lnTo>
                <a:lnTo>
                  <a:pt x="6327" y="11948"/>
                </a:lnTo>
                <a:lnTo>
                  <a:pt x="6157" y="11802"/>
                </a:lnTo>
                <a:lnTo>
                  <a:pt x="5962" y="11656"/>
                </a:lnTo>
                <a:lnTo>
                  <a:pt x="5767" y="11534"/>
                </a:lnTo>
                <a:lnTo>
                  <a:pt x="6059" y="11047"/>
                </a:lnTo>
                <a:close/>
                <a:moveTo>
                  <a:pt x="5670" y="11680"/>
                </a:moveTo>
                <a:lnTo>
                  <a:pt x="5719" y="11777"/>
                </a:lnTo>
                <a:lnTo>
                  <a:pt x="5792" y="11850"/>
                </a:lnTo>
                <a:lnTo>
                  <a:pt x="5938" y="12021"/>
                </a:lnTo>
                <a:lnTo>
                  <a:pt x="6108" y="12167"/>
                </a:lnTo>
                <a:lnTo>
                  <a:pt x="6278" y="12288"/>
                </a:lnTo>
                <a:lnTo>
                  <a:pt x="6546" y="12483"/>
                </a:lnTo>
                <a:lnTo>
                  <a:pt x="6716" y="12580"/>
                </a:lnTo>
                <a:lnTo>
                  <a:pt x="6887" y="12678"/>
                </a:lnTo>
                <a:lnTo>
                  <a:pt x="6522" y="12848"/>
                </a:lnTo>
                <a:lnTo>
                  <a:pt x="6230" y="12653"/>
                </a:lnTo>
                <a:lnTo>
                  <a:pt x="5938" y="12434"/>
                </a:lnTo>
                <a:lnTo>
                  <a:pt x="5694" y="12215"/>
                </a:lnTo>
                <a:lnTo>
                  <a:pt x="5475" y="12021"/>
                </a:lnTo>
                <a:lnTo>
                  <a:pt x="5621" y="11777"/>
                </a:lnTo>
                <a:lnTo>
                  <a:pt x="5670" y="11680"/>
                </a:lnTo>
                <a:close/>
                <a:moveTo>
                  <a:pt x="11899" y="12094"/>
                </a:moveTo>
                <a:lnTo>
                  <a:pt x="12021" y="12605"/>
                </a:lnTo>
                <a:lnTo>
                  <a:pt x="11899" y="12726"/>
                </a:lnTo>
                <a:lnTo>
                  <a:pt x="11777" y="12848"/>
                </a:lnTo>
                <a:lnTo>
                  <a:pt x="11729" y="12921"/>
                </a:lnTo>
                <a:lnTo>
                  <a:pt x="11680" y="12994"/>
                </a:lnTo>
                <a:lnTo>
                  <a:pt x="11680" y="13018"/>
                </a:lnTo>
                <a:lnTo>
                  <a:pt x="11266" y="12434"/>
                </a:lnTo>
                <a:lnTo>
                  <a:pt x="11412" y="12386"/>
                </a:lnTo>
                <a:lnTo>
                  <a:pt x="11558" y="12313"/>
                </a:lnTo>
                <a:lnTo>
                  <a:pt x="11729" y="12215"/>
                </a:lnTo>
                <a:lnTo>
                  <a:pt x="11899" y="12094"/>
                </a:lnTo>
                <a:close/>
                <a:moveTo>
                  <a:pt x="5329" y="12240"/>
                </a:moveTo>
                <a:lnTo>
                  <a:pt x="5402" y="12361"/>
                </a:lnTo>
                <a:lnTo>
                  <a:pt x="5500" y="12483"/>
                </a:lnTo>
                <a:lnTo>
                  <a:pt x="5670" y="12678"/>
                </a:lnTo>
                <a:lnTo>
                  <a:pt x="5913" y="12897"/>
                </a:lnTo>
                <a:lnTo>
                  <a:pt x="6157" y="13067"/>
                </a:lnTo>
                <a:lnTo>
                  <a:pt x="5743" y="13335"/>
                </a:lnTo>
                <a:lnTo>
                  <a:pt x="5646" y="13310"/>
                </a:lnTo>
                <a:lnTo>
                  <a:pt x="5475" y="13237"/>
                </a:lnTo>
                <a:lnTo>
                  <a:pt x="5305" y="13164"/>
                </a:lnTo>
                <a:lnTo>
                  <a:pt x="5135" y="13043"/>
                </a:lnTo>
                <a:lnTo>
                  <a:pt x="4940" y="12970"/>
                </a:lnTo>
                <a:lnTo>
                  <a:pt x="4891" y="12945"/>
                </a:lnTo>
                <a:lnTo>
                  <a:pt x="5110" y="12605"/>
                </a:lnTo>
                <a:lnTo>
                  <a:pt x="5329" y="12240"/>
                </a:lnTo>
                <a:close/>
                <a:moveTo>
                  <a:pt x="12094" y="13043"/>
                </a:moveTo>
                <a:lnTo>
                  <a:pt x="12215" y="13748"/>
                </a:lnTo>
                <a:lnTo>
                  <a:pt x="11802" y="13189"/>
                </a:lnTo>
                <a:lnTo>
                  <a:pt x="11850" y="13189"/>
                </a:lnTo>
                <a:lnTo>
                  <a:pt x="11923" y="13164"/>
                </a:lnTo>
                <a:lnTo>
                  <a:pt x="11972" y="13140"/>
                </a:lnTo>
                <a:lnTo>
                  <a:pt x="12094" y="13043"/>
                </a:lnTo>
                <a:close/>
                <a:moveTo>
                  <a:pt x="4745" y="13140"/>
                </a:moveTo>
                <a:lnTo>
                  <a:pt x="4891" y="13310"/>
                </a:lnTo>
                <a:lnTo>
                  <a:pt x="5062" y="13456"/>
                </a:lnTo>
                <a:lnTo>
                  <a:pt x="5305" y="13602"/>
                </a:lnTo>
                <a:lnTo>
                  <a:pt x="4964" y="13846"/>
                </a:lnTo>
                <a:lnTo>
                  <a:pt x="4891" y="13773"/>
                </a:lnTo>
                <a:lnTo>
                  <a:pt x="4818" y="13700"/>
                </a:lnTo>
                <a:lnTo>
                  <a:pt x="4648" y="13627"/>
                </a:lnTo>
                <a:lnTo>
                  <a:pt x="4551" y="13554"/>
                </a:lnTo>
                <a:lnTo>
                  <a:pt x="4405" y="13529"/>
                </a:lnTo>
                <a:lnTo>
                  <a:pt x="4575" y="13335"/>
                </a:lnTo>
                <a:lnTo>
                  <a:pt x="4745" y="13140"/>
                </a:lnTo>
                <a:close/>
                <a:moveTo>
                  <a:pt x="8200" y="8833"/>
                </a:moveTo>
                <a:lnTo>
                  <a:pt x="8371" y="9076"/>
                </a:lnTo>
                <a:lnTo>
                  <a:pt x="8663" y="9514"/>
                </a:lnTo>
                <a:lnTo>
                  <a:pt x="8979" y="9928"/>
                </a:lnTo>
                <a:lnTo>
                  <a:pt x="9587" y="10780"/>
                </a:lnTo>
                <a:lnTo>
                  <a:pt x="10171" y="11583"/>
                </a:lnTo>
                <a:lnTo>
                  <a:pt x="10731" y="12410"/>
                </a:lnTo>
                <a:lnTo>
                  <a:pt x="11291" y="13213"/>
                </a:lnTo>
                <a:lnTo>
                  <a:pt x="11850" y="13992"/>
                </a:lnTo>
                <a:lnTo>
                  <a:pt x="11729" y="13943"/>
                </a:lnTo>
                <a:lnTo>
                  <a:pt x="11072" y="13554"/>
                </a:lnTo>
                <a:lnTo>
                  <a:pt x="10415" y="13189"/>
                </a:lnTo>
                <a:lnTo>
                  <a:pt x="9831" y="12921"/>
                </a:lnTo>
                <a:lnTo>
                  <a:pt x="9539" y="12799"/>
                </a:lnTo>
                <a:lnTo>
                  <a:pt x="9222" y="12678"/>
                </a:lnTo>
                <a:lnTo>
                  <a:pt x="8760" y="12507"/>
                </a:lnTo>
                <a:lnTo>
                  <a:pt x="8517" y="12410"/>
                </a:lnTo>
                <a:lnTo>
                  <a:pt x="8273" y="12337"/>
                </a:lnTo>
                <a:lnTo>
                  <a:pt x="8273" y="12288"/>
                </a:lnTo>
                <a:lnTo>
                  <a:pt x="8322" y="11996"/>
                </a:lnTo>
                <a:lnTo>
                  <a:pt x="8346" y="11680"/>
                </a:lnTo>
                <a:lnTo>
                  <a:pt x="8346" y="11388"/>
                </a:lnTo>
                <a:lnTo>
                  <a:pt x="8322" y="11072"/>
                </a:lnTo>
                <a:lnTo>
                  <a:pt x="8273" y="10463"/>
                </a:lnTo>
                <a:lnTo>
                  <a:pt x="8225" y="9855"/>
                </a:lnTo>
                <a:lnTo>
                  <a:pt x="8200" y="8833"/>
                </a:lnTo>
                <a:close/>
                <a:moveTo>
                  <a:pt x="7324" y="8346"/>
                </a:moveTo>
                <a:lnTo>
                  <a:pt x="6935" y="8906"/>
                </a:lnTo>
                <a:lnTo>
                  <a:pt x="6570" y="9441"/>
                </a:lnTo>
                <a:lnTo>
                  <a:pt x="5962" y="10439"/>
                </a:lnTo>
                <a:lnTo>
                  <a:pt x="5354" y="11437"/>
                </a:lnTo>
                <a:lnTo>
                  <a:pt x="4818" y="12386"/>
                </a:lnTo>
                <a:lnTo>
                  <a:pt x="4502" y="12848"/>
                </a:lnTo>
                <a:lnTo>
                  <a:pt x="4356" y="13067"/>
                </a:lnTo>
                <a:lnTo>
                  <a:pt x="4161" y="13286"/>
                </a:lnTo>
                <a:lnTo>
                  <a:pt x="3967" y="13529"/>
                </a:lnTo>
                <a:lnTo>
                  <a:pt x="3796" y="13773"/>
                </a:lnTo>
                <a:lnTo>
                  <a:pt x="3650" y="14040"/>
                </a:lnTo>
                <a:lnTo>
                  <a:pt x="3504" y="14308"/>
                </a:lnTo>
                <a:lnTo>
                  <a:pt x="3577" y="13578"/>
                </a:lnTo>
                <a:lnTo>
                  <a:pt x="3699" y="12897"/>
                </a:lnTo>
                <a:lnTo>
                  <a:pt x="3821" y="12215"/>
                </a:lnTo>
                <a:lnTo>
                  <a:pt x="3967" y="11558"/>
                </a:lnTo>
                <a:lnTo>
                  <a:pt x="4113" y="10926"/>
                </a:lnTo>
                <a:lnTo>
                  <a:pt x="4234" y="10269"/>
                </a:lnTo>
                <a:lnTo>
                  <a:pt x="4332" y="9612"/>
                </a:lnTo>
                <a:lnTo>
                  <a:pt x="4307" y="9539"/>
                </a:lnTo>
                <a:lnTo>
                  <a:pt x="4453" y="9587"/>
                </a:lnTo>
                <a:lnTo>
                  <a:pt x="4624" y="9563"/>
                </a:lnTo>
                <a:lnTo>
                  <a:pt x="4818" y="9514"/>
                </a:lnTo>
                <a:lnTo>
                  <a:pt x="5013" y="9441"/>
                </a:lnTo>
                <a:lnTo>
                  <a:pt x="5354" y="9271"/>
                </a:lnTo>
                <a:lnTo>
                  <a:pt x="5646" y="9149"/>
                </a:lnTo>
                <a:lnTo>
                  <a:pt x="6497" y="8760"/>
                </a:lnTo>
                <a:lnTo>
                  <a:pt x="7324" y="8346"/>
                </a:lnTo>
                <a:close/>
                <a:moveTo>
                  <a:pt x="4234" y="13700"/>
                </a:moveTo>
                <a:lnTo>
                  <a:pt x="4307" y="13773"/>
                </a:lnTo>
                <a:lnTo>
                  <a:pt x="4380" y="13821"/>
                </a:lnTo>
                <a:lnTo>
                  <a:pt x="4551" y="13943"/>
                </a:lnTo>
                <a:lnTo>
                  <a:pt x="4697" y="14016"/>
                </a:lnTo>
                <a:lnTo>
                  <a:pt x="4307" y="14259"/>
                </a:lnTo>
                <a:lnTo>
                  <a:pt x="4161" y="14332"/>
                </a:lnTo>
                <a:lnTo>
                  <a:pt x="3991" y="14405"/>
                </a:lnTo>
                <a:lnTo>
                  <a:pt x="3650" y="14502"/>
                </a:lnTo>
                <a:lnTo>
                  <a:pt x="3748" y="14429"/>
                </a:lnTo>
                <a:lnTo>
                  <a:pt x="3821" y="14332"/>
                </a:lnTo>
                <a:lnTo>
                  <a:pt x="3967" y="14113"/>
                </a:lnTo>
                <a:lnTo>
                  <a:pt x="4113" y="13894"/>
                </a:lnTo>
                <a:lnTo>
                  <a:pt x="4234" y="13700"/>
                </a:lnTo>
                <a:close/>
                <a:moveTo>
                  <a:pt x="7835" y="0"/>
                </a:moveTo>
                <a:lnTo>
                  <a:pt x="7762" y="25"/>
                </a:lnTo>
                <a:lnTo>
                  <a:pt x="7689" y="73"/>
                </a:lnTo>
                <a:lnTo>
                  <a:pt x="7641" y="73"/>
                </a:lnTo>
                <a:lnTo>
                  <a:pt x="7495" y="146"/>
                </a:lnTo>
                <a:lnTo>
                  <a:pt x="7373" y="244"/>
                </a:lnTo>
                <a:lnTo>
                  <a:pt x="7276" y="341"/>
                </a:lnTo>
                <a:lnTo>
                  <a:pt x="7178" y="463"/>
                </a:lnTo>
                <a:lnTo>
                  <a:pt x="6984" y="730"/>
                </a:lnTo>
                <a:lnTo>
                  <a:pt x="6838" y="1047"/>
                </a:lnTo>
                <a:lnTo>
                  <a:pt x="6716" y="1387"/>
                </a:lnTo>
                <a:lnTo>
                  <a:pt x="6619" y="1704"/>
                </a:lnTo>
                <a:lnTo>
                  <a:pt x="6449" y="2288"/>
                </a:lnTo>
                <a:lnTo>
                  <a:pt x="6230" y="2920"/>
                </a:lnTo>
                <a:lnTo>
                  <a:pt x="6108" y="3237"/>
                </a:lnTo>
                <a:lnTo>
                  <a:pt x="5962" y="3529"/>
                </a:lnTo>
                <a:lnTo>
                  <a:pt x="5767" y="3845"/>
                </a:lnTo>
                <a:lnTo>
                  <a:pt x="5548" y="4161"/>
                </a:lnTo>
                <a:lnTo>
                  <a:pt x="5378" y="4478"/>
                </a:lnTo>
                <a:lnTo>
                  <a:pt x="5281" y="4648"/>
                </a:lnTo>
                <a:lnTo>
                  <a:pt x="5208" y="4818"/>
                </a:lnTo>
                <a:lnTo>
                  <a:pt x="4891" y="4916"/>
                </a:lnTo>
                <a:lnTo>
                  <a:pt x="4575" y="4989"/>
                </a:lnTo>
                <a:lnTo>
                  <a:pt x="3918" y="5110"/>
                </a:lnTo>
                <a:lnTo>
                  <a:pt x="2580" y="5305"/>
                </a:lnTo>
                <a:lnTo>
                  <a:pt x="1801" y="5402"/>
                </a:lnTo>
                <a:lnTo>
                  <a:pt x="998" y="5500"/>
                </a:lnTo>
                <a:lnTo>
                  <a:pt x="755" y="5524"/>
                </a:lnTo>
                <a:lnTo>
                  <a:pt x="511" y="5524"/>
                </a:lnTo>
                <a:lnTo>
                  <a:pt x="244" y="5548"/>
                </a:lnTo>
                <a:lnTo>
                  <a:pt x="146" y="5597"/>
                </a:lnTo>
                <a:lnTo>
                  <a:pt x="49" y="5646"/>
                </a:lnTo>
                <a:lnTo>
                  <a:pt x="0" y="5719"/>
                </a:lnTo>
                <a:lnTo>
                  <a:pt x="0" y="5792"/>
                </a:lnTo>
                <a:lnTo>
                  <a:pt x="0" y="5865"/>
                </a:lnTo>
                <a:lnTo>
                  <a:pt x="0" y="5962"/>
                </a:lnTo>
                <a:lnTo>
                  <a:pt x="49" y="6035"/>
                </a:lnTo>
                <a:lnTo>
                  <a:pt x="146" y="6229"/>
                </a:lnTo>
                <a:lnTo>
                  <a:pt x="292" y="6375"/>
                </a:lnTo>
                <a:lnTo>
                  <a:pt x="438" y="6497"/>
                </a:lnTo>
                <a:lnTo>
                  <a:pt x="682" y="6716"/>
                </a:lnTo>
                <a:lnTo>
                  <a:pt x="925" y="6935"/>
                </a:lnTo>
                <a:lnTo>
                  <a:pt x="1460" y="7349"/>
                </a:lnTo>
                <a:lnTo>
                  <a:pt x="1971" y="7811"/>
                </a:lnTo>
                <a:lnTo>
                  <a:pt x="2507" y="8273"/>
                </a:lnTo>
                <a:lnTo>
                  <a:pt x="2847" y="8565"/>
                </a:lnTo>
                <a:lnTo>
                  <a:pt x="3188" y="8882"/>
                </a:lnTo>
                <a:lnTo>
                  <a:pt x="3504" y="9222"/>
                </a:lnTo>
                <a:lnTo>
                  <a:pt x="3650" y="9417"/>
                </a:lnTo>
                <a:lnTo>
                  <a:pt x="3772" y="9612"/>
                </a:lnTo>
                <a:lnTo>
                  <a:pt x="3821" y="9685"/>
                </a:lnTo>
                <a:lnTo>
                  <a:pt x="3918" y="9709"/>
                </a:lnTo>
                <a:lnTo>
                  <a:pt x="3748" y="10342"/>
                </a:lnTo>
                <a:lnTo>
                  <a:pt x="3602" y="10974"/>
                </a:lnTo>
                <a:lnTo>
                  <a:pt x="3334" y="12264"/>
                </a:lnTo>
                <a:lnTo>
                  <a:pt x="3212" y="12872"/>
                </a:lnTo>
                <a:lnTo>
                  <a:pt x="3091" y="13529"/>
                </a:lnTo>
                <a:lnTo>
                  <a:pt x="3042" y="13870"/>
                </a:lnTo>
                <a:lnTo>
                  <a:pt x="2993" y="14186"/>
                </a:lnTo>
                <a:lnTo>
                  <a:pt x="2993" y="14502"/>
                </a:lnTo>
                <a:lnTo>
                  <a:pt x="3018" y="14819"/>
                </a:lnTo>
                <a:lnTo>
                  <a:pt x="3042" y="14916"/>
                </a:lnTo>
                <a:lnTo>
                  <a:pt x="3091" y="14965"/>
                </a:lnTo>
                <a:lnTo>
                  <a:pt x="3188" y="15013"/>
                </a:lnTo>
                <a:lnTo>
                  <a:pt x="3261" y="15013"/>
                </a:lnTo>
                <a:lnTo>
                  <a:pt x="3383" y="15038"/>
                </a:lnTo>
                <a:lnTo>
                  <a:pt x="3529" y="15062"/>
                </a:lnTo>
                <a:lnTo>
                  <a:pt x="3675" y="15038"/>
                </a:lnTo>
                <a:lnTo>
                  <a:pt x="3796" y="15013"/>
                </a:lnTo>
                <a:lnTo>
                  <a:pt x="4088" y="14940"/>
                </a:lnTo>
                <a:lnTo>
                  <a:pt x="4405" y="14794"/>
                </a:lnTo>
                <a:lnTo>
                  <a:pt x="4672" y="14624"/>
                </a:lnTo>
                <a:lnTo>
                  <a:pt x="4964" y="14454"/>
                </a:lnTo>
                <a:lnTo>
                  <a:pt x="5402" y="14138"/>
                </a:lnTo>
                <a:lnTo>
                  <a:pt x="5719" y="13943"/>
                </a:lnTo>
                <a:lnTo>
                  <a:pt x="6035" y="13748"/>
                </a:lnTo>
                <a:lnTo>
                  <a:pt x="6716" y="13383"/>
                </a:lnTo>
                <a:lnTo>
                  <a:pt x="7373" y="13018"/>
                </a:lnTo>
                <a:lnTo>
                  <a:pt x="7689" y="12824"/>
                </a:lnTo>
                <a:lnTo>
                  <a:pt x="8006" y="12629"/>
                </a:lnTo>
                <a:lnTo>
                  <a:pt x="8127" y="12726"/>
                </a:lnTo>
                <a:lnTo>
                  <a:pt x="8273" y="12799"/>
                </a:lnTo>
                <a:lnTo>
                  <a:pt x="8590" y="12945"/>
                </a:lnTo>
                <a:lnTo>
                  <a:pt x="9320" y="13213"/>
                </a:lnTo>
                <a:lnTo>
                  <a:pt x="9685" y="13383"/>
                </a:lnTo>
                <a:lnTo>
                  <a:pt x="10050" y="13554"/>
                </a:lnTo>
                <a:lnTo>
                  <a:pt x="10707" y="13894"/>
                </a:lnTo>
                <a:lnTo>
                  <a:pt x="11364" y="14283"/>
                </a:lnTo>
                <a:lnTo>
                  <a:pt x="11607" y="14454"/>
                </a:lnTo>
                <a:lnTo>
                  <a:pt x="11875" y="14624"/>
                </a:lnTo>
                <a:lnTo>
                  <a:pt x="12021" y="14697"/>
                </a:lnTo>
                <a:lnTo>
                  <a:pt x="12167" y="14770"/>
                </a:lnTo>
                <a:lnTo>
                  <a:pt x="12313" y="14794"/>
                </a:lnTo>
                <a:lnTo>
                  <a:pt x="12459" y="14770"/>
                </a:lnTo>
                <a:lnTo>
                  <a:pt x="12507" y="14770"/>
                </a:lnTo>
                <a:lnTo>
                  <a:pt x="12532" y="14721"/>
                </a:lnTo>
                <a:lnTo>
                  <a:pt x="12629" y="14697"/>
                </a:lnTo>
                <a:lnTo>
                  <a:pt x="12702" y="14648"/>
                </a:lnTo>
                <a:lnTo>
                  <a:pt x="12751" y="14575"/>
                </a:lnTo>
                <a:lnTo>
                  <a:pt x="12775" y="14478"/>
                </a:lnTo>
                <a:lnTo>
                  <a:pt x="12751" y="14065"/>
                </a:lnTo>
                <a:lnTo>
                  <a:pt x="12702" y="13651"/>
                </a:lnTo>
                <a:lnTo>
                  <a:pt x="12629" y="13262"/>
                </a:lnTo>
                <a:lnTo>
                  <a:pt x="12556" y="12848"/>
                </a:lnTo>
                <a:lnTo>
                  <a:pt x="12337" y="12045"/>
                </a:lnTo>
                <a:lnTo>
                  <a:pt x="12118" y="11242"/>
                </a:lnTo>
                <a:lnTo>
                  <a:pt x="11899" y="10463"/>
                </a:lnTo>
                <a:lnTo>
                  <a:pt x="11875" y="10390"/>
                </a:lnTo>
                <a:lnTo>
                  <a:pt x="11680" y="9685"/>
                </a:lnTo>
                <a:lnTo>
                  <a:pt x="11680" y="9636"/>
                </a:lnTo>
                <a:lnTo>
                  <a:pt x="11656" y="9563"/>
                </a:lnTo>
                <a:lnTo>
                  <a:pt x="11631" y="9514"/>
                </a:lnTo>
                <a:lnTo>
                  <a:pt x="11680" y="9490"/>
                </a:lnTo>
                <a:lnTo>
                  <a:pt x="11729" y="9466"/>
                </a:lnTo>
                <a:lnTo>
                  <a:pt x="11802" y="9393"/>
                </a:lnTo>
                <a:lnTo>
                  <a:pt x="11850" y="9344"/>
                </a:lnTo>
                <a:lnTo>
                  <a:pt x="12094" y="9101"/>
                </a:lnTo>
                <a:lnTo>
                  <a:pt x="12361" y="8882"/>
                </a:lnTo>
                <a:lnTo>
                  <a:pt x="12897" y="8419"/>
                </a:lnTo>
                <a:lnTo>
                  <a:pt x="13432" y="8006"/>
                </a:lnTo>
                <a:lnTo>
                  <a:pt x="13967" y="7568"/>
                </a:lnTo>
                <a:lnTo>
                  <a:pt x="14211" y="7324"/>
                </a:lnTo>
                <a:lnTo>
                  <a:pt x="14454" y="7105"/>
                </a:lnTo>
                <a:lnTo>
                  <a:pt x="14697" y="6838"/>
                </a:lnTo>
                <a:lnTo>
                  <a:pt x="14892" y="6570"/>
                </a:lnTo>
                <a:lnTo>
                  <a:pt x="15232" y="6205"/>
                </a:lnTo>
                <a:lnTo>
                  <a:pt x="15403" y="5986"/>
                </a:lnTo>
                <a:lnTo>
                  <a:pt x="15451" y="5889"/>
                </a:lnTo>
                <a:lnTo>
                  <a:pt x="15500" y="5767"/>
                </a:lnTo>
                <a:lnTo>
                  <a:pt x="15500" y="5743"/>
                </a:lnTo>
                <a:lnTo>
                  <a:pt x="15476" y="5646"/>
                </a:lnTo>
                <a:lnTo>
                  <a:pt x="15427" y="5573"/>
                </a:lnTo>
                <a:lnTo>
                  <a:pt x="15354" y="5475"/>
                </a:lnTo>
                <a:lnTo>
                  <a:pt x="15257" y="5427"/>
                </a:lnTo>
                <a:lnTo>
                  <a:pt x="15135" y="5378"/>
                </a:lnTo>
                <a:lnTo>
                  <a:pt x="15013" y="5354"/>
                </a:lnTo>
                <a:lnTo>
                  <a:pt x="14770" y="5329"/>
                </a:lnTo>
                <a:lnTo>
                  <a:pt x="14527" y="5305"/>
                </a:lnTo>
                <a:lnTo>
                  <a:pt x="13797" y="5256"/>
                </a:lnTo>
                <a:lnTo>
                  <a:pt x="13091" y="5208"/>
                </a:lnTo>
                <a:lnTo>
                  <a:pt x="12410" y="5208"/>
                </a:lnTo>
                <a:lnTo>
                  <a:pt x="11753" y="5159"/>
                </a:lnTo>
                <a:lnTo>
                  <a:pt x="11485" y="5135"/>
                </a:lnTo>
                <a:lnTo>
                  <a:pt x="11218" y="5086"/>
                </a:lnTo>
                <a:lnTo>
                  <a:pt x="10950" y="5013"/>
                </a:lnTo>
                <a:lnTo>
                  <a:pt x="10682" y="4989"/>
                </a:lnTo>
                <a:lnTo>
                  <a:pt x="10658" y="4940"/>
                </a:lnTo>
                <a:lnTo>
                  <a:pt x="10634" y="4867"/>
                </a:lnTo>
                <a:lnTo>
                  <a:pt x="10415" y="4599"/>
                </a:lnTo>
                <a:lnTo>
                  <a:pt x="10220" y="4332"/>
                </a:lnTo>
                <a:lnTo>
                  <a:pt x="10025" y="4040"/>
                </a:lnTo>
                <a:lnTo>
                  <a:pt x="9855" y="3748"/>
                </a:lnTo>
                <a:lnTo>
                  <a:pt x="9514" y="3164"/>
                </a:lnTo>
                <a:lnTo>
                  <a:pt x="9222" y="2531"/>
                </a:lnTo>
                <a:lnTo>
                  <a:pt x="8638" y="1290"/>
                </a:lnTo>
                <a:lnTo>
                  <a:pt x="8322" y="682"/>
                </a:lnTo>
                <a:lnTo>
                  <a:pt x="7981" y="73"/>
                </a:lnTo>
                <a:lnTo>
                  <a:pt x="7908" y="25"/>
                </a:lnTo>
                <a:lnTo>
                  <a:pt x="7835"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07" name="Google Shape;807;p39"/>
          <p:cNvSpPr/>
          <p:nvPr/>
        </p:nvSpPr>
        <p:spPr>
          <a:xfrm>
            <a:off x="4384820" y="911138"/>
            <a:ext cx="375447" cy="368016"/>
          </a:xfrm>
          <a:custGeom>
            <a:avLst/>
            <a:gdLst/>
            <a:ahLst/>
            <a:cxnLst/>
            <a:rect l="l" t="t" r="r" b="b"/>
            <a:pathLst>
              <a:path w="17179" h="16839" extrusionOk="0">
                <a:moveTo>
                  <a:pt x="4064" y="1461"/>
                </a:moveTo>
                <a:lnTo>
                  <a:pt x="4307" y="1801"/>
                </a:lnTo>
                <a:lnTo>
                  <a:pt x="4550" y="2093"/>
                </a:lnTo>
                <a:lnTo>
                  <a:pt x="4794" y="2385"/>
                </a:lnTo>
                <a:lnTo>
                  <a:pt x="5037" y="2677"/>
                </a:lnTo>
                <a:lnTo>
                  <a:pt x="5231" y="2872"/>
                </a:lnTo>
                <a:lnTo>
                  <a:pt x="5329" y="2969"/>
                </a:lnTo>
                <a:lnTo>
                  <a:pt x="5450" y="3018"/>
                </a:lnTo>
                <a:lnTo>
                  <a:pt x="5548" y="2994"/>
                </a:lnTo>
                <a:lnTo>
                  <a:pt x="5815" y="3042"/>
                </a:lnTo>
                <a:lnTo>
                  <a:pt x="6083" y="3042"/>
                </a:lnTo>
                <a:lnTo>
                  <a:pt x="6594" y="3018"/>
                </a:lnTo>
                <a:lnTo>
                  <a:pt x="7129" y="2994"/>
                </a:lnTo>
                <a:lnTo>
                  <a:pt x="7129" y="2994"/>
                </a:lnTo>
                <a:lnTo>
                  <a:pt x="6935" y="3310"/>
                </a:lnTo>
                <a:lnTo>
                  <a:pt x="6740" y="3651"/>
                </a:lnTo>
                <a:lnTo>
                  <a:pt x="6545" y="3991"/>
                </a:lnTo>
                <a:lnTo>
                  <a:pt x="6375" y="4332"/>
                </a:lnTo>
                <a:lnTo>
                  <a:pt x="6351" y="4381"/>
                </a:lnTo>
                <a:lnTo>
                  <a:pt x="6351" y="4429"/>
                </a:lnTo>
                <a:lnTo>
                  <a:pt x="6375" y="4648"/>
                </a:lnTo>
                <a:lnTo>
                  <a:pt x="6424" y="4892"/>
                </a:lnTo>
                <a:lnTo>
                  <a:pt x="6618" y="5305"/>
                </a:lnTo>
                <a:lnTo>
                  <a:pt x="6935" y="6133"/>
                </a:lnTo>
                <a:lnTo>
                  <a:pt x="6424" y="5962"/>
                </a:lnTo>
                <a:lnTo>
                  <a:pt x="5864" y="5768"/>
                </a:lnTo>
                <a:lnTo>
                  <a:pt x="5572" y="5719"/>
                </a:lnTo>
                <a:lnTo>
                  <a:pt x="5450" y="5695"/>
                </a:lnTo>
                <a:lnTo>
                  <a:pt x="5231" y="5695"/>
                </a:lnTo>
                <a:lnTo>
                  <a:pt x="5183" y="5743"/>
                </a:lnTo>
                <a:lnTo>
                  <a:pt x="5158" y="5768"/>
                </a:lnTo>
                <a:lnTo>
                  <a:pt x="5158" y="5841"/>
                </a:lnTo>
                <a:lnTo>
                  <a:pt x="4794" y="6133"/>
                </a:lnTo>
                <a:lnTo>
                  <a:pt x="4453" y="6473"/>
                </a:lnTo>
                <a:lnTo>
                  <a:pt x="4210" y="6692"/>
                </a:lnTo>
                <a:lnTo>
                  <a:pt x="3966" y="6911"/>
                </a:lnTo>
                <a:lnTo>
                  <a:pt x="3699" y="7081"/>
                </a:lnTo>
                <a:lnTo>
                  <a:pt x="3650" y="6644"/>
                </a:lnTo>
                <a:lnTo>
                  <a:pt x="3650" y="6206"/>
                </a:lnTo>
                <a:lnTo>
                  <a:pt x="3650" y="5841"/>
                </a:lnTo>
                <a:lnTo>
                  <a:pt x="3650" y="5646"/>
                </a:lnTo>
                <a:lnTo>
                  <a:pt x="3626" y="5451"/>
                </a:lnTo>
                <a:lnTo>
                  <a:pt x="3650" y="5403"/>
                </a:lnTo>
                <a:lnTo>
                  <a:pt x="3650" y="5330"/>
                </a:lnTo>
                <a:lnTo>
                  <a:pt x="3650" y="5257"/>
                </a:lnTo>
                <a:lnTo>
                  <a:pt x="3601" y="5208"/>
                </a:lnTo>
                <a:lnTo>
                  <a:pt x="3188" y="4892"/>
                </a:lnTo>
                <a:lnTo>
                  <a:pt x="2774" y="4600"/>
                </a:lnTo>
                <a:lnTo>
                  <a:pt x="2312" y="4332"/>
                </a:lnTo>
                <a:lnTo>
                  <a:pt x="1874" y="4089"/>
                </a:lnTo>
                <a:lnTo>
                  <a:pt x="2214" y="3943"/>
                </a:lnTo>
                <a:lnTo>
                  <a:pt x="2555" y="3797"/>
                </a:lnTo>
                <a:lnTo>
                  <a:pt x="2944" y="3699"/>
                </a:lnTo>
                <a:lnTo>
                  <a:pt x="3139" y="3626"/>
                </a:lnTo>
                <a:lnTo>
                  <a:pt x="3334" y="3553"/>
                </a:lnTo>
                <a:lnTo>
                  <a:pt x="3431" y="3578"/>
                </a:lnTo>
                <a:lnTo>
                  <a:pt x="3528" y="3578"/>
                </a:lnTo>
                <a:lnTo>
                  <a:pt x="3626" y="3529"/>
                </a:lnTo>
                <a:lnTo>
                  <a:pt x="3650" y="3480"/>
                </a:lnTo>
                <a:lnTo>
                  <a:pt x="3674" y="3432"/>
                </a:lnTo>
                <a:lnTo>
                  <a:pt x="3820" y="2945"/>
                </a:lnTo>
                <a:lnTo>
                  <a:pt x="3918" y="2458"/>
                </a:lnTo>
                <a:lnTo>
                  <a:pt x="4064" y="1461"/>
                </a:lnTo>
                <a:close/>
                <a:moveTo>
                  <a:pt x="3991" y="755"/>
                </a:moveTo>
                <a:lnTo>
                  <a:pt x="3918" y="779"/>
                </a:lnTo>
                <a:lnTo>
                  <a:pt x="3869" y="804"/>
                </a:lnTo>
                <a:lnTo>
                  <a:pt x="3820" y="877"/>
                </a:lnTo>
                <a:lnTo>
                  <a:pt x="3723" y="1144"/>
                </a:lnTo>
                <a:lnTo>
                  <a:pt x="3650" y="1436"/>
                </a:lnTo>
                <a:lnTo>
                  <a:pt x="3504" y="1996"/>
                </a:lnTo>
                <a:lnTo>
                  <a:pt x="3407" y="2556"/>
                </a:lnTo>
                <a:lnTo>
                  <a:pt x="3285" y="3115"/>
                </a:lnTo>
                <a:lnTo>
                  <a:pt x="3163" y="3140"/>
                </a:lnTo>
                <a:lnTo>
                  <a:pt x="3017" y="3188"/>
                </a:lnTo>
                <a:lnTo>
                  <a:pt x="2774" y="3261"/>
                </a:lnTo>
                <a:lnTo>
                  <a:pt x="2312" y="3480"/>
                </a:lnTo>
                <a:lnTo>
                  <a:pt x="2020" y="3578"/>
                </a:lnTo>
                <a:lnTo>
                  <a:pt x="1752" y="3699"/>
                </a:lnTo>
                <a:lnTo>
                  <a:pt x="1630" y="3772"/>
                </a:lnTo>
                <a:lnTo>
                  <a:pt x="1509" y="3845"/>
                </a:lnTo>
                <a:lnTo>
                  <a:pt x="1387" y="3943"/>
                </a:lnTo>
                <a:lnTo>
                  <a:pt x="1290" y="4040"/>
                </a:lnTo>
                <a:lnTo>
                  <a:pt x="1265" y="4089"/>
                </a:lnTo>
                <a:lnTo>
                  <a:pt x="1290" y="4137"/>
                </a:lnTo>
                <a:lnTo>
                  <a:pt x="1314" y="4162"/>
                </a:lnTo>
                <a:lnTo>
                  <a:pt x="1363" y="4186"/>
                </a:lnTo>
                <a:lnTo>
                  <a:pt x="1436" y="4162"/>
                </a:lnTo>
                <a:lnTo>
                  <a:pt x="1460" y="4210"/>
                </a:lnTo>
                <a:lnTo>
                  <a:pt x="1509" y="4259"/>
                </a:lnTo>
                <a:lnTo>
                  <a:pt x="3285" y="5476"/>
                </a:lnTo>
                <a:lnTo>
                  <a:pt x="3261" y="5646"/>
                </a:lnTo>
                <a:lnTo>
                  <a:pt x="3261" y="5841"/>
                </a:lnTo>
                <a:lnTo>
                  <a:pt x="3261" y="6206"/>
                </a:lnTo>
                <a:lnTo>
                  <a:pt x="3261" y="6546"/>
                </a:lnTo>
                <a:lnTo>
                  <a:pt x="3261" y="6863"/>
                </a:lnTo>
                <a:lnTo>
                  <a:pt x="3309" y="7179"/>
                </a:lnTo>
                <a:lnTo>
                  <a:pt x="3358" y="7495"/>
                </a:lnTo>
                <a:lnTo>
                  <a:pt x="3382" y="7568"/>
                </a:lnTo>
                <a:lnTo>
                  <a:pt x="3431" y="7617"/>
                </a:lnTo>
                <a:lnTo>
                  <a:pt x="3504" y="7641"/>
                </a:lnTo>
                <a:lnTo>
                  <a:pt x="3577" y="7641"/>
                </a:lnTo>
                <a:lnTo>
                  <a:pt x="3626" y="7617"/>
                </a:lnTo>
                <a:lnTo>
                  <a:pt x="3699" y="7568"/>
                </a:lnTo>
                <a:lnTo>
                  <a:pt x="3723" y="7519"/>
                </a:lnTo>
                <a:lnTo>
                  <a:pt x="3747" y="7446"/>
                </a:lnTo>
                <a:lnTo>
                  <a:pt x="3942" y="7349"/>
                </a:lnTo>
                <a:lnTo>
                  <a:pt x="4137" y="7227"/>
                </a:lnTo>
                <a:lnTo>
                  <a:pt x="4477" y="6960"/>
                </a:lnTo>
                <a:lnTo>
                  <a:pt x="4964" y="6522"/>
                </a:lnTo>
                <a:lnTo>
                  <a:pt x="5183" y="6303"/>
                </a:lnTo>
                <a:lnTo>
                  <a:pt x="5450" y="6108"/>
                </a:lnTo>
                <a:lnTo>
                  <a:pt x="5742" y="6206"/>
                </a:lnTo>
                <a:lnTo>
                  <a:pt x="6059" y="6303"/>
                </a:lnTo>
                <a:lnTo>
                  <a:pt x="6643" y="6473"/>
                </a:lnTo>
                <a:lnTo>
                  <a:pt x="6910" y="6595"/>
                </a:lnTo>
                <a:lnTo>
                  <a:pt x="7202" y="6717"/>
                </a:lnTo>
                <a:lnTo>
                  <a:pt x="7275" y="6741"/>
                </a:lnTo>
                <a:lnTo>
                  <a:pt x="7348" y="6717"/>
                </a:lnTo>
                <a:lnTo>
                  <a:pt x="7421" y="6692"/>
                </a:lnTo>
                <a:lnTo>
                  <a:pt x="7470" y="6644"/>
                </a:lnTo>
                <a:lnTo>
                  <a:pt x="7494" y="6571"/>
                </a:lnTo>
                <a:lnTo>
                  <a:pt x="7519" y="6522"/>
                </a:lnTo>
                <a:lnTo>
                  <a:pt x="7519" y="6449"/>
                </a:lnTo>
                <a:lnTo>
                  <a:pt x="7470" y="6376"/>
                </a:lnTo>
                <a:lnTo>
                  <a:pt x="7470" y="6327"/>
                </a:lnTo>
                <a:lnTo>
                  <a:pt x="7300" y="5841"/>
                </a:lnTo>
                <a:lnTo>
                  <a:pt x="7105" y="5354"/>
                </a:lnTo>
                <a:lnTo>
                  <a:pt x="6910" y="4916"/>
                </a:lnTo>
                <a:lnTo>
                  <a:pt x="6813" y="4697"/>
                </a:lnTo>
                <a:lnTo>
                  <a:pt x="6691" y="4478"/>
                </a:lnTo>
                <a:lnTo>
                  <a:pt x="7227" y="3675"/>
                </a:lnTo>
                <a:lnTo>
                  <a:pt x="7470" y="3261"/>
                </a:lnTo>
                <a:lnTo>
                  <a:pt x="7592" y="3042"/>
                </a:lnTo>
                <a:lnTo>
                  <a:pt x="7665" y="2799"/>
                </a:lnTo>
                <a:lnTo>
                  <a:pt x="7713" y="2726"/>
                </a:lnTo>
                <a:lnTo>
                  <a:pt x="7713" y="2653"/>
                </a:lnTo>
                <a:lnTo>
                  <a:pt x="7738" y="2629"/>
                </a:lnTo>
                <a:lnTo>
                  <a:pt x="7738" y="2556"/>
                </a:lnTo>
                <a:lnTo>
                  <a:pt x="7713" y="2507"/>
                </a:lnTo>
                <a:lnTo>
                  <a:pt x="7689" y="2458"/>
                </a:lnTo>
                <a:lnTo>
                  <a:pt x="7640" y="2410"/>
                </a:lnTo>
                <a:lnTo>
                  <a:pt x="7592" y="2385"/>
                </a:lnTo>
                <a:lnTo>
                  <a:pt x="7519" y="2385"/>
                </a:lnTo>
                <a:lnTo>
                  <a:pt x="7446" y="2410"/>
                </a:lnTo>
                <a:lnTo>
                  <a:pt x="7397" y="2458"/>
                </a:lnTo>
                <a:lnTo>
                  <a:pt x="7202" y="2458"/>
                </a:lnTo>
                <a:lnTo>
                  <a:pt x="6983" y="2483"/>
                </a:lnTo>
                <a:lnTo>
                  <a:pt x="6594" y="2531"/>
                </a:lnTo>
                <a:lnTo>
                  <a:pt x="6326" y="2556"/>
                </a:lnTo>
                <a:lnTo>
                  <a:pt x="5815" y="2556"/>
                </a:lnTo>
                <a:lnTo>
                  <a:pt x="5548" y="2580"/>
                </a:lnTo>
                <a:lnTo>
                  <a:pt x="5426" y="2410"/>
                </a:lnTo>
                <a:lnTo>
                  <a:pt x="5280" y="2264"/>
                </a:lnTo>
                <a:lnTo>
                  <a:pt x="5012" y="1996"/>
                </a:lnTo>
                <a:lnTo>
                  <a:pt x="4769" y="1704"/>
                </a:lnTo>
                <a:lnTo>
                  <a:pt x="4575" y="1412"/>
                </a:lnTo>
                <a:lnTo>
                  <a:pt x="4356" y="1120"/>
                </a:lnTo>
                <a:lnTo>
                  <a:pt x="4161" y="804"/>
                </a:lnTo>
                <a:lnTo>
                  <a:pt x="4112" y="779"/>
                </a:lnTo>
                <a:lnTo>
                  <a:pt x="4039" y="779"/>
                </a:lnTo>
                <a:lnTo>
                  <a:pt x="3991" y="755"/>
                </a:lnTo>
                <a:close/>
                <a:moveTo>
                  <a:pt x="11169" y="536"/>
                </a:moveTo>
                <a:lnTo>
                  <a:pt x="11582" y="633"/>
                </a:lnTo>
                <a:lnTo>
                  <a:pt x="11972" y="779"/>
                </a:lnTo>
                <a:lnTo>
                  <a:pt x="12361" y="950"/>
                </a:lnTo>
                <a:lnTo>
                  <a:pt x="12726" y="1144"/>
                </a:lnTo>
                <a:lnTo>
                  <a:pt x="13066" y="1363"/>
                </a:lnTo>
                <a:lnTo>
                  <a:pt x="13431" y="1582"/>
                </a:lnTo>
                <a:lnTo>
                  <a:pt x="13748" y="1850"/>
                </a:lnTo>
                <a:lnTo>
                  <a:pt x="14064" y="2093"/>
                </a:lnTo>
                <a:lnTo>
                  <a:pt x="14332" y="2312"/>
                </a:lnTo>
                <a:lnTo>
                  <a:pt x="14551" y="2531"/>
                </a:lnTo>
                <a:lnTo>
                  <a:pt x="14770" y="2775"/>
                </a:lnTo>
                <a:lnTo>
                  <a:pt x="14964" y="3018"/>
                </a:lnTo>
                <a:lnTo>
                  <a:pt x="15305" y="3529"/>
                </a:lnTo>
                <a:lnTo>
                  <a:pt x="15621" y="4064"/>
                </a:lnTo>
                <a:lnTo>
                  <a:pt x="15548" y="4162"/>
                </a:lnTo>
                <a:lnTo>
                  <a:pt x="15475" y="4235"/>
                </a:lnTo>
                <a:lnTo>
                  <a:pt x="15475" y="4259"/>
                </a:lnTo>
                <a:lnTo>
                  <a:pt x="15475" y="4308"/>
                </a:lnTo>
                <a:lnTo>
                  <a:pt x="15500" y="4332"/>
                </a:lnTo>
                <a:lnTo>
                  <a:pt x="15646" y="4332"/>
                </a:lnTo>
                <a:lnTo>
                  <a:pt x="15743" y="4283"/>
                </a:lnTo>
                <a:lnTo>
                  <a:pt x="15938" y="4648"/>
                </a:lnTo>
                <a:lnTo>
                  <a:pt x="15865" y="4673"/>
                </a:lnTo>
                <a:lnTo>
                  <a:pt x="15767" y="4746"/>
                </a:lnTo>
                <a:lnTo>
                  <a:pt x="15719" y="4794"/>
                </a:lnTo>
                <a:lnTo>
                  <a:pt x="15694" y="4867"/>
                </a:lnTo>
                <a:lnTo>
                  <a:pt x="15694" y="4916"/>
                </a:lnTo>
                <a:lnTo>
                  <a:pt x="15743" y="4940"/>
                </a:lnTo>
                <a:lnTo>
                  <a:pt x="15816" y="4940"/>
                </a:lnTo>
                <a:lnTo>
                  <a:pt x="15889" y="4916"/>
                </a:lnTo>
                <a:lnTo>
                  <a:pt x="15962" y="4892"/>
                </a:lnTo>
                <a:lnTo>
                  <a:pt x="16035" y="4819"/>
                </a:lnTo>
                <a:lnTo>
                  <a:pt x="16205" y="5159"/>
                </a:lnTo>
                <a:lnTo>
                  <a:pt x="16108" y="5208"/>
                </a:lnTo>
                <a:lnTo>
                  <a:pt x="16011" y="5281"/>
                </a:lnTo>
                <a:lnTo>
                  <a:pt x="15938" y="5378"/>
                </a:lnTo>
                <a:lnTo>
                  <a:pt x="15889" y="5451"/>
                </a:lnTo>
                <a:lnTo>
                  <a:pt x="15865" y="5524"/>
                </a:lnTo>
                <a:lnTo>
                  <a:pt x="15889" y="5573"/>
                </a:lnTo>
                <a:lnTo>
                  <a:pt x="15938" y="5622"/>
                </a:lnTo>
                <a:lnTo>
                  <a:pt x="16011" y="5622"/>
                </a:lnTo>
                <a:lnTo>
                  <a:pt x="16108" y="5573"/>
                </a:lnTo>
                <a:lnTo>
                  <a:pt x="16205" y="5524"/>
                </a:lnTo>
                <a:lnTo>
                  <a:pt x="16327" y="5451"/>
                </a:lnTo>
                <a:lnTo>
                  <a:pt x="16424" y="5792"/>
                </a:lnTo>
                <a:lnTo>
                  <a:pt x="16254" y="5841"/>
                </a:lnTo>
                <a:lnTo>
                  <a:pt x="16108" y="5938"/>
                </a:lnTo>
                <a:lnTo>
                  <a:pt x="15986" y="6060"/>
                </a:lnTo>
                <a:lnTo>
                  <a:pt x="15938" y="6181"/>
                </a:lnTo>
                <a:lnTo>
                  <a:pt x="15938" y="6230"/>
                </a:lnTo>
                <a:lnTo>
                  <a:pt x="15962" y="6279"/>
                </a:lnTo>
                <a:lnTo>
                  <a:pt x="16011" y="6303"/>
                </a:lnTo>
                <a:lnTo>
                  <a:pt x="16059" y="6303"/>
                </a:lnTo>
                <a:lnTo>
                  <a:pt x="16132" y="6279"/>
                </a:lnTo>
                <a:lnTo>
                  <a:pt x="16205" y="6230"/>
                </a:lnTo>
                <a:lnTo>
                  <a:pt x="16376" y="6157"/>
                </a:lnTo>
                <a:lnTo>
                  <a:pt x="16497" y="6108"/>
                </a:lnTo>
                <a:lnTo>
                  <a:pt x="16570" y="6571"/>
                </a:lnTo>
                <a:lnTo>
                  <a:pt x="16522" y="6546"/>
                </a:lnTo>
                <a:lnTo>
                  <a:pt x="16473" y="6546"/>
                </a:lnTo>
                <a:lnTo>
                  <a:pt x="16376" y="6571"/>
                </a:lnTo>
                <a:lnTo>
                  <a:pt x="16254" y="6619"/>
                </a:lnTo>
                <a:lnTo>
                  <a:pt x="16181" y="6692"/>
                </a:lnTo>
                <a:lnTo>
                  <a:pt x="16108" y="6765"/>
                </a:lnTo>
                <a:lnTo>
                  <a:pt x="16084" y="6863"/>
                </a:lnTo>
                <a:lnTo>
                  <a:pt x="16084" y="6911"/>
                </a:lnTo>
                <a:lnTo>
                  <a:pt x="16108" y="6936"/>
                </a:lnTo>
                <a:lnTo>
                  <a:pt x="16108" y="6960"/>
                </a:lnTo>
                <a:lnTo>
                  <a:pt x="16205" y="6960"/>
                </a:lnTo>
                <a:lnTo>
                  <a:pt x="16278" y="6936"/>
                </a:lnTo>
                <a:lnTo>
                  <a:pt x="16449" y="6887"/>
                </a:lnTo>
                <a:lnTo>
                  <a:pt x="16546" y="6863"/>
                </a:lnTo>
                <a:lnTo>
                  <a:pt x="16619" y="6814"/>
                </a:lnTo>
                <a:lnTo>
                  <a:pt x="16668" y="7154"/>
                </a:lnTo>
                <a:lnTo>
                  <a:pt x="16351" y="7325"/>
                </a:lnTo>
                <a:lnTo>
                  <a:pt x="16230" y="7446"/>
                </a:lnTo>
                <a:lnTo>
                  <a:pt x="16108" y="7568"/>
                </a:lnTo>
                <a:lnTo>
                  <a:pt x="16084" y="7592"/>
                </a:lnTo>
                <a:lnTo>
                  <a:pt x="16108" y="7641"/>
                </a:lnTo>
                <a:lnTo>
                  <a:pt x="16132" y="7665"/>
                </a:lnTo>
                <a:lnTo>
                  <a:pt x="16278" y="7665"/>
                </a:lnTo>
                <a:lnTo>
                  <a:pt x="16424" y="7641"/>
                </a:lnTo>
                <a:lnTo>
                  <a:pt x="16570" y="7592"/>
                </a:lnTo>
                <a:lnTo>
                  <a:pt x="16716" y="7519"/>
                </a:lnTo>
                <a:lnTo>
                  <a:pt x="16765" y="7982"/>
                </a:lnTo>
                <a:lnTo>
                  <a:pt x="16570" y="8055"/>
                </a:lnTo>
                <a:lnTo>
                  <a:pt x="16376" y="8152"/>
                </a:lnTo>
                <a:lnTo>
                  <a:pt x="16205" y="8249"/>
                </a:lnTo>
                <a:lnTo>
                  <a:pt x="16108" y="8298"/>
                </a:lnTo>
                <a:lnTo>
                  <a:pt x="16035" y="8371"/>
                </a:lnTo>
                <a:lnTo>
                  <a:pt x="16035" y="8395"/>
                </a:lnTo>
                <a:lnTo>
                  <a:pt x="16132" y="8444"/>
                </a:lnTo>
                <a:lnTo>
                  <a:pt x="16254" y="8468"/>
                </a:lnTo>
                <a:lnTo>
                  <a:pt x="16449" y="8444"/>
                </a:lnTo>
                <a:lnTo>
                  <a:pt x="16619" y="8395"/>
                </a:lnTo>
                <a:lnTo>
                  <a:pt x="16789" y="8347"/>
                </a:lnTo>
                <a:lnTo>
                  <a:pt x="16814" y="8639"/>
                </a:lnTo>
                <a:lnTo>
                  <a:pt x="16814" y="8833"/>
                </a:lnTo>
                <a:lnTo>
                  <a:pt x="16497" y="8882"/>
                </a:lnTo>
                <a:lnTo>
                  <a:pt x="16205" y="8979"/>
                </a:lnTo>
                <a:lnTo>
                  <a:pt x="16084" y="9028"/>
                </a:lnTo>
                <a:lnTo>
                  <a:pt x="15962" y="9101"/>
                </a:lnTo>
                <a:lnTo>
                  <a:pt x="15889" y="9198"/>
                </a:lnTo>
                <a:lnTo>
                  <a:pt x="15840" y="9247"/>
                </a:lnTo>
                <a:lnTo>
                  <a:pt x="15840" y="9320"/>
                </a:lnTo>
                <a:lnTo>
                  <a:pt x="15840" y="9369"/>
                </a:lnTo>
                <a:lnTo>
                  <a:pt x="15889" y="9393"/>
                </a:lnTo>
                <a:lnTo>
                  <a:pt x="16011" y="9417"/>
                </a:lnTo>
                <a:lnTo>
                  <a:pt x="16132" y="9393"/>
                </a:lnTo>
                <a:lnTo>
                  <a:pt x="16351" y="9320"/>
                </a:lnTo>
                <a:lnTo>
                  <a:pt x="16716" y="9247"/>
                </a:lnTo>
                <a:lnTo>
                  <a:pt x="16546" y="9807"/>
                </a:lnTo>
                <a:lnTo>
                  <a:pt x="16522" y="9807"/>
                </a:lnTo>
                <a:lnTo>
                  <a:pt x="16132" y="9831"/>
                </a:lnTo>
                <a:lnTo>
                  <a:pt x="15986" y="9831"/>
                </a:lnTo>
                <a:lnTo>
                  <a:pt x="15865" y="9880"/>
                </a:lnTo>
                <a:lnTo>
                  <a:pt x="15743" y="9928"/>
                </a:lnTo>
                <a:lnTo>
                  <a:pt x="15646" y="10026"/>
                </a:lnTo>
                <a:lnTo>
                  <a:pt x="15646" y="10074"/>
                </a:lnTo>
                <a:lnTo>
                  <a:pt x="15646" y="10123"/>
                </a:lnTo>
                <a:lnTo>
                  <a:pt x="15670" y="10147"/>
                </a:lnTo>
                <a:lnTo>
                  <a:pt x="15719" y="10172"/>
                </a:lnTo>
                <a:lnTo>
                  <a:pt x="15986" y="10196"/>
                </a:lnTo>
                <a:lnTo>
                  <a:pt x="16424" y="10196"/>
                </a:lnTo>
                <a:lnTo>
                  <a:pt x="16376" y="10342"/>
                </a:lnTo>
                <a:lnTo>
                  <a:pt x="16230" y="10731"/>
                </a:lnTo>
                <a:lnTo>
                  <a:pt x="15889" y="10731"/>
                </a:lnTo>
                <a:lnTo>
                  <a:pt x="15573" y="10683"/>
                </a:lnTo>
                <a:lnTo>
                  <a:pt x="15402" y="10683"/>
                </a:lnTo>
                <a:lnTo>
                  <a:pt x="15256" y="10707"/>
                </a:lnTo>
                <a:lnTo>
                  <a:pt x="15232" y="10731"/>
                </a:lnTo>
                <a:lnTo>
                  <a:pt x="15232" y="10780"/>
                </a:lnTo>
                <a:lnTo>
                  <a:pt x="15281" y="10853"/>
                </a:lnTo>
                <a:lnTo>
                  <a:pt x="15329" y="10877"/>
                </a:lnTo>
                <a:lnTo>
                  <a:pt x="15475" y="10950"/>
                </a:lnTo>
                <a:lnTo>
                  <a:pt x="15621" y="10999"/>
                </a:lnTo>
                <a:lnTo>
                  <a:pt x="15767" y="11023"/>
                </a:lnTo>
                <a:lnTo>
                  <a:pt x="16108" y="11072"/>
                </a:lnTo>
                <a:lnTo>
                  <a:pt x="15938" y="11486"/>
                </a:lnTo>
                <a:lnTo>
                  <a:pt x="15646" y="11413"/>
                </a:lnTo>
                <a:lnTo>
                  <a:pt x="15378" y="11364"/>
                </a:lnTo>
                <a:lnTo>
                  <a:pt x="15232" y="11340"/>
                </a:lnTo>
                <a:lnTo>
                  <a:pt x="15086" y="11340"/>
                </a:lnTo>
                <a:lnTo>
                  <a:pt x="14940" y="11364"/>
                </a:lnTo>
                <a:lnTo>
                  <a:pt x="14794" y="11437"/>
                </a:lnTo>
                <a:lnTo>
                  <a:pt x="14770" y="11461"/>
                </a:lnTo>
                <a:lnTo>
                  <a:pt x="14794" y="11486"/>
                </a:lnTo>
                <a:lnTo>
                  <a:pt x="14794" y="11510"/>
                </a:lnTo>
                <a:lnTo>
                  <a:pt x="14964" y="11583"/>
                </a:lnTo>
                <a:lnTo>
                  <a:pt x="15110" y="11656"/>
                </a:lnTo>
                <a:lnTo>
                  <a:pt x="15427" y="11753"/>
                </a:lnTo>
                <a:lnTo>
                  <a:pt x="15597" y="11802"/>
                </a:lnTo>
                <a:lnTo>
                  <a:pt x="15767" y="11826"/>
                </a:lnTo>
                <a:lnTo>
                  <a:pt x="15719" y="11948"/>
                </a:lnTo>
                <a:lnTo>
                  <a:pt x="15475" y="12362"/>
                </a:lnTo>
                <a:lnTo>
                  <a:pt x="15427" y="12362"/>
                </a:lnTo>
                <a:lnTo>
                  <a:pt x="15135" y="12289"/>
                </a:lnTo>
                <a:lnTo>
                  <a:pt x="14867" y="12191"/>
                </a:lnTo>
                <a:lnTo>
                  <a:pt x="14624" y="12094"/>
                </a:lnTo>
                <a:lnTo>
                  <a:pt x="14502" y="12070"/>
                </a:lnTo>
                <a:lnTo>
                  <a:pt x="14380" y="12045"/>
                </a:lnTo>
                <a:lnTo>
                  <a:pt x="14332" y="12045"/>
                </a:lnTo>
                <a:lnTo>
                  <a:pt x="14307" y="12070"/>
                </a:lnTo>
                <a:lnTo>
                  <a:pt x="14307" y="12118"/>
                </a:lnTo>
                <a:lnTo>
                  <a:pt x="14307" y="12167"/>
                </a:lnTo>
                <a:lnTo>
                  <a:pt x="14380" y="12264"/>
                </a:lnTo>
                <a:lnTo>
                  <a:pt x="14478" y="12362"/>
                </a:lnTo>
                <a:lnTo>
                  <a:pt x="14599" y="12459"/>
                </a:lnTo>
                <a:lnTo>
                  <a:pt x="14721" y="12508"/>
                </a:lnTo>
                <a:lnTo>
                  <a:pt x="14989" y="12629"/>
                </a:lnTo>
                <a:lnTo>
                  <a:pt x="15281" y="12702"/>
                </a:lnTo>
                <a:lnTo>
                  <a:pt x="14916" y="13189"/>
                </a:lnTo>
                <a:lnTo>
                  <a:pt x="14599" y="13067"/>
                </a:lnTo>
                <a:lnTo>
                  <a:pt x="14283" y="12946"/>
                </a:lnTo>
                <a:lnTo>
                  <a:pt x="13967" y="12824"/>
                </a:lnTo>
                <a:lnTo>
                  <a:pt x="13796" y="12775"/>
                </a:lnTo>
                <a:lnTo>
                  <a:pt x="13723" y="12775"/>
                </a:lnTo>
                <a:lnTo>
                  <a:pt x="13650" y="12800"/>
                </a:lnTo>
                <a:lnTo>
                  <a:pt x="13626" y="12824"/>
                </a:lnTo>
                <a:lnTo>
                  <a:pt x="13626" y="12848"/>
                </a:lnTo>
                <a:lnTo>
                  <a:pt x="13650" y="12897"/>
                </a:lnTo>
                <a:lnTo>
                  <a:pt x="13675" y="12970"/>
                </a:lnTo>
                <a:lnTo>
                  <a:pt x="13772" y="13067"/>
                </a:lnTo>
                <a:lnTo>
                  <a:pt x="13991" y="13213"/>
                </a:lnTo>
                <a:lnTo>
                  <a:pt x="14307" y="13384"/>
                </a:lnTo>
                <a:lnTo>
                  <a:pt x="14648" y="13530"/>
                </a:lnTo>
                <a:lnTo>
                  <a:pt x="14210" y="13992"/>
                </a:lnTo>
                <a:lnTo>
                  <a:pt x="14186" y="13968"/>
                </a:lnTo>
                <a:lnTo>
                  <a:pt x="13772" y="13700"/>
                </a:lnTo>
                <a:lnTo>
                  <a:pt x="13602" y="13578"/>
                </a:lnTo>
                <a:lnTo>
                  <a:pt x="13431" y="13505"/>
                </a:lnTo>
                <a:lnTo>
                  <a:pt x="13261" y="13457"/>
                </a:lnTo>
                <a:lnTo>
                  <a:pt x="13066" y="13432"/>
                </a:lnTo>
                <a:lnTo>
                  <a:pt x="13042" y="13432"/>
                </a:lnTo>
                <a:lnTo>
                  <a:pt x="13066" y="13457"/>
                </a:lnTo>
                <a:lnTo>
                  <a:pt x="13188" y="13603"/>
                </a:lnTo>
                <a:lnTo>
                  <a:pt x="13334" y="13724"/>
                </a:lnTo>
                <a:lnTo>
                  <a:pt x="13650" y="13968"/>
                </a:lnTo>
                <a:lnTo>
                  <a:pt x="13796" y="14089"/>
                </a:lnTo>
                <a:lnTo>
                  <a:pt x="13967" y="14211"/>
                </a:lnTo>
                <a:lnTo>
                  <a:pt x="13699" y="14454"/>
                </a:lnTo>
                <a:lnTo>
                  <a:pt x="13334" y="14260"/>
                </a:lnTo>
                <a:lnTo>
                  <a:pt x="12969" y="14016"/>
                </a:lnTo>
                <a:lnTo>
                  <a:pt x="12774" y="13919"/>
                </a:lnTo>
                <a:lnTo>
                  <a:pt x="12556" y="13822"/>
                </a:lnTo>
                <a:lnTo>
                  <a:pt x="12531" y="13822"/>
                </a:lnTo>
                <a:lnTo>
                  <a:pt x="12531" y="13846"/>
                </a:lnTo>
                <a:lnTo>
                  <a:pt x="12507" y="13870"/>
                </a:lnTo>
                <a:lnTo>
                  <a:pt x="12531" y="13895"/>
                </a:lnTo>
                <a:lnTo>
                  <a:pt x="12653" y="14065"/>
                </a:lnTo>
                <a:lnTo>
                  <a:pt x="12823" y="14235"/>
                </a:lnTo>
                <a:lnTo>
                  <a:pt x="13018" y="14381"/>
                </a:lnTo>
                <a:lnTo>
                  <a:pt x="13188" y="14503"/>
                </a:lnTo>
                <a:lnTo>
                  <a:pt x="13431" y="14673"/>
                </a:lnTo>
                <a:lnTo>
                  <a:pt x="12872" y="15063"/>
                </a:lnTo>
                <a:lnTo>
                  <a:pt x="12799" y="14990"/>
                </a:lnTo>
                <a:lnTo>
                  <a:pt x="12726" y="14917"/>
                </a:lnTo>
                <a:lnTo>
                  <a:pt x="12531" y="14746"/>
                </a:lnTo>
                <a:lnTo>
                  <a:pt x="12361" y="14576"/>
                </a:lnTo>
                <a:lnTo>
                  <a:pt x="12215" y="14430"/>
                </a:lnTo>
                <a:lnTo>
                  <a:pt x="12045" y="14308"/>
                </a:lnTo>
                <a:lnTo>
                  <a:pt x="11972" y="14260"/>
                </a:lnTo>
                <a:lnTo>
                  <a:pt x="11874" y="14235"/>
                </a:lnTo>
                <a:lnTo>
                  <a:pt x="11777" y="14235"/>
                </a:lnTo>
                <a:lnTo>
                  <a:pt x="11704" y="14260"/>
                </a:lnTo>
                <a:lnTo>
                  <a:pt x="11680" y="14284"/>
                </a:lnTo>
                <a:lnTo>
                  <a:pt x="11680" y="14308"/>
                </a:lnTo>
                <a:lnTo>
                  <a:pt x="11704" y="14381"/>
                </a:lnTo>
                <a:lnTo>
                  <a:pt x="11728" y="14430"/>
                </a:lnTo>
                <a:lnTo>
                  <a:pt x="11850" y="14552"/>
                </a:lnTo>
                <a:lnTo>
                  <a:pt x="12020" y="14746"/>
                </a:lnTo>
                <a:lnTo>
                  <a:pt x="12191" y="14917"/>
                </a:lnTo>
                <a:lnTo>
                  <a:pt x="12337" y="15087"/>
                </a:lnTo>
                <a:lnTo>
                  <a:pt x="12434" y="15184"/>
                </a:lnTo>
                <a:lnTo>
                  <a:pt x="12531" y="15257"/>
                </a:lnTo>
                <a:lnTo>
                  <a:pt x="11947" y="15573"/>
                </a:lnTo>
                <a:lnTo>
                  <a:pt x="11680" y="15306"/>
                </a:lnTo>
                <a:lnTo>
                  <a:pt x="11436" y="15038"/>
                </a:lnTo>
                <a:lnTo>
                  <a:pt x="11193" y="14771"/>
                </a:lnTo>
                <a:lnTo>
                  <a:pt x="11071" y="14673"/>
                </a:lnTo>
                <a:lnTo>
                  <a:pt x="10901" y="14576"/>
                </a:lnTo>
                <a:lnTo>
                  <a:pt x="10877" y="14600"/>
                </a:lnTo>
                <a:lnTo>
                  <a:pt x="10877" y="14625"/>
                </a:lnTo>
                <a:lnTo>
                  <a:pt x="10925" y="14819"/>
                </a:lnTo>
                <a:lnTo>
                  <a:pt x="10998" y="14990"/>
                </a:lnTo>
                <a:lnTo>
                  <a:pt x="11096" y="15135"/>
                </a:lnTo>
                <a:lnTo>
                  <a:pt x="11217" y="15281"/>
                </a:lnTo>
                <a:lnTo>
                  <a:pt x="11388" y="15525"/>
                </a:lnTo>
                <a:lnTo>
                  <a:pt x="11582" y="15744"/>
                </a:lnTo>
                <a:lnTo>
                  <a:pt x="11096" y="15914"/>
                </a:lnTo>
                <a:lnTo>
                  <a:pt x="11071" y="15865"/>
                </a:lnTo>
                <a:lnTo>
                  <a:pt x="11023" y="15841"/>
                </a:lnTo>
                <a:lnTo>
                  <a:pt x="10731" y="15598"/>
                </a:lnTo>
                <a:lnTo>
                  <a:pt x="10439" y="15330"/>
                </a:lnTo>
                <a:lnTo>
                  <a:pt x="10293" y="15233"/>
                </a:lnTo>
                <a:lnTo>
                  <a:pt x="10147" y="15111"/>
                </a:lnTo>
                <a:lnTo>
                  <a:pt x="9976" y="15014"/>
                </a:lnTo>
                <a:lnTo>
                  <a:pt x="9806" y="14965"/>
                </a:lnTo>
                <a:lnTo>
                  <a:pt x="9782" y="14965"/>
                </a:lnTo>
                <a:lnTo>
                  <a:pt x="9782" y="14990"/>
                </a:lnTo>
                <a:lnTo>
                  <a:pt x="9976" y="15281"/>
                </a:lnTo>
                <a:lnTo>
                  <a:pt x="10220" y="15549"/>
                </a:lnTo>
                <a:lnTo>
                  <a:pt x="10463" y="15817"/>
                </a:lnTo>
                <a:lnTo>
                  <a:pt x="10585" y="15938"/>
                </a:lnTo>
                <a:lnTo>
                  <a:pt x="10731" y="16036"/>
                </a:lnTo>
                <a:lnTo>
                  <a:pt x="10122" y="16182"/>
                </a:lnTo>
                <a:lnTo>
                  <a:pt x="10074" y="16133"/>
                </a:lnTo>
                <a:lnTo>
                  <a:pt x="10001" y="16109"/>
                </a:lnTo>
                <a:lnTo>
                  <a:pt x="9903" y="16060"/>
                </a:lnTo>
                <a:lnTo>
                  <a:pt x="9830" y="16011"/>
                </a:lnTo>
                <a:lnTo>
                  <a:pt x="9684" y="15890"/>
                </a:lnTo>
                <a:lnTo>
                  <a:pt x="9587" y="15719"/>
                </a:lnTo>
                <a:lnTo>
                  <a:pt x="9465" y="15549"/>
                </a:lnTo>
                <a:lnTo>
                  <a:pt x="9368" y="15379"/>
                </a:lnTo>
                <a:lnTo>
                  <a:pt x="9246" y="15257"/>
                </a:lnTo>
                <a:lnTo>
                  <a:pt x="9125" y="15160"/>
                </a:lnTo>
                <a:lnTo>
                  <a:pt x="8954" y="15063"/>
                </a:lnTo>
                <a:lnTo>
                  <a:pt x="8930" y="15087"/>
                </a:lnTo>
                <a:lnTo>
                  <a:pt x="8979" y="15160"/>
                </a:lnTo>
                <a:lnTo>
                  <a:pt x="9027" y="15257"/>
                </a:lnTo>
                <a:lnTo>
                  <a:pt x="9076" y="15476"/>
                </a:lnTo>
                <a:lnTo>
                  <a:pt x="9173" y="15695"/>
                </a:lnTo>
                <a:lnTo>
                  <a:pt x="9295" y="15914"/>
                </a:lnTo>
                <a:lnTo>
                  <a:pt x="9417" y="16109"/>
                </a:lnTo>
                <a:lnTo>
                  <a:pt x="9587" y="16279"/>
                </a:lnTo>
                <a:lnTo>
                  <a:pt x="9222" y="16328"/>
                </a:lnTo>
                <a:lnTo>
                  <a:pt x="8857" y="16352"/>
                </a:lnTo>
                <a:lnTo>
                  <a:pt x="8857" y="16328"/>
                </a:lnTo>
                <a:lnTo>
                  <a:pt x="8808" y="16255"/>
                </a:lnTo>
                <a:lnTo>
                  <a:pt x="8760" y="16182"/>
                </a:lnTo>
                <a:lnTo>
                  <a:pt x="8638" y="16060"/>
                </a:lnTo>
                <a:lnTo>
                  <a:pt x="8516" y="15865"/>
                </a:lnTo>
                <a:lnTo>
                  <a:pt x="8419" y="15622"/>
                </a:lnTo>
                <a:lnTo>
                  <a:pt x="8346" y="15452"/>
                </a:lnTo>
                <a:lnTo>
                  <a:pt x="8273" y="15281"/>
                </a:lnTo>
                <a:lnTo>
                  <a:pt x="8224" y="15208"/>
                </a:lnTo>
                <a:lnTo>
                  <a:pt x="8151" y="15135"/>
                </a:lnTo>
                <a:lnTo>
                  <a:pt x="8078" y="15087"/>
                </a:lnTo>
                <a:lnTo>
                  <a:pt x="7981" y="15038"/>
                </a:lnTo>
                <a:lnTo>
                  <a:pt x="7957" y="15063"/>
                </a:lnTo>
                <a:lnTo>
                  <a:pt x="7932" y="15160"/>
                </a:lnTo>
                <a:lnTo>
                  <a:pt x="7957" y="15306"/>
                </a:lnTo>
                <a:lnTo>
                  <a:pt x="7981" y="15476"/>
                </a:lnTo>
                <a:lnTo>
                  <a:pt x="8005" y="15671"/>
                </a:lnTo>
                <a:lnTo>
                  <a:pt x="8078" y="15841"/>
                </a:lnTo>
                <a:lnTo>
                  <a:pt x="8151" y="16036"/>
                </a:lnTo>
                <a:lnTo>
                  <a:pt x="8249" y="16206"/>
                </a:lnTo>
                <a:lnTo>
                  <a:pt x="8346" y="16352"/>
                </a:lnTo>
                <a:lnTo>
                  <a:pt x="7835" y="16328"/>
                </a:lnTo>
                <a:lnTo>
                  <a:pt x="7762" y="16230"/>
                </a:lnTo>
                <a:lnTo>
                  <a:pt x="7689" y="16109"/>
                </a:lnTo>
                <a:lnTo>
                  <a:pt x="7640" y="15987"/>
                </a:lnTo>
                <a:lnTo>
                  <a:pt x="7567" y="15719"/>
                </a:lnTo>
                <a:lnTo>
                  <a:pt x="7446" y="15330"/>
                </a:lnTo>
                <a:lnTo>
                  <a:pt x="7373" y="15135"/>
                </a:lnTo>
                <a:lnTo>
                  <a:pt x="7300" y="15063"/>
                </a:lnTo>
                <a:lnTo>
                  <a:pt x="7227" y="14990"/>
                </a:lnTo>
                <a:lnTo>
                  <a:pt x="7178" y="14990"/>
                </a:lnTo>
                <a:lnTo>
                  <a:pt x="7154" y="15038"/>
                </a:lnTo>
                <a:lnTo>
                  <a:pt x="7129" y="15135"/>
                </a:lnTo>
                <a:lnTo>
                  <a:pt x="7129" y="15233"/>
                </a:lnTo>
                <a:lnTo>
                  <a:pt x="7154" y="15452"/>
                </a:lnTo>
                <a:lnTo>
                  <a:pt x="7202" y="15695"/>
                </a:lnTo>
                <a:lnTo>
                  <a:pt x="7275" y="15890"/>
                </a:lnTo>
                <a:lnTo>
                  <a:pt x="7324" y="16084"/>
                </a:lnTo>
                <a:lnTo>
                  <a:pt x="7397" y="16279"/>
                </a:lnTo>
                <a:lnTo>
                  <a:pt x="6740" y="16157"/>
                </a:lnTo>
                <a:lnTo>
                  <a:pt x="6691" y="15963"/>
                </a:lnTo>
                <a:lnTo>
                  <a:pt x="6618" y="15792"/>
                </a:lnTo>
                <a:lnTo>
                  <a:pt x="6521" y="15598"/>
                </a:lnTo>
                <a:lnTo>
                  <a:pt x="6472" y="15427"/>
                </a:lnTo>
                <a:lnTo>
                  <a:pt x="6399" y="15135"/>
                </a:lnTo>
                <a:lnTo>
                  <a:pt x="6351" y="14990"/>
                </a:lnTo>
                <a:lnTo>
                  <a:pt x="6278" y="14892"/>
                </a:lnTo>
                <a:lnTo>
                  <a:pt x="6253" y="14868"/>
                </a:lnTo>
                <a:lnTo>
                  <a:pt x="6205" y="14917"/>
                </a:lnTo>
                <a:lnTo>
                  <a:pt x="6156" y="14941"/>
                </a:lnTo>
                <a:lnTo>
                  <a:pt x="6107" y="15063"/>
                </a:lnTo>
                <a:lnTo>
                  <a:pt x="6083" y="15208"/>
                </a:lnTo>
                <a:lnTo>
                  <a:pt x="6107" y="15354"/>
                </a:lnTo>
                <a:lnTo>
                  <a:pt x="6156" y="15549"/>
                </a:lnTo>
                <a:lnTo>
                  <a:pt x="6205" y="15719"/>
                </a:lnTo>
                <a:lnTo>
                  <a:pt x="6326" y="16060"/>
                </a:lnTo>
                <a:lnTo>
                  <a:pt x="6326" y="16060"/>
                </a:lnTo>
                <a:lnTo>
                  <a:pt x="5742" y="15865"/>
                </a:lnTo>
                <a:lnTo>
                  <a:pt x="5742" y="15792"/>
                </a:lnTo>
                <a:lnTo>
                  <a:pt x="5694" y="15719"/>
                </a:lnTo>
                <a:lnTo>
                  <a:pt x="5621" y="15622"/>
                </a:lnTo>
                <a:lnTo>
                  <a:pt x="5572" y="15549"/>
                </a:lnTo>
                <a:lnTo>
                  <a:pt x="5523" y="15379"/>
                </a:lnTo>
                <a:lnTo>
                  <a:pt x="5450" y="15014"/>
                </a:lnTo>
                <a:lnTo>
                  <a:pt x="5377" y="14819"/>
                </a:lnTo>
                <a:lnTo>
                  <a:pt x="5329" y="14698"/>
                </a:lnTo>
                <a:lnTo>
                  <a:pt x="5280" y="14673"/>
                </a:lnTo>
                <a:lnTo>
                  <a:pt x="5231" y="14698"/>
                </a:lnTo>
                <a:lnTo>
                  <a:pt x="5183" y="14746"/>
                </a:lnTo>
                <a:lnTo>
                  <a:pt x="5158" y="14795"/>
                </a:lnTo>
                <a:lnTo>
                  <a:pt x="5110" y="14941"/>
                </a:lnTo>
                <a:lnTo>
                  <a:pt x="5110" y="15111"/>
                </a:lnTo>
                <a:lnTo>
                  <a:pt x="5110" y="15257"/>
                </a:lnTo>
                <a:lnTo>
                  <a:pt x="5134" y="15452"/>
                </a:lnTo>
                <a:lnTo>
                  <a:pt x="5207" y="15646"/>
                </a:lnTo>
                <a:lnTo>
                  <a:pt x="5207" y="15646"/>
                </a:lnTo>
                <a:lnTo>
                  <a:pt x="4769" y="15452"/>
                </a:lnTo>
                <a:lnTo>
                  <a:pt x="4721" y="15233"/>
                </a:lnTo>
                <a:lnTo>
                  <a:pt x="4672" y="15014"/>
                </a:lnTo>
                <a:lnTo>
                  <a:pt x="4623" y="14771"/>
                </a:lnTo>
                <a:lnTo>
                  <a:pt x="4599" y="14503"/>
                </a:lnTo>
                <a:lnTo>
                  <a:pt x="4575" y="14479"/>
                </a:lnTo>
                <a:lnTo>
                  <a:pt x="4502" y="14479"/>
                </a:lnTo>
                <a:lnTo>
                  <a:pt x="4453" y="14552"/>
                </a:lnTo>
                <a:lnTo>
                  <a:pt x="4404" y="14649"/>
                </a:lnTo>
                <a:lnTo>
                  <a:pt x="4380" y="14819"/>
                </a:lnTo>
                <a:lnTo>
                  <a:pt x="4356" y="15038"/>
                </a:lnTo>
                <a:lnTo>
                  <a:pt x="4380" y="15257"/>
                </a:lnTo>
                <a:lnTo>
                  <a:pt x="4112" y="15111"/>
                </a:lnTo>
                <a:lnTo>
                  <a:pt x="4112" y="15063"/>
                </a:lnTo>
                <a:lnTo>
                  <a:pt x="4088" y="14990"/>
                </a:lnTo>
                <a:lnTo>
                  <a:pt x="4064" y="14892"/>
                </a:lnTo>
                <a:lnTo>
                  <a:pt x="4039" y="14795"/>
                </a:lnTo>
                <a:lnTo>
                  <a:pt x="4039" y="14552"/>
                </a:lnTo>
                <a:lnTo>
                  <a:pt x="4039" y="14333"/>
                </a:lnTo>
                <a:lnTo>
                  <a:pt x="4015" y="14235"/>
                </a:lnTo>
                <a:lnTo>
                  <a:pt x="3966" y="14138"/>
                </a:lnTo>
                <a:lnTo>
                  <a:pt x="3942" y="14114"/>
                </a:lnTo>
                <a:lnTo>
                  <a:pt x="3893" y="14114"/>
                </a:lnTo>
                <a:lnTo>
                  <a:pt x="3796" y="14235"/>
                </a:lnTo>
                <a:lnTo>
                  <a:pt x="3747" y="14381"/>
                </a:lnTo>
                <a:lnTo>
                  <a:pt x="3723" y="14527"/>
                </a:lnTo>
                <a:lnTo>
                  <a:pt x="3723" y="14649"/>
                </a:lnTo>
                <a:lnTo>
                  <a:pt x="3723" y="14868"/>
                </a:lnTo>
                <a:lnTo>
                  <a:pt x="3382" y="14649"/>
                </a:lnTo>
                <a:lnTo>
                  <a:pt x="3407" y="14600"/>
                </a:lnTo>
                <a:lnTo>
                  <a:pt x="3407" y="14503"/>
                </a:lnTo>
                <a:lnTo>
                  <a:pt x="3407" y="14406"/>
                </a:lnTo>
                <a:lnTo>
                  <a:pt x="3382" y="14211"/>
                </a:lnTo>
                <a:lnTo>
                  <a:pt x="3382" y="14065"/>
                </a:lnTo>
                <a:lnTo>
                  <a:pt x="3358" y="13968"/>
                </a:lnTo>
                <a:lnTo>
                  <a:pt x="3334" y="13919"/>
                </a:lnTo>
                <a:lnTo>
                  <a:pt x="3309" y="13870"/>
                </a:lnTo>
                <a:lnTo>
                  <a:pt x="3261" y="13870"/>
                </a:lnTo>
                <a:lnTo>
                  <a:pt x="3188" y="13919"/>
                </a:lnTo>
                <a:lnTo>
                  <a:pt x="3139" y="13992"/>
                </a:lnTo>
                <a:lnTo>
                  <a:pt x="3115" y="14089"/>
                </a:lnTo>
                <a:lnTo>
                  <a:pt x="3090" y="14187"/>
                </a:lnTo>
                <a:lnTo>
                  <a:pt x="3066" y="14406"/>
                </a:lnTo>
                <a:lnTo>
                  <a:pt x="2725" y="14114"/>
                </a:lnTo>
                <a:lnTo>
                  <a:pt x="2750" y="14041"/>
                </a:lnTo>
                <a:lnTo>
                  <a:pt x="2725" y="13919"/>
                </a:lnTo>
                <a:lnTo>
                  <a:pt x="2701" y="13797"/>
                </a:lnTo>
                <a:lnTo>
                  <a:pt x="2725" y="13627"/>
                </a:lnTo>
                <a:lnTo>
                  <a:pt x="2725" y="13481"/>
                </a:lnTo>
                <a:lnTo>
                  <a:pt x="2701" y="13408"/>
                </a:lnTo>
                <a:lnTo>
                  <a:pt x="2652" y="13384"/>
                </a:lnTo>
                <a:lnTo>
                  <a:pt x="2579" y="13384"/>
                </a:lnTo>
                <a:lnTo>
                  <a:pt x="2506" y="13432"/>
                </a:lnTo>
                <a:lnTo>
                  <a:pt x="2433" y="13578"/>
                </a:lnTo>
                <a:lnTo>
                  <a:pt x="2385" y="13773"/>
                </a:lnTo>
                <a:lnTo>
                  <a:pt x="2117" y="13505"/>
                </a:lnTo>
                <a:lnTo>
                  <a:pt x="2117" y="13481"/>
                </a:lnTo>
                <a:lnTo>
                  <a:pt x="2166" y="13432"/>
                </a:lnTo>
                <a:lnTo>
                  <a:pt x="2190" y="13359"/>
                </a:lnTo>
                <a:lnTo>
                  <a:pt x="2214" y="13213"/>
                </a:lnTo>
                <a:lnTo>
                  <a:pt x="2214" y="13116"/>
                </a:lnTo>
                <a:lnTo>
                  <a:pt x="2190" y="13019"/>
                </a:lnTo>
                <a:lnTo>
                  <a:pt x="2166" y="12970"/>
                </a:lnTo>
                <a:lnTo>
                  <a:pt x="2093" y="12921"/>
                </a:lnTo>
                <a:lnTo>
                  <a:pt x="2020" y="12946"/>
                </a:lnTo>
                <a:lnTo>
                  <a:pt x="1971" y="12994"/>
                </a:lnTo>
                <a:lnTo>
                  <a:pt x="1922" y="13067"/>
                </a:lnTo>
                <a:lnTo>
                  <a:pt x="1898" y="13165"/>
                </a:lnTo>
                <a:lnTo>
                  <a:pt x="1874" y="13213"/>
                </a:lnTo>
                <a:lnTo>
                  <a:pt x="1533" y="12751"/>
                </a:lnTo>
                <a:lnTo>
                  <a:pt x="1217" y="12264"/>
                </a:lnTo>
                <a:lnTo>
                  <a:pt x="925" y="11753"/>
                </a:lnTo>
                <a:lnTo>
                  <a:pt x="657" y="11218"/>
                </a:lnTo>
                <a:lnTo>
                  <a:pt x="827" y="11340"/>
                </a:lnTo>
                <a:lnTo>
                  <a:pt x="998" y="11461"/>
                </a:lnTo>
                <a:lnTo>
                  <a:pt x="1363" y="11680"/>
                </a:lnTo>
                <a:lnTo>
                  <a:pt x="1728" y="11875"/>
                </a:lnTo>
                <a:lnTo>
                  <a:pt x="2044" y="12021"/>
                </a:lnTo>
                <a:lnTo>
                  <a:pt x="2409" y="12167"/>
                </a:lnTo>
                <a:lnTo>
                  <a:pt x="2798" y="12289"/>
                </a:lnTo>
                <a:lnTo>
                  <a:pt x="3188" y="12410"/>
                </a:lnTo>
                <a:lnTo>
                  <a:pt x="3577" y="12483"/>
                </a:lnTo>
                <a:lnTo>
                  <a:pt x="3966" y="12556"/>
                </a:lnTo>
                <a:lnTo>
                  <a:pt x="4380" y="12581"/>
                </a:lnTo>
                <a:lnTo>
                  <a:pt x="4769" y="12605"/>
                </a:lnTo>
                <a:lnTo>
                  <a:pt x="5183" y="12629"/>
                </a:lnTo>
                <a:lnTo>
                  <a:pt x="5572" y="12605"/>
                </a:lnTo>
                <a:lnTo>
                  <a:pt x="5961" y="12581"/>
                </a:lnTo>
                <a:lnTo>
                  <a:pt x="6351" y="12508"/>
                </a:lnTo>
                <a:lnTo>
                  <a:pt x="6716" y="12435"/>
                </a:lnTo>
                <a:lnTo>
                  <a:pt x="7105" y="12337"/>
                </a:lnTo>
                <a:lnTo>
                  <a:pt x="7494" y="12216"/>
                </a:lnTo>
                <a:lnTo>
                  <a:pt x="7859" y="12094"/>
                </a:lnTo>
                <a:lnTo>
                  <a:pt x="8224" y="11924"/>
                </a:lnTo>
                <a:lnTo>
                  <a:pt x="8565" y="11753"/>
                </a:lnTo>
                <a:lnTo>
                  <a:pt x="8930" y="11559"/>
                </a:lnTo>
                <a:lnTo>
                  <a:pt x="9271" y="11364"/>
                </a:lnTo>
                <a:lnTo>
                  <a:pt x="9587" y="11145"/>
                </a:lnTo>
                <a:lnTo>
                  <a:pt x="9903" y="10902"/>
                </a:lnTo>
                <a:lnTo>
                  <a:pt x="10195" y="10658"/>
                </a:lnTo>
                <a:lnTo>
                  <a:pt x="10487" y="10391"/>
                </a:lnTo>
                <a:lnTo>
                  <a:pt x="10755" y="10123"/>
                </a:lnTo>
                <a:lnTo>
                  <a:pt x="11023" y="9831"/>
                </a:lnTo>
                <a:lnTo>
                  <a:pt x="11242" y="9539"/>
                </a:lnTo>
                <a:lnTo>
                  <a:pt x="11461" y="9247"/>
                </a:lnTo>
                <a:lnTo>
                  <a:pt x="11655" y="8931"/>
                </a:lnTo>
                <a:lnTo>
                  <a:pt x="11850" y="8590"/>
                </a:lnTo>
                <a:lnTo>
                  <a:pt x="11996" y="8249"/>
                </a:lnTo>
                <a:lnTo>
                  <a:pt x="12142" y="7884"/>
                </a:lnTo>
                <a:lnTo>
                  <a:pt x="12288" y="7519"/>
                </a:lnTo>
                <a:lnTo>
                  <a:pt x="12385" y="7154"/>
                </a:lnTo>
                <a:lnTo>
                  <a:pt x="12483" y="6790"/>
                </a:lnTo>
                <a:lnTo>
                  <a:pt x="12556" y="6425"/>
                </a:lnTo>
                <a:lnTo>
                  <a:pt x="12629" y="6035"/>
                </a:lnTo>
                <a:lnTo>
                  <a:pt x="12653" y="5670"/>
                </a:lnTo>
                <a:lnTo>
                  <a:pt x="12677" y="5281"/>
                </a:lnTo>
                <a:lnTo>
                  <a:pt x="12677" y="4916"/>
                </a:lnTo>
                <a:lnTo>
                  <a:pt x="12677" y="4551"/>
                </a:lnTo>
                <a:lnTo>
                  <a:pt x="12629" y="4210"/>
                </a:lnTo>
                <a:lnTo>
                  <a:pt x="12580" y="3870"/>
                </a:lnTo>
                <a:lnTo>
                  <a:pt x="12483" y="3529"/>
                </a:lnTo>
                <a:lnTo>
                  <a:pt x="12385" y="3213"/>
                </a:lnTo>
                <a:lnTo>
                  <a:pt x="12142" y="2580"/>
                </a:lnTo>
                <a:lnTo>
                  <a:pt x="11874" y="1947"/>
                </a:lnTo>
                <a:lnTo>
                  <a:pt x="11558" y="1242"/>
                </a:lnTo>
                <a:lnTo>
                  <a:pt x="11388" y="877"/>
                </a:lnTo>
                <a:lnTo>
                  <a:pt x="11169" y="536"/>
                </a:lnTo>
                <a:close/>
                <a:moveTo>
                  <a:pt x="10706" y="1"/>
                </a:moveTo>
                <a:lnTo>
                  <a:pt x="10609" y="25"/>
                </a:lnTo>
                <a:lnTo>
                  <a:pt x="10560" y="49"/>
                </a:lnTo>
                <a:lnTo>
                  <a:pt x="10512" y="98"/>
                </a:lnTo>
                <a:lnTo>
                  <a:pt x="10487" y="171"/>
                </a:lnTo>
                <a:lnTo>
                  <a:pt x="10463" y="195"/>
                </a:lnTo>
                <a:lnTo>
                  <a:pt x="10414" y="268"/>
                </a:lnTo>
                <a:lnTo>
                  <a:pt x="10414" y="317"/>
                </a:lnTo>
                <a:lnTo>
                  <a:pt x="10414" y="390"/>
                </a:lnTo>
                <a:lnTo>
                  <a:pt x="10439" y="439"/>
                </a:lnTo>
                <a:lnTo>
                  <a:pt x="10487" y="487"/>
                </a:lnTo>
                <a:lnTo>
                  <a:pt x="10536" y="512"/>
                </a:lnTo>
                <a:lnTo>
                  <a:pt x="10585" y="536"/>
                </a:lnTo>
                <a:lnTo>
                  <a:pt x="10658" y="536"/>
                </a:lnTo>
                <a:lnTo>
                  <a:pt x="10779" y="682"/>
                </a:lnTo>
                <a:lnTo>
                  <a:pt x="10925" y="852"/>
                </a:lnTo>
                <a:lnTo>
                  <a:pt x="11023" y="1047"/>
                </a:lnTo>
                <a:lnTo>
                  <a:pt x="11144" y="1266"/>
                </a:lnTo>
                <a:lnTo>
                  <a:pt x="11315" y="1680"/>
                </a:lnTo>
                <a:lnTo>
                  <a:pt x="11485" y="2045"/>
                </a:lnTo>
                <a:lnTo>
                  <a:pt x="11728" y="2604"/>
                </a:lnTo>
                <a:lnTo>
                  <a:pt x="11947" y="3188"/>
                </a:lnTo>
                <a:lnTo>
                  <a:pt x="12045" y="3480"/>
                </a:lnTo>
                <a:lnTo>
                  <a:pt x="12142" y="3772"/>
                </a:lnTo>
                <a:lnTo>
                  <a:pt x="12215" y="4064"/>
                </a:lnTo>
                <a:lnTo>
                  <a:pt x="12264" y="4381"/>
                </a:lnTo>
                <a:lnTo>
                  <a:pt x="12288" y="4721"/>
                </a:lnTo>
                <a:lnTo>
                  <a:pt x="12288" y="5062"/>
                </a:lnTo>
                <a:lnTo>
                  <a:pt x="12288" y="5403"/>
                </a:lnTo>
                <a:lnTo>
                  <a:pt x="12264" y="5768"/>
                </a:lnTo>
                <a:lnTo>
                  <a:pt x="12215" y="6108"/>
                </a:lnTo>
                <a:lnTo>
                  <a:pt x="12166" y="6473"/>
                </a:lnTo>
                <a:lnTo>
                  <a:pt x="12069" y="6814"/>
                </a:lnTo>
                <a:lnTo>
                  <a:pt x="11996" y="7154"/>
                </a:lnTo>
                <a:lnTo>
                  <a:pt x="11874" y="7495"/>
                </a:lnTo>
                <a:lnTo>
                  <a:pt x="11753" y="7836"/>
                </a:lnTo>
                <a:lnTo>
                  <a:pt x="11607" y="8152"/>
                </a:lnTo>
                <a:lnTo>
                  <a:pt x="11461" y="8493"/>
                </a:lnTo>
                <a:lnTo>
                  <a:pt x="11290" y="8785"/>
                </a:lnTo>
                <a:lnTo>
                  <a:pt x="11096" y="9077"/>
                </a:lnTo>
                <a:lnTo>
                  <a:pt x="10901" y="9369"/>
                </a:lnTo>
                <a:lnTo>
                  <a:pt x="10682" y="9636"/>
                </a:lnTo>
                <a:lnTo>
                  <a:pt x="10463" y="9880"/>
                </a:lnTo>
                <a:lnTo>
                  <a:pt x="10220" y="10123"/>
                </a:lnTo>
                <a:lnTo>
                  <a:pt x="9952" y="10342"/>
                </a:lnTo>
                <a:lnTo>
                  <a:pt x="9684" y="10537"/>
                </a:lnTo>
                <a:lnTo>
                  <a:pt x="9125" y="10902"/>
                </a:lnTo>
                <a:lnTo>
                  <a:pt x="8516" y="11218"/>
                </a:lnTo>
                <a:lnTo>
                  <a:pt x="7884" y="11534"/>
                </a:lnTo>
                <a:lnTo>
                  <a:pt x="7543" y="11680"/>
                </a:lnTo>
                <a:lnTo>
                  <a:pt x="7202" y="11802"/>
                </a:lnTo>
                <a:lnTo>
                  <a:pt x="6862" y="11899"/>
                </a:lnTo>
                <a:lnTo>
                  <a:pt x="6521" y="11997"/>
                </a:lnTo>
                <a:lnTo>
                  <a:pt x="6156" y="12045"/>
                </a:lnTo>
                <a:lnTo>
                  <a:pt x="5791" y="12118"/>
                </a:lnTo>
                <a:lnTo>
                  <a:pt x="5426" y="12143"/>
                </a:lnTo>
                <a:lnTo>
                  <a:pt x="4696" y="12143"/>
                </a:lnTo>
                <a:lnTo>
                  <a:pt x="4331" y="12094"/>
                </a:lnTo>
                <a:lnTo>
                  <a:pt x="3966" y="12045"/>
                </a:lnTo>
                <a:lnTo>
                  <a:pt x="3601" y="11997"/>
                </a:lnTo>
                <a:lnTo>
                  <a:pt x="2896" y="11826"/>
                </a:lnTo>
                <a:lnTo>
                  <a:pt x="2555" y="11729"/>
                </a:lnTo>
                <a:lnTo>
                  <a:pt x="2239" y="11607"/>
                </a:lnTo>
                <a:lnTo>
                  <a:pt x="1922" y="11461"/>
                </a:lnTo>
                <a:lnTo>
                  <a:pt x="1630" y="11291"/>
                </a:lnTo>
                <a:lnTo>
                  <a:pt x="1338" y="11145"/>
                </a:lnTo>
                <a:lnTo>
                  <a:pt x="998" y="10950"/>
                </a:lnTo>
                <a:lnTo>
                  <a:pt x="852" y="10829"/>
                </a:lnTo>
                <a:lnTo>
                  <a:pt x="730" y="10707"/>
                </a:lnTo>
                <a:lnTo>
                  <a:pt x="633" y="10585"/>
                </a:lnTo>
                <a:lnTo>
                  <a:pt x="584" y="10415"/>
                </a:lnTo>
                <a:lnTo>
                  <a:pt x="560" y="10366"/>
                </a:lnTo>
                <a:lnTo>
                  <a:pt x="535" y="10342"/>
                </a:lnTo>
                <a:lnTo>
                  <a:pt x="462" y="10318"/>
                </a:lnTo>
                <a:lnTo>
                  <a:pt x="365" y="10342"/>
                </a:lnTo>
                <a:lnTo>
                  <a:pt x="316" y="10391"/>
                </a:lnTo>
                <a:lnTo>
                  <a:pt x="243" y="10366"/>
                </a:lnTo>
                <a:lnTo>
                  <a:pt x="146" y="10391"/>
                </a:lnTo>
                <a:lnTo>
                  <a:pt x="73" y="10439"/>
                </a:lnTo>
                <a:lnTo>
                  <a:pt x="0" y="10512"/>
                </a:lnTo>
                <a:lnTo>
                  <a:pt x="0" y="10561"/>
                </a:lnTo>
                <a:lnTo>
                  <a:pt x="0" y="10610"/>
                </a:lnTo>
                <a:lnTo>
                  <a:pt x="146" y="11048"/>
                </a:lnTo>
                <a:lnTo>
                  <a:pt x="316" y="11461"/>
                </a:lnTo>
                <a:lnTo>
                  <a:pt x="487" y="11875"/>
                </a:lnTo>
                <a:lnTo>
                  <a:pt x="681" y="12264"/>
                </a:lnTo>
                <a:lnTo>
                  <a:pt x="900" y="12629"/>
                </a:lnTo>
                <a:lnTo>
                  <a:pt x="1144" y="12994"/>
                </a:lnTo>
                <a:lnTo>
                  <a:pt x="1411" y="13359"/>
                </a:lnTo>
                <a:lnTo>
                  <a:pt x="1679" y="13676"/>
                </a:lnTo>
                <a:lnTo>
                  <a:pt x="1971" y="13992"/>
                </a:lnTo>
                <a:lnTo>
                  <a:pt x="2263" y="14308"/>
                </a:lnTo>
                <a:lnTo>
                  <a:pt x="2604" y="14600"/>
                </a:lnTo>
                <a:lnTo>
                  <a:pt x="2920" y="14868"/>
                </a:lnTo>
                <a:lnTo>
                  <a:pt x="3285" y="15135"/>
                </a:lnTo>
                <a:lnTo>
                  <a:pt x="3650" y="15379"/>
                </a:lnTo>
                <a:lnTo>
                  <a:pt x="4039" y="15598"/>
                </a:lnTo>
                <a:lnTo>
                  <a:pt x="4429" y="15817"/>
                </a:lnTo>
                <a:lnTo>
                  <a:pt x="4866" y="16036"/>
                </a:lnTo>
                <a:lnTo>
                  <a:pt x="5280" y="16230"/>
                </a:lnTo>
                <a:lnTo>
                  <a:pt x="5718" y="16376"/>
                </a:lnTo>
                <a:lnTo>
                  <a:pt x="6156" y="16522"/>
                </a:lnTo>
                <a:lnTo>
                  <a:pt x="6618" y="16644"/>
                </a:lnTo>
                <a:lnTo>
                  <a:pt x="7056" y="16717"/>
                </a:lnTo>
                <a:lnTo>
                  <a:pt x="7494" y="16790"/>
                </a:lnTo>
                <a:lnTo>
                  <a:pt x="7957" y="16839"/>
                </a:lnTo>
                <a:lnTo>
                  <a:pt x="8857" y="16839"/>
                </a:lnTo>
                <a:lnTo>
                  <a:pt x="9319" y="16814"/>
                </a:lnTo>
                <a:lnTo>
                  <a:pt x="9757" y="16741"/>
                </a:lnTo>
                <a:lnTo>
                  <a:pt x="10220" y="16668"/>
                </a:lnTo>
                <a:lnTo>
                  <a:pt x="10658" y="16571"/>
                </a:lnTo>
                <a:lnTo>
                  <a:pt x="11120" y="16425"/>
                </a:lnTo>
                <a:lnTo>
                  <a:pt x="11558" y="16279"/>
                </a:lnTo>
                <a:lnTo>
                  <a:pt x="11923" y="16133"/>
                </a:lnTo>
                <a:lnTo>
                  <a:pt x="12264" y="15987"/>
                </a:lnTo>
                <a:lnTo>
                  <a:pt x="12604" y="15817"/>
                </a:lnTo>
                <a:lnTo>
                  <a:pt x="12920" y="15622"/>
                </a:lnTo>
                <a:lnTo>
                  <a:pt x="13237" y="15427"/>
                </a:lnTo>
                <a:lnTo>
                  <a:pt x="13553" y="15208"/>
                </a:lnTo>
                <a:lnTo>
                  <a:pt x="13845" y="14990"/>
                </a:lnTo>
                <a:lnTo>
                  <a:pt x="14137" y="14746"/>
                </a:lnTo>
                <a:lnTo>
                  <a:pt x="14405" y="14479"/>
                </a:lnTo>
                <a:lnTo>
                  <a:pt x="14672" y="14211"/>
                </a:lnTo>
                <a:lnTo>
                  <a:pt x="14940" y="13943"/>
                </a:lnTo>
                <a:lnTo>
                  <a:pt x="15183" y="13651"/>
                </a:lnTo>
                <a:lnTo>
                  <a:pt x="15402" y="13359"/>
                </a:lnTo>
                <a:lnTo>
                  <a:pt x="15621" y="13043"/>
                </a:lnTo>
                <a:lnTo>
                  <a:pt x="15840" y="12727"/>
                </a:lnTo>
                <a:lnTo>
                  <a:pt x="16035" y="12410"/>
                </a:lnTo>
                <a:lnTo>
                  <a:pt x="16205" y="12070"/>
                </a:lnTo>
                <a:lnTo>
                  <a:pt x="16376" y="11705"/>
                </a:lnTo>
                <a:lnTo>
                  <a:pt x="16546" y="11340"/>
                </a:lnTo>
                <a:lnTo>
                  <a:pt x="16668" y="10975"/>
                </a:lnTo>
                <a:lnTo>
                  <a:pt x="16911" y="10220"/>
                </a:lnTo>
                <a:lnTo>
                  <a:pt x="17106" y="9466"/>
                </a:lnTo>
                <a:lnTo>
                  <a:pt x="17154" y="9101"/>
                </a:lnTo>
                <a:lnTo>
                  <a:pt x="17179" y="8663"/>
                </a:lnTo>
                <a:lnTo>
                  <a:pt x="17179" y="8176"/>
                </a:lnTo>
                <a:lnTo>
                  <a:pt x="17179" y="7665"/>
                </a:lnTo>
                <a:lnTo>
                  <a:pt x="17106" y="6717"/>
                </a:lnTo>
                <a:lnTo>
                  <a:pt x="17057" y="6352"/>
                </a:lnTo>
                <a:lnTo>
                  <a:pt x="17008" y="6108"/>
                </a:lnTo>
                <a:lnTo>
                  <a:pt x="16814" y="5524"/>
                </a:lnTo>
                <a:lnTo>
                  <a:pt x="16619" y="4965"/>
                </a:lnTo>
                <a:lnTo>
                  <a:pt x="16376" y="4429"/>
                </a:lnTo>
                <a:lnTo>
                  <a:pt x="16108" y="3918"/>
                </a:lnTo>
                <a:lnTo>
                  <a:pt x="15816" y="3432"/>
                </a:lnTo>
                <a:lnTo>
                  <a:pt x="15475" y="2969"/>
                </a:lnTo>
                <a:lnTo>
                  <a:pt x="15110" y="2507"/>
                </a:lnTo>
                <a:lnTo>
                  <a:pt x="14697" y="2093"/>
                </a:lnTo>
                <a:lnTo>
                  <a:pt x="14283" y="1704"/>
                </a:lnTo>
                <a:lnTo>
                  <a:pt x="13845" y="1363"/>
                </a:lnTo>
                <a:lnTo>
                  <a:pt x="13358" y="1023"/>
                </a:lnTo>
                <a:lnTo>
                  <a:pt x="12872" y="706"/>
                </a:lnTo>
                <a:lnTo>
                  <a:pt x="12361" y="439"/>
                </a:lnTo>
                <a:lnTo>
                  <a:pt x="12093" y="341"/>
                </a:lnTo>
                <a:lnTo>
                  <a:pt x="11826" y="244"/>
                </a:lnTo>
                <a:lnTo>
                  <a:pt x="11558" y="147"/>
                </a:lnTo>
                <a:lnTo>
                  <a:pt x="11266" y="98"/>
                </a:lnTo>
                <a:lnTo>
                  <a:pt x="10998" y="49"/>
                </a:lnTo>
                <a:lnTo>
                  <a:pt x="10706"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08" name="Google Shape;808;p39"/>
          <p:cNvSpPr/>
          <p:nvPr/>
        </p:nvSpPr>
        <p:spPr>
          <a:xfrm>
            <a:off x="4934129" y="870729"/>
            <a:ext cx="458409" cy="451502"/>
          </a:xfrm>
          <a:custGeom>
            <a:avLst/>
            <a:gdLst/>
            <a:ahLst/>
            <a:cxnLst/>
            <a:rect l="l" t="t" r="r" b="b"/>
            <a:pathLst>
              <a:path w="20975" h="20659" extrusionOk="0">
                <a:moveTo>
                  <a:pt x="10317" y="1704"/>
                </a:moveTo>
                <a:lnTo>
                  <a:pt x="10269" y="1728"/>
                </a:lnTo>
                <a:lnTo>
                  <a:pt x="10171" y="1825"/>
                </a:lnTo>
                <a:lnTo>
                  <a:pt x="10123" y="1947"/>
                </a:lnTo>
                <a:lnTo>
                  <a:pt x="10098" y="2069"/>
                </a:lnTo>
                <a:lnTo>
                  <a:pt x="10074" y="2190"/>
                </a:lnTo>
                <a:lnTo>
                  <a:pt x="10050" y="2336"/>
                </a:lnTo>
                <a:lnTo>
                  <a:pt x="10050" y="2482"/>
                </a:lnTo>
                <a:lnTo>
                  <a:pt x="10098" y="2653"/>
                </a:lnTo>
                <a:lnTo>
                  <a:pt x="10123" y="2701"/>
                </a:lnTo>
                <a:lnTo>
                  <a:pt x="10147" y="2774"/>
                </a:lnTo>
                <a:lnTo>
                  <a:pt x="10196" y="2799"/>
                </a:lnTo>
                <a:lnTo>
                  <a:pt x="10244" y="2823"/>
                </a:lnTo>
                <a:lnTo>
                  <a:pt x="10342" y="2823"/>
                </a:lnTo>
                <a:lnTo>
                  <a:pt x="10439" y="2774"/>
                </a:lnTo>
                <a:lnTo>
                  <a:pt x="10463" y="2726"/>
                </a:lnTo>
                <a:lnTo>
                  <a:pt x="10488" y="2677"/>
                </a:lnTo>
                <a:lnTo>
                  <a:pt x="10488" y="2580"/>
                </a:lnTo>
                <a:lnTo>
                  <a:pt x="10488" y="2482"/>
                </a:lnTo>
                <a:lnTo>
                  <a:pt x="10463" y="2263"/>
                </a:lnTo>
                <a:lnTo>
                  <a:pt x="10463" y="1850"/>
                </a:lnTo>
                <a:lnTo>
                  <a:pt x="10439" y="1777"/>
                </a:lnTo>
                <a:lnTo>
                  <a:pt x="10390" y="1728"/>
                </a:lnTo>
                <a:lnTo>
                  <a:pt x="10317" y="1704"/>
                </a:lnTo>
                <a:close/>
                <a:moveTo>
                  <a:pt x="8054" y="1"/>
                </a:moveTo>
                <a:lnTo>
                  <a:pt x="7981" y="25"/>
                </a:lnTo>
                <a:lnTo>
                  <a:pt x="7933" y="122"/>
                </a:lnTo>
                <a:lnTo>
                  <a:pt x="7908" y="220"/>
                </a:lnTo>
                <a:lnTo>
                  <a:pt x="7884" y="439"/>
                </a:lnTo>
                <a:lnTo>
                  <a:pt x="7908" y="852"/>
                </a:lnTo>
                <a:lnTo>
                  <a:pt x="7933" y="1071"/>
                </a:lnTo>
                <a:lnTo>
                  <a:pt x="7957" y="1290"/>
                </a:lnTo>
                <a:lnTo>
                  <a:pt x="8054" y="1704"/>
                </a:lnTo>
                <a:lnTo>
                  <a:pt x="8103" y="2044"/>
                </a:lnTo>
                <a:lnTo>
                  <a:pt x="8200" y="2458"/>
                </a:lnTo>
                <a:lnTo>
                  <a:pt x="8273" y="2653"/>
                </a:lnTo>
                <a:lnTo>
                  <a:pt x="8371" y="2823"/>
                </a:lnTo>
                <a:lnTo>
                  <a:pt x="8468" y="2969"/>
                </a:lnTo>
                <a:lnTo>
                  <a:pt x="8541" y="2993"/>
                </a:lnTo>
                <a:lnTo>
                  <a:pt x="8614" y="3042"/>
                </a:lnTo>
                <a:lnTo>
                  <a:pt x="8711" y="3042"/>
                </a:lnTo>
                <a:lnTo>
                  <a:pt x="8784" y="2993"/>
                </a:lnTo>
                <a:lnTo>
                  <a:pt x="8857" y="2920"/>
                </a:lnTo>
                <a:lnTo>
                  <a:pt x="8857" y="2847"/>
                </a:lnTo>
                <a:lnTo>
                  <a:pt x="8857" y="2726"/>
                </a:lnTo>
                <a:lnTo>
                  <a:pt x="8809" y="2604"/>
                </a:lnTo>
                <a:lnTo>
                  <a:pt x="8711" y="2385"/>
                </a:lnTo>
                <a:lnTo>
                  <a:pt x="8614" y="2044"/>
                </a:lnTo>
                <a:lnTo>
                  <a:pt x="8517" y="1704"/>
                </a:lnTo>
                <a:lnTo>
                  <a:pt x="8444" y="1290"/>
                </a:lnTo>
                <a:lnTo>
                  <a:pt x="8395" y="876"/>
                </a:lnTo>
                <a:lnTo>
                  <a:pt x="8322" y="487"/>
                </a:lnTo>
                <a:lnTo>
                  <a:pt x="8273" y="293"/>
                </a:lnTo>
                <a:lnTo>
                  <a:pt x="8225" y="98"/>
                </a:lnTo>
                <a:lnTo>
                  <a:pt x="8176" y="25"/>
                </a:lnTo>
                <a:lnTo>
                  <a:pt x="8103" y="1"/>
                </a:lnTo>
                <a:close/>
                <a:moveTo>
                  <a:pt x="12483" y="1"/>
                </a:moveTo>
                <a:lnTo>
                  <a:pt x="12337" y="122"/>
                </a:lnTo>
                <a:lnTo>
                  <a:pt x="12239" y="244"/>
                </a:lnTo>
                <a:lnTo>
                  <a:pt x="12142" y="414"/>
                </a:lnTo>
                <a:lnTo>
                  <a:pt x="12093" y="585"/>
                </a:lnTo>
                <a:lnTo>
                  <a:pt x="11996" y="949"/>
                </a:lnTo>
                <a:lnTo>
                  <a:pt x="11923" y="1290"/>
                </a:lnTo>
                <a:lnTo>
                  <a:pt x="11753" y="2166"/>
                </a:lnTo>
                <a:lnTo>
                  <a:pt x="11631" y="2531"/>
                </a:lnTo>
                <a:lnTo>
                  <a:pt x="11607" y="2701"/>
                </a:lnTo>
                <a:lnTo>
                  <a:pt x="11607" y="2799"/>
                </a:lnTo>
                <a:lnTo>
                  <a:pt x="11607" y="2872"/>
                </a:lnTo>
                <a:lnTo>
                  <a:pt x="11655" y="2969"/>
                </a:lnTo>
                <a:lnTo>
                  <a:pt x="11753" y="3018"/>
                </a:lnTo>
                <a:lnTo>
                  <a:pt x="11850" y="3042"/>
                </a:lnTo>
                <a:lnTo>
                  <a:pt x="11947" y="3018"/>
                </a:lnTo>
                <a:lnTo>
                  <a:pt x="12069" y="2920"/>
                </a:lnTo>
                <a:lnTo>
                  <a:pt x="12142" y="2774"/>
                </a:lnTo>
                <a:lnTo>
                  <a:pt x="12191" y="2604"/>
                </a:lnTo>
                <a:lnTo>
                  <a:pt x="12239" y="2434"/>
                </a:lnTo>
                <a:lnTo>
                  <a:pt x="12288" y="2069"/>
                </a:lnTo>
                <a:lnTo>
                  <a:pt x="12337" y="1752"/>
                </a:lnTo>
                <a:lnTo>
                  <a:pt x="12458" y="974"/>
                </a:lnTo>
                <a:lnTo>
                  <a:pt x="12556" y="585"/>
                </a:lnTo>
                <a:lnTo>
                  <a:pt x="12604" y="390"/>
                </a:lnTo>
                <a:lnTo>
                  <a:pt x="12677" y="220"/>
                </a:lnTo>
                <a:lnTo>
                  <a:pt x="12702" y="171"/>
                </a:lnTo>
                <a:lnTo>
                  <a:pt x="12702" y="122"/>
                </a:lnTo>
                <a:lnTo>
                  <a:pt x="12653" y="25"/>
                </a:lnTo>
                <a:lnTo>
                  <a:pt x="12629" y="1"/>
                </a:lnTo>
                <a:close/>
                <a:moveTo>
                  <a:pt x="14089" y="2507"/>
                </a:moveTo>
                <a:lnTo>
                  <a:pt x="13991" y="2555"/>
                </a:lnTo>
                <a:lnTo>
                  <a:pt x="13918" y="2628"/>
                </a:lnTo>
                <a:lnTo>
                  <a:pt x="13845" y="2726"/>
                </a:lnTo>
                <a:lnTo>
                  <a:pt x="13797" y="2847"/>
                </a:lnTo>
                <a:lnTo>
                  <a:pt x="13699" y="3066"/>
                </a:lnTo>
                <a:lnTo>
                  <a:pt x="13651" y="3212"/>
                </a:lnTo>
                <a:lnTo>
                  <a:pt x="13651" y="3334"/>
                </a:lnTo>
                <a:lnTo>
                  <a:pt x="13651" y="3383"/>
                </a:lnTo>
                <a:lnTo>
                  <a:pt x="13675" y="3431"/>
                </a:lnTo>
                <a:lnTo>
                  <a:pt x="13724" y="3456"/>
                </a:lnTo>
                <a:lnTo>
                  <a:pt x="13772" y="3480"/>
                </a:lnTo>
                <a:lnTo>
                  <a:pt x="13821" y="3504"/>
                </a:lnTo>
                <a:lnTo>
                  <a:pt x="13894" y="3480"/>
                </a:lnTo>
                <a:lnTo>
                  <a:pt x="13918" y="3456"/>
                </a:lnTo>
                <a:lnTo>
                  <a:pt x="13967" y="3407"/>
                </a:lnTo>
                <a:lnTo>
                  <a:pt x="14040" y="3212"/>
                </a:lnTo>
                <a:lnTo>
                  <a:pt x="14089" y="3018"/>
                </a:lnTo>
                <a:lnTo>
                  <a:pt x="14162" y="2799"/>
                </a:lnTo>
                <a:lnTo>
                  <a:pt x="14210" y="2701"/>
                </a:lnTo>
                <a:lnTo>
                  <a:pt x="14235" y="2604"/>
                </a:lnTo>
                <a:lnTo>
                  <a:pt x="14210" y="2555"/>
                </a:lnTo>
                <a:lnTo>
                  <a:pt x="14186" y="2531"/>
                </a:lnTo>
                <a:lnTo>
                  <a:pt x="14137" y="2507"/>
                </a:lnTo>
                <a:close/>
                <a:moveTo>
                  <a:pt x="6692" y="2385"/>
                </a:moveTo>
                <a:lnTo>
                  <a:pt x="6667" y="2409"/>
                </a:lnTo>
                <a:lnTo>
                  <a:pt x="6594" y="2507"/>
                </a:lnTo>
                <a:lnTo>
                  <a:pt x="6570" y="2628"/>
                </a:lnTo>
                <a:lnTo>
                  <a:pt x="6594" y="2774"/>
                </a:lnTo>
                <a:lnTo>
                  <a:pt x="6619" y="2920"/>
                </a:lnTo>
                <a:lnTo>
                  <a:pt x="6740" y="3188"/>
                </a:lnTo>
                <a:lnTo>
                  <a:pt x="6838" y="3431"/>
                </a:lnTo>
                <a:lnTo>
                  <a:pt x="6886" y="3504"/>
                </a:lnTo>
                <a:lnTo>
                  <a:pt x="6935" y="3553"/>
                </a:lnTo>
                <a:lnTo>
                  <a:pt x="7008" y="3553"/>
                </a:lnTo>
                <a:lnTo>
                  <a:pt x="7081" y="3529"/>
                </a:lnTo>
                <a:lnTo>
                  <a:pt x="7130" y="3504"/>
                </a:lnTo>
                <a:lnTo>
                  <a:pt x="7154" y="3456"/>
                </a:lnTo>
                <a:lnTo>
                  <a:pt x="7178" y="3383"/>
                </a:lnTo>
                <a:lnTo>
                  <a:pt x="7154" y="3310"/>
                </a:lnTo>
                <a:lnTo>
                  <a:pt x="6935" y="2823"/>
                </a:lnTo>
                <a:lnTo>
                  <a:pt x="6862" y="2604"/>
                </a:lnTo>
                <a:lnTo>
                  <a:pt x="6813" y="2507"/>
                </a:lnTo>
                <a:lnTo>
                  <a:pt x="6740" y="2409"/>
                </a:lnTo>
                <a:lnTo>
                  <a:pt x="6692" y="2385"/>
                </a:lnTo>
                <a:close/>
                <a:moveTo>
                  <a:pt x="16668" y="2020"/>
                </a:moveTo>
                <a:lnTo>
                  <a:pt x="16595" y="2044"/>
                </a:lnTo>
                <a:lnTo>
                  <a:pt x="16546" y="2093"/>
                </a:lnTo>
                <a:lnTo>
                  <a:pt x="16303" y="2409"/>
                </a:lnTo>
                <a:lnTo>
                  <a:pt x="16084" y="2726"/>
                </a:lnTo>
                <a:lnTo>
                  <a:pt x="15889" y="3042"/>
                </a:lnTo>
                <a:lnTo>
                  <a:pt x="15719" y="3383"/>
                </a:lnTo>
                <a:lnTo>
                  <a:pt x="15573" y="3626"/>
                </a:lnTo>
                <a:lnTo>
                  <a:pt x="15427" y="3894"/>
                </a:lnTo>
                <a:lnTo>
                  <a:pt x="15281" y="4137"/>
                </a:lnTo>
                <a:lnTo>
                  <a:pt x="15184" y="4380"/>
                </a:lnTo>
                <a:lnTo>
                  <a:pt x="15159" y="4453"/>
                </a:lnTo>
                <a:lnTo>
                  <a:pt x="15184" y="4502"/>
                </a:lnTo>
                <a:lnTo>
                  <a:pt x="15232" y="4575"/>
                </a:lnTo>
                <a:lnTo>
                  <a:pt x="15330" y="4624"/>
                </a:lnTo>
                <a:lnTo>
                  <a:pt x="15427" y="4624"/>
                </a:lnTo>
                <a:lnTo>
                  <a:pt x="15549" y="4575"/>
                </a:lnTo>
                <a:lnTo>
                  <a:pt x="15646" y="4502"/>
                </a:lnTo>
                <a:lnTo>
                  <a:pt x="15743" y="4380"/>
                </a:lnTo>
                <a:lnTo>
                  <a:pt x="15816" y="4259"/>
                </a:lnTo>
                <a:lnTo>
                  <a:pt x="15962" y="3991"/>
                </a:lnTo>
                <a:lnTo>
                  <a:pt x="16060" y="3723"/>
                </a:lnTo>
                <a:lnTo>
                  <a:pt x="16352" y="3091"/>
                </a:lnTo>
                <a:lnTo>
                  <a:pt x="16498" y="2872"/>
                </a:lnTo>
                <a:lnTo>
                  <a:pt x="16619" y="2677"/>
                </a:lnTo>
                <a:lnTo>
                  <a:pt x="16765" y="2458"/>
                </a:lnTo>
                <a:lnTo>
                  <a:pt x="16887" y="2239"/>
                </a:lnTo>
                <a:lnTo>
                  <a:pt x="16911" y="2166"/>
                </a:lnTo>
                <a:lnTo>
                  <a:pt x="16887" y="2117"/>
                </a:lnTo>
                <a:lnTo>
                  <a:pt x="16838" y="2069"/>
                </a:lnTo>
                <a:lnTo>
                  <a:pt x="16790" y="2044"/>
                </a:lnTo>
                <a:lnTo>
                  <a:pt x="16741" y="2020"/>
                </a:lnTo>
                <a:close/>
                <a:moveTo>
                  <a:pt x="3869" y="2020"/>
                </a:moveTo>
                <a:lnTo>
                  <a:pt x="3820" y="2044"/>
                </a:lnTo>
                <a:lnTo>
                  <a:pt x="3796" y="2044"/>
                </a:lnTo>
                <a:lnTo>
                  <a:pt x="3747" y="2093"/>
                </a:lnTo>
                <a:lnTo>
                  <a:pt x="3723" y="2190"/>
                </a:lnTo>
                <a:lnTo>
                  <a:pt x="3747" y="2263"/>
                </a:lnTo>
                <a:lnTo>
                  <a:pt x="3796" y="2312"/>
                </a:lnTo>
                <a:lnTo>
                  <a:pt x="3820" y="2385"/>
                </a:lnTo>
                <a:lnTo>
                  <a:pt x="3869" y="2531"/>
                </a:lnTo>
                <a:lnTo>
                  <a:pt x="3991" y="2799"/>
                </a:lnTo>
                <a:lnTo>
                  <a:pt x="4185" y="3188"/>
                </a:lnTo>
                <a:lnTo>
                  <a:pt x="4404" y="3577"/>
                </a:lnTo>
                <a:lnTo>
                  <a:pt x="4599" y="3869"/>
                </a:lnTo>
                <a:lnTo>
                  <a:pt x="4818" y="4161"/>
                </a:lnTo>
                <a:lnTo>
                  <a:pt x="5086" y="4405"/>
                </a:lnTo>
                <a:lnTo>
                  <a:pt x="5207" y="4526"/>
                </a:lnTo>
                <a:lnTo>
                  <a:pt x="5378" y="4624"/>
                </a:lnTo>
                <a:lnTo>
                  <a:pt x="5475" y="4648"/>
                </a:lnTo>
                <a:lnTo>
                  <a:pt x="5572" y="4648"/>
                </a:lnTo>
                <a:lnTo>
                  <a:pt x="5645" y="4599"/>
                </a:lnTo>
                <a:lnTo>
                  <a:pt x="5694" y="4526"/>
                </a:lnTo>
                <a:lnTo>
                  <a:pt x="5718" y="4453"/>
                </a:lnTo>
                <a:lnTo>
                  <a:pt x="5718" y="4356"/>
                </a:lnTo>
                <a:lnTo>
                  <a:pt x="5694" y="4283"/>
                </a:lnTo>
                <a:lnTo>
                  <a:pt x="5621" y="4210"/>
                </a:lnTo>
                <a:lnTo>
                  <a:pt x="5451" y="4088"/>
                </a:lnTo>
                <a:lnTo>
                  <a:pt x="5329" y="3991"/>
                </a:lnTo>
                <a:lnTo>
                  <a:pt x="5086" y="3723"/>
                </a:lnTo>
                <a:lnTo>
                  <a:pt x="4867" y="3431"/>
                </a:lnTo>
                <a:lnTo>
                  <a:pt x="4672" y="3139"/>
                </a:lnTo>
                <a:lnTo>
                  <a:pt x="4526" y="2847"/>
                </a:lnTo>
                <a:lnTo>
                  <a:pt x="4380" y="2580"/>
                </a:lnTo>
                <a:lnTo>
                  <a:pt x="4210" y="2288"/>
                </a:lnTo>
                <a:lnTo>
                  <a:pt x="4112" y="2166"/>
                </a:lnTo>
                <a:lnTo>
                  <a:pt x="4015" y="2069"/>
                </a:lnTo>
                <a:lnTo>
                  <a:pt x="3966" y="2044"/>
                </a:lnTo>
                <a:lnTo>
                  <a:pt x="3918" y="2020"/>
                </a:lnTo>
                <a:close/>
                <a:moveTo>
                  <a:pt x="3601" y="4843"/>
                </a:moveTo>
                <a:lnTo>
                  <a:pt x="3577" y="4891"/>
                </a:lnTo>
                <a:lnTo>
                  <a:pt x="3577" y="4916"/>
                </a:lnTo>
                <a:lnTo>
                  <a:pt x="3577" y="4964"/>
                </a:lnTo>
                <a:lnTo>
                  <a:pt x="3601" y="5062"/>
                </a:lnTo>
                <a:lnTo>
                  <a:pt x="3674" y="5135"/>
                </a:lnTo>
                <a:lnTo>
                  <a:pt x="3747" y="5183"/>
                </a:lnTo>
                <a:lnTo>
                  <a:pt x="3845" y="5281"/>
                </a:lnTo>
                <a:lnTo>
                  <a:pt x="3966" y="5354"/>
                </a:lnTo>
                <a:lnTo>
                  <a:pt x="4234" y="5500"/>
                </a:lnTo>
                <a:lnTo>
                  <a:pt x="4404" y="5500"/>
                </a:lnTo>
                <a:lnTo>
                  <a:pt x="4477" y="5451"/>
                </a:lnTo>
                <a:lnTo>
                  <a:pt x="4502" y="5402"/>
                </a:lnTo>
                <a:lnTo>
                  <a:pt x="4526" y="5329"/>
                </a:lnTo>
                <a:lnTo>
                  <a:pt x="4502" y="5256"/>
                </a:lnTo>
                <a:lnTo>
                  <a:pt x="4477" y="5183"/>
                </a:lnTo>
                <a:lnTo>
                  <a:pt x="4380" y="5135"/>
                </a:lnTo>
                <a:lnTo>
                  <a:pt x="4137" y="5013"/>
                </a:lnTo>
                <a:lnTo>
                  <a:pt x="3918" y="4891"/>
                </a:lnTo>
                <a:lnTo>
                  <a:pt x="3820" y="4867"/>
                </a:lnTo>
                <a:lnTo>
                  <a:pt x="3747" y="4843"/>
                </a:lnTo>
                <a:close/>
                <a:moveTo>
                  <a:pt x="17106" y="4891"/>
                </a:moveTo>
                <a:lnTo>
                  <a:pt x="16960" y="4940"/>
                </a:lnTo>
                <a:lnTo>
                  <a:pt x="16814" y="5037"/>
                </a:lnTo>
                <a:lnTo>
                  <a:pt x="16668" y="5159"/>
                </a:lnTo>
                <a:lnTo>
                  <a:pt x="16498" y="5305"/>
                </a:lnTo>
                <a:lnTo>
                  <a:pt x="16473" y="5354"/>
                </a:lnTo>
                <a:lnTo>
                  <a:pt x="16473" y="5402"/>
                </a:lnTo>
                <a:lnTo>
                  <a:pt x="16473" y="5451"/>
                </a:lnTo>
                <a:lnTo>
                  <a:pt x="16498" y="5500"/>
                </a:lnTo>
                <a:lnTo>
                  <a:pt x="16546" y="5524"/>
                </a:lnTo>
                <a:lnTo>
                  <a:pt x="16571" y="5548"/>
                </a:lnTo>
                <a:lnTo>
                  <a:pt x="16644" y="5548"/>
                </a:lnTo>
                <a:lnTo>
                  <a:pt x="16692" y="5524"/>
                </a:lnTo>
                <a:lnTo>
                  <a:pt x="16838" y="5402"/>
                </a:lnTo>
                <a:lnTo>
                  <a:pt x="17009" y="5256"/>
                </a:lnTo>
                <a:lnTo>
                  <a:pt x="17106" y="5135"/>
                </a:lnTo>
                <a:lnTo>
                  <a:pt x="17179" y="4964"/>
                </a:lnTo>
                <a:lnTo>
                  <a:pt x="17179" y="4940"/>
                </a:lnTo>
                <a:lnTo>
                  <a:pt x="17155" y="4916"/>
                </a:lnTo>
                <a:lnTo>
                  <a:pt x="17130" y="4891"/>
                </a:lnTo>
                <a:close/>
                <a:moveTo>
                  <a:pt x="19539" y="5500"/>
                </a:moveTo>
                <a:lnTo>
                  <a:pt x="19442" y="5524"/>
                </a:lnTo>
                <a:lnTo>
                  <a:pt x="19320" y="5548"/>
                </a:lnTo>
                <a:lnTo>
                  <a:pt x="19101" y="5646"/>
                </a:lnTo>
                <a:lnTo>
                  <a:pt x="18688" y="5865"/>
                </a:lnTo>
                <a:lnTo>
                  <a:pt x="18006" y="6157"/>
                </a:lnTo>
                <a:lnTo>
                  <a:pt x="17349" y="6497"/>
                </a:lnTo>
                <a:lnTo>
                  <a:pt x="17276" y="6546"/>
                </a:lnTo>
                <a:lnTo>
                  <a:pt x="17252" y="6619"/>
                </a:lnTo>
                <a:lnTo>
                  <a:pt x="17252" y="6692"/>
                </a:lnTo>
                <a:lnTo>
                  <a:pt x="17276" y="6765"/>
                </a:lnTo>
                <a:lnTo>
                  <a:pt x="17301" y="6814"/>
                </a:lnTo>
                <a:lnTo>
                  <a:pt x="17374" y="6862"/>
                </a:lnTo>
                <a:lnTo>
                  <a:pt x="17422" y="6887"/>
                </a:lnTo>
                <a:lnTo>
                  <a:pt x="17520" y="6887"/>
                </a:lnTo>
                <a:lnTo>
                  <a:pt x="18201" y="6595"/>
                </a:lnTo>
                <a:lnTo>
                  <a:pt x="18858" y="6303"/>
                </a:lnTo>
                <a:lnTo>
                  <a:pt x="19345" y="6132"/>
                </a:lnTo>
                <a:lnTo>
                  <a:pt x="19466" y="6084"/>
                </a:lnTo>
                <a:lnTo>
                  <a:pt x="19588" y="6011"/>
                </a:lnTo>
                <a:lnTo>
                  <a:pt x="19685" y="5938"/>
                </a:lnTo>
                <a:lnTo>
                  <a:pt x="19734" y="5865"/>
                </a:lnTo>
                <a:lnTo>
                  <a:pt x="19758" y="5792"/>
                </a:lnTo>
                <a:lnTo>
                  <a:pt x="19782" y="5743"/>
                </a:lnTo>
                <a:lnTo>
                  <a:pt x="19734" y="5621"/>
                </a:lnTo>
                <a:lnTo>
                  <a:pt x="19709" y="5573"/>
                </a:lnTo>
                <a:lnTo>
                  <a:pt x="19661" y="5548"/>
                </a:lnTo>
                <a:lnTo>
                  <a:pt x="19612" y="5524"/>
                </a:lnTo>
                <a:lnTo>
                  <a:pt x="19539" y="5500"/>
                </a:lnTo>
                <a:close/>
                <a:moveTo>
                  <a:pt x="998" y="5694"/>
                </a:moveTo>
                <a:lnTo>
                  <a:pt x="949" y="5719"/>
                </a:lnTo>
                <a:lnTo>
                  <a:pt x="925" y="5767"/>
                </a:lnTo>
                <a:lnTo>
                  <a:pt x="901" y="5865"/>
                </a:lnTo>
                <a:lnTo>
                  <a:pt x="925" y="5938"/>
                </a:lnTo>
                <a:lnTo>
                  <a:pt x="949" y="6011"/>
                </a:lnTo>
                <a:lnTo>
                  <a:pt x="1022" y="6084"/>
                </a:lnTo>
                <a:lnTo>
                  <a:pt x="1193" y="6230"/>
                </a:lnTo>
                <a:lnTo>
                  <a:pt x="1412" y="6327"/>
                </a:lnTo>
                <a:lnTo>
                  <a:pt x="1874" y="6522"/>
                </a:lnTo>
                <a:lnTo>
                  <a:pt x="2093" y="6595"/>
                </a:lnTo>
                <a:lnTo>
                  <a:pt x="2239" y="6643"/>
                </a:lnTo>
                <a:lnTo>
                  <a:pt x="2677" y="6887"/>
                </a:lnTo>
                <a:lnTo>
                  <a:pt x="3139" y="7130"/>
                </a:lnTo>
                <a:lnTo>
                  <a:pt x="3383" y="7276"/>
                </a:lnTo>
                <a:lnTo>
                  <a:pt x="3504" y="7325"/>
                </a:lnTo>
                <a:lnTo>
                  <a:pt x="3577" y="7325"/>
                </a:lnTo>
                <a:lnTo>
                  <a:pt x="3650" y="7300"/>
                </a:lnTo>
                <a:lnTo>
                  <a:pt x="3699" y="7252"/>
                </a:lnTo>
                <a:lnTo>
                  <a:pt x="3723" y="7203"/>
                </a:lnTo>
                <a:lnTo>
                  <a:pt x="3747" y="7130"/>
                </a:lnTo>
                <a:lnTo>
                  <a:pt x="3723" y="7057"/>
                </a:lnTo>
                <a:lnTo>
                  <a:pt x="3650" y="6935"/>
                </a:lnTo>
                <a:lnTo>
                  <a:pt x="3529" y="6814"/>
                </a:lnTo>
                <a:lnTo>
                  <a:pt x="3383" y="6692"/>
                </a:lnTo>
                <a:lnTo>
                  <a:pt x="3212" y="6595"/>
                </a:lnTo>
                <a:lnTo>
                  <a:pt x="2847" y="6424"/>
                </a:lnTo>
                <a:lnTo>
                  <a:pt x="2531" y="6278"/>
                </a:lnTo>
                <a:lnTo>
                  <a:pt x="2166" y="6108"/>
                </a:lnTo>
                <a:lnTo>
                  <a:pt x="1777" y="5962"/>
                </a:lnTo>
                <a:lnTo>
                  <a:pt x="1022" y="5694"/>
                </a:lnTo>
                <a:close/>
                <a:moveTo>
                  <a:pt x="18396" y="8274"/>
                </a:moveTo>
                <a:lnTo>
                  <a:pt x="18128" y="8298"/>
                </a:lnTo>
                <a:lnTo>
                  <a:pt x="17982" y="8322"/>
                </a:lnTo>
                <a:lnTo>
                  <a:pt x="17885" y="8371"/>
                </a:lnTo>
                <a:lnTo>
                  <a:pt x="17812" y="8420"/>
                </a:lnTo>
                <a:lnTo>
                  <a:pt x="17787" y="8468"/>
                </a:lnTo>
                <a:lnTo>
                  <a:pt x="17787" y="8541"/>
                </a:lnTo>
                <a:lnTo>
                  <a:pt x="17787" y="8590"/>
                </a:lnTo>
                <a:lnTo>
                  <a:pt x="17812" y="8663"/>
                </a:lnTo>
                <a:lnTo>
                  <a:pt x="17860" y="8712"/>
                </a:lnTo>
                <a:lnTo>
                  <a:pt x="17909" y="8736"/>
                </a:lnTo>
                <a:lnTo>
                  <a:pt x="17982" y="8736"/>
                </a:lnTo>
                <a:lnTo>
                  <a:pt x="18201" y="8712"/>
                </a:lnTo>
                <a:lnTo>
                  <a:pt x="18517" y="8663"/>
                </a:lnTo>
                <a:lnTo>
                  <a:pt x="18663" y="8590"/>
                </a:lnTo>
                <a:lnTo>
                  <a:pt x="18785" y="8541"/>
                </a:lnTo>
                <a:lnTo>
                  <a:pt x="18858" y="8468"/>
                </a:lnTo>
                <a:lnTo>
                  <a:pt x="18858" y="8420"/>
                </a:lnTo>
                <a:lnTo>
                  <a:pt x="18858" y="8395"/>
                </a:lnTo>
                <a:lnTo>
                  <a:pt x="18809" y="8347"/>
                </a:lnTo>
                <a:lnTo>
                  <a:pt x="18761" y="8322"/>
                </a:lnTo>
                <a:lnTo>
                  <a:pt x="18639" y="8274"/>
                </a:lnTo>
                <a:close/>
                <a:moveTo>
                  <a:pt x="2020" y="8201"/>
                </a:moveTo>
                <a:lnTo>
                  <a:pt x="1947" y="8225"/>
                </a:lnTo>
                <a:lnTo>
                  <a:pt x="1898" y="8249"/>
                </a:lnTo>
                <a:lnTo>
                  <a:pt x="1874" y="8274"/>
                </a:lnTo>
                <a:lnTo>
                  <a:pt x="1850" y="8322"/>
                </a:lnTo>
                <a:lnTo>
                  <a:pt x="1850" y="8395"/>
                </a:lnTo>
                <a:lnTo>
                  <a:pt x="1850" y="8444"/>
                </a:lnTo>
                <a:lnTo>
                  <a:pt x="1874" y="8493"/>
                </a:lnTo>
                <a:lnTo>
                  <a:pt x="1923" y="8517"/>
                </a:lnTo>
                <a:lnTo>
                  <a:pt x="2093" y="8614"/>
                </a:lnTo>
                <a:lnTo>
                  <a:pt x="2288" y="8687"/>
                </a:lnTo>
                <a:lnTo>
                  <a:pt x="2482" y="8736"/>
                </a:lnTo>
                <a:lnTo>
                  <a:pt x="2701" y="8760"/>
                </a:lnTo>
                <a:lnTo>
                  <a:pt x="2774" y="8760"/>
                </a:lnTo>
                <a:lnTo>
                  <a:pt x="2823" y="8712"/>
                </a:lnTo>
                <a:lnTo>
                  <a:pt x="2872" y="8663"/>
                </a:lnTo>
                <a:lnTo>
                  <a:pt x="2896" y="8590"/>
                </a:lnTo>
                <a:lnTo>
                  <a:pt x="2896" y="8517"/>
                </a:lnTo>
                <a:lnTo>
                  <a:pt x="2872" y="8444"/>
                </a:lnTo>
                <a:lnTo>
                  <a:pt x="2823" y="8395"/>
                </a:lnTo>
                <a:lnTo>
                  <a:pt x="2750" y="8347"/>
                </a:lnTo>
                <a:lnTo>
                  <a:pt x="2385" y="8274"/>
                </a:lnTo>
                <a:lnTo>
                  <a:pt x="2190" y="8225"/>
                </a:lnTo>
                <a:lnTo>
                  <a:pt x="2020" y="8201"/>
                </a:lnTo>
                <a:close/>
                <a:moveTo>
                  <a:pt x="18517" y="9904"/>
                </a:moveTo>
                <a:lnTo>
                  <a:pt x="18323" y="9928"/>
                </a:lnTo>
                <a:lnTo>
                  <a:pt x="18177" y="9952"/>
                </a:lnTo>
                <a:lnTo>
                  <a:pt x="18031" y="10050"/>
                </a:lnTo>
                <a:lnTo>
                  <a:pt x="18006" y="10074"/>
                </a:lnTo>
                <a:lnTo>
                  <a:pt x="18006" y="10123"/>
                </a:lnTo>
                <a:lnTo>
                  <a:pt x="18128" y="10220"/>
                </a:lnTo>
                <a:lnTo>
                  <a:pt x="18274" y="10293"/>
                </a:lnTo>
                <a:lnTo>
                  <a:pt x="18420" y="10317"/>
                </a:lnTo>
                <a:lnTo>
                  <a:pt x="18590" y="10342"/>
                </a:lnTo>
                <a:lnTo>
                  <a:pt x="18931" y="10366"/>
                </a:lnTo>
                <a:lnTo>
                  <a:pt x="19247" y="10366"/>
                </a:lnTo>
                <a:lnTo>
                  <a:pt x="19661" y="10390"/>
                </a:lnTo>
                <a:lnTo>
                  <a:pt x="20074" y="10415"/>
                </a:lnTo>
                <a:lnTo>
                  <a:pt x="20293" y="10415"/>
                </a:lnTo>
                <a:lnTo>
                  <a:pt x="20512" y="10390"/>
                </a:lnTo>
                <a:lnTo>
                  <a:pt x="20707" y="10366"/>
                </a:lnTo>
                <a:lnTo>
                  <a:pt x="20902" y="10293"/>
                </a:lnTo>
                <a:lnTo>
                  <a:pt x="20950" y="10269"/>
                </a:lnTo>
                <a:lnTo>
                  <a:pt x="20975" y="10220"/>
                </a:lnTo>
                <a:lnTo>
                  <a:pt x="20975" y="10123"/>
                </a:lnTo>
                <a:lnTo>
                  <a:pt x="20926" y="10050"/>
                </a:lnTo>
                <a:lnTo>
                  <a:pt x="20853" y="10001"/>
                </a:lnTo>
                <a:lnTo>
                  <a:pt x="20707" y="9952"/>
                </a:lnTo>
                <a:lnTo>
                  <a:pt x="20512" y="9904"/>
                </a:lnTo>
                <a:lnTo>
                  <a:pt x="20147" y="9904"/>
                </a:lnTo>
                <a:lnTo>
                  <a:pt x="19782" y="9928"/>
                </a:lnTo>
                <a:lnTo>
                  <a:pt x="19418" y="9952"/>
                </a:lnTo>
                <a:lnTo>
                  <a:pt x="19077" y="9928"/>
                </a:lnTo>
                <a:lnTo>
                  <a:pt x="18688" y="9904"/>
                </a:lnTo>
                <a:close/>
                <a:moveTo>
                  <a:pt x="365" y="10123"/>
                </a:moveTo>
                <a:lnTo>
                  <a:pt x="219" y="10147"/>
                </a:lnTo>
                <a:lnTo>
                  <a:pt x="98" y="10171"/>
                </a:lnTo>
                <a:lnTo>
                  <a:pt x="25" y="10220"/>
                </a:lnTo>
                <a:lnTo>
                  <a:pt x="0" y="10269"/>
                </a:lnTo>
                <a:lnTo>
                  <a:pt x="0" y="10317"/>
                </a:lnTo>
                <a:lnTo>
                  <a:pt x="25" y="10366"/>
                </a:lnTo>
                <a:lnTo>
                  <a:pt x="49" y="10415"/>
                </a:lnTo>
                <a:lnTo>
                  <a:pt x="146" y="10512"/>
                </a:lnTo>
                <a:lnTo>
                  <a:pt x="268" y="10561"/>
                </a:lnTo>
                <a:lnTo>
                  <a:pt x="414" y="10585"/>
                </a:lnTo>
                <a:lnTo>
                  <a:pt x="730" y="10609"/>
                </a:lnTo>
                <a:lnTo>
                  <a:pt x="974" y="10609"/>
                </a:lnTo>
                <a:lnTo>
                  <a:pt x="1923" y="10634"/>
                </a:lnTo>
                <a:lnTo>
                  <a:pt x="2847" y="10634"/>
                </a:lnTo>
                <a:lnTo>
                  <a:pt x="2945" y="10609"/>
                </a:lnTo>
                <a:lnTo>
                  <a:pt x="3018" y="10561"/>
                </a:lnTo>
                <a:lnTo>
                  <a:pt x="3066" y="10488"/>
                </a:lnTo>
                <a:lnTo>
                  <a:pt x="3066" y="10390"/>
                </a:lnTo>
                <a:lnTo>
                  <a:pt x="3066" y="10317"/>
                </a:lnTo>
                <a:lnTo>
                  <a:pt x="3018" y="10244"/>
                </a:lnTo>
                <a:lnTo>
                  <a:pt x="2945" y="10196"/>
                </a:lnTo>
                <a:lnTo>
                  <a:pt x="2847" y="10171"/>
                </a:lnTo>
                <a:lnTo>
                  <a:pt x="1850" y="10171"/>
                </a:lnTo>
                <a:lnTo>
                  <a:pt x="852" y="10147"/>
                </a:lnTo>
                <a:lnTo>
                  <a:pt x="657" y="10123"/>
                </a:lnTo>
                <a:close/>
                <a:moveTo>
                  <a:pt x="2677" y="11777"/>
                </a:moveTo>
                <a:lnTo>
                  <a:pt x="2409" y="11826"/>
                </a:lnTo>
                <a:lnTo>
                  <a:pt x="2288" y="11875"/>
                </a:lnTo>
                <a:lnTo>
                  <a:pt x="2166" y="11923"/>
                </a:lnTo>
                <a:lnTo>
                  <a:pt x="2069" y="11996"/>
                </a:lnTo>
                <a:lnTo>
                  <a:pt x="2020" y="12094"/>
                </a:lnTo>
                <a:lnTo>
                  <a:pt x="2020" y="12167"/>
                </a:lnTo>
                <a:lnTo>
                  <a:pt x="2069" y="12215"/>
                </a:lnTo>
                <a:lnTo>
                  <a:pt x="2190" y="12240"/>
                </a:lnTo>
                <a:lnTo>
                  <a:pt x="2312" y="12240"/>
                </a:lnTo>
                <a:lnTo>
                  <a:pt x="2580" y="12191"/>
                </a:lnTo>
                <a:lnTo>
                  <a:pt x="2872" y="12191"/>
                </a:lnTo>
                <a:lnTo>
                  <a:pt x="2993" y="12167"/>
                </a:lnTo>
                <a:lnTo>
                  <a:pt x="3066" y="12142"/>
                </a:lnTo>
                <a:lnTo>
                  <a:pt x="3115" y="12069"/>
                </a:lnTo>
                <a:lnTo>
                  <a:pt x="3139" y="12045"/>
                </a:lnTo>
                <a:lnTo>
                  <a:pt x="3139" y="11996"/>
                </a:lnTo>
                <a:lnTo>
                  <a:pt x="3115" y="11923"/>
                </a:lnTo>
                <a:lnTo>
                  <a:pt x="3091" y="11875"/>
                </a:lnTo>
                <a:lnTo>
                  <a:pt x="3066" y="11850"/>
                </a:lnTo>
                <a:lnTo>
                  <a:pt x="3018" y="11802"/>
                </a:lnTo>
                <a:lnTo>
                  <a:pt x="2920" y="11777"/>
                </a:lnTo>
                <a:close/>
                <a:moveTo>
                  <a:pt x="18006" y="11923"/>
                </a:moveTo>
                <a:lnTo>
                  <a:pt x="17860" y="11948"/>
                </a:lnTo>
                <a:lnTo>
                  <a:pt x="17812" y="11972"/>
                </a:lnTo>
                <a:lnTo>
                  <a:pt x="17763" y="11996"/>
                </a:lnTo>
                <a:lnTo>
                  <a:pt x="17763" y="12045"/>
                </a:lnTo>
                <a:lnTo>
                  <a:pt x="17763" y="12094"/>
                </a:lnTo>
                <a:lnTo>
                  <a:pt x="17787" y="12118"/>
                </a:lnTo>
                <a:lnTo>
                  <a:pt x="17860" y="12167"/>
                </a:lnTo>
                <a:lnTo>
                  <a:pt x="17933" y="12215"/>
                </a:lnTo>
                <a:lnTo>
                  <a:pt x="18006" y="12240"/>
                </a:lnTo>
                <a:lnTo>
                  <a:pt x="18152" y="12264"/>
                </a:lnTo>
                <a:lnTo>
                  <a:pt x="18444" y="12337"/>
                </a:lnTo>
                <a:lnTo>
                  <a:pt x="18761" y="12386"/>
                </a:lnTo>
                <a:lnTo>
                  <a:pt x="18834" y="12386"/>
                </a:lnTo>
                <a:lnTo>
                  <a:pt x="18882" y="12337"/>
                </a:lnTo>
                <a:lnTo>
                  <a:pt x="18931" y="12288"/>
                </a:lnTo>
                <a:lnTo>
                  <a:pt x="18955" y="12215"/>
                </a:lnTo>
                <a:lnTo>
                  <a:pt x="18931" y="12142"/>
                </a:lnTo>
                <a:lnTo>
                  <a:pt x="18931" y="12069"/>
                </a:lnTo>
                <a:lnTo>
                  <a:pt x="18882" y="12021"/>
                </a:lnTo>
                <a:lnTo>
                  <a:pt x="18809" y="11996"/>
                </a:lnTo>
                <a:lnTo>
                  <a:pt x="18566" y="11948"/>
                </a:lnTo>
                <a:lnTo>
                  <a:pt x="18201" y="11923"/>
                </a:lnTo>
                <a:close/>
                <a:moveTo>
                  <a:pt x="3358" y="13359"/>
                </a:moveTo>
                <a:lnTo>
                  <a:pt x="3261" y="13383"/>
                </a:lnTo>
                <a:lnTo>
                  <a:pt x="2434" y="13870"/>
                </a:lnTo>
                <a:lnTo>
                  <a:pt x="1582" y="14357"/>
                </a:lnTo>
                <a:lnTo>
                  <a:pt x="1241" y="14503"/>
                </a:lnTo>
                <a:lnTo>
                  <a:pt x="1095" y="14576"/>
                </a:lnTo>
                <a:lnTo>
                  <a:pt x="949" y="14697"/>
                </a:lnTo>
                <a:lnTo>
                  <a:pt x="925" y="14770"/>
                </a:lnTo>
                <a:lnTo>
                  <a:pt x="925" y="14843"/>
                </a:lnTo>
                <a:lnTo>
                  <a:pt x="949" y="14892"/>
                </a:lnTo>
                <a:lnTo>
                  <a:pt x="1022" y="14941"/>
                </a:lnTo>
                <a:lnTo>
                  <a:pt x="1120" y="14965"/>
                </a:lnTo>
                <a:lnTo>
                  <a:pt x="1217" y="14965"/>
                </a:lnTo>
                <a:lnTo>
                  <a:pt x="1412" y="14916"/>
                </a:lnTo>
                <a:lnTo>
                  <a:pt x="1606" y="14843"/>
                </a:lnTo>
                <a:lnTo>
                  <a:pt x="1801" y="14746"/>
                </a:lnTo>
                <a:lnTo>
                  <a:pt x="2239" y="14551"/>
                </a:lnTo>
                <a:lnTo>
                  <a:pt x="2677" y="14308"/>
                </a:lnTo>
                <a:lnTo>
                  <a:pt x="3504" y="13797"/>
                </a:lnTo>
                <a:lnTo>
                  <a:pt x="3577" y="13724"/>
                </a:lnTo>
                <a:lnTo>
                  <a:pt x="3626" y="13651"/>
                </a:lnTo>
                <a:lnTo>
                  <a:pt x="3626" y="13554"/>
                </a:lnTo>
                <a:lnTo>
                  <a:pt x="3577" y="13481"/>
                </a:lnTo>
                <a:lnTo>
                  <a:pt x="3529" y="13408"/>
                </a:lnTo>
                <a:lnTo>
                  <a:pt x="3456" y="13359"/>
                </a:lnTo>
                <a:close/>
                <a:moveTo>
                  <a:pt x="17325" y="13383"/>
                </a:moveTo>
                <a:lnTo>
                  <a:pt x="17179" y="13408"/>
                </a:lnTo>
                <a:lnTo>
                  <a:pt x="17130" y="13408"/>
                </a:lnTo>
                <a:lnTo>
                  <a:pt x="17130" y="13432"/>
                </a:lnTo>
                <a:lnTo>
                  <a:pt x="17130" y="13505"/>
                </a:lnTo>
                <a:lnTo>
                  <a:pt x="17252" y="13627"/>
                </a:lnTo>
                <a:lnTo>
                  <a:pt x="17398" y="13748"/>
                </a:lnTo>
                <a:lnTo>
                  <a:pt x="17690" y="13943"/>
                </a:lnTo>
                <a:lnTo>
                  <a:pt x="18006" y="14113"/>
                </a:lnTo>
                <a:lnTo>
                  <a:pt x="18323" y="14284"/>
                </a:lnTo>
                <a:lnTo>
                  <a:pt x="18907" y="14649"/>
                </a:lnTo>
                <a:lnTo>
                  <a:pt x="19199" y="14819"/>
                </a:lnTo>
                <a:lnTo>
                  <a:pt x="19515" y="14941"/>
                </a:lnTo>
                <a:lnTo>
                  <a:pt x="19612" y="14965"/>
                </a:lnTo>
                <a:lnTo>
                  <a:pt x="19709" y="14941"/>
                </a:lnTo>
                <a:lnTo>
                  <a:pt x="19758" y="14868"/>
                </a:lnTo>
                <a:lnTo>
                  <a:pt x="19807" y="14795"/>
                </a:lnTo>
                <a:lnTo>
                  <a:pt x="19807" y="14697"/>
                </a:lnTo>
                <a:lnTo>
                  <a:pt x="19782" y="14600"/>
                </a:lnTo>
                <a:lnTo>
                  <a:pt x="19734" y="14527"/>
                </a:lnTo>
                <a:lnTo>
                  <a:pt x="19636" y="14454"/>
                </a:lnTo>
                <a:lnTo>
                  <a:pt x="19272" y="14308"/>
                </a:lnTo>
                <a:lnTo>
                  <a:pt x="18931" y="14113"/>
                </a:lnTo>
                <a:lnTo>
                  <a:pt x="18590" y="13919"/>
                </a:lnTo>
                <a:lnTo>
                  <a:pt x="18250" y="13724"/>
                </a:lnTo>
                <a:lnTo>
                  <a:pt x="17982" y="13602"/>
                </a:lnTo>
                <a:lnTo>
                  <a:pt x="17739" y="13481"/>
                </a:lnTo>
                <a:lnTo>
                  <a:pt x="17593" y="13432"/>
                </a:lnTo>
                <a:lnTo>
                  <a:pt x="17447" y="13408"/>
                </a:lnTo>
                <a:lnTo>
                  <a:pt x="17325" y="13383"/>
                </a:lnTo>
                <a:close/>
                <a:moveTo>
                  <a:pt x="4234" y="14892"/>
                </a:moveTo>
                <a:lnTo>
                  <a:pt x="4161" y="14916"/>
                </a:lnTo>
                <a:lnTo>
                  <a:pt x="4088" y="14941"/>
                </a:lnTo>
                <a:lnTo>
                  <a:pt x="3942" y="15087"/>
                </a:lnTo>
                <a:lnTo>
                  <a:pt x="3820" y="15257"/>
                </a:lnTo>
                <a:lnTo>
                  <a:pt x="3723" y="15330"/>
                </a:lnTo>
                <a:lnTo>
                  <a:pt x="3650" y="15379"/>
                </a:lnTo>
                <a:lnTo>
                  <a:pt x="3650" y="15403"/>
                </a:lnTo>
                <a:lnTo>
                  <a:pt x="3601" y="15427"/>
                </a:lnTo>
                <a:lnTo>
                  <a:pt x="3577" y="15476"/>
                </a:lnTo>
                <a:lnTo>
                  <a:pt x="3553" y="15525"/>
                </a:lnTo>
                <a:lnTo>
                  <a:pt x="3553" y="15573"/>
                </a:lnTo>
                <a:lnTo>
                  <a:pt x="3577" y="15646"/>
                </a:lnTo>
                <a:lnTo>
                  <a:pt x="3626" y="15695"/>
                </a:lnTo>
                <a:lnTo>
                  <a:pt x="3699" y="15744"/>
                </a:lnTo>
                <a:lnTo>
                  <a:pt x="3772" y="15744"/>
                </a:lnTo>
                <a:lnTo>
                  <a:pt x="3845" y="15719"/>
                </a:lnTo>
                <a:lnTo>
                  <a:pt x="3991" y="15646"/>
                </a:lnTo>
                <a:lnTo>
                  <a:pt x="4088" y="15549"/>
                </a:lnTo>
                <a:lnTo>
                  <a:pt x="4258" y="15403"/>
                </a:lnTo>
                <a:lnTo>
                  <a:pt x="4429" y="15208"/>
                </a:lnTo>
                <a:lnTo>
                  <a:pt x="4453" y="15135"/>
                </a:lnTo>
                <a:lnTo>
                  <a:pt x="4453" y="15087"/>
                </a:lnTo>
                <a:lnTo>
                  <a:pt x="4429" y="15014"/>
                </a:lnTo>
                <a:lnTo>
                  <a:pt x="4380" y="14941"/>
                </a:lnTo>
                <a:lnTo>
                  <a:pt x="4307" y="14892"/>
                </a:lnTo>
                <a:close/>
                <a:moveTo>
                  <a:pt x="16376" y="14843"/>
                </a:moveTo>
                <a:lnTo>
                  <a:pt x="16303" y="14892"/>
                </a:lnTo>
                <a:lnTo>
                  <a:pt x="16279" y="14965"/>
                </a:lnTo>
                <a:lnTo>
                  <a:pt x="16303" y="15038"/>
                </a:lnTo>
                <a:lnTo>
                  <a:pt x="16400" y="15233"/>
                </a:lnTo>
                <a:lnTo>
                  <a:pt x="16522" y="15403"/>
                </a:lnTo>
                <a:lnTo>
                  <a:pt x="16668" y="15598"/>
                </a:lnTo>
                <a:lnTo>
                  <a:pt x="16765" y="15671"/>
                </a:lnTo>
                <a:lnTo>
                  <a:pt x="16863" y="15744"/>
                </a:lnTo>
                <a:lnTo>
                  <a:pt x="16936" y="15768"/>
                </a:lnTo>
                <a:lnTo>
                  <a:pt x="17009" y="15768"/>
                </a:lnTo>
                <a:lnTo>
                  <a:pt x="17082" y="15719"/>
                </a:lnTo>
                <a:lnTo>
                  <a:pt x="17130" y="15671"/>
                </a:lnTo>
                <a:lnTo>
                  <a:pt x="17155" y="15598"/>
                </a:lnTo>
                <a:lnTo>
                  <a:pt x="17155" y="15525"/>
                </a:lnTo>
                <a:lnTo>
                  <a:pt x="17130" y="15476"/>
                </a:lnTo>
                <a:lnTo>
                  <a:pt x="17057" y="15403"/>
                </a:lnTo>
                <a:lnTo>
                  <a:pt x="16911" y="15281"/>
                </a:lnTo>
                <a:lnTo>
                  <a:pt x="16790" y="15135"/>
                </a:lnTo>
                <a:lnTo>
                  <a:pt x="16644" y="14965"/>
                </a:lnTo>
                <a:lnTo>
                  <a:pt x="16546" y="14892"/>
                </a:lnTo>
                <a:lnTo>
                  <a:pt x="16449" y="14843"/>
                </a:lnTo>
                <a:close/>
                <a:moveTo>
                  <a:pt x="11169" y="3577"/>
                </a:moveTo>
                <a:lnTo>
                  <a:pt x="11582" y="3650"/>
                </a:lnTo>
                <a:lnTo>
                  <a:pt x="11996" y="3748"/>
                </a:lnTo>
                <a:lnTo>
                  <a:pt x="12410" y="3894"/>
                </a:lnTo>
                <a:lnTo>
                  <a:pt x="12799" y="4064"/>
                </a:lnTo>
                <a:lnTo>
                  <a:pt x="13188" y="4259"/>
                </a:lnTo>
                <a:lnTo>
                  <a:pt x="13578" y="4453"/>
                </a:lnTo>
                <a:lnTo>
                  <a:pt x="13943" y="4672"/>
                </a:lnTo>
                <a:lnTo>
                  <a:pt x="14235" y="4891"/>
                </a:lnTo>
                <a:lnTo>
                  <a:pt x="14502" y="5110"/>
                </a:lnTo>
                <a:lnTo>
                  <a:pt x="14770" y="5329"/>
                </a:lnTo>
                <a:lnTo>
                  <a:pt x="15038" y="5573"/>
                </a:lnTo>
                <a:lnTo>
                  <a:pt x="14989" y="5621"/>
                </a:lnTo>
                <a:lnTo>
                  <a:pt x="14916" y="5694"/>
                </a:lnTo>
                <a:lnTo>
                  <a:pt x="14916" y="5767"/>
                </a:lnTo>
                <a:lnTo>
                  <a:pt x="14892" y="5792"/>
                </a:lnTo>
                <a:lnTo>
                  <a:pt x="14892" y="5840"/>
                </a:lnTo>
                <a:lnTo>
                  <a:pt x="14940" y="5840"/>
                </a:lnTo>
                <a:lnTo>
                  <a:pt x="14989" y="5865"/>
                </a:lnTo>
                <a:lnTo>
                  <a:pt x="15086" y="5865"/>
                </a:lnTo>
                <a:lnTo>
                  <a:pt x="15159" y="5816"/>
                </a:lnTo>
                <a:lnTo>
                  <a:pt x="15232" y="5767"/>
                </a:lnTo>
                <a:lnTo>
                  <a:pt x="15354" y="5913"/>
                </a:lnTo>
                <a:lnTo>
                  <a:pt x="15257" y="5986"/>
                </a:lnTo>
                <a:lnTo>
                  <a:pt x="15208" y="6059"/>
                </a:lnTo>
                <a:lnTo>
                  <a:pt x="15159" y="6132"/>
                </a:lnTo>
                <a:lnTo>
                  <a:pt x="15184" y="6205"/>
                </a:lnTo>
                <a:lnTo>
                  <a:pt x="15208" y="6254"/>
                </a:lnTo>
                <a:lnTo>
                  <a:pt x="15330" y="6254"/>
                </a:lnTo>
                <a:lnTo>
                  <a:pt x="15427" y="6181"/>
                </a:lnTo>
                <a:lnTo>
                  <a:pt x="15524" y="6132"/>
                </a:lnTo>
                <a:lnTo>
                  <a:pt x="15719" y="6376"/>
                </a:lnTo>
                <a:lnTo>
                  <a:pt x="15695" y="6424"/>
                </a:lnTo>
                <a:lnTo>
                  <a:pt x="15573" y="6546"/>
                </a:lnTo>
                <a:lnTo>
                  <a:pt x="15549" y="6619"/>
                </a:lnTo>
                <a:lnTo>
                  <a:pt x="15524" y="6716"/>
                </a:lnTo>
                <a:lnTo>
                  <a:pt x="15549" y="6765"/>
                </a:lnTo>
                <a:lnTo>
                  <a:pt x="15597" y="6789"/>
                </a:lnTo>
                <a:lnTo>
                  <a:pt x="15768" y="6789"/>
                </a:lnTo>
                <a:lnTo>
                  <a:pt x="15865" y="6741"/>
                </a:lnTo>
                <a:lnTo>
                  <a:pt x="15914" y="6692"/>
                </a:lnTo>
                <a:lnTo>
                  <a:pt x="16060" y="6911"/>
                </a:lnTo>
                <a:lnTo>
                  <a:pt x="15962" y="7008"/>
                </a:lnTo>
                <a:lnTo>
                  <a:pt x="15889" y="7081"/>
                </a:lnTo>
                <a:lnTo>
                  <a:pt x="15841" y="7130"/>
                </a:lnTo>
                <a:lnTo>
                  <a:pt x="15841" y="7203"/>
                </a:lnTo>
                <a:lnTo>
                  <a:pt x="15865" y="7300"/>
                </a:lnTo>
                <a:lnTo>
                  <a:pt x="15914" y="7325"/>
                </a:lnTo>
                <a:lnTo>
                  <a:pt x="15962" y="7349"/>
                </a:lnTo>
                <a:lnTo>
                  <a:pt x="16060" y="7325"/>
                </a:lnTo>
                <a:lnTo>
                  <a:pt x="16157" y="7300"/>
                </a:lnTo>
                <a:lnTo>
                  <a:pt x="16254" y="7227"/>
                </a:lnTo>
                <a:lnTo>
                  <a:pt x="16400" y="7495"/>
                </a:lnTo>
                <a:lnTo>
                  <a:pt x="16327" y="7519"/>
                </a:lnTo>
                <a:lnTo>
                  <a:pt x="16254" y="7544"/>
                </a:lnTo>
                <a:lnTo>
                  <a:pt x="16157" y="7617"/>
                </a:lnTo>
                <a:lnTo>
                  <a:pt x="16060" y="7714"/>
                </a:lnTo>
                <a:lnTo>
                  <a:pt x="15987" y="7811"/>
                </a:lnTo>
                <a:lnTo>
                  <a:pt x="15938" y="7909"/>
                </a:lnTo>
                <a:lnTo>
                  <a:pt x="15938" y="7982"/>
                </a:lnTo>
                <a:lnTo>
                  <a:pt x="15962" y="8030"/>
                </a:lnTo>
                <a:lnTo>
                  <a:pt x="15987" y="8079"/>
                </a:lnTo>
                <a:lnTo>
                  <a:pt x="16060" y="8103"/>
                </a:lnTo>
                <a:lnTo>
                  <a:pt x="16108" y="8079"/>
                </a:lnTo>
                <a:lnTo>
                  <a:pt x="16181" y="8030"/>
                </a:lnTo>
                <a:lnTo>
                  <a:pt x="16303" y="7933"/>
                </a:lnTo>
                <a:lnTo>
                  <a:pt x="16449" y="7836"/>
                </a:lnTo>
                <a:lnTo>
                  <a:pt x="16522" y="7763"/>
                </a:lnTo>
                <a:lnTo>
                  <a:pt x="16692" y="8176"/>
                </a:lnTo>
                <a:lnTo>
                  <a:pt x="16619" y="8201"/>
                </a:lnTo>
                <a:lnTo>
                  <a:pt x="16571" y="8225"/>
                </a:lnTo>
                <a:lnTo>
                  <a:pt x="16473" y="8347"/>
                </a:lnTo>
                <a:lnTo>
                  <a:pt x="16254" y="8541"/>
                </a:lnTo>
                <a:lnTo>
                  <a:pt x="16181" y="8614"/>
                </a:lnTo>
                <a:lnTo>
                  <a:pt x="16108" y="8712"/>
                </a:lnTo>
                <a:lnTo>
                  <a:pt x="16084" y="8760"/>
                </a:lnTo>
                <a:lnTo>
                  <a:pt x="16060" y="8809"/>
                </a:lnTo>
                <a:lnTo>
                  <a:pt x="16060" y="8858"/>
                </a:lnTo>
                <a:lnTo>
                  <a:pt x="16108" y="8906"/>
                </a:lnTo>
                <a:lnTo>
                  <a:pt x="16157" y="8930"/>
                </a:lnTo>
                <a:lnTo>
                  <a:pt x="16206" y="8930"/>
                </a:lnTo>
                <a:lnTo>
                  <a:pt x="16327" y="8882"/>
                </a:lnTo>
                <a:lnTo>
                  <a:pt x="16425" y="8809"/>
                </a:lnTo>
                <a:lnTo>
                  <a:pt x="16522" y="8736"/>
                </a:lnTo>
                <a:lnTo>
                  <a:pt x="16668" y="8614"/>
                </a:lnTo>
                <a:lnTo>
                  <a:pt x="16790" y="8468"/>
                </a:lnTo>
                <a:lnTo>
                  <a:pt x="16887" y="8882"/>
                </a:lnTo>
                <a:lnTo>
                  <a:pt x="16790" y="8930"/>
                </a:lnTo>
                <a:lnTo>
                  <a:pt x="16692" y="8979"/>
                </a:lnTo>
                <a:lnTo>
                  <a:pt x="16498" y="9125"/>
                </a:lnTo>
                <a:lnTo>
                  <a:pt x="16230" y="9271"/>
                </a:lnTo>
                <a:lnTo>
                  <a:pt x="16108" y="9368"/>
                </a:lnTo>
                <a:lnTo>
                  <a:pt x="16011" y="9441"/>
                </a:lnTo>
                <a:lnTo>
                  <a:pt x="16011" y="9490"/>
                </a:lnTo>
                <a:lnTo>
                  <a:pt x="16035" y="9514"/>
                </a:lnTo>
                <a:lnTo>
                  <a:pt x="16181" y="9539"/>
                </a:lnTo>
                <a:lnTo>
                  <a:pt x="16327" y="9514"/>
                </a:lnTo>
                <a:lnTo>
                  <a:pt x="16619" y="9441"/>
                </a:lnTo>
                <a:lnTo>
                  <a:pt x="16790" y="9368"/>
                </a:lnTo>
                <a:lnTo>
                  <a:pt x="16960" y="9271"/>
                </a:lnTo>
                <a:lnTo>
                  <a:pt x="17009" y="9660"/>
                </a:lnTo>
                <a:lnTo>
                  <a:pt x="16522" y="9855"/>
                </a:lnTo>
                <a:lnTo>
                  <a:pt x="16254" y="9977"/>
                </a:lnTo>
                <a:lnTo>
                  <a:pt x="16108" y="10050"/>
                </a:lnTo>
                <a:lnTo>
                  <a:pt x="15987" y="10123"/>
                </a:lnTo>
                <a:lnTo>
                  <a:pt x="15962" y="10171"/>
                </a:lnTo>
                <a:lnTo>
                  <a:pt x="15962" y="10196"/>
                </a:lnTo>
                <a:lnTo>
                  <a:pt x="15987" y="10220"/>
                </a:lnTo>
                <a:lnTo>
                  <a:pt x="16011" y="10244"/>
                </a:lnTo>
                <a:lnTo>
                  <a:pt x="16279" y="10269"/>
                </a:lnTo>
                <a:lnTo>
                  <a:pt x="16522" y="10220"/>
                </a:lnTo>
                <a:lnTo>
                  <a:pt x="16765" y="10147"/>
                </a:lnTo>
                <a:lnTo>
                  <a:pt x="17033" y="10074"/>
                </a:lnTo>
                <a:lnTo>
                  <a:pt x="17009" y="10585"/>
                </a:lnTo>
                <a:lnTo>
                  <a:pt x="16765" y="10585"/>
                </a:lnTo>
                <a:lnTo>
                  <a:pt x="16546" y="10634"/>
                </a:lnTo>
                <a:lnTo>
                  <a:pt x="16108" y="10707"/>
                </a:lnTo>
                <a:lnTo>
                  <a:pt x="15914" y="10780"/>
                </a:lnTo>
                <a:lnTo>
                  <a:pt x="15719" y="10853"/>
                </a:lnTo>
                <a:lnTo>
                  <a:pt x="15695" y="10877"/>
                </a:lnTo>
                <a:lnTo>
                  <a:pt x="15719" y="10901"/>
                </a:lnTo>
                <a:lnTo>
                  <a:pt x="15889" y="10950"/>
                </a:lnTo>
                <a:lnTo>
                  <a:pt x="16060" y="10974"/>
                </a:lnTo>
                <a:lnTo>
                  <a:pt x="16425" y="10950"/>
                </a:lnTo>
                <a:lnTo>
                  <a:pt x="16814" y="10926"/>
                </a:lnTo>
                <a:lnTo>
                  <a:pt x="16984" y="10926"/>
                </a:lnTo>
                <a:lnTo>
                  <a:pt x="16887" y="11412"/>
                </a:lnTo>
                <a:lnTo>
                  <a:pt x="16765" y="11412"/>
                </a:lnTo>
                <a:lnTo>
                  <a:pt x="16619" y="11437"/>
                </a:lnTo>
                <a:lnTo>
                  <a:pt x="16352" y="11485"/>
                </a:lnTo>
                <a:lnTo>
                  <a:pt x="16035" y="11558"/>
                </a:lnTo>
                <a:lnTo>
                  <a:pt x="15889" y="11583"/>
                </a:lnTo>
                <a:lnTo>
                  <a:pt x="15719" y="11607"/>
                </a:lnTo>
                <a:lnTo>
                  <a:pt x="15695" y="11607"/>
                </a:lnTo>
                <a:lnTo>
                  <a:pt x="15670" y="11631"/>
                </a:lnTo>
                <a:lnTo>
                  <a:pt x="15670" y="11656"/>
                </a:lnTo>
                <a:lnTo>
                  <a:pt x="15695" y="11680"/>
                </a:lnTo>
                <a:lnTo>
                  <a:pt x="15962" y="11777"/>
                </a:lnTo>
                <a:lnTo>
                  <a:pt x="16108" y="11826"/>
                </a:lnTo>
                <a:lnTo>
                  <a:pt x="16254" y="11850"/>
                </a:lnTo>
                <a:lnTo>
                  <a:pt x="16522" y="11826"/>
                </a:lnTo>
                <a:lnTo>
                  <a:pt x="16814" y="11802"/>
                </a:lnTo>
                <a:lnTo>
                  <a:pt x="16668" y="12264"/>
                </a:lnTo>
                <a:lnTo>
                  <a:pt x="16498" y="12215"/>
                </a:lnTo>
                <a:lnTo>
                  <a:pt x="16303" y="12191"/>
                </a:lnTo>
                <a:lnTo>
                  <a:pt x="16108" y="12142"/>
                </a:lnTo>
                <a:lnTo>
                  <a:pt x="15914" y="12094"/>
                </a:lnTo>
                <a:lnTo>
                  <a:pt x="15695" y="12094"/>
                </a:lnTo>
                <a:lnTo>
                  <a:pt x="15476" y="12118"/>
                </a:lnTo>
                <a:lnTo>
                  <a:pt x="15451" y="12142"/>
                </a:lnTo>
                <a:lnTo>
                  <a:pt x="15451" y="12167"/>
                </a:lnTo>
                <a:lnTo>
                  <a:pt x="15476" y="12191"/>
                </a:lnTo>
                <a:lnTo>
                  <a:pt x="15646" y="12288"/>
                </a:lnTo>
                <a:lnTo>
                  <a:pt x="15816" y="12386"/>
                </a:lnTo>
                <a:lnTo>
                  <a:pt x="16230" y="12532"/>
                </a:lnTo>
                <a:lnTo>
                  <a:pt x="16546" y="12629"/>
                </a:lnTo>
                <a:lnTo>
                  <a:pt x="16376" y="13018"/>
                </a:lnTo>
                <a:lnTo>
                  <a:pt x="16060" y="12970"/>
                </a:lnTo>
                <a:lnTo>
                  <a:pt x="15743" y="12872"/>
                </a:lnTo>
                <a:lnTo>
                  <a:pt x="15573" y="12824"/>
                </a:lnTo>
                <a:lnTo>
                  <a:pt x="15476" y="12824"/>
                </a:lnTo>
                <a:lnTo>
                  <a:pt x="15451" y="12848"/>
                </a:lnTo>
                <a:lnTo>
                  <a:pt x="15427" y="12897"/>
                </a:lnTo>
                <a:lnTo>
                  <a:pt x="15427" y="12945"/>
                </a:lnTo>
                <a:lnTo>
                  <a:pt x="15451" y="12994"/>
                </a:lnTo>
                <a:lnTo>
                  <a:pt x="15524" y="13091"/>
                </a:lnTo>
                <a:lnTo>
                  <a:pt x="15743" y="13237"/>
                </a:lnTo>
                <a:lnTo>
                  <a:pt x="15938" y="13335"/>
                </a:lnTo>
                <a:lnTo>
                  <a:pt x="16181" y="13408"/>
                </a:lnTo>
                <a:lnTo>
                  <a:pt x="15914" y="13821"/>
                </a:lnTo>
                <a:lnTo>
                  <a:pt x="15865" y="13894"/>
                </a:lnTo>
                <a:lnTo>
                  <a:pt x="15841" y="13870"/>
                </a:lnTo>
                <a:lnTo>
                  <a:pt x="15719" y="13797"/>
                </a:lnTo>
                <a:lnTo>
                  <a:pt x="15597" y="13700"/>
                </a:lnTo>
                <a:lnTo>
                  <a:pt x="15330" y="13578"/>
                </a:lnTo>
                <a:lnTo>
                  <a:pt x="15013" y="13505"/>
                </a:lnTo>
                <a:lnTo>
                  <a:pt x="14721" y="13505"/>
                </a:lnTo>
                <a:lnTo>
                  <a:pt x="14697" y="13529"/>
                </a:lnTo>
                <a:lnTo>
                  <a:pt x="14673" y="13578"/>
                </a:lnTo>
                <a:lnTo>
                  <a:pt x="14697" y="13602"/>
                </a:lnTo>
                <a:lnTo>
                  <a:pt x="14794" y="13651"/>
                </a:lnTo>
                <a:lnTo>
                  <a:pt x="14892" y="13724"/>
                </a:lnTo>
                <a:lnTo>
                  <a:pt x="15111" y="13821"/>
                </a:lnTo>
                <a:lnTo>
                  <a:pt x="15378" y="13967"/>
                </a:lnTo>
                <a:lnTo>
                  <a:pt x="15622" y="14138"/>
                </a:lnTo>
                <a:lnTo>
                  <a:pt x="15670" y="14162"/>
                </a:lnTo>
                <a:lnTo>
                  <a:pt x="15451" y="14405"/>
                </a:lnTo>
                <a:lnTo>
                  <a:pt x="15330" y="14357"/>
                </a:lnTo>
                <a:lnTo>
                  <a:pt x="15208" y="14332"/>
                </a:lnTo>
                <a:lnTo>
                  <a:pt x="15086" y="14332"/>
                </a:lnTo>
                <a:lnTo>
                  <a:pt x="14989" y="14308"/>
                </a:lnTo>
                <a:lnTo>
                  <a:pt x="14794" y="14259"/>
                </a:lnTo>
                <a:lnTo>
                  <a:pt x="14624" y="14186"/>
                </a:lnTo>
                <a:lnTo>
                  <a:pt x="14454" y="14089"/>
                </a:lnTo>
                <a:lnTo>
                  <a:pt x="14308" y="14016"/>
                </a:lnTo>
                <a:lnTo>
                  <a:pt x="14137" y="14016"/>
                </a:lnTo>
                <a:lnTo>
                  <a:pt x="14089" y="14040"/>
                </a:lnTo>
                <a:lnTo>
                  <a:pt x="14064" y="14089"/>
                </a:lnTo>
                <a:lnTo>
                  <a:pt x="14089" y="14162"/>
                </a:lnTo>
                <a:lnTo>
                  <a:pt x="14162" y="14259"/>
                </a:lnTo>
                <a:lnTo>
                  <a:pt x="14308" y="14405"/>
                </a:lnTo>
                <a:lnTo>
                  <a:pt x="14478" y="14527"/>
                </a:lnTo>
                <a:lnTo>
                  <a:pt x="14648" y="14600"/>
                </a:lnTo>
                <a:lnTo>
                  <a:pt x="14843" y="14697"/>
                </a:lnTo>
                <a:lnTo>
                  <a:pt x="14965" y="14746"/>
                </a:lnTo>
                <a:lnTo>
                  <a:pt x="15086" y="14770"/>
                </a:lnTo>
                <a:lnTo>
                  <a:pt x="14819" y="14989"/>
                </a:lnTo>
                <a:lnTo>
                  <a:pt x="14527" y="15208"/>
                </a:lnTo>
                <a:lnTo>
                  <a:pt x="14454" y="15208"/>
                </a:lnTo>
                <a:lnTo>
                  <a:pt x="14332" y="15184"/>
                </a:lnTo>
                <a:lnTo>
                  <a:pt x="14235" y="15111"/>
                </a:lnTo>
                <a:lnTo>
                  <a:pt x="14064" y="14965"/>
                </a:lnTo>
                <a:lnTo>
                  <a:pt x="13918" y="14843"/>
                </a:lnTo>
                <a:lnTo>
                  <a:pt x="13748" y="14722"/>
                </a:lnTo>
                <a:lnTo>
                  <a:pt x="13651" y="14673"/>
                </a:lnTo>
                <a:lnTo>
                  <a:pt x="13578" y="14624"/>
                </a:lnTo>
                <a:lnTo>
                  <a:pt x="13383" y="14624"/>
                </a:lnTo>
                <a:lnTo>
                  <a:pt x="13359" y="14649"/>
                </a:lnTo>
                <a:lnTo>
                  <a:pt x="13359" y="14697"/>
                </a:lnTo>
                <a:lnTo>
                  <a:pt x="13456" y="14868"/>
                </a:lnTo>
                <a:lnTo>
                  <a:pt x="13602" y="15014"/>
                </a:lnTo>
                <a:lnTo>
                  <a:pt x="13894" y="15306"/>
                </a:lnTo>
                <a:lnTo>
                  <a:pt x="13991" y="15403"/>
                </a:lnTo>
                <a:lnTo>
                  <a:pt x="14113" y="15476"/>
                </a:lnTo>
                <a:lnTo>
                  <a:pt x="13748" y="15671"/>
                </a:lnTo>
                <a:lnTo>
                  <a:pt x="13553" y="15598"/>
                </a:lnTo>
                <a:lnTo>
                  <a:pt x="13456" y="15549"/>
                </a:lnTo>
                <a:lnTo>
                  <a:pt x="13359" y="15476"/>
                </a:lnTo>
                <a:lnTo>
                  <a:pt x="13164" y="15306"/>
                </a:lnTo>
                <a:lnTo>
                  <a:pt x="12872" y="15062"/>
                </a:lnTo>
                <a:lnTo>
                  <a:pt x="12726" y="14941"/>
                </a:lnTo>
                <a:lnTo>
                  <a:pt x="12556" y="14843"/>
                </a:lnTo>
                <a:lnTo>
                  <a:pt x="12507" y="14868"/>
                </a:lnTo>
                <a:lnTo>
                  <a:pt x="12483" y="14916"/>
                </a:lnTo>
                <a:lnTo>
                  <a:pt x="12580" y="15135"/>
                </a:lnTo>
                <a:lnTo>
                  <a:pt x="12726" y="15330"/>
                </a:lnTo>
                <a:lnTo>
                  <a:pt x="12896" y="15525"/>
                </a:lnTo>
                <a:lnTo>
                  <a:pt x="13067" y="15695"/>
                </a:lnTo>
                <a:lnTo>
                  <a:pt x="13310" y="15865"/>
                </a:lnTo>
                <a:lnTo>
                  <a:pt x="12702" y="16084"/>
                </a:lnTo>
                <a:lnTo>
                  <a:pt x="12239" y="15719"/>
                </a:lnTo>
                <a:lnTo>
                  <a:pt x="11972" y="15476"/>
                </a:lnTo>
                <a:lnTo>
                  <a:pt x="11826" y="15354"/>
                </a:lnTo>
                <a:lnTo>
                  <a:pt x="11655" y="15257"/>
                </a:lnTo>
                <a:lnTo>
                  <a:pt x="11631" y="15257"/>
                </a:lnTo>
                <a:lnTo>
                  <a:pt x="11607" y="15281"/>
                </a:lnTo>
                <a:lnTo>
                  <a:pt x="11607" y="15354"/>
                </a:lnTo>
                <a:lnTo>
                  <a:pt x="11631" y="15427"/>
                </a:lnTo>
                <a:lnTo>
                  <a:pt x="11704" y="15573"/>
                </a:lnTo>
                <a:lnTo>
                  <a:pt x="11801" y="15719"/>
                </a:lnTo>
                <a:lnTo>
                  <a:pt x="11899" y="15841"/>
                </a:lnTo>
                <a:lnTo>
                  <a:pt x="12093" y="16036"/>
                </a:lnTo>
                <a:lnTo>
                  <a:pt x="12312" y="16206"/>
                </a:lnTo>
                <a:lnTo>
                  <a:pt x="11826" y="16303"/>
                </a:lnTo>
                <a:lnTo>
                  <a:pt x="11801" y="16303"/>
                </a:lnTo>
                <a:lnTo>
                  <a:pt x="11558" y="16036"/>
                </a:lnTo>
                <a:lnTo>
                  <a:pt x="11291" y="15768"/>
                </a:lnTo>
                <a:lnTo>
                  <a:pt x="11169" y="15671"/>
                </a:lnTo>
                <a:lnTo>
                  <a:pt x="11047" y="15573"/>
                </a:lnTo>
                <a:lnTo>
                  <a:pt x="10901" y="15500"/>
                </a:lnTo>
                <a:lnTo>
                  <a:pt x="10828" y="15476"/>
                </a:lnTo>
                <a:lnTo>
                  <a:pt x="10731" y="15476"/>
                </a:lnTo>
                <a:lnTo>
                  <a:pt x="10731" y="15500"/>
                </a:lnTo>
                <a:lnTo>
                  <a:pt x="10780" y="15646"/>
                </a:lnTo>
                <a:lnTo>
                  <a:pt x="10853" y="15768"/>
                </a:lnTo>
                <a:lnTo>
                  <a:pt x="11072" y="15987"/>
                </a:lnTo>
                <a:lnTo>
                  <a:pt x="11437" y="16376"/>
                </a:lnTo>
                <a:lnTo>
                  <a:pt x="11072" y="16425"/>
                </a:lnTo>
                <a:lnTo>
                  <a:pt x="10682" y="16474"/>
                </a:lnTo>
                <a:lnTo>
                  <a:pt x="10682" y="16401"/>
                </a:lnTo>
                <a:lnTo>
                  <a:pt x="10634" y="16328"/>
                </a:lnTo>
                <a:lnTo>
                  <a:pt x="10463" y="16133"/>
                </a:lnTo>
                <a:lnTo>
                  <a:pt x="10269" y="15938"/>
                </a:lnTo>
                <a:lnTo>
                  <a:pt x="10050" y="15768"/>
                </a:lnTo>
                <a:lnTo>
                  <a:pt x="9831" y="15598"/>
                </a:lnTo>
                <a:lnTo>
                  <a:pt x="9806" y="15598"/>
                </a:lnTo>
                <a:lnTo>
                  <a:pt x="9782" y="15622"/>
                </a:lnTo>
                <a:lnTo>
                  <a:pt x="9806" y="15744"/>
                </a:lnTo>
                <a:lnTo>
                  <a:pt x="9855" y="15865"/>
                </a:lnTo>
                <a:lnTo>
                  <a:pt x="9904" y="15987"/>
                </a:lnTo>
                <a:lnTo>
                  <a:pt x="9977" y="16084"/>
                </a:lnTo>
                <a:lnTo>
                  <a:pt x="10123" y="16303"/>
                </a:lnTo>
                <a:lnTo>
                  <a:pt x="10317" y="16474"/>
                </a:lnTo>
                <a:lnTo>
                  <a:pt x="9685" y="16474"/>
                </a:lnTo>
                <a:lnTo>
                  <a:pt x="9612" y="16352"/>
                </a:lnTo>
                <a:lnTo>
                  <a:pt x="9563" y="16255"/>
                </a:lnTo>
                <a:lnTo>
                  <a:pt x="9393" y="16060"/>
                </a:lnTo>
                <a:lnTo>
                  <a:pt x="9222" y="15817"/>
                </a:lnTo>
                <a:lnTo>
                  <a:pt x="9125" y="15695"/>
                </a:lnTo>
                <a:lnTo>
                  <a:pt x="9028" y="15598"/>
                </a:lnTo>
                <a:lnTo>
                  <a:pt x="8979" y="15598"/>
                </a:lnTo>
                <a:lnTo>
                  <a:pt x="8955" y="15622"/>
                </a:lnTo>
                <a:lnTo>
                  <a:pt x="8955" y="15744"/>
                </a:lnTo>
                <a:lnTo>
                  <a:pt x="8979" y="15865"/>
                </a:lnTo>
                <a:lnTo>
                  <a:pt x="9003" y="15987"/>
                </a:lnTo>
                <a:lnTo>
                  <a:pt x="9052" y="16109"/>
                </a:lnTo>
                <a:lnTo>
                  <a:pt x="9247" y="16449"/>
                </a:lnTo>
                <a:lnTo>
                  <a:pt x="9247" y="16449"/>
                </a:lnTo>
                <a:lnTo>
                  <a:pt x="8687" y="16376"/>
                </a:lnTo>
                <a:lnTo>
                  <a:pt x="8614" y="16376"/>
                </a:lnTo>
                <a:lnTo>
                  <a:pt x="8590" y="16328"/>
                </a:lnTo>
                <a:lnTo>
                  <a:pt x="8492" y="16230"/>
                </a:lnTo>
                <a:lnTo>
                  <a:pt x="8419" y="16109"/>
                </a:lnTo>
                <a:lnTo>
                  <a:pt x="8346" y="15841"/>
                </a:lnTo>
                <a:lnTo>
                  <a:pt x="8273" y="15646"/>
                </a:lnTo>
                <a:lnTo>
                  <a:pt x="8200" y="15573"/>
                </a:lnTo>
                <a:lnTo>
                  <a:pt x="8152" y="15549"/>
                </a:lnTo>
                <a:lnTo>
                  <a:pt x="8103" y="15549"/>
                </a:lnTo>
                <a:lnTo>
                  <a:pt x="8079" y="15598"/>
                </a:lnTo>
                <a:lnTo>
                  <a:pt x="8054" y="15646"/>
                </a:lnTo>
                <a:lnTo>
                  <a:pt x="8054" y="15792"/>
                </a:lnTo>
                <a:lnTo>
                  <a:pt x="8079" y="15938"/>
                </a:lnTo>
                <a:lnTo>
                  <a:pt x="8103" y="16060"/>
                </a:lnTo>
                <a:lnTo>
                  <a:pt x="8176" y="16279"/>
                </a:lnTo>
                <a:lnTo>
                  <a:pt x="7762" y="16157"/>
                </a:lnTo>
                <a:lnTo>
                  <a:pt x="7714" y="16084"/>
                </a:lnTo>
                <a:lnTo>
                  <a:pt x="7665" y="15963"/>
                </a:lnTo>
                <a:lnTo>
                  <a:pt x="7592" y="15817"/>
                </a:lnTo>
                <a:lnTo>
                  <a:pt x="7543" y="15695"/>
                </a:lnTo>
                <a:lnTo>
                  <a:pt x="7519" y="15549"/>
                </a:lnTo>
                <a:lnTo>
                  <a:pt x="7495" y="15549"/>
                </a:lnTo>
                <a:lnTo>
                  <a:pt x="7470" y="15671"/>
                </a:lnTo>
                <a:lnTo>
                  <a:pt x="7446" y="15792"/>
                </a:lnTo>
                <a:lnTo>
                  <a:pt x="7446" y="15938"/>
                </a:lnTo>
                <a:lnTo>
                  <a:pt x="7470" y="16060"/>
                </a:lnTo>
                <a:lnTo>
                  <a:pt x="6984" y="15841"/>
                </a:lnTo>
                <a:lnTo>
                  <a:pt x="6984" y="15792"/>
                </a:lnTo>
                <a:lnTo>
                  <a:pt x="6911" y="15646"/>
                </a:lnTo>
                <a:lnTo>
                  <a:pt x="6813" y="15549"/>
                </a:lnTo>
                <a:lnTo>
                  <a:pt x="6789" y="15549"/>
                </a:lnTo>
                <a:lnTo>
                  <a:pt x="6740" y="15622"/>
                </a:lnTo>
                <a:lnTo>
                  <a:pt x="6716" y="15695"/>
                </a:lnTo>
                <a:lnTo>
                  <a:pt x="6375" y="15476"/>
                </a:lnTo>
                <a:lnTo>
                  <a:pt x="6035" y="15233"/>
                </a:lnTo>
                <a:lnTo>
                  <a:pt x="5718" y="14965"/>
                </a:lnTo>
                <a:lnTo>
                  <a:pt x="5451" y="14649"/>
                </a:lnTo>
                <a:lnTo>
                  <a:pt x="5159" y="14284"/>
                </a:lnTo>
                <a:lnTo>
                  <a:pt x="4915" y="13894"/>
                </a:lnTo>
                <a:lnTo>
                  <a:pt x="4696" y="13505"/>
                </a:lnTo>
                <a:lnTo>
                  <a:pt x="4502" y="13091"/>
                </a:lnTo>
                <a:lnTo>
                  <a:pt x="4356" y="12653"/>
                </a:lnTo>
                <a:lnTo>
                  <a:pt x="4234" y="12215"/>
                </a:lnTo>
                <a:lnTo>
                  <a:pt x="4112" y="11777"/>
                </a:lnTo>
                <a:lnTo>
                  <a:pt x="4064" y="11315"/>
                </a:lnTo>
                <a:lnTo>
                  <a:pt x="4015" y="10926"/>
                </a:lnTo>
                <a:lnTo>
                  <a:pt x="3991" y="10561"/>
                </a:lnTo>
                <a:lnTo>
                  <a:pt x="4015" y="10171"/>
                </a:lnTo>
                <a:lnTo>
                  <a:pt x="4039" y="9782"/>
                </a:lnTo>
                <a:lnTo>
                  <a:pt x="4088" y="9393"/>
                </a:lnTo>
                <a:lnTo>
                  <a:pt x="4137" y="9028"/>
                </a:lnTo>
                <a:lnTo>
                  <a:pt x="4234" y="8663"/>
                </a:lnTo>
                <a:lnTo>
                  <a:pt x="4331" y="8274"/>
                </a:lnTo>
                <a:lnTo>
                  <a:pt x="4453" y="7909"/>
                </a:lnTo>
                <a:lnTo>
                  <a:pt x="4599" y="7568"/>
                </a:lnTo>
                <a:lnTo>
                  <a:pt x="4769" y="7227"/>
                </a:lnTo>
                <a:lnTo>
                  <a:pt x="4940" y="6887"/>
                </a:lnTo>
                <a:lnTo>
                  <a:pt x="5134" y="6546"/>
                </a:lnTo>
                <a:lnTo>
                  <a:pt x="5353" y="6230"/>
                </a:lnTo>
                <a:lnTo>
                  <a:pt x="5597" y="5913"/>
                </a:lnTo>
                <a:lnTo>
                  <a:pt x="5840" y="5621"/>
                </a:lnTo>
                <a:lnTo>
                  <a:pt x="6083" y="5354"/>
                </a:lnTo>
                <a:lnTo>
                  <a:pt x="6351" y="5110"/>
                </a:lnTo>
                <a:lnTo>
                  <a:pt x="6643" y="4891"/>
                </a:lnTo>
                <a:lnTo>
                  <a:pt x="6935" y="4721"/>
                </a:lnTo>
                <a:lnTo>
                  <a:pt x="7227" y="4526"/>
                </a:lnTo>
                <a:lnTo>
                  <a:pt x="7543" y="4380"/>
                </a:lnTo>
                <a:lnTo>
                  <a:pt x="8225" y="4088"/>
                </a:lnTo>
                <a:lnTo>
                  <a:pt x="8784" y="3845"/>
                </a:lnTo>
                <a:lnTo>
                  <a:pt x="9368" y="3675"/>
                </a:lnTo>
                <a:lnTo>
                  <a:pt x="9636" y="3602"/>
                </a:lnTo>
                <a:lnTo>
                  <a:pt x="9660" y="3650"/>
                </a:lnTo>
                <a:lnTo>
                  <a:pt x="9685" y="3699"/>
                </a:lnTo>
                <a:lnTo>
                  <a:pt x="9733" y="3723"/>
                </a:lnTo>
                <a:lnTo>
                  <a:pt x="9806" y="3723"/>
                </a:lnTo>
                <a:lnTo>
                  <a:pt x="10171" y="3626"/>
                </a:lnTo>
                <a:lnTo>
                  <a:pt x="10536" y="3577"/>
                </a:lnTo>
                <a:lnTo>
                  <a:pt x="10585" y="3626"/>
                </a:lnTo>
                <a:lnTo>
                  <a:pt x="10634" y="3650"/>
                </a:lnTo>
                <a:lnTo>
                  <a:pt x="10682" y="3626"/>
                </a:lnTo>
                <a:lnTo>
                  <a:pt x="10707" y="3602"/>
                </a:lnTo>
                <a:lnTo>
                  <a:pt x="10731" y="3577"/>
                </a:lnTo>
                <a:close/>
                <a:moveTo>
                  <a:pt x="9977" y="3237"/>
                </a:moveTo>
                <a:lnTo>
                  <a:pt x="9733" y="3261"/>
                </a:lnTo>
                <a:lnTo>
                  <a:pt x="9490" y="3310"/>
                </a:lnTo>
                <a:lnTo>
                  <a:pt x="9028" y="3431"/>
                </a:lnTo>
                <a:lnTo>
                  <a:pt x="8638" y="3577"/>
                </a:lnTo>
                <a:lnTo>
                  <a:pt x="7957" y="3821"/>
                </a:lnTo>
                <a:lnTo>
                  <a:pt x="7324" y="4113"/>
                </a:lnTo>
                <a:lnTo>
                  <a:pt x="7008" y="4283"/>
                </a:lnTo>
                <a:lnTo>
                  <a:pt x="6692" y="4453"/>
                </a:lnTo>
                <a:lnTo>
                  <a:pt x="6400" y="4648"/>
                </a:lnTo>
                <a:lnTo>
                  <a:pt x="6108" y="4867"/>
                </a:lnTo>
                <a:lnTo>
                  <a:pt x="5791" y="5159"/>
                </a:lnTo>
                <a:lnTo>
                  <a:pt x="5499" y="5451"/>
                </a:lnTo>
                <a:lnTo>
                  <a:pt x="5232" y="5767"/>
                </a:lnTo>
                <a:lnTo>
                  <a:pt x="4988" y="6108"/>
                </a:lnTo>
                <a:lnTo>
                  <a:pt x="4745" y="6473"/>
                </a:lnTo>
                <a:lnTo>
                  <a:pt x="4526" y="6838"/>
                </a:lnTo>
                <a:lnTo>
                  <a:pt x="4356" y="7203"/>
                </a:lnTo>
                <a:lnTo>
                  <a:pt x="4185" y="7592"/>
                </a:lnTo>
                <a:lnTo>
                  <a:pt x="4039" y="8006"/>
                </a:lnTo>
                <a:lnTo>
                  <a:pt x="3918" y="8420"/>
                </a:lnTo>
                <a:lnTo>
                  <a:pt x="3796" y="8833"/>
                </a:lnTo>
                <a:lnTo>
                  <a:pt x="3723" y="9247"/>
                </a:lnTo>
                <a:lnTo>
                  <a:pt x="3674" y="9660"/>
                </a:lnTo>
                <a:lnTo>
                  <a:pt x="3626" y="10074"/>
                </a:lnTo>
                <a:lnTo>
                  <a:pt x="3626" y="10488"/>
                </a:lnTo>
                <a:lnTo>
                  <a:pt x="3626" y="10901"/>
                </a:lnTo>
                <a:lnTo>
                  <a:pt x="3650" y="11315"/>
                </a:lnTo>
                <a:lnTo>
                  <a:pt x="3699" y="11704"/>
                </a:lnTo>
                <a:lnTo>
                  <a:pt x="3772" y="12094"/>
                </a:lnTo>
                <a:lnTo>
                  <a:pt x="3869" y="12483"/>
                </a:lnTo>
                <a:lnTo>
                  <a:pt x="3991" y="12872"/>
                </a:lnTo>
                <a:lnTo>
                  <a:pt x="4137" y="13262"/>
                </a:lnTo>
                <a:lnTo>
                  <a:pt x="4307" y="13627"/>
                </a:lnTo>
                <a:lnTo>
                  <a:pt x="4477" y="13967"/>
                </a:lnTo>
                <a:lnTo>
                  <a:pt x="4696" y="14332"/>
                </a:lnTo>
                <a:lnTo>
                  <a:pt x="4915" y="14649"/>
                </a:lnTo>
                <a:lnTo>
                  <a:pt x="5183" y="14965"/>
                </a:lnTo>
                <a:lnTo>
                  <a:pt x="5451" y="15257"/>
                </a:lnTo>
                <a:lnTo>
                  <a:pt x="5743" y="15525"/>
                </a:lnTo>
                <a:lnTo>
                  <a:pt x="6035" y="15768"/>
                </a:lnTo>
                <a:lnTo>
                  <a:pt x="6375" y="15987"/>
                </a:lnTo>
                <a:lnTo>
                  <a:pt x="6716" y="16182"/>
                </a:lnTo>
                <a:lnTo>
                  <a:pt x="6765" y="16230"/>
                </a:lnTo>
                <a:lnTo>
                  <a:pt x="6838" y="16230"/>
                </a:lnTo>
                <a:lnTo>
                  <a:pt x="6862" y="16255"/>
                </a:lnTo>
                <a:lnTo>
                  <a:pt x="7276" y="16425"/>
                </a:lnTo>
                <a:lnTo>
                  <a:pt x="7738" y="16595"/>
                </a:lnTo>
                <a:lnTo>
                  <a:pt x="8176" y="16717"/>
                </a:lnTo>
                <a:lnTo>
                  <a:pt x="8638" y="16814"/>
                </a:lnTo>
                <a:lnTo>
                  <a:pt x="9101" y="16887"/>
                </a:lnTo>
                <a:lnTo>
                  <a:pt x="9563" y="16936"/>
                </a:lnTo>
                <a:lnTo>
                  <a:pt x="10025" y="16960"/>
                </a:lnTo>
                <a:lnTo>
                  <a:pt x="10488" y="16936"/>
                </a:lnTo>
                <a:lnTo>
                  <a:pt x="10974" y="16912"/>
                </a:lnTo>
                <a:lnTo>
                  <a:pt x="11437" y="16839"/>
                </a:lnTo>
                <a:lnTo>
                  <a:pt x="11899" y="16766"/>
                </a:lnTo>
                <a:lnTo>
                  <a:pt x="12337" y="16644"/>
                </a:lnTo>
                <a:lnTo>
                  <a:pt x="12799" y="16522"/>
                </a:lnTo>
                <a:lnTo>
                  <a:pt x="13237" y="16352"/>
                </a:lnTo>
                <a:lnTo>
                  <a:pt x="13675" y="16182"/>
                </a:lnTo>
                <a:lnTo>
                  <a:pt x="14089" y="15963"/>
                </a:lnTo>
                <a:lnTo>
                  <a:pt x="14575" y="15671"/>
                </a:lnTo>
                <a:lnTo>
                  <a:pt x="15038" y="15354"/>
                </a:lnTo>
                <a:lnTo>
                  <a:pt x="15451" y="15014"/>
                </a:lnTo>
                <a:lnTo>
                  <a:pt x="15816" y="14624"/>
                </a:lnTo>
                <a:lnTo>
                  <a:pt x="16157" y="14186"/>
                </a:lnTo>
                <a:lnTo>
                  <a:pt x="16473" y="13748"/>
                </a:lnTo>
                <a:lnTo>
                  <a:pt x="16741" y="13286"/>
                </a:lnTo>
                <a:lnTo>
                  <a:pt x="16960" y="12799"/>
                </a:lnTo>
                <a:lnTo>
                  <a:pt x="17155" y="12288"/>
                </a:lnTo>
                <a:lnTo>
                  <a:pt x="17301" y="11777"/>
                </a:lnTo>
                <a:lnTo>
                  <a:pt x="17398" y="11242"/>
                </a:lnTo>
                <a:lnTo>
                  <a:pt x="17447" y="10707"/>
                </a:lnTo>
                <a:lnTo>
                  <a:pt x="17471" y="10147"/>
                </a:lnTo>
                <a:lnTo>
                  <a:pt x="17447" y="9587"/>
                </a:lnTo>
                <a:lnTo>
                  <a:pt x="17374" y="9052"/>
                </a:lnTo>
                <a:lnTo>
                  <a:pt x="17276" y="8493"/>
                </a:lnTo>
                <a:lnTo>
                  <a:pt x="17106" y="7957"/>
                </a:lnTo>
                <a:lnTo>
                  <a:pt x="16887" y="7422"/>
                </a:lnTo>
                <a:lnTo>
                  <a:pt x="16619" y="6911"/>
                </a:lnTo>
                <a:lnTo>
                  <a:pt x="16327" y="6400"/>
                </a:lnTo>
                <a:lnTo>
                  <a:pt x="15987" y="5938"/>
                </a:lnTo>
                <a:lnTo>
                  <a:pt x="15597" y="5500"/>
                </a:lnTo>
                <a:lnTo>
                  <a:pt x="15184" y="5110"/>
                </a:lnTo>
                <a:lnTo>
                  <a:pt x="14746" y="4745"/>
                </a:lnTo>
                <a:lnTo>
                  <a:pt x="14502" y="4551"/>
                </a:lnTo>
                <a:lnTo>
                  <a:pt x="14235" y="4380"/>
                </a:lnTo>
                <a:lnTo>
                  <a:pt x="13651" y="4088"/>
                </a:lnTo>
                <a:lnTo>
                  <a:pt x="13067" y="3796"/>
                </a:lnTo>
                <a:lnTo>
                  <a:pt x="12483" y="3577"/>
                </a:lnTo>
                <a:lnTo>
                  <a:pt x="11996" y="3431"/>
                </a:lnTo>
                <a:lnTo>
                  <a:pt x="11461" y="3334"/>
                </a:lnTo>
                <a:lnTo>
                  <a:pt x="11218" y="3285"/>
                </a:lnTo>
                <a:lnTo>
                  <a:pt x="10415" y="3285"/>
                </a:lnTo>
                <a:lnTo>
                  <a:pt x="10196" y="3237"/>
                </a:lnTo>
                <a:close/>
                <a:moveTo>
                  <a:pt x="13675" y="16912"/>
                </a:moveTo>
                <a:lnTo>
                  <a:pt x="13626" y="16936"/>
                </a:lnTo>
                <a:lnTo>
                  <a:pt x="13578" y="16984"/>
                </a:lnTo>
                <a:lnTo>
                  <a:pt x="13553" y="17057"/>
                </a:lnTo>
                <a:lnTo>
                  <a:pt x="13553" y="17106"/>
                </a:lnTo>
                <a:lnTo>
                  <a:pt x="13578" y="17252"/>
                </a:lnTo>
                <a:lnTo>
                  <a:pt x="13724" y="17495"/>
                </a:lnTo>
                <a:lnTo>
                  <a:pt x="13772" y="17666"/>
                </a:lnTo>
                <a:lnTo>
                  <a:pt x="13870" y="17812"/>
                </a:lnTo>
                <a:lnTo>
                  <a:pt x="13943" y="17885"/>
                </a:lnTo>
                <a:lnTo>
                  <a:pt x="13991" y="17958"/>
                </a:lnTo>
                <a:lnTo>
                  <a:pt x="14089" y="17982"/>
                </a:lnTo>
                <a:lnTo>
                  <a:pt x="14162" y="18006"/>
                </a:lnTo>
                <a:lnTo>
                  <a:pt x="14210" y="17982"/>
                </a:lnTo>
                <a:lnTo>
                  <a:pt x="14259" y="17958"/>
                </a:lnTo>
                <a:lnTo>
                  <a:pt x="14332" y="17885"/>
                </a:lnTo>
                <a:lnTo>
                  <a:pt x="14356" y="17787"/>
                </a:lnTo>
                <a:lnTo>
                  <a:pt x="14356" y="17739"/>
                </a:lnTo>
                <a:lnTo>
                  <a:pt x="14332" y="17690"/>
                </a:lnTo>
                <a:lnTo>
                  <a:pt x="14259" y="17593"/>
                </a:lnTo>
                <a:lnTo>
                  <a:pt x="14162" y="17495"/>
                </a:lnTo>
                <a:lnTo>
                  <a:pt x="13991" y="17228"/>
                </a:lnTo>
                <a:lnTo>
                  <a:pt x="13918" y="17082"/>
                </a:lnTo>
                <a:lnTo>
                  <a:pt x="13870" y="17033"/>
                </a:lnTo>
                <a:lnTo>
                  <a:pt x="13821" y="16960"/>
                </a:lnTo>
                <a:lnTo>
                  <a:pt x="13748" y="16936"/>
                </a:lnTo>
                <a:lnTo>
                  <a:pt x="13675" y="16912"/>
                </a:lnTo>
                <a:close/>
                <a:moveTo>
                  <a:pt x="7008" y="17009"/>
                </a:moveTo>
                <a:lnTo>
                  <a:pt x="6911" y="17057"/>
                </a:lnTo>
                <a:lnTo>
                  <a:pt x="6813" y="17155"/>
                </a:lnTo>
                <a:lnTo>
                  <a:pt x="6716" y="17374"/>
                </a:lnTo>
                <a:lnTo>
                  <a:pt x="6570" y="17666"/>
                </a:lnTo>
                <a:lnTo>
                  <a:pt x="6521" y="17812"/>
                </a:lnTo>
                <a:lnTo>
                  <a:pt x="6497" y="17885"/>
                </a:lnTo>
                <a:lnTo>
                  <a:pt x="6521" y="17958"/>
                </a:lnTo>
                <a:lnTo>
                  <a:pt x="6546" y="18006"/>
                </a:lnTo>
                <a:lnTo>
                  <a:pt x="6594" y="18055"/>
                </a:lnTo>
                <a:lnTo>
                  <a:pt x="6667" y="18079"/>
                </a:lnTo>
                <a:lnTo>
                  <a:pt x="6740" y="18079"/>
                </a:lnTo>
                <a:lnTo>
                  <a:pt x="6789" y="18055"/>
                </a:lnTo>
                <a:lnTo>
                  <a:pt x="6862" y="18006"/>
                </a:lnTo>
                <a:lnTo>
                  <a:pt x="6935" y="17885"/>
                </a:lnTo>
                <a:lnTo>
                  <a:pt x="7008" y="17739"/>
                </a:lnTo>
                <a:lnTo>
                  <a:pt x="7057" y="17593"/>
                </a:lnTo>
                <a:lnTo>
                  <a:pt x="7154" y="17349"/>
                </a:lnTo>
                <a:lnTo>
                  <a:pt x="7178" y="17228"/>
                </a:lnTo>
                <a:lnTo>
                  <a:pt x="7178" y="17106"/>
                </a:lnTo>
                <a:lnTo>
                  <a:pt x="7154" y="17057"/>
                </a:lnTo>
                <a:lnTo>
                  <a:pt x="7105" y="17033"/>
                </a:lnTo>
                <a:lnTo>
                  <a:pt x="7057" y="17009"/>
                </a:lnTo>
                <a:close/>
                <a:moveTo>
                  <a:pt x="5694" y="16328"/>
                </a:moveTo>
                <a:lnTo>
                  <a:pt x="5597" y="16352"/>
                </a:lnTo>
                <a:lnTo>
                  <a:pt x="5524" y="16425"/>
                </a:lnTo>
                <a:lnTo>
                  <a:pt x="5159" y="16887"/>
                </a:lnTo>
                <a:lnTo>
                  <a:pt x="4745" y="17349"/>
                </a:lnTo>
                <a:lnTo>
                  <a:pt x="4307" y="17787"/>
                </a:lnTo>
                <a:lnTo>
                  <a:pt x="3869" y="18225"/>
                </a:lnTo>
                <a:lnTo>
                  <a:pt x="3820" y="18250"/>
                </a:lnTo>
                <a:lnTo>
                  <a:pt x="3820" y="18298"/>
                </a:lnTo>
                <a:lnTo>
                  <a:pt x="3820" y="18347"/>
                </a:lnTo>
                <a:lnTo>
                  <a:pt x="3845" y="18396"/>
                </a:lnTo>
                <a:lnTo>
                  <a:pt x="3893" y="18444"/>
                </a:lnTo>
                <a:lnTo>
                  <a:pt x="3942" y="18469"/>
                </a:lnTo>
                <a:lnTo>
                  <a:pt x="3991" y="18469"/>
                </a:lnTo>
                <a:lnTo>
                  <a:pt x="4161" y="18420"/>
                </a:lnTo>
                <a:lnTo>
                  <a:pt x="4283" y="18347"/>
                </a:lnTo>
                <a:lnTo>
                  <a:pt x="4429" y="18250"/>
                </a:lnTo>
                <a:lnTo>
                  <a:pt x="4550" y="18152"/>
                </a:lnTo>
                <a:lnTo>
                  <a:pt x="4794" y="17909"/>
                </a:lnTo>
                <a:lnTo>
                  <a:pt x="5013" y="17690"/>
                </a:lnTo>
                <a:lnTo>
                  <a:pt x="5499" y="17203"/>
                </a:lnTo>
                <a:lnTo>
                  <a:pt x="5718" y="16936"/>
                </a:lnTo>
                <a:lnTo>
                  <a:pt x="5937" y="16668"/>
                </a:lnTo>
                <a:lnTo>
                  <a:pt x="5986" y="16571"/>
                </a:lnTo>
                <a:lnTo>
                  <a:pt x="5962" y="16498"/>
                </a:lnTo>
                <a:lnTo>
                  <a:pt x="5937" y="16425"/>
                </a:lnTo>
                <a:lnTo>
                  <a:pt x="5864" y="16376"/>
                </a:lnTo>
                <a:lnTo>
                  <a:pt x="5791" y="16328"/>
                </a:lnTo>
                <a:close/>
                <a:moveTo>
                  <a:pt x="15013" y="15987"/>
                </a:moveTo>
                <a:lnTo>
                  <a:pt x="14965" y="16011"/>
                </a:lnTo>
                <a:lnTo>
                  <a:pt x="14940" y="16084"/>
                </a:lnTo>
                <a:lnTo>
                  <a:pt x="14940" y="16133"/>
                </a:lnTo>
                <a:lnTo>
                  <a:pt x="14989" y="16303"/>
                </a:lnTo>
                <a:lnTo>
                  <a:pt x="15038" y="16449"/>
                </a:lnTo>
                <a:lnTo>
                  <a:pt x="15208" y="16717"/>
                </a:lnTo>
                <a:lnTo>
                  <a:pt x="15427" y="17082"/>
                </a:lnTo>
                <a:lnTo>
                  <a:pt x="15524" y="17252"/>
                </a:lnTo>
                <a:lnTo>
                  <a:pt x="15646" y="17422"/>
                </a:lnTo>
                <a:lnTo>
                  <a:pt x="16108" y="17933"/>
                </a:lnTo>
                <a:lnTo>
                  <a:pt x="16327" y="18225"/>
                </a:lnTo>
                <a:lnTo>
                  <a:pt x="16400" y="18371"/>
                </a:lnTo>
                <a:lnTo>
                  <a:pt x="16473" y="18517"/>
                </a:lnTo>
                <a:lnTo>
                  <a:pt x="16522" y="18590"/>
                </a:lnTo>
                <a:lnTo>
                  <a:pt x="16595" y="18639"/>
                </a:lnTo>
                <a:lnTo>
                  <a:pt x="16668" y="18688"/>
                </a:lnTo>
                <a:lnTo>
                  <a:pt x="16765" y="18688"/>
                </a:lnTo>
                <a:lnTo>
                  <a:pt x="16838" y="18663"/>
                </a:lnTo>
                <a:lnTo>
                  <a:pt x="16887" y="18615"/>
                </a:lnTo>
                <a:lnTo>
                  <a:pt x="16936" y="18566"/>
                </a:lnTo>
                <a:lnTo>
                  <a:pt x="16936" y="18469"/>
                </a:lnTo>
                <a:lnTo>
                  <a:pt x="16911" y="18298"/>
                </a:lnTo>
                <a:lnTo>
                  <a:pt x="16838" y="18128"/>
                </a:lnTo>
                <a:lnTo>
                  <a:pt x="16765" y="17982"/>
                </a:lnTo>
                <a:lnTo>
                  <a:pt x="16668" y="17836"/>
                </a:lnTo>
                <a:lnTo>
                  <a:pt x="16449" y="17568"/>
                </a:lnTo>
                <a:lnTo>
                  <a:pt x="16206" y="17325"/>
                </a:lnTo>
                <a:lnTo>
                  <a:pt x="16060" y="17155"/>
                </a:lnTo>
                <a:lnTo>
                  <a:pt x="15938" y="16984"/>
                </a:lnTo>
                <a:lnTo>
                  <a:pt x="15695" y="16595"/>
                </a:lnTo>
                <a:lnTo>
                  <a:pt x="15573" y="16401"/>
                </a:lnTo>
                <a:lnTo>
                  <a:pt x="15427" y="16230"/>
                </a:lnTo>
                <a:lnTo>
                  <a:pt x="15281" y="16109"/>
                </a:lnTo>
                <a:lnTo>
                  <a:pt x="15086" y="15987"/>
                </a:lnTo>
                <a:close/>
                <a:moveTo>
                  <a:pt x="10439" y="17666"/>
                </a:moveTo>
                <a:lnTo>
                  <a:pt x="10342" y="17787"/>
                </a:lnTo>
                <a:lnTo>
                  <a:pt x="10293" y="17909"/>
                </a:lnTo>
                <a:lnTo>
                  <a:pt x="10244" y="18055"/>
                </a:lnTo>
                <a:lnTo>
                  <a:pt x="10244" y="18201"/>
                </a:lnTo>
                <a:lnTo>
                  <a:pt x="10196" y="18517"/>
                </a:lnTo>
                <a:lnTo>
                  <a:pt x="10196" y="18688"/>
                </a:lnTo>
                <a:lnTo>
                  <a:pt x="10244" y="18834"/>
                </a:lnTo>
                <a:lnTo>
                  <a:pt x="10293" y="18882"/>
                </a:lnTo>
                <a:lnTo>
                  <a:pt x="10342" y="18907"/>
                </a:lnTo>
                <a:lnTo>
                  <a:pt x="10415" y="18882"/>
                </a:lnTo>
                <a:lnTo>
                  <a:pt x="10463" y="18858"/>
                </a:lnTo>
                <a:lnTo>
                  <a:pt x="10512" y="18809"/>
                </a:lnTo>
                <a:lnTo>
                  <a:pt x="10561" y="18736"/>
                </a:lnTo>
                <a:lnTo>
                  <a:pt x="10585" y="18615"/>
                </a:lnTo>
                <a:lnTo>
                  <a:pt x="10585" y="18323"/>
                </a:lnTo>
                <a:lnTo>
                  <a:pt x="10609" y="18031"/>
                </a:lnTo>
                <a:lnTo>
                  <a:pt x="10609" y="17885"/>
                </a:lnTo>
                <a:lnTo>
                  <a:pt x="10585" y="17739"/>
                </a:lnTo>
                <a:lnTo>
                  <a:pt x="10561" y="17690"/>
                </a:lnTo>
                <a:lnTo>
                  <a:pt x="10536" y="17666"/>
                </a:lnTo>
                <a:close/>
                <a:moveTo>
                  <a:pt x="8638" y="17349"/>
                </a:moveTo>
                <a:lnTo>
                  <a:pt x="8492" y="17471"/>
                </a:lnTo>
                <a:lnTo>
                  <a:pt x="8395" y="17593"/>
                </a:lnTo>
                <a:lnTo>
                  <a:pt x="8322" y="17739"/>
                </a:lnTo>
                <a:lnTo>
                  <a:pt x="8249" y="17909"/>
                </a:lnTo>
                <a:lnTo>
                  <a:pt x="8176" y="18250"/>
                </a:lnTo>
                <a:lnTo>
                  <a:pt x="8103" y="18590"/>
                </a:lnTo>
                <a:lnTo>
                  <a:pt x="7908" y="19369"/>
                </a:lnTo>
                <a:lnTo>
                  <a:pt x="7860" y="19758"/>
                </a:lnTo>
                <a:lnTo>
                  <a:pt x="7835" y="19953"/>
                </a:lnTo>
                <a:lnTo>
                  <a:pt x="7835" y="20148"/>
                </a:lnTo>
                <a:lnTo>
                  <a:pt x="7860" y="20221"/>
                </a:lnTo>
                <a:lnTo>
                  <a:pt x="7908" y="20269"/>
                </a:lnTo>
                <a:lnTo>
                  <a:pt x="7933" y="20318"/>
                </a:lnTo>
                <a:lnTo>
                  <a:pt x="8006" y="20342"/>
                </a:lnTo>
                <a:lnTo>
                  <a:pt x="8103" y="20342"/>
                </a:lnTo>
                <a:lnTo>
                  <a:pt x="8176" y="20318"/>
                </a:lnTo>
                <a:lnTo>
                  <a:pt x="8200" y="20245"/>
                </a:lnTo>
                <a:lnTo>
                  <a:pt x="8273" y="20099"/>
                </a:lnTo>
                <a:lnTo>
                  <a:pt x="8346" y="19929"/>
                </a:lnTo>
                <a:lnTo>
                  <a:pt x="8419" y="19588"/>
                </a:lnTo>
                <a:lnTo>
                  <a:pt x="8517" y="18882"/>
                </a:lnTo>
                <a:lnTo>
                  <a:pt x="8614" y="18517"/>
                </a:lnTo>
                <a:lnTo>
                  <a:pt x="8711" y="18152"/>
                </a:lnTo>
                <a:lnTo>
                  <a:pt x="8760" y="17958"/>
                </a:lnTo>
                <a:lnTo>
                  <a:pt x="8784" y="17763"/>
                </a:lnTo>
                <a:lnTo>
                  <a:pt x="8784" y="17593"/>
                </a:lnTo>
                <a:lnTo>
                  <a:pt x="8784" y="17422"/>
                </a:lnTo>
                <a:lnTo>
                  <a:pt x="8760" y="17374"/>
                </a:lnTo>
                <a:lnTo>
                  <a:pt x="8711" y="17349"/>
                </a:lnTo>
                <a:close/>
                <a:moveTo>
                  <a:pt x="12093" y="17374"/>
                </a:moveTo>
                <a:lnTo>
                  <a:pt x="12045" y="17398"/>
                </a:lnTo>
                <a:lnTo>
                  <a:pt x="11996" y="17398"/>
                </a:lnTo>
                <a:lnTo>
                  <a:pt x="11947" y="17447"/>
                </a:lnTo>
                <a:lnTo>
                  <a:pt x="11923" y="17495"/>
                </a:lnTo>
                <a:lnTo>
                  <a:pt x="11923" y="17544"/>
                </a:lnTo>
                <a:lnTo>
                  <a:pt x="11947" y="17836"/>
                </a:lnTo>
                <a:lnTo>
                  <a:pt x="11972" y="18152"/>
                </a:lnTo>
                <a:lnTo>
                  <a:pt x="12093" y="18761"/>
                </a:lnTo>
                <a:lnTo>
                  <a:pt x="12166" y="19199"/>
                </a:lnTo>
                <a:lnTo>
                  <a:pt x="12215" y="19661"/>
                </a:lnTo>
                <a:lnTo>
                  <a:pt x="12239" y="19904"/>
                </a:lnTo>
                <a:lnTo>
                  <a:pt x="12288" y="20123"/>
                </a:lnTo>
                <a:lnTo>
                  <a:pt x="12337" y="20342"/>
                </a:lnTo>
                <a:lnTo>
                  <a:pt x="12434" y="20561"/>
                </a:lnTo>
                <a:lnTo>
                  <a:pt x="12483" y="20610"/>
                </a:lnTo>
                <a:lnTo>
                  <a:pt x="12556" y="20659"/>
                </a:lnTo>
                <a:lnTo>
                  <a:pt x="12629" y="20659"/>
                </a:lnTo>
                <a:lnTo>
                  <a:pt x="12702" y="20634"/>
                </a:lnTo>
                <a:lnTo>
                  <a:pt x="12775" y="20610"/>
                </a:lnTo>
                <a:lnTo>
                  <a:pt x="12823" y="20537"/>
                </a:lnTo>
                <a:lnTo>
                  <a:pt x="12848" y="20464"/>
                </a:lnTo>
                <a:lnTo>
                  <a:pt x="12848" y="20391"/>
                </a:lnTo>
                <a:lnTo>
                  <a:pt x="12750" y="19953"/>
                </a:lnTo>
                <a:lnTo>
                  <a:pt x="12702" y="19491"/>
                </a:lnTo>
                <a:lnTo>
                  <a:pt x="12629" y="19053"/>
                </a:lnTo>
                <a:lnTo>
                  <a:pt x="12556" y="18639"/>
                </a:lnTo>
                <a:lnTo>
                  <a:pt x="12483" y="18323"/>
                </a:lnTo>
                <a:lnTo>
                  <a:pt x="12434" y="18031"/>
                </a:lnTo>
                <a:lnTo>
                  <a:pt x="12361" y="17739"/>
                </a:lnTo>
                <a:lnTo>
                  <a:pt x="12288" y="17593"/>
                </a:lnTo>
                <a:lnTo>
                  <a:pt x="12239" y="17471"/>
                </a:lnTo>
                <a:lnTo>
                  <a:pt x="12191" y="17422"/>
                </a:lnTo>
                <a:lnTo>
                  <a:pt x="12142" y="17398"/>
                </a:lnTo>
                <a:lnTo>
                  <a:pt x="12093" y="17374"/>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09" name="Google Shape;809;p39"/>
          <p:cNvSpPr/>
          <p:nvPr/>
        </p:nvSpPr>
        <p:spPr>
          <a:xfrm>
            <a:off x="5532896" y="886683"/>
            <a:ext cx="429691" cy="410568"/>
          </a:xfrm>
          <a:custGeom>
            <a:avLst/>
            <a:gdLst/>
            <a:ahLst/>
            <a:cxnLst/>
            <a:rect l="l" t="t" r="r" b="b"/>
            <a:pathLst>
              <a:path w="19661" h="18786" extrusionOk="0">
                <a:moveTo>
                  <a:pt x="10269" y="1460"/>
                </a:moveTo>
                <a:lnTo>
                  <a:pt x="10755" y="1485"/>
                </a:lnTo>
                <a:lnTo>
                  <a:pt x="11266" y="1533"/>
                </a:lnTo>
                <a:lnTo>
                  <a:pt x="11753" y="1631"/>
                </a:lnTo>
                <a:lnTo>
                  <a:pt x="11680" y="1728"/>
                </a:lnTo>
                <a:lnTo>
                  <a:pt x="11631" y="1850"/>
                </a:lnTo>
                <a:lnTo>
                  <a:pt x="11631" y="1874"/>
                </a:lnTo>
                <a:lnTo>
                  <a:pt x="11656" y="1874"/>
                </a:lnTo>
                <a:lnTo>
                  <a:pt x="11753" y="1850"/>
                </a:lnTo>
                <a:lnTo>
                  <a:pt x="11826" y="1825"/>
                </a:lnTo>
                <a:lnTo>
                  <a:pt x="12021" y="1752"/>
                </a:lnTo>
                <a:lnTo>
                  <a:pt x="12069" y="1728"/>
                </a:lnTo>
                <a:lnTo>
                  <a:pt x="12386" y="1825"/>
                </a:lnTo>
                <a:lnTo>
                  <a:pt x="12361" y="1850"/>
                </a:lnTo>
                <a:lnTo>
                  <a:pt x="12264" y="1923"/>
                </a:lnTo>
                <a:lnTo>
                  <a:pt x="12167" y="2020"/>
                </a:lnTo>
                <a:lnTo>
                  <a:pt x="12021" y="2239"/>
                </a:lnTo>
                <a:lnTo>
                  <a:pt x="12021" y="2263"/>
                </a:lnTo>
                <a:lnTo>
                  <a:pt x="12045" y="2263"/>
                </a:lnTo>
                <a:lnTo>
                  <a:pt x="12264" y="2166"/>
                </a:lnTo>
                <a:lnTo>
                  <a:pt x="12483" y="2069"/>
                </a:lnTo>
                <a:lnTo>
                  <a:pt x="12605" y="2020"/>
                </a:lnTo>
                <a:lnTo>
                  <a:pt x="12751" y="1971"/>
                </a:lnTo>
                <a:lnTo>
                  <a:pt x="13091" y="2142"/>
                </a:lnTo>
                <a:lnTo>
                  <a:pt x="13164" y="2166"/>
                </a:lnTo>
                <a:lnTo>
                  <a:pt x="12970" y="2239"/>
                </a:lnTo>
                <a:lnTo>
                  <a:pt x="12799" y="2336"/>
                </a:lnTo>
                <a:lnTo>
                  <a:pt x="12629" y="2434"/>
                </a:lnTo>
                <a:lnTo>
                  <a:pt x="12483" y="2580"/>
                </a:lnTo>
                <a:lnTo>
                  <a:pt x="12459" y="2628"/>
                </a:lnTo>
                <a:lnTo>
                  <a:pt x="12459" y="2677"/>
                </a:lnTo>
                <a:lnTo>
                  <a:pt x="12507" y="2701"/>
                </a:lnTo>
                <a:lnTo>
                  <a:pt x="12556" y="2701"/>
                </a:lnTo>
                <a:lnTo>
                  <a:pt x="12726" y="2653"/>
                </a:lnTo>
                <a:lnTo>
                  <a:pt x="12897" y="2604"/>
                </a:lnTo>
                <a:lnTo>
                  <a:pt x="13237" y="2458"/>
                </a:lnTo>
                <a:lnTo>
                  <a:pt x="13408" y="2409"/>
                </a:lnTo>
                <a:lnTo>
                  <a:pt x="13578" y="2385"/>
                </a:lnTo>
                <a:lnTo>
                  <a:pt x="14162" y="2701"/>
                </a:lnTo>
                <a:lnTo>
                  <a:pt x="13967" y="2750"/>
                </a:lnTo>
                <a:lnTo>
                  <a:pt x="13578" y="2847"/>
                </a:lnTo>
                <a:lnTo>
                  <a:pt x="13383" y="2945"/>
                </a:lnTo>
                <a:lnTo>
                  <a:pt x="13310" y="2993"/>
                </a:lnTo>
                <a:lnTo>
                  <a:pt x="13262" y="3066"/>
                </a:lnTo>
                <a:lnTo>
                  <a:pt x="13310" y="3115"/>
                </a:lnTo>
                <a:lnTo>
                  <a:pt x="13383" y="3139"/>
                </a:lnTo>
                <a:lnTo>
                  <a:pt x="13554" y="3139"/>
                </a:lnTo>
                <a:lnTo>
                  <a:pt x="13846" y="3042"/>
                </a:lnTo>
                <a:lnTo>
                  <a:pt x="14186" y="2993"/>
                </a:lnTo>
                <a:lnTo>
                  <a:pt x="14551" y="2920"/>
                </a:lnTo>
                <a:lnTo>
                  <a:pt x="14916" y="3139"/>
                </a:lnTo>
                <a:lnTo>
                  <a:pt x="14527" y="3261"/>
                </a:lnTo>
                <a:lnTo>
                  <a:pt x="14162" y="3407"/>
                </a:lnTo>
                <a:lnTo>
                  <a:pt x="13870" y="3553"/>
                </a:lnTo>
                <a:lnTo>
                  <a:pt x="13651" y="3675"/>
                </a:lnTo>
                <a:lnTo>
                  <a:pt x="13627" y="3723"/>
                </a:lnTo>
                <a:lnTo>
                  <a:pt x="13602" y="3772"/>
                </a:lnTo>
                <a:lnTo>
                  <a:pt x="13651" y="3821"/>
                </a:lnTo>
                <a:lnTo>
                  <a:pt x="13700" y="3845"/>
                </a:lnTo>
                <a:lnTo>
                  <a:pt x="13846" y="3845"/>
                </a:lnTo>
                <a:lnTo>
                  <a:pt x="13967" y="3821"/>
                </a:lnTo>
                <a:lnTo>
                  <a:pt x="14235" y="3748"/>
                </a:lnTo>
                <a:lnTo>
                  <a:pt x="14770" y="3553"/>
                </a:lnTo>
                <a:lnTo>
                  <a:pt x="15087" y="3480"/>
                </a:lnTo>
                <a:lnTo>
                  <a:pt x="15379" y="3431"/>
                </a:lnTo>
                <a:lnTo>
                  <a:pt x="15865" y="3772"/>
                </a:lnTo>
                <a:lnTo>
                  <a:pt x="16036" y="3894"/>
                </a:lnTo>
                <a:lnTo>
                  <a:pt x="15792" y="3918"/>
                </a:lnTo>
                <a:lnTo>
                  <a:pt x="15525" y="3942"/>
                </a:lnTo>
                <a:lnTo>
                  <a:pt x="15038" y="4064"/>
                </a:lnTo>
                <a:lnTo>
                  <a:pt x="14551" y="4210"/>
                </a:lnTo>
                <a:lnTo>
                  <a:pt x="14138" y="4356"/>
                </a:lnTo>
                <a:lnTo>
                  <a:pt x="14113" y="4380"/>
                </a:lnTo>
                <a:lnTo>
                  <a:pt x="14138" y="4405"/>
                </a:lnTo>
                <a:lnTo>
                  <a:pt x="14284" y="4405"/>
                </a:lnTo>
                <a:lnTo>
                  <a:pt x="14600" y="4380"/>
                </a:lnTo>
                <a:lnTo>
                  <a:pt x="15257" y="4283"/>
                </a:lnTo>
                <a:lnTo>
                  <a:pt x="15841" y="4210"/>
                </a:lnTo>
                <a:lnTo>
                  <a:pt x="16400" y="4186"/>
                </a:lnTo>
                <a:lnTo>
                  <a:pt x="16644" y="4405"/>
                </a:lnTo>
                <a:lnTo>
                  <a:pt x="16863" y="4648"/>
                </a:lnTo>
                <a:lnTo>
                  <a:pt x="16741" y="4599"/>
                </a:lnTo>
                <a:lnTo>
                  <a:pt x="16619" y="4575"/>
                </a:lnTo>
                <a:lnTo>
                  <a:pt x="16376" y="4575"/>
                </a:lnTo>
                <a:lnTo>
                  <a:pt x="16133" y="4599"/>
                </a:lnTo>
                <a:lnTo>
                  <a:pt x="15914" y="4648"/>
                </a:lnTo>
                <a:lnTo>
                  <a:pt x="15306" y="4770"/>
                </a:lnTo>
                <a:lnTo>
                  <a:pt x="15160" y="4794"/>
                </a:lnTo>
                <a:lnTo>
                  <a:pt x="15014" y="4867"/>
                </a:lnTo>
                <a:lnTo>
                  <a:pt x="14868" y="4916"/>
                </a:lnTo>
                <a:lnTo>
                  <a:pt x="14722" y="4964"/>
                </a:lnTo>
                <a:lnTo>
                  <a:pt x="14941" y="4989"/>
                </a:lnTo>
                <a:lnTo>
                  <a:pt x="15184" y="5037"/>
                </a:lnTo>
                <a:lnTo>
                  <a:pt x="15427" y="5013"/>
                </a:lnTo>
                <a:lnTo>
                  <a:pt x="15671" y="4964"/>
                </a:lnTo>
                <a:lnTo>
                  <a:pt x="15987" y="4916"/>
                </a:lnTo>
                <a:lnTo>
                  <a:pt x="16279" y="4891"/>
                </a:lnTo>
                <a:lnTo>
                  <a:pt x="16595" y="4867"/>
                </a:lnTo>
                <a:lnTo>
                  <a:pt x="16887" y="4794"/>
                </a:lnTo>
                <a:lnTo>
                  <a:pt x="16911" y="4770"/>
                </a:lnTo>
                <a:lnTo>
                  <a:pt x="16936" y="4721"/>
                </a:lnTo>
                <a:lnTo>
                  <a:pt x="17276" y="5135"/>
                </a:lnTo>
                <a:lnTo>
                  <a:pt x="17568" y="5597"/>
                </a:lnTo>
                <a:lnTo>
                  <a:pt x="17447" y="5524"/>
                </a:lnTo>
                <a:lnTo>
                  <a:pt x="17301" y="5475"/>
                </a:lnTo>
                <a:lnTo>
                  <a:pt x="17009" y="5402"/>
                </a:lnTo>
                <a:lnTo>
                  <a:pt x="16717" y="5402"/>
                </a:lnTo>
                <a:lnTo>
                  <a:pt x="16425" y="5427"/>
                </a:lnTo>
                <a:lnTo>
                  <a:pt x="16230" y="5451"/>
                </a:lnTo>
                <a:lnTo>
                  <a:pt x="16036" y="5500"/>
                </a:lnTo>
                <a:lnTo>
                  <a:pt x="15646" y="5621"/>
                </a:lnTo>
                <a:lnTo>
                  <a:pt x="15281" y="5767"/>
                </a:lnTo>
                <a:lnTo>
                  <a:pt x="14916" y="5889"/>
                </a:lnTo>
                <a:lnTo>
                  <a:pt x="14916" y="5889"/>
                </a:lnTo>
                <a:lnTo>
                  <a:pt x="15549" y="5840"/>
                </a:lnTo>
                <a:lnTo>
                  <a:pt x="16181" y="5743"/>
                </a:lnTo>
                <a:lnTo>
                  <a:pt x="16546" y="5719"/>
                </a:lnTo>
                <a:lnTo>
                  <a:pt x="16911" y="5719"/>
                </a:lnTo>
                <a:lnTo>
                  <a:pt x="17252" y="5792"/>
                </a:lnTo>
                <a:lnTo>
                  <a:pt x="17617" y="5913"/>
                </a:lnTo>
                <a:lnTo>
                  <a:pt x="17690" y="5913"/>
                </a:lnTo>
                <a:lnTo>
                  <a:pt x="17739" y="5865"/>
                </a:lnTo>
                <a:lnTo>
                  <a:pt x="17982" y="6376"/>
                </a:lnTo>
                <a:lnTo>
                  <a:pt x="17885" y="6278"/>
                </a:lnTo>
                <a:lnTo>
                  <a:pt x="17763" y="6230"/>
                </a:lnTo>
                <a:lnTo>
                  <a:pt x="17617" y="6181"/>
                </a:lnTo>
                <a:lnTo>
                  <a:pt x="17471" y="6157"/>
                </a:lnTo>
                <a:lnTo>
                  <a:pt x="17130" y="6132"/>
                </a:lnTo>
                <a:lnTo>
                  <a:pt x="16765" y="6157"/>
                </a:lnTo>
                <a:lnTo>
                  <a:pt x="16425" y="6230"/>
                </a:lnTo>
                <a:lnTo>
                  <a:pt x="16084" y="6303"/>
                </a:lnTo>
                <a:lnTo>
                  <a:pt x="15549" y="6449"/>
                </a:lnTo>
                <a:lnTo>
                  <a:pt x="15525" y="6473"/>
                </a:lnTo>
                <a:lnTo>
                  <a:pt x="15549" y="6497"/>
                </a:lnTo>
                <a:lnTo>
                  <a:pt x="15817" y="6522"/>
                </a:lnTo>
                <a:lnTo>
                  <a:pt x="16108" y="6522"/>
                </a:lnTo>
                <a:lnTo>
                  <a:pt x="16400" y="6497"/>
                </a:lnTo>
                <a:lnTo>
                  <a:pt x="16668" y="6473"/>
                </a:lnTo>
                <a:lnTo>
                  <a:pt x="17082" y="6449"/>
                </a:lnTo>
                <a:lnTo>
                  <a:pt x="17301" y="6449"/>
                </a:lnTo>
                <a:lnTo>
                  <a:pt x="17495" y="6473"/>
                </a:lnTo>
                <a:lnTo>
                  <a:pt x="17641" y="6522"/>
                </a:lnTo>
                <a:lnTo>
                  <a:pt x="17763" y="6570"/>
                </a:lnTo>
                <a:lnTo>
                  <a:pt x="17885" y="6619"/>
                </a:lnTo>
                <a:lnTo>
                  <a:pt x="18031" y="6643"/>
                </a:lnTo>
                <a:lnTo>
                  <a:pt x="18055" y="6643"/>
                </a:lnTo>
                <a:lnTo>
                  <a:pt x="18079" y="6619"/>
                </a:lnTo>
                <a:lnTo>
                  <a:pt x="18225" y="6984"/>
                </a:lnTo>
                <a:lnTo>
                  <a:pt x="17958" y="6911"/>
                </a:lnTo>
                <a:lnTo>
                  <a:pt x="17641" y="6862"/>
                </a:lnTo>
                <a:lnTo>
                  <a:pt x="17301" y="6862"/>
                </a:lnTo>
                <a:lnTo>
                  <a:pt x="16984" y="6911"/>
                </a:lnTo>
                <a:lnTo>
                  <a:pt x="16644" y="6984"/>
                </a:lnTo>
                <a:lnTo>
                  <a:pt x="16327" y="7081"/>
                </a:lnTo>
                <a:lnTo>
                  <a:pt x="16036" y="7203"/>
                </a:lnTo>
                <a:lnTo>
                  <a:pt x="15768" y="7325"/>
                </a:lnTo>
                <a:lnTo>
                  <a:pt x="15768" y="7349"/>
                </a:lnTo>
                <a:lnTo>
                  <a:pt x="15792" y="7373"/>
                </a:lnTo>
                <a:lnTo>
                  <a:pt x="16108" y="7349"/>
                </a:lnTo>
                <a:lnTo>
                  <a:pt x="16400" y="7325"/>
                </a:lnTo>
                <a:lnTo>
                  <a:pt x="17009" y="7252"/>
                </a:lnTo>
                <a:lnTo>
                  <a:pt x="17325" y="7227"/>
                </a:lnTo>
                <a:lnTo>
                  <a:pt x="17641" y="7203"/>
                </a:lnTo>
                <a:lnTo>
                  <a:pt x="17933" y="7179"/>
                </a:lnTo>
                <a:lnTo>
                  <a:pt x="18250" y="7130"/>
                </a:lnTo>
                <a:lnTo>
                  <a:pt x="18274" y="7106"/>
                </a:lnTo>
                <a:lnTo>
                  <a:pt x="18542" y="7909"/>
                </a:lnTo>
                <a:lnTo>
                  <a:pt x="18298" y="7860"/>
                </a:lnTo>
                <a:lnTo>
                  <a:pt x="18055" y="7860"/>
                </a:lnTo>
                <a:lnTo>
                  <a:pt x="17568" y="7836"/>
                </a:lnTo>
                <a:lnTo>
                  <a:pt x="17179" y="7811"/>
                </a:lnTo>
                <a:lnTo>
                  <a:pt x="16765" y="7836"/>
                </a:lnTo>
                <a:lnTo>
                  <a:pt x="16571" y="7860"/>
                </a:lnTo>
                <a:lnTo>
                  <a:pt x="16376" y="7909"/>
                </a:lnTo>
                <a:lnTo>
                  <a:pt x="16206" y="7957"/>
                </a:lnTo>
                <a:lnTo>
                  <a:pt x="16011" y="8055"/>
                </a:lnTo>
                <a:lnTo>
                  <a:pt x="15987" y="8055"/>
                </a:lnTo>
                <a:lnTo>
                  <a:pt x="15987" y="8079"/>
                </a:lnTo>
                <a:lnTo>
                  <a:pt x="16011" y="8103"/>
                </a:lnTo>
                <a:lnTo>
                  <a:pt x="16036" y="8128"/>
                </a:lnTo>
                <a:lnTo>
                  <a:pt x="16425" y="8152"/>
                </a:lnTo>
                <a:lnTo>
                  <a:pt x="16790" y="8128"/>
                </a:lnTo>
                <a:lnTo>
                  <a:pt x="17568" y="8128"/>
                </a:lnTo>
                <a:lnTo>
                  <a:pt x="17836" y="8152"/>
                </a:lnTo>
                <a:lnTo>
                  <a:pt x="18104" y="8200"/>
                </a:lnTo>
                <a:lnTo>
                  <a:pt x="18371" y="8225"/>
                </a:lnTo>
                <a:lnTo>
                  <a:pt x="18639" y="8249"/>
                </a:lnTo>
                <a:lnTo>
                  <a:pt x="18858" y="9076"/>
                </a:lnTo>
                <a:lnTo>
                  <a:pt x="18566" y="8882"/>
                </a:lnTo>
                <a:lnTo>
                  <a:pt x="18225" y="8711"/>
                </a:lnTo>
                <a:lnTo>
                  <a:pt x="17885" y="8565"/>
                </a:lnTo>
                <a:lnTo>
                  <a:pt x="17568" y="8444"/>
                </a:lnTo>
                <a:lnTo>
                  <a:pt x="17276" y="8371"/>
                </a:lnTo>
                <a:lnTo>
                  <a:pt x="17082" y="8322"/>
                </a:lnTo>
                <a:lnTo>
                  <a:pt x="16887" y="8298"/>
                </a:lnTo>
                <a:lnTo>
                  <a:pt x="16717" y="8298"/>
                </a:lnTo>
                <a:lnTo>
                  <a:pt x="16546" y="8322"/>
                </a:lnTo>
                <a:lnTo>
                  <a:pt x="16473" y="8346"/>
                </a:lnTo>
                <a:lnTo>
                  <a:pt x="16400" y="8395"/>
                </a:lnTo>
                <a:lnTo>
                  <a:pt x="16352" y="8444"/>
                </a:lnTo>
                <a:lnTo>
                  <a:pt x="16303" y="8517"/>
                </a:lnTo>
                <a:lnTo>
                  <a:pt x="16327" y="8541"/>
                </a:lnTo>
                <a:lnTo>
                  <a:pt x="16449" y="8590"/>
                </a:lnTo>
                <a:lnTo>
                  <a:pt x="16595" y="8614"/>
                </a:lnTo>
                <a:lnTo>
                  <a:pt x="16887" y="8687"/>
                </a:lnTo>
                <a:lnTo>
                  <a:pt x="17179" y="8711"/>
                </a:lnTo>
                <a:lnTo>
                  <a:pt x="17471" y="8784"/>
                </a:lnTo>
                <a:lnTo>
                  <a:pt x="17812" y="8930"/>
                </a:lnTo>
                <a:lnTo>
                  <a:pt x="18128" y="9076"/>
                </a:lnTo>
                <a:lnTo>
                  <a:pt x="18420" y="9271"/>
                </a:lnTo>
                <a:lnTo>
                  <a:pt x="18712" y="9466"/>
                </a:lnTo>
                <a:lnTo>
                  <a:pt x="18420" y="9295"/>
                </a:lnTo>
                <a:lnTo>
                  <a:pt x="18250" y="9198"/>
                </a:lnTo>
                <a:lnTo>
                  <a:pt x="18055" y="9101"/>
                </a:lnTo>
                <a:lnTo>
                  <a:pt x="17690" y="9003"/>
                </a:lnTo>
                <a:lnTo>
                  <a:pt x="17276" y="8930"/>
                </a:lnTo>
                <a:lnTo>
                  <a:pt x="16887" y="8906"/>
                </a:lnTo>
                <a:lnTo>
                  <a:pt x="16473" y="8930"/>
                </a:lnTo>
                <a:lnTo>
                  <a:pt x="16084" y="8979"/>
                </a:lnTo>
                <a:lnTo>
                  <a:pt x="15695" y="9101"/>
                </a:lnTo>
                <a:lnTo>
                  <a:pt x="15330" y="9247"/>
                </a:lnTo>
                <a:lnTo>
                  <a:pt x="15160" y="9344"/>
                </a:lnTo>
                <a:lnTo>
                  <a:pt x="14941" y="9441"/>
                </a:lnTo>
                <a:lnTo>
                  <a:pt x="14746" y="9587"/>
                </a:lnTo>
                <a:lnTo>
                  <a:pt x="14551" y="9758"/>
                </a:lnTo>
                <a:lnTo>
                  <a:pt x="14478" y="9198"/>
                </a:lnTo>
                <a:lnTo>
                  <a:pt x="14381" y="8638"/>
                </a:lnTo>
                <a:lnTo>
                  <a:pt x="14259" y="8103"/>
                </a:lnTo>
                <a:lnTo>
                  <a:pt x="14113" y="7568"/>
                </a:lnTo>
                <a:lnTo>
                  <a:pt x="13943" y="7033"/>
                </a:lnTo>
                <a:lnTo>
                  <a:pt x="13748" y="6497"/>
                </a:lnTo>
                <a:lnTo>
                  <a:pt x="13529" y="5986"/>
                </a:lnTo>
                <a:lnTo>
                  <a:pt x="13286" y="5500"/>
                </a:lnTo>
                <a:lnTo>
                  <a:pt x="12799" y="4526"/>
                </a:lnTo>
                <a:lnTo>
                  <a:pt x="12532" y="4040"/>
                </a:lnTo>
                <a:lnTo>
                  <a:pt x="12264" y="3577"/>
                </a:lnTo>
                <a:lnTo>
                  <a:pt x="12045" y="3237"/>
                </a:lnTo>
                <a:lnTo>
                  <a:pt x="11802" y="2896"/>
                </a:lnTo>
                <a:lnTo>
                  <a:pt x="11656" y="2726"/>
                </a:lnTo>
                <a:lnTo>
                  <a:pt x="11485" y="2580"/>
                </a:lnTo>
                <a:lnTo>
                  <a:pt x="11339" y="2482"/>
                </a:lnTo>
                <a:lnTo>
                  <a:pt x="11145" y="2385"/>
                </a:lnTo>
                <a:lnTo>
                  <a:pt x="11072" y="2385"/>
                </a:lnTo>
                <a:lnTo>
                  <a:pt x="11047" y="2434"/>
                </a:lnTo>
                <a:lnTo>
                  <a:pt x="11023" y="2482"/>
                </a:lnTo>
                <a:lnTo>
                  <a:pt x="11047" y="2555"/>
                </a:lnTo>
                <a:lnTo>
                  <a:pt x="11339" y="2896"/>
                </a:lnTo>
                <a:lnTo>
                  <a:pt x="11631" y="3285"/>
                </a:lnTo>
                <a:lnTo>
                  <a:pt x="11875" y="3650"/>
                </a:lnTo>
                <a:lnTo>
                  <a:pt x="12118" y="4040"/>
                </a:lnTo>
                <a:lnTo>
                  <a:pt x="12556" y="4843"/>
                </a:lnTo>
                <a:lnTo>
                  <a:pt x="12970" y="5670"/>
                </a:lnTo>
                <a:lnTo>
                  <a:pt x="13189" y="6157"/>
                </a:lnTo>
                <a:lnTo>
                  <a:pt x="13383" y="6643"/>
                </a:lnTo>
                <a:lnTo>
                  <a:pt x="13578" y="7154"/>
                </a:lnTo>
                <a:lnTo>
                  <a:pt x="13724" y="7665"/>
                </a:lnTo>
                <a:lnTo>
                  <a:pt x="13870" y="8176"/>
                </a:lnTo>
                <a:lnTo>
                  <a:pt x="13992" y="8687"/>
                </a:lnTo>
                <a:lnTo>
                  <a:pt x="14089" y="9222"/>
                </a:lnTo>
                <a:lnTo>
                  <a:pt x="14138" y="9733"/>
                </a:lnTo>
                <a:lnTo>
                  <a:pt x="13967" y="9563"/>
                </a:lnTo>
                <a:lnTo>
                  <a:pt x="13773" y="9393"/>
                </a:lnTo>
                <a:lnTo>
                  <a:pt x="13578" y="9222"/>
                </a:lnTo>
                <a:lnTo>
                  <a:pt x="13383" y="9101"/>
                </a:lnTo>
                <a:lnTo>
                  <a:pt x="13213" y="9003"/>
                </a:lnTo>
                <a:lnTo>
                  <a:pt x="13043" y="8930"/>
                </a:lnTo>
                <a:lnTo>
                  <a:pt x="12702" y="8833"/>
                </a:lnTo>
                <a:lnTo>
                  <a:pt x="12337" y="8784"/>
                </a:lnTo>
                <a:lnTo>
                  <a:pt x="11972" y="8760"/>
                </a:lnTo>
                <a:lnTo>
                  <a:pt x="11631" y="8760"/>
                </a:lnTo>
                <a:lnTo>
                  <a:pt x="11315" y="8833"/>
                </a:lnTo>
                <a:lnTo>
                  <a:pt x="10999" y="8930"/>
                </a:lnTo>
                <a:lnTo>
                  <a:pt x="10682" y="9052"/>
                </a:lnTo>
                <a:lnTo>
                  <a:pt x="10390" y="9222"/>
                </a:lnTo>
                <a:lnTo>
                  <a:pt x="10220" y="9295"/>
                </a:lnTo>
                <a:lnTo>
                  <a:pt x="10074" y="9417"/>
                </a:lnTo>
                <a:lnTo>
                  <a:pt x="10123" y="9271"/>
                </a:lnTo>
                <a:lnTo>
                  <a:pt x="10171" y="9125"/>
                </a:lnTo>
                <a:lnTo>
                  <a:pt x="10220" y="8833"/>
                </a:lnTo>
                <a:lnTo>
                  <a:pt x="10244" y="8225"/>
                </a:lnTo>
                <a:lnTo>
                  <a:pt x="10269" y="7738"/>
                </a:lnTo>
                <a:lnTo>
                  <a:pt x="10269" y="7227"/>
                </a:lnTo>
                <a:lnTo>
                  <a:pt x="10244" y="6230"/>
                </a:lnTo>
                <a:lnTo>
                  <a:pt x="10171" y="4186"/>
                </a:lnTo>
                <a:lnTo>
                  <a:pt x="10171" y="3772"/>
                </a:lnTo>
                <a:lnTo>
                  <a:pt x="10171" y="3310"/>
                </a:lnTo>
                <a:lnTo>
                  <a:pt x="10147" y="2872"/>
                </a:lnTo>
                <a:lnTo>
                  <a:pt x="10123" y="2653"/>
                </a:lnTo>
                <a:lnTo>
                  <a:pt x="10074" y="2458"/>
                </a:lnTo>
                <a:lnTo>
                  <a:pt x="10050" y="2409"/>
                </a:lnTo>
                <a:lnTo>
                  <a:pt x="10025" y="2385"/>
                </a:lnTo>
                <a:lnTo>
                  <a:pt x="9952" y="2361"/>
                </a:lnTo>
                <a:lnTo>
                  <a:pt x="9879" y="2385"/>
                </a:lnTo>
                <a:lnTo>
                  <a:pt x="9831" y="2458"/>
                </a:lnTo>
                <a:lnTo>
                  <a:pt x="9782" y="2628"/>
                </a:lnTo>
                <a:lnTo>
                  <a:pt x="9733" y="2823"/>
                </a:lnTo>
                <a:lnTo>
                  <a:pt x="9709" y="3042"/>
                </a:lnTo>
                <a:lnTo>
                  <a:pt x="9685" y="3237"/>
                </a:lnTo>
                <a:lnTo>
                  <a:pt x="9685" y="3650"/>
                </a:lnTo>
                <a:lnTo>
                  <a:pt x="9685" y="4040"/>
                </a:lnTo>
                <a:lnTo>
                  <a:pt x="9709" y="4989"/>
                </a:lnTo>
                <a:lnTo>
                  <a:pt x="9758" y="5913"/>
                </a:lnTo>
                <a:lnTo>
                  <a:pt x="9782" y="6862"/>
                </a:lnTo>
                <a:lnTo>
                  <a:pt x="9782" y="7787"/>
                </a:lnTo>
                <a:lnTo>
                  <a:pt x="9733" y="8638"/>
                </a:lnTo>
                <a:lnTo>
                  <a:pt x="9685" y="8930"/>
                </a:lnTo>
                <a:lnTo>
                  <a:pt x="9660" y="9198"/>
                </a:lnTo>
                <a:lnTo>
                  <a:pt x="9441" y="9052"/>
                </a:lnTo>
                <a:lnTo>
                  <a:pt x="9222" y="8930"/>
                </a:lnTo>
                <a:lnTo>
                  <a:pt x="8979" y="8833"/>
                </a:lnTo>
                <a:lnTo>
                  <a:pt x="8711" y="8760"/>
                </a:lnTo>
                <a:lnTo>
                  <a:pt x="8444" y="8711"/>
                </a:lnTo>
                <a:lnTo>
                  <a:pt x="7690" y="8711"/>
                </a:lnTo>
                <a:lnTo>
                  <a:pt x="7325" y="8784"/>
                </a:lnTo>
                <a:lnTo>
                  <a:pt x="6960" y="8882"/>
                </a:lnTo>
                <a:lnTo>
                  <a:pt x="6619" y="8979"/>
                </a:lnTo>
                <a:lnTo>
                  <a:pt x="6278" y="9125"/>
                </a:lnTo>
                <a:lnTo>
                  <a:pt x="5913" y="9295"/>
                </a:lnTo>
                <a:lnTo>
                  <a:pt x="5548" y="9514"/>
                </a:lnTo>
                <a:lnTo>
                  <a:pt x="5548" y="9393"/>
                </a:lnTo>
                <a:lnTo>
                  <a:pt x="5548" y="9295"/>
                </a:lnTo>
                <a:lnTo>
                  <a:pt x="5646" y="8760"/>
                </a:lnTo>
                <a:lnTo>
                  <a:pt x="5792" y="8249"/>
                </a:lnTo>
                <a:lnTo>
                  <a:pt x="5938" y="7763"/>
                </a:lnTo>
                <a:lnTo>
                  <a:pt x="6132" y="7252"/>
                </a:lnTo>
                <a:lnTo>
                  <a:pt x="6400" y="6473"/>
                </a:lnTo>
                <a:lnTo>
                  <a:pt x="6570" y="6084"/>
                </a:lnTo>
                <a:lnTo>
                  <a:pt x="6741" y="5719"/>
                </a:lnTo>
                <a:lnTo>
                  <a:pt x="7227" y="4867"/>
                </a:lnTo>
                <a:lnTo>
                  <a:pt x="7738" y="4015"/>
                </a:lnTo>
                <a:lnTo>
                  <a:pt x="8249" y="3212"/>
                </a:lnTo>
                <a:lnTo>
                  <a:pt x="8492" y="2799"/>
                </a:lnTo>
                <a:lnTo>
                  <a:pt x="8590" y="2580"/>
                </a:lnTo>
                <a:lnTo>
                  <a:pt x="8687" y="2361"/>
                </a:lnTo>
                <a:lnTo>
                  <a:pt x="8663" y="2312"/>
                </a:lnTo>
                <a:lnTo>
                  <a:pt x="8638" y="2263"/>
                </a:lnTo>
                <a:lnTo>
                  <a:pt x="8590" y="2239"/>
                </a:lnTo>
                <a:lnTo>
                  <a:pt x="8517" y="2263"/>
                </a:lnTo>
                <a:lnTo>
                  <a:pt x="8371" y="2434"/>
                </a:lnTo>
                <a:lnTo>
                  <a:pt x="8225" y="2580"/>
                </a:lnTo>
                <a:lnTo>
                  <a:pt x="7933" y="2920"/>
                </a:lnTo>
                <a:lnTo>
                  <a:pt x="7690" y="3285"/>
                </a:lnTo>
                <a:lnTo>
                  <a:pt x="7422" y="3650"/>
                </a:lnTo>
                <a:lnTo>
                  <a:pt x="7154" y="4064"/>
                </a:lnTo>
                <a:lnTo>
                  <a:pt x="6911" y="4478"/>
                </a:lnTo>
                <a:lnTo>
                  <a:pt x="6424" y="5329"/>
                </a:lnTo>
                <a:lnTo>
                  <a:pt x="6230" y="5694"/>
                </a:lnTo>
                <a:lnTo>
                  <a:pt x="6059" y="6084"/>
                </a:lnTo>
                <a:lnTo>
                  <a:pt x="5767" y="6838"/>
                </a:lnTo>
                <a:lnTo>
                  <a:pt x="5621" y="7227"/>
                </a:lnTo>
                <a:lnTo>
                  <a:pt x="5402" y="7933"/>
                </a:lnTo>
                <a:lnTo>
                  <a:pt x="5281" y="8346"/>
                </a:lnTo>
                <a:lnTo>
                  <a:pt x="5159" y="8784"/>
                </a:lnTo>
                <a:lnTo>
                  <a:pt x="5086" y="9174"/>
                </a:lnTo>
                <a:lnTo>
                  <a:pt x="5062" y="9514"/>
                </a:lnTo>
                <a:lnTo>
                  <a:pt x="4916" y="9393"/>
                </a:lnTo>
                <a:lnTo>
                  <a:pt x="4770" y="9295"/>
                </a:lnTo>
                <a:lnTo>
                  <a:pt x="4478" y="9101"/>
                </a:lnTo>
                <a:lnTo>
                  <a:pt x="4283" y="9003"/>
                </a:lnTo>
                <a:lnTo>
                  <a:pt x="4088" y="8930"/>
                </a:lnTo>
                <a:lnTo>
                  <a:pt x="3869" y="8857"/>
                </a:lnTo>
                <a:lnTo>
                  <a:pt x="3650" y="8809"/>
                </a:lnTo>
                <a:lnTo>
                  <a:pt x="3212" y="8760"/>
                </a:lnTo>
                <a:lnTo>
                  <a:pt x="2774" y="8736"/>
                </a:lnTo>
                <a:lnTo>
                  <a:pt x="2507" y="8760"/>
                </a:lnTo>
                <a:lnTo>
                  <a:pt x="2215" y="8784"/>
                </a:lnTo>
                <a:lnTo>
                  <a:pt x="1874" y="8857"/>
                </a:lnTo>
                <a:lnTo>
                  <a:pt x="1558" y="8930"/>
                </a:lnTo>
                <a:lnTo>
                  <a:pt x="1241" y="9052"/>
                </a:lnTo>
                <a:lnTo>
                  <a:pt x="949" y="9198"/>
                </a:lnTo>
                <a:lnTo>
                  <a:pt x="682" y="9393"/>
                </a:lnTo>
                <a:lnTo>
                  <a:pt x="463" y="9612"/>
                </a:lnTo>
                <a:lnTo>
                  <a:pt x="584" y="9198"/>
                </a:lnTo>
                <a:lnTo>
                  <a:pt x="682" y="8809"/>
                </a:lnTo>
                <a:lnTo>
                  <a:pt x="803" y="8322"/>
                </a:lnTo>
                <a:lnTo>
                  <a:pt x="925" y="7836"/>
                </a:lnTo>
                <a:lnTo>
                  <a:pt x="1095" y="7373"/>
                </a:lnTo>
                <a:lnTo>
                  <a:pt x="1266" y="6911"/>
                </a:lnTo>
                <a:lnTo>
                  <a:pt x="1460" y="6497"/>
                </a:lnTo>
                <a:lnTo>
                  <a:pt x="1679" y="6108"/>
                </a:lnTo>
                <a:lnTo>
                  <a:pt x="1923" y="5719"/>
                </a:lnTo>
                <a:lnTo>
                  <a:pt x="2166" y="5329"/>
                </a:lnTo>
                <a:lnTo>
                  <a:pt x="2458" y="4964"/>
                </a:lnTo>
                <a:lnTo>
                  <a:pt x="2726" y="4624"/>
                </a:lnTo>
                <a:lnTo>
                  <a:pt x="3042" y="4283"/>
                </a:lnTo>
                <a:lnTo>
                  <a:pt x="3334" y="3942"/>
                </a:lnTo>
                <a:lnTo>
                  <a:pt x="3675" y="3626"/>
                </a:lnTo>
                <a:lnTo>
                  <a:pt x="4015" y="3358"/>
                </a:lnTo>
                <a:lnTo>
                  <a:pt x="4356" y="3091"/>
                </a:lnTo>
                <a:lnTo>
                  <a:pt x="4721" y="2847"/>
                </a:lnTo>
                <a:lnTo>
                  <a:pt x="5110" y="2604"/>
                </a:lnTo>
                <a:lnTo>
                  <a:pt x="5500" y="2409"/>
                </a:lnTo>
                <a:lnTo>
                  <a:pt x="5889" y="2239"/>
                </a:lnTo>
                <a:lnTo>
                  <a:pt x="6303" y="2069"/>
                </a:lnTo>
                <a:lnTo>
                  <a:pt x="6716" y="1947"/>
                </a:lnTo>
                <a:lnTo>
                  <a:pt x="7130" y="1825"/>
                </a:lnTo>
                <a:lnTo>
                  <a:pt x="7568" y="1704"/>
                </a:lnTo>
                <a:lnTo>
                  <a:pt x="8006" y="1631"/>
                </a:lnTo>
                <a:lnTo>
                  <a:pt x="8444" y="1558"/>
                </a:lnTo>
                <a:lnTo>
                  <a:pt x="8882" y="1509"/>
                </a:lnTo>
                <a:lnTo>
                  <a:pt x="9320" y="1485"/>
                </a:lnTo>
                <a:lnTo>
                  <a:pt x="9782" y="1460"/>
                </a:lnTo>
                <a:close/>
                <a:moveTo>
                  <a:pt x="9855" y="1"/>
                </a:moveTo>
                <a:lnTo>
                  <a:pt x="9782" y="49"/>
                </a:lnTo>
                <a:lnTo>
                  <a:pt x="9709" y="146"/>
                </a:lnTo>
                <a:lnTo>
                  <a:pt x="9660" y="292"/>
                </a:lnTo>
                <a:lnTo>
                  <a:pt x="9612" y="438"/>
                </a:lnTo>
                <a:lnTo>
                  <a:pt x="9612" y="560"/>
                </a:lnTo>
                <a:lnTo>
                  <a:pt x="9587" y="779"/>
                </a:lnTo>
                <a:lnTo>
                  <a:pt x="9612" y="998"/>
                </a:lnTo>
                <a:lnTo>
                  <a:pt x="9174" y="1022"/>
                </a:lnTo>
                <a:lnTo>
                  <a:pt x="8760" y="1047"/>
                </a:lnTo>
                <a:lnTo>
                  <a:pt x="8346" y="1095"/>
                </a:lnTo>
                <a:lnTo>
                  <a:pt x="7933" y="1168"/>
                </a:lnTo>
                <a:lnTo>
                  <a:pt x="7519" y="1241"/>
                </a:lnTo>
                <a:lnTo>
                  <a:pt x="7130" y="1339"/>
                </a:lnTo>
                <a:lnTo>
                  <a:pt x="6716" y="1460"/>
                </a:lnTo>
                <a:lnTo>
                  <a:pt x="6327" y="1582"/>
                </a:lnTo>
                <a:lnTo>
                  <a:pt x="5938" y="1728"/>
                </a:lnTo>
                <a:lnTo>
                  <a:pt x="5548" y="1898"/>
                </a:lnTo>
                <a:lnTo>
                  <a:pt x="5183" y="2069"/>
                </a:lnTo>
                <a:lnTo>
                  <a:pt x="4818" y="2263"/>
                </a:lnTo>
                <a:lnTo>
                  <a:pt x="4453" y="2482"/>
                </a:lnTo>
                <a:lnTo>
                  <a:pt x="4113" y="2726"/>
                </a:lnTo>
                <a:lnTo>
                  <a:pt x="3772" y="2969"/>
                </a:lnTo>
                <a:lnTo>
                  <a:pt x="3456" y="3237"/>
                </a:lnTo>
                <a:lnTo>
                  <a:pt x="3115" y="3553"/>
                </a:lnTo>
                <a:lnTo>
                  <a:pt x="2799" y="3869"/>
                </a:lnTo>
                <a:lnTo>
                  <a:pt x="2507" y="4210"/>
                </a:lnTo>
                <a:lnTo>
                  <a:pt x="2215" y="4551"/>
                </a:lnTo>
                <a:lnTo>
                  <a:pt x="1947" y="4916"/>
                </a:lnTo>
                <a:lnTo>
                  <a:pt x="1704" y="5305"/>
                </a:lnTo>
                <a:lnTo>
                  <a:pt x="1217" y="6084"/>
                </a:lnTo>
                <a:lnTo>
                  <a:pt x="998" y="6497"/>
                </a:lnTo>
                <a:lnTo>
                  <a:pt x="803" y="6960"/>
                </a:lnTo>
                <a:lnTo>
                  <a:pt x="633" y="7398"/>
                </a:lnTo>
                <a:lnTo>
                  <a:pt x="487" y="7860"/>
                </a:lnTo>
                <a:lnTo>
                  <a:pt x="244" y="8857"/>
                </a:lnTo>
                <a:lnTo>
                  <a:pt x="122" y="9344"/>
                </a:lnTo>
                <a:lnTo>
                  <a:pt x="25" y="9831"/>
                </a:lnTo>
                <a:lnTo>
                  <a:pt x="1" y="10001"/>
                </a:lnTo>
                <a:lnTo>
                  <a:pt x="25" y="10171"/>
                </a:lnTo>
                <a:lnTo>
                  <a:pt x="49" y="10317"/>
                </a:lnTo>
                <a:lnTo>
                  <a:pt x="122" y="10463"/>
                </a:lnTo>
                <a:lnTo>
                  <a:pt x="171" y="10512"/>
                </a:lnTo>
                <a:lnTo>
                  <a:pt x="219" y="10536"/>
                </a:lnTo>
                <a:lnTo>
                  <a:pt x="268" y="10512"/>
                </a:lnTo>
                <a:lnTo>
                  <a:pt x="317" y="10463"/>
                </a:lnTo>
                <a:lnTo>
                  <a:pt x="365" y="10463"/>
                </a:lnTo>
                <a:lnTo>
                  <a:pt x="390" y="10439"/>
                </a:lnTo>
                <a:lnTo>
                  <a:pt x="609" y="10196"/>
                </a:lnTo>
                <a:lnTo>
                  <a:pt x="803" y="9952"/>
                </a:lnTo>
                <a:lnTo>
                  <a:pt x="1047" y="9758"/>
                </a:lnTo>
                <a:lnTo>
                  <a:pt x="1168" y="9660"/>
                </a:lnTo>
                <a:lnTo>
                  <a:pt x="1314" y="9587"/>
                </a:lnTo>
                <a:lnTo>
                  <a:pt x="1655" y="9417"/>
                </a:lnTo>
                <a:lnTo>
                  <a:pt x="2020" y="9320"/>
                </a:lnTo>
                <a:lnTo>
                  <a:pt x="2409" y="9271"/>
                </a:lnTo>
                <a:lnTo>
                  <a:pt x="2774" y="9247"/>
                </a:lnTo>
                <a:lnTo>
                  <a:pt x="3139" y="9247"/>
                </a:lnTo>
                <a:lnTo>
                  <a:pt x="3480" y="9295"/>
                </a:lnTo>
                <a:lnTo>
                  <a:pt x="3821" y="9393"/>
                </a:lnTo>
                <a:lnTo>
                  <a:pt x="4137" y="9514"/>
                </a:lnTo>
                <a:lnTo>
                  <a:pt x="4405" y="9660"/>
                </a:lnTo>
                <a:lnTo>
                  <a:pt x="4648" y="9855"/>
                </a:lnTo>
                <a:lnTo>
                  <a:pt x="4745" y="9952"/>
                </a:lnTo>
                <a:lnTo>
                  <a:pt x="4818" y="10074"/>
                </a:lnTo>
                <a:lnTo>
                  <a:pt x="4916" y="10196"/>
                </a:lnTo>
                <a:lnTo>
                  <a:pt x="5037" y="10293"/>
                </a:lnTo>
                <a:lnTo>
                  <a:pt x="5110" y="10317"/>
                </a:lnTo>
                <a:lnTo>
                  <a:pt x="5208" y="10293"/>
                </a:lnTo>
                <a:lnTo>
                  <a:pt x="5281" y="10244"/>
                </a:lnTo>
                <a:lnTo>
                  <a:pt x="5329" y="10171"/>
                </a:lnTo>
                <a:lnTo>
                  <a:pt x="5329" y="10147"/>
                </a:lnTo>
                <a:lnTo>
                  <a:pt x="5548" y="10050"/>
                </a:lnTo>
                <a:lnTo>
                  <a:pt x="5767" y="9904"/>
                </a:lnTo>
                <a:lnTo>
                  <a:pt x="5962" y="9782"/>
                </a:lnTo>
                <a:lnTo>
                  <a:pt x="6181" y="9660"/>
                </a:lnTo>
                <a:lnTo>
                  <a:pt x="6473" y="9514"/>
                </a:lnTo>
                <a:lnTo>
                  <a:pt x="6789" y="9393"/>
                </a:lnTo>
                <a:lnTo>
                  <a:pt x="7106" y="9295"/>
                </a:lnTo>
                <a:lnTo>
                  <a:pt x="7422" y="9222"/>
                </a:lnTo>
                <a:lnTo>
                  <a:pt x="7738" y="9149"/>
                </a:lnTo>
                <a:lnTo>
                  <a:pt x="8371" y="9149"/>
                </a:lnTo>
                <a:lnTo>
                  <a:pt x="8687" y="9222"/>
                </a:lnTo>
                <a:lnTo>
                  <a:pt x="8833" y="9271"/>
                </a:lnTo>
                <a:lnTo>
                  <a:pt x="8979" y="9320"/>
                </a:lnTo>
                <a:lnTo>
                  <a:pt x="9101" y="9393"/>
                </a:lnTo>
                <a:lnTo>
                  <a:pt x="9198" y="9490"/>
                </a:lnTo>
                <a:lnTo>
                  <a:pt x="9417" y="9685"/>
                </a:lnTo>
                <a:lnTo>
                  <a:pt x="9587" y="9904"/>
                </a:lnTo>
                <a:lnTo>
                  <a:pt x="9587" y="10317"/>
                </a:lnTo>
                <a:lnTo>
                  <a:pt x="9612" y="10780"/>
                </a:lnTo>
                <a:lnTo>
                  <a:pt x="9636" y="11218"/>
                </a:lnTo>
                <a:lnTo>
                  <a:pt x="9636" y="11631"/>
                </a:lnTo>
                <a:lnTo>
                  <a:pt x="9612" y="12726"/>
                </a:lnTo>
                <a:lnTo>
                  <a:pt x="9587" y="13797"/>
                </a:lnTo>
                <a:lnTo>
                  <a:pt x="9587" y="14649"/>
                </a:lnTo>
                <a:lnTo>
                  <a:pt x="9587" y="15062"/>
                </a:lnTo>
                <a:lnTo>
                  <a:pt x="9587" y="15500"/>
                </a:lnTo>
                <a:lnTo>
                  <a:pt x="9563" y="16352"/>
                </a:lnTo>
                <a:lnTo>
                  <a:pt x="9563" y="16790"/>
                </a:lnTo>
                <a:lnTo>
                  <a:pt x="9612" y="17203"/>
                </a:lnTo>
                <a:lnTo>
                  <a:pt x="9660" y="17495"/>
                </a:lnTo>
                <a:lnTo>
                  <a:pt x="9758" y="17787"/>
                </a:lnTo>
                <a:lnTo>
                  <a:pt x="9879" y="18031"/>
                </a:lnTo>
                <a:lnTo>
                  <a:pt x="10025" y="18250"/>
                </a:lnTo>
                <a:lnTo>
                  <a:pt x="10220" y="18444"/>
                </a:lnTo>
                <a:lnTo>
                  <a:pt x="10439" y="18590"/>
                </a:lnTo>
                <a:lnTo>
                  <a:pt x="10707" y="18712"/>
                </a:lnTo>
                <a:lnTo>
                  <a:pt x="10853" y="18761"/>
                </a:lnTo>
                <a:lnTo>
                  <a:pt x="10999" y="18785"/>
                </a:lnTo>
                <a:lnTo>
                  <a:pt x="11291" y="18785"/>
                </a:lnTo>
                <a:lnTo>
                  <a:pt x="11412" y="18761"/>
                </a:lnTo>
                <a:lnTo>
                  <a:pt x="11534" y="18712"/>
                </a:lnTo>
                <a:lnTo>
                  <a:pt x="11631" y="18663"/>
                </a:lnTo>
                <a:lnTo>
                  <a:pt x="11753" y="18590"/>
                </a:lnTo>
                <a:lnTo>
                  <a:pt x="11948" y="18420"/>
                </a:lnTo>
                <a:lnTo>
                  <a:pt x="12094" y="18225"/>
                </a:lnTo>
                <a:lnTo>
                  <a:pt x="12215" y="18006"/>
                </a:lnTo>
                <a:lnTo>
                  <a:pt x="12313" y="17763"/>
                </a:lnTo>
                <a:lnTo>
                  <a:pt x="12386" y="17495"/>
                </a:lnTo>
                <a:lnTo>
                  <a:pt x="12386" y="17398"/>
                </a:lnTo>
                <a:lnTo>
                  <a:pt x="12361" y="17301"/>
                </a:lnTo>
                <a:lnTo>
                  <a:pt x="12313" y="17228"/>
                </a:lnTo>
                <a:lnTo>
                  <a:pt x="12215" y="17179"/>
                </a:lnTo>
                <a:lnTo>
                  <a:pt x="12142" y="17155"/>
                </a:lnTo>
                <a:lnTo>
                  <a:pt x="12045" y="17155"/>
                </a:lnTo>
                <a:lnTo>
                  <a:pt x="11972" y="17203"/>
                </a:lnTo>
                <a:lnTo>
                  <a:pt x="11899" y="17301"/>
                </a:lnTo>
                <a:lnTo>
                  <a:pt x="11802" y="17520"/>
                </a:lnTo>
                <a:lnTo>
                  <a:pt x="11729" y="17714"/>
                </a:lnTo>
                <a:lnTo>
                  <a:pt x="11704" y="17836"/>
                </a:lnTo>
                <a:lnTo>
                  <a:pt x="11631" y="17933"/>
                </a:lnTo>
                <a:lnTo>
                  <a:pt x="11558" y="18006"/>
                </a:lnTo>
                <a:lnTo>
                  <a:pt x="11461" y="18104"/>
                </a:lnTo>
                <a:lnTo>
                  <a:pt x="11364" y="18152"/>
                </a:lnTo>
                <a:lnTo>
                  <a:pt x="11266" y="18201"/>
                </a:lnTo>
                <a:lnTo>
                  <a:pt x="11145" y="18225"/>
                </a:lnTo>
                <a:lnTo>
                  <a:pt x="11023" y="18225"/>
                </a:lnTo>
                <a:lnTo>
                  <a:pt x="10926" y="18201"/>
                </a:lnTo>
                <a:lnTo>
                  <a:pt x="10804" y="18177"/>
                </a:lnTo>
                <a:lnTo>
                  <a:pt x="10609" y="18079"/>
                </a:lnTo>
                <a:lnTo>
                  <a:pt x="10488" y="17982"/>
                </a:lnTo>
                <a:lnTo>
                  <a:pt x="10366" y="17860"/>
                </a:lnTo>
                <a:lnTo>
                  <a:pt x="10293" y="17739"/>
                </a:lnTo>
                <a:lnTo>
                  <a:pt x="10220" y="17593"/>
                </a:lnTo>
                <a:lnTo>
                  <a:pt x="10171" y="17447"/>
                </a:lnTo>
                <a:lnTo>
                  <a:pt x="10123" y="17301"/>
                </a:lnTo>
                <a:lnTo>
                  <a:pt x="10074" y="16960"/>
                </a:lnTo>
                <a:lnTo>
                  <a:pt x="10074" y="16595"/>
                </a:lnTo>
                <a:lnTo>
                  <a:pt x="10074" y="16254"/>
                </a:lnTo>
                <a:lnTo>
                  <a:pt x="10098" y="15646"/>
                </a:lnTo>
                <a:lnTo>
                  <a:pt x="10123" y="14916"/>
                </a:lnTo>
                <a:lnTo>
                  <a:pt x="10123" y="14186"/>
                </a:lnTo>
                <a:lnTo>
                  <a:pt x="10098" y="13456"/>
                </a:lnTo>
                <a:lnTo>
                  <a:pt x="10123" y="12726"/>
                </a:lnTo>
                <a:lnTo>
                  <a:pt x="10147" y="12069"/>
                </a:lnTo>
                <a:lnTo>
                  <a:pt x="10171" y="11364"/>
                </a:lnTo>
                <a:lnTo>
                  <a:pt x="10171" y="10999"/>
                </a:lnTo>
                <a:lnTo>
                  <a:pt x="10147" y="10658"/>
                </a:lnTo>
                <a:lnTo>
                  <a:pt x="10098" y="10317"/>
                </a:lnTo>
                <a:lnTo>
                  <a:pt x="10001" y="10001"/>
                </a:lnTo>
                <a:lnTo>
                  <a:pt x="10050" y="9928"/>
                </a:lnTo>
                <a:lnTo>
                  <a:pt x="10244" y="9831"/>
                </a:lnTo>
                <a:lnTo>
                  <a:pt x="10415" y="9709"/>
                </a:lnTo>
                <a:lnTo>
                  <a:pt x="10585" y="9587"/>
                </a:lnTo>
                <a:lnTo>
                  <a:pt x="10780" y="9490"/>
                </a:lnTo>
                <a:lnTo>
                  <a:pt x="11096" y="9368"/>
                </a:lnTo>
                <a:lnTo>
                  <a:pt x="11437" y="9271"/>
                </a:lnTo>
                <a:lnTo>
                  <a:pt x="11777" y="9247"/>
                </a:lnTo>
                <a:lnTo>
                  <a:pt x="12142" y="9222"/>
                </a:lnTo>
                <a:lnTo>
                  <a:pt x="12313" y="9247"/>
                </a:lnTo>
                <a:lnTo>
                  <a:pt x="12507" y="9271"/>
                </a:lnTo>
                <a:lnTo>
                  <a:pt x="12702" y="9320"/>
                </a:lnTo>
                <a:lnTo>
                  <a:pt x="12872" y="9393"/>
                </a:lnTo>
                <a:lnTo>
                  <a:pt x="13043" y="9466"/>
                </a:lnTo>
                <a:lnTo>
                  <a:pt x="13213" y="9563"/>
                </a:lnTo>
                <a:lnTo>
                  <a:pt x="13383" y="9660"/>
                </a:lnTo>
                <a:lnTo>
                  <a:pt x="13529" y="9782"/>
                </a:lnTo>
                <a:lnTo>
                  <a:pt x="13919" y="10147"/>
                </a:lnTo>
                <a:lnTo>
                  <a:pt x="14113" y="10293"/>
                </a:lnTo>
                <a:lnTo>
                  <a:pt x="14235" y="10342"/>
                </a:lnTo>
                <a:lnTo>
                  <a:pt x="14357" y="10390"/>
                </a:lnTo>
                <a:lnTo>
                  <a:pt x="14478" y="10415"/>
                </a:lnTo>
                <a:lnTo>
                  <a:pt x="14576" y="10366"/>
                </a:lnTo>
                <a:lnTo>
                  <a:pt x="14624" y="10293"/>
                </a:lnTo>
                <a:lnTo>
                  <a:pt x="14649" y="10196"/>
                </a:lnTo>
                <a:lnTo>
                  <a:pt x="14892" y="10001"/>
                </a:lnTo>
                <a:lnTo>
                  <a:pt x="15038" y="9904"/>
                </a:lnTo>
                <a:lnTo>
                  <a:pt x="15184" y="9806"/>
                </a:lnTo>
                <a:lnTo>
                  <a:pt x="15500" y="9660"/>
                </a:lnTo>
                <a:lnTo>
                  <a:pt x="15841" y="9539"/>
                </a:lnTo>
                <a:lnTo>
                  <a:pt x="16181" y="9466"/>
                </a:lnTo>
                <a:lnTo>
                  <a:pt x="16522" y="9417"/>
                </a:lnTo>
                <a:lnTo>
                  <a:pt x="16887" y="9393"/>
                </a:lnTo>
                <a:lnTo>
                  <a:pt x="17252" y="9417"/>
                </a:lnTo>
                <a:lnTo>
                  <a:pt x="17617" y="9490"/>
                </a:lnTo>
                <a:lnTo>
                  <a:pt x="17958" y="9612"/>
                </a:lnTo>
                <a:lnTo>
                  <a:pt x="18298" y="9782"/>
                </a:lnTo>
                <a:lnTo>
                  <a:pt x="18493" y="9928"/>
                </a:lnTo>
                <a:lnTo>
                  <a:pt x="18688" y="10098"/>
                </a:lnTo>
                <a:lnTo>
                  <a:pt x="18907" y="10293"/>
                </a:lnTo>
                <a:lnTo>
                  <a:pt x="19004" y="10366"/>
                </a:lnTo>
                <a:lnTo>
                  <a:pt x="19126" y="10415"/>
                </a:lnTo>
                <a:lnTo>
                  <a:pt x="19150" y="10536"/>
                </a:lnTo>
                <a:lnTo>
                  <a:pt x="19174" y="10634"/>
                </a:lnTo>
                <a:lnTo>
                  <a:pt x="19247" y="10682"/>
                </a:lnTo>
                <a:lnTo>
                  <a:pt x="19320" y="10707"/>
                </a:lnTo>
                <a:lnTo>
                  <a:pt x="19418" y="10707"/>
                </a:lnTo>
                <a:lnTo>
                  <a:pt x="19515" y="10682"/>
                </a:lnTo>
                <a:lnTo>
                  <a:pt x="19588" y="10634"/>
                </a:lnTo>
                <a:lnTo>
                  <a:pt x="19637" y="10561"/>
                </a:lnTo>
                <a:lnTo>
                  <a:pt x="19661" y="10463"/>
                </a:lnTo>
                <a:lnTo>
                  <a:pt x="19588" y="9977"/>
                </a:lnTo>
                <a:lnTo>
                  <a:pt x="19515" y="9490"/>
                </a:lnTo>
                <a:lnTo>
                  <a:pt x="19418" y="9028"/>
                </a:lnTo>
                <a:lnTo>
                  <a:pt x="19320" y="8541"/>
                </a:lnTo>
                <a:lnTo>
                  <a:pt x="19199" y="8055"/>
                </a:lnTo>
                <a:lnTo>
                  <a:pt x="19053" y="7592"/>
                </a:lnTo>
                <a:lnTo>
                  <a:pt x="18882" y="7106"/>
                </a:lnTo>
                <a:lnTo>
                  <a:pt x="18712" y="6668"/>
                </a:lnTo>
                <a:lnTo>
                  <a:pt x="18493" y="6205"/>
                </a:lnTo>
                <a:lnTo>
                  <a:pt x="18274" y="5767"/>
                </a:lnTo>
                <a:lnTo>
                  <a:pt x="18031" y="5354"/>
                </a:lnTo>
                <a:lnTo>
                  <a:pt x="17763" y="4940"/>
                </a:lnTo>
                <a:lnTo>
                  <a:pt x="17447" y="4575"/>
                </a:lnTo>
                <a:lnTo>
                  <a:pt x="17130" y="4210"/>
                </a:lnTo>
                <a:lnTo>
                  <a:pt x="16790" y="3869"/>
                </a:lnTo>
                <a:lnTo>
                  <a:pt x="16400" y="3529"/>
                </a:lnTo>
                <a:lnTo>
                  <a:pt x="15987" y="3212"/>
                </a:lnTo>
                <a:lnTo>
                  <a:pt x="15865" y="3139"/>
                </a:lnTo>
                <a:lnTo>
                  <a:pt x="15281" y="2774"/>
                </a:lnTo>
                <a:lnTo>
                  <a:pt x="14673" y="2409"/>
                </a:lnTo>
                <a:lnTo>
                  <a:pt x="14065" y="2093"/>
                </a:lnTo>
                <a:lnTo>
                  <a:pt x="13456" y="1777"/>
                </a:lnTo>
                <a:lnTo>
                  <a:pt x="13043" y="1582"/>
                </a:lnTo>
                <a:lnTo>
                  <a:pt x="12629" y="1436"/>
                </a:lnTo>
                <a:lnTo>
                  <a:pt x="12580" y="1387"/>
                </a:lnTo>
                <a:lnTo>
                  <a:pt x="12532" y="1363"/>
                </a:lnTo>
                <a:lnTo>
                  <a:pt x="12483" y="1363"/>
                </a:lnTo>
                <a:lnTo>
                  <a:pt x="11899" y="1217"/>
                </a:lnTo>
                <a:lnTo>
                  <a:pt x="11315" y="1095"/>
                </a:lnTo>
                <a:lnTo>
                  <a:pt x="10707" y="1022"/>
                </a:lnTo>
                <a:lnTo>
                  <a:pt x="10074" y="998"/>
                </a:lnTo>
                <a:lnTo>
                  <a:pt x="10025" y="657"/>
                </a:lnTo>
                <a:lnTo>
                  <a:pt x="10050" y="438"/>
                </a:lnTo>
                <a:lnTo>
                  <a:pt x="10098" y="219"/>
                </a:lnTo>
                <a:lnTo>
                  <a:pt x="10098" y="146"/>
                </a:lnTo>
                <a:lnTo>
                  <a:pt x="10074" y="98"/>
                </a:lnTo>
                <a:lnTo>
                  <a:pt x="10050" y="49"/>
                </a:lnTo>
                <a:lnTo>
                  <a:pt x="10001" y="25"/>
                </a:lnTo>
                <a:lnTo>
                  <a:pt x="9952"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10" name="Google Shape;810;p39"/>
          <p:cNvSpPr/>
          <p:nvPr/>
        </p:nvSpPr>
        <p:spPr>
          <a:xfrm>
            <a:off x="252963" y="1538097"/>
            <a:ext cx="421211" cy="298889"/>
          </a:xfrm>
          <a:custGeom>
            <a:avLst/>
            <a:gdLst/>
            <a:ahLst/>
            <a:cxnLst/>
            <a:rect l="l" t="t" r="r" b="b"/>
            <a:pathLst>
              <a:path w="19273" h="13676" extrusionOk="0">
                <a:moveTo>
                  <a:pt x="5354" y="536"/>
                </a:moveTo>
                <a:lnTo>
                  <a:pt x="6717" y="560"/>
                </a:lnTo>
                <a:lnTo>
                  <a:pt x="8079" y="633"/>
                </a:lnTo>
                <a:lnTo>
                  <a:pt x="10805" y="779"/>
                </a:lnTo>
                <a:lnTo>
                  <a:pt x="12143" y="804"/>
                </a:lnTo>
                <a:lnTo>
                  <a:pt x="13481" y="804"/>
                </a:lnTo>
                <a:lnTo>
                  <a:pt x="14795" y="779"/>
                </a:lnTo>
                <a:lnTo>
                  <a:pt x="16133" y="706"/>
                </a:lnTo>
                <a:lnTo>
                  <a:pt x="16571" y="706"/>
                </a:lnTo>
                <a:lnTo>
                  <a:pt x="16985" y="731"/>
                </a:lnTo>
                <a:lnTo>
                  <a:pt x="17861" y="804"/>
                </a:lnTo>
                <a:lnTo>
                  <a:pt x="18275" y="828"/>
                </a:lnTo>
                <a:lnTo>
                  <a:pt x="18494" y="852"/>
                </a:lnTo>
                <a:lnTo>
                  <a:pt x="18713" y="828"/>
                </a:lnTo>
                <a:lnTo>
                  <a:pt x="18713" y="828"/>
                </a:lnTo>
                <a:lnTo>
                  <a:pt x="18664" y="1096"/>
                </a:lnTo>
                <a:lnTo>
                  <a:pt x="18640" y="1363"/>
                </a:lnTo>
                <a:lnTo>
                  <a:pt x="18615" y="1534"/>
                </a:lnTo>
                <a:lnTo>
                  <a:pt x="18421" y="1461"/>
                </a:lnTo>
                <a:lnTo>
                  <a:pt x="18226" y="1363"/>
                </a:lnTo>
                <a:lnTo>
                  <a:pt x="17788" y="1144"/>
                </a:lnTo>
                <a:lnTo>
                  <a:pt x="17545" y="1047"/>
                </a:lnTo>
                <a:lnTo>
                  <a:pt x="17447" y="1023"/>
                </a:lnTo>
                <a:lnTo>
                  <a:pt x="17326" y="998"/>
                </a:lnTo>
                <a:lnTo>
                  <a:pt x="17277" y="1023"/>
                </a:lnTo>
                <a:lnTo>
                  <a:pt x="17253" y="1047"/>
                </a:lnTo>
                <a:lnTo>
                  <a:pt x="17228" y="1096"/>
                </a:lnTo>
                <a:lnTo>
                  <a:pt x="17253" y="1144"/>
                </a:lnTo>
                <a:lnTo>
                  <a:pt x="17326" y="1242"/>
                </a:lnTo>
                <a:lnTo>
                  <a:pt x="17399" y="1339"/>
                </a:lnTo>
                <a:lnTo>
                  <a:pt x="17642" y="1509"/>
                </a:lnTo>
                <a:lnTo>
                  <a:pt x="17885" y="1655"/>
                </a:lnTo>
                <a:lnTo>
                  <a:pt x="18104" y="1777"/>
                </a:lnTo>
                <a:lnTo>
                  <a:pt x="18445" y="1947"/>
                </a:lnTo>
                <a:lnTo>
                  <a:pt x="18153" y="2191"/>
                </a:lnTo>
                <a:lnTo>
                  <a:pt x="17788" y="2045"/>
                </a:lnTo>
                <a:lnTo>
                  <a:pt x="17423" y="1874"/>
                </a:lnTo>
                <a:lnTo>
                  <a:pt x="17107" y="1728"/>
                </a:lnTo>
                <a:lnTo>
                  <a:pt x="16912" y="1680"/>
                </a:lnTo>
                <a:lnTo>
                  <a:pt x="16742" y="1655"/>
                </a:lnTo>
                <a:lnTo>
                  <a:pt x="16669" y="1704"/>
                </a:lnTo>
                <a:lnTo>
                  <a:pt x="16620" y="1753"/>
                </a:lnTo>
                <a:lnTo>
                  <a:pt x="16620" y="1826"/>
                </a:lnTo>
                <a:lnTo>
                  <a:pt x="16693" y="1899"/>
                </a:lnTo>
                <a:lnTo>
                  <a:pt x="16985" y="2093"/>
                </a:lnTo>
                <a:lnTo>
                  <a:pt x="17301" y="2264"/>
                </a:lnTo>
                <a:lnTo>
                  <a:pt x="17520" y="2361"/>
                </a:lnTo>
                <a:lnTo>
                  <a:pt x="17739" y="2458"/>
                </a:lnTo>
                <a:lnTo>
                  <a:pt x="17618" y="2531"/>
                </a:lnTo>
                <a:lnTo>
                  <a:pt x="17545" y="2580"/>
                </a:lnTo>
                <a:lnTo>
                  <a:pt x="17253" y="2507"/>
                </a:lnTo>
                <a:lnTo>
                  <a:pt x="16961" y="2434"/>
                </a:lnTo>
                <a:lnTo>
                  <a:pt x="16450" y="2288"/>
                </a:lnTo>
                <a:lnTo>
                  <a:pt x="16182" y="2215"/>
                </a:lnTo>
                <a:lnTo>
                  <a:pt x="15890" y="2215"/>
                </a:lnTo>
                <a:lnTo>
                  <a:pt x="15866" y="2239"/>
                </a:lnTo>
                <a:lnTo>
                  <a:pt x="15866" y="2264"/>
                </a:lnTo>
                <a:lnTo>
                  <a:pt x="15866" y="2312"/>
                </a:lnTo>
                <a:lnTo>
                  <a:pt x="16060" y="2458"/>
                </a:lnTo>
                <a:lnTo>
                  <a:pt x="16279" y="2556"/>
                </a:lnTo>
                <a:lnTo>
                  <a:pt x="16498" y="2653"/>
                </a:lnTo>
                <a:lnTo>
                  <a:pt x="16742" y="2750"/>
                </a:lnTo>
                <a:lnTo>
                  <a:pt x="17034" y="2847"/>
                </a:lnTo>
                <a:lnTo>
                  <a:pt x="16717" y="3042"/>
                </a:lnTo>
                <a:lnTo>
                  <a:pt x="16425" y="3212"/>
                </a:lnTo>
                <a:lnTo>
                  <a:pt x="16109" y="3139"/>
                </a:lnTo>
                <a:lnTo>
                  <a:pt x="15793" y="3042"/>
                </a:lnTo>
                <a:lnTo>
                  <a:pt x="15647" y="2969"/>
                </a:lnTo>
                <a:lnTo>
                  <a:pt x="15501" y="2896"/>
                </a:lnTo>
                <a:lnTo>
                  <a:pt x="15330" y="2823"/>
                </a:lnTo>
                <a:lnTo>
                  <a:pt x="15184" y="2799"/>
                </a:lnTo>
                <a:lnTo>
                  <a:pt x="15136" y="2823"/>
                </a:lnTo>
                <a:lnTo>
                  <a:pt x="15136" y="2872"/>
                </a:lnTo>
                <a:lnTo>
                  <a:pt x="15160" y="2945"/>
                </a:lnTo>
                <a:lnTo>
                  <a:pt x="15209" y="2993"/>
                </a:lnTo>
                <a:lnTo>
                  <a:pt x="15306" y="3115"/>
                </a:lnTo>
                <a:lnTo>
                  <a:pt x="15452" y="3212"/>
                </a:lnTo>
                <a:lnTo>
                  <a:pt x="15598" y="3310"/>
                </a:lnTo>
                <a:lnTo>
                  <a:pt x="15793" y="3407"/>
                </a:lnTo>
                <a:lnTo>
                  <a:pt x="16012" y="3480"/>
                </a:lnTo>
                <a:lnTo>
                  <a:pt x="15720" y="3699"/>
                </a:lnTo>
                <a:lnTo>
                  <a:pt x="15379" y="3504"/>
                </a:lnTo>
                <a:lnTo>
                  <a:pt x="15014" y="3334"/>
                </a:lnTo>
                <a:lnTo>
                  <a:pt x="14819" y="3237"/>
                </a:lnTo>
                <a:lnTo>
                  <a:pt x="14625" y="3188"/>
                </a:lnTo>
                <a:lnTo>
                  <a:pt x="14552" y="3188"/>
                </a:lnTo>
                <a:lnTo>
                  <a:pt x="14479" y="3212"/>
                </a:lnTo>
                <a:lnTo>
                  <a:pt x="14357" y="3261"/>
                </a:lnTo>
                <a:lnTo>
                  <a:pt x="14333" y="3285"/>
                </a:lnTo>
                <a:lnTo>
                  <a:pt x="14333" y="3310"/>
                </a:lnTo>
                <a:lnTo>
                  <a:pt x="14454" y="3383"/>
                </a:lnTo>
                <a:lnTo>
                  <a:pt x="14552" y="3456"/>
                </a:lnTo>
                <a:lnTo>
                  <a:pt x="14990" y="3723"/>
                </a:lnTo>
                <a:lnTo>
                  <a:pt x="15379" y="3942"/>
                </a:lnTo>
                <a:lnTo>
                  <a:pt x="15038" y="4234"/>
                </a:lnTo>
                <a:lnTo>
                  <a:pt x="14698" y="4137"/>
                </a:lnTo>
                <a:lnTo>
                  <a:pt x="14357" y="3991"/>
                </a:lnTo>
                <a:lnTo>
                  <a:pt x="14138" y="3894"/>
                </a:lnTo>
                <a:lnTo>
                  <a:pt x="13943" y="3748"/>
                </a:lnTo>
                <a:lnTo>
                  <a:pt x="13554" y="3456"/>
                </a:lnTo>
                <a:lnTo>
                  <a:pt x="13530" y="3456"/>
                </a:lnTo>
                <a:lnTo>
                  <a:pt x="13505" y="3480"/>
                </a:lnTo>
                <a:lnTo>
                  <a:pt x="13530" y="3602"/>
                </a:lnTo>
                <a:lnTo>
                  <a:pt x="13554" y="3723"/>
                </a:lnTo>
                <a:lnTo>
                  <a:pt x="13627" y="3821"/>
                </a:lnTo>
                <a:lnTo>
                  <a:pt x="13724" y="3918"/>
                </a:lnTo>
                <a:lnTo>
                  <a:pt x="13919" y="4088"/>
                </a:lnTo>
                <a:lnTo>
                  <a:pt x="14114" y="4210"/>
                </a:lnTo>
                <a:lnTo>
                  <a:pt x="14381" y="4356"/>
                </a:lnTo>
                <a:lnTo>
                  <a:pt x="14698" y="4502"/>
                </a:lnTo>
                <a:lnTo>
                  <a:pt x="14479" y="4672"/>
                </a:lnTo>
                <a:lnTo>
                  <a:pt x="14357" y="4624"/>
                </a:lnTo>
                <a:lnTo>
                  <a:pt x="14041" y="4526"/>
                </a:lnTo>
                <a:lnTo>
                  <a:pt x="13749" y="4380"/>
                </a:lnTo>
                <a:lnTo>
                  <a:pt x="13505" y="4259"/>
                </a:lnTo>
                <a:lnTo>
                  <a:pt x="13262" y="4161"/>
                </a:lnTo>
                <a:lnTo>
                  <a:pt x="13019" y="4088"/>
                </a:lnTo>
                <a:lnTo>
                  <a:pt x="12897" y="4064"/>
                </a:lnTo>
                <a:lnTo>
                  <a:pt x="12751" y="4064"/>
                </a:lnTo>
                <a:lnTo>
                  <a:pt x="12727" y="4088"/>
                </a:lnTo>
                <a:lnTo>
                  <a:pt x="12702" y="4113"/>
                </a:lnTo>
                <a:lnTo>
                  <a:pt x="12702" y="4137"/>
                </a:lnTo>
                <a:lnTo>
                  <a:pt x="12727" y="4161"/>
                </a:lnTo>
                <a:lnTo>
                  <a:pt x="13213" y="4478"/>
                </a:lnTo>
                <a:lnTo>
                  <a:pt x="13724" y="4794"/>
                </a:lnTo>
                <a:lnTo>
                  <a:pt x="13919" y="4891"/>
                </a:lnTo>
                <a:lnTo>
                  <a:pt x="14138" y="4964"/>
                </a:lnTo>
                <a:lnTo>
                  <a:pt x="13797" y="5256"/>
                </a:lnTo>
                <a:lnTo>
                  <a:pt x="13554" y="5451"/>
                </a:lnTo>
                <a:lnTo>
                  <a:pt x="13530" y="5402"/>
                </a:lnTo>
                <a:lnTo>
                  <a:pt x="13481" y="5354"/>
                </a:lnTo>
                <a:lnTo>
                  <a:pt x="13067" y="5135"/>
                </a:lnTo>
                <a:lnTo>
                  <a:pt x="12678" y="4891"/>
                </a:lnTo>
                <a:lnTo>
                  <a:pt x="12508" y="4794"/>
                </a:lnTo>
                <a:lnTo>
                  <a:pt x="12337" y="4697"/>
                </a:lnTo>
                <a:lnTo>
                  <a:pt x="12167" y="4624"/>
                </a:lnTo>
                <a:lnTo>
                  <a:pt x="11972" y="4575"/>
                </a:lnTo>
                <a:lnTo>
                  <a:pt x="11948" y="4599"/>
                </a:lnTo>
                <a:lnTo>
                  <a:pt x="11924" y="4624"/>
                </a:lnTo>
                <a:lnTo>
                  <a:pt x="11899" y="4648"/>
                </a:lnTo>
                <a:lnTo>
                  <a:pt x="11924" y="4672"/>
                </a:lnTo>
                <a:lnTo>
                  <a:pt x="12045" y="4843"/>
                </a:lnTo>
                <a:lnTo>
                  <a:pt x="12191" y="4989"/>
                </a:lnTo>
                <a:lnTo>
                  <a:pt x="12532" y="5256"/>
                </a:lnTo>
                <a:lnTo>
                  <a:pt x="12897" y="5500"/>
                </a:lnTo>
                <a:lnTo>
                  <a:pt x="13262" y="5670"/>
                </a:lnTo>
                <a:lnTo>
                  <a:pt x="12921" y="5962"/>
                </a:lnTo>
                <a:lnTo>
                  <a:pt x="12824" y="5840"/>
                </a:lnTo>
                <a:lnTo>
                  <a:pt x="12678" y="5743"/>
                </a:lnTo>
                <a:lnTo>
                  <a:pt x="12362" y="5573"/>
                </a:lnTo>
                <a:lnTo>
                  <a:pt x="11948" y="5329"/>
                </a:lnTo>
                <a:lnTo>
                  <a:pt x="11705" y="5232"/>
                </a:lnTo>
                <a:lnTo>
                  <a:pt x="11486" y="5135"/>
                </a:lnTo>
                <a:lnTo>
                  <a:pt x="11388" y="5135"/>
                </a:lnTo>
                <a:lnTo>
                  <a:pt x="11340" y="5183"/>
                </a:lnTo>
                <a:lnTo>
                  <a:pt x="11291" y="5281"/>
                </a:lnTo>
                <a:lnTo>
                  <a:pt x="11291" y="5305"/>
                </a:lnTo>
                <a:lnTo>
                  <a:pt x="11315" y="5354"/>
                </a:lnTo>
                <a:lnTo>
                  <a:pt x="11388" y="5451"/>
                </a:lnTo>
                <a:lnTo>
                  <a:pt x="11461" y="5524"/>
                </a:lnTo>
                <a:lnTo>
                  <a:pt x="11632" y="5646"/>
                </a:lnTo>
                <a:lnTo>
                  <a:pt x="11997" y="5865"/>
                </a:lnTo>
                <a:lnTo>
                  <a:pt x="12459" y="6132"/>
                </a:lnTo>
                <a:lnTo>
                  <a:pt x="12605" y="6230"/>
                </a:lnTo>
                <a:lnTo>
                  <a:pt x="12313" y="6473"/>
                </a:lnTo>
                <a:lnTo>
                  <a:pt x="12289" y="6400"/>
                </a:lnTo>
                <a:lnTo>
                  <a:pt x="12264" y="6351"/>
                </a:lnTo>
                <a:lnTo>
                  <a:pt x="12216" y="6327"/>
                </a:lnTo>
                <a:lnTo>
                  <a:pt x="11997" y="6230"/>
                </a:lnTo>
                <a:lnTo>
                  <a:pt x="11802" y="6157"/>
                </a:lnTo>
                <a:lnTo>
                  <a:pt x="11364" y="6011"/>
                </a:lnTo>
                <a:lnTo>
                  <a:pt x="10853" y="5840"/>
                </a:lnTo>
                <a:lnTo>
                  <a:pt x="10659" y="5792"/>
                </a:lnTo>
                <a:lnTo>
                  <a:pt x="10561" y="5767"/>
                </a:lnTo>
                <a:lnTo>
                  <a:pt x="10488" y="5743"/>
                </a:lnTo>
                <a:lnTo>
                  <a:pt x="10440" y="5743"/>
                </a:lnTo>
                <a:lnTo>
                  <a:pt x="10440" y="5767"/>
                </a:lnTo>
                <a:lnTo>
                  <a:pt x="10440" y="5792"/>
                </a:lnTo>
                <a:lnTo>
                  <a:pt x="10537" y="5962"/>
                </a:lnTo>
                <a:lnTo>
                  <a:pt x="10659" y="6084"/>
                </a:lnTo>
                <a:lnTo>
                  <a:pt x="10805" y="6205"/>
                </a:lnTo>
                <a:lnTo>
                  <a:pt x="10999" y="6278"/>
                </a:lnTo>
                <a:lnTo>
                  <a:pt x="11510" y="6473"/>
                </a:lnTo>
                <a:lnTo>
                  <a:pt x="12021" y="6668"/>
                </a:lnTo>
                <a:lnTo>
                  <a:pt x="12070" y="6692"/>
                </a:lnTo>
                <a:lnTo>
                  <a:pt x="11510" y="7130"/>
                </a:lnTo>
                <a:lnTo>
                  <a:pt x="11461" y="7106"/>
                </a:lnTo>
                <a:lnTo>
                  <a:pt x="11291" y="6984"/>
                </a:lnTo>
                <a:lnTo>
                  <a:pt x="11072" y="6911"/>
                </a:lnTo>
                <a:lnTo>
                  <a:pt x="10853" y="6814"/>
                </a:lnTo>
                <a:lnTo>
                  <a:pt x="10659" y="6741"/>
                </a:lnTo>
                <a:lnTo>
                  <a:pt x="10221" y="6497"/>
                </a:lnTo>
                <a:lnTo>
                  <a:pt x="10002" y="6376"/>
                </a:lnTo>
                <a:lnTo>
                  <a:pt x="9783" y="6278"/>
                </a:lnTo>
                <a:lnTo>
                  <a:pt x="9710" y="6278"/>
                </a:lnTo>
                <a:lnTo>
                  <a:pt x="9637" y="6327"/>
                </a:lnTo>
                <a:lnTo>
                  <a:pt x="9612" y="6400"/>
                </a:lnTo>
                <a:lnTo>
                  <a:pt x="9637" y="6473"/>
                </a:lnTo>
                <a:lnTo>
                  <a:pt x="9710" y="6570"/>
                </a:lnTo>
                <a:lnTo>
                  <a:pt x="9783" y="6668"/>
                </a:lnTo>
                <a:lnTo>
                  <a:pt x="9977" y="6838"/>
                </a:lnTo>
                <a:lnTo>
                  <a:pt x="10221" y="6984"/>
                </a:lnTo>
                <a:lnTo>
                  <a:pt x="10440" y="7106"/>
                </a:lnTo>
                <a:lnTo>
                  <a:pt x="10756" y="7276"/>
                </a:lnTo>
                <a:lnTo>
                  <a:pt x="10950" y="7373"/>
                </a:lnTo>
                <a:lnTo>
                  <a:pt x="11121" y="7422"/>
                </a:lnTo>
                <a:lnTo>
                  <a:pt x="10780" y="7665"/>
                </a:lnTo>
                <a:lnTo>
                  <a:pt x="10561" y="7544"/>
                </a:lnTo>
                <a:lnTo>
                  <a:pt x="10342" y="7422"/>
                </a:lnTo>
                <a:lnTo>
                  <a:pt x="10099" y="7325"/>
                </a:lnTo>
                <a:lnTo>
                  <a:pt x="9880" y="7227"/>
                </a:lnTo>
                <a:lnTo>
                  <a:pt x="9369" y="6911"/>
                </a:lnTo>
                <a:lnTo>
                  <a:pt x="9296" y="6887"/>
                </a:lnTo>
                <a:lnTo>
                  <a:pt x="9199" y="6862"/>
                </a:lnTo>
                <a:lnTo>
                  <a:pt x="9077" y="6814"/>
                </a:lnTo>
                <a:lnTo>
                  <a:pt x="9028" y="6814"/>
                </a:lnTo>
                <a:lnTo>
                  <a:pt x="9028" y="6838"/>
                </a:lnTo>
                <a:lnTo>
                  <a:pt x="9028" y="6960"/>
                </a:lnTo>
                <a:lnTo>
                  <a:pt x="9053" y="7057"/>
                </a:lnTo>
                <a:lnTo>
                  <a:pt x="9101" y="7154"/>
                </a:lnTo>
                <a:lnTo>
                  <a:pt x="9174" y="7227"/>
                </a:lnTo>
                <a:lnTo>
                  <a:pt x="9345" y="7373"/>
                </a:lnTo>
                <a:lnTo>
                  <a:pt x="9539" y="7495"/>
                </a:lnTo>
                <a:lnTo>
                  <a:pt x="9904" y="7714"/>
                </a:lnTo>
                <a:lnTo>
                  <a:pt x="10123" y="7836"/>
                </a:lnTo>
                <a:lnTo>
                  <a:pt x="10342" y="7933"/>
                </a:lnTo>
                <a:lnTo>
                  <a:pt x="10050" y="8103"/>
                </a:lnTo>
                <a:lnTo>
                  <a:pt x="10002" y="8030"/>
                </a:lnTo>
                <a:lnTo>
                  <a:pt x="9904" y="7982"/>
                </a:lnTo>
                <a:lnTo>
                  <a:pt x="9564" y="7884"/>
                </a:lnTo>
                <a:lnTo>
                  <a:pt x="9223" y="7763"/>
                </a:lnTo>
                <a:lnTo>
                  <a:pt x="8882" y="7617"/>
                </a:lnTo>
                <a:lnTo>
                  <a:pt x="8566" y="7471"/>
                </a:lnTo>
                <a:lnTo>
                  <a:pt x="8250" y="7300"/>
                </a:lnTo>
                <a:lnTo>
                  <a:pt x="7933" y="7130"/>
                </a:lnTo>
                <a:lnTo>
                  <a:pt x="7349" y="6716"/>
                </a:lnTo>
                <a:lnTo>
                  <a:pt x="6765" y="6303"/>
                </a:lnTo>
                <a:lnTo>
                  <a:pt x="6206" y="5865"/>
                </a:lnTo>
                <a:lnTo>
                  <a:pt x="5086" y="4940"/>
                </a:lnTo>
                <a:lnTo>
                  <a:pt x="4527" y="4502"/>
                </a:lnTo>
                <a:lnTo>
                  <a:pt x="3943" y="4064"/>
                </a:lnTo>
                <a:lnTo>
                  <a:pt x="3359" y="3650"/>
                </a:lnTo>
                <a:lnTo>
                  <a:pt x="2751" y="3237"/>
                </a:lnTo>
                <a:lnTo>
                  <a:pt x="1510" y="2458"/>
                </a:lnTo>
                <a:lnTo>
                  <a:pt x="1072" y="2142"/>
                </a:lnTo>
                <a:lnTo>
                  <a:pt x="853" y="1996"/>
                </a:lnTo>
                <a:lnTo>
                  <a:pt x="609" y="1850"/>
                </a:lnTo>
                <a:lnTo>
                  <a:pt x="609" y="1412"/>
                </a:lnTo>
                <a:lnTo>
                  <a:pt x="585" y="998"/>
                </a:lnTo>
                <a:lnTo>
                  <a:pt x="561" y="779"/>
                </a:lnTo>
                <a:lnTo>
                  <a:pt x="585" y="585"/>
                </a:lnTo>
                <a:lnTo>
                  <a:pt x="780" y="560"/>
                </a:lnTo>
                <a:lnTo>
                  <a:pt x="974" y="536"/>
                </a:lnTo>
                <a:lnTo>
                  <a:pt x="1364" y="560"/>
                </a:lnTo>
                <a:lnTo>
                  <a:pt x="2580" y="560"/>
                </a:lnTo>
                <a:lnTo>
                  <a:pt x="3967" y="536"/>
                </a:lnTo>
                <a:close/>
                <a:moveTo>
                  <a:pt x="609" y="2312"/>
                </a:moveTo>
                <a:lnTo>
                  <a:pt x="804" y="2507"/>
                </a:lnTo>
                <a:lnTo>
                  <a:pt x="1023" y="2677"/>
                </a:lnTo>
                <a:lnTo>
                  <a:pt x="1461" y="2993"/>
                </a:lnTo>
                <a:lnTo>
                  <a:pt x="2361" y="3577"/>
                </a:lnTo>
                <a:lnTo>
                  <a:pt x="3042" y="4040"/>
                </a:lnTo>
                <a:lnTo>
                  <a:pt x="3699" y="4526"/>
                </a:lnTo>
                <a:lnTo>
                  <a:pt x="4332" y="5013"/>
                </a:lnTo>
                <a:lnTo>
                  <a:pt x="4965" y="5524"/>
                </a:lnTo>
                <a:lnTo>
                  <a:pt x="6011" y="6376"/>
                </a:lnTo>
                <a:lnTo>
                  <a:pt x="6546" y="6814"/>
                </a:lnTo>
                <a:lnTo>
                  <a:pt x="7106" y="7203"/>
                </a:lnTo>
                <a:lnTo>
                  <a:pt x="7690" y="7592"/>
                </a:lnTo>
                <a:lnTo>
                  <a:pt x="8274" y="7933"/>
                </a:lnTo>
                <a:lnTo>
                  <a:pt x="8590" y="8079"/>
                </a:lnTo>
                <a:lnTo>
                  <a:pt x="8907" y="8225"/>
                </a:lnTo>
                <a:lnTo>
                  <a:pt x="9223" y="8347"/>
                </a:lnTo>
                <a:lnTo>
                  <a:pt x="9539" y="8444"/>
                </a:lnTo>
                <a:lnTo>
                  <a:pt x="9515" y="8493"/>
                </a:lnTo>
                <a:lnTo>
                  <a:pt x="9491" y="8541"/>
                </a:lnTo>
                <a:lnTo>
                  <a:pt x="9515" y="8639"/>
                </a:lnTo>
                <a:lnTo>
                  <a:pt x="9539" y="8663"/>
                </a:lnTo>
                <a:lnTo>
                  <a:pt x="9564" y="8687"/>
                </a:lnTo>
                <a:lnTo>
                  <a:pt x="9612" y="8712"/>
                </a:lnTo>
                <a:lnTo>
                  <a:pt x="9661" y="8712"/>
                </a:lnTo>
                <a:lnTo>
                  <a:pt x="9880" y="8639"/>
                </a:lnTo>
                <a:lnTo>
                  <a:pt x="10099" y="8541"/>
                </a:lnTo>
                <a:lnTo>
                  <a:pt x="10537" y="8322"/>
                </a:lnTo>
                <a:lnTo>
                  <a:pt x="10950" y="8079"/>
                </a:lnTo>
                <a:lnTo>
                  <a:pt x="11340" y="7836"/>
                </a:lnTo>
                <a:lnTo>
                  <a:pt x="11656" y="7617"/>
                </a:lnTo>
                <a:lnTo>
                  <a:pt x="11972" y="7373"/>
                </a:lnTo>
                <a:lnTo>
                  <a:pt x="12605" y="6862"/>
                </a:lnTo>
                <a:lnTo>
                  <a:pt x="13213" y="6327"/>
                </a:lnTo>
                <a:lnTo>
                  <a:pt x="13846" y="5816"/>
                </a:lnTo>
                <a:lnTo>
                  <a:pt x="15257" y="4672"/>
                </a:lnTo>
                <a:lnTo>
                  <a:pt x="15987" y="4113"/>
                </a:lnTo>
                <a:lnTo>
                  <a:pt x="16352" y="3845"/>
                </a:lnTo>
                <a:lnTo>
                  <a:pt x="16742" y="3602"/>
                </a:lnTo>
                <a:lnTo>
                  <a:pt x="17180" y="3358"/>
                </a:lnTo>
                <a:lnTo>
                  <a:pt x="17666" y="3115"/>
                </a:lnTo>
                <a:lnTo>
                  <a:pt x="18153" y="2847"/>
                </a:lnTo>
                <a:lnTo>
                  <a:pt x="18372" y="2701"/>
                </a:lnTo>
                <a:lnTo>
                  <a:pt x="18591" y="2556"/>
                </a:lnTo>
                <a:lnTo>
                  <a:pt x="18591" y="3018"/>
                </a:lnTo>
                <a:lnTo>
                  <a:pt x="18664" y="4721"/>
                </a:lnTo>
                <a:lnTo>
                  <a:pt x="18688" y="5573"/>
                </a:lnTo>
                <a:lnTo>
                  <a:pt x="18713" y="6424"/>
                </a:lnTo>
                <a:lnTo>
                  <a:pt x="18688" y="8347"/>
                </a:lnTo>
                <a:lnTo>
                  <a:pt x="18640" y="10269"/>
                </a:lnTo>
                <a:lnTo>
                  <a:pt x="18591" y="12191"/>
                </a:lnTo>
                <a:lnTo>
                  <a:pt x="18567" y="12532"/>
                </a:lnTo>
                <a:lnTo>
                  <a:pt x="18469" y="12386"/>
                </a:lnTo>
                <a:lnTo>
                  <a:pt x="18348" y="12240"/>
                </a:lnTo>
                <a:lnTo>
                  <a:pt x="18104" y="11996"/>
                </a:lnTo>
                <a:lnTo>
                  <a:pt x="17812" y="11704"/>
                </a:lnTo>
                <a:lnTo>
                  <a:pt x="17496" y="11412"/>
                </a:lnTo>
                <a:lnTo>
                  <a:pt x="16863" y="10853"/>
                </a:lnTo>
                <a:lnTo>
                  <a:pt x="16206" y="10366"/>
                </a:lnTo>
                <a:lnTo>
                  <a:pt x="15549" y="9904"/>
                </a:lnTo>
                <a:lnTo>
                  <a:pt x="15136" y="9612"/>
                </a:lnTo>
                <a:lnTo>
                  <a:pt x="14722" y="9320"/>
                </a:lnTo>
                <a:lnTo>
                  <a:pt x="14503" y="9198"/>
                </a:lnTo>
                <a:lnTo>
                  <a:pt x="14260" y="9077"/>
                </a:lnTo>
                <a:lnTo>
                  <a:pt x="14041" y="8955"/>
                </a:lnTo>
                <a:lnTo>
                  <a:pt x="13797" y="8882"/>
                </a:lnTo>
                <a:lnTo>
                  <a:pt x="13724" y="8882"/>
                </a:lnTo>
                <a:lnTo>
                  <a:pt x="13676" y="8931"/>
                </a:lnTo>
                <a:lnTo>
                  <a:pt x="13676" y="8979"/>
                </a:lnTo>
                <a:lnTo>
                  <a:pt x="13700" y="9052"/>
                </a:lnTo>
                <a:lnTo>
                  <a:pt x="13846" y="9223"/>
                </a:lnTo>
                <a:lnTo>
                  <a:pt x="13992" y="9369"/>
                </a:lnTo>
                <a:lnTo>
                  <a:pt x="14333" y="9612"/>
                </a:lnTo>
                <a:lnTo>
                  <a:pt x="15038" y="10099"/>
                </a:lnTo>
                <a:lnTo>
                  <a:pt x="15720" y="10610"/>
                </a:lnTo>
                <a:lnTo>
                  <a:pt x="16401" y="11120"/>
                </a:lnTo>
                <a:lnTo>
                  <a:pt x="16985" y="11631"/>
                </a:lnTo>
                <a:lnTo>
                  <a:pt x="17545" y="12167"/>
                </a:lnTo>
                <a:lnTo>
                  <a:pt x="17837" y="12459"/>
                </a:lnTo>
                <a:lnTo>
                  <a:pt x="18104" y="12775"/>
                </a:lnTo>
                <a:lnTo>
                  <a:pt x="18202" y="12945"/>
                </a:lnTo>
                <a:lnTo>
                  <a:pt x="17934" y="12970"/>
                </a:lnTo>
                <a:lnTo>
                  <a:pt x="17642" y="12994"/>
                </a:lnTo>
                <a:lnTo>
                  <a:pt x="17082" y="12970"/>
                </a:lnTo>
                <a:lnTo>
                  <a:pt x="16182" y="12945"/>
                </a:lnTo>
                <a:lnTo>
                  <a:pt x="15282" y="12945"/>
                </a:lnTo>
                <a:lnTo>
                  <a:pt x="13968" y="12970"/>
                </a:lnTo>
                <a:lnTo>
                  <a:pt x="12654" y="13018"/>
                </a:lnTo>
                <a:lnTo>
                  <a:pt x="10026" y="13116"/>
                </a:lnTo>
                <a:lnTo>
                  <a:pt x="8761" y="13140"/>
                </a:lnTo>
                <a:lnTo>
                  <a:pt x="7520" y="13116"/>
                </a:lnTo>
                <a:lnTo>
                  <a:pt x="6254" y="13091"/>
                </a:lnTo>
                <a:lnTo>
                  <a:pt x="5013" y="13018"/>
                </a:lnTo>
                <a:lnTo>
                  <a:pt x="3772" y="12970"/>
                </a:lnTo>
                <a:lnTo>
                  <a:pt x="2556" y="12945"/>
                </a:lnTo>
                <a:lnTo>
                  <a:pt x="2118" y="12945"/>
                </a:lnTo>
                <a:lnTo>
                  <a:pt x="1680" y="12970"/>
                </a:lnTo>
                <a:lnTo>
                  <a:pt x="1242" y="13018"/>
                </a:lnTo>
                <a:lnTo>
                  <a:pt x="1023" y="13043"/>
                </a:lnTo>
                <a:lnTo>
                  <a:pt x="804" y="13091"/>
                </a:lnTo>
                <a:lnTo>
                  <a:pt x="804" y="13067"/>
                </a:lnTo>
                <a:lnTo>
                  <a:pt x="999" y="12921"/>
                </a:lnTo>
                <a:lnTo>
                  <a:pt x="1193" y="12775"/>
                </a:lnTo>
                <a:lnTo>
                  <a:pt x="1558" y="12410"/>
                </a:lnTo>
                <a:lnTo>
                  <a:pt x="2167" y="11826"/>
                </a:lnTo>
                <a:lnTo>
                  <a:pt x="2799" y="11291"/>
                </a:lnTo>
                <a:lnTo>
                  <a:pt x="3432" y="10755"/>
                </a:lnTo>
                <a:lnTo>
                  <a:pt x="4064" y="10245"/>
                </a:lnTo>
                <a:lnTo>
                  <a:pt x="4721" y="9734"/>
                </a:lnTo>
                <a:lnTo>
                  <a:pt x="5354" y="9223"/>
                </a:lnTo>
                <a:lnTo>
                  <a:pt x="5403" y="9125"/>
                </a:lnTo>
                <a:lnTo>
                  <a:pt x="5427" y="9028"/>
                </a:lnTo>
                <a:lnTo>
                  <a:pt x="5403" y="8955"/>
                </a:lnTo>
                <a:lnTo>
                  <a:pt x="5354" y="8858"/>
                </a:lnTo>
                <a:lnTo>
                  <a:pt x="5281" y="8809"/>
                </a:lnTo>
                <a:lnTo>
                  <a:pt x="5184" y="8785"/>
                </a:lnTo>
                <a:lnTo>
                  <a:pt x="5086" y="8785"/>
                </a:lnTo>
                <a:lnTo>
                  <a:pt x="4965" y="8833"/>
                </a:lnTo>
                <a:lnTo>
                  <a:pt x="3772" y="9807"/>
                </a:lnTo>
                <a:lnTo>
                  <a:pt x="2580" y="10804"/>
                </a:lnTo>
                <a:lnTo>
                  <a:pt x="1948" y="11388"/>
                </a:lnTo>
                <a:lnTo>
                  <a:pt x="1339" y="11972"/>
                </a:lnTo>
                <a:lnTo>
                  <a:pt x="1047" y="12264"/>
                </a:lnTo>
                <a:lnTo>
                  <a:pt x="901" y="12434"/>
                </a:lnTo>
                <a:lnTo>
                  <a:pt x="780" y="12580"/>
                </a:lnTo>
                <a:lnTo>
                  <a:pt x="780" y="12045"/>
                </a:lnTo>
                <a:lnTo>
                  <a:pt x="804" y="11510"/>
                </a:lnTo>
                <a:lnTo>
                  <a:pt x="804" y="11072"/>
                </a:lnTo>
                <a:lnTo>
                  <a:pt x="780" y="10634"/>
                </a:lnTo>
                <a:lnTo>
                  <a:pt x="731" y="9782"/>
                </a:lnTo>
                <a:lnTo>
                  <a:pt x="634" y="7933"/>
                </a:lnTo>
                <a:lnTo>
                  <a:pt x="536" y="6108"/>
                </a:lnTo>
                <a:lnTo>
                  <a:pt x="512" y="5232"/>
                </a:lnTo>
                <a:lnTo>
                  <a:pt x="512" y="4332"/>
                </a:lnTo>
                <a:lnTo>
                  <a:pt x="561" y="3456"/>
                </a:lnTo>
                <a:lnTo>
                  <a:pt x="585" y="2580"/>
                </a:lnTo>
                <a:lnTo>
                  <a:pt x="609" y="2312"/>
                </a:lnTo>
                <a:close/>
                <a:moveTo>
                  <a:pt x="3042" y="1"/>
                </a:moveTo>
                <a:lnTo>
                  <a:pt x="1656" y="49"/>
                </a:lnTo>
                <a:lnTo>
                  <a:pt x="1364" y="49"/>
                </a:lnTo>
                <a:lnTo>
                  <a:pt x="1047" y="74"/>
                </a:lnTo>
                <a:lnTo>
                  <a:pt x="877" y="74"/>
                </a:lnTo>
                <a:lnTo>
                  <a:pt x="731" y="122"/>
                </a:lnTo>
                <a:lnTo>
                  <a:pt x="585" y="171"/>
                </a:lnTo>
                <a:lnTo>
                  <a:pt x="463" y="220"/>
                </a:lnTo>
                <a:lnTo>
                  <a:pt x="390" y="244"/>
                </a:lnTo>
                <a:lnTo>
                  <a:pt x="317" y="293"/>
                </a:lnTo>
                <a:lnTo>
                  <a:pt x="244" y="366"/>
                </a:lnTo>
                <a:lnTo>
                  <a:pt x="196" y="463"/>
                </a:lnTo>
                <a:lnTo>
                  <a:pt x="147" y="658"/>
                </a:lnTo>
                <a:lnTo>
                  <a:pt x="123" y="901"/>
                </a:lnTo>
                <a:lnTo>
                  <a:pt x="123" y="1144"/>
                </a:lnTo>
                <a:lnTo>
                  <a:pt x="147" y="1631"/>
                </a:lnTo>
                <a:lnTo>
                  <a:pt x="147" y="1850"/>
                </a:lnTo>
                <a:lnTo>
                  <a:pt x="147" y="2045"/>
                </a:lnTo>
                <a:lnTo>
                  <a:pt x="25" y="3894"/>
                </a:lnTo>
                <a:lnTo>
                  <a:pt x="1" y="4794"/>
                </a:lnTo>
                <a:lnTo>
                  <a:pt x="1" y="5719"/>
                </a:lnTo>
                <a:lnTo>
                  <a:pt x="25" y="6668"/>
                </a:lnTo>
                <a:lnTo>
                  <a:pt x="74" y="7641"/>
                </a:lnTo>
                <a:lnTo>
                  <a:pt x="171" y="9588"/>
                </a:lnTo>
                <a:lnTo>
                  <a:pt x="220" y="10537"/>
                </a:lnTo>
                <a:lnTo>
                  <a:pt x="269" y="11510"/>
                </a:lnTo>
                <a:lnTo>
                  <a:pt x="244" y="11948"/>
                </a:lnTo>
                <a:lnTo>
                  <a:pt x="244" y="12361"/>
                </a:lnTo>
                <a:lnTo>
                  <a:pt x="220" y="12775"/>
                </a:lnTo>
                <a:lnTo>
                  <a:pt x="269" y="13213"/>
                </a:lnTo>
                <a:lnTo>
                  <a:pt x="269" y="13310"/>
                </a:lnTo>
                <a:lnTo>
                  <a:pt x="317" y="13359"/>
                </a:lnTo>
                <a:lnTo>
                  <a:pt x="366" y="13432"/>
                </a:lnTo>
                <a:lnTo>
                  <a:pt x="415" y="13456"/>
                </a:lnTo>
                <a:lnTo>
                  <a:pt x="463" y="13505"/>
                </a:lnTo>
                <a:lnTo>
                  <a:pt x="536" y="13529"/>
                </a:lnTo>
                <a:lnTo>
                  <a:pt x="828" y="13554"/>
                </a:lnTo>
                <a:lnTo>
                  <a:pt x="1120" y="13554"/>
                </a:lnTo>
                <a:lnTo>
                  <a:pt x="1704" y="13529"/>
                </a:lnTo>
                <a:lnTo>
                  <a:pt x="2313" y="13481"/>
                </a:lnTo>
                <a:lnTo>
                  <a:pt x="2897" y="13481"/>
                </a:lnTo>
                <a:lnTo>
                  <a:pt x="4137" y="13505"/>
                </a:lnTo>
                <a:lnTo>
                  <a:pt x="5354" y="13578"/>
                </a:lnTo>
                <a:lnTo>
                  <a:pt x="6619" y="13651"/>
                </a:lnTo>
                <a:lnTo>
                  <a:pt x="7885" y="13675"/>
                </a:lnTo>
                <a:lnTo>
                  <a:pt x="9150" y="13675"/>
                </a:lnTo>
                <a:lnTo>
                  <a:pt x="10391" y="13651"/>
                </a:lnTo>
                <a:lnTo>
                  <a:pt x="15574" y="13481"/>
                </a:lnTo>
                <a:lnTo>
                  <a:pt x="15963" y="13481"/>
                </a:lnTo>
                <a:lnTo>
                  <a:pt x="16352" y="13505"/>
                </a:lnTo>
                <a:lnTo>
                  <a:pt x="17155" y="13578"/>
                </a:lnTo>
                <a:lnTo>
                  <a:pt x="17569" y="13578"/>
                </a:lnTo>
                <a:lnTo>
                  <a:pt x="17958" y="13554"/>
                </a:lnTo>
                <a:lnTo>
                  <a:pt x="18348" y="13505"/>
                </a:lnTo>
                <a:lnTo>
                  <a:pt x="18542" y="13456"/>
                </a:lnTo>
                <a:lnTo>
                  <a:pt x="18713" y="13383"/>
                </a:lnTo>
                <a:lnTo>
                  <a:pt x="18786" y="13408"/>
                </a:lnTo>
                <a:lnTo>
                  <a:pt x="18883" y="13408"/>
                </a:lnTo>
                <a:lnTo>
                  <a:pt x="18956" y="13359"/>
                </a:lnTo>
                <a:lnTo>
                  <a:pt x="19029" y="13262"/>
                </a:lnTo>
                <a:lnTo>
                  <a:pt x="19102" y="13164"/>
                </a:lnTo>
                <a:lnTo>
                  <a:pt x="19126" y="13043"/>
                </a:lnTo>
                <a:lnTo>
                  <a:pt x="19175" y="12872"/>
                </a:lnTo>
                <a:lnTo>
                  <a:pt x="19199" y="12532"/>
                </a:lnTo>
                <a:lnTo>
                  <a:pt x="19223" y="12191"/>
                </a:lnTo>
                <a:lnTo>
                  <a:pt x="19199" y="11850"/>
                </a:lnTo>
                <a:lnTo>
                  <a:pt x="19199" y="11412"/>
                </a:lnTo>
                <a:lnTo>
                  <a:pt x="19248" y="9417"/>
                </a:lnTo>
                <a:lnTo>
                  <a:pt x="19272" y="7398"/>
                </a:lnTo>
                <a:lnTo>
                  <a:pt x="19272" y="5548"/>
                </a:lnTo>
                <a:lnTo>
                  <a:pt x="19199" y="3699"/>
                </a:lnTo>
                <a:lnTo>
                  <a:pt x="19150" y="2872"/>
                </a:lnTo>
                <a:lnTo>
                  <a:pt x="19150" y="2020"/>
                </a:lnTo>
                <a:lnTo>
                  <a:pt x="19199" y="1972"/>
                </a:lnTo>
                <a:lnTo>
                  <a:pt x="19223" y="1874"/>
                </a:lnTo>
                <a:lnTo>
                  <a:pt x="19223" y="1777"/>
                </a:lnTo>
                <a:lnTo>
                  <a:pt x="19199" y="1753"/>
                </a:lnTo>
                <a:lnTo>
                  <a:pt x="19150" y="1728"/>
                </a:lnTo>
                <a:lnTo>
                  <a:pt x="19199" y="1193"/>
                </a:lnTo>
                <a:lnTo>
                  <a:pt x="19199" y="925"/>
                </a:lnTo>
                <a:lnTo>
                  <a:pt x="19199" y="658"/>
                </a:lnTo>
                <a:lnTo>
                  <a:pt x="19248" y="560"/>
                </a:lnTo>
                <a:lnTo>
                  <a:pt x="19272" y="487"/>
                </a:lnTo>
                <a:lnTo>
                  <a:pt x="19248" y="390"/>
                </a:lnTo>
                <a:lnTo>
                  <a:pt x="19199" y="317"/>
                </a:lnTo>
                <a:lnTo>
                  <a:pt x="19126" y="244"/>
                </a:lnTo>
                <a:lnTo>
                  <a:pt x="19053" y="195"/>
                </a:lnTo>
                <a:lnTo>
                  <a:pt x="18956" y="195"/>
                </a:lnTo>
                <a:lnTo>
                  <a:pt x="18834" y="220"/>
                </a:lnTo>
                <a:lnTo>
                  <a:pt x="18688" y="268"/>
                </a:lnTo>
                <a:lnTo>
                  <a:pt x="18542" y="293"/>
                </a:lnTo>
                <a:lnTo>
                  <a:pt x="18348" y="293"/>
                </a:lnTo>
                <a:lnTo>
                  <a:pt x="18177" y="268"/>
                </a:lnTo>
                <a:lnTo>
                  <a:pt x="17496" y="195"/>
                </a:lnTo>
                <a:lnTo>
                  <a:pt x="17009" y="171"/>
                </a:lnTo>
                <a:lnTo>
                  <a:pt x="16547" y="147"/>
                </a:lnTo>
                <a:lnTo>
                  <a:pt x="16085" y="171"/>
                </a:lnTo>
                <a:lnTo>
                  <a:pt x="15598" y="171"/>
                </a:lnTo>
                <a:lnTo>
                  <a:pt x="14211" y="244"/>
                </a:lnTo>
                <a:lnTo>
                  <a:pt x="12824" y="268"/>
                </a:lnTo>
                <a:lnTo>
                  <a:pt x="11437" y="244"/>
                </a:lnTo>
                <a:lnTo>
                  <a:pt x="10050" y="171"/>
                </a:lnTo>
                <a:lnTo>
                  <a:pt x="7252" y="49"/>
                </a:lnTo>
                <a:lnTo>
                  <a:pt x="5841"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11" name="Google Shape;811;p39"/>
          <p:cNvSpPr/>
          <p:nvPr/>
        </p:nvSpPr>
        <p:spPr>
          <a:xfrm>
            <a:off x="842704" y="1481734"/>
            <a:ext cx="417999" cy="404711"/>
          </a:xfrm>
          <a:custGeom>
            <a:avLst/>
            <a:gdLst/>
            <a:ahLst/>
            <a:cxnLst/>
            <a:rect l="l" t="t" r="r" b="b"/>
            <a:pathLst>
              <a:path w="19126" h="18518" extrusionOk="0">
                <a:moveTo>
                  <a:pt x="10098" y="2409"/>
                </a:moveTo>
                <a:lnTo>
                  <a:pt x="10512" y="2701"/>
                </a:lnTo>
                <a:lnTo>
                  <a:pt x="10074" y="2969"/>
                </a:lnTo>
                <a:lnTo>
                  <a:pt x="9636" y="3285"/>
                </a:lnTo>
                <a:lnTo>
                  <a:pt x="9198" y="3602"/>
                </a:lnTo>
                <a:lnTo>
                  <a:pt x="8760" y="3918"/>
                </a:lnTo>
                <a:lnTo>
                  <a:pt x="8517" y="4040"/>
                </a:lnTo>
                <a:lnTo>
                  <a:pt x="8249" y="4234"/>
                </a:lnTo>
                <a:lnTo>
                  <a:pt x="7981" y="4429"/>
                </a:lnTo>
                <a:lnTo>
                  <a:pt x="7884" y="4551"/>
                </a:lnTo>
                <a:lnTo>
                  <a:pt x="7811" y="4672"/>
                </a:lnTo>
                <a:lnTo>
                  <a:pt x="7349" y="4672"/>
                </a:lnTo>
                <a:lnTo>
                  <a:pt x="6814" y="4697"/>
                </a:lnTo>
                <a:lnTo>
                  <a:pt x="7081" y="4526"/>
                </a:lnTo>
                <a:lnTo>
                  <a:pt x="7641" y="4161"/>
                </a:lnTo>
                <a:lnTo>
                  <a:pt x="8200" y="3796"/>
                </a:lnTo>
                <a:lnTo>
                  <a:pt x="8784" y="3480"/>
                </a:lnTo>
                <a:lnTo>
                  <a:pt x="9320" y="3115"/>
                </a:lnTo>
                <a:lnTo>
                  <a:pt x="9539" y="2969"/>
                </a:lnTo>
                <a:lnTo>
                  <a:pt x="9758" y="2823"/>
                </a:lnTo>
                <a:lnTo>
                  <a:pt x="9952" y="2628"/>
                </a:lnTo>
                <a:lnTo>
                  <a:pt x="10025" y="2531"/>
                </a:lnTo>
                <a:lnTo>
                  <a:pt x="10074" y="2409"/>
                </a:lnTo>
                <a:close/>
                <a:moveTo>
                  <a:pt x="10804" y="2847"/>
                </a:moveTo>
                <a:lnTo>
                  <a:pt x="11193" y="3115"/>
                </a:lnTo>
                <a:lnTo>
                  <a:pt x="10974" y="3237"/>
                </a:lnTo>
                <a:lnTo>
                  <a:pt x="10755" y="3407"/>
                </a:lnTo>
                <a:lnTo>
                  <a:pt x="10561" y="3577"/>
                </a:lnTo>
                <a:lnTo>
                  <a:pt x="10366" y="3723"/>
                </a:lnTo>
                <a:lnTo>
                  <a:pt x="9709" y="4161"/>
                </a:lnTo>
                <a:lnTo>
                  <a:pt x="9368" y="4429"/>
                </a:lnTo>
                <a:lnTo>
                  <a:pt x="9222" y="4551"/>
                </a:lnTo>
                <a:lnTo>
                  <a:pt x="9101" y="4721"/>
                </a:lnTo>
                <a:lnTo>
                  <a:pt x="8176" y="4672"/>
                </a:lnTo>
                <a:lnTo>
                  <a:pt x="8322" y="4551"/>
                </a:lnTo>
                <a:lnTo>
                  <a:pt x="8663" y="4332"/>
                </a:lnTo>
                <a:lnTo>
                  <a:pt x="9028" y="4113"/>
                </a:lnTo>
                <a:lnTo>
                  <a:pt x="9466" y="3821"/>
                </a:lnTo>
                <a:lnTo>
                  <a:pt x="9879" y="3529"/>
                </a:lnTo>
                <a:lnTo>
                  <a:pt x="10317" y="3212"/>
                </a:lnTo>
                <a:lnTo>
                  <a:pt x="10731" y="2920"/>
                </a:lnTo>
                <a:lnTo>
                  <a:pt x="10804" y="2847"/>
                </a:lnTo>
                <a:close/>
                <a:moveTo>
                  <a:pt x="9490" y="1850"/>
                </a:moveTo>
                <a:lnTo>
                  <a:pt x="9685" y="2069"/>
                </a:lnTo>
                <a:lnTo>
                  <a:pt x="9904" y="2263"/>
                </a:lnTo>
                <a:lnTo>
                  <a:pt x="9709" y="2385"/>
                </a:lnTo>
                <a:lnTo>
                  <a:pt x="9514" y="2507"/>
                </a:lnTo>
                <a:lnTo>
                  <a:pt x="9149" y="2799"/>
                </a:lnTo>
                <a:lnTo>
                  <a:pt x="8590" y="3164"/>
                </a:lnTo>
                <a:lnTo>
                  <a:pt x="8006" y="3480"/>
                </a:lnTo>
                <a:lnTo>
                  <a:pt x="7519" y="3796"/>
                </a:lnTo>
                <a:lnTo>
                  <a:pt x="7033" y="4113"/>
                </a:lnTo>
                <a:lnTo>
                  <a:pt x="6595" y="4405"/>
                </a:lnTo>
                <a:lnTo>
                  <a:pt x="6400" y="4551"/>
                </a:lnTo>
                <a:lnTo>
                  <a:pt x="6205" y="4745"/>
                </a:lnTo>
                <a:lnTo>
                  <a:pt x="5792" y="4770"/>
                </a:lnTo>
                <a:lnTo>
                  <a:pt x="6059" y="4551"/>
                </a:lnTo>
                <a:lnTo>
                  <a:pt x="6327" y="4307"/>
                </a:lnTo>
                <a:lnTo>
                  <a:pt x="6838" y="3845"/>
                </a:lnTo>
                <a:lnTo>
                  <a:pt x="7495" y="3334"/>
                </a:lnTo>
                <a:lnTo>
                  <a:pt x="7811" y="3091"/>
                </a:lnTo>
                <a:lnTo>
                  <a:pt x="8152" y="2847"/>
                </a:lnTo>
                <a:lnTo>
                  <a:pt x="8492" y="2604"/>
                </a:lnTo>
                <a:lnTo>
                  <a:pt x="8809" y="2336"/>
                </a:lnTo>
                <a:lnTo>
                  <a:pt x="9149" y="2069"/>
                </a:lnTo>
                <a:lnTo>
                  <a:pt x="9490" y="1850"/>
                </a:lnTo>
                <a:close/>
                <a:moveTo>
                  <a:pt x="12775" y="4307"/>
                </a:moveTo>
                <a:lnTo>
                  <a:pt x="13359" y="4697"/>
                </a:lnTo>
                <a:lnTo>
                  <a:pt x="13116" y="4697"/>
                </a:lnTo>
                <a:lnTo>
                  <a:pt x="12045" y="4794"/>
                </a:lnTo>
                <a:lnTo>
                  <a:pt x="12410" y="4551"/>
                </a:lnTo>
                <a:lnTo>
                  <a:pt x="12580" y="4429"/>
                </a:lnTo>
                <a:lnTo>
                  <a:pt x="12775" y="4307"/>
                </a:lnTo>
                <a:close/>
                <a:moveTo>
                  <a:pt x="11510" y="3358"/>
                </a:moveTo>
                <a:lnTo>
                  <a:pt x="11923" y="3699"/>
                </a:lnTo>
                <a:lnTo>
                  <a:pt x="11826" y="3699"/>
                </a:lnTo>
                <a:lnTo>
                  <a:pt x="11729" y="3723"/>
                </a:lnTo>
                <a:lnTo>
                  <a:pt x="11558" y="3845"/>
                </a:lnTo>
                <a:lnTo>
                  <a:pt x="11388" y="3967"/>
                </a:lnTo>
                <a:lnTo>
                  <a:pt x="11242" y="4113"/>
                </a:lnTo>
                <a:lnTo>
                  <a:pt x="10877" y="4453"/>
                </a:lnTo>
                <a:lnTo>
                  <a:pt x="10682" y="4624"/>
                </a:lnTo>
                <a:lnTo>
                  <a:pt x="10536" y="4818"/>
                </a:lnTo>
                <a:lnTo>
                  <a:pt x="9587" y="4745"/>
                </a:lnTo>
                <a:lnTo>
                  <a:pt x="9831" y="4575"/>
                </a:lnTo>
                <a:lnTo>
                  <a:pt x="10074" y="4380"/>
                </a:lnTo>
                <a:lnTo>
                  <a:pt x="10317" y="4210"/>
                </a:lnTo>
                <a:lnTo>
                  <a:pt x="10561" y="4040"/>
                </a:lnTo>
                <a:lnTo>
                  <a:pt x="11047" y="3723"/>
                </a:lnTo>
                <a:lnTo>
                  <a:pt x="11510" y="3358"/>
                </a:lnTo>
                <a:close/>
                <a:moveTo>
                  <a:pt x="12021" y="3772"/>
                </a:moveTo>
                <a:lnTo>
                  <a:pt x="12532" y="4137"/>
                </a:lnTo>
                <a:lnTo>
                  <a:pt x="12313" y="4307"/>
                </a:lnTo>
                <a:lnTo>
                  <a:pt x="12021" y="4551"/>
                </a:lnTo>
                <a:lnTo>
                  <a:pt x="11899" y="4672"/>
                </a:lnTo>
                <a:lnTo>
                  <a:pt x="11777" y="4818"/>
                </a:lnTo>
                <a:lnTo>
                  <a:pt x="11412" y="4843"/>
                </a:lnTo>
                <a:lnTo>
                  <a:pt x="11072" y="4843"/>
                </a:lnTo>
                <a:lnTo>
                  <a:pt x="10828" y="4818"/>
                </a:lnTo>
                <a:lnTo>
                  <a:pt x="11072" y="4648"/>
                </a:lnTo>
                <a:lnTo>
                  <a:pt x="11315" y="4453"/>
                </a:lnTo>
                <a:lnTo>
                  <a:pt x="11534" y="4259"/>
                </a:lnTo>
                <a:lnTo>
                  <a:pt x="11777" y="4064"/>
                </a:lnTo>
                <a:lnTo>
                  <a:pt x="11923" y="3967"/>
                </a:lnTo>
                <a:lnTo>
                  <a:pt x="11996" y="3894"/>
                </a:lnTo>
                <a:lnTo>
                  <a:pt x="12021" y="3821"/>
                </a:lnTo>
                <a:lnTo>
                  <a:pt x="12021" y="3772"/>
                </a:lnTo>
                <a:close/>
                <a:moveTo>
                  <a:pt x="15038" y="6156"/>
                </a:moveTo>
                <a:lnTo>
                  <a:pt x="15281" y="6327"/>
                </a:lnTo>
                <a:lnTo>
                  <a:pt x="15525" y="6473"/>
                </a:lnTo>
                <a:lnTo>
                  <a:pt x="15354" y="6594"/>
                </a:lnTo>
                <a:lnTo>
                  <a:pt x="15184" y="6740"/>
                </a:lnTo>
                <a:lnTo>
                  <a:pt x="15062" y="6862"/>
                </a:lnTo>
                <a:lnTo>
                  <a:pt x="15038" y="6156"/>
                </a:lnTo>
                <a:close/>
                <a:moveTo>
                  <a:pt x="9782" y="511"/>
                </a:moveTo>
                <a:lnTo>
                  <a:pt x="10244" y="925"/>
                </a:lnTo>
                <a:lnTo>
                  <a:pt x="10512" y="1144"/>
                </a:lnTo>
                <a:lnTo>
                  <a:pt x="10804" y="1363"/>
                </a:lnTo>
                <a:lnTo>
                  <a:pt x="11364" y="1777"/>
                </a:lnTo>
                <a:lnTo>
                  <a:pt x="12021" y="2239"/>
                </a:lnTo>
                <a:lnTo>
                  <a:pt x="12629" y="2726"/>
                </a:lnTo>
                <a:lnTo>
                  <a:pt x="13237" y="3237"/>
                </a:lnTo>
                <a:lnTo>
                  <a:pt x="13846" y="3723"/>
                </a:lnTo>
                <a:lnTo>
                  <a:pt x="15111" y="4672"/>
                </a:lnTo>
                <a:lnTo>
                  <a:pt x="15744" y="5135"/>
                </a:lnTo>
                <a:lnTo>
                  <a:pt x="16352" y="5621"/>
                </a:lnTo>
                <a:lnTo>
                  <a:pt x="16838" y="5986"/>
                </a:lnTo>
                <a:lnTo>
                  <a:pt x="17325" y="6302"/>
                </a:lnTo>
                <a:lnTo>
                  <a:pt x="17836" y="6619"/>
                </a:lnTo>
                <a:lnTo>
                  <a:pt x="18347" y="6886"/>
                </a:lnTo>
                <a:lnTo>
                  <a:pt x="18274" y="6959"/>
                </a:lnTo>
                <a:lnTo>
                  <a:pt x="18104" y="7105"/>
                </a:lnTo>
                <a:lnTo>
                  <a:pt x="17909" y="7203"/>
                </a:lnTo>
                <a:lnTo>
                  <a:pt x="17617" y="7373"/>
                </a:lnTo>
                <a:lnTo>
                  <a:pt x="17568" y="7300"/>
                </a:lnTo>
                <a:lnTo>
                  <a:pt x="17520" y="7276"/>
                </a:lnTo>
                <a:lnTo>
                  <a:pt x="17471" y="7251"/>
                </a:lnTo>
                <a:lnTo>
                  <a:pt x="17276" y="7178"/>
                </a:lnTo>
                <a:lnTo>
                  <a:pt x="17106" y="7081"/>
                </a:lnTo>
                <a:lnTo>
                  <a:pt x="16936" y="6959"/>
                </a:lnTo>
                <a:lnTo>
                  <a:pt x="16790" y="6838"/>
                </a:lnTo>
                <a:lnTo>
                  <a:pt x="16473" y="6570"/>
                </a:lnTo>
                <a:lnTo>
                  <a:pt x="16303" y="6473"/>
                </a:lnTo>
                <a:lnTo>
                  <a:pt x="16133" y="6375"/>
                </a:lnTo>
                <a:lnTo>
                  <a:pt x="15865" y="6229"/>
                </a:lnTo>
                <a:lnTo>
                  <a:pt x="15598" y="6059"/>
                </a:lnTo>
                <a:lnTo>
                  <a:pt x="15306" y="5889"/>
                </a:lnTo>
                <a:lnTo>
                  <a:pt x="15160" y="5816"/>
                </a:lnTo>
                <a:lnTo>
                  <a:pt x="15038" y="5767"/>
                </a:lnTo>
                <a:lnTo>
                  <a:pt x="15014" y="5426"/>
                </a:lnTo>
                <a:lnTo>
                  <a:pt x="14989" y="5256"/>
                </a:lnTo>
                <a:lnTo>
                  <a:pt x="14916" y="5110"/>
                </a:lnTo>
                <a:lnTo>
                  <a:pt x="14916" y="5037"/>
                </a:lnTo>
                <a:lnTo>
                  <a:pt x="14892" y="4964"/>
                </a:lnTo>
                <a:lnTo>
                  <a:pt x="14868" y="4916"/>
                </a:lnTo>
                <a:lnTo>
                  <a:pt x="14795" y="4867"/>
                </a:lnTo>
                <a:lnTo>
                  <a:pt x="14624" y="4770"/>
                </a:lnTo>
                <a:lnTo>
                  <a:pt x="14430" y="4721"/>
                </a:lnTo>
                <a:lnTo>
                  <a:pt x="14235" y="4697"/>
                </a:lnTo>
                <a:lnTo>
                  <a:pt x="14040" y="4672"/>
                </a:lnTo>
                <a:lnTo>
                  <a:pt x="12751" y="3796"/>
                </a:lnTo>
                <a:lnTo>
                  <a:pt x="12118" y="3334"/>
                </a:lnTo>
                <a:lnTo>
                  <a:pt x="11485" y="2872"/>
                </a:lnTo>
                <a:lnTo>
                  <a:pt x="11242" y="2701"/>
                </a:lnTo>
                <a:lnTo>
                  <a:pt x="10974" y="2531"/>
                </a:lnTo>
                <a:lnTo>
                  <a:pt x="10463" y="2239"/>
                </a:lnTo>
                <a:lnTo>
                  <a:pt x="10269" y="2093"/>
                </a:lnTo>
                <a:lnTo>
                  <a:pt x="10098" y="1947"/>
                </a:lnTo>
                <a:lnTo>
                  <a:pt x="9928" y="1801"/>
                </a:lnTo>
                <a:lnTo>
                  <a:pt x="9758" y="1655"/>
                </a:lnTo>
                <a:lnTo>
                  <a:pt x="9733" y="1558"/>
                </a:lnTo>
                <a:lnTo>
                  <a:pt x="9685" y="1485"/>
                </a:lnTo>
                <a:lnTo>
                  <a:pt x="9587" y="1436"/>
                </a:lnTo>
                <a:lnTo>
                  <a:pt x="9539" y="1436"/>
                </a:lnTo>
                <a:lnTo>
                  <a:pt x="9466" y="1460"/>
                </a:lnTo>
                <a:lnTo>
                  <a:pt x="9271" y="1558"/>
                </a:lnTo>
                <a:lnTo>
                  <a:pt x="9101" y="1655"/>
                </a:lnTo>
                <a:lnTo>
                  <a:pt x="8784" y="1923"/>
                </a:lnTo>
                <a:lnTo>
                  <a:pt x="8444" y="2190"/>
                </a:lnTo>
                <a:lnTo>
                  <a:pt x="8127" y="2434"/>
                </a:lnTo>
                <a:lnTo>
                  <a:pt x="7738" y="2677"/>
                </a:lnTo>
                <a:lnTo>
                  <a:pt x="7373" y="2969"/>
                </a:lnTo>
                <a:lnTo>
                  <a:pt x="6668" y="3529"/>
                </a:lnTo>
                <a:lnTo>
                  <a:pt x="5913" y="4137"/>
                </a:lnTo>
                <a:lnTo>
                  <a:pt x="5524" y="4453"/>
                </a:lnTo>
                <a:lnTo>
                  <a:pt x="5183" y="4794"/>
                </a:lnTo>
                <a:lnTo>
                  <a:pt x="5183" y="4818"/>
                </a:lnTo>
                <a:lnTo>
                  <a:pt x="4624" y="4867"/>
                </a:lnTo>
                <a:lnTo>
                  <a:pt x="4234" y="4891"/>
                </a:lnTo>
                <a:lnTo>
                  <a:pt x="4015" y="4940"/>
                </a:lnTo>
                <a:lnTo>
                  <a:pt x="3942" y="4989"/>
                </a:lnTo>
                <a:lnTo>
                  <a:pt x="3869" y="5062"/>
                </a:lnTo>
                <a:lnTo>
                  <a:pt x="3796" y="5037"/>
                </a:lnTo>
                <a:lnTo>
                  <a:pt x="3723" y="5062"/>
                </a:lnTo>
                <a:lnTo>
                  <a:pt x="3675" y="5110"/>
                </a:lnTo>
                <a:lnTo>
                  <a:pt x="3650" y="5183"/>
                </a:lnTo>
                <a:lnTo>
                  <a:pt x="3602" y="5402"/>
                </a:lnTo>
                <a:lnTo>
                  <a:pt x="3602" y="5621"/>
                </a:lnTo>
                <a:lnTo>
                  <a:pt x="3480" y="5645"/>
                </a:lnTo>
                <a:lnTo>
                  <a:pt x="3358" y="5694"/>
                </a:lnTo>
                <a:lnTo>
                  <a:pt x="3237" y="5767"/>
                </a:lnTo>
                <a:lnTo>
                  <a:pt x="3115" y="5864"/>
                </a:lnTo>
                <a:lnTo>
                  <a:pt x="2920" y="6035"/>
                </a:lnTo>
                <a:lnTo>
                  <a:pt x="2726" y="6229"/>
                </a:lnTo>
                <a:lnTo>
                  <a:pt x="2166" y="6765"/>
                </a:lnTo>
                <a:lnTo>
                  <a:pt x="1874" y="7008"/>
                </a:lnTo>
                <a:lnTo>
                  <a:pt x="1582" y="7227"/>
                </a:lnTo>
                <a:lnTo>
                  <a:pt x="1509" y="7300"/>
                </a:lnTo>
                <a:lnTo>
                  <a:pt x="1241" y="7203"/>
                </a:lnTo>
                <a:lnTo>
                  <a:pt x="998" y="7130"/>
                </a:lnTo>
                <a:lnTo>
                  <a:pt x="779" y="7008"/>
                </a:lnTo>
                <a:lnTo>
                  <a:pt x="584" y="6838"/>
                </a:lnTo>
                <a:lnTo>
                  <a:pt x="901" y="6667"/>
                </a:lnTo>
                <a:lnTo>
                  <a:pt x="1217" y="6473"/>
                </a:lnTo>
                <a:lnTo>
                  <a:pt x="1825" y="6035"/>
                </a:lnTo>
                <a:lnTo>
                  <a:pt x="3018" y="5135"/>
                </a:lnTo>
                <a:lnTo>
                  <a:pt x="4307" y="4161"/>
                </a:lnTo>
                <a:lnTo>
                  <a:pt x="5646" y="3164"/>
                </a:lnTo>
                <a:lnTo>
                  <a:pt x="6814" y="2361"/>
                </a:lnTo>
                <a:lnTo>
                  <a:pt x="7981" y="1558"/>
                </a:lnTo>
                <a:lnTo>
                  <a:pt x="8395" y="1266"/>
                </a:lnTo>
                <a:lnTo>
                  <a:pt x="8833" y="949"/>
                </a:lnTo>
                <a:lnTo>
                  <a:pt x="9076" y="828"/>
                </a:lnTo>
                <a:lnTo>
                  <a:pt x="9295" y="706"/>
                </a:lnTo>
                <a:lnTo>
                  <a:pt x="9539" y="584"/>
                </a:lnTo>
                <a:lnTo>
                  <a:pt x="9782" y="511"/>
                </a:lnTo>
                <a:close/>
                <a:moveTo>
                  <a:pt x="3577" y="6132"/>
                </a:moveTo>
                <a:lnTo>
                  <a:pt x="3577" y="6497"/>
                </a:lnTo>
                <a:lnTo>
                  <a:pt x="3383" y="6643"/>
                </a:lnTo>
                <a:lnTo>
                  <a:pt x="3188" y="6813"/>
                </a:lnTo>
                <a:lnTo>
                  <a:pt x="2847" y="7130"/>
                </a:lnTo>
                <a:lnTo>
                  <a:pt x="2531" y="7397"/>
                </a:lnTo>
                <a:lnTo>
                  <a:pt x="2385" y="7543"/>
                </a:lnTo>
                <a:lnTo>
                  <a:pt x="2263" y="7714"/>
                </a:lnTo>
                <a:lnTo>
                  <a:pt x="1971" y="7519"/>
                </a:lnTo>
                <a:lnTo>
                  <a:pt x="2190" y="7373"/>
                </a:lnTo>
                <a:lnTo>
                  <a:pt x="2409" y="7178"/>
                </a:lnTo>
                <a:lnTo>
                  <a:pt x="2823" y="6813"/>
                </a:lnTo>
                <a:lnTo>
                  <a:pt x="3334" y="6327"/>
                </a:lnTo>
                <a:lnTo>
                  <a:pt x="3456" y="6229"/>
                </a:lnTo>
                <a:lnTo>
                  <a:pt x="3577" y="6132"/>
                </a:lnTo>
                <a:close/>
                <a:moveTo>
                  <a:pt x="7738" y="7008"/>
                </a:moveTo>
                <a:lnTo>
                  <a:pt x="7690" y="7032"/>
                </a:lnTo>
                <a:lnTo>
                  <a:pt x="7641" y="7057"/>
                </a:lnTo>
                <a:lnTo>
                  <a:pt x="7422" y="7251"/>
                </a:lnTo>
                <a:lnTo>
                  <a:pt x="7203" y="7397"/>
                </a:lnTo>
                <a:lnTo>
                  <a:pt x="7081" y="7446"/>
                </a:lnTo>
                <a:lnTo>
                  <a:pt x="6935" y="7495"/>
                </a:lnTo>
                <a:lnTo>
                  <a:pt x="6814" y="7519"/>
                </a:lnTo>
                <a:lnTo>
                  <a:pt x="6668" y="7519"/>
                </a:lnTo>
                <a:lnTo>
                  <a:pt x="6765" y="7130"/>
                </a:lnTo>
                <a:lnTo>
                  <a:pt x="6765" y="7105"/>
                </a:lnTo>
                <a:lnTo>
                  <a:pt x="6716" y="7105"/>
                </a:lnTo>
                <a:lnTo>
                  <a:pt x="6595" y="7178"/>
                </a:lnTo>
                <a:lnTo>
                  <a:pt x="6522" y="7300"/>
                </a:lnTo>
                <a:lnTo>
                  <a:pt x="6449" y="7422"/>
                </a:lnTo>
                <a:lnTo>
                  <a:pt x="6376" y="7543"/>
                </a:lnTo>
                <a:lnTo>
                  <a:pt x="6351" y="7616"/>
                </a:lnTo>
                <a:lnTo>
                  <a:pt x="6376" y="7665"/>
                </a:lnTo>
                <a:lnTo>
                  <a:pt x="6400" y="7714"/>
                </a:lnTo>
                <a:lnTo>
                  <a:pt x="6449" y="7738"/>
                </a:lnTo>
                <a:lnTo>
                  <a:pt x="6619" y="7787"/>
                </a:lnTo>
                <a:lnTo>
                  <a:pt x="6765" y="7811"/>
                </a:lnTo>
                <a:lnTo>
                  <a:pt x="6935" y="7811"/>
                </a:lnTo>
                <a:lnTo>
                  <a:pt x="7081" y="7762"/>
                </a:lnTo>
                <a:lnTo>
                  <a:pt x="7227" y="7714"/>
                </a:lnTo>
                <a:lnTo>
                  <a:pt x="7373" y="7641"/>
                </a:lnTo>
                <a:lnTo>
                  <a:pt x="7641" y="7495"/>
                </a:lnTo>
                <a:lnTo>
                  <a:pt x="7690" y="7568"/>
                </a:lnTo>
                <a:lnTo>
                  <a:pt x="7738" y="7641"/>
                </a:lnTo>
                <a:lnTo>
                  <a:pt x="7811" y="7714"/>
                </a:lnTo>
                <a:lnTo>
                  <a:pt x="7908" y="7738"/>
                </a:lnTo>
                <a:lnTo>
                  <a:pt x="8006" y="7787"/>
                </a:lnTo>
                <a:lnTo>
                  <a:pt x="8371" y="7787"/>
                </a:lnTo>
                <a:lnTo>
                  <a:pt x="8517" y="7762"/>
                </a:lnTo>
                <a:lnTo>
                  <a:pt x="8687" y="7714"/>
                </a:lnTo>
                <a:lnTo>
                  <a:pt x="8760" y="7689"/>
                </a:lnTo>
                <a:lnTo>
                  <a:pt x="8809" y="7689"/>
                </a:lnTo>
                <a:lnTo>
                  <a:pt x="8979" y="7714"/>
                </a:lnTo>
                <a:lnTo>
                  <a:pt x="9125" y="7714"/>
                </a:lnTo>
                <a:lnTo>
                  <a:pt x="9247" y="7665"/>
                </a:lnTo>
                <a:lnTo>
                  <a:pt x="9393" y="7592"/>
                </a:lnTo>
                <a:lnTo>
                  <a:pt x="9514" y="7495"/>
                </a:lnTo>
                <a:lnTo>
                  <a:pt x="9563" y="7568"/>
                </a:lnTo>
                <a:lnTo>
                  <a:pt x="9612" y="7616"/>
                </a:lnTo>
                <a:lnTo>
                  <a:pt x="9709" y="7665"/>
                </a:lnTo>
                <a:lnTo>
                  <a:pt x="9782" y="7689"/>
                </a:lnTo>
                <a:lnTo>
                  <a:pt x="9879" y="7689"/>
                </a:lnTo>
                <a:lnTo>
                  <a:pt x="9977" y="7665"/>
                </a:lnTo>
                <a:lnTo>
                  <a:pt x="10171" y="7592"/>
                </a:lnTo>
                <a:lnTo>
                  <a:pt x="10317" y="7592"/>
                </a:lnTo>
                <a:lnTo>
                  <a:pt x="10512" y="7665"/>
                </a:lnTo>
                <a:lnTo>
                  <a:pt x="10755" y="7714"/>
                </a:lnTo>
                <a:lnTo>
                  <a:pt x="11023" y="7738"/>
                </a:lnTo>
                <a:lnTo>
                  <a:pt x="11315" y="7762"/>
                </a:lnTo>
                <a:lnTo>
                  <a:pt x="11875" y="7762"/>
                </a:lnTo>
                <a:lnTo>
                  <a:pt x="12167" y="7714"/>
                </a:lnTo>
                <a:lnTo>
                  <a:pt x="12434" y="7665"/>
                </a:lnTo>
                <a:lnTo>
                  <a:pt x="12678" y="7592"/>
                </a:lnTo>
                <a:lnTo>
                  <a:pt x="12751" y="7543"/>
                </a:lnTo>
                <a:lnTo>
                  <a:pt x="12775" y="7495"/>
                </a:lnTo>
                <a:lnTo>
                  <a:pt x="12799" y="7446"/>
                </a:lnTo>
                <a:lnTo>
                  <a:pt x="12799" y="7373"/>
                </a:lnTo>
                <a:lnTo>
                  <a:pt x="12751" y="7324"/>
                </a:lnTo>
                <a:lnTo>
                  <a:pt x="12726" y="7276"/>
                </a:lnTo>
                <a:lnTo>
                  <a:pt x="12653" y="7251"/>
                </a:lnTo>
                <a:lnTo>
                  <a:pt x="12580" y="7251"/>
                </a:lnTo>
                <a:lnTo>
                  <a:pt x="12021" y="7373"/>
                </a:lnTo>
                <a:lnTo>
                  <a:pt x="11729" y="7397"/>
                </a:lnTo>
                <a:lnTo>
                  <a:pt x="11412" y="7446"/>
                </a:lnTo>
                <a:lnTo>
                  <a:pt x="11120" y="7446"/>
                </a:lnTo>
                <a:lnTo>
                  <a:pt x="10828" y="7422"/>
                </a:lnTo>
                <a:lnTo>
                  <a:pt x="10536" y="7349"/>
                </a:lnTo>
                <a:lnTo>
                  <a:pt x="10415" y="7300"/>
                </a:lnTo>
                <a:lnTo>
                  <a:pt x="10269" y="7227"/>
                </a:lnTo>
                <a:lnTo>
                  <a:pt x="10196" y="7203"/>
                </a:lnTo>
                <a:lnTo>
                  <a:pt x="10123" y="7227"/>
                </a:lnTo>
                <a:lnTo>
                  <a:pt x="10025" y="7300"/>
                </a:lnTo>
                <a:lnTo>
                  <a:pt x="9977" y="7324"/>
                </a:lnTo>
                <a:lnTo>
                  <a:pt x="9928" y="7300"/>
                </a:lnTo>
                <a:lnTo>
                  <a:pt x="9831" y="7251"/>
                </a:lnTo>
                <a:lnTo>
                  <a:pt x="9733" y="7130"/>
                </a:lnTo>
                <a:lnTo>
                  <a:pt x="9685" y="7057"/>
                </a:lnTo>
                <a:lnTo>
                  <a:pt x="9612" y="7008"/>
                </a:lnTo>
                <a:lnTo>
                  <a:pt x="9514" y="7008"/>
                </a:lnTo>
                <a:lnTo>
                  <a:pt x="9490" y="7032"/>
                </a:lnTo>
                <a:lnTo>
                  <a:pt x="9441" y="7057"/>
                </a:lnTo>
                <a:lnTo>
                  <a:pt x="9344" y="7203"/>
                </a:lnTo>
                <a:lnTo>
                  <a:pt x="9198" y="7324"/>
                </a:lnTo>
                <a:lnTo>
                  <a:pt x="9125" y="7349"/>
                </a:lnTo>
                <a:lnTo>
                  <a:pt x="9052" y="7373"/>
                </a:lnTo>
                <a:lnTo>
                  <a:pt x="8955" y="7373"/>
                </a:lnTo>
                <a:lnTo>
                  <a:pt x="8857" y="7324"/>
                </a:lnTo>
                <a:lnTo>
                  <a:pt x="8784" y="7300"/>
                </a:lnTo>
                <a:lnTo>
                  <a:pt x="8711" y="7324"/>
                </a:lnTo>
                <a:lnTo>
                  <a:pt x="8517" y="7422"/>
                </a:lnTo>
                <a:lnTo>
                  <a:pt x="8371" y="7446"/>
                </a:lnTo>
                <a:lnTo>
                  <a:pt x="8225" y="7470"/>
                </a:lnTo>
                <a:lnTo>
                  <a:pt x="8103" y="7470"/>
                </a:lnTo>
                <a:lnTo>
                  <a:pt x="8006" y="7446"/>
                </a:lnTo>
                <a:lnTo>
                  <a:pt x="7957" y="7397"/>
                </a:lnTo>
                <a:lnTo>
                  <a:pt x="7933" y="7349"/>
                </a:lnTo>
                <a:lnTo>
                  <a:pt x="7908" y="7300"/>
                </a:lnTo>
                <a:lnTo>
                  <a:pt x="7908" y="7227"/>
                </a:lnTo>
                <a:lnTo>
                  <a:pt x="7933" y="7154"/>
                </a:lnTo>
                <a:lnTo>
                  <a:pt x="7908" y="7105"/>
                </a:lnTo>
                <a:lnTo>
                  <a:pt x="7884" y="7081"/>
                </a:lnTo>
                <a:lnTo>
                  <a:pt x="7835" y="7032"/>
                </a:lnTo>
                <a:lnTo>
                  <a:pt x="7787" y="7032"/>
                </a:lnTo>
                <a:lnTo>
                  <a:pt x="7738" y="7008"/>
                </a:lnTo>
                <a:close/>
                <a:moveTo>
                  <a:pt x="15841" y="6667"/>
                </a:moveTo>
                <a:lnTo>
                  <a:pt x="16108" y="6765"/>
                </a:lnTo>
                <a:lnTo>
                  <a:pt x="16206" y="6813"/>
                </a:lnTo>
                <a:lnTo>
                  <a:pt x="16279" y="6886"/>
                </a:lnTo>
                <a:lnTo>
                  <a:pt x="15914" y="7178"/>
                </a:lnTo>
                <a:lnTo>
                  <a:pt x="15549" y="7495"/>
                </a:lnTo>
                <a:lnTo>
                  <a:pt x="15306" y="7714"/>
                </a:lnTo>
                <a:lnTo>
                  <a:pt x="15184" y="7860"/>
                </a:lnTo>
                <a:lnTo>
                  <a:pt x="15087" y="8006"/>
                </a:lnTo>
                <a:lnTo>
                  <a:pt x="15087" y="7227"/>
                </a:lnTo>
                <a:lnTo>
                  <a:pt x="15208" y="7154"/>
                </a:lnTo>
                <a:lnTo>
                  <a:pt x="15306" y="7057"/>
                </a:lnTo>
                <a:lnTo>
                  <a:pt x="15525" y="6862"/>
                </a:lnTo>
                <a:lnTo>
                  <a:pt x="15646" y="6789"/>
                </a:lnTo>
                <a:lnTo>
                  <a:pt x="15792" y="6716"/>
                </a:lnTo>
                <a:lnTo>
                  <a:pt x="15841" y="6667"/>
                </a:lnTo>
                <a:close/>
                <a:moveTo>
                  <a:pt x="3577" y="6959"/>
                </a:moveTo>
                <a:lnTo>
                  <a:pt x="3577" y="7349"/>
                </a:lnTo>
                <a:lnTo>
                  <a:pt x="3456" y="7397"/>
                </a:lnTo>
                <a:lnTo>
                  <a:pt x="3358" y="7495"/>
                </a:lnTo>
                <a:lnTo>
                  <a:pt x="3188" y="7689"/>
                </a:lnTo>
                <a:lnTo>
                  <a:pt x="2993" y="7908"/>
                </a:lnTo>
                <a:lnTo>
                  <a:pt x="2799" y="8127"/>
                </a:lnTo>
                <a:lnTo>
                  <a:pt x="2507" y="7884"/>
                </a:lnTo>
                <a:lnTo>
                  <a:pt x="2458" y="7860"/>
                </a:lnTo>
                <a:lnTo>
                  <a:pt x="2726" y="7641"/>
                </a:lnTo>
                <a:lnTo>
                  <a:pt x="2969" y="7446"/>
                </a:lnTo>
                <a:lnTo>
                  <a:pt x="3577" y="6959"/>
                </a:lnTo>
                <a:close/>
                <a:moveTo>
                  <a:pt x="3577" y="7762"/>
                </a:moveTo>
                <a:lnTo>
                  <a:pt x="3577" y="8176"/>
                </a:lnTo>
                <a:lnTo>
                  <a:pt x="3626" y="8590"/>
                </a:lnTo>
                <a:lnTo>
                  <a:pt x="3650" y="8930"/>
                </a:lnTo>
                <a:lnTo>
                  <a:pt x="2969" y="8273"/>
                </a:lnTo>
                <a:lnTo>
                  <a:pt x="3164" y="8127"/>
                </a:lnTo>
                <a:lnTo>
                  <a:pt x="3358" y="7957"/>
                </a:lnTo>
                <a:lnTo>
                  <a:pt x="3577" y="7762"/>
                </a:lnTo>
                <a:close/>
                <a:moveTo>
                  <a:pt x="16522" y="7154"/>
                </a:moveTo>
                <a:lnTo>
                  <a:pt x="16595" y="7203"/>
                </a:lnTo>
                <a:lnTo>
                  <a:pt x="16717" y="7324"/>
                </a:lnTo>
                <a:lnTo>
                  <a:pt x="16863" y="7446"/>
                </a:lnTo>
                <a:lnTo>
                  <a:pt x="17033" y="7543"/>
                </a:lnTo>
                <a:lnTo>
                  <a:pt x="17203" y="7616"/>
                </a:lnTo>
                <a:lnTo>
                  <a:pt x="17057" y="7689"/>
                </a:lnTo>
                <a:lnTo>
                  <a:pt x="16546" y="8030"/>
                </a:lnTo>
                <a:lnTo>
                  <a:pt x="16035" y="8395"/>
                </a:lnTo>
                <a:lnTo>
                  <a:pt x="15573" y="8784"/>
                </a:lnTo>
                <a:lnTo>
                  <a:pt x="15111" y="9198"/>
                </a:lnTo>
                <a:lnTo>
                  <a:pt x="15087" y="8127"/>
                </a:lnTo>
                <a:lnTo>
                  <a:pt x="15257" y="8079"/>
                </a:lnTo>
                <a:lnTo>
                  <a:pt x="15427" y="8006"/>
                </a:lnTo>
                <a:lnTo>
                  <a:pt x="15573" y="7908"/>
                </a:lnTo>
                <a:lnTo>
                  <a:pt x="15719" y="7787"/>
                </a:lnTo>
                <a:lnTo>
                  <a:pt x="16522" y="7154"/>
                </a:lnTo>
                <a:close/>
                <a:moveTo>
                  <a:pt x="6862" y="8395"/>
                </a:moveTo>
                <a:lnTo>
                  <a:pt x="6765" y="8492"/>
                </a:lnTo>
                <a:lnTo>
                  <a:pt x="6668" y="8590"/>
                </a:lnTo>
                <a:lnTo>
                  <a:pt x="6619" y="8736"/>
                </a:lnTo>
                <a:lnTo>
                  <a:pt x="6595" y="8857"/>
                </a:lnTo>
                <a:lnTo>
                  <a:pt x="6595" y="9003"/>
                </a:lnTo>
                <a:lnTo>
                  <a:pt x="6643" y="9125"/>
                </a:lnTo>
                <a:lnTo>
                  <a:pt x="6741" y="9222"/>
                </a:lnTo>
                <a:lnTo>
                  <a:pt x="6862" y="9295"/>
                </a:lnTo>
                <a:lnTo>
                  <a:pt x="7008" y="9320"/>
                </a:lnTo>
                <a:lnTo>
                  <a:pt x="7154" y="9344"/>
                </a:lnTo>
                <a:lnTo>
                  <a:pt x="7300" y="9295"/>
                </a:lnTo>
                <a:lnTo>
                  <a:pt x="7446" y="9247"/>
                </a:lnTo>
                <a:lnTo>
                  <a:pt x="7568" y="9174"/>
                </a:lnTo>
                <a:lnTo>
                  <a:pt x="7714" y="9101"/>
                </a:lnTo>
                <a:lnTo>
                  <a:pt x="7957" y="8906"/>
                </a:lnTo>
                <a:lnTo>
                  <a:pt x="8103" y="9028"/>
                </a:lnTo>
                <a:lnTo>
                  <a:pt x="8273" y="9101"/>
                </a:lnTo>
                <a:lnTo>
                  <a:pt x="8468" y="9149"/>
                </a:lnTo>
                <a:lnTo>
                  <a:pt x="8687" y="9174"/>
                </a:lnTo>
                <a:lnTo>
                  <a:pt x="8906" y="9174"/>
                </a:lnTo>
                <a:lnTo>
                  <a:pt x="9125" y="9125"/>
                </a:lnTo>
                <a:lnTo>
                  <a:pt x="9344" y="9076"/>
                </a:lnTo>
                <a:lnTo>
                  <a:pt x="9539" y="9003"/>
                </a:lnTo>
                <a:lnTo>
                  <a:pt x="9539" y="9076"/>
                </a:lnTo>
                <a:lnTo>
                  <a:pt x="9587" y="9149"/>
                </a:lnTo>
                <a:lnTo>
                  <a:pt x="9636" y="9198"/>
                </a:lnTo>
                <a:lnTo>
                  <a:pt x="9709" y="9198"/>
                </a:lnTo>
                <a:lnTo>
                  <a:pt x="9879" y="9174"/>
                </a:lnTo>
                <a:lnTo>
                  <a:pt x="10050" y="9125"/>
                </a:lnTo>
                <a:lnTo>
                  <a:pt x="10196" y="9052"/>
                </a:lnTo>
                <a:lnTo>
                  <a:pt x="10342" y="8979"/>
                </a:lnTo>
                <a:lnTo>
                  <a:pt x="10415" y="9052"/>
                </a:lnTo>
                <a:lnTo>
                  <a:pt x="10488" y="9125"/>
                </a:lnTo>
                <a:lnTo>
                  <a:pt x="10585" y="9174"/>
                </a:lnTo>
                <a:lnTo>
                  <a:pt x="10780" y="9174"/>
                </a:lnTo>
                <a:lnTo>
                  <a:pt x="10877" y="9149"/>
                </a:lnTo>
                <a:lnTo>
                  <a:pt x="10999" y="9125"/>
                </a:lnTo>
                <a:lnTo>
                  <a:pt x="11096" y="9052"/>
                </a:lnTo>
                <a:lnTo>
                  <a:pt x="11120" y="9125"/>
                </a:lnTo>
                <a:lnTo>
                  <a:pt x="11193" y="9174"/>
                </a:lnTo>
                <a:lnTo>
                  <a:pt x="11266" y="9198"/>
                </a:lnTo>
                <a:lnTo>
                  <a:pt x="11364" y="9174"/>
                </a:lnTo>
                <a:lnTo>
                  <a:pt x="11534" y="9101"/>
                </a:lnTo>
                <a:lnTo>
                  <a:pt x="11704" y="9076"/>
                </a:lnTo>
                <a:lnTo>
                  <a:pt x="11899" y="9076"/>
                </a:lnTo>
                <a:lnTo>
                  <a:pt x="12069" y="9101"/>
                </a:lnTo>
                <a:lnTo>
                  <a:pt x="12459" y="9101"/>
                </a:lnTo>
                <a:lnTo>
                  <a:pt x="12629" y="9052"/>
                </a:lnTo>
                <a:lnTo>
                  <a:pt x="12824" y="8979"/>
                </a:lnTo>
                <a:lnTo>
                  <a:pt x="12872" y="8930"/>
                </a:lnTo>
                <a:lnTo>
                  <a:pt x="12897" y="8882"/>
                </a:lnTo>
                <a:lnTo>
                  <a:pt x="12897" y="8809"/>
                </a:lnTo>
                <a:lnTo>
                  <a:pt x="12872" y="8760"/>
                </a:lnTo>
                <a:lnTo>
                  <a:pt x="12824" y="8711"/>
                </a:lnTo>
                <a:lnTo>
                  <a:pt x="12775" y="8687"/>
                </a:lnTo>
                <a:lnTo>
                  <a:pt x="12702" y="8663"/>
                </a:lnTo>
                <a:lnTo>
                  <a:pt x="12629" y="8687"/>
                </a:lnTo>
                <a:lnTo>
                  <a:pt x="12483" y="8736"/>
                </a:lnTo>
                <a:lnTo>
                  <a:pt x="12337" y="8760"/>
                </a:lnTo>
                <a:lnTo>
                  <a:pt x="11583" y="8760"/>
                </a:lnTo>
                <a:lnTo>
                  <a:pt x="11437" y="8784"/>
                </a:lnTo>
                <a:lnTo>
                  <a:pt x="11437" y="8687"/>
                </a:lnTo>
                <a:lnTo>
                  <a:pt x="11437" y="8638"/>
                </a:lnTo>
                <a:lnTo>
                  <a:pt x="11412" y="8590"/>
                </a:lnTo>
                <a:lnTo>
                  <a:pt x="11339" y="8517"/>
                </a:lnTo>
                <a:lnTo>
                  <a:pt x="11242" y="8517"/>
                </a:lnTo>
                <a:lnTo>
                  <a:pt x="11193" y="8541"/>
                </a:lnTo>
                <a:lnTo>
                  <a:pt x="11145" y="8565"/>
                </a:lnTo>
                <a:lnTo>
                  <a:pt x="11023" y="8711"/>
                </a:lnTo>
                <a:lnTo>
                  <a:pt x="10926" y="8784"/>
                </a:lnTo>
                <a:lnTo>
                  <a:pt x="10853" y="8833"/>
                </a:lnTo>
                <a:lnTo>
                  <a:pt x="10755" y="8857"/>
                </a:lnTo>
                <a:lnTo>
                  <a:pt x="10682" y="8857"/>
                </a:lnTo>
                <a:lnTo>
                  <a:pt x="10609" y="8784"/>
                </a:lnTo>
                <a:lnTo>
                  <a:pt x="10561" y="8638"/>
                </a:lnTo>
                <a:lnTo>
                  <a:pt x="10512" y="8565"/>
                </a:lnTo>
                <a:lnTo>
                  <a:pt x="10439" y="8517"/>
                </a:lnTo>
                <a:lnTo>
                  <a:pt x="10342" y="8517"/>
                </a:lnTo>
                <a:lnTo>
                  <a:pt x="10317" y="8541"/>
                </a:lnTo>
                <a:lnTo>
                  <a:pt x="10269" y="8565"/>
                </a:lnTo>
                <a:lnTo>
                  <a:pt x="10123" y="8711"/>
                </a:lnTo>
                <a:lnTo>
                  <a:pt x="10025" y="8760"/>
                </a:lnTo>
                <a:lnTo>
                  <a:pt x="9928" y="8809"/>
                </a:lnTo>
                <a:lnTo>
                  <a:pt x="9977" y="8638"/>
                </a:lnTo>
                <a:lnTo>
                  <a:pt x="9977" y="8565"/>
                </a:lnTo>
                <a:lnTo>
                  <a:pt x="9952" y="8517"/>
                </a:lnTo>
                <a:lnTo>
                  <a:pt x="9928" y="8468"/>
                </a:lnTo>
                <a:lnTo>
                  <a:pt x="9879" y="8444"/>
                </a:lnTo>
                <a:lnTo>
                  <a:pt x="9806" y="8419"/>
                </a:lnTo>
                <a:lnTo>
                  <a:pt x="9758" y="8419"/>
                </a:lnTo>
                <a:lnTo>
                  <a:pt x="9709" y="8444"/>
                </a:lnTo>
                <a:lnTo>
                  <a:pt x="9660" y="8492"/>
                </a:lnTo>
                <a:lnTo>
                  <a:pt x="9612" y="8565"/>
                </a:lnTo>
                <a:lnTo>
                  <a:pt x="9563" y="8614"/>
                </a:lnTo>
                <a:lnTo>
                  <a:pt x="9368" y="8687"/>
                </a:lnTo>
                <a:lnTo>
                  <a:pt x="9149" y="8760"/>
                </a:lnTo>
                <a:lnTo>
                  <a:pt x="8906" y="8809"/>
                </a:lnTo>
                <a:lnTo>
                  <a:pt x="8638" y="8809"/>
                </a:lnTo>
                <a:lnTo>
                  <a:pt x="8419" y="8784"/>
                </a:lnTo>
                <a:lnTo>
                  <a:pt x="8346" y="8760"/>
                </a:lnTo>
                <a:lnTo>
                  <a:pt x="8273" y="8711"/>
                </a:lnTo>
                <a:lnTo>
                  <a:pt x="8200" y="8663"/>
                </a:lnTo>
                <a:lnTo>
                  <a:pt x="8176" y="8590"/>
                </a:lnTo>
                <a:lnTo>
                  <a:pt x="8152" y="8541"/>
                </a:lnTo>
                <a:lnTo>
                  <a:pt x="8127" y="8517"/>
                </a:lnTo>
                <a:lnTo>
                  <a:pt x="8054" y="8468"/>
                </a:lnTo>
                <a:lnTo>
                  <a:pt x="7957" y="8468"/>
                </a:lnTo>
                <a:lnTo>
                  <a:pt x="7884" y="8517"/>
                </a:lnTo>
                <a:lnTo>
                  <a:pt x="7665" y="8687"/>
                </a:lnTo>
                <a:lnTo>
                  <a:pt x="7446" y="8833"/>
                </a:lnTo>
                <a:lnTo>
                  <a:pt x="7203" y="8955"/>
                </a:lnTo>
                <a:lnTo>
                  <a:pt x="7106" y="8979"/>
                </a:lnTo>
                <a:lnTo>
                  <a:pt x="7033" y="8955"/>
                </a:lnTo>
                <a:lnTo>
                  <a:pt x="6984" y="8906"/>
                </a:lnTo>
                <a:lnTo>
                  <a:pt x="6935" y="8833"/>
                </a:lnTo>
                <a:lnTo>
                  <a:pt x="6911" y="8736"/>
                </a:lnTo>
                <a:lnTo>
                  <a:pt x="6911" y="8638"/>
                </a:lnTo>
                <a:lnTo>
                  <a:pt x="6911" y="8541"/>
                </a:lnTo>
                <a:lnTo>
                  <a:pt x="6935" y="8444"/>
                </a:lnTo>
                <a:lnTo>
                  <a:pt x="6935" y="8419"/>
                </a:lnTo>
                <a:lnTo>
                  <a:pt x="6911" y="8419"/>
                </a:lnTo>
                <a:lnTo>
                  <a:pt x="6887" y="8395"/>
                </a:lnTo>
                <a:close/>
                <a:moveTo>
                  <a:pt x="7811" y="9709"/>
                </a:moveTo>
                <a:lnTo>
                  <a:pt x="7763" y="9733"/>
                </a:lnTo>
                <a:lnTo>
                  <a:pt x="7690" y="9758"/>
                </a:lnTo>
                <a:lnTo>
                  <a:pt x="7641" y="9806"/>
                </a:lnTo>
                <a:lnTo>
                  <a:pt x="7592" y="9904"/>
                </a:lnTo>
                <a:lnTo>
                  <a:pt x="7495" y="9977"/>
                </a:lnTo>
                <a:lnTo>
                  <a:pt x="7398" y="10074"/>
                </a:lnTo>
                <a:lnTo>
                  <a:pt x="7276" y="10171"/>
                </a:lnTo>
                <a:lnTo>
                  <a:pt x="7154" y="10220"/>
                </a:lnTo>
                <a:lnTo>
                  <a:pt x="7057" y="10220"/>
                </a:lnTo>
                <a:lnTo>
                  <a:pt x="7008" y="10196"/>
                </a:lnTo>
                <a:lnTo>
                  <a:pt x="6984" y="10171"/>
                </a:lnTo>
                <a:lnTo>
                  <a:pt x="6960" y="10098"/>
                </a:lnTo>
                <a:lnTo>
                  <a:pt x="6960" y="10025"/>
                </a:lnTo>
                <a:lnTo>
                  <a:pt x="6935" y="9952"/>
                </a:lnTo>
                <a:lnTo>
                  <a:pt x="6887" y="9928"/>
                </a:lnTo>
                <a:lnTo>
                  <a:pt x="6814" y="9904"/>
                </a:lnTo>
                <a:lnTo>
                  <a:pt x="6741" y="9952"/>
                </a:lnTo>
                <a:lnTo>
                  <a:pt x="6668" y="10025"/>
                </a:lnTo>
                <a:lnTo>
                  <a:pt x="6619" y="10098"/>
                </a:lnTo>
                <a:lnTo>
                  <a:pt x="6619" y="10196"/>
                </a:lnTo>
                <a:lnTo>
                  <a:pt x="6643" y="10269"/>
                </a:lnTo>
                <a:lnTo>
                  <a:pt x="6668" y="10366"/>
                </a:lnTo>
                <a:lnTo>
                  <a:pt x="6741" y="10439"/>
                </a:lnTo>
                <a:lnTo>
                  <a:pt x="6814" y="10488"/>
                </a:lnTo>
                <a:lnTo>
                  <a:pt x="6911" y="10536"/>
                </a:lnTo>
                <a:lnTo>
                  <a:pt x="7008" y="10561"/>
                </a:lnTo>
                <a:lnTo>
                  <a:pt x="7227" y="10561"/>
                </a:lnTo>
                <a:lnTo>
                  <a:pt x="7325" y="10536"/>
                </a:lnTo>
                <a:lnTo>
                  <a:pt x="7519" y="10439"/>
                </a:lnTo>
                <a:lnTo>
                  <a:pt x="7714" y="10317"/>
                </a:lnTo>
                <a:lnTo>
                  <a:pt x="7787" y="10390"/>
                </a:lnTo>
                <a:lnTo>
                  <a:pt x="7908" y="10439"/>
                </a:lnTo>
                <a:lnTo>
                  <a:pt x="8030" y="10463"/>
                </a:lnTo>
                <a:lnTo>
                  <a:pt x="8152" y="10463"/>
                </a:lnTo>
                <a:lnTo>
                  <a:pt x="8298" y="10439"/>
                </a:lnTo>
                <a:lnTo>
                  <a:pt x="8444" y="10390"/>
                </a:lnTo>
                <a:lnTo>
                  <a:pt x="8565" y="10342"/>
                </a:lnTo>
                <a:lnTo>
                  <a:pt x="8711" y="10269"/>
                </a:lnTo>
                <a:lnTo>
                  <a:pt x="8809" y="10390"/>
                </a:lnTo>
                <a:lnTo>
                  <a:pt x="8906" y="10463"/>
                </a:lnTo>
                <a:lnTo>
                  <a:pt x="9003" y="10512"/>
                </a:lnTo>
                <a:lnTo>
                  <a:pt x="9125" y="10536"/>
                </a:lnTo>
                <a:lnTo>
                  <a:pt x="9247" y="10536"/>
                </a:lnTo>
                <a:lnTo>
                  <a:pt x="9368" y="10488"/>
                </a:lnTo>
                <a:lnTo>
                  <a:pt x="9490" y="10439"/>
                </a:lnTo>
                <a:lnTo>
                  <a:pt x="9612" y="10366"/>
                </a:lnTo>
                <a:lnTo>
                  <a:pt x="9733" y="10439"/>
                </a:lnTo>
                <a:lnTo>
                  <a:pt x="9855" y="10488"/>
                </a:lnTo>
                <a:lnTo>
                  <a:pt x="9977" y="10512"/>
                </a:lnTo>
                <a:lnTo>
                  <a:pt x="10123" y="10536"/>
                </a:lnTo>
                <a:lnTo>
                  <a:pt x="10390" y="10512"/>
                </a:lnTo>
                <a:lnTo>
                  <a:pt x="10682" y="10463"/>
                </a:lnTo>
                <a:lnTo>
                  <a:pt x="10755" y="10439"/>
                </a:lnTo>
                <a:lnTo>
                  <a:pt x="10804" y="10390"/>
                </a:lnTo>
                <a:lnTo>
                  <a:pt x="10804" y="10317"/>
                </a:lnTo>
                <a:lnTo>
                  <a:pt x="10804" y="10244"/>
                </a:lnTo>
                <a:lnTo>
                  <a:pt x="10780" y="10196"/>
                </a:lnTo>
                <a:lnTo>
                  <a:pt x="10731" y="10147"/>
                </a:lnTo>
                <a:lnTo>
                  <a:pt x="10658" y="10123"/>
                </a:lnTo>
                <a:lnTo>
                  <a:pt x="10585" y="10123"/>
                </a:lnTo>
                <a:lnTo>
                  <a:pt x="10366" y="10171"/>
                </a:lnTo>
                <a:lnTo>
                  <a:pt x="10147" y="10196"/>
                </a:lnTo>
                <a:lnTo>
                  <a:pt x="10050" y="10171"/>
                </a:lnTo>
                <a:lnTo>
                  <a:pt x="9952" y="10147"/>
                </a:lnTo>
                <a:lnTo>
                  <a:pt x="9855" y="10098"/>
                </a:lnTo>
                <a:lnTo>
                  <a:pt x="9758" y="10001"/>
                </a:lnTo>
                <a:lnTo>
                  <a:pt x="9685" y="9952"/>
                </a:lnTo>
                <a:lnTo>
                  <a:pt x="9612" y="9928"/>
                </a:lnTo>
                <a:lnTo>
                  <a:pt x="9539" y="9952"/>
                </a:lnTo>
                <a:lnTo>
                  <a:pt x="9466" y="10001"/>
                </a:lnTo>
                <a:lnTo>
                  <a:pt x="9393" y="10098"/>
                </a:lnTo>
                <a:lnTo>
                  <a:pt x="9320" y="10147"/>
                </a:lnTo>
                <a:lnTo>
                  <a:pt x="9271" y="10171"/>
                </a:lnTo>
                <a:lnTo>
                  <a:pt x="9198" y="10196"/>
                </a:lnTo>
                <a:lnTo>
                  <a:pt x="9149" y="10171"/>
                </a:lnTo>
                <a:lnTo>
                  <a:pt x="9076" y="10123"/>
                </a:lnTo>
                <a:lnTo>
                  <a:pt x="9028" y="10050"/>
                </a:lnTo>
                <a:lnTo>
                  <a:pt x="8955" y="9952"/>
                </a:lnTo>
                <a:lnTo>
                  <a:pt x="8906" y="9879"/>
                </a:lnTo>
                <a:lnTo>
                  <a:pt x="8833" y="9831"/>
                </a:lnTo>
                <a:lnTo>
                  <a:pt x="8736" y="9831"/>
                </a:lnTo>
                <a:lnTo>
                  <a:pt x="8663" y="9879"/>
                </a:lnTo>
                <a:lnTo>
                  <a:pt x="8517" y="9977"/>
                </a:lnTo>
                <a:lnTo>
                  <a:pt x="8273" y="10074"/>
                </a:lnTo>
                <a:lnTo>
                  <a:pt x="8152" y="10098"/>
                </a:lnTo>
                <a:lnTo>
                  <a:pt x="8030" y="10098"/>
                </a:lnTo>
                <a:lnTo>
                  <a:pt x="8006" y="10050"/>
                </a:lnTo>
                <a:lnTo>
                  <a:pt x="7981" y="10025"/>
                </a:lnTo>
                <a:lnTo>
                  <a:pt x="7981" y="9952"/>
                </a:lnTo>
                <a:lnTo>
                  <a:pt x="7981" y="9879"/>
                </a:lnTo>
                <a:lnTo>
                  <a:pt x="7957" y="9831"/>
                </a:lnTo>
                <a:lnTo>
                  <a:pt x="7933" y="9782"/>
                </a:lnTo>
                <a:lnTo>
                  <a:pt x="7884" y="9733"/>
                </a:lnTo>
                <a:lnTo>
                  <a:pt x="7811" y="9709"/>
                </a:lnTo>
                <a:close/>
                <a:moveTo>
                  <a:pt x="13967" y="5135"/>
                </a:moveTo>
                <a:lnTo>
                  <a:pt x="14186" y="5159"/>
                </a:lnTo>
                <a:lnTo>
                  <a:pt x="14381" y="5207"/>
                </a:lnTo>
                <a:lnTo>
                  <a:pt x="14430" y="5256"/>
                </a:lnTo>
                <a:lnTo>
                  <a:pt x="14527" y="5305"/>
                </a:lnTo>
                <a:lnTo>
                  <a:pt x="14576" y="5305"/>
                </a:lnTo>
                <a:lnTo>
                  <a:pt x="14576" y="5548"/>
                </a:lnTo>
                <a:lnTo>
                  <a:pt x="14600" y="5791"/>
                </a:lnTo>
                <a:lnTo>
                  <a:pt x="14624" y="7081"/>
                </a:lnTo>
                <a:lnTo>
                  <a:pt x="14624" y="9587"/>
                </a:lnTo>
                <a:lnTo>
                  <a:pt x="13481" y="10561"/>
                </a:lnTo>
                <a:lnTo>
                  <a:pt x="12288" y="11510"/>
                </a:lnTo>
                <a:lnTo>
                  <a:pt x="10926" y="12507"/>
                </a:lnTo>
                <a:lnTo>
                  <a:pt x="10269" y="12945"/>
                </a:lnTo>
                <a:lnTo>
                  <a:pt x="9952" y="13164"/>
                </a:lnTo>
                <a:lnTo>
                  <a:pt x="9660" y="13432"/>
                </a:lnTo>
                <a:lnTo>
                  <a:pt x="9636" y="13407"/>
                </a:lnTo>
                <a:lnTo>
                  <a:pt x="9320" y="13261"/>
                </a:lnTo>
                <a:lnTo>
                  <a:pt x="9028" y="13091"/>
                </a:lnTo>
                <a:lnTo>
                  <a:pt x="8760" y="12897"/>
                </a:lnTo>
                <a:lnTo>
                  <a:pt x="8492" y="12702"/>
                </a:lnTo>
                <a:lnTo>
                  <a:pt x="7957" y="12264"/>
                </a:lnTo>
                <a:lnTo>
                  <a:pt x="7422" y="11826"/>
                </a:lnTo>
                <a:lnTo>
                  <a:pt x="6108" y="10853"/>
                </a:lnTo>
                <a:lnTo>
                  <a:pt x="4770" y="9879"/>
                </a:lnTo>
                <a:lnTo>
                  <a:pt x="4405" y="9587"/>
                </a:lnTo>
                <a:lnTo>
                  <a:pt x="4040" y="9295"/>
                </a:lnTo>
                <a:lnTo>
                  <a:pt x="4137" y="9222"/>
                </a:lnTo>
                <a:lnTo>
                  <a:pt x="4161" y="9198"/>
                </a:lnTo>
                <a:lnTo>
                  <a:pt x="4186" y="9125"/>
                </a:lnTo>
                <a:lnTo>
                  <a:pt x="4186" y="8979"/>
                </a:lnTo>
                <a:lnTo>
                  <a:pt x="4161" y="8784"/>
                </a:lnTo>
                <a:lnTo>
                  <a:pt x="4137" y="8614"/>
                </a:lnTo>
                <a:lnTo>
                  <a:pt x="4088" y="8444"/>
                </a:lnTo>
                <a:lnTo>
                  <a:pt x="4064" y="7835"/>
                </a:lnTo>
                <a:lnTo>
                  <a:pt x="4040" y="7251"/>
                </a:lnTo>
                <a:lnTo>
                  <a:pt x="4040" y="6010"/>
                </a:lnTo>
                <a:lnTo>
                  <a:pt x="4040" y="5524"/>
                </a:lnTo>
                <a:lnTo>
                  <a:pt x="4015" y="5329"/>
                </a:lnTo>
                <a:lnTo>
                  <a:pt x="4015" y="5280"/>
                </a:lnTo>
                <a:lnTo>
                  <a:pt x="4137" y="5305"/>
                </a:lnTo>
                <a:lnTo>
                  <a:pt x="4599" y="5305"/>
                </a:lnTo>
                <a:lnTo>
                  <a:pt x="5086" y="5256"/>
                </a:lnTo>
                <a:lnTo>
                  <a:pt x="6278" y="5207"/>
                </a:lnTo>
                <a:lnTo>
                  <a:pt x="7495" y="5135"/>
                </a:lnTo>
                <a:lnTo>
                  <a:pt x="8346" y="5135"/>
                </a:lnTo>
                <a:lnTo>
                  <a:pt x="9198" y="5183"/>
                </a:lnTo>
                <a:lnTo>
                  <a:pt x="10901" y="5305"/>
                </a:lnTo>
                <a:lnTo>
                  <a:pt x="11339" y="5329"/>
                </a:lnTo>
                <a:lnTo>
                  <a:pt x="11777" y="5305"/>
                </a:lnTo>
                <a:lnTo>
                  <a:pt x="12653" y="5232"/>
                </a:lnTo>
                <a:lnTo>
                  <a:pt x="13067" y="5183"/>
                </a:lnTo>
                <a:lnTo>
                  <a:pt x="13505" y="5135"/>
                </a:lnTo>
                <a:close/>
                <a:moveTo>
                  <a:pt x="365" y="7227"/>
                </a:moveTo>
                <a:lnTo>
                  <a:pt x="511" y="7373"/>
                </a:lnTo>
                <a:lnTo>
                  <a:pt x="682" y="7495"/>
                </a:lnTo>
                <a:lnTo>
                  <a:pt x="876" y="7592"/>
                </a:lnTo>
                <a:lnTo>
                  <a:pt x="1095" y="7689"/>
                </a:lnTo>
                <a:lnTo>
                  <a:pt x="1509" y="7835"/>
                </a:lnTo>
                <a:lnTo>
                  <a:pt x="1679" y="7933"/>
                </a:lnTo>
                <a:lnTo>
                  <a:pt x="1850" y="8006"/>
                </a:lnTo>
                <a:lnTo>
                  <a:pt x="2166" y="8225"/>
                </a:lnTo>
                <a:lnTo>
                  <a:pt x="2482" y="8492"/>
                </a:lnTo>
                <a:lnTo>
                  <a:pt x="2774" y="8760"/>
                </a:lnTo>
                <a:lnTo>
                  <a:pt x="3042" y="9052"/>
                </a:lnTo>
                <a:lnTo>
                  <a:pt x="3626" y="9612"/>
                </a:lnTo>
                <a:lnTo>
                  <a:pt x="3918" y="9879"/>
                </a:lnTo>
                <a:lnTo>
                  <a:pt x="4234" y="10123"/>
                </a:lnTo>
                <a:lnTo>
                  <a:pt x="4940" y="10634"/>
                </a:lnTo>
                <a:lnTo>
                  <a:pt x="5646" y="11169"/>
                </a:lnTo>
                <a:lnTo>
                  <a:pt x="6351" y="11680"/>
                </a:lnTo>
                <a:lnTo>
                  <a:pt x="7057" y="12191"/>
                </a:lnTo>
                <a:lnTo>
                  <a:pt x="7373" y="12410"/>
                </a:lnTo>
                <a:lnTo>
                  <a:pt x="7665" y="12629"/>
                </a:lnTo>
                <a:lnTo>
                  <a:pt x="8249" y="13116"/>
                </a:lnTo>
                <a:lnTo>
                  <a:pt x="8541" y="13334"/>
                </a:lnTo>
                <a:lnTo>
                  <a:pt x="8833" y="13553"/>
                </a:lnTo>
                <a:lnTo>
                  <a:pt x="9149" y="13724"/>
                </a:lnTo>
                <a:lnTo>
                  <a:pt x="9490" y="13894"/>
                </a:lnTo>
                <a:lnTo>
                  <a:pt x="9563" y="13918"/>
                </a:lnTo>
                <a:lnTo>
                  <a:pt x="9612" y="13918"/>
                </a:lnTo>
                <a:lnTo>
                  <a:pt x="9709" y="13870"/>
                </a:lnTo>
                <a:lnTo>
                  <a:pt x="9758" y="13797"/>
                </a:lnTo>
                <a:lnTo>
                  <a:pt x="9806" y="13675"/>
                </a:lnTo>
                <a:lnTo>
                  <a:pt x="9977" y="13626"/>
                </a:lnTo>
                <a:lnTo>
                  <a:pt x="10171" y="13529"/>
                </a:lnTo>
                <a:lnTo>
                  <a:pt x="10512" y="13334"/>
                </a:lnTo>
                <a:lnTo>
                  <a:pt x="11169" y="12897"/>
                </a:lnTo>
                <a:lnTo>
                  <a:pt x="11923" y="12361"/>
                </a:lnTo>
                <a:lnTo>
                  <a:pt x="12678" y="11802"/>
                </a:lnTo>
                <a:lnTo>
                  <a:pt x="13408" y="11218"/>
                </a:lnTo>
                <a:lnTo>
                  <a:pt x="14138" y="10634"/>
                </a:lnTo>
                <a:lnTo>
                  <a:pt x="14843" y="10050"/>
                </a:lnTo>
                <a:lnTo>
                  <a:pt x="15549" y="9441"/>
                </a:lnTo>
                <a:lnTo>
                  <a:pt x="16060" y="9003"/>
                </a:lnTo>
                <a:lnTo>
                  <a:pt x="16571" y="8614"/>
                </a:lnTo>
                <a:lnTo>
                  <a:pt x="17106" y="8249"/>
                </a:lnTo>
                <a:lnTo>
                  <a:pt x="17690" y="7908"/>
                </a:lnTo>
                <a:lnTo>
                  <a:pt x="18152" y="7665"/>
                </a:lnTo>
                <a:lnTo>
                  <a:pt x="18420" y="7495"/>
                </a:lnTo>
                <a:lnTo>
                  <a:pt x="18542" y="7397"/>
                </a:lnTo>
                <a:lnTo>
                  <a:pt x="18663" y="7300"/>
                </a:lnTo>
                <a:lnTo>
                  <a:pt x="18639" y="7592"/>
                </a:lnTo>
                <a:lnTo>
                  <a:pt x="18639" y="7860"/>
                </a:lnTo>
                <a:lnTo>
                  <a:pt x="18639" y="8371"/>
                </a:lnTo>
                <a:lnTo>
                  <a:pt x="18615" y="9222"/>
                </a:lnTo>
                <a:lnTo>
                  <a:pt x="18566" y="10074"/>
                </a:lnTo>
                <a:lnTo>
                  <a:pt x="18542" y="10926"/>
                </a:lnTo>
                <a:lnTo>
                  <a:pt x="18542" y="11339"/>
                </a:lnTo>
                <a:lnTo>
                  <a:pt x="18542" y="11777"/>
                </a:lnTo>
                <a:lnTo>
                  <a:pt x="18590" y="12629"/>
                </a:lnTo>
                <a:lnTo>
                  <a:pt x="18615" y="13505"/>
                </a:lnTo>
                <a:lnTo>
                  <a:pt x="18615" y="14356"/>
                </a:lnTo>
                <a:lnTo>
                  <a:pt x="18590" y="15232"/>
                </a:lnTo>
                <a:lnTo>
                  <a:pt x="18517" y="16157"/>
                </a:lnTo>
                <a:lnTo>
                  <a:pt x="18444" y="17082"/>
                </a:lnTo>
                <a:lnTo>
                  <a:pt x="18420" y="17276"/>
                </a:lnTo>
                <a:lnTo>
                  <a:pt x="18104" y="17082"/>
                </a:lnTo>
                <a:lnTo>
                  <a:pt x="17812" y="16887"/>
                </a:lnTo>
                <a:lnTo>
                  <a:pt x="17203" y="16376"/>
                </a:lnTo>
                <a:lnTo>
                  <a:pt x="16595" y="15816"/>
                </a:lnTo>
                <a:lnTo>
                  <a:pt x="16279" y="15524"/>
                </a:lnTo>
                <a:lnTo>
                  <a:pt x="15962" y="15232"/>
                </a:lnTo>
                <a:lnTo>
                  <a:pt x="15622" y="14965"/>
                </a:lnTo>
                <a:lnTo>
                  <a:pt x="15257" y="14721"/>
                </a:lnTo>
                <a:lnTo>
                  <a:pt x="14843" y="14502"/>
                </a:lnTo>
                <a:lnTo>
                  <a:pt x="14430" y="14308"/>
                </a:lnTo>
                <a:lnTo>
                  <a:pt x="14040" y="14113"/>
                </a:lnTo>
                <a:lnTo>
                  <a:pt x="13846" y="14040"/>
                </a:lnTo>
                <a:lnTo>
                  <a:pt x="13602" y="14040"/>
                </a:lnTo>
                <a:lnTo>
                  <a:pt x="13578" y="14064"/>
                </a:lnTo>
                <a:lnTo>
                  <a:pt x="13554" y="14113"/>
                </a:lnTo>
                <a:lnTo>
                  <a:pt x="13554" y="14162"/>
                </a:lnTo>
                <a:lnTo>
                  <a:pt x="13627" y="14332"/>
                </a:lnTo>
                <a:lnTo>
                  <a:pt x="13748" y="14454"/>
                </a:lnTo>
                <a:lnTo>
                  <a:pt x="13894" y="14575"/>
                </a:lnTo>
                <a:lnTo>
                  <a:pt x="14040" y="14673"/>
                </a:lnTo>
                <a:lnTo>
                  <a:pt x="14405" y="14867"/>
                </a:lnTo>
                <a:lnTo>
                  <a:pt x="14722" y="15038"/>
                </a:lnTo>
                <a:lnTo>
                  <a:pt x="15160" y="15305"/>
                </a:lnTo>
                <a:lnTo>
                  <a:pt x="15573" y="15622"/>
                </a:lnTo>
                <a:lnTo>
                  <a:pt x="15962" y="15962"/>
                </a:lnTo>
                <a:lnTo>
                  <a:pt x="16327" y="16303"/>
                </a:lnTo>
                <a:lnTo>
                  <a:pt x="16644" y="16595"/>
                </a:lnTo>
                <a:lnTo>
                  <a:pt x="16984" y="16887"/>
                </a:lnTo>
                <a:lnTo>
                  <a:pt x="17641" y="17422"/>
                </a:lnTo>
                <a:lnTo>
                  <a:pt x="17933" y="17666"/>
                </a:lnTo>
                <a:lnTo>
                  <a:pt x="17933" y="17666"/>
                </a:lnTo>
                <a:lnTo>
                  <a:pt x="17155" y="17641"/>
                </a:lnTo>
                <a:lnTo>
                  <a:pt x="16376" y="17690"/>
                </a:lnTo>
                <a:lnTo>
                  <a:pt x="14795" y="17787"/>
                </a:lnTo>
                <a:lnTo>
                  <a:pt x="14211" y="17812"/>
                </a:lnTo>
                <a:lnTo>
                  <a:pt x="13602" y="17836"/>
                </a:lnTo>
                <a:lnTo>
                  <a:pt x="12410" y="17836"/>
                </a:lnTo>
                <a:lnTo>
                  <a:pt x="10001" y="17787"/>
                </a:lnTo>
                <a:lnTo>
                  <a:pt x="9393" y="17787"/>
                </a:lnTo>
                <a:lnTo>
                  <a:pt x="8760" y="17812"/>
                </a:lnTo>
                <a:lnTo>
                  <a:pt x="7495" y="17885"/>
                </a:lnTo>
                <a:lnTo>
                  <a:pt x="6254" y="17933"/>
                </a:lnTo>
                <a:lnTo>
                  <a:pt x="5621" y="17958"/>
                </a:lnTo>
                <a:lnTo>
                  <a:pt x="3796" y="17958"/>
                </a:lnTo>
                <a:lnTo>
                  <a:pt x="2604" y="17933"/>
                </a:lnTo>
                <a:lnTo>
                  <a:pt x="1947" y="17958"/>
                </a:lnTo>
                <a:lnTo>
                  <a:pt x="1314" y="18006"/>
                </a:lnTo>
                <a:lnTo>
                  <a:pt x="779" y="18104"/>
                </a:lnTo>
                <a:lnTo>
                  <a:pt x="974" y="17982"/>
                </a:lnTo>
                <a:lnTo>
                  <a:pt x="1144" y="17860"/>
                </a:lnTo>
                <a:lnTo>
                  <a:pt x="1436" y="17593"/>
                </a:lnTo>
                <a:lnTo>
                  <a:pt x="2263" y="16960"/>
                </a:lnTo>
                <a:lnTo>
                  <a:pt x="3042" y="16327"/>
                </a:lnTo>
                <a:lnTo>
                  <a:pt x="4648" y="14989"/>
                </a:lnTo>
                <a:lnTo>
                  <a:pt x="5208" y="14551"/>
                </a:lnTo>
                <a:lnTo>
                  <a:pt x="5378" y="14429"/>
                </a:lnTo>
                <a:lnTo>
                  <a:pt x="5475" y="14332"/>
                </a:lnTo>
                <a:lnTo>
                  <a:pt x="5524" y="14259"/>
                </a:lnTo>
                <a:lnTo>
                  <a:pt x="5524" y="14186"/>
                </a:lnTo>
                <a:lnTo>
                  <a:pt x="5524" y="14113"/>
                </a:lnTo>
                <a:lnTo>
                  <a:pt x="5475" y="14040"/>
                </a:lnTo>
                <a:lnTo>
                  <a:pt x="5427" y="13991"/>
                </a:lnTo>
                <a:lnTo>
                  <a:pt x="5378" y="13967"/>
                </a:lnTo>
                <a:lnTo>
                  <a:pt x="5256" y="13967"/>
                </a:lnTo>
                <a:lnTo>
                  <a:pt x="5159" y="13991"/>
                </a:lnTo>
                <a:lnTo>
                  <a:pt x="5037" y="14064"/>
                </a:lnTo>
                <a:lnTo>
                  <a:pt x="4818" y="14235"/>
                </a:lnTo>
                <a:lnTo>
                  <a:pt x="4648" y="14381"/>
                </a:lnTo>
                <a:lnTo>
                  <a:pt x="3869" y="15013"/>
                </a:lnTo>
                <a:lnTo>
                  <a:pt x="3115" y="15646"/>
                </a:lnTo>
                <a:lnTo>
                  <a:pt x="1387" y="17106"/>
                </a:lnTo>
                <a:lnTo>
                  <a:pt x="1168" y="17276"/>
                </a:lnTo>
                <a:lnTo>
                  <a:pt x="925" y="17471"/>
                </a:lnTo>
                <a:lnTo>
                  <a:pt x="706" y="17641"/>
                </a:lnTo>
                <a:lnTo>
                  <a:pt x="487" y="17860"/>
                </a:lnTo>
                <a:lnTo>
                  <a:pt x="463" y="17252"/>
                </a:lnTo>
                <a:lnTo>
                  <a:pt x="438" y="16668"/>
                </a:lnTo>
                <a:lnTo>
                  <a:pt x="487" y="15476"/>
                </a:lnTo>
                <a:lnTo>
                  <a:pt x="487" y="14673"/>
                </a:lnTo>
                <a:lnTo>
                  <a:pt x="463" y="13894"/>
                </a:lnTo>
                <a:lnTo>
                  <a:pt x="463" y="13116"/>
                </a:lnTo>
                <a:lnTo>
                  <a:pt x="463" y="12337"/>
                </a:lnTo>
                <a:lnTo>
                  <a:pt x="487" y="10755"/>
                </a:lnTo>
                <a:lnTo>
                  <a:pt x="487" y="9977"/>
                </a:lnTo>
                <a:lnTo>
                  <a:pt x="463" y="9198"/>
                </a:lnTo>
                <a:lnTo>
                  <a:pt x="438" y="8711"/>
                </a:lnTo>
                <a:lnTo>
                  <a:pt x="390" y="8225"/>
                </a:lnTo>
                <a:lnTo>
                  <a:pt x="341" y="7714"/>
                </a:lnTo>
                <a:lnTo>
                  <a:pt x="341" y="7470"/>
                </a:lnTo>
                <a:lnTo>
                  <a:pt x="365" y="7227"/>
                </a:lnTo>
                <a:close/>
                <a:moveTo>
                  <a:pt x="9587" y="0"/>
                </a:moveTo>
                <a:lnTo>
                  <a:pt x="9490" y="25"/>
                </a:lnTo>
                <a:lnTo>
                  <a:pt x="9393" y="98"/>
                </a:lnTo>
                <a:lnTo>
                  <a:pt x="9393" y="146"/>
                </a:lnTo>
                <a:lnTo>
                  <a:pt x="9198" y="219"/>
                </a:lnTo>
                <a:lnTo>
                  <a:pt x="9028" y="292"/>
                </a:lnTo>
                <a:lnTo>
                  <a:pt x="8687" y="511"/>
                </a:lnTo>
                <a:lnTo>
                  <a:pt x="8054" y="974"/>
                </a:lnTo>
                <a:lnTo>
                  <a:pt x="6887" y="1777"/>
                </a:lnTo>
                <a:lnTo>
                  <a:pt x="5719" y="2580"/>
                </a:lnTo>
                <a:lnTo>
                  <a:pt x="5013" y="3091"/>
                </a:lnTo>
                <a:lnTo>
                  <a:pt x="4332" y="3626"/>
                </a:lnTo>
                <a:lnTo>
                  <a:pt x="2945" y="4697"/>
                </a:lnTo>
                <a:lnTo>
                  <a:pt x="2239" y="5207"/>
                </a:lnTo>
                <a:lnTo>
                  <a:pt x="1509" y="5718"/>
                </a:lnTo>
                <a:lnTo>
                  <a:pt x="803" y="6229"/>
                </a:lnTo>
                <a:lnTo>
                  <a:pt x="463" y="6521"/>
                </a:lnTo>
                <a:lnTo>
                  <a:pt x="122" y="6789"/>
                </a:lnTo>
                <a:lnTo>
                  <a:pt x="98" y="6838"/>
                </a:lnTo>
                <a:lnTo>
                  <a:pt x="98" y="6886"/>
                </a:lnTo>
                <a:lnTo>
                  <a:pt x="98" y="6935"/>
                </a:lnTo>
                <a:lnTo>
                  <a:pt x="122" y="6959"/>
                </a:lnTo>
                <a:lnTo>
                  <a:pt x="49" y="7178"/>
                </a:lnTo>
                <a:lnTo>
                  <a:pt x="25" y="7397"/>
                </a:lnTo>
                <a:lnTo>
                  <a:pt x="0" y="7641"/>
                </a:lnTo>
                <a:lnTo>
                  <a:pt x="25" y="7884"/>
                </a:lnTo>
                <a:lnTo>
                  <a:pt x="49" y="8371"/>
                </a:lnTo>
                <a:lnTo>
                  <a:pt x="98" y="8833"/>
                </a:lnTo>
                <a:lnTo>
                  <a:pt x="98" y="10488"/>
                </a:lnTo>
                <a:lnTo>
                  <a:pt x="73" y="11315"/>
                </a:lnTo>
                <a:lnTo>
                  <a:pt x="49" y="12142"/>
                </a:lnTo>
                <a:lnTo>
                  <a:pt x="25" y="12970"/>
                </a:lnTo>
                <a:lnTo>
                  <a:pt x="49" y="13797"/>
                </a:lnTo>
                <a:lnTo>
                  <a:pt x="49" y="14624"/>
                </a:lnTo>
                <a:lnTo>
                  <a:pt x="49" y="15476"/>
                </a:lnTo>
                <a:lnTo>
                  <a:pt x="0" y="16911"/>
                </a:lnTo>
                <a:lnTo>
                  <a:pt x="0" y="17617"/>
                </a:lnTo>
                <a:lnTo>
                  <a:pt x="49" y="17982"/>
                </a:lnTo>
                <a:lnTo>
                  <a:pt x="98" y="18347"/>
                </a:lnTo>
                <a:lnTo>
                  <a:pt x="98" y="18396"/>
                </a:lnTo>
                <a:lnTo>
                  <a:pt x="146" y="18444"/>
                </a:lnTo>
                <a:lnTo>
                  <a:pt x="219" y="18493"/>
                </a:lnTo>
                <a:lnTo>
                  <a:pt x="341" y="18517"/>
                </a:lnTo>
                <a:lnTo>
                  <a:pt x="438" y="18469"/>
                </a:lnTo>
                <a:lnTo>
                  <a:pt x="1022" y="18469"/>
                </a:lnTo>
                <a:lnTo>
                  <a:pt x="1606" y="18420"/>
                </a:lnTo>
                <a:lnTo>
                  <a:pt x="2190" y="18396"/>
                </a:lnTo>
                <a:lnTo>
                  <a:pt x="3967" y="18396"/>
                </a:lnTo>
                <a:lnTo>
                  <a:pt x="5183" y="18420"/>
                </a:lnTo>
                <a:lnTo>
                  <a:pt x="6376" y="18396"/>
                </a:lnTo>
                <a:lnTo>
                  <a:pt x="7592" y="18347"/>
                </a:lnTo>
                <a:lnTo>
                  <a:pt x="8809" y="18274"/>
                </a:lnTo>
                <a:lnTo>
                  <a:pt x="10001" y="18274"/>
                </a:lnTo>
                <a:lnTo>
                  <a:pt x="12337" y="18298"/>
                </a:lnTo>
                <a:lnTo>
                  <a:pt x="13481" y="18298"/>
                </a:lnTo>
                <a:lnTo>
                  <a:pt x="14649" y="18274"/>
                </a:lnTo>
                <a:lnTo>
                  <a:pt x="15646" y="18201"/>
                </a:lnTo>
                <a:lnTo>
                  <a:pt x="16668" y="18128"/>
                </a:lnTo>
                <a:lnTo>
                  <a:pt x="17690" y="18128"/>
                </a:lnTo>
                <a:lnTo>
                  <a:pt x="18201" y="18152"/>
                </a:lnTo>
                <a:lnTo>
                  <a:pt x="18688" y="18201"/>
                </a:lnTo>
                <a:lnTo>
                  <a:pt x="18785" y="18201"/>
                </a:lnTo>
                <a:lnTo>
                  <a:pt x="18882" y="18177"/>
                </a:lnTo>
                <a:lnTo>
                  <a:pt x="18931" y="18128"/>
                </a:lnTo>
                <a:lnTo>
                  <a:pt x="18980" y="18055"/>
                </a:lnTo>
                <a:lnTo>
                  <a:pt x="19004" y="17958"/>
                </a:lnTo>
                <a:lnTo>
                  <a:pt x="18980" y="17885"/>
                </a:lnTo>
                <a:lnTo>
                  <a:pt x="18955" y="17812"/>
                </a:lnTo>
                <a:lnTo>
                  <a:pt x="18882" y="17763"/>
                </a:lnTo>
                <a:lnTo>
                  <a:pt x="18907" y="17690"/>
                </a:lnTo>
                <a:lnTo>
                  <a:pt x="19028" y="16327"/>
                </a:lnTo>
                <a:lnTo>
                  <a:pt x="19077" y="15427"/>
                </a:lnTo>
                <a:lnTo>
                  <a:pt x="19101" y="14502"/>
                </a:lnTo>
                <a:lnTo>
                  <a:pt x="19101" y="13602"/>
                </a:lnTo>
                <a:lnTo>
                  <a:pt x="19077" y="12678"/>
                </a:lnTo>
                <a:lnTo>
                  <a:pt x="19028" y="10999"/>
                </a:lnTo>
                <a:lnTo>
                  <a:pt x="19028" y="10147"/>
                </a:lnTo>
                <a:lnTo>
                  <a:pt x="19053" y="9295"/>
                </a:lnTo>
                <a:lnTo>
                  <a:pt x="19077" y="8541"/>
                </a:lnTo>
                <a:lnTo>
                  <a:pt x="19077" y="7787"/>
                </a:lnTo>
                <a:lnTo>
                  <a:pt x="19053" y="7251"/>
                </a:lnTo>
                <a:lnTo>
                  <a:pt x="19077" y="6984"/>
                </a:lnTo>
                <a:lnTo>
                  <a:pt x="19126" y="6716"/>
                </a:lnTo>
                <a:lnTo>
                  <a:pt x="19126" y="6692"/>
                </a:lnTo>
                <a:lnTo>
                  <a:pt x="19126" y="6643"/>
                </a:lnTo>
                <a:lnTo>
                  <a:pt x="19077" y="6594"/>
                </a:lnTo>
                <a:lnTo>
                  <a:pt x="19004" y="6570"/>
                </a:lnTo>
                <a:lnTo>
                  <a:pt x="18955" y="6570"/>
                </a:lnTo>
                <a:lnTo>
                  <a:pt x="18931" y="6594"/>
                </a:lnTo>
                <a:lnTo>
                  <a:pt x="18882" y="6570"/>
                </a:lnTo>
                <a:lnTo>
                  <a:pt x="18250" y="6254"/>
                </a:lnTo>
                <a:lnTo>
                  <a:pt x="17617" y="5889"/>
                </a:lnTo>
                <a:lnTo>
                  <a:pt x="17033" y="5499"/>
                </a:lnTo>
                <a:lnTo>
                  <a:pt x="16473" y="5062"/>
                </a:lnTo>
                <a:lnTo>
                  <a:pt x="15816" y="4575"/>
                </a:lnTo>
                <a:lnTo>
                  <a:pt x="15160" y="4088"/>
                </a:lnTo>
                <a:lnTo>
                  <a:pt x="14503" y="3602"/>
                </a:lnTo>
                <a:lnTo>
                  <a:pt x="13870" y="3115"/>
                </a:lnTo>
                <a:lnTo>
                  <a:pt x="12605" y="2117"/>
                </a:lnTo>
                <a:lnTo>
                  <a:pt x="11972" y="1631"/>
                </a:lnTo>
                <a:lnTo>
                  <a:pt x="11339" y="1168"/>
                </a:lnTo>
                <a:lnTo>
                  <a:pt x="10682" y="706"/>
                </a:lnTo>
                <a:lnTo>
                  <a:pt x="10050" y="219"/>
                </a:lnTo>
                <a:lnTo>
                  <a:pt x="10001" y="171"/>
                </a:lnTo>
                <a:lnTo>
                  <a:pt x="9928" y="73"/>
                </a:lnTo>
                <a:lnTo>
                  <a:pt x="9879" y="49"/>
                </a:lnTo>
                <a:lnTo>
                  <a:pt x="9806" y="49"/>
                </a:lnTo>
                <a:lnTo>
                  <a:pt x="9709" y="25"/>
                </a:lnTo>
                <a:lnTo>
                  <a:pt x="9587"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12" name="Google Shape;812;p39"/>
          <p:cNvSpPr/>
          <p:nvPr/>
        </p:nvSpPr>
        <p:spPr>
          <a:xfrm>
            <a:off x="1445732" y="1499808"/>
            <a:ext cx="376518" cy="380255"/>
          </a:xfrm>
          <a:custGeom>
            <a:avLst/>
            <a:gdLst/>
            <a:ahLst/>
            <a:cxnLst/>
            <a:rect l="l" t="t" r="r" b="b"/>
            <a:pathLst>
              <a:path w="17228" h="17399" extrusionOk="0">
                <a:moveTo>
                  <a:pt x="14162" y="439"/>
                </a:moveTo>
                <a:lnTo>
                  <a:pt x="14478" y="512"/>
                </a:lnTo>
                <a:lnTo>
                  <a:pt x="14794" y="609"/>
                </a:lnTo>
                <a:lnTo>
                  <a:pt x="15111" y="755"/>
                </a:lnTo>
                <a:lnTo>
                  <a:pt x="15403" y="925"/>
                </a:lnTo>
                <a:lnTo>
                  <a:pt x="15670" y="1120"/>
                </a:lnTo>
                <a:lnTo>
                  <a:pt x="15914" y="1315"/>
                </a:lnTo>
                <a:lnTo>
                  <a:pt x="16108" y="1534"/>
                </a:lnTo>
                <a:lnTo>
                  <a:pt x="15987" y="1558"/>
                </a:lnTo>
                <a:lnTo>
                  <a:pt x="15889" y="1607"/>
                </a:lnTo>
                <a:lnTo>
                  <a:pt x="15816" y="1655"/>
                </a:lnTo>
                <a:lnTo>
                  <a:pt x="15792" y="1680"/>
                </a:lnTo>
                <a:lnTo>
                  <a:pt x="15768" y="1728"/>
                </a:lnTo>
                <a:lnTo>
                  <a:pt x="15768" y="1777"/>
                </a:lnTo>
                <a:lnTo>
                  <a:pt x="15792" y="1826"/>
                </a:lnTo>
                <a:lnTo>
                  <a:pt x="15865" y="1850"/>
                </a:lnTo>
                <a:lnTo>
                  <a:pt x="15938" y="1874"/>
                </a:lnTo>
                <a:lnTo>
                  <a:pt x="16230" y="1874"/>
                </a:lnTo>
                <a:lnTo>
                  <a:pt x="16352" y="1850"/>
                </a:lnTo>
                <a:lnTo>
                  <a:pt x="16546" y="2166"/>
                </a:lnTo>
                <a:lnTo>
                  <a:pt x="16254" y="2142"/>
                </a:lnTo>
                <a:lnTo>
                  <a:pt x="16011" y="2142"/>
                </a:lnTo>
                <a:lnTo>
                  <a:pt x="15987" y="2166"/>
                </a:lnTo>
                <a:lnTo>
                  <a:pt x="15987" y="2191"/>
                </a:lnTo>
                <a:lnTo>
                  <a:pt x="16133" y="2312"/>
                </a:lnTo>
                <a:lnTo>
                  <a:pt x="16303" y="2410"/>
                </a:lnTo>
                <a:lnTo>
                  <a:pt x="16473" y="2458"/>
                </a:lnTo>
                <a:lnTo>
                  <a:pt x="16668" y="2507"/>
                </a:lnTo>
                <a:lnTo>
                  <a:pt x="16717" y="2750"/>
                </a:lnTo>
                <a:lnTo>
                  <a:pt x="16741" y="2994"/>
                </a:lnTo>
                <a:lnTo>
                  <a:pt x="16522" y="2872"/>
                </a:lnTo>
                <a:lnTo>
                  <a:pt x="16352" y="2799"/>
                </a:lnTo>
                <a:lnTo>
                  <a:pt x="16181" y="2702"/>
                </a:lnTo>
                <a:lnTo>
                  <a:pt x="16011" y="2653"/>
                </a:lnTo>
                <a:lnTo>
                  <a:pt x="15792" y="2653"/>
                </a:lnTo>
                <a:lnTo>
                  <a:pt x="15768" y="2677"/>
                </a:lnTo>
                <a:lnTo>
                  <a:pt x="15768" y="2702"/>
                </a:lnTo>
                <a:lnTo>
                  <a:pt x="15768" y="2726"/>
                </a:lnTo>
                <a:lnTo>
                  <a:pt x="15889" y="2872"/>
                </a:lnTo>
                <a:lnTo>
                  <a:pt x="16035" y="2994"/>
                </a:lnTo>
                <a:lnTo>
                  <a:pt x="16327" y="3213"/>
                </a:lnTo>
                <a:lnTo>
                  <a:pt x="16522" y="3334"/>
                </a:lnTo>
                <a:lnTo>
                  <a:pt x="16619" y="3407"/>
                </a:lnTo>
                <a:lnTo>
                  <a:pt x="16717" y="3456"/>
                </a:lnTo>
                <a:lnTo>
                  <a:pt x="16692" y="3651"/>
                </a:lnTo>
                <a:lnTo>
                  <a:pt x="16619" y="3845"/>
                </a:lnTo>
                <a:lnTo>
                  <a:pt x="16400" y="3602"/>
                </a:lnTo>
                <a:lnTo>
                  <a:pt x="16133" y="3407"/>
                </a:lnTo>
                <a:lnTo>
                  <a:pt x="15987" y="3310"/>
                </a:lnTo>
                <a:lnTo>
                  <a:pt x="15841" y="3237"/>
                </a:lnTo>
                <a:lnTo>
                  <a:pt x="15695" y="3188"/>
                </a:lnTo>
                <a:lnTo>
                  <a:pt x="15524" y="3164"/>
                </a:lnTo>
                <a:lnTo>
                  <a:pt x="15476" y="3188"/>
                </a:lnTo>
                <a:lnTo>
                  <a:pt x="15476" y="3213"/>
                </a:lnTo>
                <a:lnTo>
                  <a:pt x="15476" y="3237"/>
                </a:lnTo>
                <a:lnTo>
                  <a:pt x="15500" y="3261"/>
                </a:lnTo>
                <a:lnTo>
                  <a:pt x="15597" y="3359"/>
                </a:lnTo>
                <a:lnTo>
                  <a:pt x="15695" y="3432"/>
                </a:lnTo>
                <a:lnTo>
                  <a:pt x="15987" y="3699"/>
                </a:lnTo>
                <a:lnTo>
                  <a:pt x="16230" y="3918"/>
                </a:lnTo>
                <a:lnTo>
                  <a:pt x="16449" y="4162"/>
                </a:lnTo>
                <a:lnTo>
                  <a:pt x="16473" y="4186"/>
                </a:lnTo>
                <a:lnTo>
                  <a:pt x="16254" y="4526"/>
                </a:lnTo>
                <a:lnTo>
                  <a:pt x="16206" y="4453"/>
                </a:lnTo>
                <a:lnTo>
                  <a:pt x="16133" y="4380"/>
                </a:lnTo>
                <a:lnTo>
                  <a:pt x="15962" y="4259"/>
                </a:lnTo>
                <a:lnTo>
                  <a:pt x="15646" y="4040"/>
                </a:lnTo>
                <a:lnTo>
                  <a:pt x="15403" y="3821"/>
                </a:lnTo>
                <a:lnTo>
                  <a:pt x="15159" y="3626"/>
                </a:lnTo>
                <a:lnTo>
                  <a:pt x="15111" y="3626"/>
                </a:lnTo>
                <a:lnTo>
                  <a:pt x="15062" y="3651"/>
                </a:lnTo>
                <a:lnTo>
                  <a:pt x="15013" y="3724"/>
                </a:lnTo>
                <a:lnTo>
                  <a:pt x="15013" y="3821"/>
                </a:lnTo>
                <a:lnTo>
                  <a:pt x="15013" y="3894"/>
                </a:lnTo>
                <a:lnTo>
                  <a:pt x="15038" y="3991"/>
                </a:lnTo>
                <a:lnTo>
                  <a:pt x="15135" y="4137"/>
                </a:lnTo>
                <a:lnTo>
                  <a:pt x="15257" y="4283"/>
                </a:lnTo>
                <a:lnTo>
                  <a:pt x="15427" y="4453"/>
                </a:lnTo>
                <a:lnTo>
                  <a:pt x="15622" y="4599"/>
                </a:lnTo>
                <a:lnTo>
                  <a:pt x="15816" y="4745"/>
                </a:lnTo>
                <a:lnTo>
                  <a:pt x="15914" y="4818"/>
                </a:lnTo>
                <a:lnTo>
                  <a:pt x="16011" y="4843"/>
                </a:lnTo>
                <a:lnTo>
                  <a:pt x="15792" y="5135"/>
                </a:lnTo>
                <a:lnTo>
                  <a:pt x="14867" y="4162"/>
                </a:lnTo>
                <a:lnTo>
                  <a:pt x="13967" y="3213"/>
                </a:lnTo>
                <a:lnTo>
                  <a:pt x="13505" y="2750"/>
                </a:lnTo>
                <a:lnTo>
                  <a:pt x="13018" y="2288"/>
                </a:lnTo>
                <a:lnTo>
                  <a:pt x="12531" y="1850"/>
                </a:lnTo>
                <a:lnTo>
                  <a:pt x="12021" y="1461"/>
                </a:lnTo>
                <a:lnTo>
                  <a:pt x="12021" y="1388"/>
                </a:lnTo>
                <a:lnTo>
                  <a:pt x="12118" y="1315"/>
                </a:lnTo>
                <a:lnTo>
                  <a:pt x="12215" y="1242"/>
                </a:lnTo>
                <a:lnTo>
                  <a:pt x="12385" y="1047"/>
                </a:lnTo>
                <a:lnTo>
                  <a:pt x="12629" y="852"/>
                </a:lnTo>
                <a:lnTo>
                  <a:pt x="12921" y="682"/>
                </a:lnTo>
                <a:lnTo>
                  <a:pt x="13213" y="560"/>
                </a:lnTo>
                <a:lnTo>
                  <a:pt x="13505" y="463"/>
                </a:lnTo>
                <a:lnTo>
                  <a:pt x="13675" y="439"/>
                </a:lnTo>
                <a:close/>
                <a:moveTo>
                  <a:pt x="11753" y="1704"/>
                </a:moveTo>
                <a:lnTo>
                  <a:pt x="11826" y="1850"/>
                </a:lnTo>
                <a:lnTo>
                  <a:pt x="11948" y="1972"/>
                </a:lnTo>
                <a:lnTo>
                  <a:pt x="12093" y="2069"/>
                </a:lnTo>
                <a:lnTo>
                  <a:pt x="12385" y="2288"/>
                </a:lnTo>
                <a:lnTo>
                  <a:pt x="12677" y="2531"/>
                </a:lnTo>
                <a:lnTo>
                  <a:pt x="12945" y="2823"/>
                </a:lnTo>
                <a:lnTo>
                  <a:pt x="13480" y="3383"/>
                </a:lnTo>
                <a:lnTo>
                  <a:pt x="14478" y="4453"/>
                </a:lnTo>
                <a:lnTo>
                  <a:pt x="15500" y="5500"/>
                </a:lnTo>
                <a:lnTo>
                  <a:pt x="15111" y="5962"/>
                </a:lnTo>
                <a:lnTo>
                  <a:pt x="14600" y="5500"/>
                </a:lnTo>
                <a:lnTo>
                  <a:pt x="14113" y="5013"/>
                </a:lnTo>
                <a:lnTo>
                  <a:pt x="13213" y="4016"/>
                </a:lnTo>
                <a:lnTo>
                  <a:pt x="12750" y="3529"/>
                </a:lnTo>
                <a:lnTo>
                  <a:pt x="12264" y="3018"/>
                </a:lnTo>
                <a:lnTo>
                  <a:pt x="11777" y="2556"/>
                </a:lnTo>
                <a:lnTo>
                  <a:pt x="11266" y="2093"/>
                </a:lnTo>
                <a:lnTo>
                  <a:pt x="11753" y="1704"/>
                </a:lnTo>
                <a:close/>
                <a:moveTo>
                  <a:pt x="13724" y="5232"/>
                </a:moveTo>
                <a:lnTo>
                  <a:pt x="14235" y="5767"/>
                </a:lnTo>
                <a:lnTo>
                  <a:pt x="14794" y="6278"/>
                </a:lnTo>
                <a:lnTo>
                  <a:pt x="14575" y="6497"/>
                </a:lnTo>
                <a:lnTo>
                  <a:pt x="14259" y="6278"/>
                </a:lnTo>
                <a:lnTo>
                  <a:pt x="13967" y="6035"/>
                </a:lnTo>
                <a:lnTo>
                  <a:pt x="13699" y="5792"/>
                </a:lnTo>
                <a:lnTo>
                  <a:pt x="13432" y="5573"/>
                </a:lnTo>
                <a:lnTo>
                  <a:pt x="13724" y="5232"/>
                </a:lnTo>
                <a:close/>
                <a:moveTo>
                  <a:pt x="13261" y="5767"/>
                </a:moveTo>
                <a:lnTo>
                  <a:pt x="13359" y="5913"/>
                </a:lnTo>
                <a:lnTo>
                  <a:pt x="13456" y="6059"/>
                </a:lnTo>
                <a:lnTo>
                  <a:pt x="13724" y="6303"/>
                </a:lnTo>
                <a:lnTo>
                  <a:pt x="13991" y="6546"/>
                </a:lnTo>
                <a:lnTo>
                  <a:pt x="14137" y="6668"/>
                </a:lnTo>
                <a:lnTo>
                  <a:pt x="14308" y="6765"/>
                </a:lnTo>
                <a:lnTo>
                  <a:pt x="14235" y="6814"/>
                </a:lnTo>
                <a:lnTo>
                  <a:pt x="14137" y="6692"/>
                </a:lnTo>
                <a:lnTo>
                  <a:pt x="13991" y="6595"/>
                </a:lnTo>
                <a:lnTo>
                  <a:pt x="13699" y="6400"/>
                </a:lnTo>
                <a:lnTo>
                  <a:pt x="13359" y="6230"/>
                </a:lnTo>
                <a:lnTo>
                  <a:pt x="13188" y="6132"/>
                </a:lnTo>
                <a:lnTo>
                  <a:pt x="13042" y="6011"/>
                </a:lnTo>
                <a:lnTo>
                  <a:pt x="13261" y="5767"/>
                </a:lnTo>
                <a:close/>
                <a:moveTo>
                  <a:pt x="13018" y="6059"/>
                </a:moveTo>
                <a:lnTo>
                  <a:pt x="13188" y="6303"/>
                </a:lnTo>
                <a:lnTo>
                  <a:pt x="13286" y="6424"/>
                </a:lnTo>
                <a:lnTo>
                  <a:pt x="13407" y="6522"/>
                </a:lnTo>
                <a:lnTo>
                  <a:pt x="14040" y="7008"/>
                </a:lnTo>
                <a:lnTo>
                  <a:pt x="13699" y="7349"/>
                </a:lnTo>
                <a:lnTo>
                  <a:pt x="13675" y="7325"/>
                </a:lnTo>
                <a:lnTo>
                  <a:pt x="13505" y="7227"/>
                </a:lnTo>
                <a:lnTo>
                  <a:pt x="13334" y="7106"/>
                </a:lnTo>
                <a:lnTo>
                  <a:pt x="13018" y="6838"/>
                </a:lnTo>
                <a:lnTo>
                  <a:pt x="12799" y="6668"/>
                </a:lnTo>
                <a:lnTo>
                  <a:pt x="12702" y="6595"/>
                </a:lnTo>
                <a:lnTo>
                  <a:pt x="12580" y="6546"/>
                </a:lnTo>
                <a:lnTo>
                  <a:pt x="12799" y="6303"/>
                </a:lnTo>
                <a:lnTo>
                  <a:pt x="13018" y="6059"/>
                </a:lnTo>
                <a:close/>
                <a:moveTo>
                  <a:pt x="12385" y="6716"/>
                </a:moveTo>
                <a:lnTo>
                  <a:pt x="12483" y="6838"/>
                </a:lnTo>
                <a:lnTo>
                  <a:pt x="12580" y="6935"/>
                </a:lnTo>
                <a:lnTo>
                  <a:pt x="12799" y="7130"/>
                </a:lnTo>
                <a:lnTo>
                  <a:pt x="13091" y="7398"/>
                </a:lnTo>
                <a:lnTo>
                  <a:pt x="13407" y="7617"/>
                </a:lnTo>
                <a:lnTo>
                  <a:pt x="13018" y="8006"/>
                </a:lnTo>
                <a:lnTo>
                  <a:pt x="12921" y="8079"/>
                </a:lnTo>
                <a:lnTo>
                  <a:pt x="12823" y="7909"/>
                </a:lnTo>
                <a:lnTo>
                  <a:pt x="12653" y="7763"/>
                </a:lnTo>
                <a:lnTo>
                  <a:pt x="12312" y="7495"/>
                </a:lnTo>
                <a:lnTo>
                  <a:pt x="12093" y="7325"/>
                </a:lnTo>
                <a:lnTo>
                  <a:pt x="11972" y="7252"/>
                </a:lnTo>
                <a:lnTo>
                  <a:pt x="11850" y="7179"/>
                </a:lnTo>
                <a:lnTo>
                  <a:pt x="12385" y="6716"/>
                </a:lnTo>
                <a:close/>
                <a:moveTo>
                  <a:pt x="11631" y="7373"/>
                </a:moveTo>
                <a:lnTo>
                  <a:pt x="11729" y="7471"/>
                </a:lnTo>
                <a:lnTo>
                  <a:pt x="11850" y="7568"/>
                </a:lnTo>
                <a:lnTo>
                  <a:pt x="12093" y="7738"/>
                </a:lnTo>
                <a:lnTo>
                  <a:pt x="12434" y="8055"/>
                </a:lnTo>
                <a:lnTo>
                  <a:pt x="12556" y="8201"/>
                </a:lnTo>
                <a:lnTo>
                  <a:pt x="12702" y="8322"/>
                </a:lnTo>
                <a:lnTo>
                  <a:pt x="11948" y="9150"/>
                </a:lnTo>
                <a:lnTo>
                  <a:pt x="11680" y="8906"/>
                </a:lnTo>
                <a:lnTo>
                  <a:pt x="11364" y="8687"/>
                </a:lnTo>
                <a:lnTo>
                  <a:pt x="11072" y="8444"/>
                </a:lnTo>
                <a:lnTo>
                  <a:pt x="10780" y="8201"/>
                </a:lnTo>
                <a:lnTo>
                  <a:pt x="11096" y="7860"/>
                </a:lnTo>
                <a:lnTo>
                  <a:pt x="11193" y="7957"/>
                </a:lnTo>
                <a:lnTo>
                  <a:pt x="11291" y="8030"/>
                </a:lnTo>
                <a:lnTo>
                  <a:pt x="11461" y="8176"/>
                </a:lnTo>
                <a:lnTo>
                  <a:pt x="11777" y="8493"/>
                </a:lnTo>
                <a:lnTo>
                  <a:pt x="11972" y="8614"/>
                </a:lnTo>
                <a:lnTo>
                  <a:pt x="12166" y="8736"/>
                </a:lnTo>
                <a:lnTo>
                  <a:pt x="12288" y="8736"/>
                </a:lnTo>
                <a:lnTo>
                  <a:pt x="12337" y="8712"/>
                </a:lnTo>
                <a:lnTo>
                  <a:pt x="12361" y="8639"/>
                </a:lnTo>
                <a:lnTo>
                  <a:pt x="12361" y="8566"/>
                </a:lnTo>
                <a:lnTo>
                  <a:pt x="12337" y="8493"/>
                </a:lnTo>
                <a:lnTo>
                  <a:pt x="12118" y="8322"/>
                </a:lnTo>
                <a:lnTo>
                  <a:pt x="11899" y="8152"/>
                </a:lnTo>
                <a:lnTo>
                  <a:pt x="11461" y="7811"/>
                </a:lnTo>
                <a:lnTo>
                  <a:pt x="11291" y="7690"/>
                </a:lnTo>
                <a:lnTo>
                  <a:pt x="11631" y="7373"/>
                </a:lnTo>
                <a:close/>
                <a:moveTo>
                  <a:pt x="10634" y="8371"/>
                </a:moveTo>
                <a:lnTo>
                  <a:pt x="10731" y="8541"/>
                </a:lnTo>
                <a:lnTo>
                  <a:pt x="10853" y="8687"/>
                </a:lnTo>
                <a:lnTo>
                  <a:pt x="10974" y="8809"/>
                </a:lnTo>
                <a:lnTo>
                  <a:pt x="11145" y="8931"/>
                </a:lnTo>
                <a:lnTo>
                  <a:pt x="11461" y="9150"/>
                </a:lnTo>
                <a:lnTo>
                  <a:pt x="11753" y="9369"/>
                </a:lnTo>
                <a:lnTo>
                  <a:pt x="11461" y="9685"/>
                </a:lnTo>
                <a:lnTo>
                  <a:pt x="11145" y="9442"/>
                </a:lnTo>
                <a:lnTo>
                  <a:pt x="10828" y="9198"/>
                </a:lnTo>
                <a:lnTo>
                  <a:pt x="10585" y="8955"/>
                </a:lnTo>
                <a:lnTo>
                  <a:pt x="10463" y="8833"/>
                </a:lnTo>
                <a:lnTo>
                  <a:pt x="10317" y="8736"/>
                </a:lnTo>
                <a:lnTo>
                  <a:pt x="10634" y="8371"/>
                </a:lnTo>
                <a:close/>
                <a:moveTo>
                  <a:pt x="10196" y="8931"/>
                </a:moveTo>
                <a:lnTo>
                  <a:pt x="10269" y="9052"/>
                </a:lnTo>
                <a:lnTo>
                  <a:pt x="10366" y="9198"/>
                </a:lnTo>
                <a:lnTo>
                  <a:pt x="10609" y="9417"/>
                </a:lnTo>
                <a:lnTo>
                  <a:pt x="10901" y="9709"/>
                </a:lnTo>
                <a:lnTo>
                  <a:pt x="11072" y="9831"/>
                </a:lnTo>
                <a:lnTo>
                  <a:pt x="11242" y="9953"/>
                </a:lnTo>
                <a:lnTo>
                  <a:pt x="10415" y="10853"/>
                </a:lnTo>
                <a:lnTo>
                  <a:pt x="10317" y="10707"/>
                </a:lnTo>
                <a:lnTo>
                  <a:pt x="10196" y="10585"/>
                </a:lnTo>
                <a:lnTo>
                  <a:pt x="9904" y="10366"/>
                </a:lnTo>
                <a:lnTo>
                  <a:pt x="9636" y="10172"/>
                </a:lnTo>
                <a:lnTo>
                  <a:pt x="9466" y="10074"/>
                </a:lnTo>
                <a:lnTo>
                  <a:pt x="9320" y="10001"/>
                </a:lnTo>
                <a:lnTo>
                  <a:pt x="9563" y="9709"/>
                </a:lnTo>
                <a:lnTo>
                  <a:pt x="9782" y="9880"/>
                </a:lnTo>
                <a:lnTo>
                  <a:pt x="10001" y="10026"/>
                </a:lnTo>
                <a:lnTo>
                  <a:pt x="10244" y="10245"/>
                </a:lnTo>
                <a:lnTo>
                  <a:pt x="10390" y="10366"/>
                </a:lnTo>
                <a:lnTo>
                  <a:pt x="10536" y="10464"/>
                </a:lnTo>
                <a:lnTo>
                  <a:pt x="10609" y="10488"/>
                </a:lnTo>
                <a:lnTo>
                  <a:pt x="10658" y="10464"/>
                </a:lnTo>
                <a:lnTo>
                  <a:pt x="10731" y="10439"/>
                </a:lnTo>
                <a:lnTo>
                  <a:pt x="10780" y="10391"/>
                </a:lnTo>
                <a:lnTo>
                  <a:pt x="10804" y="10342"/>
                </a:lnTo>
                <a:lnTo>
                  <a:pt x="10828" y="10269"/>
                </a:lnTo>
                <a:lnTo>
                  <a:pt x="10804" y="10220"/>
                </a:lnTo>
                <a:lnTo>
                  <a:pt x="10755" y="10147"/>
                </a:lnTo>
                <a:lnTo>
                  <a:pt x="10220" y="9734"/>
                </a:lnTo>
                <a:lnTo>
                  <a:pt x="10001" y="9563"/>
                </a:lnTo>
                <a:lnTo>
                  <a:pt x="9904" y="9490"/>
                </a:lnTo>
                <a:lnTo>
                  <a:pt x="9782" y="9442"/>
                </a:lnTo>
                <a:lnTo>
                  <a:pt x="10196" y="8931"/>
                </a:lnTo>
                <a:close/>
                <a:moveTo>
                  <a:pt x="9125" y="10245"/>
                </a:moveTo>
                <a:lnTo>
                  <a:pt x="9247" y="10342"/>
                </a:lnTo>
                <a:lnTo>
                  <a:pt x="9368" y="10415"/>
                </a:lnTo>
                <a:lnTo>
                  <a:pt x="9612" y="10585"/>
                </a:lnTo>
                <a:lnTo>
                  <a:pt x="9904" y="10829"/>
                </a:lnTo>
                <a:lnTo>
                  <a:pt x="10050" y="10950"/>
                </a:lnTo>
                <a:lnTo>
                  <a:pt x="10220" y="11048"/>
                </a:lnTo>
                <a:lnTo>
                  <a:pt x="9685" y="11583"/>
                </a:lnTo>
                <a:lnTo>
                  <a:pt x="9685" y="11534"/>
                </a:lnTo>
                <a:lnTo>
                  <a:pt x="9660" y="11437"/>
                </a:lnTo>
                <a:lnTo>
                  <a:pt x="9587" y="11364"/>
                </a:lnTo>
                <a:lnTo>
                  <a:pt x="9417" y="11218"/>
                </a:lnTo>
                <a:lnTo>
                  <a:pt x="9222" y="11023"/>
                </a:lnTo>
                <a:lnTo>
                  <a:pt x="9028" y="10853"/>
                </a:lnTo>
                <a:lnTo>
                  <a:pt x="8906" y="10756"/>
                </a:lnTo>
                <a:lnTo>
                  <a:pt x="8736" y="10683"/>
                </a:lnTo>
                <a:lnTo>
                  <a:pt x="8833" y="10585"/>
                </a:lnTo>
                <a:lnTo>
                  <a:pt x="9125" y="10245"/>
                </a:lnTo>
                <a:close/>
                <a:moveTo>
                  <a:pt x="8468" y="10926"/>
                </a:moveTo>
                <a:lnTo>
                  <a:pt x="8687" y="11096"/>
                </a:lnTo>
                <a:lnTo>
                  <a:pt x="8930" y="11291"/>
                </a:lnTo>
                <a:lnTo>
                  <a:pt x="9052" y="11437"/>
                </a:lnTo>
                <a:lnTo>
                  <a:pt x="9198" y="11583"/>
                </a:lnTo>
                <a:lnTo>
                  <a:pt x="9271" y="11656"/>
                </a:lnTo>
                <a:lnTo>
                  <a:pt x="9344" y="11705"/>
                </a:lnTo>
                <a:lnTo>
                  <a:pt x="9441" y="11753"/>
                </a:lnTo>
                <a:lnTo>
                  <a:pt x="9539" y="11753"/>
                </a:lnTo>
                <a:lnTo>
                  <a:pt x="8468" y="12824"/>
                </a:lnTo>
                <a:lnTo>
                  <a:pt x="8152" y="12532"/>
                </a:lnTo>
                <a:lnTo>
                  <a:pt x="7811" y="12240"/>
                </a:lnTo>
                <a:lnTo>
                  <a:pt x="7470" y="11899"/>
                </a:lnTo>
                <a:lnTo>
                  <a:pt x="7349" y="11826"/>
                </a:lnTo>
                <a:lnTo>
                  <a:pt x="7738" y="11534"/>
                </a:lnTo>
                <a:lnTo>
                  <a:pt x="7860" y="11705"/>
                </a:lnTo>
                <a:lnTo>
                  <a:pt x="8006" y="11875"/>
                </a:lnTo>
                <a:lnTo>
                  <a:pt x="8371" y="12264"/>
                </a:lnTo>
                <a:lnTo>
                  <a:pt x="8517" y="12434"/>
                </a:lnTo>
                <a:lnTo>
                  <a:pt x="8590" y="12483"/>
                </a:lnTo>
                <a:lnTo>
                  <a:pt x="8687" y="12507"/>
                </a:lnTo>
                <a:lnTo>
                  <a:pt x="8736" y="12507"/>
                </a:lnTo>
                <a:lnTo>
                  <a:pt x="8809" y="12483"/>
                </a:lnTo>
                <a:lnTo>
                  <a:pt x="8833" y="12434"/>
                </a:lnTo>
                <a:lnTo>
                  <a:pt x="8857" y="12386"/>
                </a:lnTo>
                <a:lnTo>
                  <a:pt x="8857" y="12289"/>
                </a:lnTo>
                <a:lnTo>
                  <a:pt x="8809" y="12191"/>
                </a:lnTo>
                <a:lnTo>
                  <a:pt x="8760" y="12094"/>
                </a:lnTo>
                <a:lnTo>
                  <a:pt x="8663" y="11997"/>
                </a:lnTo>
                <a:lnTo>
                  <a:pt x="8492" y="11826"/>
                </a:lnTo>
                <a:lnTo>
                  <a:pt x="8322" y="11680"/>
                </a:lnTo>
                <a:lnTo>
                  <a:pt x="8152" y="11510"/>
                </a:lnTo>
                <a:lnTo>
                  <a:pt x="7957" y="11364"/>
                </a:lnTo>
                <a:lnTo>
                  <a:pt x="8468" y="10926"/>
                </a:lnTo>
                <a:close/>
                <a:moveTo>
                  <a:pt x="11047" y="2312"/>
                </a:moveTo>
                <a:lnTo>
                  <a:pt x="11120" y="2434"/>
                </a:lnTo>
                <a:lnTo>
                  <a:pt x="11218" y="2531"/>
                </a:lnTo>
                <a:lnTo>
                  <a:pt x="11437" y="2750"/>
                </a:lnTo>
                <a:lnTo>
                  <a:pt x="11850" y="3213"/>
                </a:lnTo>
                <a:lnTo>
                  <a:pt x="11826" y="3213"/>
                </a:lnTo>
                <a:lnTo>
                  <a:pt x="11193" y="3748"/>
                </a:lnTo>
                <a:lnTo>
                  <a:pt x="10609" y="4283"/>
                </a:lnTo>
                <a:lnTo>
                  <a:pt x="10025" y="4867"/>
                </a:lnTo>
                <a:lnTo>
                  <a:pt x="9490" y="5500"/>
                </a:lnTo>
                <a:lnTo>
                  <a:pt x="9174" y="5865"/>
                </a:lnTo>
                <a:lnTo>
                  <a:pt x="8857" y="6254"/>
                </a:lnTo>
                <a:lnTo>
                  <a:pt x="8517" y="6595"/>
                </a:lnTo>
                <a:lnTo>
                  <a:pt x="8176" y="6935"/>
                </a:lnTo>
                <a:lnTo>
                  <a:pt x="7373" y="7617"/>
                </a:lnTo>
                <a:lnTo>
                  <a:pt x="6984" y="7933"/>
                </a:lnTo>
                <a:lnTo>
                  <a:pt x="6594" y="8274"/>
                </a:lnTo>
                <a:lnTo>
                  <a:pt x="6229" y="8639"/>
                </a:lnTo>
                <a:lnTo>
                  <a:pt x="5864" y="9004"/>
                </a:lnTo>
                <a:lnTo>
                  <a:pt x="5183" y="9782"/>
                </a:lnTo>
                <a:lnTo>
                  <a:pt x="4502" y="10537"/>
                </a:lnTo>
                <a:lnTo>
                  <a:pt x="4137" y="10902"/>
                </a:lnTo>
                <a:lnTo>
                  <a:pt x="3772" y="11242"/>
                </a:lnTo>
                <a:lnTo>
                  <a:pt x="3115" y="11802"/>
                </a:lnTo>
                <a:lnTo>
                  <a:pt x="2799" y="12118"/>
                </a:lnTo>
                <a:lnTo>
                  <a:pt x="2507" y="12434"/>
                </a:lnTo>
                <a:lnTo>
                  <a:pt x="2263" y="12702"/>
                </a:lnTo>
                <a:lnTo>
                  <a:pt x="2166" y="12848"/>
                </a:lnTo>
                <a:lnTo>
                  <a:pt x="2069" y="13018"/>
                </a:lnTo>
                <a:lnTo>
                  <a:pt x="1850" y="12824"/>
                </a:lnTo>
                <a:lnTo>
                  <a:pt x="1460" y="12459"/>
                </a:lnTo>
                <a:lnTo>
                  <a:pt x="1266" y="12264"/>
                </a:lnTo>
                <a:lnTo>
                  <a:pt x="1047" y="12118"/>
                </a:lnTo>
                <a:lnTo>
                  <a:pt x="1047" y="12070"/>
                </a:lnTo>
                <a:lnTo>
                  <a:pt x="1193" y="11997"/>
                </a:lnTo>
                <a:lnTo>
                  <a:pt x="1339" y="11924"/>
                </a:lnTo>
                <a:lnTo>
                  <a:pt x="1460" y="11826"/>
                </a:lnTo>
                <a:lnTo>
                  <a:pt x="1582" y="11705"/>
                </a:lnTo>
                <a:lnTo>
                  <a:pt x="2020" y="11218"/>
                </a:lnTo>
                <a:lnTo>
                  <a:pt x="2385" y="10853"/>
                </a:lnTo>
                <a:lnTo>
                  <a:pt x="2774" y="10537"/>
                </a:lnTo>
                <a:lnTo>
                  <a:pt x="3577" y="9880"/>
                </a:lnTo>
                <a:lnTo>
                  <a:pt x="3942" y="9539"/>
                </a:lnTo>
                <a:lnTo>
                  <a:pt x="4307" y="9198"/>
                </a:lnTo>
                <a:lnTo>
                  <a:pt x="5037" y="8468"/>
                </a:lnTo>
                <a:lnTo>
                  <a:pt x="5718" y="7738"/>
                </a:lnTo>
                <a:lnTo>
                  <a:pt x="6400" y="7008"/>
                </a:lnTo>
                <a:lnTo>
                  <a:pt x="7081" y="6303"/>
                </a:lnTo>
                <a:lnTo>
                  <a:pt x="7787" y="5621"/>
                </a:lnTo>
                <a:lnTo>
                  <a:pt x="8468" y="4940"/>
                </a:lnTo>
                <a:lnTo>
                  <a:pt x="9149" y="4259"/>
                </a:lnTo>
                <a:lnTo>
                  <a:pt x="10074" y="3261"/>
                </a:lnTo>
                <a:lnTo>
                  <a:pt x="10561" y="2775"/>
                </a:lnTo>
                <a:lnTo>
                  <a:pt x="11047" y="2312"/>
                </a:lnTo>
                <a:close/>
                <a:moveTo>
                  <a:pt x="7154" y="11997"/>
                </a:moveTo>
                <a:lnTo>
                  <a:pt x="7203" y="12094"/>
                </a:lnTo>
                <a:lnTo>
                  <a:pt x="7251" y="12167"/>
                </a:lnTo>
                <a:lnTo>
                  <a:pt x="7422" y="12386"/>
                </a:lnTo>
                <a:lnTo>
                  <a:pt x="7592" y="12580"/>
                </a:lnTo>
                <a:lnTo>
                  <a:pt x="7884" y="12872"/>
                </a:lnTo>
                <a:lnTo>
                  <a:pt x="8030" y="12994"/>
                </a:lnTo>
                <a:lnTo>
                  <a:pt x="8200" y="13091"/>
                </a:lnTo>
                <a:lnTo>
                  <a:pt x="7835" y="13481"/>
                </a:lnTo>
                <a:lnTo>
                  <a:pt x="7811" y="13432"/>
                </a:lnTo>
                <a:lnTo>
                  <a:pt x="7787" y="13408"/>
                </a:lnTo>
                <a:lnTo>
                  <a:pt x="7616" y="13262"/>
                </a:lnTo>
                <a:lnTo>
                  <a:pt x="7446" y="13140"/>
                </a:lnTo>
                <a:lnTo>
                  <a:pt x="7251" y="13018"/>
                </a:lnTo>
                <a:lnTo>
                  <a:pt x="7057" y="12872"/>
                </a:lnTo>
                <a:lnTo>
                  <a:pt x="6716" y="12580"/>
                </a:lnTo>
                <a:lnTo>
                  <a:pt x="6643" y="12532"/>
                </a:lnTo>
                <a:lnTo>
                  <a:pt x="6594" y="12507"/>
                </a:lnTo>
                <a:lnTo>
                  <a:pt x="6862" y="12240"/>
                </a:lnTo>
                <a:lnTo>
                  <a:pt x="7154" y="11997"/>
                </a:lnTo>
                <a:close/>
                <a:moveTo>
                  <a:pt x="6424" y="12702"/>
                </a:moveTo>
                <a:lnTo>
                  <a:pt x="6448" y="12775"/>
                </a:lnTo>
                <a:lnTo>
                  <a:pt x="6473" y="12848"/>
                </a:lnTo>
                <a:lnTo>
                  <a:pt x="6667" y="13043"/>
                </a:lnTo>
                <a:lnTo>
                  <a:pt x="6862" y="13213"/>
                </a:lnTo>
                <a:lnTo>
                  <a:pt x="7032" y="13359"/>
                </a:lnTo>
                <a:lnTo>
                  <a:pt x="7227" y="13481"/>
                </a:lnTo>
                <a:lnTo>
                  <a:pt x="7446" y="13602"/>
                </a:lnTo>
                <a:lnTo>
                  <a:pt x="7568" y="13627"/>
                </a:lnTo>
                <a:lnTo>
                  <a:pt x="7689" y="13627"/>
                </a:lnTo>
                <a:lnTo>
                  <a:pt x="7470" y="13846"/>
                </a:lnTo>
                <a:lnTo>
                  <a:pt x="7300" y="14040"/>
                </a:lnTo>
                <a:lnTo>
                  <a:pt x="7276" y="14016"/>
                </a:lnTo>
                <a:lnTo>
                  <a:pt x="6911" y="13797"/>
                </a:lnTo>
                <a:lnTo>
                  <a:pt x="6570" y="13554"/>
                </a:lnTo>
                <a:lnTo>
                  <a:pt x="6302" y="13335"/>
                </a:lnTo>
                <a:lnTo>
                  <a:pt x="6035" y="13164"/>
                </a:lnTo>
                <a:lnTo>
                  <a:pt x="6108" y="13043"/>
                </a:lnTo>
                <a:lnTo>
                  <a:pt x="6424" y="12702"/>
                </a:lnTo>
                <a:close/>
                <a:moveTo>
                  <a:pt x="5889" y="13335"/>
                </a:moveTo>
                <a:lnTo>
                  <a:pt x="5962" y="13456"/>
                </a:lnTo>
                <a:lnTo>
                  <a:pt x="6059" y="13578"/>
                </a:lnTo>
                <a:lnTo>
                  <a:pt x="6278" y="13797"/>
                </a:lnTo>
                <a:lnTo>
                  <a:pt x="6643" y="14089"/>
                </a:lnTo>
                <a:lnTo>
                  <a:pt x="6813" y="14211"/>
                </a:lnTo>
                <a:lnTo>
                  <a:pt x="7032" y="14308"/>
                </a:lnTo>
                <a:lnTo>
                  <a:pt x="6692" y="14673"/>
                </a:lnTo>
                <a:lnTo>
                  <a:pt x="6619" y="14624"/>
                </a:lnTo>
                <a:lnTo>
                  <a:pt x="6497" y="14600"/>
                </a:lnTo>
                <a:lnTo>
                  <a:pt x="6375" y="14527"/>
                </a:lnTo>
                <a:lnTo>
                  <a:pt x="6254" y="14454"/>
                </a:lnTo>
                <a:lnTo>
                  <a:pt x="6132" y="14381"/>
                </a:lnTo>
                <a:lnTo>
                  <a:pt x="5913" y="14186"/>
                </a:lnTo>
                <a:lnTo>
                  <a:pt x="5718" y="14016"/>
                </a:lnTo>
                <a:lnTo>
                  <a:pt x="5597" y="13943"/>
                </a:lnTo>
                <a:lnTo>
                  <a:pt x="5451" y="13846"/>
                </a:lnTo>
                <a:lnTo>
                  <a:pt x="5889" y="13335"/>
                </a:lnTo>
                <a:close/>
                <a:moveTo>
                  <a:pt x="12191" y="3553"/>
                </a:moveTo>
                <a:lnTo>
                  <a:pt x="12653" y="4040"/>
                </a:lnTo>
                <a:lnTo>
                  <a:pt x="13432" y="4916"/>
                </a:lnTo>
                <a:lnTo>
                  <a:pt x="13164" y="5208"/>
                </a:lnTo>
                <a:lnTo>
                  <a:pt x="12896" y="5500"/>
                </a:lnTo>
                <a:lnTo>
                  <a:pt x="12361" y="6108"/>
                </a:lnTo>
                <a:lnTo>
                  <a:pt x="12045" y="6424"/>
                </a:lnTo>
                <a:lnTo>
                  <a:pt x="11729" y="6716"/>
                </a:lnTo>
                <a:lnTo>
                  <a:pt x="11388" y="7008"/>
                </a:lnTo>
                <a:lnTo>
                  <a:pt x="11047" y="7300"/>
                </a:lnTo>
                <a:lnTo>
                  <a:pt x="10731" y="7617"/>
                </a:lnTo>
                <a:lnTo>
                  <a:pt x="10415" y="7957"/>
                </a:lnTo>
                <a:lnTo>
                  <a:pt x="9806" y="8687"/>
                </a:lnTo>
                <a:lnTo>
                  <a:pt x="9247" y="9417"/>
                </a:lnTo>
                <a:lnTo>
                  <a:pt x="8638" y="10147"/>
                </a:lnTo>
                <a:lnTo>
                  <a:pt x="8346" y="10464"/>
                </a:lnTo>
                <a:lnTo>
                  <a:pt x="8006" y="10756"/>
                </a:lnTo>
                <a:lnTo>
                  <a:pt x="7324" y="11340"/>
                </a:lnTo>
                <a:lnTo>
                  <a:pt x="6643" y="11899"/>
                </a:lnTo>
                <a:lnTo>
                  <a:pt x="6302" y="12191"/>
                </a:lnTo>
                <a:lnTo>
                  <a:pt x="6010" y="12532"/>
                </a:lnTo>
                <a:lnTo>
                  <a:pt x="5475" y="13164"/>
                </a:lnTo>
                <a:lnTo>
                  <a:pt x="4940" y="13773"/>
                </a:lnTo>
                <a:lnTo>
                  <a:pt x="4672" y="14016"/>
                </a:lnTo>
                <a:lnTo>
                  <a:pt x="4404" y="14235"/>
                </a:lnTo>
                <a:lnTo>
                  <a:pt x="4137" y="14454"/>
                </a:lnTo>
                <a:lnTo>
                  <a:pt x="4015" y="14600"/>
                </a:lnTo>
                <a:lnTo>
                  <a:pt x="3918" y="14722"/>
                </a:lnTo>
                <a:lnTo>
                  <a:pt x="3480" y="14284"/>
                </a:lnTo>
                <a:lnTo>
                  <a:pt x="3042" y="13846"/>
                </a:lnTo>
                <a:lnTo>
                  <a:pt x="2361" y="13262"/>
                </a:lnTo>
                <a:lnTo>
                  <a:pt x="2482" y="13164"/>
                </a:lnTo>
                <a:lnTo>
                  <a:pt x="2604" y="13043"/>
                </a:lnTo>
                <a:lnTo>
                  <a:pt x="2774" y="12799"/>
                </a:lnTo>
                <a:lnTo>
                  <a:pt x="3066" y="12507"/>
                </a:lnTo>
                <a:lnTo>
                  <a:pt x="3358" y="12216"/>
                </a:lnTo>
                <a:lnTo>
                  <a:pt x="3967" y="11680"/>
                </a:lnTo>
                <a:lnTo>
                  <a:pt x="4380" y="11315"/>
                </a:lnTo>
                <a:lnTo>
                  <a:pt x="4745" y="10950"/>
                </a:lnTo>
                <a:lnTo>
                  <a:pt x="5475" y="10172"/>
                </a:lnTo>
                <a:lnTo>
                  <a:pt x="6181" y="9393"/>
                </a:lnTo>
                <a:lnTo>
                  <a:pt x="6546" y="9004"/>
                </a:lnTo>
                <a:lnTo>
                  <a:pt x="6935" y="8614"/>
                </a:lnTo>
                <a:lnTo>
                  <a:pt x="7324" y="8274"/>
                </a:lnTo>
                <a:lnTo>
                  <a:pt x="7714" y="7933"/>
                </a:lnTo>
                <a:lnTo>
                  <a:pt x="8517" y="7276"/>
                </a:lnTo>
                <a:lnTo>
                  <a:pt x="8857" y="6935"/>
                </a:lnTo>
                <a:lnTo>
                  <a:pt x="9198" y="6595"/>
                </a:lnTo>
                <a:lnTo>
                  <a:pt x="9514" y="6205"/>
                </a:lnTo>
                <a:lnTo>
                  <a:pt x="9831" y="5840"/>
                </a:lnTo>
                <a:lnTo>
                  <a:pt x="10171" y="5427"/>
                </a:lnTo>
                <a:lnTo>
                  <a:pt x="10488" y="5062"/>
                </a:lnTo>
                <a:lnTo>
                  <a:pt x="10853" y="4697"/>
                </a:lnTo>
                <a:lnTo>
                  <a:pt x="11242" y="4356"/>
                </a:lnTo>
                <a:lnTo>
                  <a:pt x="11729" y="3967"/>
                </a:lnTo>
                <a:lnTo>
                  <a:pt x="11972" y="3772"/>
                </a:lnTo>
                <a:lnTo>
                  <a:pt x="12191" y="3553"/>
                </a:lnTo>
                <a:close/>
                <a:moveTo>
                  <a:pt x="5232" y="14065"/>
                </a:moveTo>
                <a:lnTo>
                  <a:pt x="5353" y="14186"/>
                </a:lnTo>
                <a:lnTo>
                  <a:pt x="5451" y="14308"/>
                </a:lnTo>
                <a:lnTo>
                  <a:pt x="5645" y="14454"/>
                </a:lnTo>
                <a:lnTo>
                  <a:pt x="5816" y="14624"/>
                </a:lnTo>
                <a:lnTo>
                  <a:pt x="5986" y="14770"/>
                </a:lnTo>
                <a:lnTo>
                  <a:pt x="6181" y="14892"/>
                </a:lnTo>
                <a:lnTo>
                  <a:pt x="6375" y="14989"/>
                </a:lnTo>
                <a:lnTo>
                  <a:pt x="6108" y="15281"/>
                </a:lnTo>
                <a:lnTo>
                  <a:pt x="5937" y="15452"/>
                </a:lnTo>
                <a:lnTo>
                  <a:pt x="5937" y="15403"/>
                </a:lnTo>
                <a:lnTo>
                  <a:pt x="5889" y="15354"/>
                </a:lnTo>
                <a:lnTo>
                  <a:pt x="5597" y="15038"/>
                </a:lnTo>
                <a:lnTo>
                  <a:pt x="5280" y="14746"/>
                </a:lnTo>
                <a:lnTo>
                  <a:pt x="5086" y="14576"/>
                </a:lnTo>
                <a:lnTo>
                  <a:pt x="4964" y="14503"/>
                </a:lnTo>
                <a:lnTo>
                  <a:pt x="4867" y="14430"/>
                </a:lnTo>
                <a:lnTo>
                  <a:pt x="5037" y="14284"/>
                </a:lnTo>
                <a:lnTo>
                  <a:pt x="5232" y="14065"/>
                </a:lnTo>
                <a:close/>
                <a:moveTo>
                  <a:pt x="852" y="15476"/>
                </a:moveTo>
                <a:lnTo>
                  <a:pt x="974" y="15598"/>
                </a:lnTo>
                <a:lnTo>
                  <a:pt x="1412" y="16036"/>
                </a:lnTo>
                <a:lnTo>
                  <a:pt x="1363" y="16011"/>
                </a:lnTo>
                <a:lnTo>
                  <a:pt x="1290" y="15987"/>
                </a:lnTo>
                <a:lnTo>
                  <a:pt x="852" y="15476"/>
                </a:lnTo>
                <a:close/>
                <a:moveTo>
                  <a:pt x="4575" y="14673"/>
                </a:moveTo>
                <a:lnTo>
                  <a:pt x="4696" y="14795"/>
                </a:lnTo>
                <a:lnTo>
                  <a:pt x="4818" y="14892"/>
                </a:lnTo>
                <a:lnTo>
                  <a:pt x="5037" y="15087"/>
                </a:lnTo>
                <a:lnTo>
                  <a:pt x="5329" y="15354"/>
                </a:lnTo>
                <a:lnTo>
                  <a:pt x="5597" y="15622"/>
                </a:lnTo>
                <a:lnTo>
                  <a:pt x="5670" y="15671"/>
                </a:lnTo>
                <a:lnTo>
                  <a:pt x="5718" y="15671"/>
                </a:lnTo>
                <a:lnTo>
                  <a:pt x="5378" y="15987"/>
                </a:lnTo>
                <a:lnTo>
                  <a:pt x="5232" y="16109"/>
                </a:lnTo>
                <a:lnTo>
                  <a:pt x="5183" y="16060"/>
                </a:lnTo>
                <a:lnTo>
                  <a:pt x="5110" y="16036"/>
                </a:lnTo>
                <a:lnTo>
                  <a:pt x="4088" y="14916"/>
                </a:lnTo>
                <a:lnTo>
                  <a:pt x="4210" y="14868"/>
                </a:lnTo>
                <a:lnTo>
                  <a:pt x="4331" y="14819"/>
                </a:lnTo>
                <a:lnTo>
                  <a:pt x="4453" y="14746"/>
                </a:lnTo>
                <a:lnTo>
                  <a:pt x="4575" y="14673"/>
                </a:lnTo>
                <a:close/>
                <a:moveTo>
                  <a:pt x="755" y="16230"/>
                </a:moveTo>
                <a:lnTo>
                  <a:pt x="1071" y="16498"/>
                </a:lnTo>
                <a:lnTo>
                  <a:pt x="1071" y="16522"/>
                </a:lnTo>
                <a:lnTo>
                  <a:pt x="998" y="16474"/>
                </a:lnTo>
                <a:lnTo>
                  <a:pt x="925" y="16449"/>
                </a:lnTo>
                <a:lnTo>
                  <a:pt x="852" y="16376"/>
                </a:lnTo>
                <a:lnTo>
                  <a:pt x="755" y="16230"/>
                </a:lnTo>
                <a:close/>
                <a:moveTo>
                  <a:pt x="1047" y="12532"/>
                </a:moveTo>
                <a:lnTo>
                  <a:pt x="1168" y="12678"/>
                </a:lnTo>
                <a:lnTo>
                  <a:pt x="1314" y="12824"/>
                </a:lnTo>
                <a:lnTo>
                  <a:pt x="1582" y="13067"/>
                </a:lnTo>
                <a:lnTo>
                  <a:pt x="2166" y="13602"/>
                </a:lnTo>
                <a:lnTo>
                  <a:pt x="2750" y="14113"/>
                </a:lnTo>
                <a:lnTo>
                  <a:pt x="3018" y="14357"/>
                </a:lnTo>
                <a:lnTo>
                  <a:pt x="3261" y="14600"/>
                </a:lnTo>
                <a:lnTo>
                  <a:pt x="3723" y="15135"/>
                </a:lnTo>
                <a:lnTo>
                  <a:pt x="4185" y="15646"/>
                </a:lnTo>
                <a:lnTo>
                  <a:pt x="4672" y="16157"/>
                </a:lnTo>
                <a:lnTo>
                  <a:pt x="4404" y="16230"/>
                </a:lnTo>
                <a:lnTo>
                  <a:pt x="4112" y="16303"/>
                </a:lnTo>
                <a:lnTo>
                  <a:pt x="3553" y="16376"/>
                </a:lnTo>
                <a:lnTo>
                  <a:pt x="2969" y="16425"/>
                </a:lnTo>
                <a:lnTo>
                  <a:pt x="2409" y="16498"/>
                </a:lnTo>
                <a:lnTo>
                  <a:pt x="2288" y="16522"/>
                </a:lnTo>
                <a:lnTo>
                  <a:pt x="2263" y="16474"/>
                </a:lnTo>
                <a:lnTo>
                  <a:pt x="2142" y="16230"/>
                </a:lnTo>
                <a:lnTo>
                  <a:pt x="1996" y="16011"/>
                </a:lnTo>
                <a:lnTo>
                  <a:pt x="1801" y="15792"/>
                </a:lnTo>
                <a:lnTo>
                  <a:pt x="1606" y="15598"/>
                </a:lnTo>
                <a:lnTo>
                  <a:pt x="1168" y="15233"/>
                </a:lnTo>
                <a:lnTo>
                  <a:pt x="730" y="14892"/>
                </a:lnTo>
                <a:lnTo>
                  <a:pt x="779" y="14600"/>
                </a:lnTo>
                <a:lnTo>
                  <a:pt x="925" y="13262"/>
                </a:lnTo>
                <a:lnTo>
                  <a:pt x="1047" y="12532"/>
                </a:lnTo>
                <a:close/>
                <a:moveTo>
                  <a:pt x="1436" y="16644"/>
                </a:moveTo>
                <a:lnTo>
                  <a:pt x="1533" y="16717"/>
                </a:lnTo>
                <a:lnTo>
                  <a:pt x="1387" y="16741"/>
                </a:lnTo>
                <a:lnTo>
                  <a:pt x="1436" y="16644"/>
                </a:lnTo>
                <a:close/>
                <a:moveTo>
                  <a:pt x="536" y="16741"/>
                </a:moveTo>
                <a:lnTo>
                  <a:pt x="584" y="16766"/>
                </a:lnTo>
                <a:lnTo>
                  <a:pt x="609" y="16766"/>
                </a:lnTo>
                <a:lnTo>
                  <a:pt x="682" y="16814"/>
                </a:lnTo>
                <a:lnTo>
                  <a:pt x="779" y="16839"/>
                </a:lnTo>
                <a:lnTo>
                  <a:pt x="876" y="16839"/>
                </a:lnTo>
                <a:lnTo>
                  <a:pt x="974" y="16814"/>
                </a:lnTo>
                <a:lnTo>
                  <a:pt x="974" y="16839"/>
                </a:lnTo>
                <a:lnTo>
                  <a:pt x="755" y="16887"/>
                </a:lnTo>
                <a:lnTo>
                  <a:pt x="511" y="16936"/>
                </a:lnTo>
                <a:lnTo>
                  <a:pt x="536" y="16741"/>
                </a:lnTo>
                <a:close/>
                <a:moveTo>
                  <a:pt x="13967" y="1"/>
                </a:moveTo>
                <a:lnTo>
                  <a:pt x="13602" y="25"/>
                </a:lnTo>
                <a:lnTo>
                  <a:pt x="13261" y="74"/>
                </a:lnTo>
                <a:lnTo>
                  <a:pt x="12945" y="195"/>
                </a:lnTo>
                <a:lnTo>
                  <a:pt x="12629" y="341"/>
                </a:lnTo>
                <a:lnTo>
                  <a:pt x="12337" y="560"/>
                </a:lnTo>
                <a:lnTo>
                  <a:pt x="12021" y="828"/>
                </a:lnTo>
                <a:lnTo>
                  <a:pt x="11875" y="974"/>
                </a:lnTo>
                <a:lnTo>
                  <a:pt x="11826" y="1071"/>
                </a:lnTo>
                <a:lnTo>
                  <a:pt x="11777" y="1169"/>
                </a:lnTo>
                <a:lnTo>
                  <a:pt x="11704" y="1193"/>
                </a:lnTo>
                <a:lnTo>
                  <a:pt x="11339" y="1485"/>
                </a:lnTo>
                <a:lnTo>
                  <a:pt x="10999" y="1777"/>
                </a:lnTo>
                <a:lnTo>
                  <a:pt x="10317" y="2385"/>
                </a:lnTo>
                <a:lnTo>
                  <a:pt x="9685" y="3042"/>
                </a:lnTo>
                <a:lnTo>
                  <a:pt x="9052" y="3699"/>
                </a:lnTo>
                <a:lnTo>
                  <a:pt x="8395" y="4405"/>
                </a:lnTo>
                <a:lnTo>
                  <a:pt x="7714" y="5086"/>
                </a:lnTo>
                <a:lnTo>
                  <a:pt x="7032" y="5743"/>
                </a:lnTo>
                <a:lnTo>
                  <a:pt x="6351" y="6449"/>
                </a:lnTo>
                <a:lnTo>
                  <a:pt x="4964" y="7933"/>
                </a:lnTo>
                <a:lnTo>
                  <a:pt x="4258" y="8663"/>
                </a:lnTo>
                <a:lnTo>
                  <a:pt x="3894" y="9004"/>
                </a:lnTo>
                <a:lnTo>
                  <a:pt x="3529" y="9344"/>
                </a:lnTo>
                <a:lnTo>
                  <a:pt x="2190" y="10537"/>
                </a:lnTo>
                <a:lnTo>
                  <a:pt x="1558" y="11145"/>
                </a:lnTo>
                <a:lnTo>
                  <a:pt x="925" y="11778"/>
                </a:lnTo>
                <a:lnTo>
                  <a:pt x="876" y="11753"/>
                </a:lnTo>
                <a:lnTo>
                  <a:pt x="803" y="11778"/>
                </a:lnTo>
                <a:lnTo>
                  <a:pt x="755" y="11802"/>
                </a:lnTo>
                <a:lnTo>
                  <a:pt x="706" y="11851"/>
                </a:lnTo>
                <a:lnTo>
                  <a:pt x="609" y="12118"/>
                </a:lnTo>
                <a:lnTo>
                  <a:pt x="511" y="12386"/>
                </a:lnTo>
                <a:lnTo>
                  <a:pt x="463" y="12702"/>
                </a:lnTo>
                <a:lnTo>
                  <a:pt x="414" y="12994"/>
                </a:lnTo>
                <a:lnTo>
                  <a:pt x="365" y="13627"/>
                </a:lnTo>
                <a:lnTo>
                  <a:pt x="292" y="14211"/>
                </a:lnTo>
                <a:lnTo>
                  <a:pt x="98" y="15646"/>
                </a:lnTo>
                <a:lnTo>
                  <a:pt x="25" y="16376"/>
                </a:lnTo>
                <a:lnTo>
                  <a:pt x="0" y="16717"/>
                </a:lnTo>
                <a:lnTo>
                  <a:pt x="0" y="17082"/>
                </a:lnTo>
                <a:lnTo>
                  <a:pt x="0" y="17155"/>
                </a:lnTo>
                <a:lnTo>
                  <a:pt x="25" y="17204"/>
                </a:lnTo>
                <a:lnTo>
                  <a:pt x="122" y="17277"/>
                </a:lnTo>
                <a:lnTo>
                  <a:pt x="219" y="17325"/>
                </a:lnTo>
                <a:lnTo>
                  <a:pt x="341" y="17325"/>
                </a:lnTo>
                <a:lnTo>
                  <a:pt x="438" y="17350"/>
                </a:lnTo>
                <a:lnTo>
                  <a:pt x="560" y="17374"/>
                </a:lnTo>
                <a:lnTo>
                  <a:pt x="803" y="17398"/>
                </a:lnTo>
                <a:lnTo>
                  <a:pt x="1047" y="17350"/>
                </a:lnTo>
                <a:lnTo>
                  <a:pt x="1339" y="17301"/>
                </a:lnTo>
                <a:lnTo>
                  <a:pt x="1874" y="17131"/>
                </a:lnTo>
                <a:lnTo>
                  <a:pt x="2312" y="17009"/>
                </a:lnTo>
                <a:lnTo>
                  <a:pt x="2677" y="16936"/>
                </a:lnTo>
                <a:lnTo>
                  <a:pt x="3018" y="16887"/>
                </a:lnTo>
                <a:lnTo>
                  <a:pt x="3723" y="16839"/>
                </a:lnTo>
                <a:lnTo>
                  <a:pt x="4088" y="16790"/>
                </a:lnTo>
                <a:lnTo>
                  <a:pt x="4429" y="16741"/>
                </a:lnTo>
                <a:lnTo>
                  <a:pt x="4769" y="16644"/>
                </a:lnTo>
                <a:lnTo>
                  <a:pt x="5110" y="16522"/>
                </a:lnTo>
                <a:lnTo>
                  <a:pt x="5159" y="16498"/>
                </a:lnTo>
                <a:lnTo>
                  <a:pt x="5207" y="16449"/>
                </a:lnTo>
                <a:lnTo>
                  <a:pt x="5353" y="16401"/>
                </a:lnTo>
                <a:lnTo>
                  <a:pt x="5499" y="16328"/>
                </a:lnTo>
                <a:lnTo>
                  <a:pt x="5645" y="16255"/>
                </a:lnTo>
                <a:lnTo>
                  <a:pt x="5791" y="16133"/>
                </a:lnTo>
                <a:lnTo>
                  <a:pt x="6035" y="15890"/>
                </a:lnTo>
                <a:lnTo>
                  <a:pt x="6254" y="15671"/>
                </a:lnTo>
                <a:lnTo>
                  <a:pt x="6959" y="14965"/>
                </a:lnTo>
                <a:lnTo>
                  <a:pt x="7641" y="14284"/>
                </a:lnTo>
                <a:lnTo>
                  <a:pt x="9101" y="12824"/>
                </a:lnTo>
                <a:lnTo>
                  <a:pt x="10536" y="11364"/>
                </a:lnTo>
                <a:lnTo>
                  <a:pt x="11218" y="10658"/>
                </a:lnTo>
                <a:lnTo>
                  <a:pt x="11875" y="9904"/>
                </a:lnTo>
                <a:lnTo>
                  <a:pt x="12531" y="9174"/>
                </a:lnTo>
                <a:lnTo>
                  <a:pt x="13213" y="8444"/>
                </a:lnTo>
                <a:lnTo>
                  <a:pt x="13870" y="7811"/>
                </a:lnTo>
                <a:lnTo>
                  <a:pt x="14527" y="7179"/>
                </a:lnTo>
                <a:lnTo>
                  <a:pt x="15184" y="6522"/>
                </a:lnTo>
                <a:lnTo>
                  <a:pt x="15500" y="6205"/>
                </a:lnTo>
                <a:lnTo>
                  <a:pt x="15816" y="5840"/>
                </a:lnTo>
                <a:lnTo>
                  <a:pt x="15889" y="5792"/>
                </a:lnTo>
                <a:lnTo>
                  <a:pt x="15987" y="5767"/>
                </a:lnTo>
                <a:lnTo>
                  <a:pt x="16060" y="5694"/>
                </a:lnTo>
                <a:lnTo>
                  <a:pt x="16108" y="5621"/>
                </a:lnTo>
                <a:lnTo>
                  <a:pt x="16133" y="5524"/>
                </a:lnTo>
                <a:lnTo>
                  <a:pt x="16376" y="5208"/>
                </a:lnTo>
                <a:lnTo>
                  <a:pt x="16595" y="4891"/>
                </a:lnTo>
                <a:lnTo>
                  <a:pt x="16814" y="4551"/>
                </a:lnTo>
                <a:lnTo>
                  <a:pt x="16984" y="4210"/>
                </a:lnTo>
                <a:lnTo>
                  <a:pt x="17106" y="3845"/>
                </a:lnTo>
                <a:lnTo>
                  <a:pt x="17203" y="3480"/>
                </a:lnTo>
                <a:lnTo>
                  <a:pt x="17228" y="3140"/>
                </a:lnTo>
                <a:lnTo>
                  <a:pt x="17203" y="2799"/>
                </a:lnTo>
                <a:lnTo>
                  <a:pt x="17130" y="2458"/>
                </a:lnTo>
                <a:lnTo>
                  <a:pt x="17009" y="2142"/>
                </a:lnTo>
                <a:lnTo>
                  <a:pt x="16863" y="1826"/>
                </a:lnTo>
                <a:lnTo>
                  <a:pt x="16668" y="1534"/>
                </a:lnTo>
                <a:lnTo>
                  <a:pt x="16449" y="1266"/>
                </a:lnTo>
                <a:lnTo>
                  <a:pt x="16230" y="998"/>
                </a:lnTo>
                <a:lnTo>
                  <a:pt x="15962" y="779"/>
                </a:lnTo>
                <a:lnTo>
                  <a:pt x="15670" y="560"/>
                </a:lnTo>
                <a:lnTo>
                  <a:pt x="15354" y="390"/>
                </a:lnTo>
                <a:lnTo>
                  <a:pt x="15013" y="244"/>
                </a:lnTo>
                <a:lnTo>
                  <a:pt x="14673" y="122"/>
                </a:lnTo>
                <a:lnTo>
                  <a:pt x="14332" y="49"/>
                </a:lnTo>
                <a:lnTo>
                  <a:pt x="13967"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13" name="Google Shape;813;p39"/>
          <p:cNvSpPr/>
          <p:nvPr/>
        </p:nvSpPr>
        <p:spPr>
          <a:xfrm>
            <a:off x="2029616" y="1488116"/>
            <a:ext cx="392472" cy="391401"/>
          </a:xfrm>
          <a:custGeom>
            <a:avLst/>
            <a:gdLst/>
            <a:ahLst/>
            <a:cxnLst/>
            <a:rect l="l" t="t" r="r" b="b"/>
            <a:pathLst>
              <a:path w="17958" h="17909" extrusionOk="0">
                <a:moveTo>
                  <a:pt x="11972" y="390"/>
                </a:moveTo>
                <a:lnTo>
                  <a:pt x="12069" y="414"/>
                </a:lnTo>
                <a:lnTo>
                  <a:pt x="12166" y="463"/>
                </a:lnTo>
                <a:lnTo>
                  <a:pt x="12288" y="511"/>
                </a:lnTo>
                <a:lnTo>
                  <a:pt x="12483" y="682"/>
                </a:lnTo>
                <a:lnTo>
                  <a:pt x="12653" y="852"/>
                </a:lnTo>
                <a:lnTo>
                  <a:pt x="12823" y="1047"/>
                </a:lnTo>
                <a:lnTo>
                  <a:pt x="13091" y="1387"/>
                </a:lnTo>
                <a:lnTo>
                  <a:pt x="13456" y="1801"/>
                </a:lnTo>
                <a:lnTo>
                  <a:pt x="13821" y="2166"/>
                </a:lnTo>
                <a:lnTo>
                  <a:pt x="14235" y="2507"/>
                </a:lnTo>
                <a:lnTo>
                  <a:pt x="14648" y="2847"/>
                </a:lnTo>
                <a:lnTo>
                  <a:pt x="14843" y="3042"/>
                </a:lnTo>
                <a:lnTo>
                  <a:pt x="15038" y="3237"/>
                </a:lnTo>
                <a:lnTo>
                  <a:pt x="15403" y="3626"/>
                </a:lnTo>
                <a:lnTo>
                  <a:pt x="15743" y="4040"/>
                </a:lnTo>
                <a:lnTo>
                  <a:pt x="16108" y="4453"/>
                </a:lnTo>
                <a:lnTo>
                  <a:pt x="16449" y="4818"/>
                </a:lnTo>
                <a:lnTo>
                  <a:pt x="16619" y="4988"/>
                </a:lnTo>
                <a:lnTo>
                  <a:pt x="16814" y="5159"/>
                </a:lnTo>
                <a:lnTo>
                  <a:pt x="17130" y="5426"/>
                </a:lnTo>
                <a:lnTo>
                  <a:pt x="17276" y="5572"/>
                </a:lnTo>
                <a:lnTo>
                  <a:pt x="17398" y="5743"/>
                </a:lnTo>
                <a:lnTo>
                  <a:pt x="17422" y="5791"/>
                </a:lnTo>
                <a:lnTo>
                  <a:pt x="17422" y="5791"/>
                </a:lnTo>
                <a:lnTo>
                  <a:pt x="16887" y="5499"/>
                </a:lnTo>
                <a:lnTo>
                  <a:pt x="16449" y="5280"/>
                </a:lnTo>
                <a:lnTo>
                  <a:pt x="16230" y="5159"/>
                </a:lnTo>
                <a:lnTo>
                  <a:pt x="15987" y="5061"/>
                </a:lnTo>
                <a:lnTo>
                  <a:pt x="15962" y="5086"/>
                </a:lnTo>
                <a:lnTo>
                  <a:pt x="15962" y="5110"/>
                </a:lnTo>
                <a:lnTo>
                  <a:pt x="15987" y="5232"/>
                </a:lnTo>
                <a:lnTo>
                  <a:pt x="16035" y="5329"/>
                </a:lnTo>
                <a:lnTo>
                  <a:pt x="16181" y="5499"/>
                </a:lnTo>
                <a:lnTo>
                  <a:pt x="16352" y="5645"/>
                </a:lnTo>
                <a:lnTo>
                  <a:pt x="16571" y="5791"/>
                </a:lnTo>
                <a:lnTo>
                  <a:pt x="17033" y="6010"/>
                </a:lnTo>
                <a:lnTo>
                  <a:pt x="17252" y="6132"/>
                </a:lnTo>
                <a:lnTo>
                  <a:pt x="17446" y="6229"/>
                </a:lnTo>
                <a:lnTo>
                  <a:pt x="17349" y="6351"/>
                </a:lnTo>
                <a:lnTo>
                  <a:pt x="17227" y="6448"/>
                </a:lnTo>
                <a:lnTo>
                  <a:pt x="17154" y="6375"/>
                </a:lnTo>
                <a:lnTo>
                  <a:pt x="17082" y="6302"/>
                </a:lnTo>
                <a:lnTo>
                  <a:pt x="16887" y="6205"/>
                </a:lnTo>
                <a:lnTo>
                  <a:pt x="16498" y="6010"/>
                </a:lnTo>
                <a:lnTo>
                  <a:pt x="16400" y="5937"/>
                </a:lnTo>
                <a:lnTo>
                  <a:pt x="16303" y="5840"/>
                </a:lnTo>
                <a:lnTo>
                  <a:pt x="16108" y="5645"/>
                </a:lnTo>
                <a:lnTo>
                  <a:pt x="16011" y="5548"/>
                </a:lnTo>
                <a:lnTo>
                  <a:pt x="15914" y="5451"/>
                </a:lnTo>
                <a:lnTo>
                  <a:pt x="15816" y="5402"/>
                </a:lnTo>
                <a:lnTo>
                  <a:pt x="15695" y="5353"/>
                </a:lnTo>
                <a:lnTo>
                  <a:pt x="15670" y="5353"/>
                </a:lnTo>
                <a:lnTo>
                  <a:pt x="15646" y="5378"/>
                </a:lnTo>
                <a:lnTo>
                  <a:pt x="15622" y="5426"/>
                </a:lnTo>
                <a:lnTo>
                  <a:pt x="15622" y="5548"/>
                </a:lnTo>
                <a:lnTo>
                  <a:pt x="15670" y="5645"/>
                </a:lnTo>
                <a:lnTo>
                  <a:pt x="15792" y="5864"/>
                </a:lnTo>
                <a:lnTo>
                  <a:pt x="15962" y="6083"/>
                </a:lnTo>
                <a:lnTo>
                  <a:pt x="16133" y="6229"/>
                </a:lnTo>
                <a:lnTo>
                  <a:pt x="16303" y="6351"/>
                </a:lnTo>
                <a:lnTo>
                  <a:pt x="16473" y="6448"/>
                </a:lnTo>
                <a:lnTo>
                  <a:pt x="16668" y="6521"/>
                </a:lnTo>
                <a:lnTo>
                  <a:pt x="16838" y="6643"/>
                </a:lnTo>
                <a:lnTo>
                  <a:pt x="16619" y="6692"/>
                </a:lnTo>
                <a:lnTo>
                  <a:pt x="16400" y="6716"/>
                </a:lnTo>
                <a:lnTo>
                  <a:pt x="16376" y="6692"/>
                </a:lnTo>
                <a:lnTo>
                  <a:pt x="16327" y="6643"/>
                </a:lnTo>
                <a:lnTo>
                  <a:pt x="16181" y="6570"/>
                </a:lnTo>
                <a:lnTo>
                  <a:pt x="16108" y="6546"/>
                </a:lnTo>
                <a:lnTo>
                  <a:pt x="16035" y="6497"/>
                </a:lnTo>
                <a:lnTo>
                  <a:pt x="15889" y="6375"/>
                </a:lnTo>
                <a:lnTo>
                  <a:pt x="15768" y="6229"/>
                </a:lnTo>
                <a:lnTo>
                  <a:pt x="15670" y="6108"/>
                </a:lnTo>
                <a:lnTo>
                  <a:pt x="15549" y="6010"/>
                </a:lnTo>
                <a:lnTo>
                  <a:pt x="15403" y="5962"/>
                </a:lnTo>
                <a:lnTo>
                  <a:pt x="15330" y="5937"/>
                </a:lnTo>
                <a:lnTo>
                  <a:pt x="15257" y="5962"/>
                </a:lnTo>
                <a:lnTo>
                  <a:pt x="15232" y="5962"/>
                </a:lnTo>
                <a:lnTo>
                  <a:pt x="15232" y="6010"/>
                </a:lnTo>
                <a:lnTo>
                  <a:pt x="15281" y="6181"/>
                </a:lnTo>
                <a:lnTo>
                  <a:pt x="15354" y="6327"/>
                </a:lnTo>
                <a:lnTo>
                  <a:pt x="15573" y="6619"/>
                </a:lnTo>
                <a:lnTo>
                  <a:pt x="15622" y="6692"/>
                </a:lnTo>
                <a:lnTo>
                  <a:pt x="15354" y="6643"/>
                </a:lnTo>
                <a:lnTo>
                  <a:pt x="15086" y="6570"/>
                </a:lnTo>
                <a:lnTo>
                  <a:pt x="15086" y="6546"/>
                </a:lnTo>
                <a:lnTo>
                  <a:pt x="14843" y="6205"/>
                </a:lnTo>
                <a:lnTo>
                  <a:pt x="14575" y="5889"/>
                </a:lnTo>
                <a:lnTo>
                  <a:pt x="14283" y="5572"/>
                </a:lnTo>
                <a:lnTo>
                  <a:pt x="13991" y="5256"/>
                </a:lnTo>
                <a:lnTo>
                  <a:pt x="13359" y="4672"/>
                </a:lnTo>
                <a:lnTo>
                  <a:pt x="12726" y="4137"/>
                </a:lnTo>
                <a:lnTo>
                  <a:pt x="11996" y="3456"/>
                </a:lnTo>
                <a:lnTo>
                  <a:pt x="11607" y="3139"/>
                </a:lnTo>
                <a:lnTo>
                  <a:pt x="11217" y="2823"/>
                </a:lnTo>
                <a:lnTo>
                  <a:pt x="11169" y="2823"/>
                </a:lnTo>
                <a:lnTo>
                  <a:pt x="11144" y="2750"/>
                </a:lnTo>
                <a:lnTo>
                  <a:pt x="11071" y="2628"/>
                </a:lnTo>
                <a:lnTo>
                  <a:pt x="11023" y="2482"/>
                </a:lnTo>
                <a:lnTo>
                  <a:pt x="10974" y="2336"/>
                </a:lnTo>
                <a:lnTo>
                  <a:pt x="10950" y="2166"/>
                </a:lnTo>
                <a:lnTo>
                  <a:pt x="10925" y="1850"/>
                </a:lnTo>
                <a:lnTo>
                  <a:pt x="10974" y="1509"/>
                </a:lnTo>
                <a:lnTo>
                  <a:pt x="11071" y="1193"/>
                </a:lnTo>
                <a:lnTo>
                  <a:pt x="11144" y="1022"/>
                </a:lnTo>
                <a:lnTo>
                  <a:pt x="11217" y="901"/>
                </a:lnTo>
                <a:lnTo>
                  <a:pt x="11315" y="755"/>
                </a:lnTo>
                <a:lnTo>
                  <a:pt x="11412" y="633"/>
                </a:lnTo>
                <a:lnTo>
                  <a:pt x="11534" y="536"/>
                </a:lnTo>
                <a:lnTo>
                  <a:pt x="11655" y="463"/>
                </a:lnTo>
                <a:lnTo>
                  <a:pt x="11753" y="414"/>
                </a:lnTo>
                <a:lnTo>
                  <a:pt x="11850" y="390"/>
                </a:lnTo>
                <a:close/>
                <a:moveTo>
                  <a:pt x="10098" y="4745"/>
                </a:moveTo>
                <a:lnTo>
                  <a:pt x="9976" y="4794"/>
                </a:lnTo>
                <a:lnTo>
                  <a:pt x="9879" y="4867"/>
                </a:lnTo>
                <a:lnTo>
                  <a:pt x="9684" y="5037"/>
                </a:lnTo>
                <a:lnTo>
                  <a:pt x="9149" y="5572"/>
                </a:lnTo>
                <a:lnTo>
                  <a:pt x="8687" y="6035"/>
                </a:lnTo>
                <a:lnTo>
                  <a:pt x="8468" y="6302"/>
                </a:lnTo>
                <a:lnTo>
                  <a:pt x="8273" y="6570"/>
                </a:lnTo>
                <a:lnTo>
                  <a:pt x="8249" y="6643"/>
                </a:lnTo>
                <a:lnTo>
                  <a:pt x="8273" y="6716"/>
                </a:lnTo>
                <a:lnTo>
                  <a:pt x="8346" y="6789"/>
                </a:lnTo>
                <a:lnTo>
                  <a:pt x="8419" y="6789"/>
                </a:lnTo>
                <a:lnTo>
                  <a:pt x="8565" y="6765"/>
                </a:lnTo>
                <a:lnTo>
                  <a:pt x="8687" y="6716"/>
                </a:lnTo>
                <a:lnTo>
                  <a:pt x="8833" y="6619"/>
                </a:lnTo>
                <a:lnTo>
                  <a:pt x="8979" y="6521"/>
                </a:lnTo>
                <a:lnTo>
                  <a:pt x="9222" y="6278"/>
                </a:lnTo>
                <a:lnTo>
                  <a:pt x="9417" y="6059"/>
                </a:lnTo>
                <a:lnTo>
                  <a:pt x="9976" y="5524"/>
                </a:lnTo>
                <a:lnTo>
                  <a:pt x="10171" y="5353"/>
                </a:lnTo>
                <a:lnTo>
                  <a:pt x="10268" y="5280"/>
                </a:lnTo>
                <a:lnTo>
                  <a:pt x="10341" y="5207"/>
                </a:lnTo>
                <a:lnTo>
                  <a:pt x="10414" y="5110"/>
                </a:lnTo>
                <a:lnTo>
                  <a:pt x="10414" y="5037"/>
                </a:lnTo>
                <a:lnTo>
                  <a:pt x="10414" y="4964"/>
                </a:lnTo>
                <a:lnTo>
                  <a:pt x="10390" y="4891"/>
                </a:lnTo>
                <a:lnTo>
                  <a:pt x="10341" y="4818"/>
                </a:lnTo>
                <a:lnTo>
                  <a:pt x="10268" y="4770"/>
                </a:lnTo>
                <a:lnTo>
                  <a:pt x="10195" y="4745"/>
                </a:lnTo>
                <a:close/>
                <a:moveTo>
                  <a:pt x="11047" y="3018"/>
                </a:moveTo>
                <a:lnTo>
                  <a:pt x="11193" y="3188"/>
                </a:lnTo>
                <a:lnTo>
                  <a:pt x="11339" y="3358"/>
                </a:lnTo>
                <a:lnTo>
                  <a:pt x="11680" y="3699"/>
                </a:lnTo>
                <a:lnTo>
                  <a:pt x="12385" y="4307"/>
                </a:lnTo>
                <a:lnTo>
                  <a:pt x="12994" y="4867"/>
                </a:lnTo>
                <a:lnTo>
                  <a:pt x="13602" y="5451"/>
                </a:lnTo>
                <a:lnTo>
                  <a:pt x="14162" y="6059"/>
                </a:lnTo>
                <a:lnTo>
                  <a:pt x="14429" y="6375"/>
                </a:lnTo>
                <a:lnTo>
                  <a:pt x="14697" y="6716"/>
                </a:lnTo>
                <a:lnTo>
                  <a:pt x="14624" y="6789"/>
                </a:lnTo>
                <a:lnTo>
                  <a:pt x="14308" y="6619"/>
                </a:lnTo>
                <a:lnTo>
                  <a:pt x="14137" y="6521"/>
                </a:lnTo>
                <a:lnTo>
                  <a:pt x="13943" y="6424"/>
                </a:lnTo>
                <a:lnTo>
                  <a:pt x="13821" y="6400"/>
                </a:lnTo>
                <a:lnTo>
                  <a:pt x="13748" y="6375"/>
                </a:lnTo>
                <a:lnTo>
                  <a:pt x="13699" y="6327"/>
                </a:lnTo>
                <a:lnTo>
                  <a:pt x="13675" y="6327"/>
                </a:lnTo>
                <a:lnTo>
                  <a:pt x="13651" y="6351"/>
                </a:lnTo>
                <a:lnTo>
                  <a:pt x="13651" y="6375"/>
                </a:lnTo>
                <a:lnTo>
                  <a:pt x="13724" y="6497"/>
                </a:lnTo>
                <a:lnTo>
                  <a:pt x="13772" y="6594"/>
                </a:lnTo>
                <a:lnTo>
                  <a:pt x="13918" y="6765"/>
                </a:lnTo>
                <a:lnTo>
                  <a:pt x="14089" y="6911"/>
                </a:lnTo>
                <a:lnTo>
                  <a:pt x="14405" y="7105"/>
                </a:lnTo>
                <a:lnTo>
                  <a:pt x="14332" y="7203"/>
                </a:lnTo>
                <a:lnTo>
                  <a:pt x="14283" y="7251"/>
                </a:lnTo>
                <a:lnTo>
                  <a:pt x="14235" y="7227"/>
                </a:lnTo>
                <a:lnTo>
                  <a:pt x="13967" y="7105"/>
                </a:lnTo>
                <a:lnTo>
                  <a:pt x="13699" y="6984"/>
                </a:lnTo>
                <a:lnTo>
                  <a:pt x="13602" y="6911"/>
                </a:lnTo>
                <a:lnTo>
                  <a:pt x="13480" y="6862"/>
                </a:lnTo>
                <a:lnTo>
                  <a:pt x="13359" y="6838"/>
                </a:lnTo>
                <a:lnTo>
                  <a:pt x="13237" y="6862"/>
                </a:lnTo>
                <a:lnTo>
                  <a:pt x="13188" y="6886"/>
                </a:lnTo>
                <a:lnTo>
                  <a:pt x="13188" y="6911"/>
                </a:lnTo>
                <a:lnTo>
                  <a:pt x="13164" y="6959"/>
                </a:lnTo>
                <a:lnTo>
                  <a:pt x="13188" y="6984"/>
                </a:lnTo>
                <a:lnTo>
                  <a:pt x="13261" y="7105"/>
                </a:lnTo>
                <a:lnTo>
                  <a:pt x="13383" y="7178"/>
                </a:lnTo>
                <a:lnTo>
                  <a:pt x="13626" y="7349"/>
                </a:lnTo>
                <a:lnTo>
                  <a:pt x="13821" y="7446"/>
                </a:lnTo>
                <a:lnTo>
                  <a:pt x="14016" y="7543"/>
                </a:lnTo>
                <a:lnTo>
                  <a:pt x="13699" y="7835"/>
                </a:lnTo>
                <a:lnTo>
                  <a:pt x="13480" y="7738"/>
                </a:lnTo>
                <a:lnTo>
                  <a:pt x="13237" y="7616"/>
                </a:lnTo>
                <a:lnTo>
                  <a:pt x="13018" y="7568"/>
                </a:lnTo>
                <a:lnTo>
                  <a:pt x="12896" y="7543"/>
                </a:lnTo>
                <a:lnTo>
                  <a:pt x="12775" y="7543"/>
                </a:lnTo>
                <a:lnTo>
                  <a:pt x="12702" y="7568"/>
                </a:lnTo>
                <a:lnTo>
                  <a:pt x="12653" y="7641"/>
                </a:lnTo>
                <a:lnTo>
                  <a:pt x="12653" y="7714"/>
                </a:lnTo>
                <a:lnTo>
                  <a:pt x="12653" y="7762"/>
                </a:lnTo>
                <a:lnTo>
                  <a:pt x="12702" y="7787"/>
                </a:lnTo>
                <a:lnTo>
                  <a:pt x="13042" y="7981"/>
                </a:lnTo>
                <a:lnTo>
                  <a:pt x="13383" y="8176"/>
                </a:lnTo>
                <a:lnTo>
                  <a:pt x="13164" y="8419"/>
                </a:lnTo>
                <a:lnTo>
                  <a:pt x="12969" y="8346"/>
                </a:lnTo>
                <a:lnTo>
                  <a:pt x="12775" y="8273"/>
                </a:lnTo>
                <a:lnTo>
                  <a:pt x="12580" y="8152"/>
                </a:lnTo>
                <a:lnTo>
                  <a:pt x="12483" y="8103"/>
                </a:lnTo>
                <a:lnTo>
                  <a:pt x="12385" y="8054"/>
                </a:lnTo>
                <a:lnTo>
                  <a:pt x="12337" y="8054"/>
                </a:lnTo>
                <a:lnTo>
                  <a:pt x="12288" y="8079"/>
                </a:lnTo>
                <a:lnTo>
                  <a:pt x="12264" y="8127"/>
                </a:lnTo>
                <a:lnTo>
                  <a:pt x="12264" y="8176"/>
                </a:lnTo>
                <a:lnTo>
                  <a:pt x="12312" y="8273"/>
                </a:lnTo>
                <a:lnTo>
                  <a:pt x="12410" y="8371"/>
                </a:lnTo>
                <a:lnTo>
                  <a:pt x="12507" y="8468"/>
                </a:lnTo>
                <a:lnTo>
                  <a:pt x="12604" y="8541"/>
                </a:lnTo>
                <a:lnTo>
                  <a:pt x="12750" y="8614"/>
                </a:lnTo>
                <a:lnTo>
                  <a:pt x="12921" y="8687"/>
                </a:lnTo>
                <a:lnTo>
                  <a:pt x="12726" y="8930"/>
                </a:lnTo>
                <a:lnTo>
                  <a:pt x="12531" y="8833"/>
                </a:lnTo>
                <a:lnTo>
                  <a:pt x="12361" y="8784"/>
                </a:lnTo>
                <a:lnTo>
                  <a:pt x="12142" y="8638"/>
                </a:lnTo>
                <a:lnTo>
                  <a:pt x="11923" y="8517"/>
                </a:lnTo>
                <a:lnTo>
                  <a:pt x="11899" y="8517"/>
                </a:lnTo>
                <a:lnTo>
                  <a:pt x="11850" y="8565"/>
                </a:lnTo>
                <a:lnTo>
                  <a:pt x="11826" y="8590"/>
                </a:lnTo>
                <a:lnTo>
                  <a:pt x="11826" y="8687"/>
                </a:lnTo>
                <a:lnTo>
                  <a:pt x="11850" y="8809"/>
                </a:lnTo>
                <a:lnTo>
                  <a:pt x="11947" y="8906"/>
                </a:lnTo>
                <a:lnTo>
                  <a:pt x="12045" y="9003"/>
                </a:lnTo>
                <a:lnTo>
                  <a:pt x="12166" y="9101"/>
                </a:lnTo>
                <a:lnTo>
                  <a:pt x="12458" y="9247"/>
                </a:lnTo>
                <a:lnTo>
                  <a:pt x="12166" y="9539"/>
                </a:lnTo>
                <a:lnTo>
                  <a:pt x="11947" y="9441"/>
                </a:lnTo>
                <a:lnTo>
                  <a:pt x="11753" y="9320"/>
                </a:lnTo>
                <a:lnTo>
                  <a:pt x="11582" y="9198"/>
                </a:lnTo>
                <a:lnTo>
                  <a:pt x="11461" y="9174"/>
                </a:lnTo>
                <a:lnTo>
                  <a:pt x="11339" y="9174"/>
                </a:lnTo>
                <a:lnTo>
                  <a:pt x="11315" y="9198"/>
                </a:lnTo>
                <a:lnTo>
                  <a:pt x="11315" y="9271"/>
                </a:lnTo>
                <a:lnTo>
                  <a:pt x="11363" y="9368"/>
                </a:lnTo>
                <a:lnTo>
                  <a:pt x="11436" y="9466"/>
                </a:lnTo>
                <a:lnTo>
                  <a:pt x="11582" y="9612"/>
                </a:lnTo>
                <a:lnTo>
                  <a:pt x="11728" y="9709"/>
                </a:lnTo>
                <a:lnTo>
                  <a:pt x="11850" y="9806"/>
                </a:lnTo>
                <a:lnTo>
                  <a:pt x="11777" y="9879"/>
                </a:lnTo>
                <a:lnTo>
                  <a:pt x="11728" y="9928"/>
                </a:lnTo>
                <a:lnTo>
                  <a:pt x="11704" y="9977"/>
                </a:lnTo>
                <a:lnTo>
                  <a:pt x="11680" y="10050"/>
                </a:lnTo>
                <a:lnTo>
                  <a:pt x="11680" y="10098"/>
                </a:lnTo>
                <a:lnTo>
                  <a:pt x="11655" y="10196"/>
                </a:lnTo>
                <a:lnTo>
                  <a:pt x="11680" y="10244"/>
                </a:lnTo>
                <a:lnTo>
                  <a:pt x="11704" y="10317"/>
                </a:lnTo>
                <a:lnTo>
                  <a:pt x="11777" y="10488"/>
                </a:lnTo>
                <a:lnTo>
                  <a:pt x="11874" y="10682"/>
                </a:lnTo>
                <a:lnTo>
                  <a:pt x="11680" y="10561"/>
                </a:lnTo>
                <a:lnTo>
                  <a:pt x="11509" y="10463"/>
                </a:lnTo>
                <a:lnTo>
                  <a:pt x="11412" y="10439"/>
                </a:lnTo>
                <a:lnTo>
                  <a:pt x="11217" y="10439"/>
                </a:lnTo>
                <a:lnTo>
                  <a:pt x="11144" y="10463"/>
                </a:lnTo>
                <a:lnTo>
                  <a:pt x="11096" y="10488"/>
                </a:lnTo>
                <a:lnTo>
                  <a:pt x="11096" y="10512"/>
                </a:lnTo>
                <a:lnTo>
                  <a:pt x="11096" y="10561"/>
                </a:lnTo>
                <a:lnTo>
                  <a:pt x="11096" y="10585"/>
                </a:lnTo>
                <a:lnTo>
                  <a:pt x="11193" y="10658"/>
                </a:lnTo>
                <a:lnTo>
                  <a:pt x="11315" y="10731"/>
                </a:lnTo>
                <a:lnTo>
                  <a:pt x="11509" y="10877"/>
                </a:lnTo>
                <a:lnTo>
                  <a:pt x="11753" y="11072"/>
                </a:lnTo>
                <a:lnTo>
                  <a:pt x="11996" y="11266"/>
                </a:lnTo>
                <a:lnTo>
                  <a:pt x="12020" y="11266"/>
                </a:lnTo>
                <a:lnTo>
                  <a:pt x="12093" y="11631"/>
                </a:lnTo>
                <a:lnTo>
                  <a:pt x="12118" y="11972"/>
                </a:lnTo>
                <a:lnTo>
                  <a:pt x="11777" y="11704"/>
                </a:lnTo>
                <a:lnTo>
                  <a:pt x="11461" y="11437"/>
                </a:lnTo>
                <a:lnTo>
                  <a:pt x="11315" y="11339"/>
                </a:lnTo>
                <a:lnTo>
                  <a:pt x="11144" y="11242"/>
                </a:lnTo>
                <a:lnTo>
                  <a:pt x="10974" y="11193"/>
                </a:lnTo>
                <a:lnTo>
                  <a:pt x="10877" y="11169"/>
                </a:lnTo>
                <a:lnTo>
                  <a:pt x="10779" y="11193"/>
                </a:lnTo>
                <a:lnTo>
                  <a:pt x="10755" y="11218"/>
                </a:lnTo>
                <a:lnTo>
                  <a:pt x="10779" y="11242"/>
                </a:lnTo>
                <a:lnTo>
                  <a:pt x="11363" y="11826"/>
                </a:lnTo>
                <a:lnTo>
                  <a:pt x="11509" y="11972"/>
                </a:lnTo>
                <a:lnTo>
                  <a:pt x="11680" y="12142"/>
                </a:lnTo>
                <a:lnTo>
                  <a:pt x="11850" y="12264"/>
                </a:lnTo>
                <a:lnTo>
                  <a:pt x="12069" y="12361"/>
                </a:lnTo>
                <a:lnTo>
                  <a:pt x="12118" y="12361"/>
                </a:lnTo>
                <a:lnTo>
                  <a:pt x="12118" y="12921"/>
                </a:lnTo>
                <a:lnTo>
                  <a:pt x="12093" y="13091"/>
                </a:lnTo>
                <a:lnTo>
                  <a:pt x="11972" y="12969"/>
                </a:lnTo>
                <a:lnTo>
                  <a:pt x="11850" y="12824"/>
                </a:lnTo>
                <a:lnTo>
                  <a:pt x="11655" y="12653"/>
                </a:lnTo>
                <a:lnTo>
                  <a:pt x="11120" y="12167"/>
                </a:lnTo>
                <a:lnTo>
                  <a:pt x="10877" y="11948"/>
                </a:lnTo>
                <a:lnTo>
                  <a:pt x="10731" y="11875"/>
                </a:lnTo>
                <a:lnTo>
                  <a:pt x="10585" y="11826"/>
                </a:lnTo>
                <a:lnTo>
                  <a:pt x="10536" y="11850"/>
                </a:lnTo>
                <a:lnTo>
                  <a:pt x="10512" y="11875"/>
                </a:lnTo>
                <a:lnTo>
                  <a:pt x="10536" y="12021"/>
                </a:lnTo>
                <a:lnTo>
                  <a:pt x="10609" y="12142"/>
                </a:lnTo>
                <a:lnTo>
                  <a:pt x="10682" y="12264"/>
                </a:lnTo>
                <a:lnTo>
                  <a:pt x="10779" y="12386"/>
                </a:lnTo>
                <a:lnTo>
                  <a:pt x="11023" y="12605"/>
                </a:lnTo>
                <a:lnTo>
                  <a:pt x="11217" y="12799"/>
                </a:lnTo>
                <a:lnTo>
                  <a:pt x="11728" y="13286"/>
                </a:lnTo>
                <a:lnTo>
                  <a:pt x="11801" y="13359"/>
                </a:lnTo>
                <a:lnTo>
                  <a:pt x="11874" y="13407"/>
                </a:lnTo>
                <a:lnTo>
                  <a:pt x="12045" y="13407"/>
                </a:lnTo>
                <a:lnTo>
                  <a:pt x="11947" y="13699"/>
                </a:lnTo>
                <a:lnTo>
                  <a:pt x="11899" y="13845"/>
                </a:lnTo>
                <a:lnTo>
                  <a:pt x="11826" y="13991"/>
                </a:lnTo>
                <a:lnTo>
                  <a:pt x="11631" y="13748"/>
                </a:lnTo>
                <a:lnTo>
                  <a:pt x="11412" y="13529"/>
                </a:lnTo>
                <a:lnTo>
                  <a:pt x="11169" y="13334"/>
                </a:lnTo>
                <a:lnTo>
                  <a:pt x="10950" y="13115"/>
                </a:lnTo>
                <a:lnTo>
                  <a:pt x="10536" y="12702"/>
                </a:lnTo>
                <a:lnTo>
                  <a:pt x="10439" y="12629"/>
                </a:lnTo>
                <a:lnTo>
                  <a:pt x="10293" y="12532"/>
                </a:lnTo>
                <a:lnTo>
                  <a:pt x="10171" y="12459"/>
                </a:lnTo>
                <a:lnTo>
                  <a:pt x="10098" y="12361"/>
                </a:lnTo>
                <a:lnTo>
                  <a:pt x="10074" y="12361"/>
                </a:lnTo>
                <a:lnTo>
                  <a:pt x="10049" y="12386"/>
                </a:lnTo>
                <a:lnTo>
                  <a:pt x="10098" y="12532"/>
                </a:lnTo>
                <a:lnTo>
                  <a:pt x="10147" y="12653"/>
                </a:lnTo>
                <a:lnTo>
                  <a:pt x="10293" y="12921"/>
                </a:lnTo>
                <a:lnTo>
                  <a:pt x="10487" y="13140"/>
                </a:lnTo>
                <a:lnTo>
                  <a:pt x="10706" y="13359"/>
                </a:lnTo>
                <a:lnTo>
                  <a:pt x="11169" y="13797"/>
                </a:lnTo>
                <a:lnTo>
                  <a:pt x="11388" y="14016"/>
                </a:lnTo>
                <a:lnTo>
                  <a:pt x="11558" y="14235"/>
                </a:lnTo>
                <a:lnTo>
                  <a:pt x="11412" y="14283"/>
                </a:lnTo>
                <a:lnTo>
                  <a:pt x="11266" y="14283"/>
                </a:lnTo>
                <a:lnTo>
                  <a:pt x="11096" y="14259"/>
                </a:lnTo>
                <a:lnTo>
                  <a:pt x="10925" y="14210"/>
                </a:lnTo>
                <a:lnTo>
                  <a:pt x="10877" y="14162"/>
                </a:lnTo>
                <a:lnTo>
                  <a:pt x="10414" y="13651"/>
                </a:lnTo>
                <a:lnTo>
                  <a:pt x="9903" y="13164"/>
                </a:lnTo>
                <a:lnTo>
                  <a:pt x="9392" y="12678"/>
                </a:lnTo>
                <a:lnTo>
                  <a:pt x="8857" y="12240"/>
                </a:lnTo>
                <a:lnTo>
                  <a:pt x="7811" y="11315"/>
                </a:lnTo>
                <a:lnTo>
                  <a:pt x="7300" y="10828"/>
                </a:lnTo>
                <a:lnTo>
                  <a:pt x="6813" y="10342"/>
                </a:lnTo>
                <a:lnTo>
                  <a:pt x="5913" y="9344"/>
                </a:lnTo>
                <a:lnTo>
                  <a:pt x="5426" y="8857"/>
                </a:lnTo>
                <a:lnTo>
                  <a:pt x="4940" y="8419"/>
                </a:lnTo>
                <a:lnTo>
                  <a:pt x="4429" y="7981"/>
                </a:lnTo>
                <a:lnTo>
                  <a:pt x="3918" y="7568"/>
                </a:lnTo>
                <a:lnTo>
                  <a:pt x="3747" y="7397"/>
                </a:lnTo>
                <a:lnTo>
                  <a:pt x="3577" y="7203"/>
                </a:lnTo>
                <a:lnTo>
                  <a:pt x="3504" y="7130"/>
                </a:lnTo>
                <a:lnTo>
                  <a:pt x="3407" y="7057"/>
                </a:lnTo>
                <a:lnTo>
                  <a:pt x="3309" y="7008"/>
                </a:lnTo>
                <a:lnTo>
                  <a:pt x="3212" y="6984"/>
                </a:lnTo>
                <a:lnTo>
                  <a:pt x="3163" y="6911"/>
                </a:lnTo>
                <a:lnTo>
                  <a:pt x="3139" y="6838"/>
                </a:lnTo>
                <a:lnTo>
                  <a:pt x="3163" y="6740"/>
                </a:lnTo>
                <a:lnTo>
                  <a:pt x="3163" y="6667"/>
                </a:lnTo>
                <a:lnTo>
                  <a:pt x="3236" y="6521"/>
                </a:lnTo>
                <a:lnTo>
                  <a:pt x="3358" y="6375"/>
                </a:lnTo>
                <a:lnTo>
                  <a:pt x="3504" y="6254"/>
                </a:lnTo>
                <a:lnTo>
                  <a:pt x="3650" y="6156"/>
                </a:lnTo>
                <a:lnTo>
                  <a:pt x="3942" y="6010"/>
                </a:lnTo>
                <a:lnTo>
                  <a:pt x="4234" y="5913"/>
                </a:lnTo>
                <a:lnTo>
                  <a:pt x="4526" y="5840"/>
                </a:lnTo>
                <a:lnTo>
                  <a:pt x="4842" y="5767"/>
                </a:lnTo>
                <a:lnTo>
                  <a:pt x="5134" y="5743"/>
                </a:lnTo>
                <a:lnTo>
                  <a:pt x="5499" y="5743"/>
                </a:lnTo>
                <a:lnTo>
                  <a:pt x="5864" y="5767"/>
                </a:lnTo>
                <a:lnTo>
                  <a:pt x="6229" y="5816"/>
                </a:lnTo>
                <a:lnTo>
                  <a:pt x="6594" y="5913"/>
                </a:lnTo>
                <a:lnTo>
                  <a:pt x="6862" y="6010"/>
                </a:lnTo>
                <a:lnTo>
                  <a:pt x="7154" y="6108"/>
                </a:lnTo>
                <a:lnTo>
                  <a:pt x="7446" y="6205"/>
                </a:lnTo>
                <a:lnTo>
                  <a:pt x="7592" y="6254"/>
                </a:lnTo>
                <a:lnTo>
                  <a:pt x="7738" y="6254"/>
                </a:lnTo>
                <a:lnTo>
                  <a:pt x="7787" y="6229"/>
                </a:lnTo>
                <a:lnTo>
                  <a:pt x="7860" y="6181"/>
                </a:lnTo>
                <a:lnTo>
                  <a:pt x="7884" y="6132"/>
                </a:lnTo>
                <a:lnTo>
                  <a:pt x="7884" y="6083"/>
                </a:lnTo>
                <a:lnTo>
                  <a:pt x="8006" y="5962"/>
                </a:lnTo>
                <a:lnTo>
                  <a:pt x="8079" y="5864"/>
                </a:lnTo>
                <a:lnTo>
                  <a:pt x="8346" y="5621"/>
                </a:lnTo>
                <a:lnTo>
                  <a:pt x="8614" y="5402"/>
                </a:lnTo>
                <a:lnTo>
                  <a:pt x="9198" y="4964"/>
                </a:lnTo>
                <a:lnTo>
                  <a:pt x="9490" y="4721"/>
                </a:lnTo>
                <a:lnTo>
                  <a:pt x="9757" y="4453"/>
                </a:lnTo>
                <a:lnTo>
                  <a:pt x="10293" y="3894"/>
                </a:lnTo>
                <a:lnTo>
                  <a:pt x="10706" y="3480"/>
                </a:lnTo>
                <a:lnTo>
                  <a:pt x="10901" y="3261"/>
                </a:lnTo>
                <a:lnTo>
                  <a:pt x="10974" y="3139"/>
                </a:lnTo>
                <a:lnTo>
                  <a:pt x="11047" y="3018"/>
                </a:lnTo>
                <a:close/>
                <a:moveTo>
                  <a:pt x="6327" y="10463"/>
                </a:moveTo>
                <a:lnTo>
                  <a:pt x="6594" y="10780"/>
                </a:lnTo>
                <a:lnTo>
                  <a:pt x="7057" y="11266"/>
                </a:lnTo>
                <a:lnTo>
                  <a:pt x="7543" y="11729"/>
                </a:lnTo>
                <a:lnTo>
                  <a:pt x="6643" y="12580"/>
                </a:lnTo>
                <a:lnTo>
                  <a:pt x="5718" y="13407"/>
                </a:lnTo>
                <a:lnTo>
                  <a:pt x="4794" y="14210"/>
                </a:lnTo>
                <a:lnTo>
                  <a:pt x="3820" y="14989"/>
                </a:lnTo>
                <a:lnTo>
                  <a:pt x="3042" y="15597"/>
                </a:lnTo>
                <a:lnTo>
                  <a:pt x="2263" y="16157"/>
                </a:lnTo>
                <a:lnTo>
                  <a:pt x="1460" y="16717"/>
                </a:lnTo>
                <a:lnTo>
                  <a:pt x="682" y="17301"/>
                </a:lnTo>
                <a:lnTo>
                  <a:pt x="1120" y="16765"/>
                </a:lnTo>
                <a:lnTo>
                  <a:pt x="1533" y="16230"/>
                </a:lnTo>
                <a:lnTo>
                  <a:pt x="1971" y="15646"/>
                </a:lnTo>
                <a:lnTo>
                  <a:pt x="2458" y="15111"/>
                </a:lnTo>
                <a:lnTo>
                  <a:pt x="3431" y="14064"/>
                </a:lnTo>
                <a:lnTo>
                  <a:pt x="4307" y="13018"/>
                </a:lnTo>
                <a:lnTo>
                  <a:pt x="5159" y="11972"/>
                </a:lnTo>
                <a:lnTo>
                  <a:pt x="5524" y="11485"/>
                </a:lnTo>
                <a:lnTo>
                  <a:pt x="5913" y="11023"/>
                </a:lnTo>
                <a:lnTo>
                  <a:pt x="6132" y="10755"/>
                </a:lnTo>
                <a:lnTo>
                  <a:pt x="6229" y="10609"/>
                </a:lnTo>
                <a:lnTo>
                  <a:pt x="6327" y="10463"/>
                </a:lnTo>
                <a:close/>
                <a:moveTo>
                  <a:pt x="11753" y="0"/>
                </a:moveTo>
                <a:lnTo>
                  <a:pt x="11558" y="49"/>
                </a:lnTo>
                <a:lnTo>
                  <a:pt x="11363" y="122"/>
                </a:lnTo>
                <a:lnTo>
                  <a:pt x="11217" y="219"/>
                </a:lnTo>
                <a:lnTo>
                  <a:pt x="11096" y="341"/>
                </a:lnTo>
                <a:lnTo>
                  <a:pt x="10974" y="463"/>
                </a:lnTo>
                <a:lnTo>
                  <a:pt x="10877" y="609"/>
                </a:lnTo>
                <a:lnTo>
                  <a:pt x="10779" y="779"/>
                </a:lnTo>
                <a:lnTo>
                  <a:pt x="10706" y="949"/>
                </a:lnTo>
                <a:lnTo>
                  <a:pt x="10633" y="1120"/>
                </a:lnTo>
                <a:lnTo>
                  <a:pt x="10585" y="1314"/>
                </a:lnTo>
                <a:lnTo>
                  <a:pt x="10536" y="1509"/>
                </a:lnTo>
                <a:lnTo>
                  <a:pt x="10512" y="1704"/>
                </a:lnTo>
                <a:lnTo>
                  <a:pt x="10512" y="1898"/>
                </a:lnTo>
                <a:lnTo>
                  <a:pt x="10512" y="2093"/>
                </a:lnTo>
                <a:lnTo>
                  <a:pt x="10536" y="2263"/>
                </a:lnTo>
                <a:lnTo>
                  <a:pt x="10585" y="2458"/>
                </a:lnTo>
                <a:lnTo>
                  <a:pt x="10633" y="2604"/>
                </a:lnTo>
                <a:lnTo>
                  <a:pt x="10731" y="2774"/>
                </a:lnTo>
                <a:lnTo>
                  <a:pt x="10609" y="2823"/>
                </a:lnTo>
                <a:lnTo>
                  <a:pt x="10487" y="2920"/>
                </a:lnTo>
                <a:lnTo>
                  <a:pt x="10293" y="3115"/>
                </a:lnTo>
                <a:lnTo>
                  <a:pt x="9928" y="3553"/>
                </a:lnTo>
                <a:lnTo>
                  <a:pt x="9417" y="4113"/>
                </a:lnTo>
                <a:lnTo>
                  <a:pt x="9149" y="4356"/>
                </a:lnTo>
                <a:lnTo>
                  <a:pt x="8857" y="4624"/>
                </a:lnTo>
                <a:lnTo>
                  <a:pt x="8298" y="5061"/>
                </a:lnTo>
                <a:lnTo>
                  <a:pt x="8030" y="5305"/>
                </a:lnTo>
                <a:lnTo>
                  <a:pt x="7787" y="5572"/>
                </a:lnTo>
                <a:lnTo>
                  <a:pt x="7714" y="5670"/>
                </a:lnTo>
                <a:lnTo>
                  <a:pt x="7616" y="5791"/>
                </a:lnTo>
                <a:lnTo>
                  <a:pt x="7470" y="5718"/>
                </a:lnTo>
                <a:lnTo>
                  <a:pt x="7300" y="5645"/>
                </a:lnTo>
                <a:lnTo>
                  <a:pt x="6935" y="5524"/>
                </a:lnTo>
                <a:lnTo>
                  <a:pt x="6570" y="5451"/>
                </a:lnTo>
                <a:lnTo>
                  <a:pt x="6254" y="5402"/>
                </a:lnTo>
                <a:lnTo>
                  <a:pt x="5767" y="5329"/>
                </a:lnTo>
                <a:lnTo>
                  <a:pt x="5280" y="5305"/>
                </a:lnTo>
                <a:lnTo>
                  <a:pt x="4794" y="5353"/>
                </a:lnTo>
                <a:lnTo>
                  <a:pt x="4307" y="5451"/>
                </a:lnTo>
                <a:lnTo>
                  <a:pt x="3942" y="5548"/>
                </a:lnTo>
                <a:lnTo>
                  <a:pt x="3601" y="5718"/>
                </a:lnTo>
                <a:lnTo>
                  <a:pt x="3431" y="5791"/>
                </a:lnTo>
                <a:lnTo>
                  <a:pt x="3261" y="5913"/>
                </a:lnTo>
                <a:lnTo>
                  <a:pt x="3139" y="6035"/>
                </a:lnTo>
                <a:lnTo>
                  <a:pt x="3017" y="6181"/>
                </a:lnTo>
                <a:lnTo>
                  <a:pt x="2871" y="6448"/>
                </a:lnTo>
                <a:lnTo>
                  <a:pt x="2823" y="6570"/>
                </a:lnTo>
                <a:lnTo>
                  <a:pt x="2798" y="6716"/>
                </a:lnTo>
                <a:lnTo>
                  <a:pt x="2798" y="6862"/>
                </a:lnTo>
                <a:lnTo>
                  <a:pt x="2823" y="7008"/>
                </a:lnTo>
                <a:lnTo>
                  <a:pt x="2871" y="7130"/>
                </a:lnTo>
                <a:lnTo>
                  <a:pt x="2969" y="7227"/>
                </a:lnTo>
                <a:lnTo>
                  <a:pt x="3042" y="7251"/>
                </a:lnTo>
                <a:lnTo>
                  <a:pt x="3115" y="7251"/>
                </a:lnTo>
                <a:lnTo>
                  <a:pt x="3285" y="7470"/>
                </a:lnTo>
                <a:lnTo>
                  <a:pt x="3455" y="7689"/>
                </a:lnTo>
                <a:lnTo>
                  <a:pt x="3650" y="7908"/>
                </a:lnTo>
                <a:lnTo>
                  <a:pt x="3869" y="8103"/>
                </a:lnTo>
                <a:lnTo>
                  <a:pt x="4307" y="8468"/>
                </a:lnTo>
                <a:lnTo>
                  <a:pt x="4769" y="8833"/>
                </a:lnTo>
                <a:lnTo>
                  <a:pt x="5086" y="9125"/>
                </a:lnTo>
                <a:lnTo>
                  <a:pt x="5402" y="9466"/>
                </a:lnTo>
                <a:lnTo>
                  <a:pt x="6010" y="10123"/>
                </a:lnTo>
                <a:lnTo>
                  <a:pt x="5962" y="10196"/>
                </a:lnTo>
                <a:lnTo>
                  <a:pt x="5864" y="10342"/>
                </a:lnTo>
                <a:lnTo>
                  <a:pt x="5767" y="10488"/>
                </a:lnTo>
                <a:lnTo>
                  <a:pt x="5499" y="10780"/>
                </a:lnTo>
                <a:lnTo>
                  <a:pt x="5110" y="11291"/>
                </a:lnTo>
                <a:lnTo>
                  <a:pt x="4721" y="11777"/>
                </a:lnTo>
                <a:lnTo>
                  <a:pt x="3820" y="12921"/>
                </a:lnTo>
                <a:lnTo>
                  <a:pt x="2871" y="14016"/>
                </a:lnTo>
                <a:lnTo>
                  <a:pt x="1995" y="14989"/>
                </a:lnTo>
                <a:lnTo>
                  <a:pt x="1582" y="15500"/>
                </a:lnTo>
                <a:lnTo>
                  <a:pt x="1168" y="16011"/>
                </a:lnTo>
                <a:lnTo>
                  <a:pt x="779" y="16571"/>
                </a:lnTo>
                <a:lnTo>
                  <a:pt x="584" y="16838"/>
                </a:lnTo>
                <a:lnTo>
                  <a:pt x="365" y="17106"/>
                </a:lnTo>
                <a:lnTo>
                  <a:pt x="244" y="17276"/>
                </a:lnTo>
                <a:lnTo>
                  <a:pt x="122" y="17422"/>
                </a:lnTo>
                <a:lnTo>
                  <a:pt x="49" y="17593"/>
                </a:lnTo>
                <a:lnTo>
                  <a:pt x="0" y="17787"/>
                </a:lnTo>
                <a:lnTo>
                  <a:pt x="0" y="17860"/>
                </a:lnTo>
                <a:lnTo>
                  <a:pt x="73" y="17909"/>
                </a:lnTo>
                <a:lnTo>
                  <a:pt x="122" y="17909"/>
                </a:lnTo>
                <a:lnTo>
                  <a:pt x="195" y="17885"/>
                </a:lnTo>
                <a:lnTo>
                  <a:pt x="219" y="17836"/>
                </a:lnTo>
                <a:lnTo>
                  <a:pt x="463" y="17763"/>
                </a:lnTo>
                <a:lnTo>
                  <a:pt x="682" y="17666"/>
                </a:lnTo>
                <a:lnTo>
                  <a:pt x="901" y="17544"/>
                </a:lnTo>
                <a:lnTo>
                  <a:pt x="1120" y="17398"/>
                </a:lnTo>
                <a:lnTo>
                  <a:pt x="1533" y="17106"/>
                </a:lnTo>
                <a:lnTo>
                  <a:pt x="1947" y="16838"/>
                </a:lnTo>
                <a:lnTo>
                  <a:pt x="2433" y="16522"/>
                </a:lnTo>
                <a:lnTo>
                  <a:pt x="2896" y="16206"/>
                </a:lnTo>
                <a:lnTo>
                  <a:pt x="3358" y="15865"/>
                </a:lnTo>
                <a:lnTo>
                  <a:pt x="3820" y="15524"/>
                </a:lnTo>
                <a:lnTo>
                  <a:pt x="4867" y="14697"/>
                </a:lnTo>
                <a:lnTo>
                  <a:pt x="5889" y="13845"/>
                </a:lnTo>
                <a:lnTo>
                  <a:pt x="6886" y="12945"/>
                </a:lnTo>
                <a:lnTo>
                  <a:pt x="7860" y="12045"/>
                </a:lnTo>
                <a:lnTo>
                  <a:pt x="7860" y="12021"/>
                </a:lnTo>
                <a:lnTo>
                  <a:pt x="9222" y="13261"/>
                </a:lnTo>
                <a:lnTo>
                  <a:pt x="9879" y="13870"/>
                </a:lnTo>
                <a:lnTo>
                  <a:pt x="10195" y="14210"/>
                </a:lnTo>
                <a:lnTo>
                  <a:pt x="10512" y="14527"/>
                </a:lnTo>
                <a:lnTo>
                  <a:pt x="10585" y="14600"/>
                </a:lnTo>
                <a:lnTo>
                  <a:pt x="10658" y="14624"/>
                </a:lnTo>
                <a:lnTo>
                  <a:pt x="10731" y="14624"/>
                </a:lnTo>
                <a:lnTo>
                  <a:pt x="10804" y="14600"/>
                </a:lnTo>
                <a:lnTo>
                  <a:pt x="10925" y="14648"/>
                </a:lnTo>
                <a:lnTo>
                  <a:pt x="11047" y="14673"/>
                </a:lnTo>
                <a:lnTo>
                  <a:pt x="11290" y="14721"/>
                </a:lnTo>
                <a:lnTo>
                  <a:pt x="11534" y="14697"/>
                </a:lnTo>
                <a:lnTo>
                  <a:pt x="11655" y="14673"/>
                </a:lnTo>
                <a:lnTo>
                  <a:pt x="11777" y="14624"/>
                </a:lnTo>
                <a:lnTo>
                  <a:pt x="11923" y="14527"/>
                </a:lnTo>
                <a:lnTo>
                  <a:pt x="12045" y="14429"/>
                </a:lnTo>
                <a:lnTo>
                  <a:pt x="12142" y="14283"/>
                </a:lnTo>
                <a:lnTo>
                  <a:pt x="12239" y="14137"/>
                </a:lnTo>
                <a:lnTo>
                  <a:pt x="12312" y="13967"/>
                </a:lnTo>
                <a:lnTo>
                  <a:pt x="12385" y="13797"/>
                </a:lnTo>
                <a:lnTo>
                  <a:pt x="12458" y="13480"/>
                </a:lnTo>
                <a:lnTo>
                  <a:pt x="12531" y="13091"/>
                </a:lnTo>
                <a:lnTo>
                  <a:pt x="12580" y="12653"/>
                </a:lnTo>
                <a:lnTo>
                  <a:pt x="12580" y="12240"/>
                </a:lnTo>
                <a:lnTo>
                  <a:pt x="12556" y="11802"/>
                </a:lnTo>
                <a:lnTo>
                  <a:pt x="12483" y="11364"/>
                </a:lnTo>
                <a:lnTo>
                  <a:pt x="12385" y="10950"/>
                </a:lnTo>
                <a:lnTo>
                  <a:pt x="12264" y="10536"/>
                </a:lnTo>
                <a:lnTo>
                  <a:pt x="12093" y="10171"/>
                </a:lnTo>
                <a:lnTo>
                  <a:pt x="12337" y="9977"/>
                </a:lnTo>
                <a:lnTo>
                  <a:pt x="12580" y="9758"/>
                </a:lnTo>
                <a:lnTo>
                  <a:pt x="12994" y="9295"/>
                </a:lnTo>
                <a:lnTo>
                  <a:pt x="13407" y="8833"/>
                </a:lnTo>
                <a:lnTo>
                  <a:pt x="13845" y="8371"/>
                </a:lnTo>
                <a:lnTo>
                  <a:pt x="13918" y="8322"/>
                </a:lnTo>
                <a:lnTo>
                  <a:pt x="13967" y="8273"/>
                </a:lnTo>
                <a:lnTo>
                  <a:pt x="14259" y="8006"/>
                </a:lnTo>
                <a:lnTo>
                  <a:pt x="14575" y="7714"/>
                </a:lnTo>
                <a:lnTo>
                  <a:pt x="14721" y="7543"/>
                </a:lnTo>
                <a:lnTo>
                  <a:pt x="14867" y="7373"/>
                </a:lnTo>
                <a:lnTo>
                  <a:pt x="14965" y="7203"/>
                </a:lnTo>
                <a:lnTo>
                  <a:pt x="15062" y="7057"/>
                </a:lnTo>
                <a:lnTo>
                  <a:pt x="15427" y="7154"/>
                </a:lnTo>
                <a:lnTo>
                  <a:pt x="15865" y="7203"/>
                </a:lnTo>
                <a:lnTo>
                  <a:pt x="16279" y="7227"/>
                </a:lnTo>
                <a:lnTo>
                  <a:pt x="16498" y="7203"/>
                </a:lnTo>
                <a:lnTo>
                  <a:pt x="16717" y="7178"/>
                </a:lnTo>
                <a:lnTo>
                  <a:pt x="16911" y="7130"/>
                </a:lnTo>
                <a:lnTo>
                  <a:pt x="17106" y="7057"/>
                </a:lnTo>
                <a:lnTo>
                  <a:pt x="17300" y="6959"/>
                </a:lnTo>
                <a:lnTo>
                  <a:pt x="17446" y="6862"/>
                </a:lnTo>
                <a:lnTo>
                  <a:pt x="17617" y="6740"/>
                </a:lnTo>
                <a:lnTo>
                  <a:pt x="17738" y="6594"/>
                </a:lnTo>
                <a:lnTo>
                  <a:pt x="17836" y="6424"/>
                </a:lnTo>
                <a:lnTo>
                  <a:pt x="17909" y="6229"/>
                </a:lnTo>
                <a:lnTo>
                  <a:pt x="17957" y="6108"/>
                </a:lnTo>
                <a:lnTo>
                  <a:pt x="17957" y="5986"/>
                </a:lnTo>
                <a:lnTo>
                  <a:pt x="17933" y="5864"/>
                </a:lnTo>
                <a:lnTo>
                  <a:pt x="17909" y="5743"/>
                </a:lnTo>
                <a:lnTo>
                  <a:pt x="17811" y="5548"/>
                </a:lnTo>
                <a:lnTo>
                  <a:pt x="17690" y="5353"/>
                </a:lnTo>
                <a:lnTo>
                  <a:pt x="17495" y="5183"/>
                </a:lnTo>
                <a:lnTo>
                  <a:pt x="17325" y="5013"/>
                </a:lnTo>
                <a:lnTo>
                  <a:pt x="16960" y="4721"/>
                </a:lnTo>
                <a:lnTo>
                  <a:pt x="16692" y="4453"/>
                </a:lnTo>
                <a:lnTo>
                  <a:pt x="16425" y="4161"/>
                </a:lnTo>
                <a:lnTo>
                  <a:pt x="15914" y="3577"/>
                </a:lnTo>
                <a:lnTo>
                  <a:pt x="15403" y="2993"/>
                </a:lnTo>
                <a:lnTo>
                  <a:pt x="15135" y="2701"/>
                </a:lnTo>
                <a:lnTo>
                  <a:pt x="14843" y="2434"/>
                </a:lnTo>
                <a:lnTo>
                  <a:pt x="14283" y="1996"/>
                </a:lnTo>
                <a:lnTo>
                  <a:pt x="14016" y="1777"/>
                </a:lnTo>
                <a:lnTo>
                  <a:pt x="13772" y="1533"/>
                </a:lnTo>
                <a:lnTo>
                  <a:pt x="13529" y="1266"/>
                </a:lnTo>
                <a:lnTo>
                  <a:pt x="13310" y="998"/>
                </a:lnTo>
                <a:lnTo>
                  <a:pt x="13091" y="706"/>
                </a:lnTo>
                <a:lnTo>
                  <a:pt x="12848" y="438"/>
                </a:lnTo>
                <a:lnTo>
                  <a:pt x="12677" y="292"/>
                </a:lnTo>
                <a:lnTo>
                  <a:pt x="12507" y="171"/>
                </a:lnTo>
                <a:lnTo>
                  <a:pt x="12337" y="98"/>
                </a:lnTo>
                <a:lnTo>
                  <a:pt x="12142" y="25"/>
                </a:lnTo>
                <a:lnTo>
                  <a:pt x="11947"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14" name="Google Shape;814;p39"/>
          <p:cNvSpPr/>
          <p:nvPr/>
        </p:nvSpPr>
        <p:spPr>
          <a:xfrm>
            <a:off x="2629978" y="1500354"/>
            <a:ext cx="365350" cy="366945"/>
          </a:xfrm>
          <a:custGeom>
            <a:avLst/>
            <a:gdLst/>
            <a:ahLst/>
            <a:cxnLst/>
            <a:rect l="l" t="t" r="r" b="b"/>
            <a:pathLst>
              <a:path w="16717" h="16790" extrusionOk="0">
                <a:moveTo>
                  <a:pt x="8687" y="511"/>
                </a:moveTo>
                <a:lnTo>
                  <a:pt x="9174" y="1046"/>
                </a:lnTo>
                <a:lnTo>
                  <a:pt x="9660" y="1606"/>
                </a:lnTo>
                <a:lnTo>
                  <a:pt x="10025" y="2068"/>
                </a:lnTo>
                <a:lnTo>
                  <a:pt x="10196" y="2312"/>
                </a:lnTo>
                <a:lnTo>
                  <a:pt x="10390" y="2531"/>
                </a:lnTo>
                <a:lnTo>
                  <a:pt x="10585" y="2701"/>
                </a:lnTo>
                <a:lnTo>
                  <a:pt x="10780" y="2871"/>
                </a:lnTo>
                <a:lnTo>
                  <a:pt x="11023" y="2969"/>
                </a:lnTo>
                <a:lnTo>
                  <a:pt x="11242" y="3042"/>
                </a:lnTo>
                <a:lnTo>
                  <a:pt x="11485" y="3066"/>
                </a:lnTo>
                <a:lnTo>
                  <a:pt x="11729" y="3042"/>
                </a:lnTo>
                <a:lnTo>
                  <a:pt x="11972" y="2969"/>
                </a:lnTo>
                <a:lnTo>
                  <a:pt x="12215" y="2847"/>
                </a:lnTo>
                <a:lnTo>
                  <a:pt x="12337" y="2750"/>
                </a:lnTo>
                <a:lnTo>
                  <a:pt x="12434" y="2652"/>
                </a:lnTo>
                <a:lnTo>
                  <a:pt x="12605" y="2433"/>
                </a:lnTo>
                <a:lnTo>
                  <a:pt x="12726" y="2190"/>
                </a:lnTo>
                <a:lnTo>
                  <a:pt x="12824" y="1922"/>
                </a:lnTo>
                <a:lnTo>
                  <a:pt x="12921" y="1679"/>
                </a:lnTo>
                <a:lnTo>
                  <a:pt x="13043" y="1411"/>
                </a:lnTo>
                <a:lnTo>
                  <a:pt x="13164" y="1168"/>
                </a:lnTo>
                <a:lnTo>
                  <a:pt x="13335" y="973"/>
                </a:lnTo>
                <a:lnTo>
                  <a:pt x="13456" y="852"/>
                </a:lnTo>
                <a:lnTo>
                  <a:pt x="13602" y="779"/>
                </a:lnTo>
                <a:lnTo>
                  <a:pt x="13724" y="706"/>
                </a:lnTo>
                <a:lnTo>
                  <a:pt x="13870" y="657"/>
                </a:lnTo>
                <a:lnTo>
                  <a:pt x="13991" y="608"/>
                </a:lnTo>
                <a:lnTo>
                  <a:pt x="14137" y="584"/>
                </a:lnTo>
                <a:lnTo>
                  <a:pt x="14283" y="584"/>
                </a:lnTo>
                <a:lnTo>
                  <a:pt x="14429" y="608"/>
                </a:lnTo>
                <a:lnTo>
                  <a:pt x="14721" y="681"/>
                </a:lnTo>
                <a:lnTo>
                  <a:pt x="14989" y="779"/>
                </a:lnTo>
                <a:lnTo>
                  <a:pt x="15232" y="949"/>
                </a:lnTo>
                <a:lnTo>
                  <a:pt x="15451" y="1119"/>
                </a:lnTo>
                <a:lnTo>
                  <a:pt x="15403" y="1168"/>
                </a:lnTo>
                <a:lnTo>
                  <a:pt x="15354" y="1217"/>
                </a:lnTo>
                <a:lnTo>
                  <a:pt x="15354" y="1265"/>
                </a:lnTo>
                <a:lnTo>
                  <a:pt x="15354" y="1314"/>
                </a:lnTo>
                <a:lnTo>
                  <a:pt x="15403" y="1363"/>
                </a:lnTo>
                <a:lnTo>
                  <a:pt x="15646" y="1363"/>
                </a:lnTo>
                <a:lnTo>
                  <a:pt x="15670" y="1387"/>
                </a:lnTo>
                <a:lnTo>
                  <a:pt x="15768" y="1533"/>
                </a:lnTo>
                <a:lnTo>
                  <a:pt x="15646" y="1557"/>
                </a:lnTo>
                <a:lnTo>
                  <a:pt x="15500" y="1606"/>
                </a:lnTo>
                <a:lnTo>
                  <a:pt x="15427" y="1630"/>
                </a:lnTo>
                <a:lnTo>
                  <a:pt x="15378" y="1703"/>
                </a:lnTo>
                <a:lnTo>
                  <a:pt x="15354" y="1752"/>
                </a:lnTo>
                <a:lnTo>
                  <a:pt x="15378" y="1801"/>
                </a:lnTo>
                <a:lnTo>
                  <a:pt x="15451" y="1825"/>
                </a:lnTo>
                <a:lnTo>
                  <a:pt x="15500" y="1849"/>
                </a:lnTo>
                <a:lnTo>
                  <a:pt x="15646" y="1874"/>
                </a:lnTo>
                <a:lnTo>
                  <a:pt x="15914" y="1874"/>
                </a:lnTo>
                <a:lnTo>
                  <a:pt x="16011" y="2068"/>
                </a:lnTo>
                <a:lnTo>
                  <a:pt x="15841" y="2044"/>
                </a:lnTo>
                <a:lnTo>
                  <a:pt x="15695" y="2044"/>
                </a:lnTo>
                <a:lnTo>
                  <a:pt x="15573" y="2068"/>
                </a:lnTo>
                <a:lnTo>
                  <a:pt x="15451" y="2141"/>
                </a:lnTo>
                <a:lnTo>
                  <a:pt x="15427" y="2141"/>
                </a:lnTo>
                <a:lnTo>
                  <a:pt x="15451" y="2166"/>
                </a:lnTo>
                <a:lnTo>
                  <a:pt x="15500" y="2239"/>
                </a:lnTo>
                <a:lnTo>
                  <a:pt x="15573" y="2287"/>
                </a:lnTo>
                <a:lnTo>
                  <a:pt x="15743" y="2360"/>
                </a:lnTo>
                <a:lnTo>
                  <a:pt x="16084" y="2458"/>
                </a:lnTo>
                <a:lnTo>
                  <a:pt x="16084" y="2652"/>
                </a:lnTo>
                <a:lnTo>
                  <a:pt x="16060" y="2823"/>
                </a:lnTo>
                <a:lnTo>
                  <a:pt x="15646" y="2725"/>
                </a:lnTo>
                <a:lnTo>
                  <a:pt x="15427" y="2652"/>
                </a:lnTo>
                <a:lnTo>
                  <a:pt x="15330" y="2628"/>
                </a:lnTo>
                <a:lnTo>
                  <a:pt x="15184" y="2628"/>
                </a:lnTo>
                <a:lnTo>
                  <a:pt x="15184" y="2652"/>
                </a:lnTo>
                <a:lnTo>
                  <a:pt x="15281" y="2750"/>
                </a:lnTo>
                <a:lnTo>
                  <a:pt x="15378" y="2847"/>
                </a:lnTo>
                <a:lnTo>
                  <a:pt x="15622" y="2993"/>
                </a:lnTo>
                <a:lnTo>
                  <a:pt x="15768" y="3090"/>
                </a:lnTo>
                <a:lnTo>
                  <a:pt x="15962" y="3139"/>
                </a:lnTo>
                <a:lnTo>
                  <a:pt x="15841" y="3309"/>
                </a:lnTo>
                <a:lnTo>
                  <a:pt x="15768" y="3407"/>
                </a:lnTo>
                <a:lnTo>
                  <a:pt x="15670" y="3334"/>
                </a:lnTo>
                <a:lnTo>
                  <a:pt x="15573" y="3285"/>
                </a:lnTo>
                <a:lnTo>
                  <a:pt x="15378" y="3212"/>
                </a:lnTo>
                <a:lnTo>
                  <a:pt x="14989" y="3017"/>
                </a:lnTo>
                <a:lnTo>
                  <a:pt x="14794" y="2944"/>
                </a:lnTo>
                <a:lnTo>
                  <a:pt x="14600" y="2896"/>
                </a:lnTo>
                <a:lnTo>
                  <a:pt x="14575" y="2896"/>
                </a:lnTo>
                <a:lnTo>
                  <a:pt x="14575" y="2920"/>
                </a:lnTo>
                <a:lnTo>
                  <a:pt x="14673" y="3090"/>
                </a:lnTo>
                <a:lnTo>
                  <a:pt x="14819" y="3236"/>
                </a:lnTo>
                <a:lnTo>
                  <a:pt x="14965" y="3358"/>
                </a:lnTo>
                <a:lnTo>
                  <a:pt x="15135" y="3455"/>
                </a:lnTo>
                <a:lnTo>
                  <a:pt x="15427" y="3626"/>
                </a:lnTo>
                <a:lnTo>
                  <a:pt x="15086" y="3747"/>
                </a:lnTo>
                <a:lnTo>
                  <a:pt x="14989" y="3674"/>
                </a:lnTo>
                <a:lnTo>
                  <a:pt x="14867" y="3650"/>
                </a:lnTo>
                <a:lnTo>
                  <a:pt x="14770" y="3601"/>
                </a:lnTo>
                <a:lnTo>
                  <a:pt x="14673" y="3528"/>
                </a:lnTo>
                <a:lnTo>
                  <a:pt x="14527" y="3407"/>
                </a:lnTo>
                <a:lnTo>
                  <a:pt x="14429" y="3358"/>
                </a:lnTo>
                <a:lnTo>
                  <a:pt x="14332" y="3334"/>
                </a:lnTo>
                <a:lnTo>
                  <a:pt x="14308" y="3334"/>
                </a:lnTo>
                <a:lnTo>
                  <a:pt x="14259" y="3358"/>
                </a:lnTo>
                <a:lnTo>
                  <a:pt x="14235" y="3431"/>
                </a:lnTo>
                <a:lnTo>
                  <a:pt x="14259" y="3528"/>
                </a:lnTo>
                <a:lnTo>
                  <a:pt x="14308" y="3650"/>
                </a:lnTo>
                <a:lnTo>
                  <a:pt x="14478" y="3845"/>
                </a:lnTo>
                <a:lnTo>
                  <a:pt x="14551" y="3918"/>
                </a:lnTo>
                <a:lnTo>
                  <a:pt x="14308" y="4015"/>
                </a:lnTo>
                <a:lnTo>
                  <a:pt x="14186" y="3942"/>
                </a:lnTo>
                <a:lnTo>
                  <a:pt x="14064" y="3893"/>
                </a:lnTo>
                <a:lnTo>
                  <a:pt x="14016" y="3869"/>
                </a:lnTo>
                <a:lnTo>
                  <a:pt x="13943" y="3845"/>
                </a:lnTo>
                <a:lnTo>
                  <a:pt x="13918" y="3869"/>
                </a:lnTo>
                <a:lnTo>
                  <a:pt x="13894" y="3893"/>
                </a:lnTo>
                <a:lnTo>
                  <a:pt x="13894" y="3966"/>
                </a:lnTo>
                <a:lnTo>
                  <a:pt x="13918" y="4039"/>
                </a:lnTo>
                <a:lnTo>
                  <a:pt x="13991" y="4161"/>
                </a:lnTo>
                <a:lnTo>
                  <a:pt x="14040" y="4210"/>
                </a:lnTo>
                <a:lnTo>
                  <a:pt x="13967" y="4283"/>
                </a:lnTo>
                <a:lnTo>
                  <a:pt x="13870" y="4404"/>
                </a:lnTo>
                <a:lnTo>
                  <a:pt x="13845" y="4331"/>
                </a:lnTo>
                <a:lnTo>
                  <a:pt x="13797" y="4234"/>
                </a:lnTo>
                <a:lnTo>
                  <a:pt x="13724" y="4161"/>
                </a:lnTo>
                <a:lnTo>
                  <a:pt x="13651" y="4161"/>
                </a:lnTo>
                <a:lnTo>
                  <a:pt x="13626" y="4234"/>
                </a:lnTo>
                <a:lnTo>
                  <a:pt x="13602" y="4283"/>
                </a:lnTo>
                <a:lnTo>
                  <a:pt x="13602" y="4380"/>
                </a:lnTo>
                <a:lnTo>
                  <a:pt x="13602" y="4428"/>
                </a:lnTo>
                <a:lnTo>
                  <a:pt x="13675" y="4550"/>
                </a:lnTo>
                <a:lnTo>
                  <a:pt x="13748" y="4647"/>
                </a:lnTo>
                <a:lnTo>
                  <a:pt x="13699" y="4842"/>
                </a:lnTo>
                <a:lnTo>
                  <a:pt x="13675" y="5037"/>
                </a:lnTo>
                <a:lnTo>
                  <a:pt x="13699" y="5231"/>
                </a:lnTo>
                <a:lnTo>
                  <a:pt x="13724" y="5426"/>
                </a:lnTo>
                <a:lnTo>
                  <a:pt x="13797" y="5621"/>
                </a:lnTo>
                <a:lnTo>
                  <a:pt x="13870" y="5815"/>
                </a:lnTo>
                <a:lnTo>
                  <a:pt x="13967" y="5986"/>
                </a:lnTo>
                <a:lnTo>
                  <a:pt x="14089" y="6132"/>
                </a:lnTo>
                <a:lnTo>
                  <a:pt x="14308" y="6351"/>
                </a:lnTo>
                <a:lnTo>
                  <a:pt x="14527" y="6570"/>
                </a:lnTo>
                <a:lnTo>
                  <a:pt x="14746" y="6764"/>
                </a:lnTo>
                <a:lnTo>
                  <a:pt x="14965" y="6983"/>
                </a:lnTo>
                <a:lnTo>
                  <a:pt x="15597" y="7640"/>
                </a:lnTo>
                <a:lnTo>
                  <a:pt x="15914" y="7981"/>
                </a:lnTo>
                <a:lnTo>
                  <a:pt x="16254" y="8273"/>
                </a:lnTo>
                <a:lnTo>
                  <a:pt x="16279" y="8297"/>
                </a:lnTo>
                <a:lnTo>
                  <a:pt x="16230" y="8443"/>
                </a:lnTo>
                <a:lnTo>
                  <a:pt x="16133" y="8346"/>
                </a:lnTo>
                <a:lnTo>
                  <a:pt x="16035" y="8249"/>
                </a:lnTo>
                <a:lnTo>
                  <a:pt x="15768" y="8078"/>
                </a:lnTo>
                <a:lnTo>
                  <a:pt x="15573" y="7981"/>
                </a:lnTo>
                <a:lnTo>
                  <a:pt x="15378" y="7884"/>
                </a:lnTo>
                <a:lnTo>
                  <a:pt x="15159" y="7811"/>
                </a:lnTo>
                <a:lnTo>
                  <a:pt x="14940" y="7738"/>
                </a:lnTo>
                <a:lnTo>
                  <a:pt x="14892" y="7762"/>
                </a:lnTo>
                <a:lnTo>
                  <a:pt x="14892" y="7786"/>
                </a:lnTo>
                <a:lnTo>
                  <a:pt x="15013" y="7932"/>
                </a:lnTo>
                <a:lnTo>
                  <a:pt x="15159" y="8078"/>
                </a:lnTo>
                <a:lnTo>
                  <a:pt x="15476" y="8297"/>
                </a:lnTo>
                <a:lnTo>
                  <a:pt x="15695" y="8468"/>
                </a:lnTo>
                <a:lnTo>
                  <a:pt x="15889" y="8614"/>
                </a:lnTo>
                <a:lnTo>
                  <a:pt x="15987" y="8687"/>
                </a:lnTo>
                <a:lnTo>
                  <a:pt x="16060" y="8711"/>
                </a:lnTo>
                <a:lnTo>
                  <a:pt x="15865" y="9003"/>
                </a:lnTo>
                <a:lnTo>
                  <a:pt x="15816" y="9076"/>
                </a:lnTo>
                <a:lnTo>
                  <a:pt x="15816" y="9052"/>
                </a:lnTo>
                <a:lnTo>
                  <a:pt x="15768" y="8954"/>
                </a:lnTo>
                <a:lnTo>
                  <a:pt x="15695" y="8881"/>
                </a:lnTo>
                <a:lnTo>
                  <a:pt x="15597" y="8833"/>
                </a:lnTo>
                <a:lnTo>
                  <a:pt x="15524" y="8784"/>
                </a:lnTo>
                <a:lnTo>
                  <a:pt x="15135" y="8614"/>
                </a:lnTo>
                <a:lnTo>
                  <a:pt x="14916" y="8516"/>
                </a:lnTo>
                <a:lnTo>
                  <a:pt x="14721" y="8395"/>
                </a:lnTo>
                <a:lnTo>
                  <a:pt x="14527" y="8273"/>
                </a:lnTo>
                <a:lnTo>
                  <a:pt x="14332" y="8176"/>
                </a:lnTo>
                <a:lnTo>
                  <a:pt x="14283" y="8176"/>
                </a:lnTo>
                <a:lnTo>
                  <a:pt x="14283" y="8200"/>
                </a:lnTo>
                <a:lnTo>
                  <a:pt x="14259" y="8249"/>
                </a:lnTo>
                <a:lnTo>
                  <a:pt x="14308" y="8346"/>
                </a:lnTo>
                <a:lnTo>
                  <a:pt x="14356" y="8419"/>
                </a:lnTo>
                <a:lnTo>
                  <a:pt x="14527" y="8589"/>
                </a:lnTo>
                <a:lnTo>
                  <a:pt x="14721" y="8735"/>
                </a:lnTo>
                <a:lnTo>
                  <a:pt x="14892" y="8833"/>
                </a:lnTo>
                <a:lnTo>
                  <a:pt x="15086" y="8954"/>
                </a:lnTo>
                <a:lnTo>
                  <a:pt x="15305" y="9076"/>
                </a:lnTo>
                <a:lnTo>
                  <a:pt x="15427" y="9100"/>
                </a:lnTo>
                <a:lnTo>
                  <a:pt x="15549" y="9149"/>
                </a:lnTo>
                <a:lnTo>
                  <a:pt x="15743" y="9149"/>
                </a:lnTo>
                <a:lnTo>
                  <a:pt x="15768" y="9125"/>
                </a:lnTo>
                <a:lnTo>
                  <a:pt x="15451" y="9587"/>
                </a:lnTo>
                <a:lnTo>
                  <a:pt x="15330" y="9490"/>
                </a:lnTo>
                <a:lnTo>
                  <a:pt x="15208" y="9417"/>
                </a:lnTo>
                <a:lnTo>
                  <a:pt x="14965" y="9246"/>
                </a:lnTo>
                <a:lnTo>
                  <a:pt x="14746" y="9100"/>
                </a:lnTo>
                <a:lnTo>
                  <a:pt x="14502" y="8954"/>
                </a:lnTo>
                <a:lnTo>
                  <a:pt x="14381" y="8881"/>
                </a:lnTo>
                <a:lnTo>
                  <a:pt x="14235" y="8833"/>
                </a:lnTo>
                <a:lnTo>
                  <a:pt x="14113" y="8808"/>
                </a:lnTo>
                <a:lnTo>
                  <a:pt x="13991" y="8808"/>
                </a:lnTo>
                <a:lnTo>
                  <a:pt x="13943" y="8833"/>
                </a:lnTo>
                <a:lnTo>
                  <a:pt x="13943" y="8857"/>
                </a:lnTo>
                <a:lnTo>
                  <a:pt x="14016" y="8954"/>
                </a:lnTo>
                <a:lnTo>
                  <a:pt x="14089" y="9052"/>
                </a:lnTo>
                <a:lnTo>
                  <a:pt x="14283" y="9222"/>
                </a:lnTo>
                <a:lnTo>
                  <a:pt x="14673" y="9514"/>
                </a:lnTo>
                <a:lnTo>
                  <a:pt x="14916" y="9709"/>
                </a:lnTo>
                <a:lnTo>
                  <a:pt x="15062" y="9806"/>
                </a:lnTo>
                <a:lnTo>
                  <a:pt x="15208" y="9903"/>
                </a:lnTo>
                <a:lnTo>
                  <a:pt x="15086" y="10049"/>
                </a:lnTo>
                <a:lnTo>
                  <a:pt x="15013" y="10122"/>
                </a:lnTo>
                <a:lnTo>
                  <a:pt x="14843" y="10001"/>
                </a:lnTo>
                <a:lnTo>
                  <a:pt x="14721" y="9928"/>
                </a:lnTo>
                <a:lnTo>
                  <a:pt x="14405" y="9782"/>
                </a:lnTo>
                <a:lnTo>
                  <a:pt x="14089" y="9636"/>
                </a:lnTo>
                <a:lnTo>
                  <a:pt x="13943" y="9538"/>
                </a:lnTo>
                <a:lnTo>
                  <a:pt x="13797" y="9441"/>
                </a:lnTo>
                <a:lnTo>
                  <a:pt x="13699" y="9319"/>
                </a:lnTo>
                <a:lnTo>
                  <a:pt x="13626" y="9149"/>
                </a:lnTo>
                <a:lnTo>
                  <a:pt x="13578" y="9149"/>
                </a:lnTo>
                <a:lnTo>
                  <a:pt x="13554" y="9295"/>
                </a:lnTo>
                <a:lnTo>
                  <a:pt x="13578" y="9392"/>
                </a:lnTo>
                <a:lnTo>
                  <a:pt x="13602" y="9514"/>
                </a:lnTo>
                <a:lnTo>
                  <a:pt x="13651" y="9611"/>
                </a:lnTo>
                <a:lnTo>
                  <a:pt x="13724" y="9709"/>
                </a:lnTo>
                <a:lnTo>
                  <a:pt x="13797" y="9782"/>
                </a:lnTo>
                <a:lnTo>
                  <a:pt x="13991" y="9952"/>
                </a:lnTo>
                <a:lnTo>
                  <a:pt x="14283" y="10122"/>
                </a:lnTo>
                <a:lnTo>
                  <a:pt x="14600" y="10268"/>
                </a:lnTo>
                <a:lnTo>
                  <a:pt x="14746" y="10390"/>
                </a:lnTo>
                <a:lnTo>
                  <a:pt x="14551" y="10512"/>
                </a:lnTo>
                <a:lnTo>
                  <a:pt x="14356" y="10633"/>
                </a:lnTo>
                <a:lnTo>
                  <a:pt x="14259" y="10512"/>
                </a:lnTo>
                <a:lnTo>
                  <a:pt x="14137" y="10414"/>
                </a:lnTo>
                <a:lnTo>
                  <a:pt x="13894" y="10244"/>
                </a:lnTo>
                <a:lnTo>
                  <a:pt x="13724" y="10122"/>
                </a:lnTo>
                <a:lnTo>
                  <a:pt x="13578" y="9976"/>
                </a:lnTo>
                <a:lnTo>
                  <a:pt x="13456" y="9855"/>
                </a:lnTo>
                <a:lnTo>
                  <a:pt x="13408" y="9782"/>
                </a:lnTo>
                <a:lnTo>
                  <a:pt x="13359" y="9733"/>
                </a:lnTo>
                <a:lnTo>
                  <a:pt x="13310" y="9733"/>
                </a:lnTo>
                <a:lnTo>
                  <a:pt x="13286" y="9757"/>
                </a:lnTo>
                <a:lnTo>
                  <a:pt x="13262" y="9830"/>
                </a:lnTo>
                <a:lnTo>
                  <a:pt x="13262" y="9928"/>
                </a:lnTo>
                <a:lnTo>
                  <a:pt x="13262" y="10001"/>
                </a:lnTo>
                <a:lnTo>
                  <a:pt x="13310" y="10098"/>
                </a:lnTo>
                <a:lnTo>
                  <a:pt x="13408" y="10244"/>
                </a:lnTo>
                <a:lnTo>
                  <a:pt x="13529" y="10390"/>
                </a:lnTo>
                <a:lnTo>
                  <a:pt x="13699" y="10536"/>
                </a:lnTo>
                <a:lnTo>
                  <a:pt x="13894" y="10682"/>
                </a:lnTo>
                <a:lnTo>
                  <a:pt x="13991" y="10779"/>
                </a:lnTo>
                <a:lnTo>
                  <a:pt x="13894" y="10828"/>
                </a:lnTo>
                <a:lnTo>
                  <a:pt x="13578" y="10828"/>
                </a:lnTo>
                <a:lnTo>
                  <a:pt x="13505" y="10804"/>
                </a:lnTo>
                <a:lnTo>
                  <a:pt x="13335" y="10706"/>
                </a:lnTo>
                <a:lnTo>
                  <a:pt x="13213" y="10560"/>
                </a:lnTo>
                <a:lnTo>
                  <a:pt x="13116" y="10414"/>
                </a:lnTo>
                <a:lnTo>
                  <a:pt x="13018" y="10244"/>
                </a:lnTo>
                <a:lnTo>
                  <a:pt x="12872" y="9879"/>
                </a:lnTo>
                <a:lnTo>
                  <a:pt x="12775" y="9636"/>
                </a:lnTo>
                <a:lnTo>
                  <a:pt x="12653" y="9392"/>
                </a:lnTo>
                <a:lnTo>
                  <a:pt x="12532" y="9173"/>
                </a:lnTo>
                <a:lnTo>
                  <a:pt x="12386" y="8979"/>
                </a:lnTo>
                <a:lnTo>
                  <a:pt x="12215" y="8808"/>
                </a:lnTo>
                <a:lnTo>
                  <a:pt x="12021" y="8662"/>
                </a:lnTo>
                <a:lnTo>
                  <a:pt x="11777" y="8565"/>
                </a:lnTo>
                <a:lnTo>
                  <a:pt x="11510" y="8468"/>
                </a:lnTo>
                <a:lnTo>
                  <a:pt x="11218" y="8443"/>
                </a:lnTo>
                <a:lnTo>
                  <a:pt x="10926" y="8443"/>
                </a:lnTo>
                <a:lnTo>
                  <a:pt x="10634" y="8492"/>
                </a:lnTo>
                <a:lnTo>
                  <a:pt x="10366" y="8589"/>
                </a:lnTo>
                <a:lnTo>
                  <a:pt x="10098" y="8687"/>
                </a:lnTo>
                <a:lnTo>
                  <a:pt x="9855" y="8833"/>
                </a:lnTo>
                <a:lnTo>
                  <a:pt x="9612" y="9027"/>
                </a:lnTo>
                <a:lnTo>
                  <a:pt x="9393" y="9198"/>
                </a:lnTo>
                <a:lnTo>
                  <a:pt x="9198" y="9392"/>
                </a:lnTo>
                <a:lnTo>
                  <a:pt x="9028" y="9611"/>
                </a:lnTo>
                <a:lnTo>
                  <a:pt x="8906" y="9855"/>
                </a:lnTo>
                <a:lnTo>
                  <a:pt x="8784" y="10122"/>
                </a:lnTo>
                <a:lnTo>
                  <a:pt x="8711" y="10366"/>
                </a:lnTo>
                <a:lnTo>
                  <a:pt x="8663" y="10633"/>
                </a:lnTo>
                <a:lnTo>
                  <a:pt x="8638" y="10925"/>
                </a:lnTo>
                <a:lnTo>
                  <a:pt x="8663" y="11193"/>
                </a:lnTo>
                <a:lnTo>
                  <a:pt x="8736" y="11461"/>
                </a:lnTo>
                <a:lnTo>
                  <a:pt x="8833" y="11680"/>
                </a:lnTo>
                <a:lnTo>
                  <a:pt x="8955" y="11874"/>
                </a:lnTo>
                <a:lnTo>
                  <a:pt x="9101" y="12045"/>
                </a:lnTo>
                <a:lnTo>
                  <a:pt x="9295" y="12191"/>
                </a:lnTo>
                <a:lnTo>
                  <a:pt x="9514" y="12312"/>
                </a:lnTo>
                <a:lnTo>
                  <a:pt x="9733" y="12409"/>
                </a:lnTo>
                <a:lnTo>
                  <a:pt x="10001" y="12507"/>
                </a:lnTo>
                <a:lnTo>
                  <a:pt x="10220" y="12580"/>
                </a:lnTo>
                <a:lnTo>
                  <a:pt x="10463" y="12677"/>
                </a:lnTo>
                <a:lnTo>
                  <a:pt x="10658" y="12799"/>
                </a:lnTo>
                <a:lnTo>
                  <a:pt x="10731" y="12872"/>
                </a:lnTo>
                <a:lnTo>
                  <a:pt x="10804" y="12969"/>
                </a:lnTo>
                <a:lnTo>
                  <a:pt x="10780" y="12969"/>
                </a:lnTo>
                <a:lnTo>
                  <a:pt x="10536" y="12920"/>
                </a:lnTo>
                <a:lnTo>
                  <a:pt x="10317" y="12872"/>
                </a:lnTo>
                <a:lnTo>
                  <a:pt x="10098" y="12847"/>
                </a:lnTo>
                <a:lnTo>
                  <a:pt x="9855" y="12847"/>
                </a:lnTo>
                <a:lnTo>
                  <a:pt x="9831" y="12872"/>
                </a:lnTo>
                <a:lnTo>
                  <a:pt x="9831" y="12896"/>
                </a:lnTo>
                <a:lnTo>
                  <a:pt x="9831" y="12920"/>
                </a:lnTo>
                <a:lnTo>
                  <a:pt x="9831" y="12945"/>
                </a:lnTo>
                <a:lnTo>
                  <a:pt x="10293" y="13139"/>
                </a:lnTo>
                <a:lnTo>
                  <a:pt x="10609" y="13285"/>
                </a:lnTo>
                <a:lnTo>
                  <a:pt x="10780" y="13334"/>
                </a:lnTo>
                <a:lnTo>
                  <a:pt x="10926" y="13358"/>
                </a:lnTo>
                <a:lnTo>
                  <a:pt x="10901" y="13504"/>
                </a:lnTo>
                <a:lnTo>
                  <a:pt x="10877" y="13650"/>
                </a:lnTo>
                <a:lnTo>
                  <a:pt x="10634" y="13602"/>
                </a:lnTo>
                <a:lnTo>
                  <a:pt x="10366" y="13577"/>
                </a:lnTo>
                <a:lnTo>
                  <a:pt x="10098" y="13504"/>
                </a:lnTo>
                <a:lnTo>
                  <a:pt x="9879" y="13383"/>
                </a:lnTo>
                <a:lnTo>
                  <a:pt x="9855" y="13407"/>
                </a:lnTo>
                <a:lnTo>
                  <a:pt x="9831" y="13431"/>
                </a:lnTo>
                <a:lnTo>
                  <a:pt x="10025" y="13650"/>
                </a:lnTo>
                <a:lnTo>
                  <a:pt x="10123" y="13748"/>
                </a:lnTo>
                <a:lnTo>
                  <a:pt x="10269" y="13821"/>
                </a:lnTo>
                <a:lnTo>
                  <a:pt x="10512" y="13918"/>
                </a:lnTo>
                <a:lnTo>
                  <a:pt x="10780" y="13991"/>
                </a:lnTo>
                <a:lnTo>
                  <a:pt x="10609" y="14283"/>
                </a:lnTo>
                <a:lnTo>
                  <a:pt x="9952" y="14113"/>
                </a:lnTo>
                <a:lnTo>
                  <a:pt x="9490" y="13967"/>
                </a:lnTo>
                <a:lnTo>
                  <a:pt x="9271" y="13894"/>
                </a:lnTo>
                <a:lnTo>
                  <a:pt x="9028" y="13845"/>
                </a:lnTo>
                <a:lnTo>
                  <a:pt x="9003" y="13869"/>
                </a:lnTo>
                <a:lnTo>
                  <a:pt x="8979" y="13869"/>
                </a:lnTo>
                <a:lnTo>
                  <a:pt x="8955" y="13918"/>
                </a:lnTo>
                <a:lnTo>
                  <a:pt x="8979" y="13942"/>
                </a:lnTo>
                <a:lnTo>
                  <a:pt x="9271" y="14137"/>
                </a:lnTo>
                <a:lnTo>
                  <a:pt x="9587" y="14356"/>
                </a:lnTo>
                <a:lnTo>
                  <a:pt x="9952" y="14526"/>
                </a:lnTo>
                <a:lnTo>
                  <a:pt x="10147" y="14599"/>
                </a:lnTo>
                <a:lnTo>
                  <a:pt x="10317" y="14648"/>
                </a:lnTo>
                <a:lnTo>
                  <a:pt x="10074" y="14916"/>
                </a:lnTo>
                <a:lnTo>
                  <a:pt x="9855" y="14867"/>
                </a:lnTo>
                <a:lnTo>
                  <a:pt x="9685" y="14867"/>
                </a:lnTo>
                <a:lnTo>
                  <a:pt x="9393" y="14818"/>
                </a:lnTo>
                <a:lnTo>
                  <a:pt x="9101" y="14721"/>
                </a:lnTo>
                <a:lnTo>
                  <a:pt x="8809" y="14599"/>
                </a:lnTo>
                <a:lnTo>
                  <a:pt x="8541" y="14429"/>
                </a:lnTo>
                <a:lnTo>
                  <a:pt x="8517" y="14429"/>
                </a:lnTo>
                <a:lnTo>
                  <a:pt x="8517" y="14453"/>
                </a:lnTo>
                <a:lnTo>
                  <a:pt x="8565" y="14624"/>
                </a:lnTo>
                <a:lnTo>
                  <a:pt x="8687" y="14770"/>
                </a:lnTo>
                <a:lnTo>
                  <a:pt x="8809" y="14891"/>
                </a:lnTo>
                <a:lnTo>
                  <a:pt x="8955" y="14989"/>
                </a:lnTo>
                <a:lnTo>
                  <a:pt x="9125" y="15086"/>
                </a:lnTo>
                <a:lnTo>
                  <a:pt x="9295" y="15159"/>
                </a:lnTo>
                <a:lnTo>
                  <a:pt x="9490" y="15208"/>
                </a:lnTo>
                <a:lnTo>
                  <a:pt x="9660" y="15232"/>
                </a:lnTo>
                <a:lnTo>
                  <a:pt x="9320" y="15500"/>
                </a:lnTo>
                <a:lnTo>
                  <a:pt x="9271" y="15451"/>
                </a:lnTo>
                <a:lnTo>
                  <a:pt x="9125" y="15354"/>
                </a:lnTo>
                <a:lnTo>
                  <a:pt x="8955" y="15281"/>
                </a:lnTo>
                <a:lnTo>
                  <a:pt x="8590" y="15135"/>
                </a:lnTo>
                <a:lnTo>
                  <a:pt x="8298" y="14989"/>
                </a:lnTo>
                <a:lnTo>
                  <a:pt x="8152" y="14940"/>
                </a:lnTo>
                <a:lnTo>
                  <a:pt x="8030" y="14867"/>
                </a:lnTo>
                <a:lnTo>
                  <a:pt x="8006" y="14867"/>
                </a:lnTo>
                <a:lnTo>
                  <a:pt x="7981" y="14891"/>
                </a:lnTo>
                <a:lnTo>
                  <a:pt x="7957" y="14989"/>
                </a:lnTo>
                <a:lnTo>
                  <a:pt x="7981" y="15062"/>
                </a:lnTo>
                <a:lnTo>
                  <a:pt x="8006" y="15135"/>
                </a:lnTo>
                <a:lnTo>
                  <a:pt x="8054" y="15208"/>
                </a:lnTo>
                <a:lnTo>
                  <a:pt x="8152" y="15329"/>
                </a:lnTo>
                <a:lnTo>
                  <a:pt x="8298" y="15427"/>
                </a:lnTo>
                <a:lnTo>
                  <a:pt x="8590" y="15597"/>
                </a:lnTo>
                <a:lnTo>
                  <a:pt x="8930" y="15767"/>
                </a:lnTo>
                <a:lnTo>
                  <a:pt x="8614" y="15986"/>
                </a:lnTo>
                <a:lnTo>
                  <a:pt x="8322" y="15792"/>
                </a:lnTo>
                <a:lnTo>
                  <a:pt x="8054" y="15597"/>
                </a:lnTo>
                <a:lnTo>
                  <a:pt x="7762" y="15402"/>
                </a:lnTo>
                <a:lnTo>
                  <a:pt x="7470" y="15183"/>
                </a:lnTo>
                <a:lnTo>
                  <a:pt x="7203" y="14916"/>
                </a:lnTo>
                <a:lnTo>
                  <a:pt x="6935" y="14599"/>
                </a:lnTo>
                <a:lnTo>
                  <a:pt x="6667" y="14307"/>
                </a:lnTo>
                <a:lnTo>
                  <a:pt x="6375" y="14040"/>
                </a:lnTo>
                <a:lnTo>
                  <a:pt x="6229" y="13942"/>
                </a:lnTo>
                <a:lnTo>
                  <a:pt x="6083" y="13845"/>
                </a:lnTo>
                <a:lnTo>
                  <a:pt x="5937" y="13772"/>
                </a:lnTo>
                <a:lnTo>
                  <a:pt x="5767" y="13699"/>
                </a:lnTo>
                <a:lnTo>
                  <a:pt x="5597" y="13650"/>
                </a:lnTo>
                <a:lnTo>
                  <a:pt x="5427" y="13626"/>
                </a:lnTo>
                <a:lnTo>
                  <a:pt x="5256" y="13626"/>
                </a:lnTo>
                <a:lnTo>
                  <a:pt x="5086" y="13650"/>
                </a:lnTo>
                <a:lnTo>
                  <a:pt x="4916" y="13529"/>
                </a:lnTo>
                <a:lnTo>
                  <a:pt x="4843" y="13456"/>
                </a:lnTo>
                <a:lnTo>
                  <a:pt x="4745" y="13383"/>
                </a:lnTo>
                <a:lnTo>
                  <a:pt x="4697" y="13407"/>
                </a:lnTo>
                <a:lnTo>
                  <a:pt x="4672" y="13456"/>
                </a:lnTo>
                <a:lnTo>
                  <a:pt x="4697" y="13529"/>
                </a:lnTo>
                <a:lnTo>
                  <a:pt x="4721" y="13602"/>
                </a:lnTo>
                <a:lnTo>
                  <a:pt x="4843" y="13772"/>
                </a:lnTo>
                <a:lnTo>
                  <a:pt x="4818" y="13772"/>
                </a:lnTo>
                <a:lnTo>
                  <a:pt x="4697" y="13869"/>
                </a:lnTo>
                <a:lnTo>
                  <a:pt x="4502" y="13748"/>
                </a:lnTo>
                <a:lnTo>
                  <a:pt x="4380" y="13723"/>
                </a:lnTo>
                <a:lnTo>
                  <a:pt x="4283" y="13699"/>
                </a:lnTo>
                <a:lnTo>
                  <a:pt x="4259" y="13723"/>
                </a:lnTo>
                <a:lnTo>
                  <a:pt x="4259" y="13748"/>
                </a:lnTo>
                <a:lnTo>
                  <a:pt x="4356" y="13918"/>
                </a:lnTo>
                <a:lnTo>
                  <a:pt x="4478" y="14088"/>
                </a:lnTo>
                <a:lnTo>
                  <a:pt x="4356" y="14234"/>
                </a:lnTo>
                <a:lnTo>
                  <a:pt x="4259" y="14405"/>
                </a:lnTo>
                <a:lnTo>
                  <a:pt x="4161" y="14307"/>
                </a:lnTo>
                <a:lnTo>
                  <a:pt x="4064" y="14186"/>
                </a:lnTo>
                <a:lnTo>
                  <a:pt x="3918" y="13942"/>
                </a:lnTo>
                <a:lnTo>
                  <a:pt x="3894" y="13942"/>
                </a:lnTo>
                <a:lnTo>
                  <a:pt x="3869" y="13967"/>
                </a:lnTo>
                <a:lnTo>
                  <a:pt x="3869" y="14186"/>
                </a:lnTo>
                <a:lnTo>
                  <a:pt x="3894" y="14380"/>
                </a:lnTo>
                <a:lnTo>
                  <a:pt x="3967" y="14575"/>
                </a:lnTo>
                <a:lnTo>
                  <a:pt x="4015" y="14648"/>
                </a:lnTo>
                <a:lnTo>
                  <a:pt x="4088" y="14721"/>
                </a:lnTo>
                <a:lnTo>
                  <a:pt x="3821" y="15329"/>
                </a:lnTo>
                <a:lnTo>
                  <a:pt x="3772" y="15281"/>
                </a:lnTo>
                <a:lnTo>
                  <a:pt x="3699" y="15110"/>
                </a:lnTo>
                <a:lnTo>
                  <a:pt x="3650" y="14916"/>
                </a:lnTo>
                <a:lnTo>
                  <a:pt x="3602" y="14794"/>
                </a:lnTo>
                <a:lnTo>
                  <a:pt x="3553" y="14672"/>
                </a:lnTo>
                <a:lnTo>
                  <a:pt x="3456" y="14551"/>
                </a:lnTo>
                <a:lnTo>
                  <a:pt x="3407" y="14526"/>
                </a:lnTo>
                <a:lnTo>
                  <a:pt x="3358" y="14478"/>
                </a:lnTo>
                <a:lnTo>
                  <a:pt x="3334" y="14502"/>
                </a:lnTo>
                <a:lnTo>
                  <a:pt x="3310" y="14526"/>
                </a:lnTo>
                <a:lnTo>
                  <a:pt x="3285" y="14794"/>
                </a:lnTo>
                <a:lnTo>
                  <a:pt x="3310" y="15013"/>
                </a:lnTo>
                <a:lnTo>
                  <a:pt x="3334" y="15208"/>
                </a:lnTo>
                <a:lnTo>
                  <a:pt x="3358" y="15354"/>
                </a:lnTo>
                <a:lnTo>
                  <a:pt x="3431" y="15475"/>
                </a:lnTo>
                <a:lnTo>
                  <a:pt x="3504" y="15597"/>
                </a:lnTo>
                <a:lnTo>
                  <a:pt x="3626" y="15694"/>
                </a:lnTo>
                <a:lnTo>
                  <a:pt x="3480" y="15865"/>
                </a:lnTo>
                <a:lnTo>
                  <a:pt x="3334" y="16035"/>
                </a:lnTo>
                <a:lnTo>
                  <a:pt x="3358" y="15986"/>
                </a:lnTo>
                <a:lnTo>
                  <a:pt x="3358" y="15913"/>
                </a:lnTo>
                <a:lnTo>
                  <a:pt x="3358" y="15865"/>
                </a:lnTo>
                <a:lnTo>
                  <a:pt x="3334" y="15816"/>
                </a:lnTo>
                <a:lnTo>
                  <a:pt x="3188" y="15621"/>
                </a:lnTo>
                <a:lnTo>
                  <a:pt x="3091" y="15402"/>
                </a:lnTo>
                <a:lnTo>
                  <a:pt x="2920" y="14940"/>
                </a:lnTo>
                <a:lnTo>
                  <a:pt x="2896" y="14916"/>
                </a:lnTo>
                <a:lnTo>
                  <a:pt x="2872" y="14916"/>
                </a:lnTo>
                <a:lnTo>
                  <a:pt x="2847" y="14940"/>
                </a:lnTo>
                <a:lnTo>
                  <a:pt x="2823" y="15232"/>
                </a:lnTo>
                <a:lnTo>
                  <a:pt x="2823" y="15378"/>
                </a:lnTo>
                <a:lnTo>
                  <a:pt x="2823" y="15524"/>
                </a:lnTo>
                <a:lnTo>
                  <a:pt x="2872" y="15670"/>
                </a:lnTo>
                <a:lnTo>
                  <a:pt x="2896" y="15792"/>
                </a:lnTo>
                <a:lnTo>
                  <a:pt x="2969" y="15938"/>
                </a:lnTo>
                <a:lnTo>
                  <a:pt x="3066" y="16059"/>
                </a:lnTo>
                <a:lnTo>
                  <a:pt x="3164" y="16108"/>
                </a:lnTo>
                <a:lnTo>
                  <a:pt x="3237" y="16108"/>
                </a:lnTo>
                <a:lnTo>
                  <a:pt x="3115" y="16181"/>
                </a:lnTo>
                <a:lnTo>
                  <a:pt x="2993" y="16230"/>
                </a:lnTo>
                <a:lnTo>
                  <a:pt x="2872" y="16254"/>
                </a:lnTo>
                <a:lnTo>
                  <a:pt x="2726" y="16278"/>
                </a:lnTo>
                <a:lnTo>
                  <a:pt x="2774" y="16181"/>
                </a:lnTo>
                <a:lnTo>
                  <a:pt x="2750" y="16132"/>
                </a:lnTo>
                <a:lnTo>
                  <a:pt x="2750" y="16084"/>
                </a:lnTo>
                <a:lnTo>
                  <a:pt x="2555" y="15646"/>
                </a:lnTo>
                <a:lnTo>
                  <a:pt x="2458" y="15427"/>
                </a:lnTo>
                <a:lnTo>
                  <a:pt x="2336" y="15232"/>
                </a:lnTo>
                <a:lnTo>
                  <a:pt x="2312" y="15208"/>
                </a:lnTo>
                <a:lnTo>
                  <a:pt x="2263" y="15232"/>
                </a:lnTo>
                <a:lnTo>
                  <a:pt x="2190" y="15354"/>
                </a:lnTo>
                <a:lnTo>
                  <a:pt x="2166" y="15500"/>
                </a:lnTo>
                <a:lnTo>
                  <a:pt x="2166" y="15621"/>
                </a:lnTo>
                <a:lnTo>
                  <a:pt x="2190" y="15767"/>
                </a:lnTo>
                <a:lnTo>
                  <a:pt x="2263" y="16035"/>
                </a:lnTo>
                <a:lnTo>
                  <a:pt x="2385" y="16278"/>
                </a:lnTo>
                <a:lnTo>
                  <a:pt x="2166" y="16230"/>
                </a:lnTo>
                <a:lnTo>
                  <a:pt x="1971" y="16132"/>
                </a:lnTo>
                <a:lnTo>
                  <a:pt x="1971" y="16059"/>
                </a:lnTo>
                <a:lnTo>
                  <a:pt x="1874" y="15573"/>
                </a:lnTo>
                <a:lnTo>
                  <a:pt x="1850" y="15475"/>
                </a:lnTo>
                <a:lnTo>
                  <a:pt x="1777" y="15402"/>
                </a:lnTo>
                <a:lnTo>
                  <a:pt x="1704" y="15329"/>
                </a:lnTo>
                <a:lnTo>
                  <a:pt x="1606" y="15305"/>
                </a:lnTo>
                <a:lnTo>
                  <a:pt x="1558" y="15305"/>
                </a:lnTo>
                <a:lnTo>
                  <a:pt x="1533" y="15354"/>
                </a:lnTo>
                <a:lnTo>
                  <a:pt x="1509" y="15451"/>
                </a:lnTo>
                <a:lnTo>
                  <a:pt x="1485" y="15548"/>
                </a:lnTo>
                <a:lnTo>
                  <a:pt x="1509" y="15767"/>
                </a:lnTo>
                <a:lnTo>
                  <a:pt x="1509" y="15792"/>
                </a:lnTo>
                <a:lnTo>
                  <a:pt x="1387" y="15646"/>
                </a:lnTo>
                <a:lnTo>
                  <a:pt x="1266" y="15500"/>
                </a:lnTo>
                <a:lnTo>
                  <a:pt x="1144" y="15329"/>
                </a:lnTo>
                <a:lnTo>
                  <a:pt x="1047" y="15135"/>
                </a:lnTo>
                <a:lnTo>
                  <a:pt x="876" y="14770"/>
                </a:lnTo>
                <a:lnTo>
                  <a:pt x="779" y="14405"/>
                </a:lnTo>
                <a:lnTo>
                  <a:pt x="730" y="14234"/>
                </a:lnTo>
                <a:lnTo>
                  <a:pt x="706" y="14040"/>
                </a:lnTo>
                <a:lnTo>
                  <a:pt x="706" y="13869"/>
                </a:lnTo>
                <a:lnTo>
                  <a:pt x="730" y="13699"/>
                </a:lnTo>
                <a:lnTo>
                  <a:pt x="779" y="13529"/>
                </a:lnTo>
                <a:lnTo>
                  <a:pt x="828" y="13358"/>
                </a:lnTo>
                <a:lnTo>
                  <a:pt x="925" y="13212"/>
                </a:lnTo>
                <a:lnTo>
                  <a:pt x="1047" y="13066"/>
                </a:lnTo>
                <a:lnTo>
                  <a:pt x="1168" y="12969"/>
                </a:lnTo>
                <a:lnTo>
                  <a:pt x="1314" y="12872"/>
                </a:lnTo>
                <a:lnTo>
                  <a:pt x="1606" y="12726"/>
                </a:lnTo>
                <a:lnTo>
                  <a:pt x="1923" y="12580"/>
                </a:lnTo>
                <a:lnTo>
                  <a:pt x="2239" y="12458"/>
                </a:lnTo>
                <a:lnTo>
                  <a:pt x="2507" y="12288"/>
                </a:lnTo>
                <a:lnTo>
                  <a:pt x="2726" y="12118"/>
                </a:lnTo>
                <a:lnTo>
                  <a:pt x="2896" y="11899"/>
                </a:lnTo>
                <a:lnTo>
                  <a:pt x="2945" y="11777"/>
                </a:lnTo>
                <a:lnTo>
                  <a:pt x="2993" y="11680"/>
                </a:lnTo>
                <a:lnTo>
                  <a:pt x="3018" y="11558"/>
                </a:lnTo>
                <a:lnTo>
                  <a:pt x="3042" y="11436"/>
                </a:lnTo>
                <a:lnTo>
                  <a:pt x="3042" y="11315"/>
                </a:lnTo>
                <a:lnTo>
                  <a:pt x="3018" y="11193"/>
                </a:lnTo>
                <a:lnTo>
                  <a:pt x="2969" y="11047"/>
                </a:lnTo>
                <a:lnTo>
                  <a:pt x="2896" y="10925"/>
                </a:lnTo>
                <a:lnTo>
                  <a:pt x="2823" y="10804"/>
                </a:lnTo>
                <a:lnTo>
                  <a:pt x="2701" y="10682"/>
                </a:lnTo>
                <a:lnTo>
                  <a:pt x="2361" y="10341"/>
                </a:lnTo>
                <a:lnTo>
                  <a:pt x="1996" y="10025"/>
                </a:lnTo>
                <a:lnTo>
                  <a:pt x="1655" y="9709"/>
                </a:lnTo>
                <a:lnTo>
                  <a:pt x="1290" y="9392"/>
                </a:lnTo>
                <a:lnTo>
                  <a:pt x="1095" y="9149"/>
                </a:lnTo>
                <a:lnTo>
                  <a:pt x="901" y="8906"/>
                </a:lnTo>
                <a:lnTo>
                  <a:pt x="706" y="8662"/>
                </a:lnTo>
                <a:lnTo>
                  <a:pt x="487" y="8443"/>
                </a:lnTo>
                <a:lnTo>
                  <a:pt x="925" y="7932"/>
                </a:lnTo>
                <a:lnTo>
                  <a:pt x="1363" y="7397"/>
                </a:lnTo>
                <a:lnTo>
                  <a:pt x="1777" y="6886"/>
                </a:lnTo>
                <a:lnTo>
                  <a:pt x="2239" y="6375"/>
                </a:lnTo>
                <a:lnTo>
                  <a:pt x="2458" y="6156"/>
                </a:lnTo>
                <a:lnTo>
                  <a:pt x="2604" y="6059"/>
                </a:lnTo>
                <a:lnTo>
                  <a:pt x="2750" y="5961"/>
                </a:lnTo>
                <a:lnTo>
                  <a:pt x="2896" y="5888"/>
                </a:lnTo>
                <a:lnTo>
                  <a:pt x="3042" y="5840"/>
                </a:lnTo>
                <a:lnTo>
                  <a:pt x="3212" y="5815"/>
                </a:lnTo>
                <a:lnTo>
                  <a:pt x="3358" y="5815"/>
                </a:lnTo>
                <a:lnTo>
                  <a:pt x="3456" y="5864"/>
                </a:lnTo>
                <a:lnTo>
                  <a:pt x="3529" y="5888"/>
                </a:lnTo>
                <a:lnTo>
                  <a:pt x="3675" y="6010"/>
                </a:lnTo>
                <a:lnTo>
                  <a:pt x="3796" y="6156"/>
                </a:lnTo>
                <a:lnTo>
                  <a:pt x="3894" y="6326"/>
                </a:lnTo>
                <a:lnTo>
                  <a:pt x="4113" y="6667"/>
                </a:lnTo>
                <a:lnTo>
                  <a:pt x="4307" y="7032"/>
                </a:lnTo>
                <a:lnTo>
                  <a:pt x="4502" y="7373"/>
                </a:lnTo>
                <a:lnTo>
                  <a:pt x="4624" y="7543"/>
                </a:lnTo>
                <a:lnTo>
                  <a:pt x="4745" y="7713"/>
                </a:lnTo>
                <a:lnTo>
                  <a:pt x="4916" y="7859"/>
                </a:lnTo>
                <a:lnTo>
                  <a:pt x="5110" y="7981"/>
                </a:lnTo>
                <a:lnTo>
                  <a:pt x="5305" y="8054"/>
                </a:lnTo>
                <a:lnTo>
                  <a:pt x="5500" y="8103"/>
                </a:lnTo>
                <a:lnTo>
                  <a:pt x="5913" y="8103"/>
                </a:lnTo>
                <a:lnTo>
                  <a:pt x="6132" y="8054"/>
                </a:lnTo>
                <a:lnTo>
                  <a:pt x="6351" y="7981"/>
                </a:lnTo>
                <a:lnTo>
                  <a:pt x="6643" y="7859"/>
                </a:lnTo>
                <a:lnTo>
                  <a:pt x="6935" y="7713"/>
                </a:lnTo>
                <a:lnTo>
                  <a:pt x="7227" y="7519"/>
                </a:lnTo>
                <a:lnTo>
                  <a:pt x="7470" y="7324"/>
                </a:lnTo>
                <a:lnTo>
                  <a:pt x="7689" y="7105"/>
                </a:lnTo>
                <a:lnTo>
                  <a:pt x="7884" y="6837"/>
                </a:lnTo>
                <a:lnTo>
                  <a:pt x="8054" y="6570"/>
                </a:lnTo>
                <a:lnTo>
                  <a:pt x="8176" y="6253"/>
                </a:lnTo>
                <a:lnTo>
                  <a:pt x="8249" y="5937"/>
                </a:lnTo>
                <a:lnTo>
                  <a:pt x="8273" y="5645"/>
                </a:lnTo>
                <a:lnTo>
                  <a:pt x="8225" y="5353"/>
                </a:lnTo>
                <a:lnTo>
                  <a:pt x="8127" y="5110"/>
                </a:lnTo>
                <a:lnTo>
                  <a:pt x="7981" y="4866"/>
                </a:lnTo>
                <a:lnTo>
                  <a:pt x="7787" y="4672"/>
                </a:lnTo>
                <a:lnTo>
                  <a:pt x="7568" y="4501"/>
                </a:lnTo>
                <a:lnTo>
                  <a:pt x="7276" y="4355"/>
                </a:lnTo>
                <a:lnTo>
                  <a:pt x="7008" y="4234"/>
                </a:lnTo>
                <a:lnTo>
                  <a:pt x="6716" y="4137"/>
                </a:lnTo>
                <a:lnTo>
                  <a:pt x="6424" y="4039"/>
                </a:lnTo>
                <a:lnTo>
                  <a:pt x="6156" y="3918"/>
                </a:lnTo>
                <a:lnTo>
                  <a:pt x="6059" y="3845"/>
                </a:lnTo>
                <a:lnTo>
                  <a:pt x="5986" y="3772"/>
                </a:lnTo>
                <a:lnTo>
                  <a:pt x="5913" y="3699"/>
                </a:lnTo>
                <a:lnTo>
                  <a:pt x="5864" y="3626"/>
                </a:lnTo>
                <a:lnTo>
                  <a:pt x="5816" y="3455"/>
                </a:lnTo>
                <a:lnTo>
                  <a:pt x="5791" y="3261"/>
                </a:lnTo>
                <a:lnTo>
                  <a:pt x="5816" y="3066"/>
                </a:lnTo>
                <a:lnTo>
                  <a:pt x="5864" y="2896"/>
                </a:lnTo>
                <a:lnTo>
                  <a:pt x="5962" y="2701"/>
                </a:lnTo>
                <a:lnTo>
                  <a:pt x="6059" y="2531"/>
                </a:lnTo>
                <a:lnTo>
                  <a:pt x="6302" y="2214"/>
                </a:lnTo>
                <a:lnTo>
                  <a:pt x="6594" y="1898"/>
                </a:lnTo>
                <a:lnTo>
                  <a:pt x="6911" y="1630"/>
                </a:lnTo>
                <a:lnTo>
                  <a:pt x="7227" y="1363"/>
                </a:lnTo>
                <a:lnTo>
                  <a:pt x="7592" y="1119"/>
                </a:lnTo>
                <a:lnTo>
                  <a:pt x="7957" y="900"/>
                </a:lnTo>
                <a:lnTo>
                  <a:pt x="8322" y="706"/>
                </a:lnTo>
                <a:lnTo>
                  <a:pt x="8687" y="511"/>
                </a:lnTo>
                <a:close/>
                <a:moveTo>
                  <a:pt x="8590" y="0"/>
                </a:moveTo>
                <a:lnTo>
                  <a:pt x="8541" y="24"/>
                </a:lnTo>
                <a:lnTo>
                  <a:pt x="8176" y="219"/>
                </a:lnTo>
                <a:lnTo>
                  <a:pt x="7811" y="414"/>
                </a:lnTo>
                <a:lnTo>
                  <a:pt x="7470" y="608"/>
                </a:lnTo>
                <a:lnTo>
                  <a:pt x="7130" y="827"/>
                </a:lnTo>
                <a:lnTo>
                  <a:pt x="6813" y="1071"/>
                </a:lnTo>
                <a:lnTo>
                  <a:pt x="6497" y="1314"/>
                </a:lnTo>
                <a:lnTo>
                  <a:pt x="6205" y="1606"/>
                </a:lnTo>
                <a:lnTo>
                  <a:pt x="5913" y="1874"/>
                </a:lnTo>
                <a:lnTo>
                  <a:pt x="5694" y="2117"/>
                </a:lnTo>
                <a:lnTo>
                  <a:pt x="5524" y="2360"/>
                </a:lnTo>
                <a:lnTo>
                  <a:pt x="5378" y="2628"/>
                </a:lnTo>
                <a:lnTo>
                  <a:pt x="5281" y="2920"/>
                </a:lnTo>
                <a:lnTo>
                  <a:pt x="5256" y="3066"/>
                </a:lnTo>
                <a:lnTo>
                  <a:pt x="5232" y="3212"/>
                </a:lnTo>
                <a:lnTo>
                  <a:pt x="5232" y="3382"/>
                </a:lnTo>
                <a:lnTo>
                  <a:pt x="5256" y="3528"/>
                </a:lnTo>
                <a:lnTo>
                  <a:pt x="5281" y="3650"/>
                </a:lnTo>
                <a:lnTo>
                  <a:pt x="5354" y="3796"/>
                </a:lnTo>
                <a:lnTo>
                  <a:pt x="5427" y="3942"/>
                </a:lnTo>
                <a:lnTo>
                  <a:pt x="5524" y="4064"/>
                </a:lnTo>
                <a:lnTo>
                  <a:pt x="5645" y="4185"/>
                </a:lnTo>
                <a:lnTo>
                  <a:pt x="5767" y="4283"/>
                </a:lnTo>
                <a:lnTo>
                  <a:pt x="6035" y="4428"/>
                </a:lnTo>
                <a:lnTo>
                  <a:pt x="6327" y="4550"/>
                </a:lnTo>
                <a:lnTo>
                  <a:pt x="6643" y="4647"/>
                </a:lnTo>
                <a:lnTo>
                  <a:pt x="6935" y="4745"/>
                </a:lnTo>
                <a:lnTo>
                  <a:pt x="7203" y="4891"/>
                </a:lnTo>
                <a:lnTo>
                  <a:pt x="7349" y="4964"/>
                </a:lnTo>
                <a:lnTo>
                  <a:pt x="7446" y="5061"/>
                </a:lnTo>
                <a:lnTo>
                  <a:pt x="7543" y="5158"/>
                </a:lnTo>
                <a:lnTo>
                  <a:pt x="7641" y="5280"/>
                </a:lnTo>
                <a:lnTo>
                  <a:pt x="7689" y="5377"/>
                </a:lnTo>
                <a:lnTo>
                  <a:pt x="7714" y="5475"/>
                </a:lnTo>
                <a:lnTo>
                  <a:pt x="7738" y="5669"/>
                </a:lnTo>
                <a:lnTo>
                  <a:pt x="7714" y="5864"/>
                </a:lnTo>
                <a:lnTo>
                  <a:pt x="7665" y="6083"/>
                </a:lnTo>
                <a:lnTo>
                  <a:pt x="7592" y="6278"/>
                </a:lnTo>
                <a:lnTo>
                  <a:pt x="7495" y="6472"/>
                </a:lnTo>
                <a:lnTo>
                  <a:pt x="7373" y="6643"/>
                </a:lnTo>
                <a:lnTo>
                  <a:pt x="7251" y="6789"/>
                </a:lnTo>
                <a:lnTo>
                  <a:pt x="7105" y="6910"/>
                </a:lnTo>
                <a:lnTo>
                  <a:pt x="6959" y="7056"/>
                </a:lnTo>
                <a:lnTo>
                  <a:pt x="6789" y="7154"/>
                </a:lnTo>
                <a:lnTo>
                  <a:pt x="6619" y="7275"/>
                </a:lnTo>
                <a:lnTo>
                  <a:pt x="6254" y="7446"/>
                </a:lnTo>
                <a:lnTo>
                  <a:pt x="5864" y="7567"/>
                </a:lnTo>
                <a:lnTo>
                  <a:pt x="5767" y="7592"/>
                </a:lnTo>
                <a:lnTo>
                  <a:pt x="5645" y="7592"/>
                </a:lnTo>
                <a:lnTo>
                  <a:pt x="5548" y="7567"/>
                </a:lnTo>
                <a:lnTo>
                  <a:pt x="5451" y="7543"/>
                </a:lnTo>
                <a:lnTo>
                  <a:pt x="5281" y="7446"/>
                </a:lnTo>
                <a:lnTo>
                  <a:pt x="5135" y="7300"/>
                </a:lnTo>
                <a:lnTo>
                  <a:pt x="4989" y="7154"/>
                </a:lnTo>
                <a:lnTo>
                  <a:pt x="4891" y="6959"/>
                </a:lnTo>
                <a:lnTo>
                  <a:pt x="4672" y="6594"/>
                </a:lnTo>
                <a:lnTo>
                  <a:pt x="4502" y="6253"/>
                </a:lnTo>
                <a:lnTo>
                  <a:pt x="4283" y="5888"/>
                </a:lnTo>
                <a:lnTo>
                  <a:pt x="4161" y="5742"/>
                </a:lnTo>
                <a:lnTo>
                  <a:pt x="4040" y="5596"/>
                </a:lnTo>
                <a:lnTo>
                  <a:pt x="3869" y="5475"/>
                </a:lnTo>
                <a:lnTo>
                  <a:pt x="3699" y="5377"/>
                </a:lnTo>
                <a:lnTo>
                  <a:pt x="3577" y="5304"/>
                </a:lnTo>
                <a:lnTo>
                  <a:pt x="3456" y="5280"/>
                </a:lnTo>
                <a:lnTo>
                  <a:pt x="3334" y="5256"/>
                </a:lnTo>
                <a:lnTo>
                  <a:pt x="3188" y="5256"/>
                </a:lnTo>
                <a:lnTo>
                  <a:pt x="2945" y="5304"/>
                </a:lnTo>
                <a:lnTo>
                  <a:pt x="2701" y="5377"/>
                </a:lnTo>
                <a:lnTo>
                  <a:pt x="2458" y="5499"/>
                </a:lnTo>
                <a:lnTo>
                  <a:pt x="2239" y="5645"/>
                </a:lnTo>
                <a:lnTo>
                  <a:pt x="2044" y="5815"/>
                </a:lnTo>
                <a:lnTo>
                  <a:pt x="1850" y="5986"/>
                </a:lnTo>
                <a:lnTo>
                  <a:pt x="1606" y="6229"/>
                </a:lnTo>
                <a:lnTo>
                  <a:pt x="1387" y="6521"/>
                </a:lnTo>
                <a:lnTo>
                  <a:pt x="998" y="7081"/>
                </a:lnTo>
                <a:lnTo>
                  <a:pt x="730" y="7397"/>
                </a:lnTo>
                <a:lnTo>
                  <a:pt x="487" y="7713"/>
                </a:lnTo>
                <a:lnTo>
                  <a:pt x="244" y="8030"/>
                </a:lnTo>
                <a:lnTo>
                  <a:pt x="25" y="8395"/>
                </a:lnTo>
                <a:lnTo>
                  <a:pt x="0" y="8492"/>
                </a:lnTo>
                <a:lnTo>
                  <a:pt x="25" y="8565"/>
                </a:lnTo>
                <a:lnTo>
                  <a:pt x="98" y="8638"/>
                </a:lnTo>
                <a:lnTo>
                  <a:pt x="171" y="8662"/>
                </a:lnTo>
                <a:lnTo>
                  <a:pt x="341" y="8906"/>
                </a:lnTo>
                <a:lnTo>
                  <a:pt x="487" y="9149"/>
                </a:lnTo>
                <a:lnTo>
                  <a:pt x="730" y="9441"/>
                </a:lnTo>
                <a:lnTo>
                  <a:pt x="974" y="9709"/>
                </a:lnTo>
                <a:lnTo>
                  <a:pt x="1290" y="10049"/>
                </a:lnTo>
                <a:lnTo>
                  <a:pt x="1655" y="10390"/>
                </a:lnTo>
                <a:lnTo>
                  <a:pt x="2361" y="10998"/>
                </a:lnTo>
                <a:lnTo>
                  <a:pt x="2458" y="11120"/>
                </a:lnTo>
                <a:lnTo>
                  <a:pt x="2531" y="11217"/>
                </a:lnTo>
                <a:lnTo>
                  <a:pt x="2580" y="11290"/>
                </a:lnTo>
                <a:lnTo>
                  <a:pt x="2580" y="11388"/>
                </a:lnTo>
                <a:lnTo>
                  <a:pt x="2580" y="11485"/>
                </a:lnTo>
                <a:lnTo>
                  <a:pt x="2531" y="11582"/>
                </a:lnTo>
                <a:lnTo>
                  <a:pt x="2482" y="11655"/>
                </a:lnTo>
                <a:lnTo>
                  <a:pt x="2409" y="11728"/>
                </a:lnTo>
                <a:lnTo>
                  <a:pt x="2239" y="11874"/>
                </a:lnTo>
                <a:lnTo>
                  <a:pt x="2044" y="11996"/>
                </a:lnTo>
                <a:lnTo>
                  <a:pt x="1655" y="12191"/>
                </a:lnTo>
                <a:lnTo>
                  <a:pt x="1387" y="12312"/>
                </a:lnTo>
                <a:lnTo>
                  <a:pt x="1095" y="12458"/>
                </a:lnTo>
                <a:lnTo>
                  <a:pt x="852" y="12604"/>
                </a:lnTo>
                <a:lnTo>
                  <a:pt x="609" y="12799"/>
                </a:lnTo>
                <a:lnTo>
                  <a:pt x="511" y="12920"/>
                </a:lnTo>
                <a:lnTo>
                  <a:pt x="438" y="13042"/>
                </a:lnTo>
                <a:lnTo>
                  <a:pt x="365" y="13164"/>
                </a:lnTo>
                <a:lnTo>
                  <a:pt x="317" y="13285"/>
                </a:lnTo>
                <a:lnTo>
                  <a:pt x="244" y="13577"/>
                </a:lnTo>
                <a:lnTo>
                  <a:pt x="219" y="13869"/>
                </a:lnTo>
                <a:lnTo>
                  <a:pt x="244" y="14161"/>
                </a:lnTo>
                <a:lnTo>
                  <a:pt x="268" y="14453"/>
                </a:lnTo>
                <a:lnTo>
                  <a:pt x="341" y="14745"/>
                </a:lnTo>
                <a:lnTo>
                  <a:pt x="438" y="15013"/>
                </a:lnTo>
                <a:lnTo>
                  <a:pt x="536" y="15281"/>
                </a:lnTo>
                <a:lnTo>
                  <a:pt x="682" y="15524"/>
                </a:lnTo>
                <a:lnTo>
                  <a:pt x="852" y="15767"/>
                </a:lnTo>
                <a:lnTo>
                  <a:pt x="1022" y="16011"/>
                </a:lnTo>
                <a:lnTo>
                  <a:pt x="1241" y="16205"/>
                </a:lnTo>
                <a:lnTo>
                  <a:pt x="1460" y="16400"/>
                </a:lnTo>
                <a:lnTo>
                  <a:pt x="1704" y="16546"/>
                </a:lnTo>
                <a:lnTo>
                  <a:pt x="1971" y="16668"/>
                </a:lnTo>
                <a:lnTo>
                  <a:pt x="2190" y="16741"/>
                </a:lnTo>
                <a:lnTo>
                  <a:pt x="2434" y="16765"/>
                </a:lnTo>
                <a:lnTo>
                  <a:pt x="2653" y="16789"/>
                </a:lnTo>
                <a:lnTo>
                  <a:pt x="2896" y="16765"/>
                </a:lnTo>
                <a:lnTo>
                  <a:pt x="3115" y="16716"/>
                </a:lnTo>
                <a:lnTo>
                  <a:pt x="3334" y="16643"/>
                </a:lnTo>
                <a:lnTo>
                  <a:pt x="3529" y="16522"/>
                </a:lnTo>
                <a:lnTo>
                  <a:pt x="3723" y="16351"/>
                </a:lnTo>
                <a:lnTo>
                  <a:pt x="3869" y="16205"/>
                </a:lnTo>
                <a:lnTo>
                  <a:pt x="3991" y="16035"/>
                </a:lnTo>
                <a:lnTo>
                  <a:pt x="4113" y="15840"/>
                </a:lnTo>
                <a:lnTo>
                  <a:pt x="4210" y="15646"/>
                </a:lnTo>
                <a:lnTo>
                  <a:pt x="4405" y="15256"/>
                </a:lnTo>
                <a:lnTo>
                  <a:pt x="4575" y="14867"/>
                </a:lnTo>
                <a:lnTo>
                  <a:pt x="4697" y="14648"/>
                </a:lnTo>
                <a:lnTo>
                  <a:pt x="4818" y="14478"/>
                </a:lnTo>
                <a:lnTo>
                  <a:pt x="4940" y="14332"/>
                </a:lnTo>
                <a:lnTo>
                  <a:pt x="5086" y="14234"/>
                </a:lnTo>
                <a:lnTo>
                  <a:pt x="5232" y="14161"/>
                </a:lnTo>
                <a:lnTo>
                  <a:pt x="5402" y="14137"/>
                </a:lnTo>
                <a:lnTo>
                  <a:pt x="5621" y="14186"/>
                </a:lnTo>
                <a:lnTo>
                  <a:pt x="5840" y="14259"/>
                </a:lnTo>
                <a:lnTo>
                  <a:pt x="6010" y="14380"/>
                </a:lnTo>
                <a:lnTo>
                  <a:pt x="6181" y="14502"/>
                </a:lnTo>
                <a:lnTo>
                  <a:pt x="6327" y="14648"/>
                </a:lnTo>
                <a:lnTo>
                  <a:pt x="6473" y="14818"/>
                </a:lnTo>
                <a:lnTo>
                  <a:pt x="6740" y="15135"/>
                </a:lnTo>
                <a:lnTo>
                  <a:pt x="7032" y="15451"/>
                </a:lnTo>
                <a:lnTo>
                  <a:pt x="7154" y="15597"/>
                </a:lnTo>
                <a:lnTo>
                  <a:pt x="7324" y="15719"/>
                </a:lnTo>
                <a:lnTo>
                  <a:pt x="7641" y="15938"/>
                </a:lnTo>
                <a:lnTo>
                  <a:pt x="7957" y="16157"/>
                </a:lnTo>
                <a:lnTo>
                  <a:pt x="8273" y="16400"/>
                </a:lnTo>
                <a:lnTo>
                  <a:pt x="8298" y="16473"/>
                </a:lnTo>
                <a:lnTo>
                  <a:pt x="8346" y="16522"/>
                </a:lnTo>
                <a:lnTo>
                  <a:pt x="8395" y="16546"/>
                </a:lnTo>
                <a:lnTo>
                  <a:pt x="8468" y="16546"/>
                </a:lnTo>
                <a:lnTo>
                  <a:pt x="8784" y="16424"/>
                </a:lnTo>
                <a:lnTo>
                  <a:pt x="9052" y="16254"/>
                </a:lnTo>
                <a:lnTo>
                  <a:pt x="9587" y="15889"/>
                </a:lnTo>
                <a:lnTo>
                  <a:pt x="9879" y="15670"/>
                </a:lnTo>
                <a:lnTo>
                  <a:pt x="10147" y="15475"/>
                </a:lnTo>
                <a:lnTo>
                  <a:pt x="10390" y="15256"/>
                </a:lnTo>
                <a:lnTo>
                  <a:pt x="10634" y="15013"/>
                </a:lnTo>
                <a:lnTo>
                  <a:pt x="10828" y="14794"/>
                </a:lnTo>
                <a:lnTo>
                  <a:pt x="10999" y="14575"/>
                </a:lnTo>
                <a:lnTo>
                  <a:pt x="11145" y="14332"/>
                </a:lnTo>
                <a:lnTo>
                  <a:pt x="11242" y="14088"/>
                </a:lnTo>
                <a:lnTo>
                  <a:pt x="11339" y="13821"/>
                </a:lnTo>
                <a:lnTo>
                  <a:pt x="11388" y="13553"/>
                </a:lnTo>
                <a:lnTo>
                  <a:pt x="11388" y="13261"/>
                </a:lnTo>
                <a:lnTo>
                  <a:pt x="11339" y="12993"/>
                </a:lnTo>
                <a:lnTo>
                  <a:pt x="11315" y="12847"/>
                </a:lnTo>
                <a:lnTo>
                  <a:pt x="11242" y="12726"/>
                </a:lnTo>
                <a:lnTo>
                  <a:pt x="11169" y="12628"/>
                </a:lnTo>
                <a:lnTo>
                  <a:pt x="11096" y="12531"/>
                </a:lnTo>
                <a:lnTo>
                  <a:pt x="10877" y="12361"/>
                </a:lnTo>
                <a:lnTo>
                  <a:pt x="10658" y="12239"/>
                </a:lnTo>
                <a:lnTo>
                  <a:pt x="10390" y="12118"/>
                </a:lnTo>
                <a:lnTo>
                  <a:pt x="10147" y="12045"/>
                </a:lnTo>
                <a:lnTo>
                  <a:pt x="9879" y="11947"/>
                </a:lnTo>
                <a:lnTo>
                  <a:pt x="9636" y="11850"/>
                </a:lnTo>
                <a:lnTo>
                  <a:pt x="9466" y="11753"/>
                </a:lnTo>
                <a:lnTo>
                  <a:pt x="9320" y="11631"/>
                </a:lnTo>
                <a:lnTo>
                  <a:pt x="9222" y="11485"/>
                </a:lnTo>
                <a:lnTo>
                  <a:pt x="9149" y="11315"/>
                </a:lnTo>
                <a:lnTo>
                  <a:pt x="9125" y="11169"/>
                </a:lnTo>
                <a:lnTo>
                  <a:pt x="9101" y="10974"/>
                </a:lnTo>
                <a:lnTo>
                  <a:pt x="9125" y="10804"/>
                </a:lnTo>
                <a:lnTo>
                  <a:pt x="9149" y="10633"/>
                </a:lnTo>
                <a:lnTo>
                  <a:pt x="9198" y="10439"/>
                </a:lnTo>
                <a:lnTo>
                  <a:pt x="9271" y="10268"/>
                </a:lnTo>
                <a:lnTo>
                  <a:pt x="9466" y="9903"/>
                </a:lnTo>
                <a:lnTo>
                  <a:pt x="9685" y="9611"/>
                </a:lnTo>
                <a:lnTo>
                  <a:pt x="9928" y="9368"/>
                </a:lnTo>
                <a:lnTo>
                  <a:pt x="10074" y="9246"/>
                </a:lnTo>
                <a:lnTo>
                  <a:pt x="10244" y="9149"/>
                </a:lnTo>
                <a:lnTo>
                  <a:pt x="10415" y="9076"/>
                </a:lnTo>
                <a:lnTo>
                  <a:pt x="10609" y="9003"/>
                </a:lnTo>
                <a:lnTo>
                  <a:pt x="10804" y="8954"/>
                </a:lnTo>
                <a:lnTo>
                  <a:pt x="10999" y="8930"/>
                </a:lnTo>
                <a:lnTo>
                  <a:pt x="11193" y="8930"/>
                </a:lnTo>
                <a:lnTo>
                  <a:pt x="11388" y="8954"/>
                </a:lnTo>
                <a:lnTo>
                  <a:pt x="11583" y="8979"/>
                </a:lnTo>
                <a:lnTo>
                  <a:pt x="11729" y="9052"/>
                </a:lnTo>
                <a:lnTo>
                  <a:pt x="11875" y="9149"/>
                </a:lnTo>
                <a:lnTo>
                  <a:pt x="11996" y="9271"/>
                </a:lnTo>
                <a:lnTo>
                  <a:pt x="12118" y="9417"/>
                </a:lnTo>
                <a:lnTo>
                  <a:pt x="12215" y="9563"/>
                </a:lnTo>
                <a:lnTo>
                  <a:pt x="12361" y="9903"/>
                </a:lnTo>
                <a:lnTo>
                  <a:pt x="12580" y="10390"/>
                </a:lnTo>
                <a:lnTo>
                  <a:pt x="12702" y="10633"/>
                </a:lnTo>
                <a:lnTo>
                  <a:pt x="12824" y="10828"/>
                </a:lnTo>
                <a:lnTo>
                  <a:pt x="12994" y="11023"/>
                </a:lnTo>
                <a:lnTo>
                  <a:pt x="13189" y="11169"/>
                </a:lnTo>
                <a:lnTo>
                  <a:pt x="13310" y="11217"/>
                </a:lnTo>
                <a:lnTo>
                  <a:pt x="13432" y="11266"/>
                </a:lnTo>
                <a:lnTo>
                  <a:pt x="13554" y="11290"/>
                </a:lnTo>
                <a:lnTo>
                  <a:pt x="13724" y="11315"/>
                </a:lnTo>
                <a:lnTo>
                  <a:pt x="13870" y="11315"/>
                </a:lnTo>
                <a:lnTo>
                  <a:pt x="14016" y="11290"/>
                </a:lnTo>
                <a:lnTo>
                  <a:pt x="14186" y="11266"/>
                </a:lnTo>
                <a:lnTo>
                  <a:pt x="14332" y="11217"/>
                </a:lnTo>
                <a:lnTo>
                  <a:pt x="14600" y="11071"/>
                </a:lnTo>
                <a:lnTo>
                  <a:pt x="14867" y="10877"/>
                </a:lnTo>
                <a:lnTo>
                  <a:pt x="15111" y="10682"/>
                </a:lnTo>
                <a:lnTo>
                  <a:pt x="15330" y="10439"/>
                </a:lnTo>
                <a:lnTo>
                  <a:pt x="15549" y="10195"/>
                </a:lnTo>
                <a:lnTo>
                  <a:pt x="15719" y="9952"/>
                </a:lnTo>
                <a:lnTo>
                  <a:pt x="16352" y="9027"/>
                </a:lnTo>
                <a:lnTo>
                  <a:pt x="16473" y="8833"/>
                </a:lnTo>
                <a:lnTo>
                  <a:pt x="16619" y="8614"/>
                </a:lnTo>
                <a:lnTo>
                  <a:pt x="16692" y="8395"/>
                </a:lnTo>
                <a:lnTo>
                  <a:pt x="16717" y="8273"/>
                </a:lnTo>
                <a:lnTo>
                  <a:pt x="16717" y="8151"/>
                </a:lnTo>
                <a:lnTo>
                  <a:pt x="16717" y="8127"/>
                </a:lnTo>
                <a:lnTo>
                  <a:pt x="16717" y="8078"/>
                </a:lnTo>
                <a:lnTo>
                  <a:pt x="16717" y="8005"/>
                </a:lnTo>
                <a:lnTo>
                  <a:pt x="16692" y="7957"/>
                </a:lnTo>
                <a:lnTo>
                  <a:pt x="16644" y="7908"/>
                </a:lnTo>
                <a:lnTo>
                  <a:pt x="16327" y="7640"/>
                </a:lnTo>
                <a:lnTo>
                  <a:pt x="16011" y="7348"/>
                </a:lnTo>
                <a:lnTo>
                  <a:pt x="15451" y="6740"/>
                </a:lnTo>
                <a:lnTo>
                  <a:pt x="15232" y="6521"/>
                </a:lnTo>
                <a:lnTo>
                  <a:pt x="14989" y="6302"/>
                </a:lnTo>
                <a:lnTo>
                  <a:pt x="14527" y="5888"/>
                </a:lnTo>
                <a:lnTo>
                  <a:pt x="14381" y="5742"/>
                </a:lnTo>
                <a:lnTo>
                  <a:pt x="14283" y="5572"/>
                </a:lnTo>
                <a:lnTo>
                  <a:pt x="14210" y="5402"/>
                </a:lnTo>
                <a:lnTo>
                  <a:pt x="14162" y="5231"/>
                </a:lnTo>
                <a:lnTo>
                  <a:pt x="14162" y="5061"/>
                </a:lnTo>
                <a:lnTo>
                  <a:pt x="14186" y="4866"/>
                </a:lnTo>
                <a:lnTo>
                  <a:pt x="14259" y="4696"/>
                </a:lnTo>
                <a:lnTo>
                  <a:pt x="14381" y="4526"/>
                </a:lnTo>
                <a:lnTo>
                  <a:pt x="14478" y="4428"/>
                </a:lnTo>
                <a:lnTo>
                  <a:pt x="14600" y="4355"/>
                </a:lnTo>
                <a:lnTo>
                  <a:pt x="14746" y="4283"/>
                </a:lnTo>
                <a:lnTo>
                  <a:pt x="14892" y="4234"/>
                </a:lnTo>
                <a:lnTo>
                  <a:pt x="15476" y="4039"/>
                </a:lnTo>
                <a:lnTo>
                  <a:pt x="15719" y="3942"/>
                </a:lnTo>
                <a:lnTo>
                  <a:pt x="15938" y="3820"/>
                </a:lnTo>
                <a:lnTo>
                  <a:pt x="16108" y="3674"/>
                </a:lnTo>
                <a:lnTo>
                  <a:pt x="16230" y="3504"/>
                </a:lnTo>
                <a:lnTo>
                  <a:pt x="16352" y="3334"/>
                </a:lnTo>
                <a:lnTo>
                  <a:pt x="16425" y="3139"/>
                </a:lnTo>
                <a:lnTo>
                  <a:pt x="16473" y="2920"/>
                </a:lnTo>
                <a:lnTo>
                  <a:pt x="16498" y="2701"/>
                </a:lnTo>
                <a:lnTo>
                  <a:pt x="16522" y="2482"/>
                </a:lnTo>
                <a:lnTo>
                  <a:pt x="16498" y="2263"/>
                </a:lnTo>
                <a:lnTo>
                  <a:pt x="16449" y="2044"/>
                </a:lnTo>
                <a:lnTo>
                  <a:pt x="16376" y="1825"/>
                </a:lnTo>
                <a:lnTo>
                  <a:pt x="16303" y="1606"/>
                </a:lnTo>
                <a:lnTo>
                  <a:pt x="16206" y="1387"/>
                </a:lnTo>
                <a:lnTo>
                  <a:pt x="16084" y="1192"/>
                </a:lnTo>
                <a:lnTo>
                  <a:pt x="15938" y="998"/>
                </a:lnTo>
                <a:lnTo>
                  <a:pt x="15768" y="779"/>
                </a:lnTo>
                <a:lnTo>
                  <a:pt x="15573" y="608"/>
                </a:lnTo>
                <a:lnTo>
                  <a:pt x="15354" y="462"/>
                </a:lnTo>
                <a:lnTo>
                  <a:pt x="15111" y="341"/>
                </a:lnTo>
                <a:lnTo>
                  <a:pt x="14892" y="268"/>
                </a:lnTo>
                <a:lnTo>
                  <a:pt x="14648" y="195"/>
                </a:lnTo>
                <a:lnTo>
                  <a:pt x="14137" y="195"/>
                </a:lnTo>
                <a:lnTo>
                  <a:pt x="13894" y="219"/>
                </a:lnTo>
                <a:lnTo>
                  <a:pt x="13675" y="292"/>
                </a:lnTo>
                <a:lnTo>
                  <a:pt x="13432" y="389"/>
                </a:lnTo>
                <a:lnTo>
                  <a:pt x="13213" y="535"/>
                </a:lnTo>
                <a:lnTo>
                  <a:pt x="13018" y="681"/>
                </a:lnTo>
                <a:lnTo>
                  <a:pt x="12848" y="876"/>
                </a:lnTo>
                <a:lnTo>
                  <a:pt x="12702" y="1095"/>
                </a:lnTo>
                <a:lnTo>
                  <a:pt x="12580" y="1338"/>
                </a:lnTo>
                <a:lnTo>
                  <a:pt x="12459" y="1630"/>
                </a:lnTo>
                <a:lnTo>
                  <a:pt x="12337" y="1898"/>
                </a:lnTo>
                <a:lnTo>
                  <a:pt x="12191" y="2166"/>
                </a:lnTo>
                <a:lnTo>
                  <a:pt x="12118" y="2287"/>
                </a:lnTo>
                <a:lnTo>
                  <a:pt x="12021" y="2385"/>
                </a:lnTo>
                <a:lnTo>
                  <a:pt x="11850" y="2531"/>
                </a:lnTo>
                <a:lnTo>
                  <a:pt x="11680" y="2579"/>
                </a:lnTo>
                <a:lnTo>
                  <a:pt x="11510" y="2604"/>
                </a:lnTo>
                <a:lnTo>
                  <a:pt x="11339" y="2579"/>
                </a:lnTo>
                <a:lnTo>
                  <a:pt x="11169" y="2506"/>
                </a:lnTo>
                <a:lnTo>
                  <a:pt x="10999" y="2433"/>
                </a:lnTo>
                <a:lnTo>
                  <a:pt x="10853" y="2312"/>
                </a:lnTo>
                <a:lnTo>
                  <a:pt x="10707" y="2190"/>
                </a:lnTo>
                <a:lnTo>
                  <a:pt x="10488" y="1947"/>
                </a:lnTo>
                <a:lnTo>
                  <a:pt x="10269" y="1679"/>
                </a:lnTo>
                <a:lnTo>
                  <a:pt x="9855" y="1168"/>
                </a:lnTo>
                <a:lnTo>
                  <a:pt x="9636" y="900"/>
                </a:lnTo>
                <a:lnTo>
                  <a:pt x="9417" y="657"/>
                </a:lnTo>
                <a:lnTo>
                  <a:pt x="9174" y="414"/>
                </a:lnTo>
                <a:lnTo>
                  <a:pt x="8906" y="219"/>
                </a:lnTo>
                <a:lnTo>
                  <a:pt x="8857" y="122"/>
                </a:lnTo>
                <a:lnTo>
                  <a:pt x="8784" y="24"/>
                </a:lnTo>
                <a:lnTo>
                  <a:pt x="8663"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15" name="Google Shape;815;p39"/>
          <p:cNvSpPr/>
          <p:nvPr/>
        </p:nvSpPr>
        <p:spPr>
          <a:xfrm>
            <a:off x="3234055" y="1457279"/>
            <a:ext cx="332917" cy="452551"/>
          </a:xfrm>
          <a:custGeom>
            <a:avLst/>
            <a:gdLst/>
            <a:ahLst/>
            <a:cxnLst/>
            <a:rect l="l" t="t" r="r" b="b"/>
            <a:pathLst>
              <a:path w="15233" h="20707" extrusionOk="0">
                <a:moveTo>
                  <a:pt x="5330" y="122"/>
                </a:moveTo>
                <a:lnTo>
                  <a:pt x="4916" y="170"/>
                </a:lnTo>
                <a:lnTo>
                  <a:pt x="4551" y="219"/>
                </a:lnTo>
                <a:lnTo>
                  <a:pt x="4162" y="292"/>
                </a:lnTo>
                <a:lnTo>
                  <a:pt x="3797" y="389"/>
                </a:lnTo>
                <a:lnTo>
                  <a:pt x="3432" y="511"/>
                </a:lnTo>
                <a:lnTo>
                  <a:pt x="3042" y="657"/>
                </a:lnTo>
                <a:lnTo>
                  <a:pt x="2872" y="754"/>
                </a:lnTo>
                <a:lnTo>
                  <a:pt x="2775" y="827"/>
                </a:lnTo>
                <a:lnTo>
                  <a:pt x="2726" y="900"/>
                </a:lnTo>
                <a:lnTo>
                  <a:pt x="2702" y="925"/>
                </a:lnTo>
                <a:lnTo>
                  <a:pt x="2702" y="973"/>
                </a:lnTo>
                <a:lnTo>
                  <a:pt x="2726" y="1022"/>
                </a:lnTo>
                <a:lnTo>
                  <a:pt x="2750" y="1046"/>
                </a:lnTo>
                <a:lnTo>
                  <a:pt x="2848" y="1071"/>
                </a:lnTo>
                <a:lnTo>
                  <a:pt x="3018" y="1071"/>
                </a:lnTo>
                <a:lnTo>
                  <a:pt x="3115" y="1046"/>
                </a:lnTo>
                <a:lnTo>
                  <a:pt x="3432" y="900"/>
                </a:lnTo>
                <a:lnTo>
                  <a:pt x="3845" y="754"/>
                </a:lnTo>
                <a:lnTo>
                  <a:pt x="4283" y="633"/>
                </a:lnTo>
                <a:lnTo>
                  <a:pt x="4721" y="584"/>
                </a:lnTo>
                <a:lnTo>
                  <a:pt x="5159" y="511"/>
                </a:lnTo>
                <a:lnTo>
                  <a:pt x="6084" y="511"/>
                </a:lnTo>
                <a:lnTo>
                  <a:pt x="6546" y="584"/>
                </a:lnTo>
                <a:lnTo>
                  <a:pt x="6984" y="681"/>
                </a:lnTo>
                <a:lnTo>
                  <a:pt x="7447" y="803"/>
                </a:lnTo>
                <a:lnTo>
                  <a:pt x="7885" y="949"/>
                </a:lnTo>
                <a:lnTo>
                  <a:pt x="8761" y="1265"/>
                </a:lnTo>
                <a:lnTo>
                  <a:pt x="9539" y="1533"/>
                </a:lnTo>
                <a:lnTo>
                  <a:pt x="10318" y="1776"/>
                </a:lnTo>
                <a:lnTo>
                  <a:pt x="10731" y="1874"/>
                </a:lnTo>
                <a:lnTo>
                  <a:pt x="11121" y="1947"/>
                </a:lnTo>
                <a:lnTo>
                  <a:pt x="11534" y="2020"/>
                </a:lnTo>
                <a:lnTo>
                  <a:pt x="11948" y="2044"/>
                </a:lnTo>
                <a:lnTo>
                  <a:pt x="12337" y="2044"/>
                </a:lnTo>
                <a:lnTo>
                  <a:pt x="12727" y="2020"/>
                </a:lnTo>
                <a:lnTo>
                  <a:pt x="13116" y="1971"/>
                </a:lnTo>
                <a:lnTo>
                  <a:pt x="13481" y="1898"/>
                </a:lnTo>
                <a:lnTo>
                  <a:pt x="13749" y="1825"/>
                </a:lnTo>
                <a:lnTo>
                  <a:pt x="13992" y="1703"/>
                </a:lnTo>
                <a:lnTo>
                  <a:pt x="14454" y="1460"/>
                </a:lnTo>
                <a:lnTo>
                  <a:pt x="14357" y="1703"/>
                </a:lnTo>
                <a:lnTo>
                  <a:pt x="14065" y="2214"/>
                </a:lnTo>
                <a:lnTo>
                  <a:pt x="13943" y="2458"/>
                </a:lnTo>
                <a:lnTo>
                  <a:pt x="13797" y="2725"/>
                </a:lnTo>
                <a:lnTo>
                  <a:pt x="13238" y="4112"/>
                </a:lnTo>
                <a:lnTo>
                  <a:pt x="12921" y="4794"/>
                </a:lnTo>
                <a:lnTo>
                  <a:pt x="12605" y="5451"/>
                </a:lnTo>
                <a:lnTo>
                  <a:pt x="12581" y="5548"/>
                </a:lnTo>
                <a:lnTo>
                  <a:pt x="12581" y="5621"/>
                </a:lnTo>
                <a:lnTo>
                  <a:pt x="12605" y="5670"/>
                </a:lnTo>
                <a:lnTo>
                  <a:pt x="12654" y="5718"/>
                </a:lnTo>
                <a:lnTo>
                  <a:pt x="12629" y="5816"/>
                </a:lnTo>
                <a:lnTo>
                  <a:pt x="12654" y="5913"/>
                </a:lnTo>
                <a:lnTo>
                  <a:pt x="12946" y="6326"/>
                </a:lnTo>
                <a:lnTo>
                  <a:pt x="13238" y="6764"/>
                </a:lnTo>
                <a:lnTo>
                  <a:pt x="13554" y="7178"/>
                </a:lnTo>
                <a:lnTo>
                  <a:pt x="13895" y="7543"/>
                </a:lnTo>
                <a:lnTo>
                  <a:pt x="14527" y="8176"/>
                </a:lnTo>
                <a:lnTo>
                  <a:pt x="14625" y="8297"/>
                </a:lnTo>
                <a:lnTo>
                  <a:pt x="14260" y="8516"/>
                </a:lnTo>
                <a:lnTo>
                  <a:pt x="13870" y="8687"/>
                </a:lnTo>
                <a:lnTo>
                  <a:pt x="13505" y="8833"/>
                </a:lnTo>
                <a:lnTo>
                  <a:pt x="13116" y="8930"/>
                </a:lnTo>
                <a:lnTo>
                  <a:pt x="12727" y="9003"/>
                </a:lnTo>
                <a:lnTo>
                  <a:pt x="12313" y="9027"/>
                </a:lnTo>
                <a:lnTo>
                  <a:pt x="11875" y="9052"/>
                </a:lnTo>
                <a:lnTo>
                  <a:pt x="11461" y="9027"/>
                </a:lnTo>
                <a:lnTo>
                  <a:pt x="11023" y="9003"/>
                </a:lnTo>
                <a:lnTo>
                  <a:pt x="10610" y="8954"/>
                </a:lnTo>
                <a:lnTo>
                  <a:pt x="10196" y="8881"/>
                </a:lnTo>
                <a:lnTo>
                  <a:pt x="9783" y="8784"/>
                </a:lnTo>
                <a:lnTo>
                  <a:pt x="8955" y="8565"/>
                </a:lnTo>
                <a:lnTo>
                  <a:pt x="8177" y="8297"/>
                </a:lnTo>
                <a:lnTo>
                  <a:pt x="7544" y="8103"/>
                </a:lnTo>
                <a:lnTo>
                  <a:pt x="6838" y="7884"/>
                </a:lnTo>
                <a:lnTo>
                  <a:pt x="6449" y="7786"/>
                </a:lnTo>
                <a:lnTo>
                  <a:pt x="6084" y="7713"/>
                </a:lnTo>
                <a:lnTo>
                  <a:pt x="5695" y="7640"/>
                </a:lnTo>
                <a:lnTo>
                  <a:pt x="5305" y="7592"/>
                </a:lnTo>
                <a:lnTo>
                  <a:pt x="4940" y="7567"/>
                </a:lnTo>
                <a:lnTo>
                  <a:pt x="4575" y="7567"/>
                </a:lnTo>
                <a:lnTo>
                  <a:pt x="4210" y="7616"/>
                </a:lnTo>
                <a:lnTo>
                  <a:pt x="3845" y="7689"/>
                </a:lnTo>
                <a:lnTo>
                  <a:pt x="3529" y="7811"/>
                </a:lnTo>
                <a:lnTo>
                  <a:pt x="3213" y="7957"/>
                </a:lnTo>
                <a:lnTo>
                  <a:pt x="2921" y="8176"/>
                </a:lnTo>
                <a:lnTo>
                  <a:pt x="2799" y="8297"/>
                </a:lnTo>
                <a:lnTo>
                  <a:pt x="2677" y="8443"/>
                </a:lnTo>
                <a:lnTo>
                  <a:pt x="2653" y="8492"/>
                </a:lnTo>
                <a:lnTo>
                  <a:pt x="2629" y="8541"/>
                </a:lnTo>
                <a:lnTo>
                  <a:pt x="2653" y="8589"/>
                </a:lnTo>
                <a:lnTo>
                  <a:pt x="2677" y="8638"/>
                </a:lnTo>
                <a:lnTo>
                  <a:pt x="2702" y="8662"/>
                </a:lnTo>
                <a:lnTo>
                  <a:pt x="2750" y="8687"/>
                </a:lnTo>
                <a:lnTo>
                  <a:pt x="2799" y="8687"/>
                </a:lnTo>
                <a:lnTo>
                  <a:pt x="2848" y="8662"/>
                </a:lnTo>
                <a:lnTo>
                  <a:pt x="3213" y="8443"/>
                </a:lnTo>
                <a:lnTo>
                  <a:pt x="3553" y="8273"/>
                </a:lnTo>
                <a:lnTo>
                  <a:pt x="3918" y="8176"/>
                </a:lnTo>
                <a:lnTo>
                  <a:pt x="4283" y="8078"/>
                </a:lnTo>
                <a:lnTo>
                  <a:pt x="4648" y="8054"/>
                </a:lnTo>
                <a:lnTo>
                  <a:pt x="5038" y="8054"/>
                </a:lnTo>
                <a:lnTo>
                  <a:pt x="5403" y="8078"/>
                </a:lnTo>
                <a:lnTo>
                  <a:pt x="5768" y="8127"/>
                </a:lnTo>
                <a:lnTo>
                  <a:pt x="6157" y="8200"/>
                </a:lnTo>
                <a:lnTo>
                  <a:pt x="6522" y="8297"/>
                </a:lnTo>
                <a:lnTo>
                  <a:pt x="7276" y="8516"/>
                </a:lnTo>
                <a:lnTo>
                  <a:pt x="8031" y="8760"/>
                </a:lnTo>
                <a:lnTo>
                  <a:pt x="8761" y="8979"/>
                </a:lnTo>
                <a:lnTo>
                  <a:pt x="9564" y="9198"/>
                </a:lnTo>
                <a:lnTo>
                  <a:pt x="10391" y="9368"/>
                </a:lnTo>
                <a:lnTo>
                  <a:pt x="10804" y="9441"/>
                </a:lnTo>
                <a:lnTo>
                  <a:pt x="11218" y="9490"/>
                </a:lnTo>
                <a:lnTo>
                  <a:pt x="11632" y="9514"/>
                </a:lnTo>
                <a:lnTo>
                  <a:pt x="12459" y="9514"/>
                </a:lnTo>
                <a:lnTo>
                  <a:pt x="12848" y="9465"/>
                </a:lnTo>
                <a:lnTo>
                  <a:pt x="13238" y="9392"/>
                </a:lnTo>
                <a:lnTo>
                  <a:pt x="13603" y="9295"/>
                </a:lnTo>
                <a:lnTo>
                  <a:pt x="13968" y="9173"/>
                </a:lnTo>
                <a:lnTo>
                  <a:pt x="14308" y="9003"/>
                </a:lnTo>
                <a:lnTo>
                  <a:pt x="14649" y="8833"/>
                </a:lnTo>
                <a:lnTo>
                  <a:pt x="14990" y="8614"/>
                </a:lnTo>
                <a:lnTo>
                  <a:pt x="15063" y="8614"/>
                </a:lnTo>
                <a:lnTo>
                  <a:pt x="15111" y="8589"/>
                </a:lnTo>
                <a:lnTo>
                  <a:pt x="15160" y="8565"/>
                </a:lnTo>
                <a:lnTo>
                  <a:pt x="15209" y="8516"/>
                </a:lnTo>
                <a:lnTo>
                  <a:pt x="15233" y="8443"/>
                </a:lnTo>
                <a:lnTo>
                  <a:pt x="15233" y="8370"/>
                </a:lnTo>
                <a:lnTo>
                  <a:pt x="15209" y="8273"/>
                </a:lnTo>
                <a:lnTo>
                  <a:pt x="15184" y="8200"/>
                </a:lnTo>
                <a:lnTo>
                  <a:pt x="15087" y="8054"/>
                </a:lnTo>
                <a:lnTo>
                  <a:pt x="14941" y="7884"/>
                </a:lnTo>
                <a:lnTo>
                  <a:pt x="14625" y="7592"/>
                </a:lnTo>
                <a:lnTo>
                  <a:pt x="14381" y="7373"/>
                </a:lnTo>
                <a:lnTo>
                  <a:pt x="14187" y="7178"/>
                </a:lnTo>
                <a:lnTo>
                  <a:pt x="14016" y="6959"/>
                </a:lnTo>
                <a:lnTo>
                  <a:pt x="13700" y="6545"/>
                </a:lnTo>
                <a:lnTo>
                  <a:pt x="13359" y="6108"/>
                </a:lnTo>
                <a:lnTo>
                  <a:pt x="13165" y="5913"/>
                </a:lnTo>
                <a:lnTo>
                  <a:pt x="12970" y="5743"/>
                </a:lnTo>
                <a:lnTo>
                  <a:pt x="12970" y="5718"/>
                </a:lnTo>
                <a:lnTo>
                  <a:pt x="12994" y="5694"/>
                </a:lnTo>
                <a:lnTo>
                  <a:pt x="13359" y="4940"/>
                </a:lnTo>
                <a:lnTo>
                  <a:pt x="13676" y="4161"/>
                </a:lnTo>
                <a:lnTo>
                  <a:pt x="14333" y="2628"/>
                </a:lnTo>
                <a:lnTo>
                  <a:pt x="14479" y="2336"/>
                </a:lnTo>
                <a:lnTo>
                  <a:pt x="14698" y="1971"/>
                </a:lnTo>
                <a:lnTo>
                  <a:pt x="14795" y="1776"/>
                </a:lnTo>
                <a:lnTo>
                  <a:pt x="14868" y="1557"/>
                </a:lnTo>
                <a:lnTo>
                  <a:pt x="14917" y="1363"/>
                </a:lnTo>
                <a:lnTo>
                  <a:pt x="14917" y="1192"/>
                </a:lnTo>
                <a:lnTo>
                  <a:pt x="14965" y="1144"/>
                </a:lnTo>
                <a:lnTo>
                  <a:pt x="14965" y="1071"/>
                </a:lnTo>
                <a:lnTo>
                  <a:pt x="14965" y="998"/>
                </a:lnTo>
                <a:lnTo>
                  <a:pt x="14917" y="925"/>
                </a:lnTo>
                <a:lnTo>
                  <a:pt x="14868" y="876"/>
                </a:lnTo>
                <a:lnTo>
                  <a:pt x="14795" y="827"/>
                </a:lnTo>
                <a:lnTo>
                  <a:pt x="14722" y="827"/>
                </a:lnTo>
                <a:lnTo>
                  <a:pt x="14625" y="852"/>
                </a:lnTo>
                <a:lnTo>
                  <a:pt x="14284" y="1022"/>
                </a:lnTo>
                <a:lnTo>
                  <a:pt x="13943" y="1217"/>
                </a:lnTo>
                <a:lnTo>
                  <a:pt x="13578" y="1387"/>
                </a:lnTo>
                <a:lnTo>
                  <a:pt x="13408" y="1460"/>
                </a:lnTo>
                <a:lnTo>
                  <a:pt x="13213" y="1509"/>
                </a:lnTo>
                <a:lnTo>
                  <a:pt x="12751" y="1582"/>
                </a:lnTo>
                <a:lnTo>
                  <a:pt x="12289" y="1606"/>
                </a:lnTo>
                <a:lnTo>
                  <a:pt x="11826" y="1582"/>
                </a:lnTo>
                <a:lnTo>
                  <a:pt x="11364" y="1557"/>
                </a:lnTo>
                <a:lnTo>
                  <a:pt x="10926" y="1484"/>
                </a:lnTo>
                <a:lnTo>
                  <a:pt x="10512" y="1387"/>
                </a:lnTo>
                <a:lnTo>
                  <a:pt x="10123" y="1265"/>
                </a:lnTo>
                <a:lnTo>
                  <a:pt x="9710" y="1144"/>
                </a:lnTo>
                <a:lnTo>
                  <a:pt x="8907" y="876"/>
                </a:lnTo>
                <a:lnTo>
                  <a:pt x="8104" y="584"/>
                </a:lnTo>
                <a:lnTo>
                  <a:pt x="7714" y="462"/>
                </a:lnTo>
                <a:lnTo>
                  <a:pt x="7325" y="341"/>
                </a:lnTo>
                <a:lnTo>
                  <a:pt x="6936" y="268"/>
                </a:lnTo>
                <a:lnTo>
                  <a:pt x="6522" y="195"/>
                </a:lnTo>
                <a:lnTo>
                  <a:pt x="6133" y="146"/>
                </a:lnTo>
                <a:lnTo>
                  <a:pt x="5743" y="122"/>
                </a:lnTo>
                <a:close/>
                <a:moveTo>
                  <a:pt x="1388" y="438"/>
                </a:moveTo>
                <a:lnTo>
                  <a:pt x="1461" y="487"/>
                </a:lnTo>
                <a:lnTo>
                  <a:pt x="1558" y="535"/>
                </a:lnTo>
                <a:lnTo>
                  <a:pt x="1704" y="657"/>
                </a:lnTo>
                <a:lnTo>
                  <a:pt x="1510" y="803"/>
                </a:lnTo>
                <a:lnTo>
                  <a:pt x="1218" y="1022"/>
                </a:lnTo>
                <a:lnTo>
                  <a:pt x="1120" y="1095"/>
                </a:lnTo>
                <a:lnTo>
                  <a:pt x="1072" y="1119"/>
                </a:lnTo>
                <a:lnTo>
                  <a:pt x="1047" y="1144"/>
                </a:lnTo>
                <a:lnTo>
                  <a:pt x="1023" y="1168"/>
                </a:lnTo>
                <a:lnTo>
                  <a:pt x="1047" y="1217"/>
                </a:lnTo>
                <a:lnTo>
                  <a:pt x="1072" y="1290"/>
                </a:lnTo>
                <a:lnTo>
                  <a:pt x="1120" y="1338"/>
                </a:lnTo>
                <a:lnTo>
                  <a:pt x="1266" y="1338"/>
                </a:lnTo>
                <a:lnTo>
                  <a:pt x="1364" y="1314"/>
                </a:lnTo>
                <a:lnTo>
                  <a:pt x="1437" y="1265"/>
                </a:lnTo>
                <a:lnTo>
                  <a:pt x="1656" y="1144"/>
                </a:lnTo>
                <a:lnTo>
                  <a:pt x="1826" y="998"/>
                </a:lnTo>
                <a:lnTo>
                  <a:pt x="1899" y="973"/>
                </a:lnTo>
                <a:lnTo>
                  <a:pt x="1923" y="1046"/>
                </a:lnTo>
                <a:lnTo>
                  <a:pt x="1972" y="1217"/>
                </a:lnTo>
                <a:lnTo>
                  <a:pt x="1826" y="1265"/>
                </a:lnTo>
                <a:lnTo>
                  <a:pt x="1680" y="1387"/>
                </a:lnTo>
                <a:lnTo>
                  <a:pt x="1388" y="1630"/>
                </a:lnTo>
                <a:lnTo>
                  <a:pt x="1145" y="1898"/>
                </a:lnTo>
                <a:lnTo>
                  <a:pt x="1023" y="2093"/>
                </a:lnTo>
                <a:lnTo>
                  <a:pt x="1023" y="2117"/>
                </a:lnTo>
                <a:lnTo>
                  <a:pt x="1023" y="2141"/>
                </a:lnTo>
                <a:lnTo>
                  <a:pt x="1047" y="2166"/>
                </a:lnTo>
                <a:lnTo>
                  <a:pt x="1096" y="2166"/>
                </a:lnTo>
                <a:lnTo>
                  <a:pt x="1193" y="2141"/>
                </a:lnTo>
                <a:lnTo>
                  <a:pt x="1291" y="2093"/>
                </a:lnTo>
                <a:lnTo>
                  <a:pt x="1461" y="1995"/>
                </a:lnTo>
                <a:lnTo>
                  <a:pt x="1826" y="1728"/>
                </a:lnTo>
                <a:lnTo>
                  <a:pt x="1996" y="1630"/>
                </a:lnTo>
                <a:lnTo>
                  <a:pt x="1996" y="1655"/>
                </a:lnTo>
                <a:lnTo>
                  <a:pt x="1923" y="2044"/>
                </a:lnTo>
                <a:lnTo>
                  <a:pt x="1777" y="2117"/>
                </a:lnTo>
                <a:lnTo>
                  <a:pt x="1656" y="2214"/>
                </a:lnTo>
                <a:lnTo>
                  <a:pt x="1315" y="2458"/>
                </a:lnTo>
                <a:lnTo>
                  <a:pt x="1193" y="2579"/>
                </a:lnTo>
                <a:lnTo>
                  <a:pt x="1120" y="2652"/>
                </a:lnTo>
                <a:lnTo>
                  <a:pt x="1096" y="2725"/>
                </a:lnTo>
                <a:lnTo>
                  <a:pt x="1096" y="2774"/>
                </a:lnTo>
                <a:lnTo>
                  <a:pt x="1120" y="2823"/>
                </a:lnTo>
                <a:lnTo>
                  <a:pt x="1193" y="2847"/>
                </a:lnTo>
                <a:lnTo>
                  <a:pt x="1291" y="2847"/>
                </a:lnTo>
                <a:lnTo>
                  <a:pt x="1461" y="2774"/>
                </a:lnTo>
                <a:lnTo>
                  <a:pt x="1631" y="2677"/>
                </a:lnTo>
                <a:lnTo>
                  <a:pt x="1777" y="2604"/>
                </a:lnTo>
                <a:lnTo>
                  <a:pt x="1874" y="2531"/>
                </a:lnTo>
                <a:lnTo>
                  <a:pt x="1874" y="2823"/>
                </a:lnTo>
                <a:lnTo>
                  <a:pt x="1874" y="2920"/>
                </a:lnTo>
                <a:lnTo>
                  <a:pt x="1364" y="3285"/>
                </a:lnTo>
                <a:lnTo>
                  <a:pt x="1169" y="3455"/>
                </a:lnTo>
                <a:lnTo>
                  <a:pt x="1072" y="3553"/>
                </a:lnTo>
                <a:lnTo>
                  <a:pt x="1023" y="3650"/>
                </a:lnTo>
                <a:lnTo>
                  <a:pt x="999" y="3699"/>
                </a:lnTo>
                <a:lnTo>
                  <a:pt x="1023" y="3723"/>
                </a:lnTo>
                <a:lnTo>
                  <a:pt x="1072" y="3747"/>
                </a:lnTo>
                <a:lnTo>
                  <a:pt x="1193" y="3723"/>
                </a:lnTo>
                <a:lnTo>
                  <a:pt x="1339" y="3674"/>
                </a:lnTo>
                <a:lnTo>
                  <a:pt x="1583" y="3528"/>
                </a:lnTo>
                <a:lnTo>
                  <a:pt x="1874" y="3334"/>
                </a:lnTo>
                <a:lnTo>
                  <a:pt x="1874" y="3772"/>
                </a:lnTo>
                <a:lnTo>
                  <a:pt x="1704" y="3869"/>
                </a:lnTo>
                <a:lnTo>
                  <a:pt x="1534" y="3966"/>
                </a:lnTo>
                <a:lnTo>
                  <a:pt x="1266" y="4137"/>
                </a:lnTo>
                <a:lnTo>
                  <a:pt x="1145" y="4258"/>
                </a:lnTo>
                <a:lnTo>
                  <a:pt x="1096" y="4307"/>
                </a:lnTo>
                <a:lnTo>
                  <a:pt x="1047" y="4380"/>
                </a:lnTo>
                <a:lnTo>
                  <a:pt x="1047" y="4429"/>
                </a:lnTo>
                <a:lnTo>
                  <a:pt x="1096" y="4477"/>
                </a:lnTo>
                <a:lnTo>
                  <a:pt x="1242" y="4477"/>
                </a:lnTo>
                <a:lnTo>
                  <a:pt x="1388" y="4453"/>
                </a:lnTo>
                <a:lnTo>
                  <a:pt x="1680" y="4331"/>
                </a:lnTo>
                <a:lnTo>
                  <a:pt x="1874" y="4258"/>
                </a:lnTo>
                <a:lnTo>
                  <a:pt x="1874" y="4623"/>
                </a:lnTo>
                <a:lnTo>
                  <a:pt x="1680" y="4721"/>
                </a:lnTo>
                <a:lnTo>
                  <a:pt x="1485" y="4818"/>
                </a:lnTo>
                <a:lnTo>
                  <a:pt x="1218" y="4988"/>
                </a:lnTo>
                <a:lnTo>
                  <a:pt x="1096" y="5086"/>
                </a:lnTo>
                <a:lnTo>
                  <a:pt x="999" y="5183"/>
                </a:lnTo>
                <a:lnTo>
                  <a:pt x="999" y="5232"/>
                </a:lnTo>
                <a:lnTo>
                  <a:pt x="974" y="5256"/>
                </a:lnTo>
                <a:lnTo>
                  <a:pt x="1023" y="5329"/>
                </a:lnTo>
                <a:lnTo>
                  <a:pt x="1072" y="5378"/>
                </a:lnTo>
                <a:lnTo>
                  <a:pt x="1145" y="5378"/>
                </a:lnTo>
                <a:lnTo>
                  <a:pt x="1388" y="5280"/>
                </a:lnTo>
                <a:lnTo>
                  <a:pt x="1607" y="5159"/>
                </a:lnTo>
                <a:lnTo>
                  <a:pt x="1874" y="5037"/>
                </a:lnTo>
                <a:lnTo>
                  <a:pt x="1874" y="5451"/>
                </a:lnTo>
                <a:lnTo>
                  <a:pt x="1656" y="5524"/>
                </a:lnTo>
                <a:lnTo>
                  <a:pt x="1510" y="5597"/>
                </a:lnTo>
                <a:lnTo>
                  <a:pt x="1339" y="5694"/>
                </a:lnTo>
                <a:lnTo>
                  <a:pt x="1193" y="5791"/>
                </a:lnTo>
                <a:lnTo>
                  <a:pt x="1145" y="5864"/>
                </a:lnTo>
                <a:lnTo>
                  <a:pt x="1120" y="5937"/>
                </a:lnTo>
                <a:lnTo>
                  <a:pt x="1120" y="5986"/>
                </a:lnTo>
                <a:lnTo>
                  <a:pt x="1145" y="6035"/>
                </a:lnTo>
                <a:lnTo>
                  <a:pt x="1169" y="6059"/>
                </a:lnTo>
                <a:lnTo>
                  <a:pt x="1218" y="6059"/>
                </a:lnTo>
                <a:lnTo>
                  <a:pt x="1388" y="6035"/>
                </a:lnTo>
                <a:lnTo>
                  <a:pt x="1558" y="5962"/>
                </a:lnTo>
                <a:lnTo>
                  <a:pt x="1704" y="5889"/>
                </a:lnTo>
                <a:lnTo>
                  <a:pt x="1874" y="5816"/>
                </a:lnTo>
                <a:lnTo>
                  <a:pt x="1874" y="6059"/>
                </a:lnTo>
                <a:lnTo>
                  <a:pt x="1680" y="6156"/>
                </a:lnTo>
                <a:lnTo>
                  <a:pt x="1485" y="6254"/>
                </a:lnTo>
                <a:lnTo>
                  <a:pt x="1291" y="6375"/>
                </a:lnTo>
                <a:lnTo>
                  <a:pt x="1096" y="6521"/>
                </a:lnTo>
                <a:lnTo>
                  <a:pt x="1072" y="6545"/>
                </a:lnTo>
                <a:lnTo>
                  <a:pt x="1072" y="6570"/>
                </a:lnTo>
                <a:lnTo>
                  <a:pt x="1096" y="6594"/>
                </a:lnTo>
                <a:lnTo>
                  <a:pt x="1242" y="6594"/>
                </a:lnTo>
                <a:lnTo>
                  <a:pt x="1364" y="6570"/>
                </a:lnTo>
                <a:lnTo>
                  <a:pt x="1583" y="6497"/>
                </a:lnTo>
                <a:lnTo>
                  <a:pt x="1874" y="6375"/>
                </a:lnTo>
                <a:lnTo>
                  <a:pt x="1874" y="6764"/>
                </a:lnTo>
                <a:lnTo>
                  <a:pt x="1704" y="6886"/>
                </a:lnTo>
                <a:lnTo>
                  <a:pt x="1534" y="7008"/>
                </a:lnTo>
                <a:lnTo>
                  <a:pt x="1364" y="7129"/>
                </a:lnTo>
                <a:lnTo>
                  <a:pt x="1218" y="7275"/>
                </a:lnTo>
                <a:lnTo>
                  <a:pt x="1096" y="7470"/>
                </a:lnTo>
                <a:lnTo>
                  <a:pt x="1096" y="7494"/>
                </a:lnTo>
                <a:lnTo>
                  <a:pt x="1120" y="7494"/>
                </a:lnTo>
                <a:lnTo>
                  <a:pt x="1315" y="7446"/>
                </a:lnTo>
                <a:lnTo>
                  <a:pt x="1461" y="7373"/>
                </a:lnTo>
                <a:lnTo>
                  <a:pt x="1802" y="7202"/>
                </a:lnTo>
                <a:lnTo>
                  <a:pt x="1899" y="7154"/>
                </a:lnTo>
                <a:lnTo>
                  <a:pt x="1899" y="7446"/>
                </a:lnTo>
                <a:lnTo>
                  <a:pt x="1656" y="7567"/>
                </a:lnTo>
                <a:lnTo>
                  <a:pt x="1437" y="7738"/>
                </a:lnTo>
                <a:lnTo>
                  <a:pt x="1339" y="7811"/>
                </a:lnTo>
                <a:lnTo>
                  <a:pt x="1266" y="7908"/>
                </a:lnTo>
                <a:lnTo>
                  <a:pt x="1145" y="8078"/>
                </a:lnTo>
                <a:lnTo>
                  <a:pt x="1145" y="8127"/>
                </a:lnTo>
                <a:lnTo>
                  <a:pt x="1169" y="8127"/>
                </a:lnTo>
                <a:lnTo>
                  <a:pt x="1291" y="8103"/>
                </a:lnTo>
                <a:lnTo>
                  <a:pt x="1388" y="8078"/>
                </a:lnTo>
                <a:lnTo>
                  <a:pt x="1485" y="8054"/>
                </a:lnTo>
                <a:lnTo>
                  <a:pt x="1583" y="8005"/>
                </a:lnTo>
                <a:lnTo>
                  <a:pt x="1899" y="7835"/>
                </a:lnTo>
                <a:lnTo>
                  <a:pt x="1923" y="8346"/>
                </a:lnTo>
                <a:lnTo>
                  <a:pt x="1899" y="8370"/>
                </a:lnTo>
                <a:lnTo>
                  <a:pt x="1461" y="8638"/>
                </a:lnTo>
                <a:lnTo>
                  <a:pt x="1242" y="8760"/>
                </a:lnTo>
                <a:lnTo>
                  <a:pt x="1145" y="8857"/>
                </a:lnTo>
                <a:lnTo>
                  <a:pt x="1047" y="8930"/>
                </a:lnTo>
                <a:lnTo>
                  <a:pt x="1047" y="9003"/>
                </a:lnTo>
                <a:lnTo>
                  <a:pt x="1072" y="9052"/>
                </a:lnTo>
                <a:lnTo>
                  <a:pt x="1169" y="9076"/>
                </a:lnTo>
                <a:lnTo>
                  <a:pt x="1388" y="9076"/>
                </a:lnTo>
                <a:lnTo>
                  <a:pt x="1510" y="9027"/>
                </a:lnTo>
                <a:lnTo>
                  <a:pt x="1729" y="8930"/>
                </a:lnTo>
                <a:lnTo>
                  <a:pt x="1923" y="8784"/>
                </a:lnTo>
                <a:lnTo>
                  <a:pt x="1947" y="9149"/>
                </a:lnTo>
                <a:lnTo>
                  <a:pt x="1874" y="9173"/>
                </a:lnTo>
                <a:lnTo>
                  <a:pt x="1656" y="9344"/>
                </a:lnTo>
                <a:lnTo>
                  <a:pt x="1461" y="9514"/>
                </a:lnTo>
                <a:lnTo>
                  <a:pt x="1096" y="9879"/>
                </a:lnTo>
                <a:lnTo>
                  <a:pt x="1096" y="9928"/>
                </a:lnTo>
                <a:lnTo>
                  <a:pt x="1120" y="9928"/>
                </a:lnTo>
                <a:lnTo>
                  <a:pt x="1339" y="9830"/>
                </a:lnTo>
                <a:lnTo>
                  <a:pt x="1558" y="9733"/>
                </a:lnTo>
                <a:lnTo>
                  <a:pt x="1947" y="9465"/>
                </a:lnTo>
                <a:lnTo>
                  <a:pt x="1972" y="10049"/>
                </a:lnTo>
                <a:lnTo>
                  <a:pt x="1874" y="10098"/>
                </a:lnTo>
                <a:lnTo>
                  <a:pt x="1680" y="10171"/>
                </a:lnTo>
                <a:lnTo>
                  <a:pt x="1510" y="10293"/>
                </a:lnTo>
                <a:lnTo>
                  <a:pt x="1364" y="10366"/>
                </a:lnTo>
                <a:lnTo>
                  <a:pt x="1242" y="10512"/>
                </a:lnTo>
                <a:lnTo>
                  <a:pt x="1193" y="10560"/>
                </a:lnTo>
                <a:lnTo>
                  <a:pt x="1169" y="10658"/>
                </a:lnTo>
                <a:lnTo>
                  <a:pt x="1169" y="10731"/>
                </a:lnTo>
                <a:lnTo>
                  <a:pt x="1169" y="10804"/>
                </a:lnTo>
                <a:lnTo>
                  <a:pt x="1218" y="10852"/>
                </a:lnTo>
                <a:lnTo>
                  <a:pt x="1242" y="10877"/>
                </a:lnTo>
                <a:lnTo>
                  <a:pt x="1291" y="10877"/>
                </a:lnTo>
                <a:lnTo>
                  <a:pt x="1412" y="10804"/>
                </a:lnTo>
                <a:lnTo>
                  <a:pt x="1510" y="10731"/>
                </a:lnTo>
                <a:lnTo>
                  <a:pt x="1607" y="10633"/>
                </a:lnTo>
                <a:lnTo>
                  <a:pt x="1729" y="10560"/>
                </a:lnTo>
                <a:lnTo>
                  <a:pt x="1850" y="10487"/>
                </a:lnTo>
                <a:lnTo>
                  <a:pt x="1996" y="10439"/>
                </a:lnTo>
                <a:lnTo>
                  <a:pt x="1996" y="10682"/>
                </a:lnTo>
                <a:lnTo>
                  <a:pt x="1850" y="10755"/>
                </a:lnTo>
                <a:lnTo>
                  <a:pt x="1729" y="10828"/>
                </a:lnTo>
                <a:lnTo>
                  <a:pt x="1485" y="11023"/>
                </a:lnTo>
                <a:lnTo>
                  <a:pt x="1266" y="11217"/>
                </a:lnTo>
                <a:lnTo>
                  <a:pt x="1072" y="11436"/>
                </a:lnTo>
                <a:lnTo>
                  <a:pt x="1072" y="11461"/>
                </a:lnTo>
                <a:lnTo>
                  <a:pt x="1096" y="11485"/>
                </a:lnTo>
                <a:lnTo>
                  <a:pt x="1120" y="11509"/>
                </a:lnTo>
                <a:lnTo>
                  <a:pt x="1388" y="11436"/>
                </a:lnTo>
                <a:lnTo>
                  <a:pt x="1656" y="11315"/>
                </a:lnTo>
                <a:lnTo>
                  <a:pt x="2020" y="11096"/>
                </a:lnTo>
                <a:lnTo>
                  <a:pt x="2020" y="11680"/>
                </a:lnTo>
                <a:lnTo>
                  <a:pt x="1802" y="11801"/>
                </a:lnTo>
                <a:lnTo>
                  <a:pt x="1607" y="11947"/>
                </a:lnTo>
                <a:lnTo>
                  <a:pt x="1364" y="12166"/>
                </a:lnTo>
                <a:lnTo>
                  <a:pt x="1242" y="12264"/>
                </a:lnTo>
                <a:lnTo>
                  <a:pt x="1096" y="12361"/>
                </a:lnTo>
                <a:lnTo>
                  <a:pt x="1096" y="12385"/>
                </a:lnTo>
                <a:lnTo>
                  <a:pt x="1096" y="12410"/>
                </a:lnTo>
                <a:lnTo>
                  <a:pt x="1120" y="12410"/>
                </a:lnTo>
                <a:lnTo>
                  <a:pt x="1388" y="12385"/>
                </a:lnTo>
                <a:lnTo>
                  <a:pt x="1534" y="12337"/>
                </a:lnTo>
                <a:lnTo>
                  <a:pt x="1656" y="12288"/>
                </a:lnTo>
                <a:lnTo>
                  <a:pt x="2045" y="12069"/>
                </a:lnTo>
                <a:lnTo>
                  <a:pt x="2045" y="12483"/>
                </a:lnTo>
                <a:lnTo>
                  <a:pt x="1874" y="12556"/>
                </a:lnTo>
                <a:lnTo>
                  <a:pt x="1729" y="12629"/>
                </a:lnTo>
                <a:lnTo>
                  <a:pt x="1558" y="12702"/>
                </a:lnTo>
                <a:lnTo>
                  <a:pt x="1388" y="12799"/>
                </a:lnTo>
                <a:lnTo>
                  <a:pt x="1242" y="12921"/>
                </a:lnTo>
                <a:lnTo>
                  <a:pt x="1169" y="12994"/>
                </a:lnTo>
                <a:lnTo>
                  <a:pt x="1120" y="13067"/>
                </a:lnTo>
                <a:lnTo>
                  <a:pt x="1120" y="13115"/>
                </a:lnTo>
                <a:lnTo>
                  <a:pt x="1120" y="13164"/>
                </a:lnTo>
                <a:lnTo>
                  <a:pt x="1169" y="13213"/>
                </a:lnTo>
                <a:lnTo>
                  <a:pt x="1218" y="13213"/>
                </a:lnTo>
                <a:lnTo>
                  <a:pt x="1388" y="13188"/>
                </a:lnTo>
                <a:lnTo>
                  <a:pt x="1558" y="13140"/>
                </a:lnTo>
                <a:lnTo>
                  <a:pt x="1874" y="12994"/>
                </a:lnTo>
                <a:lnTo>
                  <a:pt x="2069" y="12921"/>
                </a:lnTo>
                <a:lnTo>
                  <a:pt x="2069" y="13067"/>
                </a:lnTo>
                <a:lnTo>
                  <a:pt x="1923" y="13091"/>
                </a:lnTo>
                <a:lnTo>
                  <a:pt x="1777" y="13140"/>
                </a:lnTo>
                <a:lnTo>
                  <a:pt x="1631" y="13213"/>
                </a:lnTo>
                <a:lnTo>
                  <a:pt x="1485" y="13286"/>
                </a:lnTo>
                <a:lnTo>
                  <a:pt x="1339" y="13407"/>
                </a:lnTo>
                <a:lnTo>
                  <a:pt x="1242" y="13505"/>
                </a:lnTo>
                <a:lnTo>
                  <a:pt x="1145" y="13626"/>
                </a:lnTo>
                <a:lnTo>
                  <a:pt x="1072" y="13772"/>
                </a:lnTo>
                <a:lnTo>
                  <a:pt x="1047" y="13797"/>
                </a:lnTo>
                <a:lnTo>
                  <a:pt x="1072" y="13821"/>
                </a:lnTo>
                <a:lnTo>
                  <a:pt x="1096" y="13845"/>
                </a:lnTo>
                <a:lnTo>
                  <a:pt x="1120" y="13870"/>
                </a:lnTo>
                <a:lnTo>
                  <a:pt x="1242" y="13845"/>
                </a:lnTo>
                <a:lnTo>
                  <a:pt x="1364" y="13821"/>
                </a:lnTo>
                <a:lnTo>
                  <a:pt x="1583" y="13699"/>
                </a:lnTo>
                <a:lnTo>
                  <a:pt x="1826" y="13578"/>
                </a:lnTo>
                <a:lnTo>
                  <a:pt x="2069" y="13432"/>
                </a:lnTo>
                <a:lnTo>
                  <a:pt x="2069" y="13772"/>
                </a:lnTo>
                <a:lnTo>
                  <a:pt x="1972" y="13797"/>
                </a:lnTo>
                <a:lnTo>
                  <a:pt x="1850" y="13870"/>
                </a:lnTo>
                <a:lnTo>
                  <a:pt x="1680" y="13967"/>
                </a:lnTo>
                <a:lnTo>
                  <a:pt x="1461" y="14113"/>
                </a:lnTo>
                <a:lnTo>
                  <a:pt x="1242" y="14283"/>
                </a:lnTo>
                <a:lnTo>
                  <a:pt x="1145" y="14380"/>
                </a:lnTo>
                <a:lnTo>
                  <a:pt x="1072" y="14478"/>
                </a:lnTo>
                <a:lnTo>
                  <a:pt x="1047" y="14551"/>
                </a:lnTo>
                <a:lnTo>
                  <a:pt x="1023" y="14648"/>
                </a:lnTo>
                <a:lnTo>
                  <a:pt x="999" y="14672"/>
                </a:lnTo>
                <a:lnTo>
                  <a:pt x="1023" y="14721"/>
                </a:lnTo>
                <a:lnTo>
                  <a:pt x="1047" y="14745"/>
                </a:lnTo>
                <a:lnTo>
                  <a:pt x="1096" y="14745"/>
                </a:lnTo>
                <a:lnTo>
                  <a:pt x="1218" y="14721"/>
                </a:lnTo>
                <a:lnTo>
                  <a:pt x="1266" y="14697"/>
                </a:lnTo>
                <a:lnTo>
                  <a:pt x="1339" y="14672"/>
                </a:lnTo>
                <a:lnTo>
                  <a:pt x="1753" y="14429"/>
                </a:lnTo>
                <a:lnTo>
                  <a:pt x="2069" y="14259"/>
                </a:lnTo>
                <a:lnTo>
                  <a:pt x="2069" y="14770"/>
                </a:lnTo>
                <a:lnTo>
                  <a:pt x="1947" y="14794"/>
                </a:lnTo>
                <a:lnTo>
                  <a:pt x="1826" y="14867"/>
                </a:lnTo>
                <a:lnTo>
                  <a:pt x="1607" y="14989"/>
                </a:lnTo>
                <a:lnTo>
                  <a:pt x="1461" y="15110"/>
                </a:lnTo>
                <a:lnTo>
                  <a:pt x="1315" y="15232"/>
                </a:lnTo>
                <a:lnTo>
                  <a:pt x="1193" y="15378"/>
                </a:lnTo>
                <a:lnTo>
                  <a:pt x="1145" y="15475"/>
                </a:lnTo>
                <a:lnTo>
                  <a:pt x="1145" y="15548"/>
                </a:lnTo>
                <a:lnTo>
                  <a:pt x="1169" y="15597"/>
                </a:lnTo>
                <a:lnTo>
                  <a:pt x="1218" y="15621"/>
                </a:lnTo>
                <a:lnTo>
                  <a:pt x="1291" y="15621"/>
                </a:lnTo>
                <a:lnTo>
                  <a:pt x="1388" y="15597"/>
                </a:lnTo>
                <a:lnTo>
                  <a:pt x="1510" y="15500"/>
                </a:lnTo>
                <a:lnTo>
                  <a:pt x="1899" y="15256"/>
                </a:lnTo>
                <a:lnTo>
                  <a:pt x="2069" y="15159"/>
                </a:lnTo>
                <a:lnTo>
                  <a:pt x="2069" y="15402"/>
                </a:lnTo>
                <a:lnTo>
                  <a:pt x="1947" y="15451"/>
                </a:lnTo>
                <a:lnTo>
                  <a:pt x="1802" y="15524"/>
                </a:lnTo>
                <a:lnTo>
                  <a:pt x="1583" y="15743"/>
                </a:lnTo>
                <a:lnTo>
                  <a:pt x="1339" y="15913"/>
                </a:lnTo>
                <a:lnTo>
                  <a:pt x="1218" y="16035"/>
                </a:lnTo>
                <a:lnTo>
                  <a:pt x="1145" y="16157"/>
                </a:lnTo>
                <a:lnTo>
                  <a:pt x="1145" y="16230"/>
                </a:lnTo>
                <a:lnTo>
                  <a:pt x="1193" y="16254"/>
                </a:lnTo>
                <a:lnTo>
                  <a:pt x="1339" y="16254"/>
                </a:lnTo>
                <a:lnTo>
                  <a:pt x="1485" y="16205"/>
                </a:lnTo>
                <a:lnTo>
                  <a:pt x="1631" y="16132"/>
                </a:lnTo>
                <a:lnTo>
                  <a:pt x="1753" y="16035"/>
                </a:lnTo>
                <a:lnTo>
                  <a:pt x="2069" y="15840"/>
                </a:lnTo>
                <a:lnTo>
                  <a:pt x="2069" y="16205"/>
                </a:lnTo>
                <a:lnTo>
                  <a:pt x="1826" y="16278"/>
                </a:lnTo>
                <a:lnTo>
                  <a:pt x="1534" y="16400"/>
                </a:lnTo>
                <a:lnTo>
                  <a:pt x="1412" y="16473"/>
                </a:lnTo>
                <a:lnTo>
                  <a:pt x="1315" y="16570"/>
                </a:lnTo>
                <a:lnTo>
                  <a:pt x="1242" y="16668"/>
                </a:lnTo>
                <a:lnTo>
                  <a:pt x="1193" y="16789"/>
                </a:lnTo>
                <a:lnTo>
                  <a:pt x="1193" y="16838"/>
                </a:lnTo>
                <a:lnTo>
                  <a:pt x="1193" y="16862"/>
                </a:lnTo>
                <a:lnTo>
                  <a:pt x="1218" y="16887"/>
                </a:lnTo>
                <a:lnTo>
                  <a:pt x="1412" y="16887"/>
                </a:lnTo>
                <a:lnTo>
                  <a:pt x="1558" y="16814"/>
                </a:lnTo>
                <a:lnTo>
                  <a:pt x="1996" y="16643"/>
                </a:lnTo>
                <a:lnTo>
                  <a:pt x="2045" y="16643"/>
                </a:lnTo>
                <a:lnTo>
                  <a:pt x="2020" y="17154"/>
                </a:lnTo>
                <a:lnTo>
                  <a:pt x="1826" y="17276"/>
                </a:lnTo>
                <a:lnTo>
                  <a:pt x="1631" y="17398"/>
                </a:lnTo>
                <a:lnTo>
                  <a:pt x="1534" y="17471"/>
                </a:lnTo>
                <a:lnTo>
                  <a:pt x="1437" y="17544"/>
                </a:lnTo>
                <a:lnTo>
                  <a:pt x="1364" y="17665"/>
                </a:lnTo>
                <a:lnTo>
                  <a:pt x="1339" y="17787"/>
                </a:lnTo>
                <a:lnTo>
                  <a:pt x="1339" y="17811"/>
                </a:lnTo>
                <a:lnTo>
                  <a:pt x="1485" y="17811"/>
                </a:lnTo>
                <a:lnTo>
                  <a:pt x="1607" y="17787"/>
                </a:lnTo>
                <a:lnTo>
                  <a:pt x="1826" y="17714"/>
                </a:lnTo>
                <a:lnTo>
                  <a:pt x="1996" y="17617"/>
                </a:lnTo>
                <a:lnTo>
                  <a:pt x="1996" y="17811"/>
                </a:lnTo>
                <a:lnTo>
                  <a:pt x="1947" y="17811"/>
                </a:lnTo>
                <a:lnTo>
                  <a:pt x="1729" y="17909"/>
                </a:lnTo>
                <a:lnTo>
                  <a:pt x="1485" y="18030"/>
                </a:lnTo>
                <a:lnTo>
                  <a:pt x="1388" y="18103"/>
                </a:lnTo>
                <a:lnTo>
                  <a:pt x="1291" y="18176"/>
                </a:lnTo>
                <a:lnTo>
                  <a:pt x="1193" y="18274"/>
                </a:lnTo>
                <a:lnTo>
                  <a:pt x="1145" y="18371"/>
                </a:lnTo>
                <a:lnTo>
                  <a:pt x="1120" y="18420"/>
                </a:lnTo>
                <a:lnTo>
                  <a:pt x="1145" y="18468"/>
                </a:lnTo>
                <a:lnTo>
                  <a:pt x="1193" y="18493"/>
                </a:lnTo>
                <a:lnTo>
                  <a:pt x="1242" y="18517"/>
                </a:lnTo>
                <a:lnTo>
                  <a:pt x="1437" y="18468"/>
                </a:lnTo>
                <a:lnTo>
                  <a:pt x="1631" y="18395"/>
                </a:lnTo>
                <a:lnTo>
                  <a:pt x="1996" y="18225"/>
                </a:lnTo>
                <a:lnTo>
                  <a:pt x="1972" y="18687"/>
                </a:lnTo>
                <a:lnTo>
                  <a:pt x="1753" y="18809"/>
                </a:lnTo>
                <a:lnTo>
                  <a:pt x="1558" y="18931"/>
                </a:lnTo>
                <a:lnTo>
                  <a:pt x="1315" y="19101"/>
                </a:lnTo>
                <a:lnTo>
                  <a:pt x="1242" y="19198"/>
                </a:lnTo>
                <a:lnTo>
                  <a:pt x="1169" y="19296"/>
                </a:lnTo>
                <a:lnTo>
                  <a:pt x="1169" y="19344"/>
                </a:lnTo>
                <a:lnTo>
                  <a:pt x="1169" y="19369"/>
                </a:lnTo>
                <a:lnTo>
                  <a:pt x="1193" y="19393"/>
                </a:lnTo>
                <a:lnTo>
                  <a:pt x="1242" y="19393"/>
                </a:lnTo>
                <a:lnTo>
                  <a:pt x="1339" y="19369"/>
                </a:lnTo>
                <a:lnTo>
                  <a:pt x="1437" y="19344"/>
                </a:lnTo>
                <a:lnTo>
                  <a:pt x="1729" y="19223"/>
                </a:lnTo>
                <a:lnTo>
                  <a:pt x="1996" y="19101"/>
                </a:lnTo>
                <a:lnTo>
                  <a:pt x="1996" y="19393"/>
                </a:lnTo>
                <a:lnTo>
                  <a:pt x="1899" y="19417"/>
                </a:lnTo>
                <a:lnTo>
                  <a:pt x="1802" y="19466"/>
                </a:lnTo>
                <a:lnTo>
                  <a:pt x="1631" y="19588"/>
                </a:lnTo>
                <a:lnTo>
                  <a:pt x="1412" y="19758"/>
                </a:lnTo>
                <a:lnTo>
                  <a:pt x="1193" y="19928"/>
                </a:lnTo>
                <a:lnTo>
                  <a:pt x="1169" y="20001"/>
                </a:lnTo>
                <a:lnTo>
                  <a:pt x="1169" y="20050"/>
                </a:lnTo>
                <a:lnTo>
                  <a:pt x="1169" y="20123"/>
                </a:lnTo>
                <a:lnTo>
                  <a:pt x="1218" y="20172"/>
                </a:lnTo>
                <a:lnTo>
                  <a:pt x="901" y="20172"/>
                </a:lnTo>
                <a:lnTo>
                  <a:pt x="561" y="20196"/>
                </a:lnTo>
                <a:lnTo>
                  <a:pt x="512" y="19052"/>
                </a:lnTo>
                <a:lnTo>
                  <a:pt x="488" y="17909"/>
                </a:lnTo>
                <a:lnTo>
                  <a:pt x="488" y="16765"/>
                </a:lnTo>
                <a:lnTo>
                  <a:pt x="488" y="15646"/>
                </a:lnTo>
                <a:lnTo>
                  <a:pt x="536" y="13359"/>
                </a:lnTo>
                <a:lnTo>
                  <a:pt x="561" y="11096"/>
                </a:lnTo>
                <a:lnTo>
                  <a:pt x="585" y="8735"/>
                </a:lnTo>
                <a:lnTo>
                  <a:pt x="609" y="6375"/>
                </a:lnTo>
                <a:lnTo>
                  <a:pt x="634" y="4039"/>
                </a:lnTo>
                <a:lnTo>
                  <a:pt x="609" y="1679"/>
                </a:lnTo>
                <a:lnTo>
                  <a:pt x="658" y="1606"/>
                </a:lnTo>
                <a:lnTo>
                  <a:pt x="682" y="1533"/>
                </a:lnTo>
                <a:lnTo>
                  <a:pt x="707" y="1265"/>
                </a:lnTo>
                <a:lnTo>
                  <a:pt x="780" y="1022"/>
                </a:lnTo>
                <a:lnTo>
                  <a:pt x="877" y="803"/>
                </a:lnTo>
                <a:lnTo>
                  <a:pt x="1023" y="584"/>
                </a:lnTo>
                <a:lnTo>
                  <a:pt x="1120" y="511"/>
                </a:lnTo>
                <a:lnTo>
                  <a:pt x="1193" y="462"/>
                </a:lnTo>
                <a:lnTo>
                  <a:pt x="1291" y="438"/>
                </a:lnTo>
                <a:close/>
                <a:moveTo>
                  <a:pt x="2045" y="19855"/>
                </a:moveTo>
                <a:lnTo>
                  <a:pt x="2069" y="20196"/>
                </a:lnTo>
                <a:lnTo>
                  <a:pt x="1461" y="20172"/>
                </a:lnTo>
                <a:lnTo>
                  <a:pt x="1631" y="20099"/>
                </a:lnTo>
                <a:lnTo>
                  <a:pt x="1802" y="20001"/>
                </a:lnTo>
                <a:lnTo>
                  <a:pt x="2045" y="19855"/>
                </a:lnTo>
                <a:close/>
                <a:moveTo>
                  <a:pt x="1291" y="0"/>
                </a:moveTo>
                <a:lnTo>
                  <a:pt x="1145" y="24"/>
                </a:lnTo>
                <a:lnTo>
                  <a:pt x="1023" y="73"/>
                </a:lnTo>
                <a:lnTo>
                  <a:pt x="901" y="122"/>
                </a:lnTo>
                <a:lnTo>
                  <a:pt x="780" y="219"/>
                </a:lnTo>
                <a:lnTo>
                  <a:pt x="682" y="316"/>
                </a:lnTo>
                <a:lnTo>
                  <a:pt x="585" y="438"/>
                </a:lnTo>
                <a:lnTo>
                  <a:pt x="488" y="560"/>
                </a:lnTo>
                <a:lnTo>
                  <a:pt x="415" y="706"/>
                </a:lnTo>
                <a:lnTo>
                  <a:pt x="366" y="852"/>
                </a:lnTo>
                <a:lnTo>
                  <a:pt x="317" y="1022"/>
                </a:lnTo>
                <a:lnTo>
                  <a:pt x="293" y="1168"/>
                </a:lnTo>
                <a:lnTo>
                  <a:pt x="293" y="1338"/>
                </a:lnTo>
                <a:lnTo>
                  <a:pt x="269" y="1387"/>
                </a:lnTo>
                <a:lnTo>
                  <a:pt x="171" y="6156"/>
                </a:lnTo>
                <a:lnTo>
                  <a:pt x="123" y="10901"/>
                </a:lnTo>
                <a:lnTo>
                  <a:pt x="74" y="13286"/>
                </a:lnTo>
                <a:lnTo>
                  <a:pt x="1" y="15694"/>
                </a:lnTo>
                <a:lnTo>
                  <a:pt x="1" y="16887"/>
                </a:lnTo>
                <a:lnTo>
                  <a:pt x="1" y="18079"/>
                </a:lnTo>
                <a:lnTo>
                  <a:pt x="25" y="19271"/>
                </a:lnTo>
                <a:lnTo>
                  <a:pt x="98" y="20464"/>
                </a:lnTo>
                <a:lnTo>
                  <a:pt x="123" y="20561"/>
                </a:lnTo>
                <a:lnTo>
                  <a:pt x="171" y="20634"/>
                </a:lnTo>
                <a:lnTo>
                  <a:pt x="244" y="20658"/>
                </a:lnTo>
                <a:lnTo>
                  <a:pt x="317" y="20683"/>
                </a:lnTo>
                <a:lnTo>
                  <a:pt x="390" y="20707"/>
                </a:lnTo>
                <a:lnTo>
                  <a:pt x="463" y="20683"/>
                </a:lnTo>
                <a:lnTo>
                  <a:pt x="536" y="20634"/>
                </a:lnTo>
                <a:lnTo>
                  <a:pt x="561" y="20585"/>
                </a:lnTo>
                <a:lnTo>
                  <a:pt x="926" y="20634"/>
                </a:lnTo>
                <a:lnTo>
                  <a:pt x="1315" y="20658"/>
                </a:lnTo>
                <a:lnTo>
                  <a:pt x="2069" y="20634"/>
                </a:lnTo>
                <a:lnTo>
                  <a:pt x="2118" y="20634"/>
                </a:lnTo>
                <a:lnTo>
                  <a:pt x="2166" y="20610"/>
                </a:lnTo>
                <a:lnTo>
                  <a:pt x="2215" y="20658"/>
                </a:lnTo>
                <a:lnTo>
                  <a:pt x="2288" y="20683"/>
                </a:lnTo>
                <a:lnTo>
                  <a:pt x="2361" y="20683"/>
                </a:lnTo>
                <a:lnTo>
                  <a:pt x="2410" y="20658"/>
                </a:lnTo>
                <a:lnTo>
                  <a:pt x="2483" y="20610"/>
                </a:lnTo>
                <a:lnTo>
                  <a:pt x="2507" y="20561"/>
                </a:lnTo>
                <a:lnTo>
                  <a:pt x="2556" y="20488"/>
                </a:lnTo>
                <a:lnTo>
                  <a:pt x="2556" y="20415"/>
                </a:lnTo>
                <a:lnTo>
                  <a:pt x="2458" y="19807"/>
                </a:lnTo>
                <a:lnTo>
                  <a:pt x="2434" y="19223"/>
                </a:lnTo>
                <a:lnTo>
                  <a:pt x="2410" y="18614"/>
                </a:lnTo>
                <a:lnTo>
                  <a:pt x="2410" y="18006"/>
                </a:lnTo>
                <a:lnTo>
                  <a:pt x="2483" y="16814"/>
                </a:lnTo>
                <a:lnTo>
                  <a:pt x="2531" y="15621"/>
                </a:lnTo>
                <a:lnTo>
                  <a:pt x="2531" y="14308"/>
                </a:lnTo>
                <a:lnTo>
                  <a:pt x="2507" y="13018"/>
                </a:lnTo>
                <a:lnTo>
                  <a:pt x="2434" y="10390"/>
                </a:lnTo>
                <a:lnTo>
                  <a:pt x="2361" y="8638"/>
                </a:lnTo>
                <a:lnTo>
                  <a:pt x="2312" y="6886"/>
                </a:lnTo>
                <a:lnTo>
                  <a:pt x="2361" y="6837"/>
                </a:lnTo>
                <a:lnTo>
                  <a:pt x="2385" y="6764"/>
                </a:lnTo>
                <a:lnTo>
                  <a:pt x="2385" y="6691"/>
                </a:lnTo>
                <a:lnTo>
                  <a:pt x="2361" y="6667"/>
                </a:lnTo>
                <a:lnTo>
                  <a:pt x="2337" y="6643"/>
                </a:lnTo>
                <a:lnTo>
                  <a:pt x="2312" y="6643"/>
                </a:lnTo>
                <a:lnTo>
                  <a:pt x="2312" y="5280"/>
                </a:lnTo>
                <a:lnTo>
                  <a:pt x="2312" y="4283"/>
                </a:lnTo>
                <a:lnTo>
                  <a:pt x="2288" y="3285"/>
                </a:lnTo>
                <a:lnTo>
                  <a:pt x="2312" y="2823"/>
                </a:lnTo>
                <a:lnTo>
                  <a:pt x="2361" y="2701"/>
                </a:lnTo>
                <a:lnTo>
                  <a:pt x="2385" y="2531"/>
                </a:lnTo>
                <a:lnTo>
                  <a:pt x="2434" y="2214"/>
                </a:lnTo>
                <a:lnTo>
                  <a:pt x="2458" y="1582"/>
                </a:lnTo>
                <a:lnTo>
                  <a:pt x="2458" y="1387"/>
                </a:lnTo>
                <a:lnTo>
                  <a:pt x="2434" y="1192"/>
                </a:lnTo>
                <a:lnTo>
                  <a:pt x="2410" y="998"/>
                </a:lnTo>
                <a:lnTo>
                  <a:pt x="2337" y="827"/>
                </a:lnTo>
                <a:lnTo>
                  <a:pt x="2264" y="657"/>
                </a:lnTo>
                <a:lnTo>
                  <a:pt x="2166" y="487"/>
                </a:lnTo>
                <a:lnTo>
                  <a:pt x="2045" y="341"/>
                </a:lnTo>
                <a:lnTo>
                  <a:pt x="1899" y="219"/>
                </a:lnTo>
                <a:lnTo>
                  <a:pt x="1753" y="122"/>
                </a:lnTo>
                <a:lnTo>
                  <a:pt x="1583" y="49"/>
                </a:lnTo>
                <a:lnTo>
                  <a:pt x="1437"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16" name="Google Shape;816;p39"/>
          <p:cNvSpPr/>
          <p:nvPr/>
        </p:nvSpPr>
        <p:spPr>
          <a:xfrm>
            <a:off x="3777530" y="1547144"/>
            <a:ext cx="417999" cy="269625"/>
          </a:xfrm>
          <a:custGeom>
            <a:avLst/>
            <a:gdLst/>
            <a:ahLst/>
            <a:cxnLst/>
            <a:rect l="l" t="t" r="r" b="b"/>
            <a:pathLst>
              <a:path w="19126" h="12337" extrusionOk="0">
                <a:moveTo>
                  <a:pt x="9733" y="463"/>
                </a:moveTo>
                <a:lnTo>
                  <a:pt x="9831" y="511"/>
                </a:lnTo>
                <a:lnTo>
                  <a:pt x="9904" y="560"/>
                </a:lnTo>
                <a:lnTo>
                  <a:pt x="9758" y="584"/>
                </a:lnTo>
                <a:lnTo>
                  <a:pt x="9709" y="633"/>
                </a:lnTo>
                <a:lnTo>
                  <a:pt x="9660" y="682"/>
                </a:lnTo>
                <a:lnTo>
                  <a:pt x="9612" y="755"/>
                </a:lnTo>
                <a:lnTo>
                  <a:pt x="9612" y="828"/>
                </a:lnTo>
                <a:lnTo>
                  <a:pt x="9636" y="852"/>
                </a:lnTo>
                <a:lnTo>
                  <a:pt x="9685" y="925"/>
                </a:lnTo>
                <a:lnTo>
                  <a:pt x="9782" y="974"/>
                </a:lnTo>
                <a:lnTo>
                  <a:pt x="9977" y="1022"/>
                </a:lnTo>
                <a:lnTo>
                  <a:pt x="10147" y="1071"/>
                </a:lnTo>
                <a:lnTo>
                  <a:pt x="10147" y="1193"/>
                </a:lnTo>
                <a:lnTo>
                  <a:pt x="9879" y="1120"/>
                </a:lnTo>
                <a:lnTo>
                  <a:pt x="9612" y="1095"/>
                </a:lnTo>
                <a:lnTo>
                  <a:pt x="9563" y="1095"/>
                </a:lnTo>
                <a:lnTo>
                  <a:pt x="9563" y="1144"/>
                </a:lnTo>
                <a:lnTo>
                  <a:pt x="9587" y="1266"/>
                </a:lnTo>
                <a:lnTo>
                  <a:pt x="9660" y="1363"/>
                </a:lnTo>
                <a:lnTo>
                  <a:pt x="9758" y="1436"/>
                </a:lnTo>
                <a:lnTo>
                  <a:pt x="9879" y="1485"/>
                </a:lnTo>
                <a:lnTo>
                  <a:pt x="10001" y="1509"/>
                </a:lnTo>
                <a:lnTo>
                  <a:pt x="10098" y="1558"/>
                </a:lnTo>
                <a:lnTo>
                  <a:pt x="10123" y="1558"/>
                </a:lnTo>
                <a:lnTo>
                  <a:pt x="10098" y="1655"/>
                </a:lnTo>
                <a:lnTo>
                  <a:pt x="10074" y="1704"/>
                </a:lnTo>
                <a:lnTo>
                  <a:pt x="9952" y="1631"/>
                </a:lnTo>
                <a:lnTo>
                  <a:pt x="9831" y="1606"/>
                </a:lnTo>
                <a:lnTo>
                  <a:pt x="9636" y="1533"/>
                </a:lnTo>
                <a:lnTo>
                  <a:pt x="9563" y="1460"/>
                </a:lnTo>
                <a:lnTo>
                  <a:pt x="9539" y="1436"/>
                </a:lnTo>
                <a:lnTo>
                  <a:pt x="9490" y="1412"/>
                </a:lnTo>
                <a:lnTo>
                  <a:pt x="9417" y="1412"/>
                </a:lnTo>
                <a:lnTo>
                  <a:pt x="9368" y="1460"/>
                </a:lnTo>
                <a:lnTo>
                  <a:pt x="9368" y="1509"/>
                </a:lnTo>
                <a:lnTo>
                  <a:pt x="9368" y="1582"/>
                </a:lnTo>
                <a:lnTo>
                  <a:pt x="9368" y="1631"/>
                </a:lnTo>
                <a:lnTo>
                  <a:pt x="9441" y="1728"/>
                </a:lnTo>
                <a:lnTo>
                  <a:pt x="9514" y="1801"/>
                </a:lnTo>
                <a:lnTo>
                  <a:pt x="9320" y="1704"/>
                </a:lnTo>
                <a:lnTo>
                  <a:pt x="9222" y="1631"/>
                </a:lnTo>
                <a:lnTo>
                  <a:pt x="9174" y="1558"/>
                </a:lnTo>
                <a:lnTo>
                  <a:pt x="9125" y="1460"/>
                </a:lnTo>
                <a:lnTo>
                  <a:pt x="9101" y="1363"/>
                </a:lnTo>
                <a:lnTo>
                  <a:pt x="9101" y="1120"/>
                </a:lnTo>
                <a:lnTo>
                  <a:pt x="9125" y="925"/>
                </a:lnTo>
                <a:lnTo>
                  <a:pt x="9174" y="755"/>
                </a:lnTo>
                <a:lnTo>
                  <a:pt x="9222" y="682"/>
                </a:lnTo>
                <a:lnTo>
                  <a:pt x="9295" y="609"/>
                </a:lnTo>
                <a:lnTo>
                  <a:pt x="9368" y="584"/>
                </a:lnTo>
                <a:lnTo>
                  <a:pt x="9393" y="560"/>
                </a:lnTo>
                <a:lnTo>
                  <a:pt x="9490" y="560"/>
                </a:lnTo>
                <a:lnTo>
                  <a:pt x="9587" y="511"/>
                </a:lnTo>
                <a:lnTo>
                  <a:pt x="9636" y="487"/>
                </a:lnTo>
                <a:lnTo>
                  <a:pt x="9733" y="463"/>
                </a:lnTo>
                <a:close/>
                <a:moveTo>
                  <a:pt x="1022" y="2823"/>
                </a:moveTo>
                <a:lnTo>
                  <a:pt x="1168" y="2871"/>
                </a:lnTo>
                <a:lnTo>
                  <a:pt x="1314" y="2944"/>
                </a:lnTo>
                <a:lnTo>
                  <a:pt x="1071" y="2969"/>
                </a:lnTo>
                <a:lnTo>
                  <a:pt x="998" y="3017"/>
                </a:lnTo>
                <a:lnTo>
                  <a:pt x="974" y="3066"/>
                </a:lnTo>
                <a:lnTo>
                  <a:pt x="998" y="3139"/>
                </a:lnTo>
                <a:lnTo>
                  <a:pt x="1022" y="3188"/>
                </a:lnTo>
                <a:lnTo>
                  <a:pt x="1193" y="3236"/>
                </a:lnTo>
                <a:lnTo>
                  <a:pt x="1363" y="3285"/>
                </a:lnTo>
                <a:lnTo>
                  <a:pt x="1631" y="3334"/>
                </a:lnTo>
                <a:lnTo>
                  <a:pt x="1655" y="3455"/>
                </a:lnTo>
                <a:lnTo>
                  <a:pt x="1655" y="3577"/>
                </a:lnTo>
                <a:lnTo>
                  <a:pt x="1339" y="3504"/>
                </a:lnTo>
                <a:lnTo>
                  <a:pt x="1120" y="3455"/>
                </a:lnTo>
                <a:lnTo>
                  <a:pt x="998" y="3431"/>
                </a:lnTo>
                <a:lnTo>
                  <a:pt x="876" y="3455"/>
                </a:lnTo>
                <a:lnTo>
                  <a:pt x="828" y="3480"/>
                </a:lnTo>
                <a:lnTo>
                  <a:pt x="828" y="3528"/>
                </a:lnTo>
                <a:lnTo>
                  <a:pt x="852" y="3601"/>
                </a:lnTo>
                <a:lnTo>
                  <a:pt x="876" y="3650"/>
                </a:lnTo>
                <a:lnTo>
                  <a:pt x="998" y="3747"/>
                </a:lnTo>
                <a:lnTo>
                  <a:pt x="1144" y="3820"/>
                </a:lnTo>
                <a:lnTo>
                  <a:pt x="1290" y="3869"/>
                </a:lnTo>
                <a:lnTo>
                  <a:pt x="1071" y="3869"/>
                </a:lnTo>
                <a:lnTo>
                  <a:pt x="974" y="3845"/>
                </a:lnTo>
                <a:lnTo>
                  <a:pt x="876" y="3820"/>
                </a:lnTo>
                <a:lnTo>
                  <a:pt x="779" y="3772"/>
                </a:lnTo>
                <a:lnTo>
                  <a:pt x="682" y="3699"/>
                </a:lnTo>
                <a:lnTo>
                  <a:pt x="609" y="3626"/>
                </a:lnTo>
                <a:lnTo>
                  <a:pt x="536" y="3553"/>
                </a:lnTo>
                <a:lnTo>
                  <a:pt x="487" y="3455"/>
                </a:lnTo>
                <a:lnTo>
                  <a:pt x="439" y="3334"/>
                </a:lnTo>
                <a:lnTo>
                  <a:pt x="414" y="3212"/>
                </a:lnTo>
                <a:lnTo>
                  <a:pt x="414" y="3090"/>
                </a:lnTo>
                <a:lnTo>
                  <a:pt x="414" y="3017"/>
                </a:lnTo>
                <a:lnTo>
                  <a:pt x="463" y="2969"/>
                </a:lnTo>
                <a:lnTo>
                  <a:pt x="560" y="2871"/>
                </a:lnTo>
                <a:lnTo>
                  <a:pt x="779" y="2871"/>
                </a:lnTo>
                <a:lnTo>
                  <a:pt x="901" y="2847"/>
                </a:lnTo>
                <a:lnTo>
                  <a:pt x="1022" y="2823"/>
                </a:lnTo>
                <a:close/>
                <a:moveTo>
                  <a:pt x="18250" y="2677"/>
                </a:moveTo>
                <a:lnTo>
                  <a:pt x="18323" y="2701"/>
                </a:lnTo>
                <a:lnTo>
                  <a:pt x="18371" y="2725"/>
                </a:lnTo>
                <a:lnTo>
                  <a:pt x="18225" y="2774"/>
                </a:lnTo>
                <a:lnTo>
                  <a:pt x="18201" y="2798"/>
                </a:lnTo>
                <a:lnTo>
                  <a:pt x="18201" y="2823"/>
                </a:lnTo>
                <a:lnTo>
                  <a:pt x="18201" y="2847"/>
                </a:lnTo>
                <a:lnTo>
                  <a:pt x="18225" y="2871"/>
                </a:lnTo>
                <a:lnTo>
                  <a:pt x="18323" y="2944"/>
                </a:lnTo>
                <a:lnTo>
                  <a:pt x="18396" y="2969"/>
                </a:lnTo>
                <a:lnTo>
                  <a:pt x="18493" y="2993"/>
                </a:lnTo>
                <a:lnTo>
                  <a:pt x="18590" y="3017"/>
                </a:lnTo>
                <a:lnTo>
                  <a:pt x="18639" y="3139"/>
                </a:lnTo>
                <a:lnTo>
                  <a:pt x="18663" y="3261"/>
                </a:lnTo>
                <a:lnTo>
                  <a:pt x="18444" y="3236"/>
                </a:lnTo>
                <a:lnTo>
                  <a:pt x="18250" y="3139"/>
                </a:lnTo>
                <a:lnTo>
                  <a:pt x="18152" y="3115"/>
                </a:lnTo>
                <a:lnTo>
                  <a:pt x="18031" y="3115"/>
                </a:lnTo>
                <a:lnTo>
                  <a:pt x="18006" y="3139"/>
                </a:lnTo>
                <a:lnTo>
                  <a:pt x="17982" y="3188"/>
                </a:lnTo>
                <a:lnTo>
                  <a:pt x="17982" y="3261"/>
                </a:lnTo>
                <a:lnTo>
                  <a:pt x="18006" y="3309"/>
                </a:lnTo>
                <a:lnTo>
                  <a:pt x="18104" y="3407"/>
                </a:lnTo>
                <a:lnTo>
                  <a:pt x="18201" y="3480"/>
                </a:lnTo>
                <a:lnTo>
                  <a:pt x="18323" y="3528"/>
                </a:lnTo>
                <a:lnTo>
                  <a:pt x="18493" y="3601"/>
                </a:lnTo>
                <a:lnTo>
                  <a:pt x="18663" y="3626"/>
                </a:lnTo>
                <a:lnTo>
                  <a:pt x="18615" y="3796"/>
                </a:lnTo>
                <a:lnTo>
                  <a:pt x="18590" y="3820"/>
                </a:lnTo>
                <a:lnTo>
                  <a:pt x="18420" y="3747"/>
                </a:lnTo>
                <a:lnTo>
                  <a:pt x="18250" y="3674"/>
                </a:lnTo>
                <a:lnTo>
                  <a:pt x="18055" y="3601"/>
                </a:lnTo>
                <a:lnTo>
                  <a:pt x="17860" y="3528"/>
                </a:lnTo>
                <a:lnTo>
                  <a:pt x="17812" y="3528"/>
                </a:lnTo>
                <a:lnTo>
                  <a:pt x="17763" y="3577"/>
                </a:lnTo>
                <a:lnTo>
                  <a:pt x="17739" y="3626"/>
                </a:lnTo>
                <a:lnTo>
                  <a:pt x="17763" y="3674"/>
                </a:lnTo>
                <a:lnTo>
                  <a:pt x="17860" y="3796"/>
                </a:lnTo>
                <a:lnTo>
                  <a:pt x="17982" y="3918"/>
                </a:lnTo>
                <a:lnTo>
                  <a:pt x="18128" y="3991"/>
                </a:lnTo>
                <a:lnTo>
                  <a:pt x="18274" y="4064"/>
                </a:lnTo>
                <a:lnTo>
                  <a:pt x="18055" y="4064"/>
                </a:lnTo>
                <a:lnTo>
                  <a:pt x="17836" y="3991"/>
                </a:lnTo>
                <a:lnTo>
                  <a:pt x="17739" y="3942"/>
                </a:lnTo>
                <a:lnTo>
                  <a:pt x="17666" y="3893"/>
                </a:lnTo>
                <a:lnTo>
                  <a:pt x="17593" y="3820"/>
                </a:lnTo>
                <a:lnTo>
                  <a:pt x="17520" y="3747"/>
                </a:lnTo>
                <a:lnTo>
                  <a:pt x="17495" y="3674"/>
                </a:lnTo>
                <a:lnTo>
                  <a:pt x="17471" y="3577"/>
                </a:lnTo>
                <a:lnTo>
                  <a:pt x="17447" y="3407"/>
                </a:lnTo>
                <a:lnTo>
                  <a:pt x="17471" y="3236"/>
                </a:lnTo>
                <a:lnTo>
                  <a:pt x="17544" y="3066"/>
                </a:lnTo>
                <a:lnTo>
                  <a:pt x="17666" y="2896"/>
                </a:lnTo>
                <a:lnTo>
                  <a:pt x="17812" y="2774"/>
                </a:lnTo>
                <a:lnTo>
                  <a:pt x="17958" y="2701"/>
                </a:lnTo>
                <a:lnTo>
                  <a:pt x="18104" y="2677"/>
                </a:lnTo>
                <a:close/>
                <a:moveTo>
                  <a:pt x="9660" y="2604"/>
                </a:moveTo>
                <a:lnTo>
                  <a:pt x="9928" y="2847"/>
                </a:lnTo>
                <a:lnTo>
                  <a:pt x="10196" y="3090"/>
                </a:lnTo>
                <a:lnTo>
                  <a:pt x="10390" y="3334"/>
                </a:lnTo>
                <a:lnTo>
                  <a:pt x="10561" y="3601"/>
                </a:lnTo>
                <a:lnTo>
                  <a:pt x="10926" y="4112"/>
                </a:lnTo>
                <a:lnTo>
                  <a:pt x="11291" y="4623"/>
                </a:lnTo>
                <a:lnTo>
                  <a:pt x="11680" y="5110"/>
                </a:lnTo>
                <a:lnTo>
                  <a:pt x="12094" y="5694"/>
                </a:lnTo>
                <a:lnTo>
                  <a:pt x="12313" y="5962"/>
                </a:lnTo>
                <a:lnTo>
                  <a:pt x="12556" y="6229"/>
                </a:lnTo>
                <a:lnTo>
                  <a:pt x="12605" y="6254"/>
                </a:lnTo>
                <a:lnTo>
                  <a:pt x="12678" y="6278"/>
                </a:lnTo>
                <a:lnTo>
                  <a:pt x="12726" y="6278"/>
                </a:lnTo>
                <a:lnTo>
                  <a:pt x="12775" y="6254"/>
                </a:lnTo>
                <a:lnTo>
                  <a:pt x="12824" y="6229"/>
                </a:lnTo>
                <a:lnTo>
                  <a:pt x="12872" y="6181"/>
                </a:lnTo>
                <a:lnTo>
                  <a:pt x="12897" y="6132"/>
                </a:lnTo>
                <a:lnTo>
                  <a:pt x="12897" y="6083"/>
                </a:lnTo>
                <a:lnTo>
                  <a:pt x="13091" y="6059"/>
                </a:lnTo>
                <a:lnTo>
                  <a:pt x="13286" y="6035"/>
                </a:lnTo>
                <a:lnTo>
                  <a:pt x="13651" y="5889"/>
                </a:lnTo>
                <a:lnTo>
                  <a:pt x="14016" y="5718"/>
                </a:lnTo>
                <a:lnTo>
                  <a:pt x="14381" y="5572"/>
                </a:lnTo>
                <a:lnTo>
                  <a:pt x="15087" y="5353"/>
                </a:lnTo>
                <a:lnTo>
                  <a:pt x="15817" y="5134"/>
                </a:lnTo>
                <a:lnTo>
                  <a:pt x="16547" y="4915"/>
                </a:lnTo>
                <a:lnTo>
                  <a:pt x="16911" y="4794"/>
                </a:lnTo>
                <a:lnTo>
                  <a:pt x="17276" y="4648"/>
                </a:lnTo>
                <a:lnTo>
                  <a:pt x="17106" y="5037"/>
                </a:lnTo>
                <a:lnTo>
                  <a:pt x="16814" y="5207"/>
                </a:lnTo>
                <a:lnTo>
                  <a:pt x="16474" y="5329"/>
                </a:lnTo>
                <a:lnTo>
                  <a:pt x="15817" y="5597"/>
                </a:lnTo>
                <a:lnTo>
                  <a:pt x="15476" y="5743"/>
                </a:lnTo>
                <a:lnTo>
                  <a:pt x="15184" y="5889"/>
                </a:lnTo>
                <a:lnTo>
                  <a:pt x="14892" y="6083"/>
                </a:lnTo>
                <a:lnTo>
                  <a:pt x="14770" y="6205"/>
                </a:lnTo>
                <a:lnTo>
                  <a:pt x="14649" y="6327"/>
                </a:lnTo>
                <a:lnTo>
                  <a:pt x="14624" y="6327"/>
                </a:lnTo>
                <a:lnTo>
                  <a:pt x="14649" y="6351"/>
                </a:lnTo>
                <a:lnTo>
                  <a:pt x="15135" y="6205"/>
                </a:lnTo>
                <a:lnTo>
                  <a:pt x="15598" y="6059"/>
                </a:lnTo>
                <a:lnTo>
                  <a:pt x="16036" y="5864"/>
                </a:lnTo>
                <a:lnTo>
                  <a:pt x="16498" y="5694"/>
                </a:lnTo>
                <a:lnTo>
                  <a:pt x="16960" y="5524"/>
                </a:lnTo>
                <a:lnTo>
                  <a:pt x="16936" y="5645"/>
                </a:lnTo>
                <a:lnTo>
                  <a:pt x="16863" y="5962"/>
                </a:lnTo>
                <a:lnTo>
                  <a:pt x="16790" y="5962"/>
                </a:lnTo>
                <a:lnTo>
                  <a:pt x="16279" y="6108"/>
                </a:lnTo>
                <a:lnTo>
                  <a:pt x="15744" y="6302"/>
                </a:lnTo>
                <a:lnTo>
                  <a:pt x="15500" y="6424"/>
                </a:lnTo>
                <a:lnTo>
                  <a:pt x="15257" y="6546"/>
                </a:lnTo>
                <a:lnTo>
                  <a:pt x="15038" y="6692"/>
                </a:lnTo>
                <a:lnTo>
                  <a:pt x="14843" y="6862"/>
                </a:lnTo>
                <a:lnTo>
                  <a:pt x="14843" y="6911"/>
                </a:lnTo>
                <a:lnTo>
                  <a:pt x="14843" y="6935"/>
                </a:lnTo>
                <a:lnTo>
                  <a:pt x="14868" y="6959"/>
                </a:lnTo>
                <a:lnTo>
                  <a:pt x="14892" y="6959"/>
                </a:lnTo>
                <a:lnTo>
                  <a:pt x="15160" y="6935"/>
                </a:lnTo>
                <a:lnTo>
                  <a:pt x="15403" y="6886"/>
                </a:lnTo>
                <a:lnTo>
                  <a:pt x="15890" y="6692"/>
                </a:lnTo>
                <a:lnTo>
                  <a:pt x="16303" y="6546"/>
                </a:lnTo>
                <a:lnTo>
                  <a:pt x="16741" y="6400"/>
                </a:lnTo>
                <a:lnTo>
                  <a:pt x="16741" y="6400"/>
                </a:lnTo>
                <a:lnTo>
                  <a:pt x="16620" y="7032"/>
                </a:lnTo>
                <a:lnTo>
                  <a:pt x="16376" y="7081"/>
                </a:lnTo>
                <a:lnTo>
                  <a:pt x="16133" y="7178"/>
                </a:lnTo>
                <a:lnTo>
                  <a:pt x="15646" y="7349"/>
                </a:lnTo>
                <a:lnTo>
                  <a:pt x="15160" y="7495"/>
                </a:lnTo>
                <a:lnTo>
                  <a:pt x="14916" y="7616"/>
                </a:lnTo>
                <a:lnTo>
                  <a:pt x="14819" y="7665"/>
                </a:lnTo>
                <a:lnTo>
                  <a:pt x="14722" y="7762"/>
                </a:lnTo>
                <a:lnTo>
                  <a:pt x="14697" y="7787"/>
                </a:lnTo>
                <a:lnTo>
                  <a:pt x="14746" y="7835"/>
                </a:lnTo>
                <a:lnTo>
                  <a:pt x="14868" y="7860"/>
                </a:lnTo>
                <a:lnTo>
                  <a:pt x="14989" y="7860"/>
                </a:lnTo>
                <a:lnTo>
                  <a:pt x="15233" y="7835"/>
                </a:lnTo>
                <a:lnTo>
                  <a:pt x="15500" y="7787"/>
                </a:lnTo>
                <a:lnTo>
                  <a:pt x="15744" y="7714"/>
                </a:lnTo>
                <a:lnTo>
                  <a:pt x="16133" y="7592"/>
                </a:lnTo>
                <a:lnTo>
                  <a:pt x="16522" y="7470"/>
                </a:lnTo>
                <a:lnTo>
                  <a:pt x="16449" y="7738"/>
                </a:lnTo>
                <a:lnTo>
                  <a:pt x="16401" y="7860"/>
                </a:lnTo>
                <a:lnTo>
                  <a:pt x="15963" y="8030"/>
                </a:lnTo>
                <a:lnTo>
                  <a:pt x="15525" y="8176"/>
                </a:lnTo>
                <a:lnTo>
                  <a:pt x="15257" y="8249"/>
                </a:lnTo>
                <a:lnTo>
                  <a:pt x="15014" y="8346"/>
                </a:lnTo>
                <a:lnTo>
                  <a:pt x="14770" y="8444"/>
                </a:lnTo>
                <a:lnTo>
                  <a:pt x="14649" y="8517"/>
                </a:lnTo>
                <a:lnTo>
                  <a:pt x="14551" y="8614"/>
                </a:lnTo>
                <a:lnTo>
                  <a:pt x="14551" y="8663"/>
                </a:lnTo>
                <a:lnTo>
                  <a:pt x="14551" y="8687"/>
                </a:lnTo>
                <a:lnTo>
                  <a:pt x="14576" y="8711"/>
                </a:lnTo>
                <a:lnTo>
                  <a:pt x="14600" y="8736"/>
                </a:lnTo>
                <a:lnTo>
                  <a:pt x="14868" y="8736"/>
                </a:lnTo>
                <a:lnTo>
                  <a:pt x="15111" y="8687"/>
                </a:lnTo>
                <a:lnTo>
                  <a:pt x="15622" y="8565"/>
                </a:lnTo>
                <a:lnTo>
                  <a:pt x="15938" y="8492"/>
                </a:lnTo>
                <a:lnTo>
                  <a:pt x="16255" y="8395"/>
                </a:lnTo>
                <a:lnTo>
                  <a:pt x="16157" y="8711"/>
                </a:lnTo>
                <a:lnTo>
                  <a:pt x="15987" y="8736"/>
                </a:lnTo>
                <a:lnTo>
                  <a:pt x="15841" y="8784"/>
                </a:lnTo>
                <a:lnTo>
                  <a:pt x="15549" y="8882"/>
                </a:lnTo>
                <a:lnTo>
                  <a:pt x="15257" y="9003"/>
                </a:lnTo>
                <a:lnTo>
                  <a:pt x="14989" y="9125"/>
                </a:lnTo>
                <a:lnTo>
                  <a:pt x="14722" y="9271"/>
                </a:lnTo>
                <a:lnTo>
                  <a:pt x="14478" y="9441"/>
                </a:lnTo>
                <a:lnTo>
                  <a:pt x="14454" y="9466"/>
                </a:lnTo>
                <a:lnTo>
                  <a:pt x="14454" y="9514"/>
                </a:lnTo>
                <a:lnTo>
                  <a:pt x="14454" y="9539"/>
                </a:lnTo>
                <a:lnTo>
                  <a:pt x="14503" y="9539"/>
                </a:lnTo>
                <a:lnTo>
                  <a:pt x="14770" y="9514"/>
                </a:lnTo>
                <a:lnTo>
                  <a:pt x="15014" y="9466"/>
                </a:lnTo>
                <a:lnTo>
                  <a:pt x="15281" y="9417"/>
                </a:lnTo>
                <a:lnTo>
                  <a:pt x="15525" y="9320"/>
                </a:lnTo>
                <a:lnTo>
                  <a:pt x="16011" y="9198"/>
                </a:lnTo>
                <a:lnTo>
                  <a:pt x="15890" y="9563"/>
                </a:lnTo>
                <a:lnTo>
                  <a:pt x="15671" y="9685"/>
                </a:lnTo>
                <a:lnTo>
                  <a:pt x="15452" y="9806"/>
                </a:lnTo>
                <a:lnTo>
                  <a:pt x="12483" y="9904"/>
                </a:lnTo>
                <a:lnTo>
                  <a:pt x="9539" y="9952"/>
                </a:lnTo>
                <a:lnTo>
                  <a:pt x="7884" y="9977"/>
                </a:lnTo>
                <a:lnTo>
                  <a:pt x="6254" y="9952"/>
                </a:lnTo>
                <a:lnTo>
                  <a:pt x="4697" y="9952"/>
                </a:lnTo>
                <a:lnTo>
                  <a:pt x="3991" y="9904"/>
                </a:lnTo>
                <a:lnTo>
                  <a:pt x="3626" y="9904"/>
                </a:lnTo>
                <a:lnTo>
                  <a:pt x="3431" y="9928"/>
                </a:lnTo>
                <a:lnTo>
                  <a:pt x="3261" y="9977"/>
                </a:lnTo>
                <a:lnTo>
                  <a:pt x="2847" y="8468"/>
                </a:lnTo>
                <a:lnTo>
                  <a:pt x="2701" y="7981"/>
                </a:lnTo>
                <a:lnTo>
                  <a:pt x="2580" y="7470"/>
                </a:lnTo>
                <a:lnTo>
                  <a:pt x="2361" y="6473"/>
                </a:lnTo>
                <a:lnTo>
                  <a:pt x="2263" y="6010"/>
                </a:lnTo>
                <a:lnTo>
                  <a:pt x="2142" y="5524"/>
                </a:lnTo>
                <a:lnTo>
                  <a:pt x="1996" y="5061"/>
                </a:lnTo>
                <a:lnTo>
                  <a:pt x="1898" y="4842"/>
                </a:lnTo>
                <a:lnTo>
                  <a:pt x="1801" y="4623"/>
                </a:lnTo>
                <a:lnTo>
                  <a:pt x="1971" y="4696"/>
                </a:lnTo>
                <a:lnTo>
                  <a:pt x="2142" y="4769"/>
                </a:lnTo>
                <a:lnTo>
                  <a:pt x="2507" y="4867"/>
                </a:lnTo>
                <a:lnTo>
                  <a:pt x="3821" y="5353"/>
                </a:lnTo>
                <a:lnTo>
                  <a:pt x="4429" y="5621"/>
                </a:lnTo>
                <a:lnTo>
                  <a:pt x="5037" y="5864"/>
                </a:lnTo>
                <a:lnTo>
                  <a:pt x="5354" y="5986"/>
                </a:lnTo>
                <a:lnTo>
                  <a:pt x="5670" y="6083"/>
                </a:lnTo>
                <a:lnTo>
                  <a:pt x="6011" y="6132"/>
                </a:lnTo>
                <a:lnTo>
                  <a:pt x="6327" y="6156"/>
                </a:lnTo>
                <a:lnTo>
                  <a:pt x="6400" y="6156"/>
                </a:lnTo>
                <a:lnTo>
                  <a:pt x="6449" y="6132"/>
                </a:lnTo>
                <a:lnTo>
                  <a:pt x="6497" y="6132"/>
                </a:lnTo>
                <a:lnTo>
                  <a:pt x="6619" y="6059"/>
                </a:lnTo>
                <a:lnTo>
                  <a:pt x="6716" y="5986"/>
                </a:lnTo>
                <a:lnTo>
                  <a:pt x="6911" y="5791"/>
                </a:lnTo>
                <a:lnTo>
                  <a:pt x="7081" y="5572"/>
                </a:lnTo>
                <a:lnTo>
                  <a:pt x="7276" y="5378"/>
                </a:lnTo>
                <a:lnTo>
                  <a:pt x="7690" y="4940"/>
                </a:lnTo>
                <a:lnTo>
                  <a:pt x="8055" y="4477"/>
                </a:lnTo>
                <a:lnTo>
                  <a:pt x="8468" y="3918"/>
                </a:lnTo>
                <a:lnTo>
                  <a:pt x="8906" y="3358"/>
                </a:lnTo>
                <a:lnTo>
                  <a:pt x="9101" y="3163"/>
                </a:lnTo>
                <a:lnTo>
                  <a:pt x="9295" y="2993"/>
                </a:lnTo>
                <a:lnTo>
                  <a:pt x="9490" y="2798"/>
                </a:lnTo>
                <a:lnTo>
                  <a:pt x="9660" y="2604"/>
                </a:lnTo>
                <a:close/>
                <a:moveTo>
                  <a:pt x="15695" y="10268"/>
                </a:moveTo>
                <a:lnTo>
                  <a:pt x="15598" y="10658"/>
                </a:lnTo>
                <a:lnTo>
                  <a:pt x="15038" y="10950"/>
                </a:lnTo>
                <a:lnTo>
                  <a:pt x="14795" y="11071"/>
                </a:lnTo>
                <a:lnTo>
                  <a:pt x="14600" y="11193"/>
                </a:lnTo>
                <a:lnTo>
                  <a:pt x="14430" y="11339"/>
                </a:lnTo>
                <a:lnTo>
                  <a:pt x="14235" y="11509"/>
                </a:lnTo>
                <a:lnTo>
                  <a:pt x="14235" y="11534"/>
                </a:lnTo>
                <a:lnTo>
                  <a:pt x="14259" y="11558"/>
                </a:lnTo>
                <a:lnTo>
                  <a:pt x="14697" y="11461"/>
                </a:lnTo>
                <a:lnTo>
                  <a:pt x="14892" y="11388"/>
                </a:lnTo>
                <a:lnTo>
                  <a:pt x="15111" y="11315"/>
                </a:lnTo>
                <a:lnTo>
                  <a:pt x="15427" y="11193"/>
                </a:lnTo>
                <a:lnTo>
                  <a:pt x="15427" y="11193"/>
                </a:lnTo>
                <a:lnTo>
                  <a:pt x="15233" y="11826"/>
                </a:lnTo>
                <a:lnTo>
                  <a:pt x="14965" y="11728"/>
                </a:lnTo>
                <a:lnTo>
                  <a:pt x="14697" y="11655"/>
                </a:lnTo>
                <a:lnTo>
                  <a:pt x="14162" y="11558"/>
                </a:lnTo>
                <a:lnTo>
                  <a:pt x="13043" y="11436"/>
                </a:lnTo>
                <a:lnTo>
                  <a:pt x="12215" y="11339"/>
                </a:lnTo>
                <a:lnTo>
                  <a:pt x="11388" y="11242"/>
                </a:lnTo>
                <a:lnTo>
                  <a:pt x="10561" y="11193"/>
                </a:lnTo>
                <a:lnTo>
                  <a:pt x="9709" y="11169"/>
                </a:lnTo>
                <a:lnTo>
                  <a:pt x="8955" y="11144"/>
                </a:lnTo>
                <a:lnTo>
                  <a:pt x="8176" y="11169"/>
                </a:lnTo>
                <a:lnTo>
                  <a:pt x="7398" y="11193"/>
                </a:lnTo>
                <a:lnTo>
                  <a:pt x="6619" y="11242"/>
                </a:lnTo>
                <a:lnTo>
                  <a:pt x="5865" y="11339"/>
                </a:lnTo>
                <a:lnTo>
                  <a:pt x="5086" y="11461"/>
                </a:lnTo>
                <a:lnTo>
                  <a:pt x="4332" y="11607"/>
                </a:lnTo>
                <a:lnTo>
                  <a:pt x="3602" y="11777"/>
                </a:lnTo>
                <a:lnTo>
                  <a:pt x="3602" y="11607"/>
                </a:lnTo>
                <a:lnTo>
                  <a:pt x="3602" y="11436"/>
                </a:lnTo>
                <a:lnTo>
                  <a:pt x="3553" y="11071"/>
                </a:lnTo>
                <a:lnTo>
                  <a:pt x="3383" y="10390"/>
                </a:lnTo>
                <a:lnTo>
                  <a:pt x="3358" y="10317"/>
                </a:lnTo>
                <a:lnTo>
                  <a:pt x="3602" y="10366"/>
                </a:lnTo>
                <a:lnTo>
                  <a:pt x="4332" y="10366"/>
                </a:lnTo>
                <a:lnTo>
                  <a:pt x="5183" y="10414"/>
                </a:lnTo>
                <a:lnTo>
                  <a:pt x="9344" y="10414"/>
                </a:lnTo>
                <a:lnTo>
                  <a:pt x="11972" y="10366"/>
                </a:lnTo>
                <a:lnTo>
                  <a:pt x="14624" y="10293"/>
                </a:lnTo>
                <a:lnTo>
                  <a:pt x="14332" y="10463"/>
                </a:lnTo>
                <a:lnTo>
                  <a:pt x="14065" y="10658"/>
                </a:lnTo>
                <a:lnTo>
                  <a:pt x="14040" y="10682"/>
                </a:lnTo>
                <a:lnTo>
                  <a:pt x="14040" y="10731"/>
                </a:lnTo>
                <a:lnTo>
                  <a:pt x="14065" y="10755"/>
                </a:lnTo>
                <a:lnTo>
                  <a:pt x="14089" y="10779"/>
                </a:lnTo>
                <a:lnTo>
                  <a:pt x="14284" y="10779"/>
                </a:lnTo>
                <a:lnTo>
                  <a:pt x="14454" y="10755"/>
                </a:lnTo>
                <a:lnTo>
                  <a:pt x="14649" y="10706"/>
                </a:lnTo>
                <a:lnTo>
                  <a:pt x="14819" y="10658"/>
                </a:lnTo>
                <a:lnTo>
                  <a:pt x="15160" y="10487"/>
                </a:lnTo>
                <a:lnTo>
                  <a:pt x="15525" y="10268"/>
                </a:lnTo>
                <a:close/>
                <a:moveTo>
                  <a:pt x="9539" y="0"/>
                </a:moveTo>
                <a:lnTo>
                  <a:pt x="9417" y="49"/>
                </a:lnTo>
                <a:lnTo>
                  <a:pt x="9295" y="73"/>
                </a:lnTo>
                <a:lnTo>
                  <a:pt x="9198" y="146"/>
                </a:lnTo>
                <a:lnTo>
                  <a:pt x="9125" y="219"/>
                </a:lnTo>
                <a:lnTo>
                  <a:pt x="9076" y="317"/>
                </a:lnTo>
                <a:lnTo>
                  <a:pt x="8955" y="390"/>
                </a:lnTo>
                <a:lnTo>
                  <a:pt x="8882" y="487"/>
                </a:lnTo>
                <a:lnTo>
                  <a:pt x="8809" y="609"/>
                </a:lnTo>
                <a:lnTo>
                  <a:pt x="8736" y="755"/>
                </a:lnTo>
                <a:lnTo>
                  <a:pt x="8687" y="901"/>
                </a:lnTo>
                <a:lnTo>
                  <a:pt x="8663" y="1047"/>
                </a:lnTo>
                <a:lnTo>
                  <a:pt x="8663" y="1193"/>
                </a:lnTo>
                <a:lnTo>
                  <a:pt x="8663" y="1339"/>
                </a:lnTo>
                <a:lnTo>
                  <a:pt x="8687" y="1485"/>
                </a:lnTo>
                <a:lnTo>
                  <a:pt x="8736" y="1631"/>
                </a:lnTo>
                <a:lnTo>
                  <a:pt x="8784" y="1728"/>
                </a:lnTo>
                <a:lnTo>
                  <a:pt x="8833" y="1825"/>
                </a:lnTo>
                <a:lnTo>
                  <a:pt x="8979" y="1996"/>
                </a:lnTo>
                <a:lnTo>
                  <a:pt x="9174" y="2142"/>
                </a:lnTo>
                <a:lnTo>
                  <a:pt x="9393" y="2263"/>
                </a:lnTo>
                <a:lnTo>
                  <a:pt x="9271" y="2287"/>
                </a:lnTo>
                <a:lnTo>
                  <a:pt x="9174" y="2360"/>
                </a:lnTo>
                <a:lnTo>
                  <a:pt x="8979" y="2506"/>
                </a:lnTo>
                <a:lnTo>
                  <a:pt x="8784" y="2701"/>
                </a:lnTo>
                <a:lnTo>
                  <a:pt x="8639" y="2871"/>
                </a:lnTo>
                <a:lnTo>
                  <a:pt x="8395" y="3139"/>
                </a:lnTo>
                <a:lnTo>
                  <a:pt x="8176" y="3407"/>
                </a:lnTo>
                <a:lnTo>
                  <a:pt x="7787" y="3966"/>
                </a:lnTo>
                <a:lnTo>
                  <a:pt x="7544" y="4283"/>
                </a:lnTo>
                <a:lnTo>
                  <a:pt x="7300" y="4575"/>
                </a:lnTo>
                <a:lnTo>
                  <a:pt x="6814" y="5134"/>
                </a:lnTo>
                <a:lnTo>
                  <a:pt x="6570" y="5402"/>
                </a:lnTo>
                <a:lnTo>
                  <a:pt x="6473" y="5548"/>
                </a:lnTo>
                <a:lnTo>
                  <a:pt x="6400" y="5718"/>
                </a:lnTo>
                <a:lnTo>
                  <a:pt x="6376" y="5718"/>
                </a:lnTo>
                <a:lnTo>
                  <a:pt x="5767" y="5548"/>
                </a:lnTo>
                <a:lnTo>
                  <a:pt x="5159" y="5329"/>
                </a:lnTo>
                <a:lnTo>
                  <a:pt x="3942" y="4867"/>
                </a:lnTo>
                <a:lnTo>
                  <a:pt x="3285" y="4623"/>
                </a:lnTo>
                <a:lnTo>
                  <a:pt x="2628" y="4404"/>
                </a:lnTo>
                <a:lnTo>
                  <a:pt x="2215" y="4234"/>
                </a:lnTo>
                <a:lnTo>
                  <a:pt x="1996" y="4185"/>
                </a:lnTo>
                <a:lnTo>
                  <a:pt x="1752" y="4137"/>
                </a:lnTo>
                <a:lnTo>
                  <a:pt x="1923" y="4015"/>
                </a:lnTo>
                <a:lnTo>
                  <a:pt x="2044" y="3869"/>
                </a:lnTo>
                <a:lnTo>
                  <a:pt x="2117" y="3699"/>
                </a:lnTo>
                <a:lnTo>
                  <a:pt x="2142" y="3528"/>
                </a:lnTo>
                <a:lnTo>
                  <a:pt x="2117" y="3334"/>
                </a:lnTo>
                <a:lnTo>
                  <a:pt x="2069" y="3139"/>
                </a:lnTo>
                <a:lnTo>
                  <a:pt x="1971" y="2969"/>
                </a:lnTo>
                <a:lnTo>
                  <a:pt x="1874" y="2798"/>
                </a:lnTo>
                <a:lnTo>
                  <a:pt x="1728" y="2652"/>
                </a:lnTo>
                <a:lnTo>
                  <a:pt x="1558" y="2531"/>
                </a:lnTo>
                <a:lnTo>
                  <a:pt x="1363" y="2433"/>
                </a:lnTo>
                <a:lnTo>
                  <a:pt x="1168" y="2385"/>
                </a:lnTo>
                <a:lnTo>
                  <a:pt x="974" y="2360"/>
                </a:lnTo>
                <a:lnTo>
                  <a:pt x="755" y="2360"/>
                </a:lnTo>
                <a:lnTo>
                  <a:pt x="658" y="2385"/>
                </a:lnTo>
                <a:lnTo>
                  <a:pt x="560" y="2433"/>
                </a:lnTo>
                <a:lnTo>
                  <a:pt x="463" y="2506"/>
                </a:lnTo>
                <a:lnTo>
                  <a:pt x="414" y="2579"/>
                </a:lnTo>
                <a:lnTo>
                  <a:pt x="317" y="2604"/>
                </a:lnTo>
                <a:lnTo>
                  <a:pt x="195" y="2677"/>
                </a:lnTo>
                <a:lnTo>
                  <a:pt x="122" y="2750"/>
                </a:lnTo>
                <a:lnTo>
                  <a:pt x="49" y="2871"/>
                </a:lnTo>
                <a:lnTo>
                  <a:pt x="25" y="2944"/>
                </a:lnTo>
                <a:lnTo>
                  <a:pt x="1" y="3042"/>
                </a:lnTo>
                <a:lnTo>
                  <a:pt x="1" y="3261"/>
                </a:lnTo>
                <a:lnTo>
                  <a:pt x="25" y="3455"/>
                </a:lnTo>
                <a:lnTo>
                  <a:pt x="98" y="3626"/>
                </a:lnTo>
                <a:lnTo>
                  <a:pt x="195" y="3820"/>
                </a:lnTo>
                <a:lnTo>
                  <a:pt x="341" y="3991"/>
                </a:lnTo>
                <a:lnTo>
                  <a:pt x="487" y="4112"/>
                </a:lnTo>
                <a:lnTo>
                  <a:pt x="658" y="4210"/>
                </a:lnTo>
                <a:lnTo>
                  <a:pt x="828" y="4283"/>
                </a:lnTo>
                <a:lnTo>
                  <a:pt x="1022" y="4307"/>
                </a:lnTo>
                <a:lnTo>
                  <a:pt x="1217" y="4307"/>
                </a:lnTo>
                <a:lnTo>
                  <a:pt x="1436" y="4258"/>
                </a:lnTo>
                <a:lnTo>
                  <a:pt x="1436" y="4331"/>
                </a:lnTo>
                <a:lnTo>
                  <a:pt x="1387" y="4356"/>
                </a:lnTo>
                <a:lnTo>
                  <a:pt x="1363" y="4404"/>
                </a:lnTo>
                <a:lnTo>
                  <a:pt x="1339" y="4453"/>
                </a:lnTo>
                <a:lnTo>
                  <a:pt x="1339" y="4526"/>
                </a:lnTo>
                <a:lnTo>
                  <a:pt x="1436" y="5013"/>
                </a:lnTo>
                <a:lnTo>
                  <a:pt x="1582" y="5475"/>
                </a:lnTo>
                <a:lnTo>
                  <a:pt x="1728" y="5962"/>
                </a:lnTo>
                <a:lnTo>
                  <a:pt x="1850" y="6448"/>
                </a:lnTo>
                <a:lnTo>
                  <a:pt x="2069" y="7446"/>
                </a:lnTo>
                <a:lnTo>
                  <a:pt x="2190" y="7957"/>
                </a:lnTo>
                <a:lnTo>
                  <a:pt x="2312" y="8468"/>
                </a:lnTo>
                <a:lnTo>
                  <a:pt x="2799" y="10244"/>
                </a:lnTo>
                <a:lnTo>
                  <a:pt x="2896" y="10633"/>
                </a:lnTo>
                <a:lnTo>
                  <a:pt x="2969" y="11071"/>
                </a:lnTo>
                <a:lnTo>
                  <a:pt x="3042" y="11485"/>
                </a:lnTo>
                <a:lnTo>
                  <a:pt x="3139" y="11899"/>
                </a:lnTo>
                <a:lnTo>
                  <a:pt x="3164" y="11947"/>
                </a:lnTo>
                <a:lnTo>
                  <a:pt x="3188" y="11972"/>
                </a:lnTo>
                <a:lnTo>
                  <a:pt x="3285" y="12045"/>
                </a:lnTo>
                <a:lnTo>
                  <a:pt x="3334" y="12069"/>
                </a:lnTo>
                <a:lnTo>
                  <a:pt x="3383" y="12093"/>
                </a:lnTo>
                <a:lnTo>
                  <a:pt x="3650" y="12118"/>
                </a:lnTo>
                <a:lnTo>
                  <a:pt x="3894" y="12118"/>
                </a:lnTo>
                <a:lnTo>
                  <a:pt x="4161" y="12069"/>
                </a:lnTo>
                <a:lnTo>
                  <a:pt x="4429" y="12020"/>
                </a:lnTo>
                <a:lnTo>
                  <a:pt x="4818" y="11923"/>
                </a:lnTo>
                <a:lnTo>
                  <a:pt x="5208" y="11874"/>
                </a:lnTo>
                <a:lnTo>
                  <a:pt x="5986" y="11777"/>
                </a:lnTo>
                <a:lnTo>
                  <a:pt x="6765" y="11704"/>
                </a:lnTo>
                <a:lnTo>
                  <a:pt x="7568" y="11655"/>
                </a:lnTo>
                <a:lnTo>
                  <a:pt x="8347" y="11631"/>
                </a:lnTo>
                <a:lnTo>
                  <a:pt x="9149" y="11607"/>
                </a:lnTo>
                <a:lnTo>
                  <a:pt x="9952" y="11631"/>
                </a:lnTo>
                <a:lnTo>
                  <a:pt x="10731" y="11655"/>
                </a:lnTo>
                <a:lnTo>
                  <a:pt x="11534" y="11728"/>
                </a:lnTo>
                <a:lnTo>
                  <a:pt x="12313" y="11801"/>
                </a:lnTo>
                <a:lnTo>
                  <a:pt x="13116" y="11899"/>
                </a:lnTo>
                <a:lnTo>
                  <a:pt x="13919" y="12020"/>
                </a:lnTo>
                <a:lnTo>
                  <a:pt x="14600" y="12118"/>
                </a:lnTo>
                <a:lnTo>
                  <a:pt x="14941" y="12215"/>
                </a:lnTo>
                <a:lnTo>
                  <a:pt x="15257" y="12312"/>
                </a:lnTo>
                <a:lnTo>
                  <a:pt x="15354" y="12337"/>
                </a:lnTo>
                <a:lnTo>
                  <a:pt x="15452" y="12312"/>
                </a:lnTo>
                <a:lnTo>
                  <a:pt x="15525" y="12264"/>
                </a:lnTo>
                <a:lnTo>
                  <a:pt x="15598" y="12191"/>
                </a:lnTo>
                <a:lnTo>
                  <a:pt x="15622" y="12142"/>
                </a:lnTo>
                <a:lnTo>
                  <a:pt x="15671" y="12093"/>
                </a:lnTo>
                <a:lnTo>
                  <a:pt x="16011" y="10950"/>
                </a:lnTo>
                <a:lnTo>
                  <a:pt x="16352" y="9806"/>
                </a:lnTo>
                <a:lnTo>
                  <a:pt x="16401" y="9758"/>
                </a:lnTo>
                <a:lnTo>
                  <a:pt x="16425" y="9685"/>
                </a:lnTo>
                <a:lnTo>
                  <a:pt x="16449" y="9612"/>
                </a:lnTo>
                <a:lnTo>
                  <a:pt x="16425" y="9539"/>
                </a:lnTo>
                <a:lnTo>
                  <a:pt x="16863" y="8006"/>
                </a:lnTo>
                <a:lnTo>
                  <a:pt x="17009" y="7519"/>
                </a:lnTo>
                <a:lnTo>
                  <a:pt x="17106" y="7032"/>
                </a:lnTo>
                <a:lnTo>
                  <a:pt x="17325" y="6059"/>
                </a:lnTo>
                <a:lnTo>
                  <a:pt x="17422" y="5645"/>
                </a:lnTo>
                <a:lnTo>
                  <a:pt x="17544" y="5256"/>
                </a:lnTo>
                <a:lnTo>
                  <a:pt x="17836" y="4477"/>
                </a:lnTo>
                <a:lnTo>
                  <a:pt x="17982" y="4526"/>
                </a:lnTo>
                <a:lnTo>
                  <a:pt x="18274" y="4526"/>
                </a:lnTo>
                <a:lnTo>
                  <a:pt x="18420" y="4502"/>
                </a:lnTo>
                <a:lnTo>
                  <a:pt x="18566" y="4453"/>
                </a:lnTo>
                <a:lnTo>
                  <a:pt x="18688" y="4380"/>
                </a:lnTo>
                <a:lnTo>
                  <a:pt x="18809" y="4307"/>
                </a:lnTo>
                <a:lnTo>
                  <a:pt x="18907" y="4185"/>
                </a:lnTo>
                <a:lnTo>
                  <a:pt x="19004" y="4015"/>
                </a:lnTo>
                <a:lnTo>
                  <a:pt x="19077" y="3845"/>
                </a:lnTo>
                <a:lnTo>
                  <a:pt x="19101" y="3650"/>
                </a:lnTo>
                <a:lnTo>
                  <a:pt x="19126" y="3455"/>
                </a:lnTo>
                <a:lnTo>
                  <a:pt x="19101" y="3261"/>
                </a:lnTo>
                <a:lnTo>
                  <a:pt x="19077" y="3066"/>
                </a:lnTo>
                <a:lnTo>
                  <a:pt x="19004" y="2871"/>
                </a:lnTo>
                <a:lnTo>
                  <a:pt x="18931" y="2701"/>
                </a:lnTo>
                <a:lnTo>
                  <a:pt x="18809" y="2531"/>
                </a:lnTo>
                <a:lnTo>
                  <a:pt x="18639" y="2385"/>
                </a:lnTo>
                <a:lnTo>
                  <a:pt x="18444" y="2287"/>
                </a:lnTo>
                <a:lnTo>
                  <a:pt x="18250" y="2239"/>
                </a:lnTo>
                <a:lnTo>
                  <a:pt x="18055" y="2214"/>
                </a:lnTo>
                <a:lnTo>
                  <a:pt x="17836" y="2263"/>
                </a:lnTo>
                <a:lnTo>
                  <a:pt x="17739" y="2287"/>
                </a:lnTo>
                <a:lnTo>
                  <a:pt x="17641" y="2360"/>
                </a:lnTo>
                <a:lnTo>
                  <a:pt x="17568" y="2409"/>
                </a:lnTo>
                <a:lnTo>
                  <a:pt x="17495" y="2506"/>
                </a:lnTo>
                <a:lnTo>
                  <a:pt x="17447" y="2579"/>
                </a:lnTo>
                <a:lnTo>
                  <a:pt x="17447" y="2652"/>
                </a:lnTo>
                <a:lnTo>
                  <a:pt x="17301" y="2774"/>
                </a:lnTo>
                <a:lnTo>
                  <a:pt x="17179" y="2944"/>
                </a:lnTo>
                <a:lnTo>
                  <a:pt x="17106" y="3115"/>
                </a:lnTo>
                <a:lnTo>
                  <a:pt x="17057" y="3309"/>
                </a:lnTo>
                <a:lnTo>
                  <a:pt x="17033" y="3528"/>
                </a:lnTo>
                <a:lnTo>
                  <a:pt x="17057" y="3723"/>
                </a:lnTo>
                <a:lnTo>
                  <a:pt x="17106" y="3918"/>
                </a:lnTo>
                <a:lnTo>
                  <a:pt x="17203" y="4088"/>
                </a:lnTo>
                <a:lnTo>
                  <a:pt x="17252" y="4137"/>
                </a:lnTo>
                <a:lnTo>
                  <a:pt x="16522" y="4404"/>
                </a:lnTo>
                <a:lnTo>
                  <a:pt x="15768" y="4672"/>
                </a:lnTo>
                <a:lnTo>
                  <a:pt x="14235" y="5134"/>
                </a:lnTo>
                <a:lnTo>
                  <a:pt x="13870" y="5256"/>
                </a:lnTo>
                <a:lnTo>
                  <a:pt x="13481" y="5426"/>
                </a:lnTo>
                <a:lnTo>
                  <a:pt x="13116" y="5572"/>
                </a:lnTo>
                <a:lnTo>
                  <a:pt x="12726" y="5718"/>
                </a:lnTo>
                <a:lnTo>
                  <a:pt x="12532" y="5426"/>
                </a:lnTo>
                <a:lnTo>
                  <a:pt x="12337" y="5159"/>
                </a:lnTo>
                <a:lnTo>
                  <a:pt x="11923" y="4648"/>
                </a:lnTo>
                <a:lnTo>
                  <a:pt x="11485" y="4112"/>
                </a:lnTo>
                <a:lnTo>
                  <a:pt x="11072" y="3601"/>
                </a:lnTo>
                <a:lnTo>
                  <a:pt x="10853" y="3261"/>
                </a:lnTo>
                <a:lnTo>
                  <a:pt x="10585" y="2896"/>
                </a:lnTo>
                <a:lnTo>
                  <a:pt x="10415" y="2725"/>
                </a:lnTo>
                <a:lnTo>
                  <a:pt x="10269" y="2555"/>
                </a:lnTo>
                <a:lnTo>
                  <a:pt x="10098" y="2409"/>
                </a:lnTo>
                <a:lnTo>
                  <a:pt x="9904" y="2312"/>
                </a:lnTo>
                <a:lnTo>
                  <a:pt x="10025" y="2287"/>
                </a:lnTo>
                <a:lnTo>
                  <a:pt x="10147" y="2239"/>
                </a:lnTo>
                <a:lnTo>
                  <a:pt x="10269" y="2166"/>
                </a:lnTo>
                <a:lnTo>
                  <a:pt x="10366" y="2069"/>
                </a:lnTo>
                <a:lnTo>
                  <a:pt x="10488" y="1898"/>
                </a:lnTo>
                <a:lnTo>
                  <a:pt x="10561" y="1704"/>
                </a:lnTo>
                <a:lnTo>
                  <a:pt x="10609" y="1509"/>
                </a:lnTo>
                <a:lnTo>
                  <a:pt x="10634" y="1290"/>
                </a:lnTo>
                <a:lnTo>
                  <a:pt x="10609" y="1095"/>
                </a:lnTo>
                <a:lnTo>
                  <a:pt x="10585" y="876"/>
                </a:lnTo>
                <a:lnTo>
                  <a:pt x="10512" y="682"/>
                </a:lnTo>
                <a:lnTo>
                  <a:pt x="10439" y="511"/>
                </a:lnTo>
                <a:lnTo>
                  <a:pt x="10342" y="341"/>
                </a:lnTo>
                <a:lnTo>
                  <a:pt x="10196" y="195"/>
                </a:lnTo>
                <a:lnTo>
                  <a:pt x="10050" y="98"/>
                </a:lnTo>
                <a:lnTo>
                  <a:pt x="9855" y="25"/>
                </a:lnTo>
                <a:lnTo>
                  <a:pt x="975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17" name="Google Shape;817;p39"/>
          <p:cNvSpPr/>
          <p:nvPr/>
        </p:nvSpPr>
        <p:spPr>
          <a:xfrm>
            <a:off x="4382678" y="1489711"/>
            <a:ext cx="385041" cy="389281"/>
          </a:xfrm>
          <a:custGeom>
            <a:avLst/>
            <a:gdLst/>
            <a:ahLst/>
            <a:cxnLst/>
            <a:rect l="l" t="t" r="r" b="b"/>
            <a:pathLst>
              <a:path w="17618" h="17812" extrusionOk="0">
                <a:moveTo>
                  <a:pt x="8785" y="3553"/>
                </a:moveTo>
                <a:lnTo>
                  <a:pt x="8931" y="3845"/>
                </a:lnTo>
                <a:lnTo>
                  <a:pt x="9052" y="4137"/>
                </a:lnTo>
                <a:lnTo>
                  <a:pt x="9223" y="4453"/>
                </a:lnTo>
                <a:lnTo>
                  <a:pt x="9198" y="4502"/>
                </a:lnTo>
                <a:lnTo>
                  <a:pt x="9198" y="4551"/>
                </a:lnTo>
                <a:lnTo>
                  <a:pt x="9223" y="4599"/>
                </a:lnTo>
                <a:lnTo>
                  <a:pt x="9247" y="4624"/>
                </a:lnTo>
                <a:lnTo>
                  <a:pt x="9393" y="4721"/>
                </a:lnTo>
                <a:lnTo>
                  <a:pt x="9539" y="4794"/>
                </a:lnTo>
                <a:lnTo>
                  <a:pt x="9685" y="4842"/>
                </a:lnTo>
                <a:lnTo>
                  <a:pt x="9855" y="4891"/>
                </a:lnTo>
                <a:lnTo>
                  <a:pt x="10220" y="4940"/>
                </a:lnTo>
                <a:lnTo>
                  <a:pt x="10561" y="4988"/>
                </a:lnTo>
                <a:lnTo>
                  <a:pt x="10366" y="5110"/>
                </a:lnTo>
                <a:lnTo>
                  <a:pt x="10172" y="5256"/>
                </a:lnTo>
                <a:lnTo>
                  <a:pt x="10001" y="5378"/>
                </a:lnTo>
                <a:lnTo>
                  <a:pt x="9831" y="5524"/>
                </a:lnTo>
                <a:lnTo>
                  <a:pt x="9734" y="5548"/>
                </a:lnTo>
                <a:lnTo>
                  <a:pt x="9661" y="5572"/>
                </a:lnTo>
                <a:lnTo>
                  <a:pt x="9612" y="5645"/>
                </a:lnTo>
                <a:lnTo>
                  <a:pt x="9588" y="5743"/>
                </a:lnTo>
                <a:lnTo>
                  <a:pt x="9588" y="5962"/>
                </a:lnTo>
                <a:lnTo>
                  <a:pt x="9636" y="6156"/>
                </a:lnTo>
                <a:lnTo>
                  <a:pt x="9758" y="6570"/>
                </a:lnTo>
                <a:lnTo>
                  <a:pt x="9831" y="6911"/>
                </a:lnTo>
                <a:lnTo>
                  <a:pt x="9831" y="6911"/>
                </a:lnTo>
                <a:lnTo>
                  <a:pt x="9466" y="6740"/>
                </a:lnTo>
                <a:lnTo>
                  <a:pt x="9125" y="6546"/>
                </a:lnTo>
                <a:lnTo>
                  <a:pt x="8979" y="6473"/>
                </a:lnTo>
                <a:lnTo>
                  <a:pt x="8785" y="6400"/>
                </a:lnTo>
                <a:lnTo>
                  <a:pt x="8687" y="6400"/>
                </a:lnTo>
                <a:lnTo>
                  <a:pt x="8614" y="6473"/>
                </a:lnTo>
                <a:lnTo>
                  <a:pt x="8444" y="6497"/>
                </a:lnTo>
                <a:lnTo>
                  <a:pt x="8274" y="6570"/>
                </a:lnTo>
                <a:lnTo>
                  <a:pt x="7957" y="6765"/>
                </a:lnTo>
                <a:lnTo>
                  <a:pt x="7592" y="6984"/>
                </a:lnTo>
                <a:lnTo>
                  <a:pt x="7714" y="6351"/>
                </a:lnTo>
                <a:lnTo>
                  <a:pt x="7787" y="6083"/>
                </a:lnTo>
                <a:lnTo>
                  <a:pt x="7836" y="6083"/>
                </a:lnTo>
                <a:lnTo>
                  <a:pt x="7909" y="6059"/>
                </a:lnTo>
                <a:lnTo>
                  <a:pt x="7957" y="6035"/>
                </a:lnTo>
                <a:lnTo>
                  <a:pt x="8006" y="5986"/>
                </a:lnTo>
                <a:lnTo>
                  <a:pt x="8030" y="5937"/>
                </a:lnTo>
                <a:lnTo>
                  <a:pt x="8030" y="5889"/>
                </a:lnTo>
                <a:lnTo>
                  <a:pt x="8030" y="5816"/>
                </a:lnTo>
                <a:lnTo>
                  <a:pt x="8006" y="5767"/>
                </a:lnTo>
                <a:lnTo>
                  <a:pt x="7860" y="5572"/>
                </a:lnTo>
                <a:lnTo>
                  <a:pt x="7690" y="5426"/>
                </a:lnTo>
                <a:lnTo>
                  <a:pt x="7300" y="5159"/>
                </a:lnTo>
                <a:lnTo>
                  <a:pt x="6960" y="4915"/>
                </a:lnTo>
                <a:lnTo>
                  <a:pt x="7057" y="4915"/>
                </a:lnTo>
                <a:lnTo>
                  <a:pt x="7325" y="4867"/>
                </a:lnTo>
                <a:lnTo>
                  <a:pt x="7592" y="4818"/>
                </a:lnTo>
                <a:lnTo>
                  <a:pt x="7884" y="4745"/>
                </a:lnTo>
                <a:lnTo>
                  <a:pt x="8006" y="4721"/>
                </a:lnTo>
                <a:lnTo>
                  <a:pt x="8128" y="4648"/>
                </a:lnTo>
                <a:lnTo>
                  <a:pt x="8201" y="4599"/>
                </a:lnTo>
                <a:lnTo>
                  <a:pt x="8225" y="4526"/>
                </a:lnTo>
                <a:lnTo>
                  <a:pt x="8298" y="4453"/>
                </a:lnTo>
                <a:lnTo>
                  <a:pt x="8371" y="4380"/>
                </a:lnTo>
                <a:lnTo>
                  <a:pt x="8493" y="4186"/>
                </a:lnTo>
                <a:lnTo>
                  <a:pt x="8663" y="3821"/>
                </a:lnTo>
                <a:lnTo>
                  <a:pt x="8785" y="3553"/>
                </a:lnTo>
                <a:close/>
                <a:moveTo>
                  <a:pt x="8712" y="3042"/>
                </a:moveTo>
                <a:lnTo>
                  <a:pt x="8614" y="3091"/>
                </a:lnTo>
                <a:lnTo>
                  <a:pt x="8541" y="3139"/>
                </a:lnTo>
                <a:lnTo>
                  <a:pt x="8468" y="3237"/>
                </a:lnTo>
                <a:lnTo>
                  <a:pt x="8347" y="3431"/>
                </a:lnTo>
                <a:lnTo>
                  <a:pt x="8274" y="3602"/>
                </a:lnTo>
                <a:lnTo>
                  <a:pt x="8152" y="3821"/>
                </a:lnTo>
                <a:lnTo>
                  <a:pt x="8006" y="4040"/>
                </a:lnTo>
                <a:lnTo>
                  <a:pt x="7909" y="4161"/>
                </a:lnTo>
                <a:lnTo>
                  <a:pt x="7860" y="4234"/>
                </a:lnTo>
                <a:lnTo>
                  <a:pt x="7811" y="4307"/>
                </a:lnTo>
                <a:lnTo>
                  <a:pt x="7617" y="4356"/>
                </a:lnTo>
                <a:lnTo>
                  <a:pt x="7398" y="4405"/>
                </a:lnTo>
                <a:lnTo>
                  <a:pt x="7008" y="4526"/>
                </a:lnTo>
                <a:lnTo>
                  <a:pt x="6643" y="4575"/>
                </a:lnTo>
                <a:lnTo>
                  <a:pt x="6546" y="4599"/>
                </a:lnTo>
                <a:lnTo>
                  <a:pt x="6449" y="4648"/>
                </a:lnTo>
                <a:lnTo>
                  <a:pt x="6400" y="4697"/>
                </a:lnTo>
                <a:lnTo>
                  <a:pt x="6376" y="4745"/>
                </a:lnTo>
                <a:lnTo>
                  <a:pt x="6400" y="4818"/>
                </a:lnTo>
                <a:lnTo>
                  <a:pt x="6449" y="4867"/>
                </a:lnTo>
                <a:lnTo>
                  <a:pt x="6449" y="4940"/>
                </a:lnTo>
                <a:lnTo>
                  <a:pt x="6497" y="5013"/>
                </a:lnTo>
                <a:lnTo>
                  <a:pt x="6619" y="5159"/>
                </a:lnTo>
                <a:lnTo>
                  <a:pt x="6741" y="5280"/>
                </a:lnTo>
                <a:lnTo>
                  <a:pt x="6887" y="5378"/>
                </a:lnTo>
                <a:lnTo>
                  <a:pt x="7495" y="5889"/>
                </a:lnTo>
                <a:lnTo>
                  <a:pt x="7446" y="5962"/>
                </a:lnTo>
                <a:lnTo>
                  <a:pt x="7398" y="6059"/>
                </a:lnTo>
                <a:lnTo>
                  <a:pt x="7325" y="6229"/>
                </a:lnTo>
                <a:lnTo>
                  <a:pt x="7179" y="6765"/>
                </a:lnTo>
                <a:lnTo>
                  <a:pt x="7057" y="7300"/>
                </a:lnTo>
                <a:lnTo>
                  <a:pt x="7057" y="7397"/>
                </a:lnTo>
                <a:lnTo>
                  <a:pt x="7106" y="7470"/>
                </a:lnTo>
                <a:lnTo>
                  <a:pt x="7154" y="7519"/>
                </a:lnTo>
                <a:lnTo>
                  <a:pt x="7203" y="7543"/>
                </a:lnTo>
                <a:lnTo>
                  <a:pt x="7276" y="7568"/>
                </a:lnTo>
                <a:lnTo>
                  <a:pt x="7349" y="7543"/>
                </a:lnTo>
                <a:lnTo>
                  <a:pt x="7422" y="7519"/>
                </a:lnTo>
                <a:lnTo>
                  <a:pt x="7471" y="7446"/>
                </a:lnTo>
                <a:lnTo>
                  <a:pt x="7617" y="7397"/>
                </a:lnTo>
                <a:lnTo>
                  <a:pt x="7763" y="7324"/>
                </a:lnTo>
                <a:lnTo>
                  <a:pt x="8030" y="7178"/>
                </a:lnTo>
                <a:lnTo>
                  <a:pt x="8371" y="7032"/>
                </a:lnTo>
                <a:lnTo>
                  <a:pt x="8541" y="6935"/>
                </a:lnTo>
                <a:lnTo>
                  <a:pt x="8712" y="6838"/>
                </a:lnTo>
                <a:lnTo>
                  <a:pt x="8736" y="6838"/>
                </a:lnTo>
                <a:lnTo>
                  <a:pt x="8833" y="6935"/>
                </a:lnTo>
                <a:lnTo>
                  <a:pt x="8955" y="7008"/>
                </a:lnTo>
                <a:lnTo>
                  <a:pt x="9174" y="7130"/>
                </a:lnTo>
                <a:lnTo>
                  <a:pt x="9369" y="7251"/>
                </a:lnTo>
                <a:lnTo>
                  <a:pt x="9612" y="7373"/>
                </a:lnTo>
                <a:lnTo>
                  <a:pt x="9855" y="7446"/>
                </a:lnTo>
                <a:lnTo>
                  <a:pt x="10074" y="7519"/>
                </a:lnTo>
                <a:lnTo>
                  <a:pt x="10147" y="7495"/>
                </a:lnTo>
                <a:lnTo>
                  <a:pt x="10220" y="7470"/>
                </a:lnTo>
                <a:lnTo>
                  <a:pt x="10269" y="7446"/>
                </a:lnTo>
                <a:lnTo>
                  <a:pt x="10293" y="7373"/>
                </a:lnTo>
                <a:lnTo>
                  <a:pt x="10293" y="7324"/>
                </a:lnTo>
                <a:lnTo>
                  <a:pt x="10293" y="7251"/>
                </a:lnTo>
                <a:lnTo>
                  <a:pt x="10293" y="7178"/>
                </a:lnTo>
                <a:lnTo>
                  <a:pt x="10245" y="7130"/>
                </a:lnTo>
                <a:lnTo>
                  <a:pt x="10269" y="7032"/>
                </a:lnTo>
                <a:lnTo>
                  <a:pt x="10269" y="6935"/>
                </a:lnTo>
                <a:lnTo>
                  <a:pt x="10245" y="6716"/>
                </a:lnTo>
                <a:lnTo>
                  <a:pt x="10196" y="6497"/>
                </a:lnTo>
                <a:lnTo>
                  <a:pt x="10123" y="6278"/>
                </a:lnTo>
                <a:lnTo>
                  <a:pt x="10074" y="6059"/>
                </a:lnTo>
                <a:lnTo>
                  <a:pt x="10050" y="5840"/>
                </a:lnTo>
                <a:lnTo>
                  <a:pt x="10293" y="5694"/>
                </a:lnTo>
                <a:lnTo>
                  <a:pt x="10537" y="5524"/>
                </a:lnTo>
                <a:lnTo>
                  <a:pt x="10683" y="5426"/>
                </a:lnTo>
                <a:lnTo>
                  <a:pt x="10829" y="5305"/>
                </a:lnTo>
                <a:lnTo>
                  <a:pt x="10975" y="5183"/>
                </a:lnTo>
                <a:lnTo>
                  <a:pt x="11096" y="5037"/>
                </a:lnTo>
                <a:lnTo>
                  <a:pt x="11121" y="4940"/>
                </a:lnTo>
                <a:lnTo>
                  <a:pt x="11096" y="4842"/>
                </a:lnTo>
                <a:lnTo>
                  <a:pt x="11121" y="4745"/>
                </a:lnTo>
                <a:lnTo>
                  <a:pt x="11072" y="4648"/>
                </a:lnTo>
                <a:lnTo>
                  <a:pt x="10999" y="4551"/>
                </a:lnTo>
                <a:lnTo>
                  <a:pt x="10950" y="4526"/>
                </a:lnTo>
                <a:lnTo>
                  <a:pt x="10877" y="4526"/>
                </a:lnTo>
                <a:lnTo>
                  <a:pt x="10610" y="4502"/>
                </a:lnTo>
                <a:lnTo>
                  <a:pt x="10318" y="4453"/>
                </a:lnTo>
                <a:lnTo>
                  <a:pt x="10026" y="4429"/>
                </a:lnTo>
                <a:lnTo>
                  <a:pt x="9734" y="4380"/>
                </a:lnTo>
                <a:lnTo>
                  <a:pt x="9709" y="4283"/>
                </a:lnTo>
                <a:lnTo>
                  <a:pt x="9490" y="3942"/>
                </a:lnTo>
                <a:lnTo>
                  <a:pt x="9296" y="3602"/>
                </a:lnTo>
                <a:lnTo>
                  <a:pt x="9150" y="3334"/>
                </a:lnTo>
                <a:lnTo>
                  <a:pt x="9052" y="3212"/>
                </a:lnTo>
                <a:lnTo>
                  <a:pt x="8979" y="3164"/>
                </a:lnTo>
                <a:lnTo>
                  <a:pt x="8906" y="3139"/>
                </a:lnTo>
                <a:lnTo>
                  <a:pt x="8882" y="3139"/>
                </a:lnTo>
                <a:lnTo>
                  <a:pt x="8858" y="3091"/>
                </a:lnTo>
                <a:lnTo>
                  <a:pt x="8785" y="3066"/>
                </a:lnTo>
                <a:lnTo>
                  <a:pt x="8712" y="3042"/>
                </a:lnTo>
                <a:close/>
                <a:moveTo>
                  <a:pt x="14430" y="2507"/>
                </a:moveTo>
                <a:lnTo>
                  <a:pt x="14576" y="2531"/>
                </a:lnTo>
                <a:lnTo>
                  <a:pt x="14868" y="2531"/>
                </a:lnTo>
                <a:lnTo>
                  <a:pt x="15403" y="2580"/>
                </a:lnTo>
                <a:lnTo>
                  <a:pt x="15695" y="2604"/>
                </a:lnTo>
                <a:lnTo>
                  <a:pt x="15987" y="2604"/>
                </a:lnTo>
                <a:lnTo>
                  <a:pt x="15890" y="2945"/>
                </a:lnTo>
                <a:lnTo>
                  <a:pt x="15865" y="3310"/>
                </a:lnTo>
                <a:lnTo>
                  <a:pt x="15817" y="3675"/>
                </a:lnTo>
                <a:lnTo>
                  <a:pt x="15768" y="4015"/>
                </a:lnTo>
                <a:lnTo>
                  <a:pt x="15671" y="4599"/>
                </a:lnTo>
                <a:lnTo>
                  <a:pt x="15500" y="5159"/>
                </a:lnTo>
                <a:lnTo>
                  <a:pt x="15306" y="5718"/>
                </a:lnTo>
                <a:lnTo>
                  <a:pt x="15184" y="5986"/>
                </a:lnTo>
                <a:lnTo>
                  <a:pt x="15062" y="6254"/>
                </a:lnTo>
                <a:lnTo>
                  <a:pt x="14843" y="6594"/>
                </a:lnTo>
                <a:lnTo>
                  <a:pt x="14576" y="6935"/>
                </a:lnTo>
                <a:lnTo>
                  <a:pt x="14308" y="7227"/>
                </a:lnTo>
                <a:lnTo>
                  <a:pt x="14040" y="7543"/>
                </a:lnTo>
                <a:lnTo>
                  <a:pt x="13700" y="7860"/>
                </a:lnTo>
                <a:lnTo>
                  <a:pt x="13335" y="8127"/>
                </a:lnTo>
                <a:lnTo>
                  <a:pt x="13286" y="8152"/>
                </a:lnTo>
                <a:lnTo>
                  <a:pt x="13408" y="7641"/>
                </a:lnTo>
                <a:lnTo>
                  <a:pt x="13529" y="7251"/>
                </a:lnTo>
                <a:lnTo>
                  <a:pt x="13602" y="6862"/>
                </a:lnTo>
                <a:lnTo>
                  <a:pt x="13724" y="6059"/>
                </a:lnTo>
                <a:lnTo>
                  <a:pt x="13748" y="5937"/>
                </a:lnTo>
                <a:lnTo>
                  <a:pt x="13992" y="4624"/>
                </a:lnTo>
                <a:lnTo>
                  <a:pt x="14089" y="4088"/>
                </a:lnTo>
                <a:lnTo>
                  <a:pt x="14186" y="3553"/>
                </a:lnTo>
                <a:lnTo>
                  <a:pt x="14259" y="3018"/>
                </a:lnTo>
                <a:lnTo>
                  <a:pt x="14284" y="2507"/>
                </a:lnTo>
                <a:close/>
                <a:moveTo>
                  <a:pt x="2118" y="2482"/>
                </a:moveTo>
                <a:lnTo>
                  <a:pt x="2677" y="2507"/>
                </a:lnTo>
                <a:lnTo>
                  <a:pt x="3261" y="2555"/>
                </a:lnTo>
                <a:lnTo>
                  <a:pt x="3213" y="2750"/>
                </a:lnTo>
                <a:lnTo>
                  <a:pt x="3213" y="2945"/>
                </a:lnTo>
                <a:lnTo>
                  <a:pt x="3237" y="3310"/>
                </a:lnTo>
                <a:lnTo>
                  <a:pt x="3286" y="3699"/>
                </a:lnTo>
                <a:lnTo>
                  <a:pt x="3334" y="4064"/>
                </a:lnTo>
                <a:lnTo>
                  <a:pt x="3456" y="4842"/>
                </a:lnTo>
                <a:lnTo>
                  <a:pt x="3529" y="5305"/>
                </a:lnTo>
                <a:lnTo>
                  <a:pt x="3602" y="5791"/>
                </a:lnTo>
                <a:lnTo>
                  <a:pt x="3699" y="6254"/>
                </a:lnTo>
                <a:lnTo>
                  <a:pt x="3845" y="6716"/>
                </a:lnTo>
                <a:lnTo>
                  <a:pt x="3991" y="7154"/>
                </a:lnTo>
                <a:lnTo>
                  <a:pt x="4162" y="7592"/>
                </a:lnTo>
                <a:lnTo>
                  <a:pt x="4381" y="8030"/>
                </a:lnTo>
                <a:lnTo>
                  <a:pt x="4600" y="8444"/>
                </a:lnTo>
                <a:lnTo>
                  <a:pt x="4381" y="8346"/>
                </a:lnTo>
                <a:lnTo>
                  <a:pt x="4162" y="8225"/>
                </a:lnTo>
                <a:lnTo>
                  <a:pt x="3967" y="8103"/>
                </a:lnTo>
                <a:lnTo>
                  <a:pt x="3772" y="7933"/>
                </a:lnTo>
                <a:lnTo>
                  <a:pt x="3602" y="7762"/>
                </a:lnTo>
                <a:lnTo>
                  <a:pt x="3407" y="7568"/>
                </a:lnTo>
                <a:lnTo>
                  <a:pt x="3091" y="7130"/>
                </a:lnTo>
                <a:lnTo>
                  <a:pt x="2823" y="6692"/>
                </a:lnTo>
                <a:lnTo>
                  <a:pt x="2580" y="6229"/>
                </a:lnTo>
                <a:lnTo>
                  <a:pt x="2385" y="5767"/>
                </a:lnTo>
                <a:lnTo>
                  <a:pt x="2191" y="5305"/>
                </a:lnTo>
                <a:lnTo>
                  <a:pt x="1947" y="4624"/>
                </a:lnTo>
                <a:lnTo>
                  <a:pt x="1728" y="3918"/>
                </a:lnTo>
                <a:lnTo>
                  <a:pt x="1607" y="3480"/>
                </a:lnTo>
                <a:lnTo>
                  <a:pt x="1534" y="3042"/>
                </a:lnTo>
                <a:lnTo>
                  <a:pt x="1534" y="2920"/>
                </a:lnTo>
                <a:lnTo>
                  <a:pt x="1534" y="2799"/>
                </a:lnTo>
                <a:lnTo>
                  <a:pt x="1558" y="2677"/>
                </a:lnTo>
                <a:lnTo>
                  <a:pt x="1534" y="2555"/>
                </a:lnTo>
                <a:lnTo>
                  <a:pt x="1850" y="2507"/>
                </a:lnTo>
                <a:lnTo>
                  <a:pt x="2118" y="2482"/>
                </a:lnTo>
                <a:close/>
                <a:moveTo>
                  <a:pt x="1850" y="1996"/>
                </a:moveTo>
                <a:lnTo>
                  <a:pt x="1558" y="2044"/>
                </a:lnTo>
                <a:lnTo>
                  <a:pt x="1412" y="2069"/>
                </a:lnTo>
                <a:lnTo>
                  <a:pt x="1290" y="2142"/>
                </a:lnTo>
                <a:lnTo>
                  <a:pt x="1193" y="2215"/>
                </a:lnTo>
                <a:lnTo>
                  <a:pt x="1120" y="2336"/>
                </a:lnTo>
                <a:lnTo>
                  <a:pt x="1120" y="2409"/>
                </a:lnTo>
                <a:lnTo>
                  <a:pt x="1169" y="2482"/>
                </a:lnTo>
                <a:lnTo>
                  <a:pt x="1096" y="2604"/>
                </a:lnTo>
                <a:lnTo>
                  <a:pt x="1047" y="2750"/>
                </a:lnTo>
                <a:lnTo>
                  <a:pt x="1023" y="2945"/>
                </a:lnTo>
                <a:lnTo>
                  <a:pt x="1023" y="3139"/>
                </a:lnTo>
                <a:lnTo>
                  <a:pt x="1047" y="3358"/>
                </a:lnTo>
                <a:lnTo>
                  <a:pt x="1071" y="3577"/>
                </a:lnTo>
                <a:lnTo>
                  <a:pt x="1193" y="4064"/>
                </a:lnTo>
                <a:lnTo>
                  <a:pt x="1363" y="4551"/>
                </a:lnTo>
                <a:lnTo>
                  <a:pt x="1509" y="4988"/>
                </a:lnTo>
                <a:lnTo>
                  <a:pt x="1753" y="5597"/>
                </a:lnTo>
                <a:lnTo>
                  <a:pt x="1972" y="6132"/>
                </a:lnTo>
                <a:lnTo>
                  <a:pt x="2215" y="6692"/>
                </a:lnTo>
                <a:lnTo>
                  <a:pt x="2531" y="7227"/>
                </a:lnTo>
                <a:lnTo>
                  <a:pt x="2726" y="7495"/>
                </a:lnTo>
                <a:lnTo>
                  <a:pt x="2896" y="7762"/>
                </a:lnTo>
                <a:lnTo>
                  <a:pt x="3115" y="7981"/>
                </a:lnTo>
                <a:lnTo>
                  <a:pt x="3334" y="8200"/>
                </a:lnTo>
                <a:lnTo>
                  <a:pt x="3553" y="8395"/>
                </a:lnTo>
                <a:lnTo>
                  <a:pt x="3797" y="8565"/>
                </a:lnTo>
                <a:lnTo>
                  <a:pt x="4064" y="8711"/>
                </a:lnTo>
                <a:lnTo>
                  <a:pt x="4332" y="8833"/>
                </a:lnTo>
                <a:lnTo>
                  <a:pt x="4624" y="8882"/>
                </a:lnTo>
                <a:lnTo>
                  <a:pt x="4916" y="8930"/>
                </a:lnTo>
                <a:lnTo>
                  <a:pt x="4964" y="8906"/>
                </a:lnTo>
                <a:lnTo>
                  <a:pt x="5013" y="8906"/>
                </a:lnTo>
                <a:lnTo>
                  <a:pt x="5062" y="8833"/>
                </a:lnTo>
                <a:lnTo>
                  <a:pt x="5110" y="8736"/>
                </a:lnTo>
                <a:lnTo>
                  <a:pt x="5086" y="8663"/>
                </a:lnTo>
                <a:lnTo>
                  <a:pt x="5110" y="8590"/>
                </a:lnTo>
                <a:lnTo>
                  <a:pt x="5135" y="8492"/>
                </a:lnTo>
                <a:lnTo>
                  <a:pt x="5110" y="8322"/>
                </a:lnTo>
                <a:lnTo>
                  <a:pt x="5037" y="8152"/>
                </a:lnTo>
                <a:lnTo>
                  <a:pt x="4940" y="7957"/>
                </a:lnTo>
                <a:lnTo>
                  <a:pt x="4721" y="7568"/>
                </a:lnTo>
                <a:lnTo>
                  <a:pt x="4527" y="7276"/>
                </a:lnTo>
                <a:lnTo>
                  <a:pt x="4405" y="7032"/>
                </a:lnTo>
                <a:lnTo>
                  <a:pt x="4283" y="6740"/>
                </a:lnTo>
                <a:lnTo>
                  <a:pt x="4186" y="6448"/>
                </a:lnTo>
                <a:lnTo>
                  <a:pt x="4113" y="6156"/>
                </a:lnTo>
                <a:lnTo>
                  <a:pt x="4040" y="5864"/>
                </a:lnTo>
                <a:lnTo>
                  <a:pt x="3991" y="5572"/>
                </a:lnTo>
                <a:lnTo>
                  <a:pt x="3918" y="4964"/>
                </a:lnTo>
                <a:lnTo>
                  <a:pt x="3894" y="4672"/>
                </a:lnTo>
                <a:lnTo>
                  <a:pt x="3845" y="4380"/>
                </a:lnTo>
                <a:lnTo>
                  <a:pt x="3724" y="3796"/>
                </a:lnTo>
                <a:lnTo>
                  <a:pt x="3651" y="3480"/>
                </a:lnTo>
                <a:lnTo>
                  <a:pt x="3626" y="3188"/>
                </a:lnTo>
                <a:lnTo>
                  <a:pt x="3602" y="2896"/>
                </a:lnTo>
                <a:lnTo>
                  <a:pt x="3602" y="2580"/>
                </a:lnTo>
                <a:lnTo>
                  <a:pt x="3699" y="2555"/>
                </a:lnTo>
                <a:lnTo>
                  <a:pt x="3748" y="2507"/>
                </a:lnTo>
                <a:lnTo>
                  <a:pt x="3797" y="2409"/>
                </a:lnTo>
                <a:lnTo>
                  <a:pt x="3821" y="2336"/>
                </a:lnTo>
                <a:lnTo>
                  <a:pt x="3821" y="2263"/>
                </a:lnTo>
                <a:lnTo>
                  <a:pt x="3797" y="2190"/>
                </a:lnTo>
                <a:lnTo>
                  <a:pt x="3724" y="2117"/>
                </a:lnTo>
                <a:lnTo>
                  <a:pt x="3651" y="2093"/>
                </a:lnTo>
                <a:lnTo>
                  <a:pt x="2872" y="2020"/>
                </a:lnTo>
                <a:lnTo>
                  <a:pt x="2507" y="1996"/>
                </a:lnTo>
                <a:close/>
                <a:moveTo>
                  <a:pt x="16425" y="1558"/>
                </a:moveTo>
                <a:lnTo>
                  <a:pt x="16522" y="1582"/>
                </a:lnTo>
                <a:lnTo>
                  <a:pt x="16717" y="1679"/>
                </a:lnTo>
                <a:lnTo>
                  <a:pt x="16839" y="1801"/>
                </a:lnTo>
                <a:lnTo>
                  <a:pt x="16960" y="1971"/>
                </a:lnTo>
                <a:lnTo>
                  <a:pt x="17033" y="2166"/>
                </a:lnTo>
                <a:lnTo>
                  <a:pt x="17106" y="2385"/>
                </a:lnTo>
                <a:lnTo>
                  <a:pt x="17131" y="2628"/>
                </a:lnTo>
                <a:lnTo>
                  <a:pt x="17155" y="2872"/>
                </a:lnTo>
                <a:lnTo>
                  <a:pt x="17131" y="3407"/>
                </a:lnTo>
                <a:lnTo>
                  <a:pt x="17058" y="3918"/>
                </a:lnTo>
                <a:lnTo>
                  <a:pt x="16985" y="4356"/>
                </a:lnTo>
                <a:lnTo>
                  <a:pt x="16936" y="4672"/>
                </a:lnTo>
                <a:lnTo>
                  <a:pt x="16814" y="5134"/>
                </a:lnTo>
                <a:lnTo>
                  <a:pt x="16668" y="5572"/>
                </a:lnTo>
                <a:lnTo>
                  <a:pt x="16498" y="6010"/>
                </a:lnTo>
                <a:lnTo>
                  <a:pt x="16279" y="6424"/>
                </a:lnTo>
                <a:lnTo>
                  <a:pt x="16060" y="6838"/>
                </a:lnTo>
                <a:lnTo>
                  <a:pt x="15792" y="7227"/>
                </a:lnTo>
                <a:lnTo>
                  <a:pt x="15525" y="7592"/>
                </a:lnTo>
                <a:lnTo>
                  <a:pt x="15233" y="7957"/>
                </a:lnTo>
                <a:lnTo>
                  <a:pt x="15062" y="8127"/>
                </a:lnTo>
                <a:lnTo>
                  <a:pt x="14892" y="8298"/>
                </a:lnTo>
                <a:lnTo>
                  <a:pt x="14503" y="8614"/>
                </a:lnTo>
                <a:lnTo>
                  <a:pt x="14089" y="8906"/>
                </a:lnTo>
                <a:lnTo>
                  <a:pt x="13675" y="9149"/>
                </a:lnTo>
                <a:lnTo>
                  <a:pt x="13456" y="9247"/>
                </a:lnTo>
                <a:lnTo>
                  <a:pt x="13262" y="9320"/>
                </a:lnTo>
                <a:lnTo>
                  <a:pt x="12824" y="9441"/>
                </a:lnTo>
                <a:lnTo>
                  <a:pt x="12970" y="9076"/>
                </a:lnTo>
                <a:lnTo>
                  <a:pt x="13091" y="8760"/>
                </a:lnTo>
                <a:lnTo>
                  <a:pt x="13237" y="8711"/>
                </a:lnTo>
                <a:lnTo>
                  <a:pt x="13359" y="8663"/>
                </a:lnTo>
                <a:lnTo>
                  <a:pt x="13627" y="8492"/>
                </a:lnTo>
                <a:lnTo>
                  <a:pt x="13870" y="8298"/>
                </a:lnTo>
                <a:lnTo>
                  <a:pt x="14089" y="8127"/>
                </a:lnTo>
                <a:lnTo>
                  <a:pt x="14430" y="7787"/>
                </a:lnTo>
                <a:lnTo>
                  <a:pt x="14746" y="7446"/>
                </a:lnTo>
                <a:lnTo>
                  <a:pt x="15062" y="7057"/>
                </a:lnTo>
                <a:lnTo>
                  <a:pt x="15330" y="6667"/>
                </a:lnTo>
                <a:lnTo>
                  <a:pt x="15500" y="6424"/>
                </a:lnTo>
                <a:lnTo>
                  <a:pt x="15622" y="6156"/>
                </a:lnTo>
                <a:lnTo>
                  <a:pt x="15744" y="5889"/>
                </a:lnTo>
                <a:lnTo>
                  <a:pt x="15841" y="5597"/>
                </a:lnTo>
                <a:lnTo>
                  <a:pt x="16011" y="5013"/>
                </a:lnTo>
                <a:lnTo>
                  <a:pt x="16133" y="4429"/>
                </a:lnTo>
                <a:lnTo>
                  <a:pt x="16255" y="3894"/>
                </a:lnTo>
                <a:lnTo>
                  <a:pt x="16328" y="3334"/>
                </a:lnTo>
                <a:lnTo>
                  <a:pt x="16401" y="2896"/>
                </a:lnTo>
                <a:lnTo>
                  <a:pt x="16425" y="2677"/>
                </a:lnTo>
                <a:lnTo>
                  <a:pt x="16425" y="2580"/>
                </a:lnTo>
                <a:lnTo>
                  <a:pt x="16425" y="2482"/>
                </a:lnTo>
                <a:lnTo>
                  <a:pt x="16449" y="2409"/>
                </a:lnTo>
                <a:lnTo>
                  <a:pt x="16449" y="2336"/>
                </a:lnTo>
                <a:lnTo>
                  <a:pt x="16425" y="2288"/>
                </a:lnTo>
                <a:lnTo>
                  <a:pt x="16376" y="2215"/>
                </a:lnTo>
                <a:lnTo>
                  <a:pt x="16230" y="2166"/>
                </a:lnTo>
                <a:lnTo>
                  <a:pt x="16060" y="2117"/>
                </a:lnTo>
                <a:lnTo>
                  <a:pt x="15890" y="2093"/>
                </a:lnTo>
                <a:lnTo>
                  <a:pt x="15719" y="2069"/>
                </a:lnTo>
                <a:lnTo>
                  <a:pt x="14624" y="2069"/>
                </a:lnTo>
                <a:lnTo>
                  <a:pt x="14430" y="2093"/>
                </a:lnTo>
                <a:lnTo>
                  <a:pt x="14259" y="2142"/>
                </a:lnTo>
                <a:lnTo>
                  <a:pt x="14235" y="1606"/>
                </a:lnTo>
                <a:lnTo>
                  <a:pt x="14478" y="1679"/>
                </a:lnTo>
                <a:lnTo>
                  <a:pt x="14746" y="1704"/>
                </a:lnTo>
                <a:lnTo>
                  <a:pt x="15014" y="1679"/>
                </a:lnTo>
                <a:lnTo>
                  <a:pt x="15281" y="1655"/>
                </a:lnTo>
                <a:lnTo>
                  <a:pt x="15817" y="1582"/>
                </a:lnTo>
                <a:lnTo>
                  <a:pt x="16060" y="1558"/>
                </a:lnTo>
                <a:close/>
                <a:moveTo>
                  <a:pt x="12556" y="463"/>
                </a:moveTo>
                <a:lnTo>
                  <a:pt x="12337" y="536"/>
                </a:lnTo>
                <a:lnTo>
                  <a:pt x="12118" y="633"/>
                </a:lnTo>
                <a:lnTo>
                  <a:pt x="11948" y="755"/>
                </a:lnTo>
                <a:lnTo>
                  <a:pt x="11875" y="828"/>
                </a:lnTo>
                <a:lnTo>
                  <a:pt x="11826" y="925"/>
                </a:lnTo>
                <a:lnTo>
                  <a:pt x="11826" y="949"/>
                </a:lnTo>
                <a:lnTo>
                  <a:pt x="11851" y="974"/>
                </a:lnTo>
                <a:lnTo>
                  <a:pt x="12921" y="682"/>
                </a:lnTo>
                <a:lnTo>
                  <a:pt x="13505" y="560"/>
                </a:lnTo>
                <a:lnTo>
                  <a:pt x="13700" y="536"/>
                </a:lnTo>
                <a:lnTo>
                  <a:pt x="13797" y="536"/>
                </a:lnTo>
                <a:lnTo>
                  <a:pt x="13894" y="511"/>
                </a:lnTo>
                <a:lnTo>
                  <a:pt x="13894" y="511"/>
                </a:lnTo>
                <a:lnTo>
                  <a:pt x="13870" y="682"/>
                </a:lnTo>
                <a:lnTo>
                  <a:pt x="13748" y="730"/>
                </a:lnTo>
                <a:lnTo>
                  <a:pt x="13627" y="779"/>
                </a:lnTo>
                <a:lnTo>
                  <a:pt x="13383" y="876"/>
                </a:lnTo>
                <a:lnTo>
                  <a:pt x="13018" y="1022"/>
                </a:lnTo>
                <a:lnTo>
                  <a:pt x="12654" y="1144"/>
                </a:lnTo>
                <a:lnTo>
                  <a:pt x="12289" y="1266"/>
                </a:lnTo>
                <a:lnTo>
                  <a:pt x="11948" y="1412"/>
                </a:lnTo>
                <a:lnTo>
                  <a:pt x="11924" y="1436"/>
                </a:lnTo>
                <a:lnTo>
                  <a:pt x="11924" y="1460"/>
                </a:lnTo>
                <a:lnTo>
                  <a:pt x="11924" y="1485"/>
                </a:lnTo>
                <a:lnTo>
                  <a:pt x="12337" y="1485"/>
                </a:lnTo>
                <a:lnTo>
                  <a:pt x="12751" y="1412"/>
                </a:lnTo>
                <a:lnTo>
                  <a:pt x="13140" y="1314"/>
                </a:lnTo>
                <a:lnTo>
                  <a:pt x="13505" y="1193"/>
                </a:lnTo>
                <a:lnTo>
                  <a:pt x="13651" y="1120"/>
                </a:lnTo>
                <a:lnTo>
                  <a:pt x="13870" y="1047"/>
                </a:lnTo>
                <a:lnTo>
                  <a:pt x="13870" y="1047"/>
                </a:lnTo>
                <a:lnTo>
                  <a:pt x="13821" y="1290"/>
                </a:lnTo>
                <a:lnTo>
                  <a:pt x="13821" y="1339"/>
                </a:lnTo>
                <a:lnTo>
                  <a:pt x="13529" y="1387"/>
                </a:lnTo>
                <a:lnTo>
                  <a:pt x="13262" y="1460"/>
                </a:lnTo>
                <a:lnTo>
                  <a:pt x="12970" y="1558"/>
                </a:lnTo>
                <a:lnTo>
                  <a:pt x="12702" y="1631"/>
                </a:lnTo>
                <a:lnTo>
                  <a:pt x="12508" y="1679"/>
                </a:lnTo>
                <a:lnTo>
                  <a:pt x="12264" y="1728"/>
                </a:lnTo>
                <a:lnTo>
                  <a:pt x="12143" y="1777"/>
                </a:lnTo>
                <a:lnTo>
                  <a:pt x="12045" y="1825"/>
                </a:lnTo>
                <a:lnTo>
                  <a:pt x="11972" y="1898"/>
                </a:lnTo>
                <a:lnTo>
                  <a:pt x="11924" y="1971"/>
                </a:lnTo>
                <a:lnTo>
                  <a:pt x="11948" y="1996"/>
                </a:lnTo>
                <a:lnTo>
                  <a:pt x="12021" y="2069"/>
                </a:lnTo>
                <a:lnTo>
                  <a:pt x="12118" y="2093"/>
                </a:lnTo>
                <a:lnTo>
                  <a:pt x="12240" y="2093"/>
                </a:lnTo>
                <a:lnTo>
                  <a:pt x="12362" y="2069"/>
                </a:lnTo>
                <a:lnTo>
                  <a:pt x="12605" y="2020"/>
                </a:lnTo>
                <a:lnTo>
                  <a:pt x="12800" y="1971"/>
                </a:lnTo>
                <a:lnTo>
                  <a:pt x="13335" y="1874"/>
                </a:lnTo>
                <a:lnTo>
                  <a:pt x="13602" y="1801"/>
                </a:lnTo>
                <a:lnTo>
                  <a:pt x="13870" y="1704"/>
                </a:lnTo>
                <a:lnTo>
                  <a:pt x="13821" y="2020"/>
                </a:lnTo>
                <a:lnTo>
                  <a:pt x="13773" y="1996"/>
                </a:lnTo>
                <a:lnTo>
                  <a:pt x="13748" y="1971"/>
                </a:lnTo>
                <a:lnTo>
                  <a:pt x="13529" y="1971"/>
                </a:lnTo>
                <a:lnTo>
                  <a:pt x="13310" y="2069"/>
                </a:lnTo>
                <a:lnTo>
                  <a:pt x="12921" y="2263"/>
                </a:lnTo>
                <a:lnTo>
                  <a:pt x="12508" y="2458"/>
                </a:lnTo>
                <a:lnTo>
                  <a:pt x="12313" y="2604"/>
                </a:lnTo>
                <a:lnTo>
                  <a:pt x="12216" y="2677"/>
                </a:lnTo>
                <a:lnTo>
                  <a:pt x="12143" y="2750"/>
                </a:lnTo>
                <a:lnTo>
                  <a:pt x="12143" y="2774"/>
                </a:lnTo>
                <a:lnTo>
                  <a:pt x="12362" y="2774"/>
                </a:lnTo>
                <a:lnTo>
                  <a:pt x="12581" y="2701"/>
                </a:lnTo>
                <a:lnTo>
                  <a:pt x="12970" y="2555"/>
                </a:lnTo>
                <a:lnTo>
                  <a:pt x="13408" y="2409"/>
                </a:lnTo>
                <a:lnTo>
                  <a:pt x="13627" y="2312"/>
                </a:lnTo>
                <a:lnTo>
                  <a:pt x="13797" y="2215"/>
                </a:lnTo>
                <a:lnTo>
                  <a:pt x="13797" y="2458"/>
                </a:lnTo>
                <a:lnTo>
                  <a:pt x="13602" y="2531"/>
                </a:lnTo>
                <a:lnTo>
                  <a:pt x="13432" y="2604"/>
                </a:lnTo>
                <a:lnTo>
                  <a:pt x="13091" y="2774"/>
                </a:lnTo>
                <a:lnTo>
                  <a:pt x="12581" y="3018"/>
                </a:lnTo>
                <a:lnTo>
                  <a:pt x="12313" y="3164"/>
                </a:lnTo>
                <a:lnTo>
                  <a:pt x="12094" y="3358"/>
                </a:lnTo>
                <a:lnTo>
                  <a:pt x="12118" y="3383"/>
                </a:lnTo>
                <a:lnTo>
                  <a:pt x="12240" y="3383"/>
                </a:lnTo>
                <a:lnTo>
                  <a:pt x="12386" y="3358"/>
                </a:lnTo>
                <a:lnTo>
                  <a:pt x="12678" y="3261"/>
                </a:lnTo>
                <a:lnTo>
                  <a:pt x="13213" y="3042"/>
                </a:lnTo>
                <a:lnTo>
                  <a:pt x="13481" y="2945"/>
                </a:lnTo>
                <a:lnTo>
                  <a:pt x="13627" y="2896"/>
                </a:lnTo>
                <a:lnTo>
                  <a:pt x="13773" y="2823"/>
                </a:lnTo>
                <a:lnTo>
                  <a:pt x="13773" y="3164"/>
                </a:lnTo>
                <a:lnTo>
                  <a:pt x="13748" y="3285"/>
                </a:lnTo>
                <a:lnTo>
                  <a:pt x="13602" y="3285"/>
                </a:lnTo>
                <a:lnTo>
                  <a:pt x="13432" y="3358"/>
                </a:lnTo>
                <a:lnTo>
                  <a:pt x="13140" y="3529"/>
                </a:lnTo>
                <a:lnTo>
                  <a:pt x="12727" y="3748"/>
                </a:lnTo>
                <a:lnTo>
                  <a:pt x="12508" y="3894"/>
                </a:lnTo>
                <a:lnTo>
                  <a:pt x="12337" y="4040"/>
                </a:lnTo>
                <a:lnTo>
                  <a:pt x="12313" y="4064"/>
                </a:lnTo>
                <a:lnTo>
                  <a:pt x="12362" y="4064"/>
                </a:lnTo>
                <a:lnTo>
                  <a:pt x="12556" y="4015"/>
                </a:lnTo>
                <a:lnTo>
                  <a:pt x="12775" y="3942"/>
                </a:lnTo>
                <a:lnTo>
                  <a:pt x="13164" y="3748"/>
                </a:lnTo>
                <a:lnTo>
                  <a:pt x="13456" y="3650"/>
                </a:lnTo>
                <a:lnTo>
                  <a:pt x="13602" y="3577"/>
                </a:lnTo>
                <a:lnTo>
                  <a:pt x="13748" y="3480"/>
                </a:lnTo>
                <a:lnTo>
                  <a:pt x="13700" y="3796"/>
                </a:lnTo>
                <a:lnTo>
                  <a:pt x="13627" y="3772"/>
                </a:lnTo>
                <a:lnTo>
                  <a:pt x="13554" y="3796"/>
                </a:lnTo>
                <a:lnTo>
                  <a:pt x="13189" y="3967"/>
                </a:lnTo>
                <a:lnTo>
                  <a:pt x="12824" y="4137"/>
                </a:lnTo>
                <a:lnTo>
                  <a:pt x="12459" y="4332"/>
                </a:lnTo>
                <a:lnTo>
                  <a:pt x="12289" y="4453"/>
                </a:lnTo>
                <a:lnTo>
                  <a:pt x="12143" y="4575"/>
                </a:lnTo>
                <a:lnTo>
                  <a:pt x="12118" y="4624"/>
                </a:lnTo>
                <a:lnTo>
                  <a:pt x="12143" y="4648"/>
                </a:lnTo>
                <a:lnTo>
                  <a:pt x="12337" y="4672"/>
                </a:lnTo>
                <a:lnTo>
                  <a:pt x="12532" y="4648"/>
                </a:lnTo>
                <a:lnTo>
                  <a:pt x="12727" y="4599"/>
                </a:lnTo>
                <a:lnTo>
                  <a:pt x="12921" y="4502"/>
                </a:lnTo>
                <a:lnTo>
                  <a:pt x="13310" y="4307"/>
                </a:lnTo>
                <a:lnTo>
                  <a:pt x="13481" y="4210"/>
                </a:lnTo>
                <a:lnTo>
                  <a:pt x="13651" y="4137"/>
                </a:lnTo>
                <a:lnTo>
                  <a:pt x="13578" y="4502"/>
                </a:lnTo>
                <a:lnTo>
                  <a:pt x="13456" y="4526"/>
                </a:lnTo>
                <a:lnTo>
                  <a:pt x="13310" y="4551"/>
                </a:lnTo>
                <a:lnTo>
                  <a:pt x="13067" y="4672"/>
                </a:lnTo>
                <a:lnTo>
                  <a:pt x="12605" y="4915"/>
                </a:lnTo>
                <a:lnTo>
                  <a:pt x="12337" y="5013"/>
                </a:lnTo>
                <a:lnTo>
                  <a:pt x="12216" y="5086"/>
                </a:lnTo>
                <a:lnTo>
                  <a:pt x="12118" y="5159"/>
                </a:lnTo>
                <a:lnTo>
                  <a:pt x="12094" y="5207"/>
                </a:lnTo>
                <a:lnTo>
                  <a:pt x="12118" y="5256"/>
                </a:lnTo>
                <a:lnTo>
                  <a:pt x="12216" y="5305"/>
                </a:lnTo>
                <a:lnTo>
                  <a:pt x="12313" y="5353"/>
                </a:lnTo>
                <a:lnTo>
                  <a:pt x="12508" y="5353"/>
                </a:lnTo>
                <a:lnTo>
                  <a:pt x="12727" y="5280"/>
                </a:lnTo>
                <a:lnTo>
                  <a:pt x="12921" y="5207"/>
                </a:lnTo>
                <a:lnTo>
                  <a:pt x="13383" y="5013"/>
                </a:lnTo>
                <a:lnTo>
                  <a:pt x="13481" y="4964"/>
                </a:lnTo>
                <a:lnTo>
                  <a:pt x="13432" y="5280"/>
                </a:lnTo>
                <a:lnTo>
                  <a:pt x="13286" y="5305"/>
                </a:lnTo>
                <a:lnTo>
                  <a:pt x="13140" y="5353"/>
                </a:lnTo>
                <a:lnTo>
                  <a:pt x="12872" y="5499"/>
                </a:lnTo>
                <a:lnTo>
                  <a:pt x="12435" y="5645"/>
                </a:lnTo>
                <a:lnTo>
                  <a:pt x="12240" y="5743"/>
                </a:lnTo>
                <a:lnTo>
                  <a:pt x="12021" y="5840"/>
                </a:lnTo>
                <a:lnTo>
                  <a:pt x="12021" y="5864"/>
                </a:lnTo>
                <a:lnTo>
                  <a:pt x="12045" y="5889"/>
                </a:lnTo>
                <a:lnTo>
                  <a:pt x="12216" y="5913"/>
                </a:lnTo>
                <a:lnTo>
                  <a:pt x="12410" y="5889"/>
                </a:lnTo>
                <a:lnTo>
                  <a:pt x="12605" y="5840"/>
                </a:lnTo>
                <a:lnTo>
                  <a:pt x="12775" y="5791"/>
                </a:lnTo>
                <a:lnTo>
                  <a:pt x="13067" y="5694"/>
                </a:lnTo>
                <a:lnTo>
                  <a:pt x="13359" y="5572"/>
                </a:lnTo>
                <a:lnTo>
                  <a:pt x="13335" y="5694"/>
                </a:lnTo>
                <a:lnTo>
                  <a:pt x="13310" y="5913"/>
                </a:lnTo>
                <a:lnTo>
                  <a:pt x="13116" y="5937"/>
                </a:lnTo>
                <a:lnTo>
                  <a:pt x="12945" y="5986"/>
                </a:lnTo>
                <a:lnTo>
                  <a:pt x="12605" y="6108"/>
                </a:lnTo>
                <a:lnTo>
                  <a:pt x="12191" y="6254"/>
                </a:lnTo>
                <a:lnTo>
                  <a:pt x="11997" y="6351"/>
                </a:lnTo>
                <a:lnTo>
                  <a:pt x="11826" y="6473"/>
                </a:lnTo>
                <a:lnTo>
                  <a:pt x="11826" y="6497"/>
                </a:lnTo>
                <a:lnTo>
                  <a:pt x="11826" y="6521"/>
                </a:lnTo>
                <a:lnTo>
                  <a:pt x="12021" y="6497"/>
                </a:lnTo>
                <a:lnTo>
                  <a:pt x="12216" y="6448"/>
                </a:lnTo>
                <a:lnTo>
                  <a:pt x="12581" y="6327"/>
                </a:lnTo>
                <a:lnTo>
                  <a:pt x="12921" y="6229"/>
                </a:lnTo>
                <a:lnTo>
                  <a:pt x="13262" y="6132"/>
                </a:lnTo>
                <a:lnTo>
                  <a:pt x="13262" y="6132"/>
                </a:lnTo>
                <a:lnTo>
                  <a:pt x="13213" y="6327"/>
                </a:lnTo>
                <a:lnTo>
                  <a:pt x="13140" y="6351"/>
                </a:lnTo>
                <a:lnTo>
                  <a:pt x="12800" y="6546"/>
                </a:lnTo>
                <a:lnTo>
                  <a:pt x="12459" y="6740"/>
                </a:lnTo>
                <a:lnTo>
                  <a:pt x="12118" y="6935"/>
                </a:lnTo>
                <a:lnTo>
                  <a:pt x="11948" y="7057"/>
                </a:lnTo>
                <a:lnTo>
                  <a:pt x="11802" y="7178"/>
                </a:lnTo>
                <a:lnTo>
                  <a:pt x="11802" y="7227"/>
                </a:lnTo>
                <a:lnTo>
                  <a:pt x="11802" y="7251"/>
                </a:lnTo>
                <a:lnTo>
                  <a:pt x="11826" y="7251"/>
                </a:lnTo>
                <a:lnTo>
                  <a:pt x="12167" y="7203"/>
                </a:lnTo>
                <a:lnTo>
                  <a:pt x="12508" y="7081"/>
                </a:lnTo>
                <a:lnTo>
                  <a:pt x="12824" y="6935"/>
                </a:lnTo>
                <a:lnTo>
                  <a:pt x="13140" y="6789"/>
                </a:lnTo>
                <a:lnTo>
                  <a:pt x="13140" y="6789"/>
                </a:lnTo>
                <a:lnTo>
                  <a:pt x="13091" y="6984"/>
                </a:lnTo>
                <a:lnTo>
                  <a:pt x="12945" y="7081"/>
                </a:lnTo>
                <a:lnTo>
                  <a:pt x="12848" y="7130"/>
                </a:lnTo>
                <a:lnTo>
                  <a:pt x="12362" y="7495"/>
                </a:lnTo>
                <a:lnTo>
                  <a:pt x="11851" y="7860"/>
                </a:lnTo>
                <a:lnTo>
                  <a:pt x="11875" y="7884"/>
                </a:lnTo>
                <a:lnTo>
                  <a:pt x="11997" y="7908"/>
                </a:lnTo>
                <a:lnTo>
                  <a:pt x="12216" y="7908"/>
                </a:lnTo>
                <a:lnTo>
                  <a:pt x="12337" y="7860"/>
                </a:lnTo>
                <a:lnTo>
                  <a:pt x="12556" y="7762"/>
                </a:lnTo>
                <a:lnTo>
                  <a:pt x="12775" y="7616"/>
                </a:lnTo>
                <a:lnTo>
                  <a:pt x="12994" y="7470"/>
                </a:lnTo>
                <a:lnTo>
                  <a:pt x="12994" y="7470"/>
                </a:lnTo>
                <a:lnTo>
                  <a:pt x="12921" y="7762"/>
                </a:lnTo>
                <a:lnTo>
                  <a:pt x="12872" y="7762"/>
                </a:lnTo>
                <a:lnTo>
                  <a:pt x="12556" y="7957"/>
                </a:lnTo>
                <a:lnTo>
                  <a:pt x="12216" y="8103"/>
                </a:lnTo>
                <a:lnTo>
                  <a:pt x="12070" y="8176"/>
                </a:lnTo>
                <a:lnTo>
                  <a:pt x="11924" y="8273"/>
                </a:lnTo>
                <a:lnTo>
                  <a:pt x="11802" y="8371"/>
                </a:lnTo>
                <a:lnTo>
                  <a:pt x="11680" y="8492"/>
                </a:lnTo>
                <a:lnTo>
                  <a:pt x="11680" y="8541"/>
                </a:lnTo>
                <a:lnTo>
                  <a:pt x="11729" y="8565"/>
                </a:lnTo>
                <a:lnTo>
                  <a:pt x="11972" y="8517"/>
                </a:lnTo>
                <a:lnTo>
                  <a:pt x="12240" y="8468"/>
                </a:lnTo>
                <a:lnTo>
                  <a:pt x="12508" y="8371"/>
                </a:lnTo>
                <a:lnTo>
                  <a:pt x="12775" y="8273"/>
                </a:lnTo>
                <a:lnTo>
                  <a:pt x="12702" y="8419"/>
                </a:lnTo>
                <a:lnTo>
                  <a:pt x="12629" y="8590"/>
                </a:lnTo>
                <a:lnTo>
                  <a:pt x="12483" y="8614"/>
                </a:lnTo>
                <a:lnTo>
                  <a:pt x="12337" y="8687"/>
                </a:lnTo>
                <a:lnTo>
                  <a:pt x="12070" y="8784"/>
                </a:lnTo>
                <a:lnTo>
                  <a:pt x="11899" y="8857"/>
                </a:lnTo>
                <a:lnTo>
                  <a:pt x="11729" y="8955"/>
                </a:lnTo>
                <a:lnTo>
                  <a:pt x="11583" y="9052"/>
                </a:lnTo>
                <a:lnTo>
                  <a:pt x="11461" y="9198"/>
                </a:lnTo>
                <a:lnTo>
                  <a:pt x="11461" y="9222"/>
                </a:lnTo>
                <a:lnTo>
                  <a:pt x="11486" y="9222"/>
                </a:lnTo>
                <a:lnTo>
                  <a:pt x="11851" y="9174"/>
                </a:lnTo>
                <a:lnTo>
                  <a:pt x="12240" y="9101"/>
                </a:lnTo>
                <a:lnTo>
                  <a:pt x="12459" y="9028"/>
                </a:lnTo>
                <a:lnTo>
                  <a:pt x="12386" y="9174"/>
                </a:lnTo>
                <a:lnTo>
                  <a:pt x="12143" y="9271"/>
                </a:lnTo>
                <a:lnTo>
                  <a:pt x="11899" y="9344"/>
                </a:lnTo>
                <a:lnTo>
                  <a:pt x="11534" y="9466"/>
                </a:lnTo>
                <a:lnTo>
                  <a:pt x="11340" y="9563"/>
                </a:lnTo>
                <a:lnTo>
                  <a:pt x="11194" y="9660"/>
                </a:lnTo>
                <a:lnTo>
                  <a:pt x="11169" y="9685"/>
                </a:lnTo>
                <a:lnTo>
                  <a:pt x="11169" y="9733"/>
                </a:lnTo>
                <a:lnTo>
                  <a:pt x="11194" y="9758"/>
                </a:lnTo>
                <a:lnTo>
                  <a:pt x="11218" y="9782"/>
                </a:lnTo>
                <a:lnTo>
                  <a:pt x="11413" y="9831"/>
                </a:lnTo>
                <a:lnTo>
                  <a:pt x="11583" y="9806"/>
                </a:lnTo>
                <a:lnTo>
                  <a:pt x="11778" y="9758"/>
                </a:lnTo>
                <a:lnTo>
                  <a:pt x="11948" y="9709"/>
                </a:lnTo>
                <a:lnTo>
                  <a:pt x="11875" y="9782"/>
                </a:lnTo>
                <a:lnTo>
                  <a:pt x="11875" y="9879"/>
                </a:lnTo>
                <a:lnTo>
                  <a:pt x="11851" y="9879"/>
                </a:lnTo>
                <a:lnTo>
                  <a:pt x="11656" y="9928"/>
                </a:lnTo>
                <a:lnTo>
                  <a:pt x="11437" y="10001"/>
                </a:lnTo>
                <a:lnTo>
                  <a:pt x="11072" y="10147"/>
                </a:lnTo>
                <a:lnTo>
                  <a:pt x="10683" y="10293"/>
                </a:lnTo>
                <a:lnTo>
                  <a:pt x="10683" y="10317"/>
                </a:lnTo>
                <a:lnTo>
                  <a:pt x="10707" y="10342"/>
                </a:lnTo>
                <a:lnTo>
                  <a:pt x="10877" y="10317"/>
                </a:lnTo>
                <a:lnTo>
                  <a:pt x="11048" y="10317"/>
                </a:lnTo>
                <a:lnTo>
                  <a:pt x="11413" y="10220"/>
                </a:lnTo>
                <a:lnTo>
                  <a:pt x="11583" y="10171"/>
                </a:lnTo>
                <a:lnTo>
                  <a:pt x="11583" y="10171"/>
                </a:lnTo>
                <a:lnTo>
                  <a:pt x="11291" y="10463"/>
                </a:lnTo>
                <a:lnTo>
                  <a:pt x="11023" y="10536"/>
                </a:lnTo>
                <a:lnTo>
                  <a:pt x="10658" y="10585"/>
                </a:lnTo>
                <a:lnTo>
                  <a:pt x="10464" y="10634"/>
                </a:lnTo>
                <a:lnTo>
                  <a:pt x="10391" y="10682"/>
                </a:lnTo>
                <a:lnTo>
                  <a:pt x="10318" y="10731"/>
                </a:lnTo>
                <a:lnTo>
                  <a:pt x="10293" y="10755"/>
                </a:lnTo>
                <a:lnTo>
                  <a:pt x="10318" y="10804"/>
                </a:lnTo>
                <a:lnTo>
                  <a:pt x="10439" y="10853"/>
                </a:lnTo>
                <a:lnTo>
                  <a:pt x="10585" y="10877"/>
                </a:lnTo>
                <a:lnTo>
                  <a:pt x="10731" y="10877"/>
                </a:lnTo>
                <a:lnTo>
                  <a:pt x="10877" y="10853"/>
                </a:lnTo>
                <a:lnTo>
                  <a:pt x="10756" y="10926"/>
                </a:lnTo>
                <a:lnTo>
                  <a:pt x="10512" y="10999"/>
                </a:lnTo>
                <a:lnTo>
                  <a:pt x="10172" y="11047"/>
                </a:lnTo>
                <a:lnTo>
                  <a:pt x="10001" y="11096"/>
                </a:lnTo>
                <a:lnTo>
                  <a:pt x="9831" y="11169"/>
                </a:lnTo>
                <a:lnTo>
                  <a:pt x="9807" y="11218"/>
                </a:lnTo>
                <a:lnTo>
                  <a:pt x="9831" y="11242"/>
                </a:lnTo>
                <a:lnTo>
                  <a:pt x="9953" y="11315"/>
                </a:lnTo>
                <a:lnTo>
                  <a:pt x="10074" y="11339"/>
                </a:lnTo>
                <a:lnTo>
                  <a:pt x="9782" y="11461"/>
                </a:lnTo>
                <a:lnTo>
                  <a:pt x="9490" y="11534"/>
                </a:lnTo>
                <a:lnTo>
                  <a:pt x="9198" y="11607"/>
                </a:lnTo>
                <a:lnTo>
                  <a:pt x="8906" y="11656"/>
                </a:lnTo>
                <a:lnTo>
                  <a:pt x="8639" y="11680"/>
                </a:lnTo>
                <a:lnTo>
                  <a:pt x="8347" y="11680"/>
                </a:lnTo>
                <a:lnTo>
                  <a:pt x="8079" y="11656"/>
                </a:lnTo>
                <a:lnTo>
                  <a:pt x="7836" y="11607"/>
                </a:lnTo>
                <a:lnTo>
                  <a:pt x="7568" y="11534"/>
                </a:lnTo>
                <a:lnTo>
                  <a:pt x="7325" y="11437"/>
                </a:lnTo>
                <a:lnTo>
                  <a:pt x="7081" y="11315"/>
                </a:lnTo>
                <a:lnTo>
                  <a:pt x="6838" y="11193"/>
                </a:lnTo>
                <a:lnTo>
                  <a:pt x="6595" y="11047"/>
                </a:lnTo>
                <a:lnTo>
                  <a:pt x="6376" y="10901"/>
                </a:lnTo>
                <a:lnTo>
                  <a:pt x="6157" y="10731"/>
                </a:lnTo>
                <a:lnTo>
                  <a:pt x="5962" y="10536"/>
                </a:lnTo>
                <a:lnTo>
                  <a:pt x="5840" y="10390"/>
                </a:lnTo>
                <a:lnTo>
                  <a:pt x="5719" y="10220"/>
                </a:lnTo>
                <a:lnTo>
                  <a:pt x="5524" y="9904"/>
                </a:lnTo>
                <a:lnTo>
                  <a:pt x="5548" y="9782"/>
                </a:lnTo>
                <a:lnTo>
                  <a:pt x="5500" y="9660"/>
                </a:lnTo>
                <a:lnTo>
                  <a:pt x="5475" y="9612"/>
                </a:lnTo>
                <a:lnTo>
                  <a:pt x="5427" y="9563"/>
                </a:lnTo>
                <a:lnTo>
                  <a:pt x="5378" y="9539"/>
                </a:lnTo>
                <a:lnTo>
                  <a:pt x="5305" y="9539"/>
                </a:lnTo>
                <a:lnTo>
                  <a:pt x="4867" y="9441"/>
                </a:lnTo>
                <a:lnTo>
                  <a:pt x="4429" y="9320"/>
                </a:lnTo>
                <a:lnTo>
                  <a:pt x="4040" y="9174"/>
                </a:lnTo>
                <a:lnTo>
                  <a:pt x="3651" y="8955"/>
                </a:lnTo>
                <a:lnTo>
                  <a:pt x="3310" y="8711"/>
                </a:lnTo>
                <a:lnTo>
                  <a:pt x="2994" y="8444"/>
                </a:lnTo>
                <a:lnTo>
                  <a:pt x="2677" y="8152"/>
                </a:lnTo>
                <a:lnTo>
                  <a:pt x="2410" y="7811"/>
                </a:lnTo>
                <a:lnTo>
                  <a:pt x="2142" y="7470"/>
                </a:lnTo>
                <a:lnTo>
                  <a:pt x="1923" y="7081"/>
                </a:lnTo>
                <a:lnTo>
                  <a:pt x="1704" y="6716"/>
                </a:lnTo>
                <a:lnTo>
                  <a:pt x="1509" y="6302"/>
                </a:lnTo>
                <a:lnTo>
                  <a:pt x="1339" y="5913"/>
                </a:lnTo>
                <a:lnTo>
                  <a:pt x="1169" y="5499"/>
                </a:lnTo>
                <a:lnTo>
                  <a:pt x="1047" y="5086"/>
                </a:lnTo>
                <a:lnTo>
                  <a:pt x="925" y="4672"/>
                </a:lnTo>
                <a:lnTo>
                  <a:pt x="731" y="4040"/>
                </a:lnTo>
                <a:lnTo>
                  <a:pt x="560" y="3358"/>
                </a:lnTo>
                <a:lnTo>
                  <a:pt x="487" y="3018"/>
                </a:lnTo>
                <a:lnTo>
                  <a:pt x="463" y="2701"/>
                </a:lnTo>
                <a:lnTo>
                  <a:pt x="463" y="2361"/>
                </a:lnTo>
                <a:lnTo>
                  <a:pt x="512" y="2020"/>
                </a:lnTo>
                <a:lnTo>
                  <a:pt x="560" y="1923"/>
                </a:lnTo>
                <a:lnTo>
                  <a:pt x="609" y="1850"/>
                </a:lnTo>
                <a:lnTo>
                  <a:pt x="731" y="1679"/>
                </a:lnTo>
                <a:lnTo>
                  <a:pt x="877" y="1582"/>
                </a:lnTo>
                <a:lnTo>
                  <a:pt x="1071" y="1485"/>
                </a:lnTo>
                <a:lnTo>
                  <a:pt x="1266" y="1436"/>
                </a:lnTo>
                <a:lnTo>
                  <a:pt x="1485" y="1387"/>
                </a:lnTo>
                <a:lnTo>
                  <a:pt x="1874" y="1339"/>
                </a:lnTo>
                <a:lnTo>
                  <a:pt x="2215" y="1314"/>
                </a:lnTo>
                <a:lnTo>
                  <a:pt x="2580" y="1339"/>
                </a:lnTo>
                <a:lnTo>
                  <a:pt x="3115" y="1339"/>
                </a:lnTo>
                <a:lnTo>
                  <a:pt x="3286" y="1314"/>
                </a:lnTo>
                <a:lnTo>
                  <a:pt x="3383" y="1339"/>
                </a:lnTo>
                <a:lnTo>
                  <a:pt x="3456" y="1339"/>
                </a:lnTo>
                <a:lnTo>
                  <a:pt x="3553" y="1290"/>
                </a:lnTo>
                <a:lnTo>
                  <a:pt x="3578" y="1241"/>
                </a:lnTo>
                <a:lnTo>
                  <a:pt x="3578" y="1193"/>
                </a:lnTo>
                <a:lnTo>
                  <a:pt x="3602" y="1047"/>
                </a:lnTo>
                <a:lnTo>
                  <a:pt x="3602" y="876"/>
                </a:lnTo>
                <a:lnTo>
                  <a:pt x="3578" y="584"/>
                </a:lnTo>
                <a:lnTo>
                  <a:pt x="3894" y="536"/>
                </a:lnTo>
                <a:lnTo>
                  <a:pt x="4210" y="511"/>
                </a:lnTo>
                <a:lnTo>
                  <a:pt x="4867" y="511"/>
                </a:lnTo>
                <a:lnTo>
                  <a:pt x="5500" y="536"/>
                </a:lnTo>
                <a:lnTo>
                  <a:pt x="6132" y="536"/>
                </a:lnTo>
                <a:lnTo>
                  <a:pt x="7422" y="511"/>
                </a:lnTo>
                <a:lnTo>
                  <a:pt x="11315" y="511"/>
                </a:lnTo>
                <a:lnTo>
                  <a:pt x="11948" y="487"/>
                </a:lnTo>
                <a:lnTo>
                  <a:pt x="12556" y="463"/>
                </a:lnTo>
                <a:close/>
                <a:moveTo>
                  <a:pt x="9636" y="12069"/>
                </a:moveTo>
                <a:lnTo>
                  <a:pt x="9612" y="12118"/>
                </a:lnTo>
                <a:lnTo>
                  <a:pt x="9466" y="12167"/>
                </a:lnTo>
                <a:lnTo>
                  <a:pt x="9320" y="12240"/>
                </a:lnTo>
                <a:lnTo>
                  <a:pt x="9052" y="12386"/>
                </a:lnTo>
                <a:lnTo>
                  <a:pt x="8906" y="12483"/>
                </a:lnTo>
                <a:lnTo>
                  <a:pt x="8809" y="12580"/>
                </a:lnTo>
                <a:lnTo>
                  <a:pt x="8785" y="12629"/>
                </a:lnTo>
                <a:lnTo>
                  <a:pt x="8809" y="12702"/>
                </a:lnTo>
                <a:lnTo>
                  <a:pt x="8858" y="12751"/>
                </a:lnTo>
                <a:lnTo>
                  <a:pt x="9052" y="12751"/>
                </a:lnTo>
                <a:lnTo>
                  <a:pt x="9198" y="12702"/>
                </a:lnTo>
                <a:lnTo>
                  <a:pt x="9466" y="12580"/>
                </a:lnTo>
                <a:lnTo>
                  <a:pt x="9563" y="12556"/>
                </a:lnTo>
                <a:lnTo>
                  <a:pt x="9563" y="12678"/>
                </a:lnTo>
                <a:lnTo>
                  <a:pt x="9198" y="12872"/>
                </a:lnTo>
                <a:lnTo>
                  <a:pt x="8955" y="13018"/>
                </a:lnTo>
                <a:lnTo>
                  <a:pt x="8833" y="13115"/>
                </a:lnTo>
                <a:lnTo>
                  <a:pt x="8760" y="13237"/>
                </a:lnTo>
                <a:lnTo>
                  <a:pt x="8736" y="13261"/>
                </a:lnTo>
                <a:lnTo>
                  <a:pt x="8760" y="13310"/>
                </a:lnTo>
                <a:lnTo>
                  <a:pt x="8785" y="13334"/>
                </a:lnTo>
                <a:lnTo>
                  <a:pt x="8955" y="13334"/>
                </a:lnTo>
                <a:lnTo>
                  <a:pt x="9077" y="13286"/>
                </a:lnTo>
                <a:lnTo>
                  <a:pt x="9320" y="13188"/>
                </a:lnTo>
                <a:lnTo>
                  <a:pt x="9588" y="13042"/>
                </a:lnTo>
                <a:lnTo>
                  <a:pt x="9588" y="13213"/>
                </a:lnTo>
                <a:lnTo>
                  <a:pt x="9223" y="13383"/>
                </a:lnTo>
                <a:lnTo>
                  <a:pt x="9077" y="13480"/>
                </a:lnTo>
                <a:lnTo>
                  <a:pt x="8931" y="13578"/>
                </a:lnTo>
                <a:lnTo>
                  <a:pt x="8906" y="13626"/>
                </a:lnTo>
                <a:lnTo>
                  <a:pt x="8882" y="13675"/>
                </a:lnTo>
                <a:lnTo>
                  <a:pt x="8882" y="13797"/>
                </a:lnTo>
                <a:lnTo>
                  <a:pt x="8882" y="13821"/>
                </a:lnTo>
                <a:lnTo>
                  <a:pt x="8906" y="13845"/>
                </a:lnTo>
                <a:lnTo>
                  <a:pt x="9004" y="13845"/>
                </a:lnTo>
                <a:lnTo>
                  <a:pt x="9077" y="13821"/>
                </a:lnTo>
                <a:lnTo>
                  <a:pt x="9247" y="13748"/>
                </a:lnTo>
                <a:lnTo>
                  <a:pt x="9393" y="13675"/>
                </a:lnTo>
                <a:lnTo>
                  <a:pt x="9612" y="13578"/>
                </a:lnTo>
                <a:lnTo>
                  <a:pt x="9588" y="13602"/>
                </a:lnTo>
                <a:lnTo>
                  <a:pt x="9417" y="13699"/>
                </a:lnTo>
                <a:lnTo>
                  <a:pt x="9223" y="13845"/>
                </a:lnTo>
                <a:lnTo>
                  <a:pt x="9077" y="13991"/>
                </a:lnTo>
                <a:lnTo>
                  <a:pt x="8931" y="14162"/>
                </a:lnTo>
                <a:lnTo>
                  <a:pt x="8931" y="14186"/>
                </a:lnTo>
                <a:lnTo>
                  <a:pt x="8931" y="14210"/>
                </a:lnTo>
                <a:lnTo>
                  <a:pt x="8955" y="14235"/>
                </a:lnTo>
                <a:lnTo>
                  <a:pt x="8979" y="14235"/>
                </a:lnTo>
                <a:lnTo>
                  <a:pt x="9271" y="14137"/>
                </a:lnTo>
                <a:lnTo>
                  <a:pt x="9563" y="14016"/>
                </a:lnTo>
                <a:lnTo>
                  <a:pt x="9563" y="14259"/>
                </a:lnTo>
                <a:lnTo>
                  <a:pt x="9320" y="14405"/>
                </a:lnTo>
                <a:lnTo>
                  <a:pt x="9198" y="14454"/>
                </a:lnTo>
                <a:lnTo>
                  <a:pt x="9052" y="14551"/>
                </a:lnTo>
                <a:lnTo>
                  <a:pt x="8955" y="14648"/>
                </a:lnTo>
                <a:lnTo>
                  <a:pt x="8906" y="14697"/>
                </a:lnTo>
                <a:lnTo>
                  <a:pt x="8882" y="14770"/>
                </a:lnTo>
                <a:lnTo>
                  <a:pt x="8882" y="14819"/>
                </a:lnTo>
                <a:lnTo>
                  <a:pt x="8931" y="14843"/>
                </a:lnTo>
                <a:lnTo>
                  <a:pt x="9004" y="14867"/>
                </a:lnTo>
                <a:lnTo>
                  <a:pt x="9077" y="14843"/>
                </a:lnTo>
                <a:lnTo>
                  <a:pt x="9223" y="14819"/>
                </a:lnTo>
                <a:lnTo>
                  <a:pt x="9490" y="14673"/>
                </a:lnTo>
                <a:lnTo>
                  <a:pt x="9539" y="14648"/>
                </a:lnTo>
                <a:lnTo>
                  <a:pt x="9563" y="14940"/>
                </a:lnTo>
                <a:lnTo>
                  <a:pt x="9442" y="14965"/>
                </a:lnTo>
                <a:lnTo>
                  <a:pt x="9320" y="15038"/>
                </a:lnTo>
                <a:lnTo>
                  <a:pt x="9174" y="15159"/>
                </a:lnTo>
                <a:lnTo>
                  <a:pt x="9101" y="15232"/>
                </a:lnTo>
                <a:lnTo>
                  <a:pt x="9052" y="15281"/>
                </a:lnTo>
                <a:lnTo>
                  <a:pt x="9028" y="15305"/>
                </a:lnTo>
                <a:lnTo>
                  <a:pt x="9028" y="15354"/>
                </a:lnTo>
                <a:lnTo>
                  <a:pt x="9174" y="15354"/>
                </a:lnTo>
                <a:lnTo>
                  <a:pt x="9271" y="15330"/>
                </a:lnTo>
                <a:lnTo>
                  <a:pt x="9442" y="15257"/>
                </a:lnTo>
                <a:lnTo>
                  <a:pt x="9539" y="15208"/>
                </a:lnTo>
                <a:lnTo>
                  <a:pt x="9612" y="15159"/>
                </a:lnTo>
                <a:lnTo>
                  <a:pt x="9661" y="15208"/>
                </a:lnTo>
                <a:lnTo>
                  <a:pt x="9539" y="15281"/>
                </a:lnTo>
                <a:lnTo>
                  <a:pt x="9393" y="15378"/>
                </a:lnTo>
                <a:lnTo>
                  <a:pt x="9296" y="15500"/>
                </a:lnTo>
                <a:lnTo>
                  <a:pt x="9223" y="15622"/>
                </a:lnTo>
                <a:lnTo>
                  <a:pt x="9223" y="15646"/>
                </a:lnTo>
                <a:lnTo>
                  <a:pt x="9223" y="15695"/>
                </a:lnTo>
                <a:lnTo>
                  <a:pt x="9271" y="15743"/>
                </a:lnTo>
                <a:lnTo>
                  <a:pt x="9344" y="15768"/>
                </a:lnTo>
                <a:lnTo>
                  <a:pt x="9417" y="15768"/>
                </a:lnTo>
                <a:lnTo>
                  <a:pt x="9636" y="15670"/>
                </a:lnTo>
                <a:lnTo>
                  <a:pt x="9855" y="15573"/>
                </a:lnTo>
                <a:lnTo>
                  <a:pt x="10123" y="15500"/>
                </a:lnTo>
                <a:lnTo>
                  <a:pt x="10196" y="15524"/>
                </a:lnTo>
                <a:lnTo>
                  <a:pt x="10074" y="15573"/>
                </a:lnTo>
                <a:lnTo>
                  <a:pt x="9953" y="15670"/>
                </a:lnTo>
                <a:lnTo>
                  <a:pt x="9855" y="15768"/>
                </a:lnTo>
                <a:lnTo>
                  <a:pt x="9807" y="15865"/>
                </a:lnTo>
                <a:lnTo>
                  <a:pt x="9807" y="15938"/>
                </a:lnTo>
                <a:lnTo>
                  <a:pt x="9831" y="15987"/>
                </a:lnTo>
                <a:lnTo>
                  <a:pt x="9880" y="16035"/>
                </a:lnTo>
                <a:lnTo>
                  <a:pt x="9928" y="16035"/>
                </a:lnTo>
                <a:lnTo>
                  <a:pt x="10099" y="16011"/>
                </a:lnTo>
                <a:lnTo>
                  <a:pt x="10245" y="15962"/>
                </a:lnTo>
                <a:lnTo>
                  <a:pt x="10537" y="15841"/>
                </a:lnTo>
                <a:lnTo>
                  <a:pt x="10829" y="15768"/>
                </a:lnTo>
                <a:lnTo>
                  <a:pt x="10950" y="15743"/>
                </a:lnTo>
                <a:lnTo>
                  <a:pt x="11096" y="15670"/>
                </a:lnTo>
                <a:lnTo>
                  <a:pt x="11267" y="15719"/>
                </a:lnTo>
                <a:lnTo>
                  <a:pt x="11169" y="15743"/>
                </a:lnTo>
                <a:lnTo>
                  <a:pt x="11072" y="15768"/>
                </a:lnTo>
                <a:lnTo>
                  <a:pt x="10877" y="15865"/>
                </a:lnTo>
                <a:lnTo>
                  <a:pt x="10610" y="15987"/>
                </a:lnTo>
                <a:lnTo>
                  <a:pt x="10488" y="16060"/>
                </a:lnTo>
                <a:lnTo>
                  <a:pt x="10366" y="16157"/>
                </a:lnTo>
                <a:lnTo>
                  <a:pt x="10342" y="16230"/>
                </a:lnTo>
                <a:lnTo>
                  <a:pt x="10366" y="16303"/>
                </a:lnTo>
                <a:lnTo>
                  <a:pt x="10415" y="16352"/>
                </a:lnTo>
                <a:lnTo>
                  <a:pt x="10634" y="16352"/>
                </a:lnTo>
                <a:lnTo>
                  <a:pt x="10780" y="16303"/>
                </a:lnTo>
                <a:lnTo>
                  <a:pt x="11048" y="16181"/>
                </a:lnTo>
                <a:lnTo>
                  <a:pt x="11315" y="16084"/>
                </a:lnTo>
                <a:lnTo>
                  <a:pt x="11437" y="16011"/>
                </a:lnTo>
                <a:lnTo>
                  <a:pt x="11486" y="15962"/>
                </a:lnTo>
                <a:lnTo>
                  <a:pt x="11510" y="15889"/>
                </a:lnTo>
                <a:lnTo>
                  <a:pt x="11510" y="15841"/>
                </a:lnTo>
                <a:lnTo>
                  <a:pt x="11510" y="15816"/>
                </a:lnTo>
                <a:lnTo>
                  <a:pt x="11826" y="15962"/>
                </a:lnTo>
                <a:lnTo>
                  <a:pt x="11583" y="16035"/>
                </a:lnTo>
                <a:lnTo>
                  <a:pt x="11340" y="16108"/>
                </a:lnTo>
                <a:lnTo>
                  <a:pt x="11121" y="16230"/>
                </a:lnTo>
                <a:lnTo>
                  <a:pt x="11048" y="16303"/>
                </a:lnTo>
                <a:lnTo>
                  <a:pt x="10975" y="16376"/>
                </a:lnTo>
                <a:lnTo>
                  <a:pt x="10950" y="16449"/>
                </a:lnTo>
                <a:lnTo>
                  <a:pt x="10950" y="16522"/>
                </a:lnTo>
                <a:lnTo>
                  <a:pt x="10999" y="16571"/>
                </a:lnTo>
                <a:lnTo>
                  <a:pt x="11072" y="16571"/>
                </a:lnTo>
                <a:lnTo>
                  <a:pt x="11291" y="16473"/>
                </a:lnTo>
                <a:lnTo>
                  <a:pt x="11510" y="16376"/>
                </a:lnTo>
                <a:lnTo>
                  <a:pt x="11802" y="16279"/>
                </a:lnTo>
                <a:lnTo>
                  <a:pt x="12094" y="16206"/>
                </a:lnTo>
                <a:lnTo>
                  <a:pt x="12143" y="16181"/>
                </a:lnTo>
                <a:lnTo>
                  <a:pt x="12313" y="16303"/>
                </a:lnTo>
                <a:lnTo>
                  <a:pt x="12021" y="16352"/>
                </a:lnTo>
                <a:lnTo>
                  <a:pt x="11851" y="16376"/>
                </a:lnTo>
                <a:lnTo>
                  <a:pt x="11705" y="16425"/>
                </a:lnTo>
                <a:lnTo>
                  <a:pt x="11559" y="16498"/>
                </a:lnTo>
                <a:lnTo>
                  <a:pt x="11413" y="16571"/>
                </a:lnTo>
                <a:lnTo>
                  <a:pt x="11364" y="16619"/>
                </a:lnTo>
                <a:lnTo>
                  <a:pt x="11340" y="16668"/>
                </a:lnTo>
                <a:lnTo>
                  <a:pt x="11340" y="16717"/>
                </a:lnTo>
                <a:lnTo>
                  <a:pt x="11340" y="16765"/>
                </a:lnTo>
                <a:lnTo>
                  <a:pt x="11364" y="16814"/>
                </a:lnTo>
                <a:lnTo>
                  <a:pt x="11413" y="16863"/>
                </a:lnTo>
                <a:lnTo>
                  <a:pt x="11534" y="16863"/>
                </a:lnTo>
                <a:lnTo>
                  <a:pt x="11778" y="16790"/>
                </a:lnTo>
                <a:lnTo>
                  <a:pt x="12045" y="16717"/>
                </a:lnTo>
                <a:lnTo>
                  <a:pt x="12337" y="16692"/>
                </a:lnTo>
                <a:lnTo>
                  <a:pt x="12629" y="16644"/>
                </a:lnTo>
                <a:lnTo>
                  <a:pt x="12702" y="16741"/>
                </a:lnTo>
                <a:lnTo>
                  <a:pt x="12532" y="16814"/>
                </a:lnTo>
                <a:lnTo>
                  <a:pt x="12362" y="16887"/>
                </a:lnTo>
                <a:lnTo>
                  <a:pt x="11997" y="16984"/>
                </a:lnTo>
                <a:lnTo>
                  <a:pt x="11242" y="17106"/>
                </a:lnTo>
                <a:lnTo>
                  <a:pt x="10658" y="17203"/>
                </a:lnTo>
                <a:lnTo>
                  <a:pt x="10074" y="17252"/>
                </a:lnTo>
                <a:lnTo>
                  <a:pt x="9466" y="17276"/>
                </a:lnTo>
                <a:lnTo>
                  <a:pt x="7860" y="17276"/>
                </a:lnTo>
                <a:lnTo>
                  <a:pt x="7373" y="17228"/>
                </a:lnTo>
                <a:lnTo>
                  <a:pt x="6862" y="17179"/>
                </a:lnTo>
                <a:lnTo>
                  <a:pt x="5865" y="17057"/>
                </a:lnTo>
                <a:lnTo>
                  <a:pt x="4892" y="16863"/>
                </a:lnTo>
                <a:lnTo>
                  <a:pt x="4989" y="16668"/>
                </a:lnTo>
                <a:lnTo>
                  <a:pt x="5110" y="16522"/>
                </a:lnTo>
                <a:lnTo>
                  <a:pt x="5256" y="16376"/>
                </a:lnTo>
                <a:lnTo>
                  <a:pt x="5427" y="16254"/>
                </a:lnTo>
                <a:lnTo>
                  <a:pt x="5597" y="16157"/>
                </a:lnTo>
                <a:lnTo>
                  <a:pt x="5792" y="16060"/>
                </a:lnTo>
                <a:lnTo>
                  <a:pt x="6181" y="15914"/>
                </a:lnTo>
                <a:lnTo>
                  <a:pt x="6546" y="15768"/>
                </a:lnTo>
                <a:lnTo>
                  <a:pt x="6911" y="15622"/>
                </a:lnTo>
                <a:lnTo>
                  <a:pt x="7276" y="15476"/>
                </a:lnTo>
                <a:lnTo>
                  <a:pt x="7641" y="15354"/>
                </a:lnTo>
                <a:lnTo>
                  <a:pt x="7714" y="15330"/>
                </a:lnTo>
                <a:lnTo>
                  <a:pt x="7763" y="15281"/>
                </a:lnTo>
                <a:lnTo>
                  <a:pt x="7787" y="15257"/>
                </a:lnTo>
                <a:lnTo>
                  <a:pt x="7860" y="15159"/>
                </a:lnTo>
                <a:lnTo>
                  <a:pt x="7909" y="15086"/>
                </a:lnTo>
                <a:lnTo>
                  <a:pt x="7957" y="14892"/>
                </a:lnTo>
                <a:lnTo>
                  <a:pt x="7982" y="14697"/>
                </a:lnTo>
                <a:lnTo>
                  <a:pt x="8006" y="14478"/>
                </a:lnTo>
                <a:lnTo>
                  <a:pt x="8055" y="13894"/>
                </a:lnTo>
                <a:lnTo>
                  <a:pt x="8055" y="13286"/>
                </a:lnTo>
                <a:lnTo>
                  <a:pt x="8055" y="12726"/>
                </a:lnTo>
                <a:lnTo>
                  <a:pt x="8030" y="12434"/>
                </a:lnTo>
                <a:lnTo>
                  <a:pt x="7982" y="12167"/>
                </a:lnTo>
                <a:lnTo>
                  <a:pt x="8371" y="12191"/>
                </a:lnTo>
                <a:lnTo>
                  <a:pt x="8760" y="12191"/>
                </a:lnTo>
                <a:lnTo>
                  <a:pt x="9198" y="12167"/>
                </a:lnTo>
                <a:lnTo>
                  <a:pt x="9636" y="12069"/>
                </a:lnTo>
                <a:close/>
                <a:moveTo>
                  <a:pt x="12945" y="0"/>
                </a:moveTo>
                <a:lnTo>
                  <a:pt x="11705" y="49"/>
                </a:lnTo>
                <a:lnTo>
                  <a:pt x="7519" y="49"/>
                </a:lnTo>
                <a:lnTo>
                  <a:pt x="6132" y="73"/>
                </a:lnTo>
                <a:lnTo>
                  <a:pt x="5427" y="49"/>
                </a:lnTo>
                <a:lnTo>
                  <a:pt x="4697" y="49"/>
                </a:lnTo>
                <a:lnTo>
                  <a:pt x="3967" y="73"/>
                </a:lnTo>
                <a:lnTo>
                  <a:pt x="3626" y="98"/>
                </a:lnTo>
                <a:lnTo>
                  <a:pt x="3261" y="146"/>
                </a:lnTo>
                <a:lnTo>
                  <a:pt x="3213" y="171"/>
                </a:lnTo>
                <a:lnTo>
                  <a:pt x="3140" y="244"/>
                </a:lnTo>
                <a:lnTo>
                  <a:pt x="3115" y="292"/>
                </a:lnTo>
                <a:lnTo>
                  <a:pt x="3091" y="365"/>
                </a:lnTo>
                <a:lnTo>
                  <a:pt x="3164" y="1071"/>
                </a:lnTo>
                <a:lnTo>
                  <a:pt x="2994" y="998"/>
                </a:lnTo>
                <a:lnTo>
                  <a:pt x="2823" y="974"/>
                </a:lnTo>
                <a:lnTo>
                  <a:pt x="2434" y="949"/>
                </a:lnTo>
                <a:lnTo>
                  <a:pt x="2045" y="949"/>
                </a:lnTo>
                <a:lnTo>
                  <a:pt x="1728" y="974"/>
                </a:lnTo>
                <a:lnTo>
                  <a:pt x="1339" y="1022"/>
                </a:lnTo>
                <a:lnTo>
                  <a:pt x="1144" y="1047"/>
                </a:lnTo>
                <a:lnTo>
                  <a:pt x="974" y="1095"/>
                </a:lnTo>
                <a:lnTo>
                  <a:pt x="779" y="1168"/>
                </a:lnTo>
                <a:lnTo>
                  <a:pt x="609" y="1266"/>
                </a:lnTo>
                <a:lnTo>
                  <a:pt x="463" y="1387"/>
                </a:lnTo>
                <a:lnTo>
                  <a:pt x="317" y="1509"/>
                </a:lnTo>
                <a:lnTo>
                  <a:pt x="220" y="1679"/>
                </a:lnTo>
                <a:lnTo>
                  <a:pt x="122" y="1825"/>
                </a:lnTo>
                <a:lnTo>
                  <a:pt x="74" y="2020"/>
                </a:lnTo>
                <a:lnTo>
                  <a:pt x="25" y="2190"/>
                </a:lnTo>
                <a:lnTo>
                  <a:pt x="25" y="2385"/>
                </a:lnTo>
                <a:lnTo>
                  <a:pt x="1" y="2604"/>
                </a:lnTo>
                <a:lnTo>
                  <a:pt x="49" y="2993"/>
                </a:lnTo>
                <a:lnTo>
                  <a:pt x="98" y="3431"/>
                </a:lnTo>
                <a:lnTo>
                  <a:pt x="195" y="3821"/>
                </a:lnTo>
                <a:lnTo>
                  <a:pt x="414" y="4551"/>
                </a:lnTo>
                <a:lnTo>
                  <a:pt x="536" y="4988"/>
                </a:lnTo>
                <a:lnTo>
                  <a:pt x="682" y="5451"/>
                </a:lnTo>
                <a:lnTo>
                  <a:pt x="852" y="5913"/>
                </a:lnTo>
                <a:lnTo>
                  <a:pt x="1047" y="6351"/>
                </a:lnTo>
                <a:lnTo>
                  <a:pt x="1242" y="6789"/>
                </a:lnTo>
                <a:lnTo>
                  <a:pt x="1461" y="7203"/>
                </a:lnTo>
                <a:lnTo>
                  <a:pt x="1704" y="7616"/>
                </a:lnTo>
                <a:lnTo>
                  <a:pt x="1972" y="8006"/>
                </a:lnTo>
                <a:lnTo>
                  <a:pt x="2264" y="8371"/>
                </a:lnTo>
                <a:lnTo>
                  <a:pt x="2580" y="8687"/>
                </a:lnTo>
                <a:lnTo>
                  <a:pt x="2896" y="9003"/>
                </a:lnTo>
                <a:lnTo>
                  <a:pt x="3286" y="9271"/>
                </a:lnTo>
                <a:lnTo>
                  <a:pt x="3675" y="9514"/>
                </a:lnTo>
                <a:lnTo>
                  <a:pt x="4089" y="9709"/>
                </a:lnTo>
                <a:lnTo>
                  <a:pt x="4551" y="9879"/>
                </a:lnTo>
                <a:lnTo>
                  <a:pt x="5037" y="9977"/>
                </a:lnTo>
                <a:lnTo>
                  <a:pt x="5037" y="10098"/>
                </a:lnTo>
                <a:lnTo>
                  <a:pt x="5062" y="10196"/>
                </a:lnTo>
                <a:lnTo>
                  <a:pt x="5183" y="10415"/>
                </a:lnTo>
                <a:lnTo>
                  <a:pt x="5329" y="10634"/>
                </a:lnTo>
                <a:lnTo>
                  <a:pt x="5500" y="10828"/>
                </a:lnTo>
                <a:lnTo>
                  <a:pt x="5694" y="11023"/>
                </a:lnTo>
                <a:lnTo>
                  <a:pt x="5889" y="11169"/>
                </a:lnTo>
                <a:lnTo>
                  <a:pt x="6254" y="11437"/>
                </a:lnTo>
                <a:lnTo>
                  <a:pt x="6546" y="11631"/>
                </a:lnTo>
                <a:lnTo>
                  <a:pt x="6862" y="11802"/>
                </a:lnTo>
                <a:lnTo>
                  <a:pt x="7179" y="11948"/>
                </a:lnTo>
                <a:lnTo>
                  <a:pt x="7519" y="12045"/>
                </a:lnTo>
                <a:lnTo>
                  <a:pt x="7471" y="12313"/>
                </a:lnTo>
                <a:lnTo>
                  <a:pt x="7471" y="12580"/>
                </a:lnTo>
                <a:lnTo>
                  <a:pt x="7471" y="12872"/>
                </a:lnTo>
                <a:lnTo>
                  <a:pt x="7519" y="13115"/>
                </a:lnTo>
                <a:lnTo>
                  <a:pt x="7519" y="13407"/>
                </a:lnTo>
                <a:lnTo>
                  <a:pt x="7519" y="13724"/>
                </a:lnTo>
                <a:lnTo>
                  <a:pt x="7471" y="14308"/>
                </a:lnTo>
                <a:lnTo>
                  <a:pt x="7422" y="14624"/>
                </a:lnTo>
                <a:lnTo>
                  <a:pt x="7422" y="14770"/>
                </a:lnTo>
                <a:lnTo>
                  <a:pt x="7422" y="14916"/>
                </a:lnTo>
                <a:lnTo>
                  <a:pt x="7203" y="14965"/>
                </a:lnTo>
                <a:lnTo>
                  <a:pt x="6984" y="15013"/>
                </a:lnTo>
                <a:lnTo>
                  <a:pt x="6741" y="15086"/>
                </a:lnTo>
                <a:lnTo>
                  <a:pt x="6522" y="15184"/>
                </a:lnTo>
                <a:lnTo>
                  <a:pt x="6084" y="15378"/>
                </a:lnTo>
                <a:lnTo>
                  <a:pt x="5670" y="15549"/>
                </a:lnTo>
                <a:lnTo>
                  <a:pt x="5451" y="15646"/>
                </a:lnTo>
                <a:lnTo>
                  <a:pt x="5232" y="15743"/>
                </a:lnTo>
                <a:lnTo>
                  <a:pt x="5037" y="15889"/>
                </a:lnTo>
                <a:lnTo>
                  <a:pt x="4867" y="16011"/>
                </a:lnTo>
                <a:lnTo>
                  <a:pt x="4697" y="16181"/>
                </a:lnTo>
                <a:lnTo>
                  <a:pt x="4551" y="16376"/>
                </a:lnTo>
                <a:lnTo>
                  <a:pt x="4429" y="16571"/>
                </a:lnTo>
                <a:lnTo>
                  <a:pt x="4332" y="16814"/>
                </a:lnTo>
                <a:lnTo>
                  <a:pt x="4308" y="16887"/>
                </a:lnTo>
                <a:lnTo>
                  <a:pt x="4308" y="16936"/>
                </a:lnTo>
                <a:lnTo>
                  <a:pt x="4332" y="16984"/>
                </a:lnTo>
                <a:lnTo>
                  <a:pt x="4356" y="17033"/>
                </a:lnTo>
                <a:lnTo>
                  <a:pt x="4454" y="17106"/>
                </a:lnTo>
                <a:lnTo>
                  <a:pt x="4575" y="17130"/>
                </a:lnTo>
                <a:lnTo>
                  <a:pt x="4746" y="17252"/>
                </a:lnTo>
                <a:lnTo>
                  <a:pt x="4940" y="17374"/>
                </a:lnTo>
                <a:lnTo>
                  <a:pt x="5159" y="17447"/>
                </a:lnTo>
                <a:lnTo>
                  <a:pt x="5402" y="17495"/>
                </a:lnTo>
                <a:lnTo>
                  <a:pt x="5865" y="17568"/>
                </a:lnTo>
                <a:lnTo>
                  <a:pt x="6303" y="17617"/>
                </a:lnTo>
                <a:lnTo>
                  <a:pt x="6984" y="17714"/>
                </a:lnTo>
                <a:lnTo>
                  <a:pt x="7665" y="17763"/>
                </a:lnTo>
                <a:lnTo>
                  <a:pt x="8371" y="17787"/>
                </a:lnTo>
                <a:lnTo>
                  <a:pt x="9052" y="17812"/>
                </a:lnTo>
                <a:lnTo>
                  <a:pt x="9685" y="17787"/>
                </a:lnTo>
                <a:lnTo>
                  <a:pt x="10318" y="17739"/>
                </a:lnTo>
                <a:lnTo>
                  <a:pt x="10950" y="17690"/>
                </a:lnTo>
                <a:lnTo>
                  <a:pt x="11559" y="17593"/>
                </a:lnTo>
                <a:lnTo>
                  <a:pt x="11948" y="17520"/>
                </a:lnTo>
                <a:lnTo>
                  <a:pt x="12410" y="17447"/>
                </a:lnTo>
                <a:lnTo>
                  <a:pt x="12654" y="17398"/>
                </a:lnTo>
                <a:lnTo>
                  <a:pt x="12848" y="17301"/>
                </a:lnTo>
                <a:lnTo>
                  <a:pt x="13018" y="17203"/>
                </a:lnTo>
                <a:lnTo>
                  <a:pt x="13091" y="17130"/>
                </a:lnTo>
                <a:lnTo>
                  <a:pt x="13164" y="17057"/>
                </a:lnTo>
                <a:lnTo>
                  <a:pt x="13237" y="16984"/>
                </a:lnTo>
                <a:lnTo>
                  <a:pt x="13286" y="16911"/>
                </a:lnTo>
                <a:lnTo>
                  <a:pt x="13310" y="16814"/>
                </a:lnTo>
                <a:lnTo>
                  <a:pt x="13286" y="16692"/>
                </a:lnTo>
                <a:lnTo>
                  <a:pt x="13140" y="16400"/>
                </a:lnTo>
                <a:lnTo>
                  <a:pt x="12921" y="16157"/>
                </a:lnTo>
                <a:lnTo>
                  <a:pt x="12702" y="15914"/>
                </a:lnTo>
                <a:lnTo>
                  <a:pt x="12435" y="15719"/>
                </a:lnTo>
                <a:lnTo>
                  <a:pt x="12167" y="15549"/>
                </a:lnTo>
                <a:lnTo>
                  <a:pt x="11851" y="15403"/>
                </a:lnTo>
                <a:lnTo>
                  <a:pt x="11559" y="15281"/>
                </a:lnTo>
                <a:lnTo>
                  <a:pt x="11242" y="15184"/>
                </a:lnTo>
                <a:lnTo>
                  <a:pt x="10780" y="15062"/>
                </a:lnTo>
                <a:lnTo>
                  <a:pt x="10439" y="15013"/>
                </a:lnTo>
                <a:lnTo>
                  <a:pt x="10123" y="14965"/>
                </a:lnTo>
                <a:lnTo>
                  <a:pt x="10147" y="14746"/>
                </a:lnTo>
                <a:lnTo>
                  <a:pt x="10123" y="14502"/>
                </a:lnTo>
                <a:lnTo>
                  <a:pt x="10123" y="14259"/>
                </a:lnTo>
                <a:lnTo>
                  <a:pt x="10099" y="14089"/>
                </a:lnTo>
                <a:lnTo>
                  <a:pt x="10123" y="13529"/>
                </a:lnTo>
                <a:lnTo>
                  <a:pt x="10099" y="12945"/>
                </a:lnTo>
                <a:lnTo>
                  <a:pt x="10099" y="12434"/>
                </a:lnTo>
                <a:lnTo>
                  <a:pt x="10074" y="12191"/>
                </a:lnTo>
                <a:lnTo>
                  <a:pt x="10050" y="12069"/>
                </a:lnTo>
                <a:lnTo>
                  <a:pt x="10001" y="11948"/>
                </a:lnTo>
                <a:lnTo>
                  <a:pt x="10391" y="11777"/>
                </a:lnTo>
                <a:lnTo>
                  <a:pt x="10756" y="11583"/>
                </a:lnTo>
                <a:lnTo>
                  <a:pt x="11096" y="11364"/>
                </a:lnTo>
                <a:lnTo>
                  <a:pt x="11413" y="11096"/>
                </a:lnTo>
                <a:lnTo>
                  <a:pt x="11851" y="10707"/>
                </a:lnTo>
                <a:lnTo>
                  <a:pt x="12118" y="10463"/>
                </a:lnTo>
                <a:lnTo>
                  <a:pt x="12240" y="10317"/>
                </a:lnTo>
                <a:lnTo>
                  <a:pt x="12337" y="10196"/>
                </a:lnTo>
                <a:lnTo>
                  <a:pt x="12508" y="10001"/>
                </a:lnTo>
                <a:lnTo>
                  <a:pt x="12897" y="9879"/>
                </a:lnTo>
                <a:lnTo>
                  <a:pt x="13286" y="9782"/>
                </a:lnTo>
                <a:lnTo>
                  <a:pt x="13675" y="9660"/>
                </a:lnTo>
                <a:lnTo>
                  <a:pt x="13870" y="9587"/>
                </a:lnTo>
                <a:lnTo>
                  <a:pt x="14040" y="9490"/>
                </a:lnTo>
                <a:lnTo>
                  <a:pt x="14478" y="9222"/>
                </a:lnTo>
                <a:lnTo>
                  <a:pt x="14916" y="8906"/>
                </a:lnTo>
                <a:lnTo>
                  <a:pt x="15306" y="8565"/>
                </a:lnTo>
                <a:lnTo>
                  <a:pt x="15646" y="8176"/>
                </a:lnTo>
                <a:lnTo>
                  <a:pt x="15963" y="7787"/>
                </a:lnTo>
                <a:lnTo>
                  <a:pt x="16255" y="7397"/>
                </a:lnTo>
                <a:lnTo>
                  <a:pt x="16522" y="6959"/>
                </a:lnTo>
                <a:lnTo>
                  <a:pt x="16766" y="6521"/>
                </a:lnTo>
                <a:lnTo>
                  <a:pt x="16960" y="6083"/>
                </a:lnTo>
                <a:lnTo>
                  <a:pt x="17155" y="5621"/>
                </a:lnTo>
                <a:lnTo>
                  <a:pt x="17301" y="5134"/>
                </a:lnTo>
                <a:lnTo>
                  <a:pt x="17398" y="4648"/>
                </a:lnTo>
                <a:lnTo>
                  <a:pt x="17544" y="3869"/>
                </a:lnTo>
                <a:lnTo>
                  <a:pt x="17593" y="3431"/>
                </a:lnTo>
                <a:lnTo>
                  <a:pt x="17617" y="2993"/>
                </a:lnTo>
                <a:lnTo>
                  <a:pt x="17593" y="2555"/>
                </a:lnTo>
                <a:lnTo>
                  <a:pt x="17569" y="2361"/>
                </a:lnTo>
                <a:lnTo>
                  <a:pt x="17520" y="2142"/>
                </a:lnTo>
                <a:lnTo>
                  <a:pt x="17447" y="1947"/>
                </a:lnTo>
                <a:lnTo>
                  <a:pt x="17374" y="1777"/>
                </a:lnTo>
                <a:lnTo>
                  <a:pt x="17277" y="1606"/>
                </a:lnTo>
                <a:lnTo>
                  <a:pt x="17131" y="1460"/>
                </a:lnTo>
                <a:lnTo>
                  <a:pt x="17009" y="1339"/>
                </a:lnTo>
                <a:lnTo>
                  <a:pt x="16863" y="1241"/>
                </a:lnTo>
                <a:lnTo>
                  <a:pt x="16693" y="1168"/>
                </a:lnTo>
                <a:lnTo>
                  <a:pt x="16547" y="1120"/>
                </a:lnTo>
                <a:lnTo>
                  <a:pt x="16376" y="1095"/>
                </a:lnTo>
                <a:lnTo>
                  <a:pt x="16206" y="1095"/>
                </a:lnTo>
                <a:lnTo>
                  <a:pt x="15841" y="1120"/>
                </a:lnTo>
                <a:lnTo>
                  <a:pt x="15476" y="1168"/>
                </a:lnTo>
                <a:lnTo>
                  <a:pt x="15087" y="1241"/>
                </a:lnTo>
                <a:lnTo>
                  <a:pt x="14868" y="1266"/>
                </a:lnTo>
                <a:lnTo>
                  <a:pt x="14478" y="1266"/>
                </a:lnTo>
                <a:lnTo>
                  <a:pt x="14308" y="1217"/>
                </a:lnTo>
                <a:lnTo>
                  <a:pt x="14332" y="755"/>
                </a:lnTo>
                <a:lnTo>
                  <a:pt x="14357" y="292"/>
                </a:lnTo>
                <a:lnTo>
                  <a:pt x="14357" y="219"/>
                </a:lnTo>
                <a:lnTo>
                  <a:pt x="14332" y="146"/>
                </a:lnTo>
                <a:lnTo>
                  <a:pt x="14259" y="98"/>
                </a:lnTo>
                <a:lnTo>
                  <a:pt x="14186" y="73"/>
                </a:lnTo>
                <a:lnTo>
                  <a:pt x="13894" y="25"/>
                </a:lnTo>
                <a:lnTo>
                  <a:pt x="1357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18" name="Google Shape;818;p39"/>
          <p:cNvSpPr/>
          <p:nvPr/>
        </p:nvSpPr>
        <p:spPr>
          <a:xfrm>
            <a:off x="4969227" y="1474828"/>
            <a:ext cx="387161" cy="402569"/>
          </a:xfrm>
          <a:custGeom>
            <a:avLst/>
            <a:gdLst/>
            <a:ahLst/>
            <a:cxnLst/>
            <a:rect l="l" t="t" r="r" b="b"/>
            <a:pathLst>
              <a:path w="17715" h="18420" extrusionOk="0">
                <a:moveTo>
                  <a:pt x="14673" y="803"/>
                </a:moveTo>
                <a:lnTo>
                  <a:pt x="14746" y="1022"/>
                </a:lnTo>
                <a:lnTo>
                  <a:pt x="14794" y="1217"/>
                </a:lnTo>
                <a:lnTo>
                  <a:pt x="14843" y="1655"/>
                </a:lnTo>
                <a:lnTo>
                  <a:pt x="14892" y="2141"/>
                </a:lnTo>
                <a:lnTo>
                  <a:pt x="14916" y="2385"/>
                </a:lnTo>
                <a:lnTo>
                  <a:pt x="14940" y="2482"/>
                </a:lnTo>
                <a:lnTo>
                  <a:pt x="15013" y="2604"/>
                </a:lnTo>
                <a:lnTo>
                  <a:pt x="14770" y="2847"/>
                </a:lnTo>
                <a:lnTo>
                  <a:pt x="14697" y="2920"/>
                </a:lnTo>
                <a:lnTo>
                  <a:pt x="14648" y="2628"/>
                </a:lnTo>
                <a:lnTo>
                  <a:pt x="14600" y="2360"/>
                </a:lnTo>
                <a:lnTo>
                  <a:pt x="14527" y="2044"/>
                </a:lnTo>
                <a:lnTo>
                  <a:pt x="14405" y="1776"/>
                </a:lnTo>
                <a:lnTo>
                  <a:pt x="14308" y="1484"/>
                </a:lnTo>
                <a:lnTo>
                  <a:pt x="14210" y="1192"/>
                </a:lnTo>
                <a:lnTo>
                  <a:pt x="14673" y="803"/>
                </a:lnTo>
                <a:close/>
                <a:moveTo>
                  <a:pt x="15695" y="2847"/>
                </a:moveTo>
                <a:lnTo>
                  <a:pt x="16400" y="2871"/>
                </a:lnTo>
                <a:lnTo>
                  <a:pt x="17106" y="2969"/>
                </a:lnTo>
                <a:lnTo>
                  <a:pt x="16984" y="3115"/>
                </a:lnTo>
                <a:lnTo>
                  <a:pt x="16960" y="3090"/>
                </a:lnTo>
                <a:lnTo>
                  <a:pt x="16887" y="3042"/>
                </a:lnTo>
                <a:lnTo>
                  <a:pt x="16790" y="2993"/>
                </a:lnTo>
                <a:lnTo>
                  <a:pt x="16595" y="2969"/>
                </a:lnTo>
                <a:lnTo>
                  <a:pt x="16400" y="2944"/>
                </a:lnTo>
                <a:lnTo>
                  <a:pt x="15914" y="2944"/>
                </a:lnTo>
                <a:lnTo>
                  <a:pt x="15622" y="2920"/>
                </a:lnTo>
                <a:lnTo>
                  <a:pt x="15695" y="2847"/>
                </a:lnTo>
                <a:close/>
                <a:moveTo>
                  <a:pt x="14040" y="1314"/>
                </a:moveTo>
                <a:lnTo>
                  <a:pt x="14040" y="1484"/>
                </a:lnTo>
                <a:lnTo>
                  <a:pt x="14064" y="1655"/>
                </a:lnTo>
                <a:lnTo>
                  <a:pt x="14137" y="2020"/>
                </a:lnTo>
                <a:lnTo>
                  <a:pt x="14283" y="2871"/>
                </a:lnTo>
                <a:lnTo>
                  <a:pt x="14308" y="3066"/>
                </a:lnTo>
                <a:lnTo>
                  <a:pt x="14332" y="3236"/>
                </a:lnTo>
                <a:lnTo>
                  <a:pt x="14162" y="3382"/>
                </a:lnTo>
                <a:lnTo>
                  <a:pt x="14137" y="3139"/>
                </a:lnTo>
                <a:lnTo>
                  <a:pt x="14040" y="2871"/>
                </a:lnTo>
                <a:lnTo>
                  <a:pt x="13870" y="2433"/>
                </a:lnTo>
                <a:lnTo>
                  <a:pt x="13748" y="2068"/>
                </a:lnTo>
                <a:lnTo>
                  <a:pt x="13675" y="1703"/>
                </a:lnTo>
                <a:lnTo>
                  <a:pt x="13651" y="1630"/>
                </a:lnTo>
                <a:lnTo>
                  <a:pt x="13699" y="1582"/>
                </a:lnTo>
                <a:lnTo>
                  <a:pt x="14040" y="1314"/>
                </a:lnTo>
                <a:close/>
                <a:moveTo>
                  <a:pt x="13359" y="1898"/>
                </a:moveTo>
                <a:lnTo>
                  <a:pt x="13432" y="2239"/>
                </a:lnTo>
                <a:lnTo>
                  <a:pt x="13553" y="2677"/>
                </a:lnTo>
                <a:lnTo>
                  <a:pt x="13699" y="3090"/>
                </a:lnTo>
                <a:lnTo>
                  <a:pt x="13772" y="3358"/>
                </a:lnTo>
                <a:lnTo>
                  <a:pt x="13821" y="3480"/>
                </a:lnTo>
                <a:lnTo>
                  <a:pt x="13894" y="3601"/>
                </a:lnTo>
                <a:lnTo>
                  <a:pt x="13724" y="3723"/>
                </a:lnTo>
                <a:lnTo>
                  <a:pt x="13699" y="3577"/>
                </a:lnTo>
                <a:lnTo>
                  <a:pt x="13675" y="3407"/>
                </a:lnTo>
                <a:lnTo>
                  <a:pt x="13578" y="3090"/>
                </a:lnTo>
                <a:lnTo>
                  <a:pt x="13529" y="2798"/>
                </a:lnTo>
                <a:lnTo>
                  <a:pt x="13456" y="2531"/>
                </a:lnTo>
                <a:lnTo>
                  <a:pt x="13383" y="2239"/>
                </a:lnTo>
                <a:lnTo>
                  <a:pt x="13237" y="1995"/>
                </a:lnTo>
                <a:lnTo>
                  <a:pt x="13359" y="1898"/>
                </a:lnTo>
                <a:close/>
                <a:moveTo>
                  <a:pt x="15378" y="3188"/>
                </a:moveTo>
                <a:lnTo>
                  <a:pt x="15500" y="3236"/>
                </a:lnTo>
                <a:lnTo>
                  <a:pt x="15646" y="3261"/>
                </a:lnTo>
                <a:lnTo>
                  <a:pt x="15914" y="3285"/>
                </a:lnTo>
                <a:lnTo>
                  <a:pt x="16790" y="3358"/>
                </a:lnTo>
                <a:lnTo>
                  <a:pt x="16473" y="3723"/>
                </a:lnTo>
                <a:lnTo>
                  <a:pt x="16449" y="3650"/>
                </a:lnTo>
                <a:lnTo>
                  <a:pt x="16425" y="3601"/>
                </a:lnTo>
                <a:lnTo>
                  <a:pt x="16376" y="3553"/>
                </a:lnTo>
                <a:lnTo>
                  <a:pt x="16303" y="3528"/>
                </a:lnTo>
                <a:lnTo>
                  <a:pt x="16084" y="3455"/>
                </a:lnTo>
                <a:lnTo>
                  <a:pt x="15816" y="3431"/>
                </a:lnTo>
                <a:lnTo>
                  <a:pt x="15573" y="3431"/>
                </a:lnTo>
                <a:lnTo>
                  <a:pt x="15330" y="3455"/>
                </a:lnTo>
                <a:lnTo>
                  <a:pt x="15086" y="3455"/>
                </a:lnTo>
                <a:lnTo>
                  <a:pt x="15135" y="3431"/>
                </a:lnTo>
                <a:lnTo>
                  <a:pt x="15378" y="3188"/>
                </a:lnTo>
                <a:close/>
                <a:moveTo>
                  <a:pt x="13067" y="2166"/>
                </a:moveTo>
                <a:lnTo>
                  <a:pt x="13115" y="2628"/>
                </a:lnTo>
                <a:lnTo>
                  <a:pt x="13164" y="3042"/>
                </a:lnTo>
                <a:lnTo>
                  <a:pt x="13188" y="3285"/>
                </a:lnTo>
                <a:lnTo>
                  <a:pt x="13213" y="3553"/>
                </a:lnTo>
                <a:lnTo>
                  <a:pt x="13261" y="3699"/>
                </a:lnTo>
                <a:lnTo>
                  <a:pt x="13286" y="3820"/>
                </a:lnTo>
                <a:lnTo>
                  <a:pt x="13359" y="3942"/>
                </a:lnTo>
                <a:lnTo>
                  <a:pt x="13432" y="4015"/>
                </a:lnTo>
                <a:lnTo>
                  <a:pt x="13213" y="4234"/>
                </a:lnTo>
                <a:lnTo>
                  <a:pt x="13140" y="3845"/>
                </a:lnTo>
                <a:lnTo>
                  <a:pt x="13042" y="3480"/>
                </a:lnTo>
                <a:lnTo>
                  <a:pt x="12994" y="3236"/>
                </a:lnTo>
                <a:lnTo>
                  <a:pt x="12921" y="2969"/>
                </a:lnTo>
                <a:lnTo>
                  <a:pt x="12823" y="2701"/>
                </a:lnTo>
                <a:lnTo>
                  <a:pt x="12702" y="2482"/>
                </a:lnTo>
                <a:lnTo>
                  <a:pt x="12872" y="2336"/>
                </a:lnTo>
                <a:lnTo>
                  <a:pt x="13067" y="2166"/>
                </a:lnTo>
                <a:close/>
                <a:moveTo>
                  <a:pt x="14648" y="3796"/>
                </a:moveTo>
                <a:lnTo>
                  <a:pt x="14819" y="3869"/>
                </a:lnTo>
                <a:lnTo>
                  <a:pt x="15013" y="3893"/>
                </a:lnTo>
                <a:lnTo>
                  <a:pt x="15232" y="3918"/>
                </a:lnTo>
                <a:lnTo>
                  <a:pt x="16035" y="3918"/>
                </a:lnTo>
                <a:lnTo>
                  <a:pt x="16181" y="3966"/>
                </a:lnTo>
                <a:lnTo>
                  <a:pt x="16230" y="3966"/>
                </a:lnTo>
                <a:lnTo>
                  <a:pt x="16011" y="4185"/>
                </a:lnTo>
                <a:lnTo>
                  <a:pt x="15938" y="4258"/>
                </a:lnTo>
                <a:lnTo>
                  <a:pt x="15816" y="4210"/>
                </a:lnTo>
                <a:lnTo>
                  <a:pt x="15695" y="4161"/>
                </a:lnTo>
                <a:lnTo>
                  <a:pt x="15403" y="4137"/>
                </a:lnTo>
                <a:lnTo>
                  <a:pt x="14916" y="4137"/>
                </a:lnTo>
                <a:lnTo>
                  <a:pt x="14600" y="4112"/>
                </a:lnTo>
                <a:lnTo>
                  <a:pt x="14259" y="4112"/>
                </a:lnTo>
                <a:lnTo>
                  <a:pt x="14648" y="3796"/>
                </a:lnTo>
                <a:close/>
                <a:moveTo>
                  <a:pt x="13943" y="4404"/>
                </a:moveTo>
                <a:lnTo>
                  <a:pt x="14283" y="4453"/>
                </a:lnTo>
                <a:lnTo>
                  <a:pt x="14648" y="4502"/>
                </a:lnTo>
                <a:lnTo>
                  <a:pt x="15354" y="4550"/>
                </a:lnTo>
                <a:lnTo>
                  <a:pt x="15524" y="4575"/>
                </a:lnTo>
                <a:lnTo>
                  <a:pt x="15330" y="4745"/>
                </a:lnTo>
                <a:lnTo>
                  <a:pt x="15184" y="4915"/>
                </a:lnTo>
                <a:lnTo>
                  <a:pt x="14697" y="4818"/>
                </a:lnTo>
                <a:lnTo>
                  <a:pt x="14186" y="4745"/>
                </a:lnTo>
                <a:lnTo>
                  <a:pt x="13699" y="4672"/>
                </a:lnTo>
                <a:lnTo>
                  <a:pt x="13797" y="4550"/>
                </a:lnTo>
                <a:lnTo>
                  <a:pt x="13943" y="4404"/>
                </a:lnTo>
                <a:close/>
                <a:moveTo>
                  <a:pt x="14721" y="0"/>
                </a:moveTo>
                <a:lnTo>
                  <a:pt x="14673" y="24"/>
                </a:lnTo>
                <a:lnTo>
                  <a:pt x="14600" y="49"/>
                </a:lnTo>
                <a:lnTo>
                  <a:pt x="14551" y="97"/>
                </a:lnTo>
                <a:lnTo>
                  <a:pt x="14235" y="389"/>
                </a:lnTo>
                <a:lnTo>
                  <a:pt x="13894" y="681"/>
                </a:lnTo>
                <a:lnTo>
                  <a:pt x="13213" y="1217"/>
                </a:lnTo>
                <a:lnTo>
                  <a:pt x="12921" y="1460"/>
                </a:lnTo>
                <a:lnTo>
                  <a:pt x="12775" y="1606"/>
                </a:lnTo>
                <a:lnTo>
                  <a:pt x="12629" y="1752"/>
                </a:lnTo>
                <a:lnTo>
                  <a:pt x="12507" y="1922"/>
                </a:lnTo>
                <a:lnTo>
                  <a:pt x="12385" y="2093"/>
                </a:lnTo>
                <a:lnTo>
                  <a:pt x="12337" y="2263"/>
                </a:lnTo>
                <a:lnTo>
                  <a:pt x="12312" y="2458"/>
                </a:lnTo>
                <a:lnTo>
                  <a:pt x="12337" y="2506"/>
                </a:lnTo>
                <a:lnTo>
                  <a:pt x="12312" y="2531"/>
                </a:lnTo>
                <a:lnTo>
                  <a:pt x="12337" y="2774"/>
                </a:lnTo>
                <a:lnTo>
                  <a:pt x="12385" y="3017"/>
                </a:lnTo>
                <a:lnTo>
                  <a:pt x="12507" y="3504"/>
                </a:lnTo>
                <a:lnTo>
                  <a:pt x="12531" y="3796"/>
                </a:lnTo>
                <a:lnTo>
                  <a:pt x="12580" y="4137"/>
                </a:lnTo>
                <a:lnTo>
                  <a:pt x="12629" y="4453"/>
                </a:lnTo>
                <a:lnTo>
                  <a:pt x="12677" y="4599"/>
                </a:lnTo>
                <a:lnTo>
                  <a:pt x="12750" y="4745"/>
                </a:lnTo>
                <a:lnTo>
                  <a:pt x="12288" y="5256"/>
                </a:lnTo>
                <a:lnTo>
                  <a:pt x="11972" y="5621"/>
                </a:lnTo>
                <a:lnTo>
                  <a:pt x="11631" y="5961"/>
                </a:lnTo>
                <a:lnTo>
                  <a:pt x="10925" y="6643"/>
                </a:lnTo>
                <a:lnTo>
                  <a:pt x="10220" y="7300"/>
                </a:lnTo>
                <a:lnTo>
                  <a:pt x="9490" y="7981"/>
                </a:lnTo>
                <a:lnTo>
                  <a:pt x="9125" y="8370"/>
                </a:lnTo>
                <a:lnTo>
                  <a:pt x="8760" y="8760"/>
                </a:lnTo>
                <a:lnTo>
                  <a:pt x="8371" y="9149"/>
                </a:lnTo>
                <a:lnTo>
                  <a:pt x="8006" y="9538"/>
                </a:lnTo>
                <a:lnTo>
                  <a:pt x="7884" y="9490"/>
                </a:lnTo>
                <a:lnTo>
                  <a:pt x="7665" y="9490"/>
                </a:lnTo>
                <a:lnTo>
                  <a:pt x="7568" y="9514"/>
                </a:lnTo>
                <a:lnTo>
                  <a:pt x="7422" y="9538"/>
                </a:lnTo>
                <a:lnTo>
                  <a:pt x="7276" y="9587"/>
                </a:lnTo>
                <a:lnTo>
                  <a:pt x="7154" y="9684"/>
                </a:lnTo>
                <a:lnTo>
                  <a:pt x="7057" y="9830"/>
                </a:lnTo>
                <a:lnTo>
                  <a:pt x="6984" y="9976"/>
                </a:lnTo>
                <a:lnTo>
                  <a:pt x="6935" y="10147"/>
                </a:lnTo>
                <a:lnTo>
                  <a:pt x="6959" y="10317"/>
                </a:lnTo>
                <a:lnTo>
                  <a:pt x="7008" y="10487"/>
                </a:lnTo>
                <a:lnTo>
                  <a:pt x="7105" y="10633"/>
                </a:lnTo>
                <a:lnTo>
                  <a:pt x="7251" y="10755"/>
                </a:lnTo>
                <a:lnTo>
                  <a:pt x="7397" y="10828"/>
                </a:lnTo>
                <a:lnTo>
                  <a:pt x="7568" y="10877"/>
                </a:lnTo>
                <a:lnTo>
                  <a:pt x="7738" y="10901"/>
                </a:lnTo>
                <a:lnTo>
                  <a:pt x="7884" y="10877"/>
                </a:lnTo>
                <a:lnTo>
                  <a:pt x="8006" y="10804"/>
                </a:lnTo>
                <a:lnTo>
                  <a:pt x="8127" y="10731"/>
                </a:lnTo>
                <a:lnTo>
                  <a:pt x="8225" y="10633"/>
                </a:lnTo>
                <a:lnTo>
                  <a:pt x="8298" y="10512"/>
                </a:lnTo>
                <a:lnTo>
                  <a:pt x="8346" y="10390"/>
                </a:lnTo>
                <a:lnTo>
                  <a:pt x="8371" y="10244"/>
                </a:lnTo>
                <a:lnTo>
                  <a:pt x="8371" y="10098"/>
                </a:lnTo>
                <a:lnTo>
                  <a:pt x="8371" y="10049"/>
                </a:lnTo>
                <a:lnTo>
                  <a:pt x="8711" y="9733"/>
                </a:lnTo>
                <a:lnTo>
                  <a:pt x="9003" y="9392"/>
                </a:lnTo>
                <a:lnTo>
                  <a:pt x="9295" y="9052"/>
                </a:lnTo>
                <a:lnTo>
                  <a:pt x="9587" y="8760"/>
                </a:lnTo>
                <a:lnTo>
                  <a:pt x="10317" y="8054"/>
                </a:lnTo>
                <a:lnTo>
                  <a:pt x="11047" y="7373"/>
                </a:lnTo>
                <a:lnTo>
                  <a:pt x="11777" y="6691"/>
                </a:lnTo>
                <a:lnTo>
                  <a:pt x="12507" y="5986"/>
                </a:lnTo>
                <a:lnTo>
                  <a:pt x="12896" y="5548"/>
                </a:lnTo>
                <a:lnTo>
                  <a:pt x="13310" y="5086"/>
                </a:lnTo>
                <a:lnTo>
                  <a:pt x="13529" y="5159"/>
                </a:lnTo>
                <a:lnTo>
                  <a:pt x="13748" y="5207"/>
                </a:lnTo>
                <a:lnTo>
                  <a:pt x="14186" y="5280"/>
                </a:lnTo>
                <a:lnTo>
                  <a:pt x="14648" y="5353"/>
                </a:lnTo>
                <a:lnTo>
                  <a:pt x="15086" y="5426"/>
                </a:lnTo>
                <a:lnTo>
                  <a:pt x="15184" y="5426"/>
                </a:lnTo>
                <a:lnTo>
                  <a:pt x="15281" y="5402"/>
                </a:lnTo>
                <a:lnTo>
                  <a:pt x="15354" y="5353"/>
                </a:lnTo>
                <a:lnTo>
                  <a:pt x="15403" y="5280"/>
                </a:lnTo>
                <a:lnTo>
                  <a:pt x="15524" y="5207"/>
                </a:lnTo>
                <a:lnTo>
                  <a:pt x="15670" y="5134"/>
                </a:lnTo>
                <a:lnTo>
                  <a:pt x="15938" y="4940"/>
                </a:lnTo>
                <a:lnTo>
                  <a:pt x="16352" y="4526"/>
                </a:lnTo>
                <a:lnTo>
                  <a:pt x="16692" y="4210"/>
                </a:lnTo>
                <a:lnTo>
                  <a:pt x="17009" y="3869"/>
                </a:lnTo>
                <a:lnTo>
                  <a:pt x="17325" y="3504"/>
                </a:lnTo>
                <a:lnTo>
                  <a:pt x="17617" y="3115"/>
                </a:lnTo>
                <a:lnTo>
                  <a:pt x="17641" y="3066"/>
                </a:lnTo>
                <a:lnTo>
                  <a:pt x="17666" y="3017"/>
                </a:lnTo>
                <a:lnTo>
                  <a:pt x="17641" y="2896"/>
                </a:lnTo>
                <a:lnTo>
                  <a:pt x="17690" y="2774"/>
                </a:lnTo>
                <a:lnTo>
                  <a:pt x="17714" y="2701"/>
                </a:lnTo>
                <a:lnTo>
                  <a:pt x="17690" y="2652"/>
                </a:lnTo>
                <a:lnTo>
                  <a:pt x="17690" y="2579"/>
                </a:lnTo>
                <a:lnTo>
                  <a:pt x="17641" y="2531"/>
                </a:lnTo>
                <a:lnTo>
                  <a:pt x="17593" y="2506"/>
                </a:lnTo>
                <a:lnTo>
                  <a:pt x="17495" y="2482"/>
                </a:lnTo>
                <a:lnTo>
                  <a:pt x="16838" y="2360"/>
                </a:lnTo>
                <a:lnTo>
                  <a:pt x="16473" y="2312"/>
                </a:lnTo>
                <a:lnTo>
                  <a:pt x="16108" y="2287"/>
                </a:lnTo>
                <a:lnTo>
                  <a:pt x="16303" y="2068"/>
                </a:lnTo>
                <a:lnTo>
                  <a:pt x="16522" y="1801"/>
                </a:lnTo>
                <a:lnTo>
                  <a:pt x="16790" y="1582"/>
                </a:lnTo>
                <a:lnTo>
                  <a:pt x="17033" y="1338"/>
                </a:lnTo>
                <a:lnTo>
                  <a:pt x="17276" y="1095"/>
                </a:lnTo>
                <a:lnTo>
                  <a:pt x="17325" y="1022"/>
                </a:lnTo>
                <a:lnTo>
                  <a:pt x="17374" y="949"/>
                </a:lnTo>
                <a:lnTo>
                  <a:pt x="17374" y="876"/>
                </a:lnTo>
                <a:lnTo>
                  <a:pt x="17374" y="803"/>
                </a:lnTo>
                <a:lnTo>
                  <a:pt x="17325" y="681"/>
                </a:lnTo>
                <a:lnTo>
                  <a:pt x="17252" y="560"/>
                </a:lnTo>
                <a:lnTo>
                  <a:pt x="17155" y="487"/>
                </a:lnTo>
                <a:lnTo>
                  <a:pt x="17009" y="438"/>
                </a:lnTo>
                <a:lnTo>
                  <a:pt x="16960" y="462"/>
                </a:lnTo>
                <a:lnTo>
                  <a:pt x="16887" y="462"/>
                </a:lnTo>
                <a:lnTo>
                  <a:pt x="16838" y="511"/>
                </a:lnTo>
                <a:lnTo>
                  <a:pt x="16765" y="560"/>
                </a:lnTo>
                <a:lnTo>
                  <a:pt x="16571" y="803"/>
                </a:lnTo>
                <a:lnTo>
                  <a:pt x="16352" y="1022"/>
                </a:lnTo>
                <a:lnTo>
                  <a:pt x="16133" y="1241"/>
                </a:lnTo>
                <a:lnTo>
                  <a:pt x="15914" y="1460"/>
                </a:lnTo>
                <a:lnTo>
                  <a:pt x="15500" y="1971"/>
                </a:lnTo>
                <a:lnTo>
                  <a:pt x="15427" y="1436"/>
                </a:lnTo>
                <a:lnTo>
                  <a:pt x="15354" y="1095"/>
                </a:lnTo>
                <a:lnTo>
                  <a:pt x="15281" y="779"/>
                </a:lnTo>
                <a:lnTo>
                  <a:pt x="15184" y="462"/>
                </a:lnTo>
                <a:lnTo>
                  <a:pt x="15111" y="292"/>
                </a:lnTo>
                <a:lnTo>
                  <a:pt x="15013" y="146"/>
                </a:lnTo>
                <a:lnTo>
                  <a:pt x="14965" y="97"/>
                </a:lnTo>
                <a:lnTo>
                  <a:pt x="14916" y="49"/>
                </a:lnTo>
                <a:lnTo>
                  <a:pt x="14794" y="24"/>
                </a:lnTo>
                <a:lnTo>
                  <a:pt x="14721" y="0"/>
                </a:lnTo>
                <a:close/>
                <a:moveTo>
                  <a:pt x="7543" y="6691"/>
                </a:moveTo>
                <a:lnTo>
                  <a:pt x="7203" y="6716"/>
                </a:lnTo>
                <a:lnTo>
                  <a:pt x="6886" y="6789"/>
                </a:lnTo>
                <a:lnTo>
                  <a:pt x="6570" y="6862"/>
                </a:lnTo>
                <a:lnTo>
                  <a:pt x="6254" y="6983"/>
                </a:lnTo>
                <a:lnTo>
                  <a:pt x="5962" y="7105"/>
                </a:lnTo>
                <a:lnTo>
                  <a:pt x="5670" y="7275"/>
                </a:lnTo>
                <a:lnTo>
                  <a:pt x="5402" y="7470"/>
                </a:lnTo>
                <a:lnTo>
                  <a:pt x="5159" y="7713"/>
                </a:lnTo>
                <a:lnTo>
                  <a:pt x="4940" y="7957"/>
                </a:lnTo>
                <a:lnTo>
                  <a:pt x="4745" y="8249"/>
                </a:lnTo>
                <a:lnTo>
                  <a:pt x="4599" y="8565"/>
                </a:lnTo>
                <a:lnTo>
                  <a:pt x="4477" y="8857"/>
                </a:lnTo>
                <a:lnTo>
                  <a:pt x="4380" y="9149"/>
                </a:lnTo>
                <a:lnTo>
                  <a:pt x="4307" y="9441"/>
                </a:lnTo>
                <a:lnTo>
                  <a:pt x="4258" y="9733"/>
                </a:lnTo>
                <a:lnTo>
                  <a:pt x="4234" y="10025"/>
                </a:lnTo>
                <a:lnTo>
                  <a:pt x="4234" y="10317"/>
                </a:lnTo>
                <a:lnTo>
                  <a:pt x="4258" y="10609"/>
                </a:lnTo>
                <a:lnTo>
                  <a:pt x="4307" y="10901"/>
                </a:lnTo>
                <a:lnTo>
                  <a:pt x="4356" y="11193"/>
                </a:lnTo>
                <a:lnTo>
                  <a:pt x="4453" y="11461"/>
                </a:lnTo>
                <a:lnTo>
                  <a:pt x="4550" y="11728"/>
                </a:lnTo>
                <a:lnTo>
                  <a:pt x="4696" y="11996"/>
                </a:lnTo>
                <a:lnTo>
                  <a:pt x="4842" y="12239"/>
                </a:lnTo>
                <a:lnTo>
                  <a:pt x="5013" y="12458"/>
                </a:lnTo>
                <a:lnTo>
                  <a:pt x="5207" y="12677"/>
                </a:lnTo>
                <a:lnTo>
                  <a:pt x="5426" y="12872"/>
                </a:lnTo>
                <a:lnTo>
                  <a:pt x="5670" y="13067"/>
                </a:lnTo>
                <a:lnTo>
                  <a:pt x="5913" y="13213"/>
                </a:lnTo>
                <a:lnTo>
                  <a:pt x="6181" y="13334"/>
                </a:lnTo>
                <a:lnTo>
                  <a:pt x="6473" y="13456"/>
                </a:lnTo>
                <a:lnTo>
                  <a:pt x="6740" y="13529"/>
                </a:lnTo>
                <a:lnTo>
                  <a:pt x="7032" y="13602"/>
                </a:lnTo>
                <a:lnTo>
                  <a:pt x="7324" y="13650"/>
                </a:lnTo>
                <a:lnTo>
                  <a:pt x="7933" y="13650"/>
                </a:lnTo>
                <a:lnTo>
                  <a:pt x="8225" y="13626"/>
                </a:lnTo>
                <a:lnTo>
                  <a:pt x="8541" y="13577"/>
                </a:lnTo>
                <a:lnTo>
                  <a:pt x="8833" y="13505"/>
                </a:lnTo>
                <a:lnTo>
                  <a:pt x="9125" y="13407"/>
                </a:lnTo>
                <a:lnTo>
                  <a:pt x="9393" y="13310"/>
                </a:lnTo>
                <a:lnTo>
                  <a:pt x="9660" y="13164"/>
                </a:lnTo>
                <a:lnTo>
                  <a:pt x="9903" y="12994"/>
                </a:lnTo>
                <a:lnTo>
                  <a:pt x="10147" y="12823"/>
                </a:lnTo>
                <a:lnTo>
                  <a:pt x="10390" y="12604"/>
                </a:lnTo>
                <a:lnTo>
                  <a:pt x="10585" y="12361"/>
                </a:lnTo>
                <a:lnTo>
                  <a:pt x="10779" y="12118"/>
                </a:lnTo>
                <a:lnTo>
                  <a:pt x="10925" y="11826"/>
                </a:lnTo>
                <a:lnTo>
                  <a:pt x="11071" y="11558"/>
                </a:lnTo>
                <a:lnTo>
                  <a:pt x="11193" y="11242"/>
                </a:lnTo>
                <a:lnTo>
                  <a:pt x="11266" y="10950"/>
                </a:lnTo>
                <a:lnTo>
                  <a:pt x="11339" y="10633"/>
                </a:lnTo>
                <a:lnTo>
                  <a:pt x="11388" y="10317"/>
                </a:lnTo>
                <a:lnTo>
                  <a:pt x="11388" y="9976"/>
                </a:lnTo>
                <a:lnTo>
                  <a:pt x="11363" y="9660"/>
                </a:lnTo>
                <a:lnTo>
                  <a:pt x="11315" y="9368"/>
                </a:lnTo>
                <a:lnTo>
                  <a:pt x="11242" y="9052"/>
                </a:lnTo>
                <a:lnTo>
                  <a:pt x="11120" y="8760"/>
                </a:lnTo>
                <a:lnTo>
                  <a:pt x="10974" y="8492"/>
                </a:lnTo>
                <a:lnTo>
                  <a:pt x="10147" y="9295"/>
                </a:lnTo>
                <a:lnTo>
                  <a:pt x="9733" y="9733"/>
                </a:lnTo>
                <a:lnTo>
                  <a:pt x="9636" y="9855"/>
                </a:lnTo>
                <a:lnTo>
                  <a:pt x="9636" y="9879"/>
                </a:lnTo>
                <a:lnTo>
                  <a:pt x="9636" y="10244"/>
                </a:lnTo>
                <a:lnTo>
                  <a:pt x="9587" y="10609"/>
                </a:lnTo>
                <a:lnTo>
                  <a:pt x="9539" y="10779"/>
                </a:lnTo>
                <a:lnTo>
                  <a:pt x="9466" y="10950"/>
                </a:lnTo>
                <a:lnTo>
                  <a:pt x="9393" y="11096"/>
                </a:lnTo>
                <a:lnTo>
                  <a:pt x="9295" y="11242"/>
                </a:lnTo>
                <a:lnTo>
                  <a:pt x="9149" y="11363"/>
                </a:lnTo>
                <a:lnTo>
                  <a:pt x="9003" y="11485"/>
                </a:lnTo>
                <a:lnTo>
                  <a:pt x="8882" y="11582"/>
                </a:lnTo>
                <a:lnTo>
                  <a:pt x="8736" y="11655"/>
                </a:lnTo>
                <a:lnTo>
                  <a:pt x="8590" y="11704"/>
                </a:lnTo>
                <a:lnTo>
                  <a:pt x="8444" y="11728"/>
                </a:lnTo>
                <a:lnTo>
                  <a:pt x="8127" y="11777"/>
                </a:lnTo>
                <a:lnTo>
                  <a:pt x="7811" y="11777"/>
                </a:lnTo>
                <a:lnTo>
                  <a:pt x="7470" y="11728"/>
                </a:lnTo>
                <a:lnTo>
                  <a:pt x="7178" y="11631"/>
                </a:lnTo>
                <a:lnTo>
                  <a:pt x="6886" y="11509"/>
                </a:lnTo>
                <a:lnTo>
                  <a:pt x="6643" y="11339"/>
                </a:lnTo>
                <a:lnTo>
                  <a:pt x="6521" y="11217"/>
                </a:lnTo>
                <a:lnTo>
                  <a:pt x="6400" y="11096"/>
                </a:lnTo>
                <a:lnTo>
                  <a:pt x="6327" y="10974"/>
                </a:lnTo>
                <a:lnTo>
                  <a:pt x="6254" y="10852"/>
                </a:lnTo>
                <a:lnTo>
                  <a:pt x="6132" y="10560"/>
                </a:lnTo>
                <a:lnTo>
                  <a:pt x="6059" y="10244"/>
                </a:lnTo>
                <a:lnTo>
                  <a:pt x="6059" y="9928"/>
                </a:lnTo>
                <a:lnTo>
                  <a:pt x="6083" y="9636"/>
                </a:lnTo>
                <a:lnTo>
                  <a:pt x="6181" y="9319"/>
                </a:lnTo>
                <a:lnTo>
                  <a:pt x="6302" y="9052"/>
                </a:lnTo>
                <a:lnTo>
                  <a:pt x="6400" y="8906"/>
                </a:lnTo>
                <a:lnTo>
                  <a:pt x="6497" y="8808"/>
                </a:lnTo>
                <a:lnTo>
                  <a:pt x="6594" y="8687"/>
                </a:lnTo>
                <a:lnTo>
                  <a:pt x="6716" y="8614"/>
                </a:lnTo>
                <a:lnTo>
                  <a:pt x="6984" y="8468"/>
                </a:lnTo>
                <a:lnTo>
                  <a:pt x="7276" y="8370"/>
                </a:lnTo>
                <a:lnTo>
                  <a:pt x="7495" y="8322"/>
                </a:lnTo>
                <a:lnTo>
                  <a:pt x="7689" y="8322"/>
                </a:lnTo>
                <a:lnTo>
                  <a:pt x="8054" y="8370"/>
                </a:lnTo>
                <a:lnTo>
                  <a:pt x="8200" y="8200"/>
                </a:lnTo>
                <a:lnTo>
                  <a:pt x="8565" y="7811"/>
                </a:lnTo>
                <a:lnTo>
                  <a:pt x="8955" y="7421"/>
                </a:lnTo>
                <a:lnTo>
                  <a:pt x="9344" y="7032"/>
                </a:lnTo>
                <a:lnTo>
                  <a:pt x="9295" y="6983"/>
                </a:lnTo>
                <a:lnTo>
                  <a:pt x="9247" y="6959"/>
                </a:lnTo>
                <a:lnTo>
                  <a:pt x="8906" y="6862"/>
                </a:lnTo>
                <a:lnTo>
                  <a:pt x="8565" y="6764"/>
                </a:lnTo>
                <a:lnTo>
                  <a:pt x="8225" y="6716"/>
                </a:lnTo>
                <a:lnTo>
                  <a:pt x="7884" y="6691"/>
                </a:lnTo>
                <a:close/>
                <a:moveTo>
                  <a:pt x="13407" y="15621"/>
                </a:moveTo>
                <a:lnTo>
                  <a:pt x="13505" y="15694"/>
                </a:lnTo>
                <a:lnTo>
                  <a:pt x="13310" y="15865"/>
                </a:lnTo>
                <a:lnTo>
                  <a:pt x="13213" y="15962"/>
                </a:lnTo>
                <a:lnTo>
                  <a:pt x="13115" y="16059"/>
                </a:lnTo>
                <a:lnTo>
                  <a:pt x="12969" y="16278"/>
                </a:lnTo>
                <a:lnTo>
                  <a:pt x="12969" y="16303"/>
                </a:lnTo>
                <a:lnTo>
                  <a:pt x="12969" y="16351"/>
                </a:lnTo>
                <a:lnTo>
                  <a:pt x="12994" y="16400"/>
                </a:lnTo>
                <a:lnTo>
                  <a:pt x="13067" y="16424"/>
                </a:lnTo>
                <a:lnTo>
                  <a:pt x="13115" y="16424"/>
                </a:lnTo>
                <a:lnTo>
                  <a:pt x="13140" y="16400"/>
                </a:lnTo>
                <a:lnTo>
                  <a:pt x="13237" y="16327"/>
                </a:lnTo>
                <a:lnTo>
                  <a:pt x="13334" y="16254"/>
                </a:lnTo>
                <a:lnTo>
                  <a:pt x="13553" y="16132"/>
                </a:lnTo>
                <a:lnTo>
                  <a:pt x="13699" y="16035"/>
                </a:lnTo>
                <a:lnTo>
                  <a:pt x="13845" y="15938"/>
                </a:lnTo>
                <a:lnTo>
                  <a:pt x="13918" y="15986"/>
                </a:lnTo>
                <a:lnTo>
                  <a:pt x="13772" y="16132"/>
                </a:lnTo>
                <a:lnTo>
                  <a:pt x="13651" y="16254"/>
                </a:lnTo>
                <a:lnTo>
                  <a:pt x="13553" y="16351"/>
                </a:lnTo>
                <a:lnTo>
                  <a:pt x="13456" y="16497"/>
                </a:lnTo>
                <a:lnTo>
                  <a:pt x="13407" y="16570"/>
                </a:lnTo>
                <a:lnTo>
                  <a:pt x="13383" y="16643"/>
                </a:lnTo>
                <a:lnTo>
                  <a:pt x="13383" y="16692"/>
                </a:lnTo>
                <a:lnTo>
                  <a:pt x="13432" y="16741"/>
                </a:lnTo>
                <a:lnTo>
                  <a:pt x="13553" y="16741"/>
                </a:lnTo>
                <a:lnTo>
                  <a:pt x="13675" y="16668"/>
                </a:lnTo>
                <a:lnTo>
                  <a:pt x="13870" y="16497"/>
                </a:lnTo>
                <a:lnTo>
                  <a:pt x="14137" y="16278"/>
                </a:lnTo>
                <a:lnTo>
                  <a:pt x="14186" y="16230"/>
                </a:lnTo>
                <a:lnTo>
                  <a:pt x="14283" y="16351"/>
                </a:lnTo>
                <a:lnTo>
                  <a:pt x="13967" y="16643"/>
                </a:lnTo>
                <a:lnTo>
                  <a:pt x="13821" y="16862"/>
                </a:lnTo>
                <a:lnTo>
                  <a:pt x="13675" y="17057"/>
                </a:lnTo>
                <a:lnTo>
                  <a:pt x="13675" y="17106"/>
                </a:lnTo>
                <a:lnTo>
                  <a:pt x="13724" y="17106"/>
                </a:lnTo>
                <a:lnTo>
                  <a:pt x="13967" y="16984"/>
                </a:lnTo>
                <a:lnTo>
                  <a:pt x="14210" y="16887"/>
                </a:lnTo>
                <a:lnTo>
                  <a:pt x="14381" y="16789"/>
                </a:lnTo>
                <a:lnTo>
                  <a:pt x="14527" y="16668"/>
                </a:lnTo>
                <a:lnTo>
                  <a:pt x="14600" y="16765"/>
                </a:lnTo>
                <a:lnTo>
                  <a:pt x="14575" y="16789"/>
                </a:lnTo>
                <a:lnTo>
                  <a:pt x="14259" y="17033"/>
                </a:lnTo>
                <a:lnTo>
                  <a:pt x="14113" y="17154"/>
                </a:lnTo>
                <a:lnTo>
                  <a:pt x="13991" y="17300"/>
                </a:lnTo>
                <a:lnTo>
                  <a:pt x="13991" y="17349"/>
                </a:lnTo>
                <a:lnTo>
                  <a:pt x="14016" y="17349"/>
                </a:lnTo>
                <a:lnTo>
                  <a:pt x="14210" y="17300"/>
                </a:lnTo>
                <a:lnTo>
                  <a:pt x="14356" y="17252"/>
                </a:lnTo>
                <a:lnTo>
                  <a:pt x="14551" y="17154"/>
                </a:lnTo>
                <a:lnTo>
                  <a:pt x="14721" y="17057"/>
                </a:lnTo>
                <a:lnTo>
                  <a:pt x="14746" y="17203"/>
                </a:lnTo>
                <a:lnTo>
                  <a:pt x="14624" y="17252"/>
                </a:lnTo>
                <a:lnTo>
                  <a:pt x="14478" y="17300"/>
                </a:lnTo>
                <a:lnTo>
                  <a:pt x="14332" y="17373"/>
                </a:lnTo>
                <a:lnTo>
                  <a:pt x="14259" y="17422"/>
                </a:lnTo>
                <a:lnTo>
                  <a:pt x="14186" y="17471"/>
                </a:lnTo>
                <a:lnTo>
                  <a:pt x="14137" y="17544"/>
                </a:lnTo>
                <a:lnTo>
                  <a:pt x="14162" y="17641"/>
                </a:lnTo>
                <a:lnTo>
                  <a:pt x="14210" y="17690"/>
                </a:lnTo>
                <a:lnTo>
                  <a:pt x="14283" y="17714"/>
                </a:lnTo>
                <a:lnTo>
                  <a:pt x="14429" y="17714"/>
                </a:lnTo>
                <a:lnTo>
                  <a:pt x="14575" y="17665"/>
                </a:lnTo>
                <a:lnTo>
                  <a:pt x="14697" y="17617"/>
                </a:lnTo>
                <a:lnTo>
                  <a:pt x="14697" y="17641"/>
                </a:lnTo>
                <a:lnTo>
                  <a:pt x="14600" y="17738"/>
                </a:lnTo>
                <a:lnTo>
                  <a:pt x="14502" y="17811"/>
                </a:lnTo>
                <a:lnTo>
                  <a:pt x="14405" y="17860"/>
                </a:lnTo>
                <a:lnTo>
                  <a:pt x="14283" y="17884"/>
                </a:lnTo>
                <a:lnTo>
                  <a:pt x="14162" y="17909"/>
                </a:lnTo>
                <a:lnTo>
                  <a:pt x="14040" y="17884"/>
                </a:lnTo>
                <a:lnTo>
                  <a:pt x="13772" y="17836"/>
                </a:lnTo>
                <a:lnTo>
                  <a:pt x="13529" y="17738"/>
                </a:lnTo>
                <a:lnTo>
                  <a:pt x="13261" y="17592"/>
                </a:lnTo>
                <a:lnTo>
                  <a:pt x="13067" y="17471"/>
                </a:lnTo>
                <a:lnTo>
                  <a:pt x="12896" y="17349"/>
                </a:lnTo>
                <a:lnTo>
                  <a:pt x="12726" y="17179"/>
                </a:lnTo>
                <a:lnTo>
                  <a:pt x="12556" y="16984"/>
                </a:lnTo>
                <a:lnTo>
                  <a:pt x="12337" y="16765"/>
                </a:lnTo>
                <a:lnTo>
                  <a:pt x="12239" y="16692"/>
                </a:lnTo>
                <a:lnTo>
                  <a:pt x="12118" y="16668"/>
                </a:lnTo>
                <a:lnTo>
                  <a:pt x="12458" y="16424"/>
                </a:lnTo>
                <a:lnTo>
                  <a:pt x="12799" y="16181"/>
                </a:lnTo>
                <a:lnTo>
                  <a:pt x="13115" y="15913"/>
                </a:lnTo>
                <a:lnTo>
                  <a:pt x="13407" y="15621"/>
                </a:lnTo>
                <a:close/>
                <a:moveTo>
                  <a:pt x="2287" y="15548"/>
                </a:moveTo>
                <a:lnTo>
                  <a:pt x="2579" y="15840"/>
                </a:lnTo>
                <a:lnTo>
                  <a:pt x="2871" y="16084"/>
                </a:lnTo>
                <a:lnTo>
                  <a:pt x="3188" y="16351"/>
                </a:lnTo>
                <a:lnTo>
                  <a:pt x="3504" y="16570"/>
                </a:lnTo>
                <a:lnTo>
                  <a:pt x="3382" y="16765"/>
                </a:lnTo>
                <a:lnTo>
                  <a:pt x="3358" y="16741"/>
                </a:lnTo>
                <a:lnTo>
                  <a:pt x="3309" y="16668"/>
                </a:lnTo>
                <a:lnTo>
                  <a:pt x="3261" y="16619"/>
                </a:lnTo>
                <a:lnTo>
                  <a:pt x="3115" y="16522"/>
                </a:lnTo>
                <a:lnTo>
                  <a:pt x="2944" y="16449"/>
                </a:lnTo>
                <a:lnTo>
                  <a:pt x="2823" y="16351"/>
                </a:lnTo>
                <a:lnTo>
                  <a:pt x="2774" y="16351"/>
                </a:lnTo>
                <a:lnTo>
                  <a:pt x="2774" y="16376"/>
                </a:lnTo>
                <a:lnTo>
                  <a:pt x="2823" y="16522"/>
                </a:lnTo>
                <a:lnTo>
                  <a:pt x="2944" y="16668"/>
                </a:lnTo>
                <a:lnTo>
                  <a:pt x="2969" y="16692"/>
                </a:lnTo>
                <a:lnTo>
                  <a:pt x="2725" y="16546"/>
                </a:lnTo>
                <a:lnTo>
                  <a:pt x="2604" y="16497"/>
                </a:lnTo>
                <a:lnTo>
                  <a:pt x="2458" y="16473"/>
                </a:lnTo>
                <a:lnTo>
                  <a:pt x="2433" y="16473"/>
                </a:lnTo>
                <a:lnTo>
                  <a:pt x="2433" y="16522"/>
                </a:lnTo>
                <a:lnTo>
                  <a:pt x="2482" y="16619"/>
                </a:lnTo>
                <a:lnTo>
                  <a:pt x="2555" y="16692"/>
                </a:lnTo>
                <a:lnTo>
                  <a:pt x="2725" y="16862"/>
                </a:lnTo>
                <a:lnTo>
                  <a:pt x="2896" y="17008"/>
                </a:lnTo>
                <a:lnTo>
                  <a:pt x="3090" y="17130"/>
                </a:lnTo>
                <a:lnTo>
                  <a:pt x="2920" y="17300"/>
                </a:lnTo>
                <a:lnTo>
                  <a:pt x="2871" y="17276"/>
                </a:lnTo>
                <a:lnTo>
                  <a:pt x="2774" y="17203"/>
                </a:lnTo>
                <a:lnTo>
                  <a:pt x="2701" y="17106"/>
                </a:lnTo>
                <a:lnTo>
                  <a:pt x="2604" y="17008"/>
                </a:lnTo>
                <a:lnTo>
                  <a:pt x="2506" y="16935"/>
                </a:lnTo>
                <a:lnTo>
                  <a:pt x="2385" y="16887"/>
                </a:lnTo>
                <a:lnTo>
                  <a:pt x="2336" y="16862"/>
                </a:lnTo>
                <a:lnTo>
                  <a:pt x="2263" y="16887"/>
                </a:lnTo>
                <a:lnTo>
                  <a:pt x="2239" y="16911"/>
                </a:lnTo>
                <a:lnTo>
                  <a:pt x="2239" y="16960"/>
                </a:lnTo>
                <a:lnTo>
                  <a:pt x="2287" y="17057"/>
                </a:lnTo>
                <a:lnTo>
                  <a:pt x="2336" y="17179"/>
                </a:lnTo>
                <a:lnTo>
                  <a:pt x="2433" y="17300"/>
                </a:lnTo>
                <a:lnTo>
                  <a:pt x="2506" y="17422"/>
                </a:lnTo>
                <a:lnTo>
                  <a:pt x="2652" y="17544"/>
                </a:lnTo>
                <a:lnTo>
                  <a:pt x="2531" y="17617"/>
                </a:lnTo>
                <a:lnTo>
                  <a:pt x="2336" y="17519"/>
                </a:lnTo>
                <a:lnTo>
                  <a:pt x="2166" y="17398"/>
                </a:lnTo>
                <a:lnTo>
                  <a:pt x="2068" y="17325"/>
                </a:lnTo>
                <a:lnTo>
                  <a:pt x="1995" y="17300"/>
                </a:lnTo>
                <a:lnTo>
                  <a:pt x="1898" y="17252"/>
                </a:lnTo>
                <a:lnTo>
                  <a:pt x="1777" y="17227"/>
                </a:lnTo>
                <a:lnTo>
                  <a:pt x="1752" y="17252"/>
                </a:lnTo>
                <a:lnTo>
                  <a:pt x="1728" y="17276"/>
                </a:lnTo>
                <a:lnTo>
                  <a:pt x="1777" y="17398"/>
                </a:lnTo>
                <a:lnTo>
                  <a:pt x="1825" y="17519"/>
                </a:lnTo>
                <a:lnTo>
                  <a:pt x="1898" y="17641"/>
                </a:lnTo>
                <a:lnTo>
                  <a:pt x="1995" y="17738"/>
                </a:lnTo>
                <a:lnTo>
                  <a:pt x="2117" y="17860"/>
                </a:lnTo>
                <a:lnTo>
                  <a:pt x="1874" y="17763"/>
                </a:lnTo>
                <a:lnTo>
                  <a:pt x="1679" y="17665"/>
                </a:lnTo>
                <a:lnTo>
                  <a:pt x="1582" y="17617"/>
                </a:lnTo>
                <a:lnTo>
                  <a:pt x="1485" y="17592"/>
                </a:lnTo>
                <a:lnTo>
                  <a:pt x="1436" y="17592"/>
                </a:lnTo>
                <a:lnTo>
                  <a:pt x="1363" y="17641"/>
                </a:lnTo>
                <a:lnTo>
                  <a:pt x="1339" y="17690"/>
                </a:lnTo>
                <a:lnTo>
                  <a:pt x="1339" y="17738"/>
                </a:lnTo>
                <a:lnTo>
                  <a:pt x="1412" y="17860"/>
                </a:lnTo>
                <a:lnTo>
                  <a:pt x="1509" y="17957"/>
                </a:lnTo>
                <a:lnTo>
                  <a:pt x="1363" y="17909"/>
                </a:lnTo>
                <a:lnTo>
                  <a:pt x="1266" y="17836"/>
                </a:lnTo>
                <a:lnTo>
                  <a:pt x="1168" y="17738"/>
                </a:lnTo>
                <a:lnTo>
                  <a:pt x="1095" y="17592"/>
                </a:lnTo>
                <a:lnTo>
                  <a:pt x="1071" y="17422"/>
                </a:lnTo>
                <a:lnTo>
                  <a:pt x="1095" y="17227"/>
                </a:lnTo>
                <a:lnTo>
                  <a:pt x="1144" y="17057"/>
                </a:lnTo>
                <a:lnTo>
                  <a:pt x="1217" y="16887"/>
                </a:lnTo>
                <a:lnTo>
                  <a:pt x="1436" y="16522"/>
                </a:lnTo>
                <a:lnTo>
                  <a:pt x="1631" y="16254"/>
                </a:lnTo>
                <a:lnTo>
                  <a:pt x="1777" y="16059"/>
                </a:lnTo>
                <a:lnTo>
                  <a:pt x="1947" y="15889"/>
                </a:lnTo>
                <a:lnTo>
                  <a:pt x="2117" y="15719"/>
                </a:lnTo>
                <a:lnTo>
                  <a:pt x="2287" y="15548"/>
                </a:lnTo>
                <a:close/>
                <a:moveTo>
                  <a:pt x="7689" y="2336"/>
                </a:moveTo>
                <a:lnTo>
                  <a:pt x="7203" y="2360"/>
                </a:lnTo>
                <a:lnTo>
                  <a:pt x="6716" y="2409"/>
                </a:lnTo>
                <a:lnTo>
                  <a:pt x="6205" y="2482"/>
                </a:lnTo>
                <a:lnTo>
                  <a:pt x="5718" y="2604"/>
                </a:lnTo>
                <a:lnTo>
                  <a:pt x="5256" y="2725"/>
                </a:lnTo>
                <a:lnTo>
                  <a:pt x="4794" y="2896"/>
                </a:lnTo>
                <a:lnTo>
                  <a:pt x="4404" y="3066"/>
                </a:lnTo>
                <a:lnTo>
                  <a:pt x="4015" y="3261"/>
                </a:lnTo>
                <a:lnTo>
                  <a:pt x="3626" y="3480"/>
                </a:lnTo>
                <a:lnTo>
                  <a:pt x="3261" y="3723"/>
                </a:lnTo>
                <a:lnTo>
                  <a:pt x="2896" y="3966"/>
                </a:lnTo>
                <a:lnTo>
                  <a:pt x="2555" y="4258"/>
                </a:lnTo>
                <a:lnTo>
                  <a:pt x="2214" y="4526"/>
                </a:lnTo>
                <a:lnTo>
                  <a:pt x="1923" y="4842"/>
                </a:lnTo>
                <a:lnTo>
                  <a:pt x="1655" y="5134"/>
                </a:lnTo>
                <a:lnTo>
                  <a:pt x="1412" y="5451"/>
                </a:lnTo>
                <a:lnTo>
                  <a:pt x="1217" y="5791"/>
                </a:lnTo>
                <a:lnTo>
                  <a:pt x="1071" y="6156"/>
                </a:lnTo>
                <a:lnTo>
                  <a:pt x="657" y="7105"/>
                </a:lnTo>
                <a:lnTo>
                  <a:pt x="463" y="7592"/>
                </a:lnTo>
                <a:lnTo>
                  <a:pt x="292" y="8078"/>
                </a:lnTo>
                <a:lnTo>
                  <a:pt x="171" y="8565"/>
                </a:lnTo>
                <a:lnTo>
                  <a:pt x="73" y="9052"/>
                </a:lnTo>
                <a:lnTo>
                  <a:pt x="25" y="9563"/>
                </a:lnTo>
                <a:lnTo>
                  <a:pt x="0" y="10074"/>
                </a:lnTo>
                <a:lnTo>
                  <a:pt x="25" y="10585"/>
                </a:lnTo>
                <a:lnTo>
                  <a:pt x="49" y="11096"/>
                </a:lnTo>
                <a:lnTo>
                  <a:pt x="122" y="11607"/>
                </a:lnTo>
                <a:lnTo>
                  <a:pt x="195" y="12093"/>
                </a:lnTo>
                <a:lnTo>
                  <a:pt x="268" y="12531"/>
                </a:lnTo>
                <a:lnTo>
                  <a:pt x="414" y="12945"/>
                </a:lnTo>
                <a:lnTo>
                  <a:pt x="584" y="13359"/>
                </a:lnTo>
                <a:lnTo>
                  <a:pt x="779" y="13723"/>
                </a:lnTo>
                <a:lnTo>
                  <a:pt x="1022" y="14088"/>
                </a:lnTo>
                <a:lnTo>
                  <a:pt x="1290" y="14453"/>
                </a:lnTo>
                <a:lnTo>
                  <a:pt x="1558" y="14794"/>
                </a:lnTo>
                <a:lnTo>
                  <a:pt x="1850" y="15135"/>
                </a:lnTo>
                <a:lnTo>
                  <a:pt x="1995" y="15281"/>
                </a:lnTo>
                <a:lnTo>
                  <a:pt x="1850" y="15378"/>
                </a:lnTo>
                <a:lnTo>
                  <a:pt x="1704" y="15500"/>
                </a:lnTo>
                <a:lnTo>
                  <a:pt x="1582" y="15621"/>
                </a:lnTo>
                <a:lnTo>
                  <a:pt x="1460" y="15767"/>
                </a:lnTo>
                <a:lnTo>
                  <a:pt x="1217" y="16084"/>
                </a:lnTo>
                <a:lnTo>
                  <a:pt x="1047" y="16351"/>
                </a:lnTo>
                <a:lnTo>
                  <a:pt x="925" y="16546"/>
                </a:lnTo>
                <a:lnTo>
                  <a:pt x="828" y="16741"/>
                </a:lnTo>
                <a:lnTo>
                  <a:pt x="730" y="16960"/>
                </a:lnTo>
                <a:lnTo>
                  <a:pt x="682" y="17179"/>
                </a:lnTo>
                <a:lnTo>
                  <a:pt x="633" y="17398"/>
                </a:lnTo>
                <a:lnTo>
                  <a:pt x="657" y="17617"/>
                </a:lnTo>
                <a:lnTo>
                  <a:pt x="706" y="17836"/>
                </a:lnTo>
                <a:lnTo>
                  <a:pt x="828" y="18055"/>
                </a:lnTo>
                <a:lnTo>
                  <a:pt x="901" y="18152"/>
                </a:lnTo>
                <a:lnTo>
                  <a:pt x="974" y="18225"/>
                </a:lnTo>
                <a:lnTo>
                  <a:pt x="1144" y="18322"/>
                </a:lnTo>
                <a:lnTo>
                  <a:pt x="1339" y="18395"/>
                </a:lnTo>
                <a:lnTo>
                  <a:pt x="1558" y="18420"/>
                </a:lnTo>
                <a:lnTo>
                  <a:pt x="1777" y="18420"/>
                </a:lnTo>
                <a:lnTo>
                  <a:pt x="1995" y="18371"/>
                </a:lnTo>
                <a:lnTo>
                  <a:pt x="2190" y="18322"/>
                </a:lnTo>
                <a:lnTo>
                  <a:pt x="2385" y="18249"/>
                </a:lnTo>
                <a:lnTo>
                  <a:pt x="2604" y="18128"/>
                </a:lnTo>
                <a:lnTo>
                  <a:pt x="2823" y="18006"/>
                </a:lnTo>
                <a:lnTo>
                  <a:pt x="3042" y="17836"/>
                </a:lnTo>
                <a:lnTo>
                  <a:pt x="3236" y="17665"/>
                </a:lnTo>
                <a:lnTo>
                  <a:pt x="3431" y="17471"/>
                </a:lnTo>
                <a:lnTo>
                  <a:pt x="3601" y="17276"/>
                </a:lnTo>
                <a:lnTo>
                  <a:pt x="3893" y="16838"/>
                </a:lnTo>
                <a:lnTo>
                  <a:pt x="4258" y="17081"/>
                </a:lnTo>
                <a:lnTo>
                  <a:pt x="4648" y="17276"/>
                </a:lnTo>
                <a:lnTo>
                  <a:pt x="4867" y="17398"/>
                </a:lnTo>
                <a:lnTo>
                  <a:pt x="5110" y="17495"/>
                </a:lnTo>
                <a:lnTo>
                  <a:pt x="5353" y="17568"/>
                </a:lnTo>
                <a:lnTo>
                  <a:pt x="5597" y="17641"/>
                </a:lnTo>
                <a:lnTo>
                  <a:pt x="6083" y="17738"/>
                </a:lnTo>
                <a:lnTo>
                  <a:pt x="6594" y="17811"/>
                </a:lnTo>
                <a:lnTo>
                  <a:pt x="7057" y="17884"/>
                </a:lnTo>
                <a:lnTo>
                  <a:pt x="7519" y="17909"/>
                </a:lnTo>
                <a:lnTo>
                  <a:pt x="8006" y="17909"/>
                </a:lnTo>
                <a:lnTo>
                  <a:pt x="8492" y="17860"/>
                </a:lnTo>
                <a:lnTo>
                  <a:pt x="8541" y="17884"/>
                </a:lnTo>
                <a:lnTo>
                  <a:pt x="8590" y="17860"/>
                </a:lnTo>
                <a:lnTo>
                  <a:pt x="8736" y="17811"/>
                </a:lnTo>
                <a:lnTo>
                  <a:pt x="8906" y="17787"/>
                </a:lnTo>
                <a:lnTo>
                  <a:pt x="9222" y="17738"/>
                </a:lnTo>
                <a:lnTo>
                  <a:pt x="9514" y="17690"/>
                </a:lnTo>
                <a:lnTo>
                  <a:pt x="9782" y="17592"/>
                </a:lnTo>
                <a:lnTo>
                  <a:pt x="10317" y="17398"/>
                </a:lnTo>
                <a:lnTo>
                  <a:pt x="11120" y="17130"/>
                </a:lnTo>
                <a:lnTo>
                  <a:pt x="11509" y="16984"/>
                </a:lnTo>
                <a:lnTo>
                  <a:pt x="11899" y="16789"/>
                </a:lnTo>
                <a:lnTo>
                  <a:pt x="11899" y="16814"/>
                </a:lnTo>
                <a:lnTo>
                  <a:pt x="11996" y="17033"/>
                </a:lnTo>
                <a:lnTo>
                  <a:pt x="12118" y="17227"/>
                </a:lnTo>
                <a:lnTo>
                  <a:pt x="12288" y="17446"/>
                </a:lnTo>
                <a:lnTo>
                  <a:pt x="12483" y="17641"/>
                </a:lnTo>
                <a:lnTo>
                  <a:pt x="12702" y="17811"/>
                </a:lnTo>
                <a:lnTo>
                  <a:pt x="12921" y="17957"/>
                </a:lnTo>
                <a:lnTo>
                  <a:pt x="13115" y="18079"/>
                </a:lnTo>
                <a:lnTo>
                  <a:pt x="13334" y="18176"/>
                </a:lnTo>
                <a:lnTo>
                  <a:pt x="13529" y="18249"/>
                </a:lnTo>
                <a:lnTo>
                  <a:pt x="13748" y="18298"/>
                </a:lnTo>
                <a:lnTo>
                  <a:pt x="13991" y="18347"/>
                </a:lnTo>
                <a:lnTo>
                  <a:pt x="14259" y="18347"/>
                </a:lnTo>
                <a:lnTo>
                  <a:pt x="14478" y="18322"/>
                </a:lnTo>
                <a:lnTo>
                  <a:pt x="14721" y="18249"/>
                </a:lnTo>
                <a:lnTo>
                  <a:pt x="14819" y="18176"/>
                </a:lnTo>
                <a:lnTo>
                  <a:pt x="14892" y="18103"/>
                </a:lnTo>
                <a:lnTo>
                  <a:pt x="14989" y="18030"/>
                </a:lnTo>
                <a:lnTo>
                  <a:pt x="15038" y="17933"/>
                </a:lnTo>
                <a:lnTo>
                  <a:pt x="15135" y="17763"/>
                </a:lnTo>
                <a:lnTo>
                  <a:pt x="15159" y="17568"/>
                </a:lnTo>
                <a:lnTo>
                  <a:pt x="15184" y="17373"/>
                </a:lnTo>
                <a:lnTo>
                  <a:pt x="15159" y="17203"/>
                </a:lnTo>
                <a:lnTo>
                  <a:pt x="15111" y="17008"/>
                </a:lnTo>
                <a:lnTo>
                  <a:pt x="15062" y="16838"/>
                </a:lnTo>
                <a:lnTo>
                  <a:pt x="14965" y="16643"/>
                </a:lnTo>
                <a:lnTo>
                  <a:pt x="14867" y="16473"/>
                </a:lnTo>
                <a:lnTo>
                  <a:pt x="14600" y="16132"/>
                </a:lnTo>
                <a:lnTo>
                  <a:pt x="14308" y="15792"/>
                </a:lnTo>
                <a:lnTo>
                  <a:pt x="13991" y="15524"/>
                </a:lnTo>
                <a:lnTo>
                  <a:pt x="13675" y="15281"/>
                </a:lnTo>
                <a:lnTo>
                  <a:pt x="13967" y="14916"/>
                </a:lnTo>
                <a:lnTo>
                  <a:pt x="14235" y="14551"/>
                </a:lnTo>
                <a:lnTo>
                  <a:pt x="14478" y="14137"/>
                </a:lnTo>
                <a:lnTo>
                  <a:pt x="14673" y="13748"/>
                </a:lnTo>
                <a:lnTo>
                  <a:pt x="14916" y="13237"/>
                </a:lnTo>
                <a:lnTo>
                  <a:pt x="15111" y="12677"/>
                </a:lnTo>
                <a:lnTo>
                  <a:pt x="15257" y="12118"/>
                </a:lnTo>
                <a:lnTo>
                  <a:pt x="15378" y="11534"/>
                </a:lnTo>
                <a:lnTo>
                  <a:pt x="15476" y="10950"/>
                </a:lnTo>
                <a:lnTo>
                  <a:pt x="15524" y="10366"/>
                </a:lnTo>
                <a:lnTo>
                  <a:pt x="15549" y="9782"/>
                </a:lnTo>
                <a:lnTo>
                  <a:pt x="15549" y="9222"/>
                </a:lnTo>
                <a:lnTo>
                  <a:pt x="15524" y="8979"/>
                </a:lnTo>
                <a:lnTo>
                  <a:pt x="15476" y="8735"/>
                </a:lnTo>
                <a:lnTo>
                  <a:pt x="15354" y="8249"/>
                </a:lnTo>
                <a:lnTo>
                  <a:pt x="15208" y="7786"/>
                </a:lnTo>
                <a:lnTo>
                  <a:pt x="15038" y="7348"/>
                </a:lnTo>
                <a:lnTo>
                  <a:pt x="14867" y="6910"/>
                </a:lnTo>
                <a:lnTo>
                  <a:pt x="14794" y="6691"/>
                </a:lnTo>
                <a:lnTo>
                  <a:pt x="14697" y="6472"/>
                </a:lnTo>
                <a:lnTo>
                  <a:pt x="14575" y="6278"/>
                </a:lnTo>
                <a:lnTo>
                  <a:pt x="14429" y="6107"/>
                </a:lnTo>
                <a:lnTo>
                  <a:pt x="14381" y="6107"/>
                </a:lnTo>
                <a:lnTo>
                  <a:pt x="13991" y="6034"/>
                </a:lnTo>
                <a:lnTo>
                  <a:pt x="13578" y="5961"/>
                </a:lnTo>
                <a:lnTo>
                  <a:pt x="13042" y="6521"/>
                </a:lnTo>
                <a:lnTo>
                  <a:pt x="12458" y="7105"/>
                </a:lnTo>
                <a:lnTo>
                  <a:pt x="12580" y="7202"/>
                </a:lnTo>
                <a:lnTo>
                  <a:pt x="12702" y="7324"/>
                </a:lnTo>
                <a:lnTo>
                  <a:pt x="12799" y="7470"/>
                </a:lnTo>
                <a:lnTo>
                  <a:pt x="12872" y="7616"/>
                </a:lnTo>
                <a:lnTo>
                  <a:pt x="13018" y="7957"/>
                </a:lnTo>
                <a:lnTo>
                  <a:pt x="13140" y="8249"/>
                </a:lnTo>
                <a:lnTo>
                  <a:pt x="13213" y="8468"/>
                </a:lnTo>
                <a:lnTo>
                  <a:pt x="13286" y="8687"/>
                </a:lnTo>
                <a:lnTo>
                  <a:pt x="13383" y="9173"/>
                </a:lnTo>
                <a:lnTo>
                  <a:pt x="13407" y="9684"/>
                </a:lnTo>
                <a:lnTo>
                  <a:pt x="13407" y="10147"/>
                </a:lnTo>
                <a:lnTo>
                  <a:pt x="13383" y="10585"/>
                </a:lnTo>
                <a:lnTo>
                  <a:pt x="13310" y="11023"/>
                </a:lnTo>
                <a:lnTo>
                  <a:pt x="13188" y="11436"/>
                </a:lnTo>
                <a:lnTo>
                  <a:pt x="13042" y="11850"/>
                </a:lnTo>
                <a:lnTo>
                  <a:pt x="12872" y="12264"/>
                </a:lnTo>
                <a:lnTo>
                  <a:pt x="12677" y="12653"/>
                </a:lnTo>
                <a:lnTo>
                  <a:pt x="12458" y="13018"/>
                </a:lnTo>
                <a:lnTo>
                  <a:pt x="12239" y="13383"/>
                </a:lnTo>
                <a:lnTo>
                  <a:pt x="11923" y="13748"/>
                </a:lnTo>
                <a:lnTo>
                  <a:pt x="11582" y="14088"/>
                </a:lnTo>
                <a:lnTo>
                  <a:pt x="11217" y="14380"/>
                </a:lnTo>
                <a:lnTo>
                  <a:pt x="10828" y="14648"/>
                </a:lnTo>
                <a:lnTo>
                  <a:pt x="10414" y="14867"/>
                </a:lnTo>
                <a:lnTo>
                  <a:pt x="9976" y="15062"/>
                </a:lnTo>
                <a:lnTo>
                  <a:pt x="9539" y="15256"/>
                </a:lnTo>
                <a:lnTo>
                  <a:pt x="9101" y="15427"/>
                </a:lnTo>
                <a:lnTo>
                  <a:pt x="8809" y="15524"/>
                </a:lnTo>
                <a:lnTo>
                  <a:pt x="8517" y="15597"/>
                </a:lnTo>
                <a:lnTo>
                  <a:pt x="8225" y="15646"/>
                </a:lnTo>
                <a:lnTo>
                  <a:pt x="7957" y="15670"/>
                </a:lnTo>
                <a:lnTo>
                  <a:pt x="7397" y="15670"/>
                </a:lnTo>
                <a:lnTo>
                  <a:pt x="7130" y="15646"/>
                </a:lnTo>
                <a:lnTo>
                  <a:pt x="6862" y="15597"/>
                </a:lnTo>
                <a:lnTo>
                  <a:pt x="6594" y="15548"/>
                </a:lnTo>
                <a:lnTo>
                  <a:pt x="6327" y="15475"/>
                </a:lnTo>
                <a:lnTo>
                  <a:pt x="5816" y="15281"/>
                </a:lnTo>
                <a:lnTo>
                  <a:pt x="5280" y="15062"/>
                </a:lnTo>
                <a:lnTo>
                  <a:pt x="4769" y="14770"/>
                </a:lnTo>
                <a:lnTo>
                  <a:pt x="4015" y="14307"/>
                </a:lnTo>
                <a:lnTo>
                  <a:pt x="3918" y="14259"/>
                </a:lnTo>
                <a:lnTo>
                  <a:pt x="3820" y="14161"/>
                </a:lnTo>
                <a:lnTo>
                  <a:pt x="3674" y="13991"/>
                </a:lnTo>
                <a:lnTo>
                  <a:pt x="3382" y="13602"/>
                </a:lnTo>
                <a:lnTo>
                  <a:pt x="3066" y="13164"/>
                </a:lnTo>
                <a:lnTo>
                  <a:pt x="2774" y="12726"/>
                </a:lnTo>
                <a:lnTo>
                  <a:pt x="2652" y="12483"/>
                </a:lnTo>
                <a:lnTo>
                  <a:pt x="2555" y="12239"/>
                </a:lnTo>
                <a:lnTo>
                  <a:pt x="2458" y="11972"/>
                </a:lnTo>
                <a:lnTo>
                  <a:pt x="2360" y="11728"/>
                </a:lnTo>
                <a:lnTo>
                  <a:pt x="2263" y="11242"/>
                </a:lnTo>
                <a:lnTo>
                  <a:pt x="2214" y="10731"/>
                </a:lnTo>
                <a:lnTo>
                  <a:pt x="2214" y="10220"/>
                </a:lnTo>
                <a:lnTo>
                  <a:pt x="2239" y="9684"/>
                </a:lnTo>
                <a:lnTo>
                  <a:pt x="2336" y="9149"/>
                </a:lnTo>
                <a:lnTo>
                  <a:pt x="2433" y="8662"/>
                </a:lnTo>
                <a:lnTo>
                  <a:pt x="2604" y="8151"/>
                </a:lnTo>
                <a:lnTo>
                  <a:pt x="2774" y="7713"/>
                </a:lnTo>
                <a:lnTo>
                  <a:pt x="2969" y="7324"/>
                </a:lnTo>
                <a:lnTo>
                  <a:pt x="3188" y="6959"/>
                </a:lnTo>
                <a:lnTo>
                  <a:pt x="3431" y="6618"/>
                </a:lnTo>
                <a:lnTo>
                  <a:pt x="3699" y="6302"/>
                </a:lnTo>
                <a:lnTo>
                  <a:pt x="4015" y="6010"/>
                </a:lnTo>
                <a:lnTo>
                  <a:pt x="4331" y="5742"/>
                </a:lnTo>
                <a:lnTo>
                  <a:pt x="4648" y="5499"/>
                </a:lnTo>
                <a:lnTo>
                  <a:pt x="5013" y="5280"/>
                </a:lnTo>
                <a:lnTo>
                  <a:pt x="5378" y="5086"/>
                </a:lnTo>
                <a:lnTo>
                  <a:pt x="5767" y="4915"/>
                </a:lnTo>
                <a:lnTo>
                  <a:pt x="6156" y="4794"/>
                </a:lnTo>
                <a:lnTo>
                  <a:pt x="6570" y="4672"/>
                </a:lnTo>
                <a:lnTo>
                  <a:pt x="6984" y="4599"/>
                </a:lnTo>
                <a:lnTo>
                  <a:pt x="7397" y="4550"/>
                </a:lnTo>
                <a:lnTo>
                  <a:pt x="7811" y="4526"/>
                </a:lnTo>
                <a:lnTo>
                  <a:pt x="8225" y="4526"/>
                </a:lnTo>
                <a:lnTo>
                  <a:pt x="8614" y="4575"/>
                </a:lnTo>
                <a:lnTo>
                  <a:pt x="8979" y="4623"/>
                </a:lnTo>
                <a:lnTo>
                  <a:pt x="9344" y="4696"/>
                </a:lnTo>
                <a:lnTo>
                  <a:pt x="9685" y="4794"/>
                </a:lnTo>
                <a:lnTo>
                  <a:pt x="10049" y="4940"/>
                </a:lnTo>
                <a:lnTo>
                  <a:pt x="10390" y="5086"/>
                </a:lnTo>
                <a:lnTo>
                  <a:pt x="10706" y="5280"/>
                </a:lnTo>
                <a:lnTo>
                  <a:pt x="10998" y="5499"/>
                </a:lnTo>
                <a:lnTo>
                  <a:pt x="11363" y="5134"/>
                </a:lnTo>
                <a:lnTo>
                  <a:pt x="11704" y="4745"/>
                </a:lnTo>
                <a:lnTo>
                  <a:pt x="11874" y="4575"/>
                </a:lnTo>
                <a:lnTo>
                  <a:pt x="11801" y="4258"/>
                </a:lnTo>
                <a:lnTo>
                  <a:pt x="11777" y="3942"/>
                </a:lnTo>
                <a:lnTo>
                  <a:pt x="11728" y="3650"/>
                </a:lnTo>
                <a:lnTo>
                  <a:pt x="11680" y="3382"/>
                </a:lnTo>
                <a:lnTo>
                  <a:pt x="11169" y="3042"/>
                </a:lnTo>
                <a:lnTo>
                  <a:pt x="10925" y="2871"/>
                </a:lnTo>
                <a:lnTo>
                  <a:pt x="10633" y="2750"/>
                </a:lnTo>
                <a:lnTo>
                  <a:pt x="10147" y="2579"/>
                </a:lnTo>
                <a:lnTo>
                  <a:pt x="9685" y="2458"/>
                </a:lnTo>
                <a:lnTo>
                  <a:pt x="9174" y="2385"/>
                </a:lnTo>
                <a:lnTo>
                  <a:pt x="8687" y="2336"/>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19" name="Google Shape;819;p39"/>
          <p:cNvSpPr/>
          <p:nvPr/>
        </p:nvSpPr>
        <p:spPr>
          <a:xfrm>
            <a:off x="5538753" y="1486520"/>
            <a:ext cx="414283" cy="388210"/>
          </a:xfrm>
          <a:custGeom>
            <a:avLst/>
            <a:gdLst/>
            <a:ahLst/>
            <a:cxnLst/>
            <a:rect l="l" t="t" r="r" b="b"/>
            <a:pathLst>
              <a:path w="18956" h="17763" extrusionOk="0">
                <a:moveTo>
                  <a:pt x="17592" y="6229"/>
                </a:moveTo>
                <a:lnTo>
                  <a:pt x="17836" y="6375"/>
                </a:lnTo>
                <a:lnTo>
                  <a:pt x="17957" y="6473"/>
                </a:lnTo>
                <a:lnTo>
                  <a:pt x="18079" y="6570"/>
                </a:lnTo>
                <a:lnTo>
                  <a:pt x="17933" y="6619"/>
                </a:lnTo>
                <a:lnTo>
                  <a:pt x="17811" y="6667"/>
                </a:lnTo>
                <a:lnTo>
                  <a:pt x="17617" y="6789"/>
                </a:lnTo>
                <a:lnTo>
                  <a:pt x="17592" y="6229"/>
                </a:lnTo>
                <a:close/>
                <a:moveTo>
                  <a:pt x="18225" y="6765"/>
                </a:moveTo>
                <a:lnTo>
                  <a:pt x="18298" y="6911"/>
                </a:lnTo>
                <a:lnTo>
                  <a:pt x="18128" y="6935"/>
                </a:lnTo>
                <a:lnTo>
                  <a:pt x="17957" y="7008"/>
                </a:lnTo>
                <a:lnTo>
                  <a:pt x="17787" y="7081"/>
                </a:lnTo>
                <a:lnTo>
                  <a:pt x="17617" y="7203"/>
                </a:lnTo>
                <a:lnTo>
                  <a:pt x="17617" y="6984"/>
                </a:lnTo>
                <a:lnTo>
                  <a:pt x="17909" y="6862"/>
                </a:lnTo>
                <a:lnTo>
                  <a:pt x="18079" y="6813"/>
                </a:lnTo>
                <a:lnTo>
                  <a:pt x="18225" y="6765"/>
                </a:lnTo>
                <a:close/>
                <a:moveTo>
                  <a:pt x="18371" y="7203"/>
                </a:moveTo>
                <a:lnTo>
                  <a:pt x="18395" y="7397"/>
                </a:lnTo>
                <a:lnTo>
                  <a:pt x="18225" y="7470"/>
                </a:lnTo>
                <a:lnTo>
                  <a:pt x="18079" y="7543"/>
                </a:lnTo>
                <a:lnTo>
                  <a:pt x="17860" y="7689"/>
                </a:lnTo>
                <a:lnTo>
                  <a:pt x="17641" y="7835"/>
                </a:lnTo>
                <a:lnTo>
                  <a:pt x="17641" y="7738"/>
                </a:lnTo>
                <a:lnTo>
                  <a:pt x="17617" y="7470"/>
                </a:lnTo>
                <a:lnTo>
                  <a:pt x="17787" y="7397"/>
                </a:lnTo>
                <a:lnTo>
                  <a:pt x="18347" y="7227"/>
                </a:lnTo>
                <a:lnTo>
                  <a:pt x="18371" y="7203"/>
                </a:lnTo>
                <a:close/>
                <a:moveTo>
                  <a:pt x="18420" y="7689"/>
                </a:moveTo>
                <a:lnTo>
                  <a:pt x="18420" y="7835"/>
                </a:lnTo>
                <a:lnTo>
                  <a:pt x="18420" y="7908"/>
                </a:lnTo>
                <a:lnTo>
                  <a:pt x="18225" y="7981"/>
                </a:lnTo>
                <a:lnTo>
                  <a:pt x="18006" y="8103"/>
                </a:lnTo>
                <a:lnTo>
                  <a:pt x="17811" y="8249"/>
                </a:lnTo>
                <a:lnTo>
                  <a:pt x="17641" y="8395"/>
                </a:lnTo>
                <a:lnTo>
                  <a:pt x="17641" y="8006"/>
                </a:lnTo>
                <a:lnTo>
                  <a:pt x="17860" y="7933"/>
                </a:lnTo>
                <a:lnTo>
                  <a:pt x="18079" y="7835"/>
                </a:lnTo>
                <a:lnTo>
                  <a:pt x="18420" y="7689"/>
                </a:lnTo>
                <a:close/>
                <a:moveTo>
                  <a:pt x="18420" y="8200"/>
                </a:moveTo>
                <a:lnTo>
                  <a:pt x="18395" y="8468"/>
                </a:lnTo>
                <a:lnTo>
                  <a:pt x="18322" y="8492"/>
                </a:lnTo>
                <a:lnTo>
                  <a:pt x="18249" y="8517"/>
                </a:lnTo>
                <a:lnTo>
                  <a:pt x="18103" y="8614"/>
                </a:lnTo>
                <a:lnTo>
                  <a:pt x="17884" y="8736"/>
                </a:lnTo>
                <a:lnTo>
                  <a:pt x="17665" y="8833"/>
                </a:lnTo>
                <a:lnTo>
                  <a:pt x="17665" y="8565"/>
                </a:lnTo>
                <a:lnTo>
                  <a:pt x="17860" y="8517"/>
                </a:lnTo>
                <a:lnTo>
                  <a:pt x="18055" y="8419"/>
                </a:lnTo>
                <a:lnTo>
                  <a:pt x="18225" y="8298"/>
                </a:lnTo>
                <a:lnTo>
                  <a:pt x="18420" y="8200"/>
                </a:lnTo>
                <a:close/>
                <a:moveTo>
                  <a:pt x="18298" y="8784"/>
                </a:moveTo>
                <a:lnTo>
                  <a:pt x="18201" y="8979"/>
                </a:lnTo>
                <a:lnTo>
                  <a:pt x="18079" y="9174"/>
                </a:lnTo>
                <a:lnTo>
                  <a:pt x="17884" y="9344"/>
                </a:lnTo>
                <a:lnTo>
                  <a:pt x="17690" y="9514"/>
                </a:lnTo>
                <a:lnTo>
                  <a:pt x="17665" y="8955"/>
                </a:lnTo>
                <a:lnTo>
                  <a:pt x="17860" y="8930"/>
                </a:lnTo>
                <a:lnTo>
                  <a:pt x="18079" y="8857"/>
                </a:lnTo>
                <a:lnTo>
                  <a:pt x="18298" y="8784"/>
                </a:lnTo>
                <a:close/>
                <a:moveTo>
                  <a:pt x="2969" y="5061"/>
                </a:moveTo>
                <a:lnTo>
                  <a:pt x="3674" y="5086"/>
                </a:lnTo>
                <a:lnTo>
                  <a:pt x="4380" y="5086"/>
                </a:lnTo>
                <a:lnTo>
                  <a:pt x="4331" y="5305"/>
                </a:lnTo>
                <a:lnTo>
                  <a:pt x="4307" y="5572"/>
                </a:lnTo>
                <a:lnTo>
                  <a:pt x="4283" y="6083"/>
                </a:lnTo>
                <a:lnTo>
                  <a:pt x="4258" y="7543"/>
                </a:lnTo>
                <a:lnTo>
                  <a:pt x="4258" y="9003"/>
                </a:lnTo>
                <a:lnTo>
                  <a:pt x="4283" y="10488"/>
                </a:lnTo>
                <a:lnTo>
                  <a:pt x="3869" y="10536"/>
                </a:lnTo>
                <a:lnTo>
                  <a:pt x="3869" y="10512"/>
                </a:lnTo>
                <a:lnTo>
                  <a:pt x="3991" y="10317"/>
                </a:lnTo>
                <a:lnTo>
                  <a:pt x="4088" y="10123"/>
                </a:lnTo>
                <a:lnTo>
                  <a:pt x="4161" y="9904"/>
                </a:lnTo>
                <a:lnTo>
                  <a:pt x="4185" y="9782"/>
                </a:lnTo>
                <a:lnTo>
                  <a:pt x="4185" y="9660"/>
                </a:lnTo>
                <a:lnTo>
                  <a:pt x="4161" y="9612"/>
                </a:lnTo>
                <a:lnTo>
                  <a:pt x="4112" y="9587"/>
                </a:lnTo>
                <a:lnTo>
                  <a:pt x="4064" y="9587"/>
                </a:lnTo>
                <a:lnTo>
                  <a:pt x="4015" y="9612"/>
                </a:lnTo>
                <a:lnTo>
                  <a:pt x="3796" y="9977"/>
                </a:lnTo>
                <a:lnTo>
                  <a:pt x="3601" y="10342"/>
                </a:lnTo>
                <a:lnTo>
                  <a:pt x="3431" y="10561"/>
                </a:lnTo>
                <a:lnTo>
                  <a:pt x="3115" y="10585"/>
                </a:lnTo>
                <a:lnTo>
                  <a:pt x="3115" y="10585"/>
                </a:lnTo>
                <a:lnTo>
                  <a:pt x="3188" y="10390"/>
                </a:lnTo>
                <a:lnTo>
                  <a:pt x="3261" y="10220"/>
                </a:lnTo>
                <a:lnTo>
                  <a:pt x="3334" y="10001"/>
                </a:lnTo>
                <a:lnTo>
                  <a:pt x="3431" y="9806"/>
                </a:lnTo>
                <a:lnTo>
                  <a:pt x="3553" y="9612"/>
                </a:lnTo>
                <a:lnTo>
                  <a:pt x="3626" y="9539"/>
                </a:lnTo>
                <a:lnTo>
                  <a:pt x="3723" y="9490"/>
                </a:lnTo>
                <a:lnTo>
                  <a:pt x="3747" y="9466"/>
                </a:lnTo>
                <a:lnTo>
                  <a:pt x="3747" y="9441"/>
                </a:lnTo>
                <a:lnTo>
                  <a:pt x="3723" y="9417"/>
                </a:lnTo>
                <a:lnTo>
                  <a:pt x="3699" y="9417"/>
                </a:lnTo>
                <a:lnTo>
                  <a:pt x="3601" y="9441"/>
                </a:lnTo>
                <a:lnTo>
                  <a:pt x="3504" y="9466"/>
                </a:lnTo>
                <a:lnTo>
                  <a:pt x="3358" y="9587"/>
                </a:lnTo>
                <a:lnTo>
                  <a:pt x="3212" y="9733"/>
                </a:lnTo>
                <a:lnTo>
                  <a:pt x="3115" y="9904"/>
                </a:lnTo>
                <a:lnTo>
                  <a:pt x="2993" y="10098"/>
                </a:lnTo>
                <a:lnTo>
                  <a:pt x="2896" y="10317"/>
                </a:lnTo>
                <a:lnTo>
                  <a:pt x="2847" y="10463"/>
                </a:lnTo>
                <a:lnTo>
                  <a:pt x="2798" y="10585"/>
                </a:lnTo>
                <a:lnTo>
                  <a:pt x="2409" y="10561"/>
                </a:lnTo>
                <a:lnTo>
                  <a:pt x="2506" y="10244"/>
                </a:lnTo>
                <a:lnTo>
                  <a:pt x="2652" y="9928"/>
                </a:lnTo>
                <a:lnTo>
                  <a:pt x="2823" y="9660"/>
                </a:lnTo>
                <a:lnTo>
                  <a:pt x="3017" y="9393"/>
                </a:lnTo>
                <a:lnTo>
                  <a:pt x="3017" y="9368"/>
                </a:lnTo>
                <a:lnTo>
                  <a:pt x="2993" y="9368"/>
                </a:lnTo>
                <a:lnTo>
                  <a:pt x="2847" y="9441"/>
                </a:lnTo>
                <a:lnTo>
                  <a:pt x="2701" y="9563"/>
                </a:lnTo>
                <a:lnTo>
                  <a:pt x="2579" y="9685"/>
                </a:lnTo>
                <a:lnTo>
                  <a:pt x="2458" y="9831"/>
                </a:lnTo>
                <a:lnTo>
                  <a:pt x="2360" y="10001"/>
                </a:lnTo>
                <a:lnTo>
                  <a:pt x="2287" y="10171"/>
                </a:lnTo>
                <a:lnTo>
                  <a:pt x="2166" y="10512"/>
                </a:lnTo>
                <a:lnTo>
                  <a:pt x="2068" y="10512"/>
                </a:lnTo>
                <a:lnTo>
                  <a:pt x="1776" y="10439"/>
                </a:lnTo>
                <a:lnTo>
                  <a:pt x="1849" y="10366"/>
                </a:lnTo>
                <a:lnTo>
                  <a:pt x="1898" y="10269"/>
                </a:lnTo>
                <a:lnTo>
                  <a:pt x="1995" y="10025"/>
                </a:lnTo>
                <a:lnTo>
                  <a:pt x="2117" y="9806"/>
                </a:lnTo>
                <a:lnTo>
                  <a:pt x="2287" y="9490"/>
                </a:lnTo>
                <a:lnTo>
                  <a:pt x="2385" y="9320"/>
                </a:lnTo>
                <a:lnTo>
                  <a:pt x="2409" y="9149"/>
                </a:lnTo>
                <a:lnTo>
                  <a:pt x="2409" y="9125"/>
                </a:lnTo>
                <a:lnTo>
                  <a:pt x="2360" y="9125"/>
                </a:lnTo>
                <a:lnTo>
                  <a:pt x="2287" y="9174"/>
                </a:lnTo>
                <a:lnTo>
                  <a:pt x="2190" y="9222"/>
                </a:lnTo>
                <a:lnTo>
                  <a:pt x="2044" y="9393"/>
                </a:lnTo>
                <a:lnTo>
                  <a:pt x="1922" y="9563"/>
                </a:lnTo>
                <a:lnTo>
                  <a:pt x="1825" y="9733"/>
                </a:lnTo>
                <a:lnTo>
                  <a:pt x="1752" y="9879"/>
                </a:lnTo>
                <a:lnTo>
                  <a:pt x="1655" y="10050"/>
                </a:lnTo>
                <a:lnTo>
                  <a:pt x="1630" y="10220"/>
                </a:lnTo>
                <a:lnTo>
                  <a:pt x="1630" y="10317"/>
                </a:lnTo>
                <a:lnTo>
                  <a:pt x="1655" y="10390"/>
                </a:lnTo>
                <a:lnTo>
                  <a:pt x="1436" y="10293"/>
                </a:lnTo>
                <a:lnTo>
                  <a:pt x="1217" y="10171"/>
                </a:lnTo>
                <a:lnTo>
                  <a:pt x="1265" y="10098"/>
                </a:lnTo>
                <a:lnTo>
                  <a:pt x="1387" y="9782"/>
                </a:lnTo>
                <a:lnTo>
                  <a:pt x="1557" y="9490"/>
                </a:lnTo>
                <a:lnTo>
                  <a:pt x="1752" y="9174"/>
                </a:lnTo>
                <a:lnTo>
                  <a:pt x="1874" y="9028"/>
                </a:lnTo>
                <a:lnTo>
                  <a:pt x="1971" y="8906"/>
                </a:lnTo>
                <a:lnTo>
                  <a:pt x="1995" y="8857"/>
                </a:lnTo>
                <a:lnTo>
                  <a:pt x="1995" y="8833"/>
                </a:lnTo>
                <a:lnTo>
                  <a:pt x="1922" y="8833"/>
                </a:lnTo>
                <a:lnTo>
                  <a:pt x="1606" y="9052"/>
                </a:lnTo>
                <a:lnTo>
                  <a:pt x="1460" y="9198"/>
                </a:lnTo>
                <a:lnTo>
                  <a:pt x="1314" y="9344"/>
                </a:lnTo>
                <a:lnTo>
                  <a:pt x="1119" y="9636"/>
                </a:lnTo>
                <a:lnTo>
                  <a:pt x="1022" y="9806"/>
                </a:lnTo>
                <a:lnTo>
                  <a:pt x="973" y="9952"/>
                </a:lnTo>
                <a:lnTo>
                  <a:pt x="852" y="9831"/>
                </a:lnTo>
                <a:lnTo>
                  <a:pt x="754" y="9709"/>
                </a:lnTo>
                <a:lnTo>
                  <a:pt x="779" y="9660"/>
                </a:lnTo>
                <a:lnTo>
                  <a:pt x="852" y="9490"/>
                </a:lnTo>
                <a:lnTo>
                  <a:pt x="925" y="9320"/>
                </a:lnTo>
                <a:lnTo>
                  <a:pt x="1144" y="9003"/>
                </a:lnTo>
                <a:lnTo>
                  <a:pt x="1387" y="8736"/>
                </a:lnTo>
                <a:lnTo>
                  <a:pt x="1484" y="8565"/>
                </a:lnTo>
                <a:lnTo>
                  <a:pt x="1582" y="8419"/>
                </a:lnTo>
                <a:lnTo>
                  <a:pt x="1582" y="8371"/>
                </a:lnTo>
                <a:lnTo>
                  <a:pt x="1533" y="8346"/>
                </a:lnTo>
                <a:lnTo>
                  <a:pt x="1436" y="8371"/>
                </a:lnTo>
                <a:lnTo>
                  <a:pt x="1338" y="8419"/>
                </a:lnTo>
                <a:lnTo>
                  <a:pt x="1217" y="8468"/>
                </a:lnTo>
                <a:lnTo>
                  <a:pt x="1119" y="8565"/>
                </a:lnTo>
                <a:lnTo>
                  <a:pt x="949" y="8736"/>
                </a:lnTo>
                <a:lnTo>
                  <a:pt x="827" y="8906"/>
                </a:lnTo>
                <a:lnTo>
                  <a:pt x="681" y="9052"/>
                </a:lnTo>
                <a:lnTo>
                  <a:pt x="560" y="9247"/>
                </a:lnTo>
                <a:lnTo>
                  <a:pt x="511" y="9003"/>
                </a:lnTo>
                <a:lnTo>
                  <a:pt x="535" y="8930"/>
                </a:lnTo>
                <a:lnTo>
                  <a:pt x="633" y="8760"/>
                </a:lnTo>
                <a:lnTo>
                  <a:pt x="730" y="8565"/>
                </a:lnTo>
                <a:lnTo>
                  <a:pt x="998" y="8200"/>
                </a:lnTo>
                <a:lnTo>
                  <a:pt x="1265" y="7835"/>
                </a:lnTo>
                <a:lnTo>
                  <a:pt x="1265" y="7787"/>
                </a:lnTo>
                <a:lnTo>
                  <a:pt x="1241" y="7787"/>
                </a:lnTo>
                <a:lnTo>
                  <a:pt x="1022" y="7908"/>
                </a:lnTo>
                <a:lnTo>
                  <a:pt x="852" y="8054"/>
                </a:lnTo>
                <a:lnTo>
                  <a:pt x="681" y="8200"/>
                </a:lnTo>
                <a:lnTo>
                  <a:pt x="511" y="8395"/>
                </a:lnTo>
                <a:lnTo>
                  <a:pt x="462" y="8444"/>
                </a:lnTo>
                <a:lnTo>
                  <a:pt x="487" y="8030"/>
                </a:lnTo>
                <a:lnTo>
                  <a:pt x="487" y="7981"/>
                </a:lnTo>
                <a:lnTo>
                  <a:pt x="608" y="7835"/>
                </a:lnTo>
                <a:lnTo>
                  <a:pt x="730" y="7689"/>
                </a:lnTo>
                <a:lnTo>
                  <a:pt x="852" y="7543"/>
                </a:lnTo>
                <a:lnTo>
                  <a:pt x="949" y="7373"/>
                </a:lnTo>
                <a:lnTo>
                  <a:pt x="949" y="7349"/>
                </a:lnTo>
                <a:lnTo>
                  <a:pt x="949" y="7324"/>
                </a:lnTo>
                <a:lnTo>
                  <a:pt x="900" y="7324"/>
                </a:lnTo>
                <a:lnTo>
                  <a:pt x="730" y="7446"/>
                </a:lnTo>
                <a:lnTo>
                  <a:pt x="511" y="7592"/>
                </a:lnTo>
                <a:lnTo>
                  <a:pt x="560" y="7276"/>
                </a:lnTo>
                <a:lnTo>
                  <a:pt x="608" y="6959"/>
                </a:lnTo>
                <a:lnTo>
                  <a:pt x="681" y="6643"/>
                </a:lnTo>
                <a:lnTo>
                  <a:pt x="779" y="6351"/>
                </a:lnTo>
                <a:lnTo>
                  <a:pt x="925" y="6083"/>
                </a:lnTo>
                <a:lnTo>
                  <a:pt x="1119" y="5840"/>
                </a:lnTo>
                <a:lnTo>
                  <a:pt x="1338" y="5597"/>
                </a:lnTo>
                <a:lnTo>
                  <a:pt x="1630" y="5402"/>
                </a:lnTo>
                <a:lnTo>
                  <a:pt x="1776" y="5305"/>
                </a:lnTo>
                <a:lnTo>
                  <a:pt x="1922" y="5232"/>
                </a:lnTo>
                <a:lnTo>
                  <a:pt x="2263" y="5134"/>
                </a:lnTo>
                <a:lnTo>
                  <a:pt x="2604" y="5086"/>
                </a:lnTo>
                <a:lnTo>
                  <a:pt x="2969" y="5061"/>
                </a:lnTo>
                <a:close/>
                <a:moveTo>
                  <a:pt x="15622" y="1631"/>
                </a:moveTo>
                <a:lnTo>
                  <a:pt x="15622" y="2044"/>
                </a:lnTo>
                <a:lnTo>
                  <a:pt x="15597" y="2896"/>
                </a:lnTo>
                <a:lnTo>
                  <a:pt x="15597" y="3310"/>
                </a:lnTo>
                <a:lnTo>
                  <a:pt x="15622" y="3748"/>
                </a:lnTo>
                <a:lnTo>
                  <a:pt x="15622" y="4186"/>
                </a:lnTo>
                <a:lnTo>
                  <a:pt x="15622" y="4648"/>
                </a:lnTo>
                <a:lnTo>
                  <a:pt x="15549" y="5524"/>
                </a:lnTo>
                <a:lnTo>
                  <a:pt x="15524" y="6035"/>
                </a:lnTo>
                <a:lnTo>
                  <a:pt x="15524" y="6521"/>
                </a:lnTo>
                <a:lnTo>
                  <a:pt x="15524" y="7519"/>
                </a:lnTo>
                <a:lnTo>
                  <a:pt x="15524" y="9441"/>
                </a:lnTo>
                <a:lnTo>
                  <a:pt x="15500" y="11364"/>
                </a:lnTo>
                <a:lnTo>
                  <a:pt x="15524" y="12142"/>
                </a:lnTo>
                <a:lnTo>
                  <a:pt x="15403" y="12264"/>
                </a:lnTo>
                <a:lnTo>
                  <a:pt x="15281" y="12386"/>
                </a:lnTo>
                <a:lnTo>
                  <a:pt x="15184" y="12532"/>
                </a:lnTo>
                <a:lnTo>
                  <a:pt x="15111" y="12702"/>
                </a:lnTo>
                <a:lnTo>
                  <a:pt x="14940" y="13018"/>
                </a:lnTo>
                <a:lnTo>
                  <a:pt x="14819" y="13334"/>
                </a:lnTo>
                <a:lnTo>
                  <a:pt x="14624" y="13213"/>
                </a:lnTo>
                <a:lnTo>
                  <a:pt x="14746" y="13018"/>
                </a:lnTo>
                <a:lnTo>
                  <a:pt x="14867" y="12775"/>
                </a:lnTo>
                <a:lnTo>
                  <a:pt x="15013" y="12337"/>
                </a:lnTo>
                <a:lnTo>
                  <a:pt x="15184" y="11948"/>
                </a:lnTo>
                <a:lnTo>
                  <a:pt x="15232" y="11729"/>
                </a:lnTo>
                <a:lnTo>
                  <a:pt x="15281" y="11534"/>
                </a:lnTo>
                <a:lnTo>
                  <a:pt x="15281" y="11485"/>
                </a:lnTo>
                <a:lnTo>
                  <a:pt x="15257" y="11485"/>
                </a:lnTo>
                <a:lnTo>
                  <a:pt x="15184" y="11510"/>
                </a:lnTo>
                <a:lnTo>
                  <a:pt x="15111" y="11558"/>
                </a:lnTo>
                <a:lnTo>
                  <a:pt x="15038" y="11607"/>
                </a:lnTo>
                <a:lnTo>
                  <a:pt x="14989" y="11680"/>
                </a:lnTo>
                <a:lnTo>
                  <a:pt x="14916" y="11850"/>
                </a:lnTo>
                <a:lnTo>
                  <a:pt x="14843" y="11996"/>
                </a:lnTo>
                <a:lnTo>
                  <a:pt x="14527" y="12629"/>
                </a:lnTo>
                <a:lnTo>
                  <a:pt x="14405" y="12824"/>
                </a:lnTo>
                <a:lnTo>
                  <a:pt x="14332" y="13042"/>
                </a:lnTo>
                <a:lnTo>
                  <a:pt x="14016" y="12872"/>
                </a:lnTo>
                <a:lnTo>
                  <a:pt x="14089" y="12799"/>
                </a:lnTo>
                <a:lnTo>
                  <a:pt x="14162" y="12726"/>
                </a:lnTo>
                <a:lnTo>
                  <a:pt x="14259" y="12532"/>
                </a:lnTo>
                <a:lnTo>
                  <a:pt x="14405" y="12118"/>
                </a:lnTo>
                <a:lnTo>
                  <a:pt x="14673" y="11558"/>
                </a:lnTo>
                <a:lnTo>
                  <a:pt x="14965" y="10999"/>
                </a:lnTo>
                <a:lnTo>
                  <a:pt x="14965" y="10974"/>
                </a:lnTo>
                <a:lnTo>
                  <a:pt x="14940" y="10950"/>
                </a:lnTo>
                <a:lnTo>
                  <a:pt x="14794" y="11047"/>
                </a:lnTo>
                <a:lnTo>
                  <a:pt x="14697" y="11145"/>
                </a:lnTo>
                <a:lnTo>
                  <a:pt x="14502" y="11364"/>
                </a:lnTo>
                <a:lnTo>
                  <a:pt x="14332" y="11607"/>
                </a:lnTo>
                <a:lnTo>
                  <a:pt x="14210" y="11875"/>
                </a:lnTo>
                <a:lnTo>
                  <a:pt x="13967" y="12288"/>
                </a:lnTo>
                <a:lnTo>
                  <a:pt x="13870" y="12532"/>
                </a:lnTo>
                <a:lnTo>
                  <a:pt x="13821" y="12653"/>
                </a:lnTo>
                <a:lnTo>
                  <a:pt x="13821" y="12775"/>
                </a:lnTo>
                <a:lnTo>
                  <a:pt x="13626" y="12678"/>
                </a:lnTo>
                <a:lnTo>
                  <a:pt x="13651" y="12605"/>
                </a:lnTo>
                <a:lnTo>
                  <a:pt x="13675" y="12507"/>
                </a:lnTo>
                <a:lnTo>
                  <a:pt x="13724" y="12337"/>
                </a:lnTo>
                <a:lnTo>
                  <a:pt x="13797" y="12167"/>
                </a:lnTo>
                <a:lnTo>
                  <a:pt x="13943" y="11875"/>
                </a:lnTo>
                <a:lnTo>
                  <a:pt x="14064" y="11558"/>
                </a:lnTo>
                <a:lnTo>
                  <a:pt x="14162" y="11218"/>
                </a:lnTo>
                <a:lnTo>
                  <a:pt x="14259" y="10901"/>
                </a:lnTo>
                <a:lnTo>
                  <a:pt x="14405" y="10585"/>
                </a:lnTo>
                <a:lnTo>
                  <a:pt x="14405" y="10561"/>
                </a:lnTo>
                <a:lnTo>
                  <a:pt x="14356" y="10561"/>
                </a:lnTo>
                <a:lnTo>
                  <a:pt x="14259" y="10634"/>
                </a:lnTo>
                <a:lnTo>
                  <a:pt x="14162" y="10731"/>
                </a:lnTo>
                <a:lnTo>
                  <a:pt x="13991" y="10950"/>
                </a:lnTo>
                <a:lnTo>
                  <a:pt x="13870" y="11218"/>
                </a:lnTo>
                <a:lnTo>
                  <a:pt x="13772" y="11461"/>
                </a:lnTo>
                <a:lnTo>
                  <a:pt x="13651" y="11729"/>
                </a:lnTo>
                <a:lnTo>
                  <a:pt x="13505" y="11996"/>
                </a:lnTo>
                <a:lnTo>
                  <a:pt x="13383" y="12264"/>
                </a:lnTo>
                <a:lnTo>
                  <a:pt x="13359" y="12410"/>
                </a:lnTo>
                <a:lnTo>
                  <a:pt x="13334" y="12556"/>
                </a:lnTo>
                <a:lnTo>
                  <a:pt x="12872" y="12337"/>
                </a:lnTo>
                <a:lnTo>
                  <a:pt x="12994" y="12191"/>
                </a:lnTo>
                <a:lnTo>
                  <a:pt x="13115" y="12021"/>
                </a:lnTo>
                <a:lnTo>
                  <a:pt x="13310" y="11607"/>
                </a:lnTo>
                <a:lnTo>
                  <a:pt x="13772" y="10609"/>
                </a:lnTo>
                <a:lnTo>
                  <a:pt x="13772" y="10585"/>
                </a:lnTo>
                <a:lnTo>
                  <a:pt x="13772" y="10561"/>
                </a:lnTo>
                <a:lnTo>
                  <a:pt x="13748" y="10561"/>
                </a:lnTo>
                <a:lnTo>
                  <a:pt x="13724" y="10585"/>
                </a:lnTo>
                <a:lnTo>
                  <a:pt x="13456" y="10999"/>
                </a:lnTo>
                <a:lnTo>
                  <a:pt x="13188" y="11412"/>
                </a:lnTo>
                <a:lnTo>
                  <a:pt x="12945" y="11850"/>
                </a:lnTo>
                <a:lnTo>
                  <a:pt x="12823" y="12069"/>
                </a:lnTo>
                <a:lnTo>
                  <a:pt x="12750" y="12313"/>
                </a:lnTo>
                <a:lnTo>
                  <a:pt x="12361" y="12118"/>
                </a:lnTo>
                <a:lnTo>
                  <a:pt x="12288" y="12094"/>
                </a:lnTo>
                <a:lnTo>
                  <a:pt x="12337" y="11923"/>
                </a:lnTo>
                <a:lnTo>
                  <a:pt x="12458" y="11631"/>
                </a:lnTo>
                <a:lnTo>
                  <a:pt x="12604" y="11339"/>
                </a:lnTo>
                <a:lnTo>
                  <a:pt x="12823" y="10828"/>
                </a:lnTo>
                <a:lnTo>
                  <a:pt x="12945" y="10585"/>
                </a:lnTo>
                <a:lnTo>
                  <a:pt x="13091" y="10342"/>
                </a:lnTo>
                <a:lnTo>
                  <a:pt x="13091" y="10293"/>
                </a:lnTo>
                <a:lnTo>
                  <a:pt x="13067" y="10244"/>
                </a:lnTo>
                <a:lnTo>
                  <a:pt x="12969" y="10244"/>
                </a:lnTo>
                <a:lnTo>
                  <a:pt x="12775" y="10463"/>
                </a:lnTo>
                <a:lnTo>
                  <a:pt x="12604" y="10682"/>
                </a:lnTo>
                <a:lnTo>
                  <a:pt x="12458" y="10926"/>
                </a:lnTo>
                <a:lnTo>
                  <a:pt x="12312" y="11193"/>
                </a:lnTo>
                <a:lnTo>
                  <a:pt x="12118" y="11510"/>
                </a:lnTo>
                <a:lnTo>
                  <a:pt x="12020" y="11729"/>
                </a:lnTo>
                <a:lnTo>
                  <a:pt x="11947" y="11923"/>
                </a:lnTo>
                <a:lnTo>
                  <a:pt x="11655" y="11802"/>
                </a:lnTo>
                <a:lnTo>
                  <a:pt x="11728" y="11631"/>
                </a:lnTo>
                <a:lnTo>
                  <a:pt x="11777" y="11461"/>
                </a:lnTo>
                <a:lnTo>
                  <a:pt x="11874" y="11145"/>
                </a:lnTo>
                <a:lnTo>
                  <a:pt x="12118" y="10658"/>
                </a:lnTo>
                <a:lnTo>
                  <a:pt x="12239" y="10415"/>
                </a:lnTo>
                <a:lnTo>
                  <a:pt x="12385" y="10196"/>
                </a:lnTo>
                <a:lnTo>
                  <a:pt x="12410" y="10171"/>
                </a:lnTo>
                <a:lnTo>
                  <a:pt x="12385" y="10147"/>
                </a:lnTo>
                <a:lnTo>
                  <a:pt x="12361" y="10123"/>
                </a:lnTo>
                <a:lnTo>
                  <a:pt x="12312" y="10147"/>
                </a:lnTo>
                <a:lnTo>
                  <a:pt x="12142" y="10342"/>
                </a:lnTo>
                <a:lnTo>
                  <a:pt x="11972" y="10561"/>
                </a:lnTo>
                <a:lnTo>
                  <a:pt x="11826" y="10780"/>
                </a:lnTo>
                <a:lnTo>
                  <a:pt x="11704" y="11023"/>
                </a:lnTo>
                <a:lnTo>
                  <a:pt x="11534" y="11339"/>
                </a:lnTo>
                <a:lnTo>
                  <a:pt x="11461" y="11510"/>
                </a:lnTo>
                <a:lnTo>
                  <a:pt x="11436" y="11704"/>
                </a:lnTo>
                <a:lnTo>
                  <a:pt x="10974" y="11510"/>
                </a:lnTo>
                <a:lnTo>
                  <a:pt x="11120" y="11120"/>
                </a:lnTo>
                <a:lnTo>
                  <a:pt x="11315" y="10755"/>
                </a:lnTo>
                <a:lnTo>
                  <a:pt x="11534" y="10317"/>
                </a:lnTo>
                <a:lnTo>
                  <a:pt x="11655" y="10123"/>
                </a:lnTo>
                <a:lnTo>
                  <a:pt x="11801" y="9928"/>
                </a:lnTo>
                <a:lnTo>
                  <a:pt x="11801" y="9904"/>
                </a:lnTo>
                <a:lnTo>
                  <a:pt x="11680" y="9952"/>
                </a:lnTo>
                <a:lnTo>
                  <a:pt x="11582" y="10001"/>
                </a:lnTo>
                <a:lnTo>
                  <a:pt x="11485" y="10074"/>
                </a:lnTo>
                <a:lnTo>
                  <a:pt x="11412" y="10171"/>
                </a:lnTo>
                <a:lnTo>
                  <a:pt x="11266" y="10366"/>
                </a:lnTo>
                <a:lnTo>
                  <a:pt x="11144" y="10561"/>
                </a:lnTo>
                <a:lnTo>
                  <a:pt x="10877" y="10974"/>
                </a:lnTo>
                <a:lnTo>
                  <a:pt x="10755" y="11193"/>
                </a:lnTo>
                <a:lnTo>
                  <a:pt x="10706" y="11315"/>
                </a:lnTo>
                <a:lnTo>
                  <a:pt x="10682" y="11437"/>
                </a:lnTo>
                <a:lnTo>
                  <a:pt x="10633" y="11412"/>
                </a:lnTo>
                <a:lnTo>
                  <a:pt x="10244" y="11315"/>
                </a:lnTo>
                <a:lnTo>
                  <a:pt x="10366" y="11023"/>
                </a:lnTo>
                <a:lnTo>
                  <a:pt x="10487" y="10731"/>
                </a:lnTo>
                <a:lnTo>
                  <a:pt x="10731" y="10244"/>
                </a:lnTo>
                <a:lnTo>
                  <a:pt x="10974" y="9782"/>
                </a:lnTo>
                <a:lnTo>
                  <a:pt x="10974" y="9758"/>
                </a:lnTo>
                <a:lnTo>
                  <a:pt x="10950" y="9758"/>
                </a:lnTo>
                <a:lnTo>
                  <a:pt x="10779" y="9928"/>
                </a:lnTo>
                <a:lnTo>
                  <a:pt x="10609" y="10123"/>
                </a:lnTo>
                <a:lnTo>
                  <a:pt x="10487" y="10317"/>
                </a:lnTo>
                <a:lnTo>
                  <a:pt x="10341" y="10536"/>
                </a:lnTo>
                <a:lnTo>
                  <a:pt x="10147" y="10877"/>
                </a:lnTo>
                <a:lnTo>
                  <a:pt x="10049" y="11072"/>
                </a:lnTo>
                <a:lnTo>
                  <a:pt x="9976" y="11266"/>
                </a:lnTo>
                <a:lnTo>
                  <a:pt x="9441" y="11169"/>
                </a:lnTo>
                <a:lnTo>
                  <a:pt x="9611" y="10828"/>
                </a:lnTo>
                <a:lnTo>
                  <a:pt x="9806" y="10463"/>
                </a:lnTo>
                <a:lnTo>
                  <a:pt x="9903" y="10269"/>
                </a:lnTo>
                <a:lnTo>
                  <a:pt x="9903" y="10171"/>
                </a:lnTo>
                <a:lnTo>
                  <a:pt x="9903" y="10074"/>
                </a:lnTo>
                <a:lnTo>
                  <a:pt x="9903" y="10050"/>
                </a:lnTo>
                <a:lnTo>
                  <a:pt x="9879" y="10050"/>
                </a:lnTo>
                <a:lnTo>
                  <a:pt x="9782" y="10098"/>
                </a:lnTo>
                <a:lnTo>
                  <a:pt x="9709" y="10147"/>
                </a:lnTo>
                <a:lnTo>
                  <a:pt x="9563" y="10317"/>
                </a:lnTo>
                <a:lnTo>
                  <a:pt x="9441" y="10488"/>
                </a:lnTo>
                <a:lnTo>
                  <a:pt x="9344" y="10658"/>
                </a:lnTo>
                <a:lnTo>
                  <a:pt x="9198" y="10877"/>
                </a:lnTo>
                <a:lnTo>
                  <a:pt x="9149" y="10999"/>
                </a:lnTo>
                <a:lnTo>
                  <a:pt x="9076" y="11120"/>
                </a:lnTo>
                <a:lnTo>
                  <a:pt x="8930" y="11072"/>
                </a:lnTo>
                <a:lnTo>
                  <a:pt x="8492" y="10974"/>
                </a:lnTo>
                <a:lnTo>
                  <a:pt x="8638" y="10731"/>
                </a:lnTo>
                <a:lnTo>
                  <a:pt x="8930" y="10244"/>
                </a:lnTo>
                <a:lnTo>
                  <a:pt x="9100" y="10025"/>
                </a:lnTo>
                <a:lnTo>
                  <a:pt x="9246" y="9782"/>
                </a:lnTo>
                <a:lnTo>
                  <a:pt x="9271" y="9758"/>
                </a:lnTo>
                <a:lnTo>
                  <a:pt x="9271" y="9733"/>
                </a:lnTo>
                <a:lnTo>
                  <a:pt x="9222" y="9733"/>
                </a:lnTo>
                <a:lnTo>
                  <a:pt x="9027" y="9879"/>
                </a:lnTo>
                <a:lnTo>
                  <a:pt x="8857" y="10025"/>
                </a:lnTo>
                <a:lnTo>
                  <a:pt x="8687" y="10196"/>
                </a:lnTo>
                <a:lnTo>
                  <a:pt x="8565" y="10390"/>
                </a:lnTo>
                <a:lnTo>
                  <a:pt x="8370" y="10634"/>
                </a:lnTo>
                <a:lnTo>
                  <a:pt x="8273" y="10780"/>
                </a:lnTo>
                <a:lnTo>
                  <a:pt x="8200" y="10926"/>
                </a:lnTo>
                <a:lnTo>
                  <a:pt x="7932" y="10853"/>
                </a:lnTo>
                <a:lnTo>
                  <a:pt x="8078" y="10536"/>
                </a:lnTo>
                <a:lnTo>
                  <a:pt x="8273" y="10220"/>
                </a:lnTo>
                <a:lnTo>
                  <a:pt x="8370" y="10074"/>
                </a:lnTo>
                <a:lnTo>
                  <a:pt x="8492" y="9952"/>
                </a:lnTo>
                <a:lnTo>
                  <a:pt x="8492" y="9928"/>
                </a:lnTo>
                <a:lnTo>
                  <a:pt x="8492" y="9904"/>
                </a:lnTo>
                <a:lnTo>
                  <a:pt x="8468" y="9879"/>
                </a:lnTo>
                <a:lnTo>
                  <a:pt x="8443" y="9904"/>
                </a:lnTo>
                <a:lnTo>
                  <a:pt x="8273" y="9977"/>
                </a:lnTo>
                <a:lnTo>
                  <a:pt x="8127" y="10074"/>
                </a:lnTo>
                <a:lnTo>
                  <a:pt x="8005" y="10196"/>
                </a:lnTo>
                <a:lnTo>
                  <a:pt x="7884" y="10342"/>
                </a:lnTo>
                <a:lnTo>
                  <a:pt x="7738" y="10561"/>
                </a:lnTo>
                <a:lnTo>
                  <a:pt x="7616" y="10804"/>
                </a:lnTo>
                <a:lnTo>
                  <a:pt x="7300" y="10731"/>
                </a:lnTo>
                <a:lnTo>
                  <a:pt x="7397" y="10561"/>
                </a:lnTo>
                <a:lnTo>
                  <a:pt x="7495" y="10390"/>
                </a:lnTo>
                <a:lnTo>
                  <a:pt x="7641" y="10123"/>
                </a:lnTo>
                <a:lnTo>
                  <a:pt x="7714" y="9977"/>
                </a:lnTo>
                <a:lnTo>
                  <a:pt x="7714" y="9831"/>
                </a:lnTo>
                <a:lnTo>
                  <a:pt x="7689" y="9831"/>
                </a:lnTo>
                <a:lnTo>
                  <a:pt x="7592" y="9904"/>
                </a:lnTo>
                <a:lnTo>
                  <a:pt x="7470" y="10025"/>
                </a:lnTo>
                <a:lnTo>
                  <a:pt x="7324" y="10293"/>
                </a:lnTo>
                <a:lnTo>
                  <a:pt x="7178" y="10488"/>
                </a:lnTo>
                <a:lnTo>
                  <a:pt x="7105" y="10585"/>
                </a:lnTo>
                <a:lnTo>
                  <a:pt x="7057" y="10682"/>
                </a:lnTo>
                <a:lnTo>
                  <a:pt x="6643" y="10585"/>
                </a:lnTo>
                <a:lnTo>
                  <a:pt x="6692" y="10488"/>
                </a:lnTo>
                <a:lnTo>
                  <a:pt x="6789" y="10293"/>
                </a:lnTo>
                <a:lnTo>
                  <a:pt x="6886" y="10074"/>
                </a:lnTo>
                <a:lnTo>
                  <a:pt x="7057" y="9636"/>
                </a:lnTo>
                <a:lnTo>
                  <a:pt x="7057" y="9612"/>
                </a:lnTo>
                <a:lnTo>
                  <a:pt x="7032" y="9587"/>
                </a:lnTo>
                <a:lnTo>
                  <a:pt x="7008" y="9612"/>
                </a:lnTo>
                <a:lnTo>
                  <a:pt x="6765" y="9904"/>
                </a:lnTo>
                <a:lnTo>
                  <a:pt x="6521" y="10196"/>
                </a:lnTo>
                <a:lnTo>
                  <a:pt x="6400" y="10342"/>
                </a:lnTo>
                <a:lnTo>
                  <a:pt x="6254" y="10512"/>
                </a:lnTo>
                <a:lnTo>
                  <a:pt x="5816" y="10463"/>
                </a:lnTo>
                <a:lnTo>
                  <a:pt x="5889" y="10244"/>
                </a:lnTo>
                <a:lnTo>
                  <a:pt x="6010" y="10050"/>
                </a:lnTo>
                <a:lnTo>
                  <a:pt x="6205" y="9806"/>
                </a:lnTo>
                <a:lnTo>
                  <a:pt x="6278" y="9685"/>
                </a:lnTo>
                <a:lnTo>
                  <a:pt x="6302" y="9612"/>
                </a:lnTo>
                <a:lnTo>
                  <a:pt x="6327" y="9539"/>
                </a:lnTo>
                <a:lnTo>
                  <a:pt x="6302" y="9514"/>
                </a:lnTo>
                <a:lnTo>
                  <a:pt x="6205" y="9514"/>
                </a:lnTo>
                <a:lnTo>
                  <a:pt x="6132" y="9539"/>
                </a:lnTo>
                <a:lnTo>
                  <a:pt x="5986" y="9660"/>
                </a:lnTo>
                <a:lnTo>
                  <a:pt x="5864" y="9782"/>
                </a:lnTo>
                <a:lnTo>
                  <a:pt x="5767" y="9928"/>
                </a:lnTo>
                <a:lnTo>
                  <a:pt x="5597" y="10171"/>
                </a:lnTo>
                <a:lnTo>
                  <a:pt x="5524" y="10293"/>
                </a:lnTo>
                <a:lnTo>
                  <a:pt x="5475" y="10439"/>
                </a:lnTo>
                <a:lnTo>
                  <a:pt x="5256" y="10463"/>
                </a:lnTo>
                <a:lnTo>
                  <a:pt x="5061" y="10488"/>
                </a:lnTo>
                <a:lnTo>
                  <a:pt x="5183" y="10220"/>
                </a:lnTo>
                <a:lnTo>
                  <a:pt x="5378" y="9855"/>
                </a:lnTo>
                <a:lnTo>
                  <a:pt x="5475" y="9660"/>
                </a:lnTo>
                <a:lnTo>
                  <a:pt x="5597" y="9490"/>
                </a:lnTo>
                <a:lnTo>
                  <a:pt x="5378" y="9636"/>
                </a:lnTo>
                <a:lnTo>
                  <a:pt x="5183" y="9806"/>
                </a:lnTo>
                <a:lnTo>
                  <a:pt x="4988" y="10025"/>
                </a:lnTo>
                <a:lnTo>
                  <a:pt x="4818" y="10244"/>
                </a:lnTo>
                <a:lnTo>
                  <a:pt x="4818" y="8979"/>
                </a:lnTo>
                <a:lnTo>
                  <a:pt x="4794" y="7714"/>
                </a:lnTo>
                <a:lnTo>
                  <a:pt x="4794" y="6254"/>
                </a:lnTo>
                <a:lnTo>
                  <a:pt x="4794" y="5718"/>
                </a:lnTo>
                <a:lnTo>
                  <a:pt x="4794" y="5426"/>
                </a:lnTo>
                <a:lnTo>
                  <a:pt x="4769" y="5159"/>
                </a:lnTo>
                <a:lnTo>
                  <a:pt x="5086" y="5159"/>
                </a:lnTo>
                <a:lnTo>
                  <a:pt x="5986" y="5134"/>
                </a:lnTo>
                <a:lnTo>
                  <a:pt x="6886" y="5086"/>
                </a:lnTo>
                <a:lnTo>
                  <a:pt x="7349" y="5037"/>
                </a:lnTo>
                <a:lnTo>
                  <a:pt x="7835" y="4988"/>
                </a:lnTo>
                <a:lnTo>
                  <a:pt x="8297" y="4916"/>
                </a:lnTo>
                <a:lnTo>
                  <a:pt x="8784" y="4843"/>
                </a:lnTo>
                <a:lnTo>
                  <a:pt x="9709" y="4624"/>
                </a:lnTo>
                <a:lnTo>
                  <a:pt x="10633" y="4356"/>
                </a:lnTo>
                <a:lnTo>
                  <a:pt x="11071" y="4210"/>
                </a:lnTo>
                <a:lnTo>
                  <a:pt x="11509" y="4040"/>
                </a:lnTo>
                <a:lnTo>
                  <a:pt x="11923" y="3869"/>
                </a:lnTo>
                <a:lnTo>
                  <a:pt x="12361" y="3675"/>
                </a:lnTo>
                <a:lnTo>
                  <a:pt x="13188" y="3261"/>
                </a:lnTo>
                <a:lnTo>
                  <a:pt x="14016" y="2823"/>
                </a:lnTo>
                <a:lnTo>
                  <a:pt x="14308" y="2653"/>
                </a:lnTo>
                <a:lnTo>
                  <a:pt x="14575" y="2458"/>
                </a:lnTo>
                <a:lnTo>
                  <a:pt x="15111" y="2044"/>
                </a:lnTo>
                <a:lnTo>
                  <a:pt x="15354" y="1850"/>
                </a:lnTo>
                <a:lnTo>
                  <a:pt x="15500" y="1752"/>
                </a:lnTo>
                <a:lnTo>
                  <a:pt x="15622" y="1631"/>
                </a:lnTo>
                <a:close/>
                <a:moveTo>
                  <a:pt x="15524" y="12605"/>
                </a:moveTo>
                <a:lnTo>
                  <a:pt x="15549" y="13164"/>
                </a:lnTo>
                <a:lnTo>
                  <a:pt x="15476" y="13164"/>
                </a:lnTo>
                <a:lnTo>
                  <a:pt x="15427" y="13213"/>
                </a:lnTo>
                <a:lnTo>
                  <a:pt x="15305" y="13286"/>
                </a:lnTo>
                <a:lnTo>
                  <a:pt x="15232" y="13432"/>
                </a:lnTo>
                <a:lnTo>
                  <a:pt x="15135" y="13578"/>
                </a:lnTo>
                <a:lnTo>
                  <a:pt x="15111" y="13529"/>
                </a:lnTo>
                <a:lnTo>
                  <a:pt x="15257" y="13213"/>
                </a:lnTo>
                <a:lnTo>
                  <a:pt x="15403" y="12872"/>
                </a:lnTo>
                <a:lnTo>
                  <a:pt x="15524" y="12605"/>
                </a:lnTo>
                <a:close/>
                <a:moveTo>
                  <a:pt x="15549" y="13359"/>
                </a:moveTo>
                <a:lnTo>
                  <a:pt x="15573" y="13943"/>
                </a:lnTo>
                <a:lnTo>
                  <a:pt x="15354" y="13748"/>
                </a:lnTo>
                <a:lnTo>
                  <a:pt x="15451" y="13553"/>
                </a:lnTo>
                <a:lnTo>
                  <a:pt x="15549" y="13359"/>
                </a:lnTo>
                <a:close/>
                <a:moveTo>
                  <a:pt x="16692" y="463"/>
                </a:moveTo>
                <a:lnTo>
                  <a:pt x="16789" y="487"/>
                </a:lnTo>
                <a:lnTo>
                  <a:pt x="16862" y="536"/>
                </a:lnTo>
                <a:lnTo>
                  <a:pt x="16935" y="633"/>
                </a:lnTo>
                <a:lnTo>
                  <a:pt x="16984" y="730"/>
                </a:lnTo>
                <a:lnTo>
                  <a:pt x="17033" y="852"/>
                </a:lnTo>
                <a:lnTo>
                  <a:pt x="17081" y="1047"/>
                </a:lnTo>
                <a:lnTo>
                  <a:pt x="17130" y="1314"/>
                </a:lnTo>
                <a:lnTo>
                  <a:pt x="17154" y="1582"/>
                </a:lnTo>
                <a:lnTo>
                  <a:pt x="17179" y="2142"/>
                </a:lnTo>
                <a:lnTo>
                  <a:pt x="17106" y="3237"/>
                </a:lnTo>
                <a:lnTo>
                  <a:pt x="17081" y="4380"/>
                </a:lnTo>
                <a:lnTo>
                  <a:pt x="17081" y="5499"/>
                </a:lnTo>
                <a:lnTo>
                  <a:pt x="17154" y="7738"/>
                </a:lnTo>
                <a:lnTo>
                  <a:pt x="17203" y="9928"/>
                </a:lnTo>
                <a:lnTo>
                  <a:pt x="17203" y="12094"/>
                </a:lnTo>
                <a:lnTo>
                  <a:pt x="17179" y="13213"/>
                </a:lnTo>
                <a:lnTo>
                  <a:pt x="17130" y="13748"/>
                </a:lnTo>
                <a:lnTo>
                  <a:pt x="17081" y="14283"/>
                </a:lnTo>
                <a:lnTo>
                  <a:pt x="17033" y="14502"/>
                </a:lnTo>
                <a:lnTo>
                  <a:pt x="16984" y="14746"/>
                </a:lnTo>
                <a:lnTo>
                  <a:pt x="16935" y="14867"/>
                </a:lnTo>
                <a:lnTo>
                  <a:pt x="16887" y="14965"/>
                </a:lnTo>
                <a:lnTo>
                  <a:pt x="16814" y="15038"/>
                </a:lnTo>
                <a:lnTo>
                  <a:pt x="16716" y="15111"/>
                </a:lnTo>
                <a:lnTo>
                  <a:pt x="16643" y="15111"/>
                </a:lnTo>
                <a:lnTo>
                  <a:pt x="16570" y="15086"/>
                </a:lnTo>
                <a:lnTo>
                  <a:pt x="16449" y="15038"/>
                </a:lnTo>
                <a:lnTo>
                  <a:pt x="16327" y="14916"/>
                </a:lnTo>
                <a:lnTo>
                  <a:pt x="16205" y="14794"/>
                </a:lnTo>
                <a:lnTo>
                  <a:pt x="16205" y="13991"/>
                </a:lnTo>
                <a:lnTo>
                  <a:pt x="16181" y="13188"/>
                </a:lnTo>
                <a:lnTo>
                  <a:pt x="16132" y="12361"/>
                </a:lnTo>
                <a:lnTo>
                  <a:pt x="16132" y="11558"/>
                </a:lnTo>
                <a:lnTo>
                  <a:pt x="16132" y="9636"/>
                </a:lnTo>
                <a:lnTo>
                  <a:pt x="16132" y="7714"/>
                </a:lnTo>
                <a:lnTo>
                  <a:pt x="16132" y="6789"/>
                </a:lnTo>
                <a:lnTo>
                  <a:pt x="16132" y="6327"/>
                </a:lnTo>
                <a:lnTo>
                  <a:pt x="16132" y="5864"/>
                </a:lnTo>
                <a:lnTo>
                  <a:pt x="16205" y="4988"/>
                </a:lnTo>
                <a:lnTo>
                  <a:pt x="16230" y="4551"/>
                </a:lnTo>
                <a:lnTo>
                  <a:pt x="16205" y="4113"/>
                </a:lnTo>
                <a:lnTo>
                  <a:pt x="16181" y="3237"/>
                </a:lnTo>
                <a:lnTo>
                  <a:pt x="16157" y="2799"/>
                </a:lnTo>
                <a:lnTo>
                  <a:pt x="16181" y="2361"/>
                </a:lnTo>
                <a:lnTo>
                  <a:pt x="16205" y="1558"/>
                </a:lnTo>
                <a:lnTo>
                  <a:pt x="16181" y="1144"/>
                </a:lnTo>
                <a:lnTo>
                  <a:pt x="16181" y="755"/>
                </a:lnTo>
                <a:lnTo>
                  <a:pt x="16254" y="657"/>
                </a:lnTo>
                <a:lnTo>
                  <a:pt x="16351" y="584"/>
                </a:lnTo>
                <a:lnTo>
                  <a:pt x="16570" y="487"/>
                </a:lnTo>
                <a:lnTo>
                  <a:pt x="16692" y="463"/>
                </a:lnTo>
                <a:close/>
                <a:moveTo>
                  <a:pt x="5597" y="10950"/>
                </a:moveTo>
                <a:lnTo>
                  <a:pt x="5597" y="11023"/>
                </a:lnTo>
                <a:lnTo>
                  <a:pt x="5621" y="11096"/>
                </a:lnTo>
                <a:lnTo>
                  <a:pt x="5694" y="11218"/>
                </a:lnTo>
                <a:lnTo>
                  <a:pt x="5743" y="11364"/>
                </a:lnTo>
                <a:lnTo>
                  <a:pt x="5767" y="11704"/>
                </a:lnTo>
                <a:lnTo>
                  <a:pt x="5791" y="12045"/>
                </a:lnTo>
                <a:lnTo>
                  <a:pt x="5816" y="12215"/>
                </a:lnTo>
                <a:lnTo>
                  <a:pt x="5840" y="12361"/>
                </a:lnTo>
                <a:lnTo>
                  <a:pt x="5864" y="12483"/>
                </a:lnTo>
                <a:lnTo>
                  <a:pt x="5548" y="12459"/>
                </a:lnTo>
                <a:lnTo>
                  <a:pt x="5207" y="12483"/>
                </a:lnTo>
                <a:lnTo>
                  <a:pt x="4988" y="12507"/>
                </a:lnTo>
                <a:lnTo>
                  <a:pt x="4745" y="12532"/>
                </a:lnTo>
                <a:lnTo>
                  <a:pt x="4502" y="12605"/>
                </a:lnTo>
                <a:lnTo>
                  <a:pt x="4404" y="12653"/>
                </a:lnTo>
                <a:lnTo>
                  <a:pt x="4307" y="12702"/>
                </a:lnTo>
                <a:lnTo>
                  <a:pt x="4258" y="12775"/>
                </a:lnTo>
                <a:lnTo>
                  <a:pt x="4210" y="12848"/>
                </a:lnTo>
                <a:lnTo>
                  <a:pt x="4210" y="12945"/>
                </a:lnTo>
                <a:lnTo>
                  <a:pt x="4258" y="13018"/>
                </a:lnTo>
                <a:lnTo>
                  <a:pt x="4356" y="13067"/>
                </a:lnTo>
                <a:lnTo>
                  <a:pt x="4453" y="13115"/>
                </a:lnTo>
                <a:lnTo>
                  <a:pt x="4623" y="13164"/>
                </a:lnTo>
                <a:lnTo>
                  <a:pt x="4842" y="13188"/>
                </a:lnTo>
                <a:lnTo>
                  <a:pt x="5037" y="13188"/>
                </a:lnTo>
                <a:lnTo>
                  <a:pt x="5475" y="13140"/>
                </a:lnTo>
                <a:lnTo>
                  <a:pt x="5670" y="13140"/>
                </a:lnTo>
                <a:lnTo>
                  <a:pt x="5864" y="13188"/>
                </a:lnTo>
                <a:lnTo>
                  <a:pt x="6035" y="13188"/>
                </a:lnTo>
                <a:lnTo>
                  <a:pt x="6205" y="13967"/>
                </a:lnTo>
                <a:lnTo>
                  <a:pt x="5572" y="13991"/>
                </a:lnTo>
                <a:lnTo>
                  <a:pt x="5183" y="13991"/>
                </a:lnTo>
                <a:lnTo>
                  <a:pt x="4988" y="14040"/>
                </a:lnTo>
                <a:lnTo>
                  <a:pt x="4891" y="14064"/>
                </a:lnTo>
                <a:lnTo>
                  <a:pt x="4794" y="14113"/>
                </a:lnTo>
                <a:lnTo>
                  <a:pt x="4745" y="14186"/>
                </a:lnTo>
                <a:lnTo>
                  <a:pt x="4696" y="14283"/>
                </a:lnTo>
                <a:lnTo>
                  <a:pt x="4696" y="14381"/>
                </a:lnTo>
                <a:lnTo>
                  <a:pt x="4721" y="14429"/>
                </a:lnTo>
                <a:lnTo>
                  <a:pt x="4769" y="14454"/>
                </a:lnTo>
                <a:lnTo>
                  <a:pt x="4915" y="14575"/>
                </a:lnTo>
                <a:lnTo>
                  <a:pt x="5110" y="14624"/>
                </a:lnTo>
                <a:lnTo>
                  <a:pt x="5305" y="14673"/>
                </a:lnTo>
                <a:lnTo>
                  <a:pt x="5499" y="14697"/>
                </a:lnTo>
                <a:lnTo>
                  <a:pt x="6327" y="14697"/>
                </a:lnTo>
                <a:lnTo>
                  <a:pt x="6473" y="15378"/>
                </a:lnTo>
                <a:lnTo>
                  <a:pt x="6010" y="15403"/>
                </a:lnTo>
                <a:lnTo>
                  <a:pt x="5645" y="15403"/>
                </a:lnTo>
                <a:lnTo>
                  <a:pt x="5475" y="15427"/>
                </a:lnTo>
                <a:lnTo>
                  <a:pt x="5305" y="15500"/>
                </a:lnTo>
                <a:lnTo>
                  <a:pt x="5256" y="15549"/>
                </a:lnTo>
                <a:lnTo>
                  <a:pt x="5207" y="15597"/>
                </a:lnTo>
                <a:lnTo>
                  <a:pt x="5183" y="15670"/>
                </a:lnTo>
                <a:lnTo>
                  <a:pt x="5183" y="15743"/>
                </a:lnTo>
                <a:lnTo>
                  <a:pt x="5183" y="15816"/>
                </a:lnTo>
                <a:lnTo>
                  <a:pt x="5207" y="15889"/>
                </a:lnTo>
                <a:lnTo>
                  <a:pt x="5256" y="15938"/>
                </a:lnTo>
                <a:lnTo>
                  <a:pt x="5305" y="15987"/>
                </a:lnTo>
                <a:lnTo>
                  <a:pt x="5475" y="16035"/>
                </a:lnTo>
                <a:lnTo>
                  <a:pt x="5645" y="16060"/>
                </a:lnTo>
                <a:lnTo>
                  <a:pt x="6010" y="16084"/>
                </a:lnTo>
                <a:lnTo>
                  <a:pt x="6278" y="16108"/>
                </a:lnTo>
                <a:lnTo>
                  <a:pt x="6448" y="16108"/>
                </a:lnTo>
                <a:lnTo>
                  <a:pt x="6570" y="16084"/>
                </a:lnTo>
                <a:lnTo>
                  <a:pt x="6619" y="16400"/>
                </a:lnTo>
                <a:lnTo>
                  <a:pt x="6643" y="16692"/>
                </a:lnTo>
                <a:lnTo>
                  <a:pt x="6619" y="16838"/>
                </a:lnTo>
                <a:lnTo>
                  <a:pt x="6594" y="16960"/>
                </a:lnTo>
                <a:lnTo>
                  <a:pt x="6521" y="17057"/>
                </a:lnTo>
                <a:lnTo>
                  <a:pt x="6424" y="17130"/>
                </a:lnTo>
                <a:lnTo>
                  <a:pt x="6327" y="17179"/>
                </a:lnTo>
                <a:lnTo>
                  <a:pt x="6205" y="17228"/>
                </a:lnTo>
                <a:lnTo>
                  <a:pt x="5913" y="17252"/>
                </a:lnTo>
                <a:lnTo>
                  <a:pt x="5597" y="17228"/>
                </a:lnTo>
                <a:lnTo>
                  <a:pt x="5305" y="17203"/>
                </a:lnTo>
                <a:lnTo>
                  <a:pt x="4794" y="17130"/>
                </a:lnTo>
                <a:lnTo>
                  <a:pt x="4575" y="17155"/>
                </a:lnTo>
                <a:lnTo>
                  <a:pt x="4307" y="17179"/>
                </a:lnTo>
                <a:lnTo>
                  <a:pt x="4064" y="17203"/>
                </a:lnTo>
                <a:lnTo>
                  <a:pt x="3796" y="17228"/>
                </a:lnTo>
                <a:lnTo>
                  <a:pt x="3553" y="17228"/>
                </a:lnTo>
                <a:lnTo>
                  <a:pt x="3455" y="17203"/>
                </a:lnTo>
                <a:lnTo>
                  <a:pt x="3358" y="17155"/>
                </a:lnTo>
                <a:lnTo>
                  <a:pt x="3261" y="17106"/>
                </a:lnTo>
                <a:lnTo>
                  <a:pt x="3163" y="17033"/>
                </a:lnTo>
                <a:lnTo>
                  <a:pt x="3115" y="16936"/>
                </a:lnTo>
                <a:lnTo>
                  <a:pt x="3042" y="16790"/>
                </a:lnTo>
                <a:lnTo>
                  <a:pt x="2969" y="16571"/>
                </a:lnTo>
                <a:lnTo>
                  <a:pt x="2920" y="16327"/>
                </a:lnTo>
                <a:lnTo>
                  <a:pt x="2847" y="15816"/>
                </a:lnTo>
                <a:lnTo>
                  <a:pt x="2750" y="14819"/>
                </a:lnTo>
                <a:lnTo>
                  <a:pt x="2725" y="14308"/>
                </a:lnTo>
                <a:lnTo>
                  <a:pt x="2677" y="13797"/>
                </a:lnTo>
                <a:lnTo>
                  <a:pt x="2652" y="13286"/>
                </a:lnTo>
                <a:lnTo>
                  <a:pt x="2628" y="12775"/>
                </a:lnTo>
                <a:lnTo>
                  <a:pt x="2506" y="11923"/>
                </a:lnTo>
                <a:lnTo>
                  <a:pt x="2385" y="11047"/>
                </a:lnTo>
                <a:lnTo>
                  <a:pt x="2385" y="11047"/>
                </a:lnTo>
                <a:lnTo>
                  <a:pt x="2823" y="11072"/>
                </a:lnTo>
                <a:lnTo>
                  <a:pt x="3090" y="11072"/>
                </a:lnTo>
                <a:lnTo>
                  <a:pt x="3358" y="11047"/>
                </a:lnTo>
                <a:lnTo>
                  <a:pt x="3407" y="11047"/>
                </a:lnTo>
                <a:lnTo>
                  <a:pt x="3504" y="11023"/>
                </a:lnTo>
                <a:lnTo>
                  <a:pt x="4064" y="10974"/>
                </a:lnTo>
                <a:lnTo>
                  <a:pt x="4331" y="10974"/>
                </a:lnTo>
                <a:lnTo>
                  <a:pt x="4599" y="10999"/>
                </a:lnTo>
                <a:lnTo>
                  <a:pt x="4623" y="11023"/>
                </a:lnTo>
                <a:lnTo>
                  <a:pt x="4672" y="11072"/>
                </a:lnTo>
                <a:lnTo>
                  <a:pt x="4745" y="11096"/>
                </a:lnTo>
                <a:lnTo>
                  <a:pt x="4818" y="11072"/>
                </a:lnTo>
                <a:lnTo>
                  <a:pt x="4867" y="11023"/>
                </a:lnTo>
                <a:lnTo>
                  <a:pt x="4891" y="10974"/>
                </a:lnTo>
                <a:lnTo>
                  <a:pt x="5597" y="10950"/>
                </a:lnTo>
                <a:close/>
                <a:moveTo>
                  <a:pt x="16546" y="0"/>
                </a:moveTo>
                <a:lnTo>
                  <a:pt x="16400" y="49"/>
                </a:lnTo>
                <a:lnTo>
                  <a:pt x="16278" y="122"/>
                </a:lnTo>
                <a:lnTo>
                  <a:pt x="16157" y="195"/>
                </a:lnTo>
                <a:lnTo>
                  <a:pt x="16035" y="292"/>
                </a:lnTo>
                <a:lnTo>
                  <a:pt x="15962" y="414"/>
                </a:lnTo>
                <a:lnTo>
                  <a:pt x="15889" y="414"/>
                </a:lnTo>
                <a:lnTo>
                  <a:pt x="15840" y="438"/>
                </a:lnTo>
                <a:lnTo>
                  <a:pt x="15792" y="487"/>
                </a:lnTo>
                <a:lnTo>
                  <a:pt x="15768" y="560"/>
                </a:lnTo>
                <a:lnTo>
                  <a:pt x="15695" y="803"/>
                </a:lnTo>
                <a:lnTo>
                  <a:pt x="15670" y="1071"/>
                </a:lnTo>
                <a:lnTo>
                  <a:pt x="15597" y="1047"/>
                </a:lnTo>
                <a:lnTo>
                  <a:pt x="15524" y="1071"/>
                </a:lnTo>
                <a:lnTo>
                  <a:pt x="15451" y="1095"/>
                </a:lnTo>
                <a:lnTo>
                  <a:pt x="15403" y="1168"/>
                </a:lnTo>
                <a:lnTo>
                  <a:pt x="15354" y="1266"/>
                </a:lnTo>
                <a:lnTo>
                  <a:pt x="15281" y="1339"/>
                </a:lnTo>
                <a:lnTo>
                  <a:pt x="15111" y="1485"/>
                </a:lnTo>
                <a:lnTo>
                  <a:pt x="14770" y="1728"/>
                </a:lnTo>
                <a:lnTo>
                  <a:pt x="14283" y="2093"/>
                </a:lnTo>
                <a:lnTo>
                  <a:pt x="14040" y="2288"/>
                </a:lnTo>
                <a:lnTo>
                  <a:pt x="13772" y="2434"/>
                </a:lnTo>
                <a:lnTo>
                  <a:pt x="13018" y="2847"/>
                </a:lnTo>
                <a:lnTo>
                  <a:pt x="12264" y="3237"/>
                </a:lnTo>
                <a:lnTo>
                  <a:pt x="11485" y="3577"/>
                </a:lnTo>
                <a:lnTo>
                  <a:pt x="11071" y="3723"/>
                </a:lnTo>
                <a:lnTo>
                  <a:pt x="10682" y="3869"/>
                </a:lnTo>
                <a:lnTo>
                  <a:pt x="9830" y="4137"/>
                </a:lnTo>
                <a:lnTo>
                  <a:pt x="8979" y="4356"/>
                </a:lnTo>
                <a:lnTo>
                  <a:pt x="8103" y="4526"/>
                </a:lnTo>
                <a:lnTo>
                  <a:pt x="7665" y="4575"/>
                </a:lnTo>
                <a:lnTo>
                  <a:pt x="7227" y="4624"/>
                </a:lnTo>
                <a:lnTo>
                  <a:pt x="6570" y="4672"/>
                </a:lnTo>
                <a:lnTo>
                  <a:pt x="5913" y="4697"/>
                </a:lnTo>
                <a:lnTo>
                  <a:pt x="5256" y="4721"/>
                </a:lnTo>
                <a:lnTo>
                  <a:pt x="4623" y="4745"/>
                </a:lnTo>
                <a:lnTo>
                  <a:pt x="4429" y="4697"/>
                </a:lnTo>
                <a:lnTo>
                  <a:pt x="4234" y="4672"/>
                </a:lnTo>
                <a:lnTo>
                  <a:pt x="3869" y="4624"/>
                </a:lnTo>
                <a:lnTo>
                  <a:pt x="3480" y="4648"/>
                </a:lnTo>
                <a:lnTo>
                  <a:pt x="3090" y="4648"/>
                </a:lnTo>
                <a:lnTo>
                  <a:pt x="2652" y="4672"/>
                </a:lnTo>
                <a:lnTo>
                  <a:pt x="2214" y="4721"/>
                </a:lnTo>
                <a:lnTo>
                  <a:pt x="1995" y="4770"/>
                </a:lnTo>
                <a:lnTo>
                  <a:pt x="1801" y="4818"/>
                </a:lnTo>
                <a:lnTo>
                  <a:pt x="1582" y="4916"/>
                </a:lnTo>
                <a:lnTo>
                  <a:pt x="1387" y="5013"/>
                </a:lnTo>
                <a:lnTo>
                  <a:pt x="1192" y="5110"/>
                </a:lnTo>
                <a:lnTo>
                  <a:pt x="1046" y="5232"/>
                </a:lnTo>
                <a:lnTo>
                  <a:pt x="876" y="5378"/>
                </a:lnTo>
                <a:lnTo>
                  <a:pt x="754" y="5524"/>
                </a:lnTo>
                <a:lnTo>
                  <a:pt x="633" y="5670"/>
                </a:lnTo>
                <a:lnTo>
                  <a:pt x="535" y="5840"/>
                </a:lnTo>
                <a:lnTo>
                  <a:pt x="365" y="6205"/>
                </a:lnTo>
                <a:lnTo>
                  <a:pt x="243" y="6570"/>
                </a:lnTo>
                <a:lnTo>
                  <a:pt x="146" y="6959"/>
                </a:lnTo>
                <a:lnTo>
                  <a:pt x="73" y="7373"/>
                </a:lnTo>
                <a:lnTo>
                  <a:pt x="49" y="7762"/>
                </a:lnTo>
                <a:lnTo>
                  <a:pt x="0" y="8200"/>
                </a:lnTo>
                <a:lnTo>
                  <a:pt x="0" y="8614"/>
                </a:lnTo>
                <a:lnTo>
                  <a:pt x="49" y="9028"/>
                </a:lnTo>
                <a:lnTo>
                  <a:pt x="146" y="9417"/>
                </a:lnTo>
                <a:lnTo>
                  <a:pt x="195" y="9612"/>
                </a:lnTo>
                <a:lnTo>
                  <a:pt x="292" y="9806"/>
                </a:lnTo>
                <a:lnTo>
                  <a:pt x="389" y="9977"/>
                </a:lnTo>
                <a:lnTo>
                  <a:pt x="487" y="10147"/>
                </a:lnTo>
                <a:lnTo>
                  <a:pt x="633" y="10293"/>
                </a:lnTo>
                <a:lnTo>
                  <a:pt x="779" y="10439"/>
                </a:lnTo>
                <a:lnTo>
                  <a:pt x="949" y="10585"/>
                </a:lnTo>
                <a:lnTo>
                  <a:pt x="1144" y="10707"/>
                </a:lnTo>
                <a:lnTo>
                  <a:pt x="1363" y="10804"/>
                </a:lnTo>
                <a:lnTo>
                  <a:pt x="1582" y="10901"/>
                </a:lnTo>
                <a:lnTo>
                  <a:pt x="1825" y="10950"/>
                </a:lnTo>
                <a:lnTo>
                  <a:pt x="2068" y="10999"/>
                </a:lnTo>
                <a:lnTo>
                  <a:pt x="2044" y="11242"/>
                </a:lnTo>
                <a:lnTo>
                  <a:pt x="2020" y="11510"/>
                </a:lnTo>
                <a:lnTo>
                  <a:pt x="2044" y="11777"/>
                </a:lnTo>
                <a:lnTo>
                  <a:pt x="2068" y="12021"/>
                </a:lnTo>
                <a:lnTo>
                  <a:pt x="2166" y="12556"/>
                </a:lnTo>
                <a:lnTo>
                  <a:pt x="2190" y="12824"/>
                </a:lnTo>
                <a:lnTo>
                  <a:pt x="2214" y="13067"/>
                </a:lnTo>
                <a:lnTo>
                  <a:pt x="2287" y="14478"/>
                </a:lnTo>
                <a:lnTo>
                  <a:pt x="2336" y="15184"/>
                </a:lnTo>
                <a:lnTo>
                  <a:pt x="2409" y="15914"/>
                </a:lnTo>
                <a:lnTo>
                  <a:pt x="2458" y="16327"/>
                </a:lnTo>
                <a:lnTo>
                  <a:pt x="2506" y="16741"/>
                </a:lnTo>
                <a:lnTo>
                  <a:pt x="2555" y="16960"/>
                </a:lnTo>
                <a:lnTo>
                  <a:pt x="2628" y="17155"/>
                </a:lnTo>
                <a:lnTo>
                  <a:pt x="2725" y="17325"/>
                </a:lnTo>
                <a:lnTo>
                  <a:pt x="2871" y="17495"/>
                </a:lnTo>
                <a:lnTo>
                  <a:pt x="2993" y="17593"/>
                </a:lnTo>
                <a:lnTo>
                  <a:pt x="3090" y="17641"/>
                </a:lnTo>
                <a:lnTo>
                  <a:pt x="3212" y="17714"/>
                </a:lnTo>
                <a:lnTo>
                  <a:pt x="3334" y="17739"/>
                </a:lnTo>
                <a:lnTo>
                  <a:pt x="3601" y="17763"/>
                </a:lnTo>
                <a:lnTo>
                  <a:pt x="3893" y="17763"/>
                </a:lnTo>
                <a:lnTo>
                  <a:pt x="4429" y="17690"/>
                </a:lnTo>
                <a:lnTo>
                  <a:pt x="4696" y="17666"/>
                </a:lnTo>
                <a:lnTo>
                  <a:pt x="4964" y="17666"/>
                </a:lnTo>
                <a:lnTo>
                  <a:pt x="5475" y="17714"/>
                </a:lnTo>
                <a:lnTo>
                  <a:pt x="5743" y="17739"/>
                </a:lnTo>
                <a:lnTo>
                  <a:pt x="6010" y="17763"/>
                </a:lnTo>
                <a:lnTo>
                  <a:pt x="6278" y="17739"/>
                </a:lnTo>
                <a:lnTo>
                  <a:pt x="6521" y="17690"/>
                </a:lnTo>
                <a:lnTo>
                  <a:pt x="6619" y="17641"/>
                </a:lnTo>
                <a:lnTo>
                  <a:pt x="6740" y="17568"/>
                </a:lnTo>
                <a:lnTo>
                  <a:pt x="6838" y="17495"/>
                </a:lnTo>
                <a:lnTo>
                  <a:pt x="6935" y="17398"/>
                </a:lnTo>
                <a:lnTo>
                  <a:pt x="7008" y="17301"/>
                </a:lnTo>
                <a:lnTo>
                  <a:pt x="7057" y="17179"/>
                </a:lnTo>
                <a:lnTo>
                  <a:pt x="7130" y="16960"/>
                </a:lnTo>
                <a:lnTo>
                  <a:pt x="7154" y="16717"/>
                </a:lnTo>
                <a:lnTo>
                  <a:pt x="7154" y="16449"/>
                </a:lnTo>
                <a:lnTo>
                  <a:pt x="7130" y="16181"/>
                </a:lnTo>
                <a:lnTo>
                  <a:pt x="7081" y="15938"/>
                </a:lnTo>
                <a:lnTo>
                  <a:pt x="6984" y="15451"/>
                </a:lnTo>
                <a:lnTo>
                  <a:pt x="6886" y="14770"/>
                </a:lnTo>
                <a:lnTo>
                  <a:pt x="6765" y="14089"/>
                </a:lnTo>
                <a:lnTo>
                  <a:pt x="6497" y="12726"/>
                </a:lnTo>
                <a:lnTo>
                  <a:pt x="6351" y="12167"/>
                </a:lnTo>
                <a:lnTo>
                  <a:pt x="6302" y="11875"/>
                </a:lnTo>
                <a:lnTo>
                  <a:pt x="6254" y="11583"/>
                </a:lnTo>
                <a:lnTo>
                  <a:pt x="6229" y="11291"/>
                </a:lnTo>
                <a:lnTo>
                  <a:pt x="6205" y="11120"/>
                </a:lnTo>
                <a:lnTo>
                  <a:pt x="6181" y="10974"/>
                </a:lnTo>
                <a:lnTo>
                  <a:pt x="6789" y="11096"/>
                </a:lnTo>
                <a:lnTo>
                  <a:pt x="7397" y="11218"/>
                </a:lnTo>
                <a:lnTo>
                  <a:pt x="10341" y="11826"/>
                </a:lnTo>
                <a:lnTo>
                  <a:pt x="10560" y="11875"/>
                </a:lnTo>
                <a:lnTo>
                  <a:pt x="10755" y="11923"/>
                </a:lnTo>
                <a:lnTo>
                  <a:pt x="11169" y="12094"/>
                </a:lnTo>
                <a:lnTo>
                  <a:pt x="11972" y="12459"/>
                </a:lnTo>
                <a:lnTo>
                  <a:pt x="13456" y="13115"/>
                </a:lnTo>
                <a:lnTo>
                  <a:pt x="14040" y="13407"/>
                </a:lnTo>
                <a:lnTo>
                  <a:pt x="14332" y="13553"/>
                </a:lnTo>
                <a:lnTo>
                  <a:pt x="14624" y="13748"/>
                </a:lnTo>
                <a:lnTo>
                  <a:pt x="14892" y="13943"/>
                </a:lnTo>
                <a:lnTo>
                  <a:pt x="15135" y="14162"/>
                </a:lnTo>
                <a:lnTo>
                  <a:pt x="15354" y="14381"/>
                </a:lnTo>
                <a:lnTo>
                  <a:pt x="15549" y="14648"/>
                </a:lnTo>
                <a:lnTo>
                  <a:pt x="15622" y="14721"/>
                </a:lnTo>
                <a:lnTo>
                  <a:pt x="15622" y="14940"/>
                </a:lnTo>
                <a:lnTo>
                  <a:pt x="15646" y="15062"/>
                </a:lnTo>
                <a:lnTo>
                  <a:pt x="15695" y="15159"/>
                </a:lnTo>
                <a:lnTo>
                  <a:pt x="15792" y="15208"/>
                </a:lnTo>
                <a:lnTo>
                  <a:pt x="15889" y="15232"/>
                </a:lnTo>
                <a:lnTo>
                  <a:pt x="16084" y="15427"/>
                </a:lnTo>
                <a:lnTo>
                  <a:pt x="16205" y="15500"/>
                </a:lnTo>
                <a:lnTo>
                  <a:pt x="16303" y="15573"/>
                </a:lnTo>
                <a:lnTo>
                  <a:pt x="16449" y="15622"/>
                </a:lnTo>
                <a:lnTo>
                  <a:pt x="16570" y="15646"/>
                </a:lnTo>
                <a:lnTo>
                  <a:pt x="16716" y="15670"/>
                </a:lnTo>
                <a:lnTo>
                  <a:pt x="16862" y="15646"/>
                </a:lnTo>
                <a:lnTo>
                  <a:pt x="16984" y="15622"/>
                </a:lnTo>
                <a:lnTo>
                  <a:pt x="17081" y="15573"/>
                </a:lnTo>
                <a:lnTo>
                  <a:pt x="17179" y="15500"/>
                </a:lnTo>
                <a:lnTo>
                  <a:pt x="17276" y="15427"/>
                </a:lnTo>
                <a:lnTo>
                  <a:pt x="17349" y="15330"/>
                </a:lnTo>
                <a:lnTo>
                  <a:pt x="17398" y="15232"/>
                </a:lnTo>
                <a:lnTo>
                  <a:pt x="17495" y="14989"/>
                </a:lnTo>
                <a:lnTo>
                  <a:pt x="17568" y="14721"/>
                </a:lnTo>
                <a:lnTo>
                  <a:pt x="17617" y="14478"/>
                </a:lnTo>
                <a:lnTo>
                  <a:pt x="17690" y="14016"/>
                </a:lnTo>
                <a:lnTo>
                  <a:pt x="17714" y="13651"/>
                </a:lnTo>
                <a:lnTo>
                  <a:pt x="17738" y="13261"/>
                </a:lnTo>
                <a:lnTo>
                  <a:pt x="17763" y="12507"/>
                </a:lnTo>
                <a:lnTo>
                  <a:pt x="17714" y="10974"/>
                </a:lnTo>
                <a:lnTo>
                  <a:pt x="17714" y="10123"/>
                </a:lnTo>
                <a:lnTo>
                  <a:pt x="17860" y="10098"/>
                </a:lnTo>
                <a:lnTo>
                  <a:pt x="17982" y="10001"/>
                </a:lnTo>
                <a:lnTo>
                  <a:pt x="18128" y="9904"/>
                </a:lnTo>
                <a:lnTo>
                  <a:pt x="18249" y="9782"/>
                </a:lnTo>
                <a:lnTo>
                  <a:pt x="18493" y="9514"/>
                </a:lnTo>
                <a:lnTo>
                  <a:pt x="18687" y="9271"/>
                </a:lnTo>
                <a:lnTo>
                  <a:pt x="18785" y="9101"/>
                </a:lnTo>
                <a:lnTo>
                  <a:pt x="18858" y="8906"/>
                </a:lnTo>
                <a:lnTo>
                  <a:pt x="18906" y="8711"/>
                </a:lnTo>
                <a:lnTo>
                  <a:pt x="18931" y="8517"/>
                </a:lnTo>
                <a:lnTo>
                  <a:pt x="18955" y="8103"/>
                </a:lnTo>
                <a:lnTo>
                  <a:pt x="18955" y="7714"/>
                </a:lnTo>
                <a:lnTo>
                  <a:pt x="18931" y="7373"/>
                </a:lnTo>
                <a:lnTo>
                  <a:pt x="18858" y="7057"/>
                </a:lnTo>
                <a:lnTo>
                  <a:pt x="18760" y="6740"/>
                </a:lnTo>
                <a:lnTo>
                  <a:pt x="18614" y="6448"/>
                </a:lnTo>
                <a:lnTo>
                  <a:pt x="18541" y="6327"/>
                </a:lnTo>
                <a:lnTo>
                  <a:pt x="18420" y="6205"/>
                </a:lnTo>
                <a:lnTo>
                  <a:pt x="18322" y="6083"/>
                </a:lnTo>
                <a:lnTo>
                  <a:pt x="18201" y="5986"/>
                </a:lnTo>
                <a:lnTo>
                  <a:pt x="18055" y="5889"/>
                </a:lnTo>
                <a:lnTo>
                  <a:pt x="17909" y="5840"/>
                </a:lnTo>
                <a:lnTo>
                  <a:pt x="17763" y="5767"/>
                </a:lnTo>
                <a:lnTo>
                  <a:pt x="17592" y="5743"/>
                </a:lnTo>
                <a:lnTo>
                  <a:pt x="17568" y="4697"/>
                </a:lnTo>
                <a:lnTo>
                  <a:pt x="17592" y="3942"/>
                </a:lnTo>
                <a:lnTo>
                  <a:pt x="17617" y="3164"/>
                </a:lnTo>
                <a:lnTo>
                  <a:pt x="17641" y="2409"/>
                </a:lnTo>
                <a:lnTo>
                  <a:pt x="17641" y="1631"/>
                </a:lnTo>
                <a:lnTo>
                  <a:pt x="17617" y="1193"/>
                </a:lnTo>
                <a:lnTo>
                  <a:pt x="17592" y="949"/>
                </a:lnTo>
                <a:lnTo>
                  <a:pt x="17519" y="730"/>
                </a:lnTo>
                <a:lnTo>
                  <a:pt x="17446" y="511"/>
                </a:lnTo>
                <a:lnTo>
                  <a:pt x="17325" y="317"/>
                </a:lnTo>
                <a:lnTo>
                  <a:pt x="17252" y="219"/>
                </a:lnTo>
                <a:lnTo>
                  <a:pt x="17179" y="146"/>
                </a:lnTo>
                <a:lnTo>
                  <a:pt x="17081" y="98"/>
                </a:lnTo>
                <a:lnTo>
                  <a:pt x="16984" y="49"/>
                </a:lnTo>
                <a:lnTo>
                  <a:pt x="1683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20" name="Google Shape;820;p39"/>
          <p:cNvSpPr/>
          <p:nvPr/>
        </p:nvSpPr>
        <p:spPr>
          <a:xfrm>
            <a:off x="301895" y="2092193"/>
            <a:ext cx="324416" cy="354204"/>
          </a:xfrm>
          <a:custGeom>
            <a:avLst/>
            <a:gdLst/>
            <a:ahLst/>
            <a:cxnLst/>
            <a:rect l="l" t="t" r="r" b="b"/>
            <a:pathLst>
              <a:path w="14844" h="16207" extrusionOk="0">
                <a:moveTo>
                  <a:pt x="7836" y="2337"/>
                </a:moveTo>
                <a:lnTo>
                  <a:pt x="7519" y="2385"/>
                </a:lnTo>
                <a:lnTo>
                  <a:pt x="7081" y="2410"/>
                </a:lnTo>
                <a:lnTo>
                  <a:pt x="6619" y="2434"/>
                </a:lnTo>
                <a:lnTo>
                  <a:pt x="6327" y="2434"/>
                </a:lnTo>
                <a:lnTo>
                  <a:pt x="6181" y="2458"/>
                </a:lnTo>
                <a:lnTo>
                  <a:pt x="6035" y="2507"/>
                </a:lnTo>
                <a:lnTo>
                  <a:pt x="5986" y="2556"/>
                </a:lnTo>
                <a:lnTo>
                  <a:pt x="5962" y="2604"/>
                </a:lnTo>
                <a:lnTo>
                  <a:pt x="5962" y="2653"/>
                </a:lnTo>
                <a:lnTo>
                  <a:pt x="5962" y="2726"/>
                </a:lnTo>
                <a:lnTo>
                  <a:pt x="6059" y="2848"/>
                </a:lnTo>
                <a:lnTo>
                  <a:pt x="6181" y="2921"/>
                </a:lnTo>
                <a:lnTo>
                  <a:pt x="6303" y="2969"/>
                </a:lnTo>
                <a:lnTo>
                  <a:pt x="6449" y="3018"/>
                </a:lnTo>
                <a:lnTo>
                  <a:pt x="7057" y="3018"/>
                </a:lnTo>
                <a:lnTo>
                  <a:pt x="7519" y="2994"/>
                </a:lnTo>
                <a:lnTo>
                  <a:pt x="7957" y="2945"/>
                </a:lnTo>
                <a:lnTo>
                  <a:pt x="8152" y="2945"/>
                </a:lnTo>
                <a:lnTo>
                  <a:pt x="8347" y="2969"/>
                </a:lnTo>
                <a:lnTo>
                  <a:pt x="8833" y="2969"/>
                </a:lnTo>
                <a:lnTo>
                  <a:pt x="8906" y="2921"/>
                </a:lnTo>
                <a:lnTo>
                  <a:pt x="8955" y="2848"/>
                </a:lnTo>
                <a:lnTo>
                  <a:pt x="8979" y="2775"/>
                </a:lnTo>
                <a:lnTo>
                  <a:pt x="9003" y="2702"/>
                </a:lnTo>
                <a:lnTo>
                  <a:pt x="8979" y="2629"/>
                </a:lnTo>
                <a:lnTo>
                  <a:pt x="8930" y="2556"/>
                </a:lnTo>
                <a:lnTo>
                  <a:pt x="8857" y="2483"/>
                </a:lnTo>
                <a:lnTo>
                  <a:pt x="8711" y="2410"/>
                </a:lnTo>
                <a:lnTo>
                  <a:pt x="8566" y="2361"/>
                </a:lnTo>
                <a:lnTo>
                  <a:pt x="8395" y="2337"/>
                </a:lnTo>
                <a:close/>
                <a:moveTo>
                  <a:pt x="7130" y="5768"/>
                </a:moveTo>
                <a:lnTo>
                  <a:pt x="7154" y="5792"/>
                </a:lnTo>
                <a:lnTo>
                  <a:pt x="7179" y="5816"/>
                </a:lnTo>
                <a:lnTo>
                  <a:pt x="7203" y="5841"/>
                </a:lnTo>
                <a:lnTo>
                  <a:pt x="7227" y="5889"/>
                </a:lnTo>
                <a:lnTo>
                  <a:pt x="7227" y="5987"/>
                </a:lnTo>
                <a:lnTo>
                  <a:pt x="7203" y="6084"/>
                </a:lnTo>
                <a:lnTo>
                  <a:pt x="7179" y="6157"/>
                </a:lnTo>
                <a:lnTo>
                  <a:pt x="7106" y="6206"/>
                </a:lnTo>
                <a:lnTo>
                  <a:pt x="6960" y="6254"/>
                </a:lnTo>
                <a:lnTo>
                  <a:pt x="6814" y="6230"/>
                </a:lnTo>
                <a:lnTo>
                  <a:pt x="6741" y="6206"/>
                </a:lnTo>
                <a:lnTo>
                  <a:pt x="6692" y="6157"/>
                </a:lnTo>
                <a:lnTo>
                  <a:pt x="6668" y="6084"/>
                </a:lnTo>
                <a:lnTo>
                  <a:pt x="6643" y="6011"/>
                </a:lnTo>
                <a:lnTo>
                  <a:pt x="6668" y="5938"/>
                </a:lnTo>
                <a:lnTo>
                  <a:pt x="6692" y="5865"/>
                </a:lnTo>
                <a:lnTo>
                  <a:pt x="6741" y="5816"/>
                </a:lnTo>
                <a:lnTo>
                  <a:pt x="6789" y="5768"/>
                </a:lnTo>
                <a:lnTo>
                  <a:pt x="6838" y="5816"/>
                </a:lnTo>
                <a:lnTo>
                  <a:pt x="6911" y="5841"/>
                </a:lnTo>
                <a:lnTo>
                  <a:pt x="7008" y="5816"/>
                </a:lnTo>
                <a:lnTo>
                  <a:pt x="7081" y="5816"/>
                </a:lnTo>
                <a:lnTo>
                  <a:pt x="7130" y="5768"/>
                </a:lnTo>
                <a:close/>
                <a:moveTo>
                  <a:pt x="6911" y="5232"/>
                </a:moveTo>
                <a:lnTo>
                  <a:pt x="6741" y="5257"/>
                </a:lnTo>
                <a:lnTo>
                  <a:pt x="6595" y="5305"/>
                </a:lnTo>
                <a:lnTo>
                  <a:pt x="6473" y="5427"/>
                </a:lnTo>
                <a:lnTo>
                  <a:pt x="6351" y="5549"/>
                </a:lnTo>
                <a:lnTo>
                  <a:pt x="6254" y="5695"/>
                </a:lnTo>
                <a:lnTo>
                  <a:pt x="6181" y="5865"/>
                </a:lnTo>
                <a:lnTo>
                  <a:pt x="6157" y="6011"/>
                </a:lnTo>
                <a:lnTo>
                  <a:pt x="6157" y="6108"/>
                </a:lnTo>
                <a:lnTo>
                  <a:pt x="6157" y="6206"/>
                </a:lnTo>
                <a:lnTo>
                  <a:pt x="6181" y="6303"/>
                </a:lnTo>
                <a:lnTo>
                  <a:pt x="6230" y="6376"/>
                </a:lnTo>
                <a:lnTo>
                  <a:pt x="6351" y="6522"/>
                </a:lnTo>
                <a:lnTo>
                  <a:pt x="6497" y="6644"/>
                </a:lnTo>
                <a:lnTo>
                  <a:pt x="6668" y="6717"/>
                </a:lnTo>
                <a:lnTo>
                  <a:pt x="6862" y="6741"/>
                </a:lnTo>
                <a:lnTo>
                  <a:pt x="7057" y="6741"/>
                </a:lnTo>
                <a:lnTo>
                  <a:pt x="7252" y="6692"/>
                </a:lnTo>
                <a:lnTo>
                  <a:pt x="7373" y="6644"/>
                </a:lnTo>
                <a:lnTo>
                  <a:pt x="7495" y="6546"/>
                </a:lnTo>
                <a:lnTo>
                  <a:pt x="7592" y="6449"/>
                </a:lnTo>
                <a:lnTo>
                  <a:pt x="7665" y="6327"/>
                </a:lnTo>
                <a:lnTo>
                  <a:pt x="7714" y="6181"/>
                </a:lnTo>
                <a:lnTo>
                  <a:pt x="7738" y="6035"/>
                </a:lnTo>
                <a:lnTo>
                  <a:pt x="7738" y="5889"/>
                </a:lnTo>
                <a:lnTo>
                  <a:pt x="7714" y="5743"/>
                </a:lnTo>
                <a:lnTo>
                  <a:pt x="7665" y="5622"/>
                </a:lnTo>
                <a:lnTo>
                  <a:pt x="7617" y="5524"/>
                </a:lnTo>
                <a:lnTo>
                  <a:pt x="7544" y="5451"/>
                </a:lnTo>
                <a:lnTo>
                  <a:pt x="7471" y="5378"/>
                </a:lnTo>
                <a:lnTo>
                  <a:pt x="7373" y="5330"/>
                </a:lnTo>
                <a:lnTo>
                  <a:pt x="7276" y="5281"/>
                </a:lnTo>
                <a:lnTo>
                  <a:pt x="7081" y="5281"/>
                </a:lnTo>
                <a:lnTo>
                  <a:pt x="6984" y="5257"/>
                </a:lnTo>
                <a:lnTo>
                  <a:pt x="6911" y="5232"/>
                </a:lnTo>
                <a:close/>
                <a:moveTo>
                  <a:pt x="7982" y="7276"/>
                </a:moveTo>
                <a:lnTo>
                  <a:pt x="7884" y="7301"/>
                </a:lnTo>
                <a:lnTo>
                  <a:pt x="7787" y="7325"/>
                </a:lnTo>
                <a:lnTo>
                  <a:pt x="7738" y="7374"/>
                </a:lnTo>
                <a:lnTo>
                  <a:pt x="7617" y="7495"/>
                </a:lnTo>
                <a:lnTo>
                  <a:pt x="7568" y="7617"/>
                </a:lnTo>
                <a:lnTo>
                  <a:pt x="7544" y="7739"/>
                </a:lnTo>
                <a:lnTo>
                  <a:pt x="7568" y="7885"/>
                </a:lnTo>
                <a:lnTo>
                  <a:pt x="7617" y="8006"/>
                </a:lnTo>
                <a:lnTo>
                  <a:pt x="7665" y="8104"/>
                </a:lnTo>
                <a:lnTo>
                  <a:pt x="7714" y="8177"/>
                </a:lnTo>
                <a:lnTo>
                  <a:pt x="7860" y="8250"/>
                </a:lnTo>
                <a:lnTo>
                  <a:pt x="8030" y="8298"/>
                </a:lnTo>
                <a:lnTo>
                  <a:pt x="8103" y="8298"/>
                </a:lnTo>
                <a:lnTo>
                  <a:pt x="8176" y="8274"/>
                </a:lnTo>
                <a:lnTo>
                  <a:pt x="8298" y="8225"/>
                </a:lnTo>
                <a:lnTo>
                  <a:pt x="8444" y="8104"/>
                </a:lnTo>
                <a:lnTo>
                  <a:pt x="8566" y="7958"/>
                </a:lnTo>
                <a:lnTo>
                  <a:pt x="8590" y="7885"/>
                </a:lnTo>
                <a:lnTo>
                  <a:pt x="8590" y="7812"/>
                </a:lnTo>
                <a:lnTo>
                  <a:pt x="8590" y="7739"/>
                </a:lnTo>
                <a:lnTo>
                  <a:pt x="8566" y="7666"/>
                </a:lnTo>
                <a:lnTo>
                  <a:pt x="8468" y="7520"/>
                </a:lnTo>
                <a:lnTo>
                  <a:pt x="8347" y="7422"/>
                </a:lnTo>
                <a:lnTo>
                  <a:pt x="8225" y="7398"/>
                </a:lnTo>
                <a:lnTo>
                  <a:pt x="8152" y="7325"/>
                </a:lnTo>
                <a:lnTo>
                  <a:pt x="8079" y="7301"/>
                </a:lnTo>
                <a:lnTo>
                  <a:pt x="7982" y="7276"/>
                </a:lnTo>
                <a:close/>
                <a:moveTo>
                  <a:pt x="5889" y="488"/>
                </a:moveTo>
                <a:lnTo>
                  <a:pt x="6205" y="512"/>
                </a:lnTo>
                <a:lnTo>
                  <a:pt x="6716" y="561"/>
                </a:lnTo>
                <a:lnTo>
                  <a:pt x="7373" y="609"/>
                </a:lnTo>
                <a:lnTo>
                  <a:pt x="8055" y="634"/>
                </a:lnTo>
                <a:lnTo>
                  <a:pt x="8736" y="634"/>
                </a:lnTo>
                <a:lnTo>
                  <a:pt x="9393" y="682"/>
                </a:lnTo>
                <a:lnTo>
                  <a:pt x="9587" y="707"/>
                </a:lnTo>
                <a:lnTo>
                  <a:pt x="9782" y="731"/>
                </a:lnTo>
                <a:lnTo>
                  <a:pt x="10001" y="804"/>
                </a:lnTo>
                <a:lnTo>
                  <a:pt x="10196" y="877"/>
                </a:lnTo>
                <a:lnTo>
                  <a:pt x="10366" y="974"/>
                </a:lnTo>
                <a:lnTo>
                  <a:pt x="10439" y="1047"/>
                </a:lnTo>
                <a:lnTo>
                  <a:pt x="10512" y="1120"/>
                </a:lnTo>
                <a:lnTo>
                  <a:pt x="10536" y="1193"/>
                </a:lnTo>
                <a:lnTo>
                  <a:pt x="10585" y="1291"/>
                </a:lnTo>
                <a:lnTo>
                  <a:pt x="10585" y="1388"/>
                </a:lnTo>
                <a:lnTo>
                  <a:pt x="10585" y="1485"/>
                </a:lnTo>
                <a:lnTo>
                  <a:pt x="10536" y="1631"/>
                </a:lnTo>
                <a:lnTo>
                  <a:pt x="10439" y="1777"/>
                </a:lnTo>
                <a:lnTo>
                  <a:pt x="10317" y="1923"/>
                </a:lnTo>
                <a:lnTo>
                  <a:pt x="10196" y="2045"/>
                </a:lnTo>
                <a:lnTo>
                  <a:pt x="9904" y="2288"/>
                </a:lnTo>
                <a:lnTo>
                  <a:pt x="9660" y="2507"/>
                </a:lnTo>
                <a:lnTo>
                  <a:pt x="9587" y="2604"/>
                </a:lnTo>
                <a:lnTo>
                  <a:pt x="9587" y="2677"/>
                </a:lnTo>
                <a:lnTo>
                  <a:pt x="9587" y="2775"/>
                </a:lnTo>
                <a:lnTo>
                  <a:pt x="9636" y="2848"/>
                </a:lnTo>
                <a:lnTo>
                  <a:pt x="9587" y="3091"/>
                </a:lnTo>
                <a:lnTo>
                  <a:pt x="9563" y="3334"/>
                </a:lnTo>
                <a:lnTo>
                  <a:pt x="9563" y="3845"/>
                </a:lnTo>
                <a:lnTo>
                  <a:pt x="9587" y="4381"/>
                </a:lnTo>
                <a:lnTo>
                  <a:pt x="9612" y="4867"/>
                </a:lnTo>
                <a:lnTo>
                  <a:pt x="9612" y="5816"/>
                </a:lnTo>
                <a:lnTo>
                  <a:pt x="9612" y="6060"/>
                </a:lnTo>
                <a:lnTo>
                  <a:pt x="9563" y="6303"/>
                </a:lnTo>
                <a:lnTo>
                  <a:pt x="9563" y="6546"/>
                </a:lnTo>
                <a:lnTo>
                  <a:pt x="9587" y="6765"/>
                </a:lnTo>
                <a:lnTo>
                  <a:pt x="9612" y="6838"/>
                </a:lnTo>
                <a:lnTo>
                  <a:pt x="9660" y="6887"/>
                </a:lnTo>
                <a:lnTo>
                  <a:pt x="9660" y="6936"/>
                </a:lnTo>
                <a:lnTo>
                  <a:pt x="9685" y="6984"/>
                </a:lnTo>
                <a:lnTo>
                  <a:pt x="10269" y="7787"/>
                </a:lnTo>
                <a:lnTo>
                  <a:pt x="10828" y="8639"/>
                </a:lnTo>
                <a:lnTo>
                  <a:pt x="10512" y="8615"/>
                </a:lnTo>
                <a:lnTo>
                  <a:pt x="10171" y="8639"/>
                </a:lnTo>
                <a:lnTo>
                  <a:pt x="9514" y="8663"/>
                </a:lnTo>
                <a:lnTo>
                  <a:pt x="8395" y="8688"/>
                </a:lnTo>
                <a:lnTo>
                  <a:pt x="7300" y="8712"/>
                </a:lnTo>
                <a:lnTo>
                  <a:pt x="6765" y="8736"/>
                </a:lnTo>
                <a:lnTo>
                  <a:pt x="6254" y="8736"/>
                </a:lnTo>
                <a:lnTo>
                  <a:pt x="5208" y="8712"/>
                </a:lnTo>
                <a:lnTo>
                  <a:pt x="4599" y="8712"/>
                </a:lnTo>
                <a:lnTo>
                  <a:pt x="4283" y="8736"/>
                </a:lnTo>
                <a:lnTo>
                  <a:pt x="4137" y="8761"/>
                </a:lnTo>
                <a:lnTo>
                  <a:pt x="3991" y="8809"/>
                </a:lnTo>
                <a:lnTo>
                  <a:pt x="4599" y="8006"/>
                </a:lnTo>
                <a:lnTo>
                  <a:pt x="4940" y="7520"/>
                </a:lnTo>
                <a:lnTo>
                  <a:pt x="5135" y="7276"/>
                </a:lnTo>
                <a:lnTo>
                  <a:pt x="5305" y="7082"/>
                </a:lnTo>
                <a:lnTo>
                  <a:pt x="5354" y="7009"/>
                </a:lnTo>
                <a:lnTo>
                  <a:pt x="5378" y="6911"/>
                </a:lnTo>
                <a:lnTo>
                  <a:pt x="5354" y="6838"/>
                </a:lnTo>
                <a:lnTo>
                  <a:pt x="5329" y="6741"/>
                </a:lnTo>
                <a:lnTo>
                  <a:pt x="5329" y="6717"/>
                </a:lnTo>
                <a:lnTo>
                  <a:pt x="5354" y="6084"/>
                </a:lnTo>
                <a:lnTo>
                  <a:pt x="5354" y="5451"/>
                </a:lnTo>
                <a:lnTo>
                  <a:pt x="5354" y="4794"/>
                </a:lnTo>
                <a:lnTo>
                  <a:pt x="5378" y="4162"/>
                </a:lnTo>
                <a:lnTo>
                  <a:pt x="5402" y="3821"/>
                </a:lnTo>
                <a:lnTo>
                  <a:pt x="5427" y="3432"/>
                </a:lnTo>
                <a:lnTo>
                  <a:pt x="5402" y="3237"/>
                </a:lnTo>
                <a:lnTo>
                  <a:pt x="5378" y="3042"/>
                </a:lnTo>
                <a:lnTo>
                  <a:pt x="5329" y="2872"/>
                </a:lnTo>
                <a:lnTo>
                  <a:pt x="5256" y="2726"/>
                </a:lnTo>
                <a:lnTo>
                  <a:pt x="5256" y="2653"/>
                </a:lnTo>
                <a:lnTo>
                  <a:pt x="5256" y="2604"/>
                </a:lnTo>
                <a:lnTo>
                  <a:pt x="5232" y="2556"/>
                </a:lnTo>
                <a:lnTo>
                  <a:pt x="5183" y="2507"/>
                </a:lnTo>
                <a:lnTo>
                  <a:pt x="4989" y="2385"/>
                </a:lnTo>
                <a:lnTo>
                  <a:pt x="4794" y="2215"/>
                </a:lnTo>
                <a:lnTo>
                  <a:pt x="4648" y="1996"/>
                </a:lnTo>
                <a:lnTo>
                  <a:pt x="4502" y="1777"/>
                </a:lnTo>
                <a:lnTo>
                  <a:pt x="4405" y="1534"/>
                </a:lnTo>
                <a:lnTo>
                  <a:pt x="4380" y="1412"/>
                </a:lnTo>
                <a:lnTo>
                  <a:pt x="4380" y="1291"/>
                </a:lnTo>
                <a:lnTo>
                  <a:pt x="4380" y="1169"/>
                </a:lnTo>
                <a:lnTo>
                  <a:pt x="4429" y="1047"/>
                </a:lnTo>
                <a:lnTo>
                  <a:pt x="4478" y="926"/>
                </a:lnTo>
                <a:lnTo>
                  <a:pt x="4551" y="828"/>
                </a:lnTo>
                <a:lnTo>
                  <a:pt x="4624" y="755"/>
                </a:lnTo>
                <a:lnTo>
                  <a:pt x="4721" y="682"/>
                </a:lnTo>
                <a:lnTo>
                  <a:pt x="4843" y="609"/>
                </a:lnTo>
                <a:lnTo>
                  <a:pt x="4989" y="561"/>
                </a:lnTo>
                <a:lnTo>
                  <a:pt x="5256" y="512"/>
                </a:lnTo>
                <a:lnTo>
                  <a:pt x="5573" y="488"/>
                </a:lnTo>
                <a:close/>
                <a:moveTo>
                  <a:pt x="7446" y="9199"/>
                </a:moveTo>
                <a:lnTo>
                  <a:pt x="7106" y="9612"/>
                </a:lnTo>
                <a:lnTo>
                  <a:pt x="7033" y="9588"/>
                </a:lnTo>
                <a:lnTo>
                  <a:pt x="6960" y="9563"/>
                </a:lnTo>
                <a:lnTo>
                  <a:pt x="6789" y="9563"/>
                </a:lnTo>
                <a:lnTo>
                  <a:pt x="6595" y="9588"/>
                </a:lnTo>
                <a:lnTo>
                  <a:pt x="6424" y="9636"/>
                </a:lnTo>
                <a:lnTo>
                  <a:pt x="6595" y="9466"/>
                </a:lnTo>
                <a:lnTo>
                  <a:pt x="6643" y="9369"/>
                </a:lnTo>
                <a:lnTo>
                  <a:pt x="6692" y="9272"/>
                </a:lnTo>
                <a:lnTo>
                  <a:pt x="6692" y="9223"/>
                </a:lnTo>
                <a:lnTo>
                  <a:pt x="7300" y="9199"/>
                </a:lnTo>
                <a:close/>
                <a:moveTo>
                  <a:pt x="8566" y="9174"/>
                </a:moveTo>
                <a:lnTo>
                  <a:pt x="8347" y="9418"/>
                </a:lnTo>
                <a:lnTo>
                  <a:pt x="8176" y="9661"/>
                </a:lnTo>
                <a:lnTo>
                  <a:pt x="7860" y="10196"/>
                </a:lnTo>
                <a:lnTo>
                  <a:pt x="7836" y="10147"/>
                </a:lnTo>
                <a:lnTo>
                  <a:pt x="7787" y="10050"/>
                </a:lnTo>
                <a:lnTo>
                  <a:pt x="7714" y="9953"/>
                </a:lnTo>
                <a:lnTo>
                  <a:pt x="7617" y="9855"/>
                </a:lnTo>
                <a:lnTo>
                  <a:pt x="7519" y="9782"/>
                </a:lnTo>
                <a:lnTo>
                  <a:pt x="7982" y="9223"/>
                </a:lnTo>
                <a:lnTo>
                  <a:pt x="8030" y="9174"/>
                </a:lnTo>
                <a:close/>
                <a:moveTo>
                  <a:pt x="6765" y="10099"/>
                </a:moveTo>
                <a:lnTo>
                  <a:pt x="6935" y="10172"/>
                </a:lnTo>
                <a:lnTo>
                  <a:pt x="7081" y="10220"/>
                </a:lnTo>
                <a:lnTo>
                  <a:pt x="7227" y="10293"/>
                </a:lnTo>
                <a:lnTo>
                  <a:pt x="7276" y="10366"/>
                </a:lnTo>
                <a:lnTo>
                  <a:pt x="7325" y="10439"/>
                </a:lnTo>
                <a:lnTo>
                  <a:pt x="7373" y="10610"/>
                </a:lnTo>
                <a:lnTo>
                  <a:pt x="7398" y="10780"/>
                </a:lnTo>
                <a:lnTo>
                  <a:pt x="7373" y="10950"/>
                </a:lnTo>
                <a:lnTo>
                  <a:pt x="7325" y="11121"/>
                </a:lnTo>
                <a:lnTo>
                  <a:pt x="7300" y="11242"/>
                </a:lnTo>
                <a:lnTo>
                  <a:pt x="7227" y="11340"/>
                </a:lnTo>
                <a:lnTo>
                  <a:pt x="7154" y="11413"/>
                </a:lnTo>
                <a:lnTo>
                  <a:pt x="7081" y="11510"/>
                </a:lnTo>
                <a:lnTo>
                  <a:pt x="6984" y="11559"/>
                </a:lnTo>
                <a:lnTo>
                  <a:pt x="6887" y="11607"/>
                </a:lnTo>
                <a:lnTo>
                  <a:pt x="6692" y="11680"/>
                </a:lnTo>
                <a:lnTo>
                  <a:pt x="6351" y="11680"/>
                </a:lnTo>
                <a:lnTo>
                  <a:pt x="6254" y="11632"/>
                </a:lnTo>
                <a:lnTo>
                  <a:pt x="6157" y="11607"/>
                </a:lnTo>
                <a:lnTo>
                  <a:pt x="6059" y="11534"/>
                </a:lnTo>
                <a:lnTo>
                  <a:pt x="5986" y="11461"/>
                </a:lnTo>
                <a:lnTo>
                  <a:pt x="5913" y="11364"/>
                </a:lnTo>
                <a:lnTo>
                  <a:pt x="5840" y="11218"/>
                </a:lnTo>
                <a:lnTo>
                  <a:pt x="5816" y="11096"/>
                </a:lnTo>
                <a:lnTo>
                  <a:pt x="5816" y="10950"/>
                </a:lnTo>
                <a:lnTo>
                  <a:pt x="5840" y="10829"/>
                </a:lnTo>
                <a:lnTo>
                  <a:pt x="5889" y="10683"/>
                </a:lnTo>
                <a:lnTo>
                  <a:pt x="5986" y="10585"/>
                </a:lnTo>
                <a:lnTo>
                  <a:pt x="6084" y="10464"/>
                </a:lnTo>
                <a:lnTo>
                  <a:pt x="6181" y="10366"/>
                </a:lnTo>
                <a:lnTo>
                  <a:pt x="6424" y="10220"/>
                </a:lnTo>
                <a:lnTo>
                  <a:pt x="6668" y="10123"/>
                </a:lnTo>
                <a:lnTo>
                  <a:pt x="6741" y="10099"/>
                </a:lnTo>
                <a:close/>
                <a:moveTo>
                  <a:pt x="10926" y="9174"/>
                </a:moveTo>
                <a:lnTo>
                  <a:pt x="10707" y="9539"/>
                </a:lnTo>
                <a:lnTo>
                  <a:pt x="10536" y="9855"/>
                </a:lnTo>
                <a:lnTo>
                  <a:pt x="10244" y="10366"/>
                </a:lnTo>
                <a:lnTo>
                  <a:pt x="9977" y="10877"/>
                </a:lnTo>
                <a:lnTo>
                  <a:pt x="9685" y="11388"/>
                </a:lnTo>
                <a:lnTo>
                  <a:pt x="9393" y="11899"/>
                </a:lnTo>
                <a:lnTo>
                  <a:pt x="9271" y="12118"/>
                </a:lnTo>
                <a:lnTo>
                  <a:pt x="9174" y="12021"/>
                </a:lnTo>
                <a:lnTo>
                  <a:pt x="9101" y="11948"/>
                </a:lnTo>
                <a:lnTo>
                  <a:pt x="8979" y="11899"/>
                </a:lnTo>
                <a:lnTo>
                  <a:pt x="8882" y="11875"/>
                </a:lnTo>
                <a:lnTo>
                  <a:pt x="8760" y="11851"/>
                </a:lnTo>
                <a:lnTo>
                  <a:pt x="8639" y="11851"/>
                </a:lnTo>
                <a:lnTo>
                  <a:pt x="8517" y="11875"/>
                </a:lnTo>
                <a:lnTo>
                  <a:pt x="8420" y="11924"/>
                </a:lnTo>
                <a:lnTo>
                  <a:pt x="8420" y="11924"/>
                </a:lnTo>
                <a:lnTo>
                  <a:pt x="8857" y="11218"/>
                </a:lnTo>
                <a:lnTo>
                  <a:pt x="9320" y="10512"/>
                </a:lnTo>
                <a:lnTo>
                  <a:pt x="9806" y="9831"/>
                </a:lnTo>
                <a:lnTo>
                  <a:pt x="10050" y="9515"/>
                </a:lnTo>
                <a:lnTo>
                  <a:pt x="10317" y="9199"/>
                </a:lnTo>
                <a:lnTo>
                  <a:pt x="10634" y="9199"/>
                </a:lnTo>
                <a:lnTo>
                  <a:pt x="10926" y="9174"/>
                </a:lnTo>
                <a:close/>
                <a:moveTo>
                  <a:pt x="8809" y="12386"/>
                </a:moveTo>
                <a:lnTo>
                  <a:pt x="8833" y="12410"/>
                </a:lnTo>
                <a:lnTo>
                  <a:pt x="8857" y="12459"/>
                </a:lnTo>
                <a:lnTo>
                  <a:pt x="8882" y="12508"/>
                </a:lnTo>
                <a:lnTo>
                  <a:pt x="8882" y="12581"/>
                </a:lnTo>
                <a:lnTo>
                  <a:pt x="8906" y="12654"/>
                </a:lnTo>
                <a:lnTo>
                  <a:pt x="8906" y="12751"/>
                </a:lnTo>
                <a:lnTo>
                  <a:pt x="8882" y="12800"/>
                </a:lnTo>
                <a:lnTo>
                  <a:pt x="8857" y="12897"/>
                </a:lnTo>
                <a:lnTo>
                  <a:pt x="8857" y="12970"/>
                </a:lnTo>
                <a:lnTo>
                  <a:pt x="8809" y="13043"/>
                </a:lnTo>
                <a:lnTo>
                  <a:pt x="8784" y="13092"/>
                </a:lnTo>
                <a:lnTo>
                  <a:pt x="8736" y="13116"/>
                </a:lnTo>
                <a:lnTo>
                  <a:pt x="8711" y="13140"/>
                </a:lnTo>
                <a:lnTo>
                  <a:pt x="8687" y="13140"/>
                </a:lnTo>
                <a:lnTo>
                  <a:pt x="8614" y="13116"/>
                </a:lnTo>
                <a:lnTo>
                  <a:pt x="8517" y="13067"/>
                </a:lnTo>
                <a:lnTo>
                  <a:pt x="8444" y="12970"/>
                </a:lnTo>
                <a:lnTo>
                  <a:pt x="8395" y="12873"/>
                </a:lnTo>
                <a:lnTo>
                  <a:pt x="8395" y="12751"/>
                </a:lnTo>
                <a:lnTo>
                  <a:pt x="8420" y="12629"/>
                </a:lnTo>
                <a:lnTo>
                  <a:pt x="8444" y="12508"/>
                </a:lnTo>
                <a:lnTo>
                  <a:pt x="8614" y="12410"/>
                </a:lnTo>
                <a:lnTo>
                  <a:pt x="8760" y="12386"/>
                </a:lnTo>
                <a:close/>
                <a:moveTo>
                  <a:pt x="7884" y="12702"/>
                </a:moveTo>
                <a:lnTo>
                  <a:pt x="7884" y="12897"/>
                </a:lnTo>
                <a:lnTo>
                  <a:pt x="7909" y="13067"/>
                </a:lnTo>
                <a:lnTo>
                  <a:pt x="7957" y="13189"/>
                </a:lnTo>
                <a:lnTo>
                  <a:pt x="8030" y="13311"/>
                </a:lnTo>
                <a:lnTo>
                  <a:pt x="8128" y="13408"/>
                </a:lnTo>
                <a:lnTo>
                  <a:pt x="8225" y="13481"/>
                </a:lnTo>
                <a:lnTo>
                  <a:pt x="7811" y="13968"/>
                </a:lnTo>
                <a:lnTo>
                  <a:pt x="7568" y="14260"/>
                </a:lnTo>
                <a:lnTo>
                  <a:pt x="7568" y="14065"/>
                </a:lnTo>
                <a:lnTo>
                  <a:pt x="7568" y="13895"/>
                </a:lnTo>
                <a:lnTo>
                  <a:pt x="7544" y="13773"/>
                </a:lnTo>
                <a:lnTo>
                  <a:pt x="7495" y="13676"/>
                </a:lnTo>
                <a:lnTo>
                  <a:pt x="7422" y="13578"/>
                </a:lnTo>
                <a:lnTo>
                  <a:pt x="7349" y="13481"/>
                </a:lnTo>
                <a:lnTo>
                  <a:pt x="7763" y="12873"/>
                </a:lnTo>
                <a:lnTo>
                  <a:pt x="7884" y="12702"/>
                </a:lnTo>
                <a:close/>
                <a:moveTo>
                  <a:pt x="3699" y="9174"/>
                </a:moveTo>
                <a:lnTo>
                  <a:pt x="3869" y="9199"/>
                </a:lnTo>
                <a:lnTo>
                  <a:pt x="4015" y="9223"/>
                </a:lnTo>
                <a:lnTo>
                  <a:pt x="4307" y="9199"/>
                </a:lnTo>
                <a:lnTo>
                  <a:pt x="3310" y="10683"/>
                </a:lnTo>
                <a:lnTo>
                  <a:pt x="2774" y="11437"/>
                </a:lnTo>
                <a:lnTo>
                  <a:pt x="2239" y="12143"/>
                </a:lnTo>
                <a:lnTo>
                  <a:pt x="1996" y="12459"/>
                </a:lnTo>
                <a:lnTo>
                  <a:pt x="1752" y="12775"/>
                </a:lnTo>
                <a:lnTo>
                  <a:pt x="1241" y="13384"/>
                </a:lnTo>
                <a:lnTo>
                  <a:pt x="1071" y="13627"/>
                </a:lnTo>
                <a:lnTo>
                  <a:pt x="876" y="13870"/>
                </a:lnTo>
                <a:lnTo>
                  <a:pt x="731" y="14138"/>
                </a:lnTo>
                <a:lnTo>
                  <a:pt x="682" y="14284"/>
                </a:lnTo>
                <a:lnTo>
                  <a:pt x="633" y="14406"/>
                </a:lnTo>
                <a:lnTo>
                  <a:pt x="585" y="14284"/>
                </a:lnTo>
                <a:lnTo>
                  <a:pt x="536" y="14065"/>
                </a:lnTo>
                <a:lnTo>
                  <a:pt x="512" y="13870"/>
                </a:lnTo>
                <a:lnTo>
                  <a:pt x="560" y="13676"/>
                </a:lnTo>
                <a:lnTo>
                  <a:pt x="633" y="13481"/>
                </a:lnTo>
                <a:lnTo>
                  <a:pt x="706" y="13311"/>
                </a:lnTo>
                <a:lnTo>
                  <a:pt x="779" y="13165"/>
                </a:lnTo>
                <a:lnTo>
                  <a:pt x="779" y="13116"/>
                </a:lnTo>
                <a:lnTo>
                  <a:pt x="949" y="12994"/>
                </a:lnTo>
                <a:lnTo>
                  <a:pt x="1120" y="12848"/>
                </a:lnTo>
                <a:lnTo>
                  <a:pt x="1266" y="12678"/>
                </a:lnTo>
                <a:lnTo>
                  <a:pt x="1412" y="12508"/>
                </a:lnTo>
                <a:lnTo>
                  <a:pt x="1679" y="12118"/>
                </a:lnTo>
                <a:lnTo>
                  <a:pt x="1923" y="11778"/>
                </a:lnTo>
                <a:lnTo>
                  <a:pt x="2288" y="11291"/>
                </a:lnTo>
                <a:lnTo>
                  <a:pt x="2604" y="10780"/>
                </a:lnTo>
                <a:lnTo>
                  <a:pt x="3285" y="9758"/>
                </a:lnTo>
                <a:lnTo>
                  <a:pt x="3699" y="9174"/>
                </a:lnTo>
                <a:close/>
                <a:moveTo>
                  <a:pt x="6984" y="13797"/>
                </a:moveTo>
                <a:lnTo>
                  <a:pt x="7057" y="13846"/>
                </a:lnTo>
                <a:lnTo>
                  <a:pt x="7106" y="13968"/>
                </a:lnTo>
                <a:lnTo>
                  <a:pt x="7130" y="14089"/>
                </a:lnTo>
                <a:lnTo>
                  <a:pt x="7106" y="14211"/>
                </a:lnTo>
                <a:lnTo>
                  <a:pt x="7057" y="14308"/>
                </a:lnTo>
                <a:lnTo>
                  <a:pt x="6984" y="14406"/>
                </a:lnTo>
                <a:lnTo>
                  <a:pt x="6935" y="14430"/>
                </a:lnTo>
                <a:lnTo>
                  <a:pt x="6862" y="14430"/>
                </a:lnTo>
                <a:lnTo>
                  <a:pt x="6692" y="14406"/>
                </a:lnTo>
                <a:lnTo>
                  <a:pt x="6619" y="14381"/>
                </a:lnTo>
                <a:lnTo>
                  <a:pt x="6570" y="14333"/>
                </a:lnTo>
                <a:lnTo>
                  <a:pt x="6546" y="14284"/>
                </a:lnTo>
                <a:lnTo>
                  <a:pt x="6522" y="14211"/>
                </a:lnTo>
                <a:lnTo>
                  <a:pt x="6546" y="14138"/>
                </a:lnTo>
                <a:lnTo>
                  <a:pt x="6595" y="14065"/>
                </a:lnTo>
                <a:lnTo>
                  <a:pt x="6692" y="13919"/>
                </a:lnTo>
                <a:lnTo>
                  <a:pt x="6741" y="13895"/>
                </a:lnTo>
                <a:lnTo>
                  <a:pt x="6814" y="13870"/>
                </a:lnTo>
                <a:lnTo>
                  <a:pt x="6935" y="13846"/>
                </a:lnTo>
                <a:lnTo>
                  <a:pt x="6984" y="13797"/>
                </a:lnTo>
                <a:close/>
                <a:moveTo>
                  <a:pt x="4770" y="9174"/>
                </a:moveTo>
                <a:lnTo>
                  <a:pt x="5281" y="9199"/>
                </a:lnTo>
                <a:lnTo>
                  <a:pt x="5110" y="9393"/>
                </a:lnTo>
                <a:lnTo>
                  <a:pt x="4989" y="9636"/>
                </a:lnTo>
                <a:lnTo>
                  <a:pt x="4745" y="10099"/>
                </a:lnTo>
                <a:lnTo>
                  <a:pt x="4478" y="10561"/>
                </a:lnTo>
                <a:lnTo>
                  <a:pt x="4186" y="11023"/>
                </a:lnTo>
                <a:lnTo>
                  <a:pt x="3869" y="11437"/>
                </a:lnTo>
                <a:lnTo>
                  <a:pt x="3529" y="11851"/>
                </a:lnTo>
                <a:lnTo>
                  <a:pt x="2823" y="12678"/>
                </a:lnTo>
                <a:lnTo>
                  <a:pt x="2117" y="13505"/>
                </a:lnTo>
                <a:lnTo>
                  <a:pt x="1777" y="13846"/>
                </a:lnTo>
                <a:lnTo>
                  <a:pt x="1460" y="14235"/>
                </a:lnTo>
                <a:lnTo>
                  <a:pt x="1144" y="14600"/>
                </a:lnTo>
                <a:lnTo>
                  <a:pt x="998" y="14795"/>
                </a:lnTo>
                <a:lnTo>
                  <a:pt x="876" y="15014"/>
                </a:lnTo>
                <a:lnTo>
                  <a:pt x="779" y="14819"/>
                </a:lnTo>
                <a:lnTo>
                  <a:pt x="706" y="14600"/>
                </a:lnTo>
                <a:lnTo>
                  <a:pt x="925" y="14333"/>
                </a:lnTo>
                <a:lnTo>
                  <a:pt x="1144" y="14041"/>
                </a:lnTo>
                <a:lnTo>
                  <a:pt x="1363" y="13749"/>
                </a:lnTo>
                <a:lnTo>
                  <a:pt x="1582" y="13457"/>
                </a:lnTo>
                <a:lnTo>
                  <a:pt x="2069" y="12897"/>
                </a:lnTo>
                <a:lnTo>
                  <a:pt x="2555" y="12337"/>
                </a:lnTo>
                <a:lnTo>
                  <a:pt x="3091" y="11607"/>
                </a:lnTo>
                <a:lnTo>
                  <a:pt x="3626" y="10853"/>
                </a:lnTo>
                <a:lnTo>
                  <a:pt x="4648" y="9345"/>
                </a:lnTo>
                <a:lnTo>
                  <a:pt x="4697" y="9296"/>
                </a:lnTo>
                <a:lnTo>
                  <a:pt x="4697" y="9272"/>
                </a:lnTo>
                <a:lnTo>
                  <a:pt x="4745" y="9199"/>
                </a:lnTo>
                <a:lnTo>
                  <a:pt x="4770" y="9174"/>
                </a:lnTo>
                <a:close/>
                <a:moveTo>
                  <a:pt x="12094" y="10634"/>
                </a:moveTo>
                <a:lnTo>
                  <a:pt x="12386" y="11072"/>
                </a:lnTo>
                <a:lnTo>
                  <a:pt x="11923" y="11632"/>
                </a:lnTo>
                <a:lnTo>
                  <a:pt x="11461" y="12216"/>
                </a:lnTo>
                <a:lnTo>
                  <a:pt x="10585" y="13359"/>
                </a:lnTo>
                <a:lnTo>
                  <a:pt x="9685" y="14503"/>
                </a:lnTo>
                <a:lnTo>
                  <a:pt x="9295" y="14990"/>
                </a:lnTo>
                <a:lnTo>
                  <a:pt x="9125" y="15257"/>
                </a:lnTo>
                <a:lnTo>
                  <a:pt x="8979" y="15525"/>
                </a:lnTo>
                <a:lnTo>
                  <a:pt x="8152" y="15525"/>
                </a:lnTo>
                <a:lnTo>
                  <a:pt x="8322" y="15379"/>
                </a:lnTo>
                <a:lnTo>
                  <a:pt x="8468" y="15184"/>
                </a:lnTo>
                <a:lnTo>
                  <a:pt x="8736" y="14819"/>
                </a:lnTo>
                <a:lnTo>
                  <a:pt x="9295" y="14065"/>
                </a:lnTo>
                <a:lnTo>
                  <a:pt x="9855" y="13311"/>
                </a:lnTo>
                <a:lnTo>
                  <a:pt x="10098" y="12946"/>
                </a:lnTo>
                <a:lnTo>
                  <a:pt x="10366" y="12605"/>
                </a:lnTo>
                <a:lnTo>
                  <a:pt x="10926" y="11924"/>
                </a:lnTo>
                <a:lnTo>
                  <a:pt x="12094" y="10634"/>
                </a:lnTo>
                <a:close/>
                <a:moveTo>
                  <a:pt x="11364" y="9466"/>
                </a:moveTo>
                <a:lnTo>
                  <a:pt x="11850" y="10220"/>
                </a:lnTo>
                <a:lnTo>
                  <a:pt x="10707" y="11486"/>
                </a:lnTo>
                <a:lnTo>
                  <a:pt x="10171" y="12118"/>
                </a:lnTo>
                <a:lnTo>
                  <a:pt x="9660" y="12800"/>
                </a:lnTo>
                <a:lnTo>
                  <a:pt x="9174" y="13505"/>
                </a:lnTo>
                <a:lnTo>
                  <a:pt x="8711" y="14211"/>
                </a:lnTo>
                <a:lnTo>
                  <a:pt x="8468" y="14503"/>
                </a:lnTo>
                <a:lnTo>
                  <a:pt x="8201" y="14844"/>
                </a:lnTo>
                <a:lnTo>
                  <a:pt x="8079" y="15014"/>
                </a:lnTo>
                <a:lnTo>
                  <a:pt x="7957" y="15184"/>
                </a:lnTo>
                <a:lnTo>
                  <a:pt x="7860" y="15355"/>
                </a:lnTo>
                <a:lnTo>
                  <a:pt x="7811" y="15525"/>
                </a:lnTo>
                <a:lnTo>
                  <a:pt x="6838" y="15549"/>
                </a:lnTo>
                <a:lnTo>
                  <a:pt x="7130" y="15306"/>
                </a:lnTo>
                <a:lnTo>
                  <a:pt x="7422" y="15038"/>
                </a:lnTo>
                <a:lnTo>
                  <a:pt x="7884" y="14503"/>
                </a:lnTo>
                <a:lnTo>
                  <a:pt x="8274" y="14089"/>
                </a:lnTo>
                <a:lnTo>
                  <a:pt x="8639" y="13651"/>
                </a:lnTo>
                <a:lnTo>
                  <a:pt x="8784" y="13651"/>
                </a:lnTo>
                <a:lnTo>
                  <a:pt x="8906" y="13603"/>
                </a:lnTo>
                <a:lnTo>
                  <a:pt x="9028" y="13554"/>
                </a:lnTo>
                <a:lnTo>
                  <a:pt x="9149" y="13457"/>
                </a:lnTo>
                <a:lnTo>
                  <a:pt x="9271" y="13286"/>
                </a:lnTo>
                <a:lnTo>
                  <a:pt x="9368" y="13092"/>
                </a:lnTo>
                <a:lnTo>
                  <a:pt x="9417" y="12873"/>
                </a:lnTo>
                <a:lnTo>
                  <a:pt x="9441" y="12654"/>
                </a:lnTo>
                <a:lnTo>
                  <a:pt x="9514" y="12556"/>
                </a:lnTo>
                <a:lnTo>
                  <a:pt x="9709" y="12289"/>
                </a:lnTo>
                <a:lnTo>
                  <a:pt x="9855" y="12045"/>
                </a:lnTo>
                <a:lnTo>
                  <a:pt x="10171" y="11510"/>
                </a:lnTo>
                <a:lnTo>
                  <a:pt x="10439" y="10975"/>
                </a:lnTo>
                <a:lnTo>
                  <a:pt x="10731" y="10439"/>
                </a:lnTo>
                <a:lnTo>
                  <a:pt x="11047" y="9953"/>
                </a:lnTo>
                <a:lnTo>
                  <a:pt x="11364" y="9466"/>
                </a:lnTo>
                <a:close/>
                <a:moveTo>
                  <a:pt x="12605" y="11437"/>
                </a:moveTo>
                <a:lnTo>
                  <a:pt x="12945" y="11972"/>
                </a:lnTo>
                <a:lnTo>
                  <a:pt x="12678" y="12386"/>
                </a:lnTo>
                <a:lnTo>
                  <a:pt x="12361" y="12800"/>
                </a:lnTo>
                <a:lnTo>
                  <a:pt x="11753" y="13603"/>
                </a:lnTo>
                <a:lnTo>
                  <a:pt x="11583" y="13822"/>
                </a:lnTo>
                <a:lnTo>
                  <a:pt x="11388" y="14065"/>
                </a:lnTo>
                <a:lnTo>
                  <a:pt x="10950" y="14527"/>
                </a:lnTo>
                <a:lnTo>
                  <a:pt x="10755" y="14795"/>
                </a:lnTo>
                <a:lnTo>
                  <a:pt x="10585" y="15038"/>
                </a:lnTo>
                <a:lnTo>
                  <a:pt x="10439" y="15306"/>
                </a:lnTo>
                <a:lnTo>
                  <a:pt x="10317" y="15574"/>
                </a:lnTo>
                <a:lnTo>
                  <a:pt x="9368" y="15549"/>
                </a:lnTo>
                <a:lnTo>
                  <a:pt x="9539" y="15379"/>
                </a:lnTo>
                <a:lnTo>
                  <a:pt x="9685" y="15184"/>
                </a:lnTo>
                <a:lnTo>
                  <a:pt x="9977" y="14795"/>
                </a:lnTo>
                <a:lnTo>
                  <a:pt x="10999" y="13505"/>
                </a:lnTo>
                <a:lnTo>
                  <a:pt x="11802" y="12483"/>
                </a:lnTo>
                <a:lnTo>
                  <a:pt x="12605" y="11437"/>
                </a:lnTo>
                <a:close/>
                <a:moveTo>
                  <a:pt x="5865" y="9199"/>
                </a:moveTo>
                <a:lnTo>
                  <a:pt x="6230" y="9223"/>
                </a:lnTo>
                <a:lnTo>
                  <a:pt x="6084" y="9369"/>
                </a:lnTo>
                <a:lnTo>
                  <a:pt x="5962" y="9539"/>
                </a:lnTo>
                <a:lnTo>
                  <a:pt x="5767" y="9855"/>
                </a:lnTo>
                <a:lnTo>
                  <a:pt x="5548" y="10196"/>
                </a:lnTo>
                <a:lnTo>
                  <a:pt x="5451" y="10318"/>
                </a:lnTo>
                <a:lnTo>
                  <a:pt x="5378" y="10464"/>
                </a:lnTo>
                <a:lnTo>
                  <a:pt x="4891" y="11194"/>
                </a:lnTo>
                <a:lnTo>
                  <a:pt x="4380" y="11924"/>
                </a:lnTo>
                <a:lnTo>
                  <a:pt x="3991" y="12435"/>
                </a:lnTo>
                <a:lnTo>
                  <a:pt x="3577" y="12921"/>
                </a:lnTo>
                <a:lnTo>
                  <a:pt x="2750" y="13895"/>
                </a:lnTo>
                <a:lnTo>
                  <a:pt x="2409" y="14235"/>
                </a:lnTo>
                <a:lnTo>
                  <a:pt x="2069" y="14673"/>
                </a:lnTo>
                <a:lnTo>
                  <a:pt x="1898" y="14917"/>
                </a:lnTo>
                <a:lnTo>
                  <a:pt x="1752" y="15136"/>
                </a:lnTo>
                <a:lnTo>
                  <a:pt x="1655" y="15379"/>
                </a:lnTo>
                <a:lnTo>
                  <a:pt x="1631" y="15476"/>
                </a:lnTo>
                <a:lnTo>
                  <a:pt x="1631" y="15598"/>
                </a:lnTo>
                <a:lnTo>
                  <a:pt x="1363" y="15501"/>
                </a:lnTo>
                <a:lnTo>
                  <a:pt x="1266" y="15452"/>
                </a:lnTo>
                <a:lnTo>
                  <a:pt x="1193" y="15403"/>
                </a:lnTo>
                <a:lnTo>
                  <a:pt x="1047" y="15233"/>
                </a:lnTo>
                <a:lnTo>
                  <a:pt x="1217" y="15111"/>
                </a:lnTo>
                <a:lnTo>
                  <a:pt x="1387" y="14965"/>
                </a:lnTo>
                <a:lnTo>
                  <a:pt x="1704" y="14625"/>
                </a:lnTo>
                <a:lnTo>
                  <a:pt x="2263" y="13943"/>
                </a:lnTo>
                <a:lnTo>
                  <a:pt x="2993" y="13092"/>
                </a:lnTo>
                <a:lnTo>
                  <a:pt x="3723" y="12264"/>
                </a:lnTo>
                <a:lnTo>
                  <a:pt x="4040" y="11924"/>
                </a:lnTo>
                <a:lnTo>
                  <a:pt x="4332" y="11559"/>
                </a:lnTo>
                <a:lnTo>
                  <a:pt x="4599" y="11169"/>
                </a:lnTo>
                <a:lnTo>
                  <a:pt x="4867" y="10756"/>
                </a:lnTo>
                <a:lnTo>
                  <a:pt x="5086" y="10366"/>
                </a:lnTo>
                <a:lnTo>
                  <a:pt x="5281" y="9953"/>
                </a:lnTo>
                <a:lnTo>
                  <a:pt x="5402" y="9734"/>
                </a:lnTo>
                <a:lnTo>
                  <a:pt x="5524" y="9563"/>
                </a:lnTo>
                <a:lnTo>
                  <a:pt x="5670" y="9369"/>
                </a:lnTo>
                <a:lnTo>
                  <a:pt x="5840" y="9223"/>
                </a:lnTo>
                <a:lnTo>
                  <a:pt x="5865" y="9199"/>
                </a:lnTo>
                <a:close/>
                <a:moveTo>
                  <a:pt x="6351" y="14746"/>
                </a:moveTo>
                <a:lnTo>
                  <a:pt x="6497" y="14819"/>
                </a:lnTo>
                <a:lnTo>
                  <a:pt x="6643" y="14868"/>
                </a:lnTo>
                <a:lnTo>
                  <a:pt x="6814" y="14892"/>
                </a:lnTo>
                <a:lnTo>
                  <a:pt x="6984" y="14868"/>
                </a:lnTo>
                <a:lnTo>
                  <a:pt x="6911" y="14941"/>
                </a:lnTo>
                <a:lnTo>
                  <a:pt x="6619" y="15233"/>
                </a:lnTo>
                <a:lnTo>
                  <a:pt x="6497" y="15379"/>
                </a:lnTo>
                <a:lnTo>
                  <a:pt x="6376" y="15549"/>
                </a:lnTo>
                <a:lnTo>
                  <a:pt x="5475" y="15598"/>
                </a:lnTo>
                <a:lnTo>
                  <a:pt x="5719" y="15403"/>
                </a:lnTo>
                <a:lnTo>
                  <a:pt x="5938" y="15184"/>
                </a:lnTo>
                <a:lnTo>
                  <a:pt x="6351" y="14746"/>
                </a:lnTo>
                <a:close/>
                <a:moveTo>
                  <a:pt x="13164" y="12264"/>
                </a:moveTo>
                <a:lnTo>
                  <a:pt x="13432" y="12605"/>
                </a:lnTo>
                <a:lnTo>
                  <a:pt x="13189" y="12873"/>
                </a:lnTo>
                <a:lnTo>
                  <a:pt x="12994" y="13189"/>
                </a:lnTo>
                <a:lnTo>
                  <a:pt x="12629" y="13797"/>
                </a:lnTo>
                <a:lnTo>
                  <a:pt x="12361" y="14235"/>
                </a:lnTo>
                <a:lnTo>
                  <a:pt x="12069" y="14673"/>
                </a:lnTo>
                <a:lnTo>
                  <a:pt x="11777" y="15136"/>
                </a:lnTo>
                <a:lnTo>
                  <a:pt x="11656" y="15355"/>
                </a:lnTo>
                <a:lnTo>
                  <a:pt x="11534" y="15598"/>
                </a:lnTo>
                <a:lnTo>
                  <a:pt x="10828" y="15598"/>
                </a:lnTo>
                <a:lnTo>
                  <a:pt x="10609" y="15574"/>
                </a:lnTo>
                <a:lnTo>
                  <a:pt x="10901" y="15209"/>
                </a:lnTo>
                <a:lnTo>
                  <a:pt x="11169" y="14844"/>
                </a:lnTo>
                <a:lnTo>
                  <a:pt x="11558" y="14357"/>
                </a:lnTo>
                <a:lnTo>
                  <a:pt x="11923" y="13895"/>
                </a:lnTo>
                <a:lnTo>
                  <a:pt x="12556" y="13092"/>
                </a:lnTo>
                <a:lnTo>
                  <a:pt x="12872" y="12702"/>
                </a:lnTo>
                <a:lnTo>
                  <a:pt x="13164" y="12264"/>
                </a:lnTo>
                <a:close/>
                <a:moveTo>
                  <a:pt x="9344" y="9150"/>
                </a:moveTo>
                <a:lnTo>
                  <a:pt x="9782" y="9174"/>
                </a:lnTo>
                <a:lnTo>
                  <a:pt x="9490" y="9539"/>
                </a:lnTo>
                <a:lnTo>
                  <a:pt x="9222" y="9928"/>
                </a:lnTo>
                <a:lnTo>
                  <a:pt x="8711" y="10707"/>
                </a:lnTo>
                <a:lnTo>
                  <a:pt x="8201" y="11510"/>
                </a:lnTo>
                <a:lnTo>
                  <a:pt x="7957" y="11899"/>
                </a:lnTo>
                <a:lnTo>
                  <a:pt x="7690" y="12289"/>
                </a:lnTo>
                <a:lnTo>
                  <a:pt x="6935" y="13311"/>
                </a:lnTo>
                <a:lnTo>
                  <a:pt x="6789" y="13335"/>
                </a:lnTo>
                <a:lnTo>
                  <a:pt x="6668" y="13384"/>
                </a:lnTo>
                <a:lnTo>
                  <a:pt x="6595" y="13432"/>
                </a:lnTo>
                <a:lnTo>
                  <a:pt x="6570" y="13505"/>
                </a:lnTo>
                <a:lnTo>
                  <a:pt x="6473" y="13554"/>
                </a:lnTo>
                <a:lnTo>
                  <a:pt x="6351" y="13651"/>
                </a:lnTo>
                <a:lnTo>
                  <a:pt x="6230" y="13773"/>
                </a:lnTo>
                <a:lnTo>
                  <a:pt x="6157" y="13943"/>
                </a:lnTo>
                <a:lnTo>
                  <a:pt x="6108" y="14089"/>
                </a:lnTo>
                <a:lnTo>
                  <a:pt x="6084" y="14260"/>
                </a:lnTo>
                <a:lnTo>
                  <a:pt x="6108" y="14406"/>
                </a:lnTo>
                <a:lnTo>
                  <a:pt x="5548" y="14990"/>
                </a:lnTo>
                <a:lnTo>
                  <a:pt x="5281" y="15306"/>
                </a:lnTo>
                <a:lnTo>
                  <a:pt x="5037" y="15598"/>
                </a:lnTo>
                <a:lnTo>
                  <a:pt x="4697" y="15622"/>
                </a:lnTo>
                <a:lnTo>
                  <a:pt x="4113" y="15647"/>
                </a:lnTo>
                <a:lnTo>
                  <a:pt x="4356" y="15452"/>
                </a:lnTo>
                <a:lnTo>
                  <a:pt x="4575" y="15233"/>
                </a:lnTo>
                <a:lnTo>
                  <a:pt x="4770" y="15014"/>
                </a:lnTo>
                <a:lnTo>
                  <a:pt x="4940" y="14795"/>
                </a:lnTo>
                <a:lnTo>
                  <a:pt x="5256" y="14333"/>
                </a:lnTo>
                <a:lnTo>
                  <a:pt x="5548" y="13870"/>
                </a:lnTo>
                <a:lnTo>
                  <a:pt x="5840" y="13408"/>
                </a:lnTo>
                <a:lnTo>
                  <a:pt x="6132" y="12946"/>
                </a:lnTo>
                <a:lnTo>
                  <a:pt x="6400" y="12605"/>
                </a:lnTo>
                <a:lnTo>
                  <a:pt x="6692" y="12264"/>
                </a:lnTo>
                <a:lnTo>
                  <a:pt x="6887" y="12216"/>
                </a:lnTo>
                <a:lnTo>
                  <a:pt x="7057" y="12167"/>
                </a:lnTo>
                <a:lnTo>
                  <a:pt x="7227" y="12070"/>
                </a:lnTo>
                <a:lnTo>
                  <a:pt x="7398" y="11972"/>
                </a:lnTo>
                <a:lnTo>
                  <a:pt x="7544" y="11851"/>
                </a:lnTo>
                <a:lnTo>
                  <a:pt x="7665" y="11705"/>
                </a:lnTo>
                <a:lnTo>
                  <a:pt x="7787" y="11534"/>
                </a:lnTo>
                <a:lnTo>
                  <a:pt x="7884" y="11340"/>
                </a:lnTo>
                <a:lnTo>
                  <a:pt x="7933" y="11145"/>
                </a:lnTo>
                <a:lnTo>
                  <a:pt x="7982" y="10902"/>
                </a:lnTo>
                <a:lnTo>
                  <a:pt x="8249" y="10488"/>
                </a:lnTo>
                <a:lnTo>
                  <a:pt x="8493" y="10074"/>
                </a:lnTo>
                <a:lnTo>
                  <a:pt x="8760" y="9661"/>
                </a:lnTo>
                <a:lnTo>
                  <a:pt x="9052" y="9247"/>
                </a:lnTo>
                <a:lnTo>
                  <a:pt x="9101" y="9150"/>
                </a:lnTo>
                <a:close/>
                <a:moveTo>
                  <a:pt x="13700" y="12946"/>
                </a:moveTo>
                <a:lnTo>
                  <a:pt x="13797" y="13067"/>
                </a:lnTo>
                <a:lnTo>
                  <a:pt x="14065" y="13384"/>
                </a:lnTo>
                <a:lnTo>
                  <a:pt x="13967" y="13481"/>
                </a:lnTo>
                <a:lnTo>
                  <a:pt x="13870" y="13603"/>
                </a:lnTo>
                <a:lnTo>
                  <a:pt x="13724" y="13895"/>
                </a:lnTo>
                <a:lnTo>
                  <a:pt x="13578" y="14187"/>
                </a:lnTo>
                <a:lnTo>
                  <a:pt x="13432" y="14430"/>
                </a:lnTo>
                <a:lnTo>
                  <a:pt x="13213" y="14771"/>
                </a:lnTo>
                <a:lnTo>
                  <a:pt x="12970" y="15063"/>
                </a:lnTo>
                <a:lnTo>
                  <a:pt x="12483" y="15647"/>
                </a:lnTo>
                <a:lnTo>
                  <a:pt x="12240" y="15622"/>
                </a:lnTo>
                <a:lnTo>
                  <a:pt x="12021" y="15647"/>
                </a:lnTo>
                <a:lnTo>
                  <a:pt x="11923" y="15622"/>
                </a:lnTo>
                <a:lnTo>
                  <a:pt x="12045" y="15476"/>
                </a:lnTo>
                <a:lnTo>
                  <a:pt x="12191" y="15330"/>
                </a:lnTo>
                <a:lnTo>
                  <a:pt x="12410" y="14990"/>
                </a:lnTo>
                <a:lnTo>
                  <a:pt x="12824" y="14284"/>
                </a:lnTo>
                <a:lnTo>
                  <a:pt x="13335" y="13457"/>
                </a:lnTo>
                <a:lnTo>
                  <a:pt x="13700" y="12946"/>
                </a:lnTo>
                <a:close/>
                <a:moveTo>
                  <a:pt x="14284" y="13870"/>
                </a:moveTo>
                <a:lnTo>
                  <a:pt x="14284" y="14016"/>
                </a:lnTo>
                <a:lnTo>
                  <a:pt x="14284" y="14162"/>
                </a:lnTo>
                <a:lnTo>
                  <a:pt x="14259" y="14333"/>
                </a:lnTo>
                <a:lnTo>
                  <a:pt x="14186" y="14527"/>
                </a:lnTo>
                <a:lnTo>
                  <a:pt x="14065" y="14771"/>
                </a:lnTo>
                <a:lnTo>
                  <a:pt x="13919" y="15063"/>
                </a:lnTo>
                <a:lnTo>
                  <a:pt x="13724" y="15306"/>
                </a:lnTo>
                <a:lnTo>
                  <a:pt x="13627" y="15428"/>
                </a:lnTo>
                <a:lnTo>
                  <a:pt x="13529" y="15501"/>
                </a:lnTo>
                <a:lnTo>
                  <a:pt x="13408" y="15574"/>
                </a:lnTo>
                <a:lnTo>
                  <a:pt x="13286" y="15622"/>
                </a:lnTo>
                <a:lnTo>
                  <a:pt x="13164" y="15647"/>
                </a:lnTo>
                <a:lnTo>
                  <a:pt x="13018" y="15647"/>
                </a:lnTo>
                <a:lnTo>
                  <a:pt x="13189" y="15476"/>
                </a:lnTo>
                <a:lnTo>
                  <a:pt x="13359" y="15257"/>
                </a:lnTo>
                <a:lnTo>
                  <a:pt x="13651" y="14868"/>
                </a:lnTo>
                <a:lnTo>
                  <a:pt x="13967" y="14381"/>
                </a:lnTo>
                <a:lnTo>
                  <a:pt x="14138" y="14138"/>
                </a:lnTo>
                <a:lnTo>
                  <a:pt x="14284" y="13870"/>
                </a:lnTo>
                <a:close/>
                <a:moveTo>
                  <a:pt x="5865" y="12094"/>
                </a:moveTo>
                <a:lnTo>
                  <a:pt x="5986" y="12167"/>
                </a:lnTo>
                <a:lnTo>
                  <a:pt x="6108" y="12216"/>
                </a:lnTo>
                <a:lnTo>
                  <a:pt x="5962" y="12386"/>
                </a:lnTo>
                <a:lnTo>
                  <a:pt x="5670" y="12800"/>
                </a:lnTo>
                <a:lnTo>
                  <a:pt x="5402" y="13238"/>
                </a:lnTo>
                <a:lnTo>
                  <a:pt x="4867" y="14114"/>
                </a:lnTo>
                <a:lnTo>
                  <a:pt x="4526" y="14600"/>
                </a:lnTo>
                <a:lnTo>
                  <a:pt x="4356" y="14819"/>
                </a:lnTo>
                <a:lnTo>
                  <a:pt x="4161" y="15038"/>
                </a:lnTo>
                <a:lnTo>
                  <a:pt x="4015" y="15209"/>
                </a:lnTo>
                <a:lnTo>
                  <a:pt x="3845" y="15355"/>
                </a:lnTo>
                <a:lnTo>
                  <a:pt x="3675" y="15525"/>
                </a:lnTo>
                <a:lnTo>
                  <a:pt x="3529" y="15671"/>
                </a:lnTo>
                <a:lnTo>
                  <a:pt x="2847" y="15695"/>
                </a:lnTo>
                <a:lnTo>
                  <a:pt x="2847" y="15695"/>
                </a:lnTo>
                <a:lnTo>
                  <a:pt x="3018" y="15501"/>
                </a:lnTo>
                <a:lnTo>
                  <a:pt x="3796" y="14625"/>
                </a:lnTo>
                <a:lnTo>
                  <a:pt x="4575" y="13797"/>
                </a:lnTo>
                <a:lnTo>
                  <a:pt x="4940" y="13359"/>
                </a:lnTo>
                <a:lnTo>
                  <a:pt x="5281" y="12921"/>
                </a:lnTo>
                <a:lnTo>
                  <a:pt x="5865" y="12094"/>
                </a:lnTo>
                <a:close/>
                <a:moveTo>
                  <a:pt x="5281" y="11364"/>
                </a:moveTo>
                <a:lnTo>
                  <a:pt x="5378" y="11607"/>
                </a:lnTo>
                <a:lnTo>
                  <a:pt x="5451" y="11729"/>
                </a:lnTo>
                <a:lnTo>
                  <a:pt x="5548" y="11851"/>
                </a:lnTo>
                <a:lnTo>
                  <a:pt x="5232" y="12289"/>
                </a:lnTo>
                <a:lnTo>
                  <a:pt x="4867" y="12800"/>
                </a:lnTo>
                <a:lnTo>
                  <a:pt x="4478" y="13286"/>
                </a:lnTo>
                <a:lnTo>
                  <a:pt x="3650" y="14211"/>
                </a:lnTo>
                <a:lnTo>
                  <a:pt x="3334" y="14576"/>
                </a:lnTo>
                <a:lnTo>
                  <a:pt x="2993" y="14941"/>
                </a:lnTo>
                <a:lnTo>
                  <a:pt x="2750" y="15330"/>
                </a:lnTo>
                <a:lnTo>
                  <a:pt x="2507" y="15720"/>
                </a:lnTo>
                <a:lnTo>
                  <a:pt x="2166" y="15695"/>
                </a:lnTo>
                <a:lnTo>
                  <a:pt x="1825" y="15647"/>
                </a:lnTo>
                <a:lnTo>
                  <a:pt x="1947" y="15525"/>
                </a:lnTo>
                <a:lnTo>
                  <a:pt x="2044" y="15403"/>
                </a:lnTo>
                <a:lnTo>
                  <a:pt x="2239" y="15111"/>
                </a:lnTo>
                <a:lnTo>
                  <a:pt x="2604" y="14625"/>
                </a:lnTo>
                <a:lnTo>
                  <a:pt x="3018" y="14162"/>
                </a:lnTo>
                <a:lnTo>
                  <a:pt x="3748" y="13311"/>
                </a:lnTo>
                <a:lnTo>
                  <a:pt x="4113" y="12897"/>
                </a:lnTo>
                <a:lnTo>
                  <a:pt x="4478" y="12459"/>
                </a:lnTo>
                <a:lnTo>
                  <a:pt x="4867" y="11924"/>
                </a:lnTo>
                <a:lnTo>
                  <a:pt x="5281" y="11364"/>
                </a:lnTo>
                <a:close/>
                <a:moveTo>
                  <a:pt x="5500" y="1"/>
                </a:moveTo>
                <a:lnTo>
                  <a:pt x="5086" y="50"/>
                </a:lnTo>
                <a:lnTo>
                  <a:pt x="4916" y="98"/>
                </a:lnTo>
                <a:lnTo>
                  <a:pt x="4721" y="147"/>
                </a:lnTo>
                <a:lnTo>
                  <a:pt x="4551" y="220"/>
                </a:lnTo>
                <a:lnTo>
                  <a:pt x="4405" y="293"/>
                </a:lnTo>
                <a:lnTo>
                  <a:pt x="4259" y="415"/>
                </a:lnTo>
                <a:lnTo>
                  <a:pt x="4137" y="512"/>
                </a:lnTo>
                <a:lnTo>
                  <a:pt x="4040" y="658"/>
                </a:lnTo>
                <a:lnTo>
                  <a:pt x="3991" y="828"/>
                </a:lnTo>
                <a:lnTo>
                  <a:pt x="3942" y="1072"/>
                </a:lnTo>
                <a:lnTo>
                  <a:pt x="3942" y="1388"/>
                </a:lnTo>
                <a:lnTo>
                  <a:pt x="3967" y="1704"/>
                </a:lnTo>
                <a:lnTo>
                  <a:pt x="4064" y="2020"/>
                </a:lnTo>
                <a:lnTo>
                  <a:pt x="4210" y="2288"/>
                </a:lnTo>
                <a:lnTo>
                  <a:pt x="4283" y="2434"/>
                </a:lnTo>
                <a:lnTo>
                  <a:pt x="4380" y="2556"/>
                </a:lnTo>
                <a:lnTo>
                  <a:pt x="4502" y="2653"/>
                </a:lnTo>
                <a:lnTo>
                  <a:pt x="4599" y="2726"/>
                </a:lnTo>
                <a:lnTo>
                  <a:pt x="4745" y="2799"/>
                </a:lnTo>
                <a:lnTo>
                  <a:pt x="4867" y="2823"/>
                </a:lnTo>
                <a:lnTo>
                  <a:pt x="4891" y="3213"/>
                </a:lnTo>
                <a:lnTo>
                  <a:pt x="4891" y="3578"/>
                </a:lnTo>
                <a:lnTo>
                  <a:pt x="4843" y="4332"/>
                </a:lnTo>
                <a:lnTo>
                  <a:pt x="4843" y="4965"/>
                </a:lnTo>
                <a:lnTo>
                  <a:pt x="4843" y="5622"/>
                </a:lnTo>
                <a:lnTo>
                  <a:pt x="4843" y="5914"/>
                </a:lnTo>
                <a:lnTo>
                  <a:pt x="4818" y="6206"/>
                </a:lnTo>
                <a:lnTo>
                  <a:pt x="4794" y="6473"/>
                </a:lnTo>
                <a:lnTo>
                  <a:pt x="4818" y="6619"/>
                </a:lnTo>
                <a:lnTo>
                  <a:pt x="4843" y="6765"/>
                </a:lnTo>
                <a:lnTo>
                  <a:pt x="4697" y="6911"/>
                </a:lnTo>
                <a:lnTo>
                  <a:pt x="4551" y="7082"/>
                </a:lnTo>
                <a:lnTo>
                  <a:pt x="4332" y="7447"/>
                </a:lnTo>
                <a:lnTo>
                  <a:pt x="3723" y="8250"/>
                </a:lnTo>
                <a:lnTo>
                  <a:pt x="3115" y="9077"/>
                </a:lnTo>
                <a:lnTo>
                  <a:pt x="2434" y="10074"/>
                </a:lnTo>
                <a:lnTo>
                  <a:pt x="1728" y="11072"/>
                </a:lnTo>
                <a:lnTo>
                  <a:pt x="1047" y="12045"/>
                </a:lnTo>
                <a:lnTo>
                  <a:pt x="706" y="12483"/>
                </a:lnTo>
                <a:lnTo>
                  <a:pt x="560" y="12702"/>
                </a:lnTo>
                <a:lnTo>
                  <a:pt x="487" y="12824"/>
                </a:lnTo>
                <a:lnTo>
                  <a:pt x="463" y="12946"/>
                </a:lnTo>
                <a:lnTo>
                  <a:pt x="366" y="13043"/>
                </a:lnTo>
                <a:lnTo>
                  <a:pt x="293" y="13116"/>
                </a:lnTo>
                <a:lnTo>
                  <a:pt x="147" y="13335"/>
                </a:lnTo>
                <a:lnTo>
                  <a:pt x="74" y="13578"/>
                </a:lnTo>
                <a:lnTo>
                  <a:pt x="1" y="13773"/>
                </a:lnTo>
                <a:lnTo>
                  <a:pt x="1" y="13968"/>
                </a:lnTo>
                <a:lnTo>
                  <a:pt x="25" y="14138"/>
                </a:lnTo>
                <a:lnTo>
                  <a:pt x="49" y="14333"/>
                </a:lnTo>
                <a:lnTo>
                  <a:pt x="122" y="14503"/>
                </a:lnTo>
                <a:lnTo>
                  <a:pt x="268" y="14868"/>
                </a:lnTo>
                <a:lnTo>
                  <a:pt x="414" y="15184"/>
                </a:lnTo>
                <a:lnTo>
                  <a:pt x="512" y="15355"/>
                </a:lnTo>
                <a:lnTo>
                  <a:pt x="633" y="15501"/>
                </a:lnTo>
                <a:lnTo>
                  <a:pt x="755" y="15647"/>
                </a:lnTo>
                <a:lnTo>
                  <a:pt x="876" y="15744"/>
                </a:lnTo>
                <a:lnTo>
                  <a:pt x="998" y="15841"/>
                </a:lnTo>
                <a:lnTo>
                  <a:pt x="1144" y="15939"/>
                </a:lnTo>
                <a:lnTo>
                  <a:pt x="1290" y="15987"/>
                </a:lnTo>
                <a:lnTo>
                  <a:pt x="1460" y="16060"/>
                </a:lnTo>
                <a:lnTo>
                  <a:pt x="1777" y="16133"/>
                </a:lnTo>
                <a:lnTo>
                  <a:pt x="2117" y="16182"/>
                </a:lnTo>
                <a:lnTo>
                  <a:pt x="2482" y="16182"/>
                </a:lnTo>
                <a:lnTo>
                  <a:pt x="2847" y="16158"/>
                </a:lnTo>
                <a:lnTo>
                  <a:pt x="5208" y="16060"/>
                </a:lnTo>
                <a:lnTo>
                  <a:pt x="6400" y="16012"/>
                </a:lnTo>
                <a:lnTo>
                  <a:pt x="7568" y="15987"/>
                </a:lnTo>
                <a:lnTo>
                  <a:pt x="8711" y="15987"/>
                </a:lnTo>
                <a:lnTo>
                  <a:pt x="9879" y="16036"/>
                </a:lnTo>
                <a:lnTo>
                  <a:pt x="10828" y="16036"/>
                </a:lnTo>
                <a:lnTo>
                  <a:pt x="11339" y="16060"/>
                </a:lnTo>
                <a:lnTo>
                  <a:pt x="11826" y="16109"/>
                </a:lnTo>
                <a:lnTo>
                  <a:pt x="11850" y="16158"/>
                </a:lnTo>
                <a:lnTo>
                  <a:pt x="11899" y="16182"/>
                </a:lnTo>
                <a:lnTo>
                  <a:pt x="11972" y="16206"/>
                </a:lnTo>
                <a:lnTo>
                  <a:pt x="12045" y="16206"/>
                </a:lnTo>
                <a:lnTo>
                  <a:pt x="12459" y="16182"/>
                </a:lnTo>
                <a:lnTo>
                  <a:pt x="13067" y="16182"/>
                </a:lnTo>
                <a:lnTo>
                  <a:pt x="13262" y="16158"/>
                </a:lnTo>
                <a:lnTo>
                  <a:pt x="13456" y="16109"/>
                </a:lnTo>
                <a:lnTo>
                  <a:pt x="13651" y="16060"/>
                </a:lnTo>
                <a:lnTo>
                  <a:pt x="13773" y="15987"/>
                </a:lnTo>
                <a:lnTo>
                  <a:pt x="13870" y="15914"/>
                </a:lnTo>
                <a:lnTo>
                  <a:pt x="14065" y="15744"/>
                </a:lnTo>
                <a:lnTo>
                  <a:pt x="14211" y="15549"/>
                </a:lnTo>
                <a:lnTo>
                  <a:pt x="14357" y="15330"/>
                </a:lnTo>
                <a:lnTo>
                  <a:pt x="14527" y="14990"/>
                </a:lnTo>
                <a:lnTo>
                  <a:pt x="14697" y="14673"/>
                </a:lnTo>
                <a:lnTo>
                  <a:pt x="14770" y="14503"/>
                </a:lnTo>
                <a:lnTo>
                  <a:pt x="14795" y="14308"/>
                </a:lnTo>
                <a:lnTo>
                  <a:pt x="14843" y="14138"/>
                </a:lnTo>
                <a:lnTo>
                  <a:pt x="14843" y="13943"/>
                </a:lnTo>
                <a:lnTo>
                  <a:pt x="14819" y="13749"/>
                </a:lnTo>
                <a:lnTo>
                  <a:pt x="14770" y="13578"/>
                </a:lnTo>
                <a:lnTo>
                  <a:pt x="14697" y="13408"/>
                </a:lnTo>
                <a:lnTo>
                  <a:pt x="14624" y="13262"/>
                </a:lnTo>
                <a:lnTo>
                  <a:pt x="14405" y="12970"/>
                </a:lnTo>
                <a:lnTo>
                  <a:pt x="14162" y="12702"/>
                </a:lnTo>
                <a:lnTo>
                  <a:pt x="13773" y="12240"/>
                </a:lnTo>
                <a:lnTo>
                  <a:pt x="13408" y="11753"/>
                </a:lnTo>
                <a:lnTo>
                  <a:pt x="13408" y="11705"/>
                </a:lnTo>
                <a:lnTo>
                  <a:pt x="13359" y="11680"/>
                </a:lnTo>
                <a:lnTo>
                  <a:pt x="13018" y="11145"/>
                </a:lnTo>
                <a:lnTo>
                  <a:pt x="12702" y="10610"/>
                </a:lnTo>
                <a:lnTo>
                  <a:pt x="12410" y="10074"/>
                </a:lnTo>
                <a:lnTo>
                  <a:pt x="12094" y="9563"/>
                </a:lnTo>
                <a:lnTo>
                  <a:pt x="11534" y="8736"/>
                </a:lnTo>
                <a:lnTo>
                  <a:pt x="10974" y="7909"/>
                </a:lnTo>
                <a:lnTo>
                  <a:pt x="10755" y="7593"/>
                </a:lnTo>
                <a:lnTo>
                  <a:pt x="10536" y="7276"/>
                </a:lnTo>
                <a:lnTo>
                  <a:pt x="10415" y="7130"/>
                </a:lnTo>
                <a:lnTo>
                  <a:pt x="10293" y="6984"/>
                </a:lnTo>
                <a:lnTo>
                  <a:pt x="10147" y="6863"/>
                </a:lnTo>
                <a:lnTo>
                  <a:pt x="10001" y="6765"/>
                </a:lnTo>
                <a:lnTo>
                  <a:pt x="10074" y="6595"/>
                </a:lnTo>
                <a:lnTo>
                  <a:pt x="10123" y="6400"/>
                </a:lnTo>
                <a:lnTo>
                  <a:pt x="10147" y="6206"/>
                </a:lnTo>
                <a:lnTo>
                  <a:pt x="10171" y="5987"/>
                </a:lnTo>
                <a:lnTo>
                  <a:pt x="10171" y="5573"/>
                </a:lnTo>
                <a:lnTo>
                  <a:pt x="10147" y="5184"/>
                </a:lnTo>
                <a:lnTo>
                  <a:pt x="10147" y="4016"/>
                </a:lnTo>
                <a:lnTo>
                  <a:pt x="10147" y="3724"/>
                </a:lnTo>
                <a:lnTo>
                  <a:pt x="10123" y="3432"/>
                </a:lnTo>
                <a:lnTo>
                  <a:pt x="10074" y="3140"/>
                </a:lnTo>
                <a:lnTo>
                  <a:pt x="10025" y="2848"/>
                </a:lnTo>
                <a:lnTo>
                  <a:pt x="10317" y="2580"/>
                </a:lnTo>
                <a:lnTo>
                  <a:pt x="10609" y="2288"/>
                </a:lnTo>
                <a:lnTo>
                  <a:pt x="10755" y="2142"/>
                </a:lnTo>
                <a:lnTo>
                  <a:pt x="10877" y="1996"/>
                </a:lnTo>
                <a:lnTo>
                  <a:pt x="10974" y="1826"/>
                </a:lnTo>
                <a:lnTo>
                  <a:pt x="11072" y="1631"/>
                </a:lnTo>
                <a:lnTo>
                  <a:pt x="11096" y="1436"/>
                </a:lnTo>
                <a:lnTo>
                  <a:pt x="11096" y="1266"/>
                </a:lnTo>
                <a:lnTo>
                  <a:pt x="11047" y="1096"/>
                </a:lnTo>
                <a:lnTo>
                  <a:pt x="10974" y="950"/>
                </a:lnTo>
                <a:lnTo>
                  <a:pt x="10877" y="804"/>
                </a:lnTo>
                <a:lnTo>
                  <a:pt x="10755" y="682"/>
                </a:lnTo>
                <a:lnTo>
                  <a:pt x="10609" y="561"/>
                </a:lnTo>
                <a:lnTo>
                  <a:pt x="10463" y="463"/>
                </a:lnTo>
                <a:lnTo>
                  <a:pt x="10269" y="366"/>
                </a:lnTo>
                <a:lnTo>
                  <a:pt x="10074" y="293"/>
                </a:lnTo>
                <a:lnTo>
                  <a:pt x="9855" y="244"/>
                </a:lnTo>
                <a:lnTo>
                  <a:pt x="9636" y="196"/>
                </a:lnTo>
                <a:lnTo>
                  <a:pt x="9198" y="171"/>
                </a:lnTo>
                <a:lnTo>
                  <a:pt x="8784" y="147"/>
                </a:lnTo>
                <a:lnTo>
                  <a:pt x="7665" y="123"/>
                </a:lnTo>
                <a:lnTo>
                  <a:pt x="7106" y="98"/>
                </a:lnTo>
                <a:lnTo>
                  <a:pt x="6546" y="50"/>
                </a:lnTo>
                <a:lnTo>
                  <a:pt x="6230"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21" name="Google Shape;821;p39"/>
          <p:cNvSpPr/>
          <p:nvPr/>
        </p:nvSpPr>
        <p:spPr>
          <a:xfrm>
            <a:off x="875136" y="2092739"/>
            <a:ext cx="346227" cy="348325"/>
          </a:xfrm>
          <a:custGeom>
            <a:avLst/>
            <a:gdLst/>
            <a:ahLst/>
            <a:cxnLst/>
            <a:rect l="l" t="t" r="r" b="b"/>
            <a:pathLst>
              <a:path w="15842" h="15938" extrusionOk="0">
                <a:moveTo>
                  <a:pt x="4794" y="7470"/>
                </a:moveTo>
                <a:lnTo>
                  <a:pt x="4867" y="7495"/>
                </a:lnTo>
                <a:lnTo>
                  <a:pt x="4940" y="7543"/>
                </a:lnTo>
                <a:lnTo>
                  <a:pt x="4989" y="7616"/>
                </a:lnTo>
                <a:lnTo>
                  <a:pt x="5013" y="7714"/>
                </a:lnTo>
                <a:lnTo>
                  <a:pt x="5013" y="7787"/>
                </a:lnTo>
                <a:lnTo>
                  <a:pt x="4989" y="7908"/>
                </a:lnTo>
                <a:lnTo>
                  <a:pt x="4916" y="7981"/>
                </a:lnTo>
                <a:lnTo>
                  <a:pt x="4843" y="8054"/>
                </a:lnTo>
                <a:lnTo>
                  <a:pt x="4721" y="8079"/>
                </a:lnTo>
                <a:lnTo>
                  <a:pt x="4600" y="8054"/>
                </a:lnTo>
                <a:lnTo>
                  <a:pt x="4527" y="7981"/>
                </a:lnTo>
                <a:lnTo>
                  <a:pt x="4454" y="7908"/>
                </a:lnTo>
                <a:lnTo>
                  <a:pt x="4429" y="7787"/>
                </a:lnTo>
                <a:lnTo>
                  <a:pt x="4454" y="7665"/>
                </a:lnTo>
                <a:lnTo>
                  <a:pt x="4527" y="7543"/>
                </a:lnTo>
                <a:lnTo>
                  <a:pt x="4600" y="7495"/>
                </a:lnTo>
                <a:lnTo>
                  <a:pt x="4697" y="7470"/>
                </a:lnTo>
                <a:close/>
                <a:moveTo>
                  <a:pt x="11169" y="7470"/>
                </a:moveTo>
                <a:lnTo>
                  <a:pt x="11242" y="7495"/>
                </a:lnTo>
                <a:lnTo>
                  <a:pt x="11315" y="7543"/>
                </a:lnTo>
                <a:lnTo>
                  <a:pt x="11364" y="7616"/>
                </a:lnTo>
                <a:lnTo>
                  <a:pt x="11388" y="7714"/>
                </a:lnTo>
                <a:lnTo>
                  <a:pt x="11388" y="7787"/>
                </a:lnTo>
                <a:lnTo>
                  <a:pt x="11364" y="7908"/>
                </a:lnTo>
                <a:lnTo>
                  <a:pt x="11291" y="7981"/>
                </a:lnTo>
                <a:lnTo>
                  <a:pt x="11218" y="8054"/>
                </a:lnTo>
                <a:lnTo>
                  <a:pt x="11096" y="8079"/>
                </a:lnTo>
                <a:lnTo>
                  <a:pt x="10975" y="8054"/>
                </a:lnTo>
                <a:lnTo>
                  <a:pt x="10902" y="7981"/>
                </a:lnTo>
                <a:lnTo>
                  <a:pt x="10829" y="7908"/>
                </a:lnTo>
                <a:lnTo>
                  <a:pt x="10804" y="7787"/>
                </a:lnTo>
                <a:lnTo>
                  <a:pt x="10829" y="7665"/>
                </a:lnTo>
                <a:lnTo>
                  <a:pt x="10902" y="7543"/>
                </a:lnTo>
                <a:lnTo>
                  <a:pt x="10975" y="7495"/>
                </a:lnTo>
                <a:lnTo>
                  <a:pt x="11072" y="7470"/>
                </a:lnTo>
                <a:close/>
                <a:moveTo>
                  <a:pt x="4770" y="7081"/>
                </a:moveTo>
                <a:lnTo>
                  <a:pt x="4600" y="7105"/>
                </a:lnTo>
                <a:lnTo>
                  <a:pt x="4429" y="7178"/>
                </a:lnTo>
                <a:lnTo>
                  <a:pt x="4308" y="7300"/>
                </a:lnTo>
                <a:lnTo>
                  <a:pt x="4186" y="7446"/>
                </a:lnTo>
                <a:lnTo>
                  <a:pt x="4113" y="7568"/>
                </a:lnTo>
                <a:lnTo>
                  <a:pt x="4064" y="7714"/>
                </a:lnTo>
                <a:lnTo>
                  <a:pt x="4016" y="7835"/>
                </a:lnTo>
                <a:lnTo>
                  <a:pt x="4016" y="7981"/>
                </a:lnTo>
                <a:lnTo>
                  <a:pt x="3967" y="8225"/>
                </a:lnTo>
                <a:lnTo>
                  <a:pt x="3967" y="8395"/>
                </a:lnTo>
                <a:lnTo>
                  <a:pt x="4016" y="8565"/>
                </a:lnTo>
                <a:lnTo>
                  <a:pt x="4064" y="8711"/>
                </a:lnTo>
                <a:lnTo>
                  <a:pt x="4162" y="8833"/>
                </a:lnTo>
                <a:lnTo>
                  <a:pt x="4259" y="8955"/>
                </a:lnTo>
                <a:lnTo>
                  <a:pt x="4381" y="9028"/>
                </a:lnTo>
                <a:lnTo>
                  <a:pt x="4527" y="9101"/>
                </a:lnTo>
                <a:lnTo>
                  <a:pt x="4697" y="9149"/>
                </a:lnTo>
                <a:lnTo>
                  <a:pt x="4892" y="9174"/>
                </a:lnTo>
                <a:lnTo>
                  <a:pt x="5062" y="9149"/>
                </a:lnTo>
                <a:lnTo>
                  <a:pt x="5232" y="9101"/>
                </a:lnTo>
                <a:lnTo>
                  <a:pt x="5378" y="9028"/>
                </a:lnTo>
                <a:lnTo>
                  <a:pt x="5500" y="8930"/>
                </a:lnTo>
                <a:lnTo>
                  <a:pt x="5622" y="8809"/>
                </a:lnTo>
                <a:lnTo>
                  <a:pt x="5719" y="8663"/>
                </a:lnTo>
                <a:lnTo>
                  <a:pt x="5792" y="8517"/>
                </a:lnTo>
                <a:lnTo>
                  <a:pt x="5841" y="8346"/>
                </a:lnTo>
                <a:lnTo>
                  <a:pt x="5865" y="8176"/>
                </a:lnTo>
                <a:lnTo>
                  <a:pt x="5841" y="8006"/>
                </a:lnTo>
                <a:lnTo>
                  <a:pt x="5816" y="7835"/>
                </a:lnTo>
                <a:lnTo>
                  <a:pt x="5768" y="7689"/>
                </a:lnTo>
                <a:lnTo>
                  <a:pt x="5695" y="7519"/>
                </a:lnTo>
                <a:lnTo>
                  <a:pt x="5573" y="7397"/>
                </a:lnTo>
                <a:lnTo>
                  <a:pt x="5427" y="7251"/>
                </a:lnTo>
                <a:lnTo>
                  <a:pt x="5281" y="7154"/>
                </a:lnTo>
                <a:lnTo>
                  <a:pt x="5111" y="7105"/>
                </a:lnTo>
                <a:lnTo>
                  <a:pt x="4940" y="7081"/>
                </a:lnTo>
                <a:close/>
                <a:moveTo>
                  <a:pt x="11145" y="7081"/>
                </a:moveTo>
                <a:lnTo>
                  <a:pt x="10975" y="7105"/>
                </a:lnTo>
                <a:lnTo>
                  <a:pt x="10804" y="7178"/>
                </a:lnTo>
                <a:lnTo>
                  <a:pt x="10683" y="7300"/>
                </a:lnTo>
                <a:lnTo>
                  <a:pt x="10561" y="7446"/>
                </a:lnTo>
                <a:lnTo>
                  <a:pt x="10488" y="7568"/>
                </a:lnTo>
                <a:lnTo>
                  <a:pt x="10439" y="7714"/>
                </a:lnTo>
                <a:lnTo>
                  <a:pt x="10391" y="7835"/>
                </a:lnTo>
                <a:lnTo>
                  <a:pt x="10391" y="7981"/>
                </a:lnTo>
                <a:lnTo>
                  <a:pt x="10342" y="8225"/>
                </a:lnTo>
                <a:lnTo>
                  <a:pt x="10342" y="8395"/>
                </a:lnTo>
                <a:lnTo>
                  <a:pt x="10391" y="8565"/>
                </a:lnTo>
                <a:lnTo>
                  <a:pt x="10439" y="8711"/>
                </a:lnTo>
                <a:lnTo>
                  <a:pt x="10537" y="8833"/>
                </a:lnTo>
                <a:lnTo>
                  <a:pt x="10634" y="8955"/>
                </a:lnTo>
                <a:lnTo>
                  <a:pt x="10756" y="9028"/>
                </a:lnTo>
                <a:lnTo>
                  <a:pt x="10902" y="9101"/>
                </a:lnTo>
                <a:lnTo>
                  <a:pt x="11072" y="9149"/>
                </a:lnTo>
                <a:lnTo>
                  <a:pt x="11267" y="9174"/>
                </a:lnTo>
                <a:lnTo>
                  <a:pt x="11437" y="9149"/>
                </a:lnTo>
                <a:lnTo>
                  <a:pt x="11607" y="9101"/>
                </a:lnTo>
                <a:lnTo>
                  <a:pt x="11753" y="9028"/>
                </a:lnTo>
                <a:lnTo>
                  <a:pt x="11875" y="8930"/>
                </a:lnTo>
                <a:lnTo>
                  <a:pt x="11997" y="8809"/>
                </a:lnTo>
                <a:lnTo>
                  <a:pt x="12094" y="8663"/>
                </a:lnTo>
                <a:lnTo>
                  <a:pt x="12167" y="8517"/>
                </a:lnTo>
                <a:lnTo>
                  <a:pt x="12216" y="8346"/>
                </a:lnTo>
                <a:lnTo>
                  <a:pt x="12240" y="8176"/>
                </a:lnTo>
                <a:lnTo>
                  <a:pt x="12216" y="8006"/>
                </a:lnTo>
                <a:lnTo>
                  <a:pt x="12191" y="7835"/>
                </a:lnTo>
                <a:lnTo>
                  <a:pt x="12143" y="7689"/>
                </a:lnTo>
                <a:lnTo>
                  <a:pt x="12070" y="7519"/>
                </a:lnTo>
                <a:lnTo>
                  <a:pt x="11948" y="7397"/>
                </a:lnTo>
                <a:lnTo>
                  <a:pt x="11802" y="7251"/>
                </a:lnTo>
                <a:lnTo>
                  <a:pt x="11656" y="7154"/>
                </a:lnTo>
                <a:lnTo>
                  <a:pt x="11486" y="7105"/>
                </a:lnTo>
                <a:lnTo>
                  <a:pt x="11315" y="7081"/>
                </a:lnTo>
                <a:close/>
                <a:moveTo>
                  <a:pt x="11972" y="10925"/>
                </a:moveTo>
                <a:lnTo>
                  <a:pt x="11875" y="10974"/>
                </a:lnTo>
                <a:lnTo>
                  <a:pt x="11778" y="11047"/>
                </a:lnTo>
                <a:lnTo>
                  <a:pt x="11607" y="11290"/>
                </a:lnTo>
                <a:lnTo>
                  <a:pt x="11413" y="11485"/>
                </a:lnTo>
                <a:lnTo>
                  <a:pt x="11194" y="11680"/>
                </a:lnTo>
                <a:lnTo>
                  <a:pt x="10950" y="11850"/>
                </a:lnTo>
                <a:lnTo>
                  <a:pt x="10707" y="11996"/>
                </a:lnTo>
                <a:lnTo>
                  <a:pt x="10439" y="12118"/>
                </a:lnTo>
                <a:lnTo>
                  <a:pt x="10172" y="12215"/>
                </a:lnTo>
                <a:lnTo>
                  <a:pt x="9880" y="12312"/>
                </a:lnTo>
                <a:lnTo>
                  <a:pt x="9588" y="12385"/>
                </a:lnTo>
                <a:lnTo>
                  <a:pt x="9296" y="12434"/>
                </a:lnTo>
                <a:lnTo>
                  <a:pt x="8712" y="12507"/>
                </a:lnTo>
                <a:lnTo>
                  <a:pt x="8128" y="12531"/>
                </a:lnTo>
                <a:lnTo>
                  <a:pt x="7568" y="12507"/>
                </a:lnTo>
                <a:lnTo>
                  <a:pt x="7325" y="12483"/>
                </a:lnTo>
                <a:lnTo>
                  <a:pt x="7106" y="12434"/>
                </a:lnTo>
                <a:lnTo>
                  <a:pt x="6668" y="12312"/>
                </a:lnTo>
                <a:lnTo>
                  <a:pt x="6230" y="12166"/>
                </a:lnTo>
                <a:lnTo>
                  <a:pt x="5816" y="11996"/>
                </a:lnTo>
                <a:lnTo>
                  <a:pt x="5427" y="11826"/>
                </a:lnTo>
                <a:lnTo>
                  <a:pt x="5013" y="11631"/>
                </a:lnTo>
                <a:lnTo>
                  <a:pt x="4794" y="11509"/>
                </a:lnTo>
                <a:lnTo>
                  <a:pt x="4600" y="11388"/>
                </a:lnTo>
                <a:lnTo>
                  <a:pt x="4454" y="11242"/>
                </a:lnTo>
                <a:lnTo>
                  <a:pt x="4308" y="11096"/>
                </a:lnTo>
                <a:lnTo>
                  <a:pt x="4259" y="11047"/>
                </a:lnTo>
                <a:lnTo>
                  <a:pt x="4210" y="11023"/>
                </a:lnTo>
                <a:lnTo>
                  <a:pt x="4089" y="11023"/>
                </a:lnTo>
                <a:lnTo>
                  <a:pt x="4040" y="11071"/>
                </a:lnTo>
                <a:lnTo>
                  <a:pt x="3991" y="11096"/>
                </a:lnTo>
                <a:lnTo>
                  <a:pt x="3991" y="11169"/>
                </a:lnTo>
                <a:lnTo>
                  <a:pt x="3991" y="11242"/>
                </a:lnTo>
                <a:lnTo>
                  <a:pt x="4016" y="11339"/>
                </a:lnTo>
                <a:lnTo>
                  <a:pt x="4064" y="11436"/>
                </a:lnTo>
                <a:lnTo>
                  <a:pt x="4210" y="11631"/>
                </a:lnTo>
                <a:lnTo>
                  <a:pt x="4381" y="11801"/>
                </a:lnTo>
                <a:lnTo>
                  <a:pt x="4575" y="11947"/>
                </a:lnTo>
                <a:lnTo>
                  <a:pt x="4794" y="12069"/>
                </a:lnTo>
                <a:lnTo>
                  <a:pt x="5038" y="12191"/>
                </a:lnTo>
                <a:lnTo>
                  <a:pt x="5451" y="12385"/>
                </a:lnTo>
                <a:lnTo>
                  <a:pt x="5938" y="12604"/>
                </a:lnTo>
                <a:lnTo>
                  <a:pt x="6424" y="12799"/>
                </a:lnTo>
                <a:lnTo>
                  <a:pt x="6935" y="12945"/>
                </a:lnTo>
                <a:lnTo>
                  <a:pt x="7446" y="13042"/>
                </a:lnTo>
                <a:lnTo>
                  <a:pt x="7763" y="13067"/>
                </a:lnTo>
                <a:lnTo>
                  <a:pt x="8079" y="13091"/>
                </a:lnTo>
                <a:lnTo>
                  <a:pt x="8420" y="13091"/>
                </a:lnTo>
                <a:lnTo>
                  <a:pt x="8760" y="13067"/>
                </a:lnTo>
                <a:lnTo>
                  <a:pt x="9101" y="13042"/>
                </a:lnTo>
                <a:lnTo>
                  <a:pt x="9442" y="12969"/>
                </a:lnTo>
                <a:lnTo>
                  <a:pt x="9758" y="12896"/>
                </a:lnTo>
                <a:lnTo>
                  <a:pt x="10099" y="12799"/>
                </a:lnTo>
                <a:lnTo>
                  <a:pt x="10415" y="12702"/>
                </a:lnTo>
                <a:lnTo>
                  <a:pt x="10731" y="12556"/>
                </a:lnTo>
                <a:lnTo>
                  <a:pt x="11023" y="12410"/>
                </a:lnTo>
                <a:lnTo>
                  <a:pt x="11315" y="12239"/>
                </a:lnTo>
                <a:lnTo>
                  <a:pt x="11583" y="12045"/>
                </a:lnTo>
                <a:lnTo>
                  <a:pt x="11826" y="11826"/>
                </a:lnTo>
                <a:lnTo>
                  <a:pt x="12045" y="11582"/>
                </a:lnTo>
                <a:lnTo>
                  <a:pt x="12264" y="11339"/>
                </a:lnTo>
                <a:lnTo>
                  <a:pt x="12313" y="11217"/>
                </a:lnTo>
                <a:lnTo>
                  <a:pt x="12289" y="11120"/>
                </a:lnTo>
                <a:lnTo>
                  <a:pt x="12240" y="11047"/>
                </a:lnTo>
                <a:lnTo>
                  <a:pt x="12167" y="10974"/>
                </a:lnTo>
                <a:lnTo>
                  <a:pt x="12070" y="10950"/>
                </a:lnTo>
                <a:lnTo>
                  <a:pt x="11972" y="10925"/>
                </a:lnTo>
                <a:close/>
                <a:moveTo>
                  <a:pt x="8493" y="682"/>
                </a:moveTo>
                <a:lnTo>
                  <a:pt x="8663" y="706"/>
                </a:lnTo>
                <a:lnTo>
                  <a:pt x="9101" y="755"/>
                </a:lnTo>
                <a:lnTo>
                  <a:pt x="9539" y="803"/>
                </a:lnTo>
                <a:lnTo>
                  <a:pt x="10001" y="901"/>
                </a:lnTo>
                <a:lnTo>
                  <a:pt x="10439" y="1022"/>
                </a:lnTo>
                <a:lnTo>
                  <a:pt x="10780" y="1120"/>
                </a:lnTo>
                <a:lnTo>
                  <a:pt x="11121" y="1241"/>
                </a:lnTo>
                <a:lnTo>
                  <a:pt x="11437" y="1411"/>
                </a:lnTo>
                <a:lnTo>
                  <a:pt x="11753" y="1557"/>
                </a:lnTo>
                <a:lnTo>
                  <a:pt x="11753" y="1582"/>
                </a:lnTo>
                <a:lnTo>
                  <a:pt x="11729" y="1655"/>
                </a:lnTo>
                <a:lnTo>
                  <a:pt x="11729" y="1752"/>
                </a:lnTo>
                <a:lnTo>
                  <a:pt x="11753" y="1801"/>
                </a:lnTo>
                <a:lnTo>
                  <a:pt x="11826" y="1825"/>
                </a:lnTo>
                <a:lnTo>
                  <a:pt x="11899" y="1825"/>
                </a:lnTo>
                <a:lnTo>
                  <a:pt x="11948" y="1776"/>
                </a:lnTo>
                <a:lnTo>
                  <a:pt x="11972" y="1752"/>
                </a:lnTo>
                <a:lnTo>
                  <a:pt x="11997" y="1752"/>
                </a:lnTo>
                <a:lnTo>
                  <a:pt x="11997" y="1728"/>
                </a:lnTo>
                <a:lnTo>
                  <a:pt x="12021" y="1728"/>
                </a:lnTo>
                <a:lnTo>
                  <a:pt x="12143" y="1801"/>
                </a:lnTo>
                <a:lnTo>
                  <a:pt x="12094" y="1874"/>
                </a:lnTo>
                <a:lnTo>
                  <a:pt x="12094" y="1947"/>
                </a:lnTo>
                <a:lnTo>
                  <a:pt x="12094" y="1995"/>
                </a:lnTo>
                <a:lnTo>
                  <a:pt x="12143" y="2020"/>
                </a:lnTo>
                <a:lnTo>
                  <a:pt x="12167" y="2044"/>
                </a:lnTo>
                <a:lnTo>
                  <a:pt x="12216" y="2020"/>
                </a:lnTo>
                <a:lnTo>
                  <a:pt x="12240" y="1995"/>
                </a:lnTo>
                <a:lnTo>
                  <a:pt x="12313" y="1922"/>
                </a:lnTo>
                <a:lnTo>
                  <a:pt x="12337" y="1922"/>
                </a:lnTo>
                <a:lnTo>
                  <a:pt x="12532" y="2068"/>
                </a:lnTo>
                <a:lnTo>
                  <a:pt x="12483" y="2190"/>
                </a:lnTo>
                <a:lnTo>
                  <a:pt x="12483" y="2239"/>
                </a:lnTo>
                <a:lnTo>
                  <a:pt x="12508" y="2336"/>
                </a:lnTo>
                <a:lnTo>
                  <a:pt x="12532" y="2385"/>
                </a:lnTo>
                <a:lnTo>
                  <a:pt x="12556" y="2409"/>
                </a:lnTo>
                <a:lnTo>
                  <a:pt x="12581" y="2409"/>
                </a:lnTo>
                <a:lnTo>
                  <a:pt x="12629" y="2385"/>
                </a:lnTo>
                <a:lnTo>
                  <a:pt x="12678" y="2360"/>
                </a:lnTo>
                <a:lnTo>
                  <a:pt x="12751" y="2287"/>
                </a:lnTo>
                <a:lnTo>
                  <a:pt x="12775" y="2239"/>
                </a:lnTo>
                <a:lnTo>
                  <a:pt x="12970" y="2409"/>
                </a:lnTo>
                <a:lnTo>
                  <a:pt x="12873" y="2531"/>
                </a:lnTo>
                <a:lnTo>
                  <a:pt x="12848" y="2604"/>
                </a:lnTo>
                <a:lnTo>
                  <a:pt x="12824" y="2677"/>
                </a:lnTo>
                <a:lnTo>
                  <a:pt x="12824" y="2725"/>
                </a:lnTo>
                <a:lnTo>
                  <a:pt x="12873" y="2750"/>
                </a:lnTo>
                <a:lnTo>
                  <a:pt x="12921" y="2774"/>
                </a:lnTo>
                <a:lnTo>
                  <a:pt x="12946" y="2774"/>
                </a:lnTo>
                <a:lnTo>
                  <a:pt x="13067" y="2701"/>
                </a:lnTo>
                <a:lnTo>
                  <a:pt x="13189" y="2604"/>
                </a:lnTo>
                <a:lnTo>
                  <a:pt x="13311" y="2725"/>
                </a:lnTo>
                <a:lnTo>
                  <a:pt x="13384" y="2823"/>
                </a:lnTo>
                <a:lnTo>
                  <a:pt x="13262" y="3017"/>
                </a:lnTo>
                <a:lnTo>
                  <a:pt x="13213" y="3066"/>
                </a:lnTo>
                <a:lnTo>
                  <a:pt x="13189" y="3163"/>
                </a:lnTo>
                <a:lnTo>
                  <a:pt x="13165" y="3236"/>
                </a:lnTo>
                <a:lnTo>
                  <a:pt x="13189" y="3285"/>
                </a:lnTo>
                <a:lnTo>
                  <a:pt x="13238" y="3309"/>
                </a:lnTo>
                <a:lnTo>
                  <a:pt x="13335" y="3285"/>
                </a:lnTo>
                <a:lnTo>
                  <a:pt x="13408" y="3236"/>
                </a:lnTo>
                <a:lnTo>
                  <a:pt x="13554" y="3115"/>
                </a:lnTo>
                <a:lnTo>
                  <a:pt x="13578" y="3042"/>
                </a:lnTo>
                <a:lnTo>
                  <a:pt x="13773" y="3309"/>
                </a:lnTo>
                <a:lnTo>
                  <a:pt x="13676" y="3407"/>
                </a:lnTo>
                <a:lnTo>
                  <a:pt x="13554" y="3504"/>
                </a:lnTo>
                <a:lnTo>
                  <a:pt x="13505" y="3577"/>
                </a:lnTo>
                <a:lnTo>
                  <a:pt x="13481" y="3650"/>
                </a:lnTo>
                <a:lnTo>
                  <a:pt x="13481" y="3699"/>
                </a:lnTo>
                <a:lnTo>
                  <a:pt x="13505" y="3723"/>
                </a:lnTo>
                <a:lnTo>
                  <a:pt x="13603" y="3747"/>
                </a:lnTo>
                <a:lnTo>
                  <a:pt x="13700" y="3723"/>
                </a:lnTo>
                <a:lnTo>
                  <a:pt x="13773" y="3674"/>
                </a:lnTo>
                <a:lnTo>
                  <a:pt x="13870" y="3626"/>
                </a:lnTo>
                <a:lnTo>
                  <a:pt x="13968" y="3577"/>
                </a:lnTo>
                <a:lnTo>
                  <a:pt x="14162" y="3918"/>
                </a:lnTo>
                <a:lnTo>
                  <a:pt x="14065" y="3991"/>
                </a:lnTo>
                <a:lnTo>
                  <a:pt x="13870" y="4161"/>
                </a:lnTo>
                <a:lnTo>
                  <a:pt x="13773" y="4234"/>
                </a:lnTo>
                <a:lnTo>
                  <a:pt x="13700" y="4331"/>
                </a:lnTo>
                <a:lnTo>
                  <a:pt x="13700" y="4356"/>
                </a:lnTo>
                <a:lnTo>
                  <a:pt x="13724" y="4380"/>
                </a:lnTo>
                <a:lnTo>
                  <a:pt x="13846" y="4380"/>
                </a:lnTo>
                <a:lnTo>
                  <a:pt x="13943" y="4356"/>
                </a:lnTo>
                <a:lnTo>
                  <a:pt x="14065" y="4307"/>
                </a:lnTo>
                <a:lnTo>
                  <a:pt x="14162" y="4234"/>
                </a:lnTo>
                <a:lnTo>
                  <a:pt x="14284" y="4161"/>
                </a:lnTo>
                <a:lnTo>
                  <a:pt x="14503" y="4696"/>
                </a:lnTo>
                <a:lnTo>
                  <a:pt x="14332" y="4769"/>
                </a:lnTo>
                <a:lnTo>
                  <a:pt x="14211" y="4842"/>
                </a:lnTo>
                <a:lnTo>
                  <a:pt x="14065" y="4940"/>
                </a:lnTo>
                <a:lnTo>
                  <a:pt x="13968" y="5061"/>
                </a:lnTo>
                <a:lnTo>
                  <a:pt x="13919" y="5134"/>
                </a:lnTo>
                <a:lnTo>
                  <a:pt x="13895" y="5207"/>
                </a:lnTo>
                <a:lnTo>
                  <a:pt x="13895" y="5256"/>
                </a:lnTo>
                <a:lnTo>
                  <a:pt x="13919" y="5280"/>
                </a:lnTo>
                <a:lnTo>
                  <a:pt x="13968" y="5305"/>
                </a:lnTo>
                <a:lnTo>
                  <a:pt x="14016" y="5305"/>
                </a:lnTo>
                <a:lnTo>
                  <a:pt x="14114" y="5256"/>
                </a:lnTo>
                <a:lnTo>
                  <a:pt x="14235" y="5183"/>
                </a:lnTo>
                <a:lnTo>
                  <a:pt x="14551" y="5037"/>
                </a:lnTo>
                <a:lnTo>
                  <a:pt x="14600" y="5013"/>
                </a:lnTo>
                <a:lnTo>
                  <a:pt x="14770" y="5524"/>
                </a:lnTo>
                <a:lnTo>
                  <a:pt x="14430" y="5670"/>
                </a:lnTo>
                <a:lnTo>
                  <a:pt x="14162" y="5791"/>
                </a:lnTo>
                <a:lnTo>
                  <a:pt x="13919" y="5937"/>
                </a:lnTo>
                <a:lnTo>
                  <a:pt x="13919" y="5986"/>
                </a:lnTo>
                <a:lnTo>
                  <a:pt x="13943" y="6010"/>
                </a:lnTo>
                <a:lnTo>
                  <a:pt x="14089" y="6035"/>
                </a:lnTo>
                <a:lnTo>
                  <a:pt x="14235" y="6059"/>
                </a:lnTo>
                <a:lnTo>
                  <a:pt x="14381" y="6035"/>
                </a:lnTo>
                <a:lnTo>
                  <a:pt x="14527" y="6010"/>
                </a:lnTo>
                <a:lnTo>
                  <a:pt x="14843" y="5889"/>
                </a:lnTo>
                <a:lnTo>
                  <a:pt x="14965" y="6424"/>
                </a:lnTo>
                <a:lnTo>
                  <a:pt x="14795" y="6497"/>
                </a:lnTo>
                <a:lnTo>
                  <a:pt x="14405" y="6619"/>
                </a:lnTo>
                <a:lnTo>
                  <a:pt x="14041" y="6740"/>
                </a:lnTo>
                <a:lnTo>
                  <a:pt x="13992" y="6789"/>
                </a:lnTo>
                <a:lnTo>
                  <a:pt x="13992" y="6813"/>
                </a:lnTo>
                <a:lnTo>
                  <a:pt x="13992" y="6862"/>
                </a:lnTo>
                <a:lnTo>
                  <a:pt x="14041" y="6886"/>
                </a:lnTo>
                <a:lnTo>
                  <a:pt x="14235" y="6886"/>
                </a:lnTo>
                <a:lnTo>
                  <a:pt x="14430" y="6862"/>
                </a:lnTo>
                <a:lnTo>
                  <a:pt x="14795" y="6813"/>
                </a:lnTo>
                <a:lnTo>
                  <a:pt x="15038" y="6740"/>
                </a:lnTo>
                <a:lnTo>
                  <a:pt x="15111" y="7178"/>
                </a:lnTo>
                <a:lnTo>
                  <a:pt x="14843" y="7227"/>
                </a:lnTo>
                <a:lnTo>
                  <a:pt x="14430" y="7349"/>
                </a:lnTo>
                <a:lnTo>
                  <a:pt x="14235" y="7422"/>
                </a:lnTo>
                <a:lnTo>
                  <a:pt x="14065" y="7543"/>
                </a:lnTo>
                <a:lnTo>
                  <a:pt x="14041" y="7592"/>
                </a:lnTo>
                <a:lnTo>
                  <a:pt x="14041" y="7665"/>
                </a:lnTo>
                <a:lnTo>
                  <a:pt x="14089" y="7714"/>
                </a:lnTo>
                <a:lnTo>
                  <a:pt x="14138" y="7738"/>
                </a:lnTo>
                <a:lnTo>
                  <a:pt x="14357" y="7714"/>
                </a:lnTo>
                <a:lnTo>
                  <a:pt x="14551" y="7665"/>
                </a:lnTo>
                <a:lnTo>
                  <a:pt x="14941" y="7568"/>
                </a:lnTo>
                <a:lnTo>
                  <a:pt x="15135" y="7519"/>
                </a:lnTo>
                <a:lnTo>
                  <a:pt x="15184" y="7981"/>
                </a:lnTo>
                <a:lnTo>
                  <a:pt x="14868" y="8030"/>
                </a:lnTo>
                <a:lnTo>
                  <a:pt x="14624" y="8054"/>
                </a:lnTo>
                <a:lnTo>
                  <a:pt x="14381" y="8079"/>
                </a:lnTo>
                <a:lnTo>
                  <a:pt x="14235" y="8103"/>
                </a:lnTo>
                <a:lnTo>
                  <a:pt x="14138" y="8152"/>
                </a:lnTo>
                <a:lnTo>
                  <a:pt x="14016" y="8200"/>
                </a:lnTo>
                <a:lnTo>
                  <a:pt x="13943" y="8298"/>
                </a:lnTo>
                <a:lnTo>
                  <a:pt x="13919" y="8322"/>
                </a:lnTo>
                <a:lnTo>
                  <a:pt x="13919" y="8346"/>
                </a:lnTo>
                <a:lnTo>
                  <a:pt x="13943" y="8395"/>
                </a:lnTo>
                <a:lnTo>
                  <a:pt x="13968" y="8395"/>
                </a:lnTo>
                <a:lnTo>
                  <a:pt x="14089" y="8419"/>
                </a:lnTo>
                <a:lnTo>
                  <a:pt x="14211" y="8444"/>
                </a:lnTo>
                <a:lnTo>
                  <a:pt x="14478" y="8444"/>
                </a:lnTo>
                <a:lnTo>
                  <a:pt x="14989" y="8395"/>
                </a:lnTo>
                <a:lnTo>
                  <a:pt x="15208" y="8395"/>
                </a:lnTo>
                <a:lnTo>
                  <a:pt x="15208" y="8857"/>
                </a:lnTo>
                <a:lnTo>
                  <a:pt x="14722" y="8882"/>
                </a:lnTo>
                <a:lnTo>
                  <a:pt x="14503" y="8882"/>
                </a:lnTo>
                <a:lnTo>
                  <a:pt x="14284" y="8906"/>
                </a:lnTo>
                <a:lnTo>
                  <a:pt x="14065" y="8955"/>
                </a:lnTo>
                <a:lnTo>
                  <a:pt x="13968" y="8979"/>
                </a:lnTo>
                <a:lnTo>
                  <a:pt x="13870" y="9028"/>
                </a:lnTo>
                <a:lnTo>
                  <a:pt x="13870" y="9052"/>
                </a:lnTo>
                <a:lnTo>
                  <a:pt x="13870" y="9076"/>
                </a:lnTo>
                <a:lnTo>
                  <a:pt x="13968" y="9125"/>
                </a:lnTo>
                <a:lnTo>
                  <a:pt x="14065" y="9174"/>
                </a:lnTo>
                <a:lnTo>
                  <a:pt x="14284" y="9222"/>
                </a:lnTo>
                <a:lnTo>
                  <a:pt x="14722" y="9222"/>
                </a:lnTo>
                <a:lnTo>
                  <a:pt x="14941" y="9247"/>
                </a:lnTo>
                <a:lnTo>
                  <a:pt x="15184" y="9247"/>
                </a:lnTo>
                <a:lnTo>
                  <a:pt x="15160" y="9465"/>
                </a:lnTo>
                <a:lnTo>
                  <a:pt x="14965" y="9514"/>
                </a:lnTo>
                <a:lnTo>
                  <a:pt x="14722" y="9563"/>
                </a:lnTo>
                <a:lnTo>
                  <a:pt x="14503" y="9660"/>
                </a:lnTo>
                <a:lnTo>
                  <a:pt x="14260" y="9757"/>
                </a:lnTo>
                <a:lnTo>
                  <a:pt x="14041" y="9879"/>
                </a:lnTo>
                <a:lnTo>
                  <a:pt x="14016" y="9903"/>
                </a:lnTo>
                <a:lnTo>
                  <a:pt x="14016" y="9952"/>
                </a:lnTo>
                <a:lnTo>
                  <a:pt x="14041" y="9976"/>
                </a:lnTo>
                <a:lnTo>
                  <a:pt x="14089" y="9976"/>
                </a:lnTo>
                <a:lnTo>
                  <a:pt x="14308" y="10001"/>
                </a:lnTo>
                <a:lnTo>
                  <a:pt x="14527" y="9976"/>
                </a:lnTo>
                <a:lnTo>
                  <a:pt x="14965" y="9903"/>
                </a:lnTo>
                <a:lnTo>
                  <a:pt x="15087" y="9879"/>
                </a:lnTo>
                <a:lnTo>
                  <a:pt x="14989" y="10390"/>
                </a:lnTo>
                <a:lnTo>
                  <a:pt x="14527" y="10463"/>
                </a:lnTo>
                <a:lnTo>
                  <a:pt x="14357" y="10487"/>
                </a:lnTo>
                <a:lnTo>
                  <a:pt x="14162" y="10512"/>
                </a:lnTo>
                <a:lnTo>
                  <a:pt x="13992" y="10560"/>
                </a:lnTo>
                <a:lnTo>
                  <a:pt x="13919" y="10609"/>
                </a:lnTo>
                <a:lnTo>
                  <a:pt x="13870" y="10682"/>
                </a:lnTo>
                <a:lnTo>
                  <a:pt x="13846" y="10731"/>
                </a:lnTo>
                <a:lnTo>
                  <a:pt x="13846" y="10804"/>
                </a:lnTo>
                <a:lnTo>
                  <a:pt x="13870" y="10852"/>
                </a:lnTo>
                <a:lnTo>
                  <a:pt x="13919" y="10901"/>
                </a:lnTo>
                <a:lnTo>
                  <a:pt x="13992" y="10925"/>
                </a:lnTo>
                <a:lnTo>
                  <a:pt x="14065" y="10950"/>
                </a:lnTo>
                <a:lnTo>
                  <a:pt x="14235" y="10950"/>
                </a:lnTo>
                <a:lnTo>
                  <a:pt x="14600" y="10901"/>
                </a:lnTo>
                <a:lnTo>
                  <a:pt x="14819" y="10877"/>
                </a:lnTo>
                <a:lnTo>
                  <a:pt x="14819" y="10877"/>
                </a:lnTo>
                <a:lnTo>
                  <a:pt x="14624" y="11339"/>
                </a:lnTo>
                <a:lnTo>
                  <a:pt x="14478" y="11339"/>
                </a:lnTo>
                <a:lnTo>
                  <a:pt x="14308" y="11315"/>
                </a:lnTo>
                <a:lnTo>
                  <a:pt x="14114" y="11339"/>
                </a:lnTo>
                <a:lnTo>
                  <a:pt x="13919" y="11363"/>
                </a:lnTo>
                <a:lnTo>
                  <a:pt x="13749" y="11436"/>
                </a:lnTo>
                <a:lnTo>
                  <a:pt x="13724" y="11461"/>
                </a:lnTo>
                <a:lnTo>
                  <a:pt x="13749" y="11485"/>
                </a:lnTo>
                <a:lnTo>
                  <a:pt x="13919" y="11558"/>
                </a:lnTo>
                <a:lnTo>
                  <a:pt x="14089" y="11607"/>
                </a:lnTo>
                <a:lnTo>
                  <a:pt x="14430" y="11655"/>
                </a:lnTo>
                <a:lnTo>
                  <a:pt x="14454" y="11655"/>
                </a:lnTo>
                <a:lnTo>
                  <a:pt x="14211" y="12069"/>
                </a:lnTo>
                <a:lnTo>
                  <a:pt x="13968" y="12069"/>
                </a:lnTo>
                <a:lnTo>
                  <a:pt x="13724" y="12093"/>
                </a:lnTo>
                <a:lnTo>
                  <a:pt x="13603" y="12069"/>
                </a:lnTo>
                <a:lnTo>
                  <a:pt x="13481" y="12045"/>
                </a:lnTo>
                <a:lnTo>
                  <a:pt x="13335" y="12020"/>
                </a:lnTo>
                <a:lnTo>
                  <a:pt x="13213" y="12020"/>
                </a:lnTo>
                <a:lnTo>
                  <a:pt x="13189" y="12045"/>
                </a:lnTo>
                <a:lnTo>
                  <a:pt x="13189" y="12069"/>
                </a:lnTo>
                <a:lnTo>
                  <a:pt x="13189" y="12166"/>
                </a:lnTo>
                <a:lnTo>
                  <a:pt x="13238" y="12239"/>
                </a:lnTo>
                <a:lnTo>
                  <a:pt x="13311" y="12312"/>
                </a:lnTo>
                <a:lnTo>
                  <a:pt x="13408" y="12361"/>
                </a:lnTo>
                <a:lnTo>
                  <a:pt x="13530" y="12385"/>
                </a:lnTo>
                <a:lnTo>
                  <a:pt x="13651" y="12410"/>
                </a:lnTo>
                <a:lnTo>
                  <a:pt x="13943" y="12434"/>
                </a:lnTo>
                <a:lnTo>
                  <a:pt x="13603" y="12823"/>
                </a:lnTo>
                <a:lnTo>
                  <a:pt x="13067" y="12726"/>
                </a:lnTo>
                <a:lnTo>
                  <a:pt x="12848" y="12677"/>
                </a:lnTo>
                <a:lnTo>
                  <a:pt x="12727" y="12677"/>
                </a:lnTo>
                <a:lnTo>
                  <a:pt x="12629" y="12702"/>
                </a:lnTo>
                <a:lnTo>
                  <a:pt x="12605" y="12726"/>
                </a:lnTo>
                <a:lnTo>
                  <a:pt x="12605" y="12775"/>
                </a:lnTo>
                <a:lnTo>
                  <a:pt x="12629" y="12848"/>
                </a:lnTo>
                <a:lnTo>
                  <a:pt x="12678" y="12921"/>
                </a:lnTo>
                <a:lnTo>
                  <a:pt x="12751" y="12969"/>
                </a:lnTo>
                <a:lnTo>
                  <a:pt x="12824" y="13018"/>
                </a:lnTo>
                <a:lnTo>
                  <a:pt x="13043" y="13115"/>
                </a:lnTo>
                <a:lnTo>
                  <a:pt x="13262" y="13164"/>
                </a:lnTo>
                <a:lnTo>
                  <a:pt x="13116" y="13286"/>
                </a:lnTo>
                <a:lnTo>
                  <a:pt x="13067" y="13286"/>
                </a:lnTo>
                <a:lnTo>
                  <a:pt x="12605" y="13261"/>
                </a:lnTo>
                <a:lnTo>
                  <a:pt x="12362" y="13213"/>
                </a:lnTo>
                <a:lnTo>
                  <a:pt x="12240" y="13188"/>
                </a:lnTo>
                <a:lnTo>
                  <a:pt x="12094" y="13188"/>
                </a:lnTo>
                <a:lnTo>
                  <a:pt x="12021" y="13213"/>
                </a:lnTo>
                <a:lnTo>
                  <a:pt x="11997" y="13261"/>
                </a:lnTo>
                <a:lnTo>
                  <a:pt x="11972" y="13334"/>
                </a:lnTo>
                <a:lnTo>
                  <a:pt x="12021" y="13383"/>
                </a:lnTo>
                <a:lnTo>
                  <a:pt x="12143" y="13505"/>
                </a:lnTo>
                <a:lnTo>
                  <a:pt x="12289" y="13578"/>
                </a:lnTo>
                <a:lnTo>
                  <a:pt x="12483" y="13626"/>
                </a:lnTo>
                <a:lnTo>
                  <a:pt x="12654" y="13651"/>
                </a:lnTo>
                <a:lnTo>
                  <a:pt x="12240" y="13943"/>
                </a:lnTo>
                <a:lnTo>
                  <a:pt x="12143" y="13918"/>
                </a:lnTo>
                <a:lnTo>
                  <a:pt x="11680" y="13821"/>
                </a:lnTo>
                <a:lnTo>
                  <a:pt x="11461" y="13772"/>
                </a:lnTo>
                <a:lnTo>
                  <a:pt x="11267" y="13724"/>
                </a:lnTo>
                <a:lnTo>
                  <a:pt x="11218" y="13748"/>
                </a:lnTo>
                <a:lnTo>
                  <a:pt x="11218" y="13821"/>
                </a:lnTo>
                <a:lnTo>
                  <a:pt x="11242" y="13894"/>
                </a:lnTo>
                <a:lnTo>
                  <a:pt x="11315" y="13967"/>
                </a:lnTo>
                <a:lnTo>
                  <a:pt x="11437" y="14064"/>
                </a:lnTo>
                <a:lnTo>
                  <a:pt x="11607" y="14137"/>
                </a:lnTo>
                <a:lnTo>
                  <a:pt x="11802" y="14210"/>
                </a:lnTo>
                <a:lnTo>
                  <a:pt x="11437" y="14381"/>
                </a:lnTo>
                <a:lnTo>
                  <a:pt x="11388" y="14332"/>
                </a:lnTo>
                <a:lnTo>
                  <a:pt x="11315" y="14308"/>
                </a:lnTo>
                <a:lnTo>
                  <a:pt x="11194" y="14259"/>
                </a:lnTo>
                <a:lnTo>
                  <a:pt x="10902" y="14235"/>
                </a:lnTo>
                <a:lnTo>
                  <a:pt x="10634" y="14210"/>
                </a:lnTo>
                <a:lnTo>
                  <a:pt x="10512" y="14210"/>
                </a:lnTo>
                <a:lnTo>
                  <a:pt x="10391" y="14235"/>
                </a:lnTo>
                <a:lnTo>
                  <a:pt x="10366" y="14235"/>
                </a:lnTo>
                <a:lnTo>
                  <a:pt x="10366" y="14283"/>
                </a:lnTo>
                <a:lnTo>
                  <a:pt x="10366" y="14332"/>
                </a:lnTo>
                <a:lnTo>
                  <a:pt x="10391" y="14381"/>
                </a:lnTo>
                <a:lnTo>
                  <a:pt x="10488" y="14478"/>
                </a:lnTo>
                <a:lnTo>
                  <a:pt x="10610" y="14551"/>
                </a:lnTo>
                <a:lnTo>
                  <a:pt x="10731" y="14575"/>
                </a:lnTo>
                <a:lnTo>
                  <a:pt x="10877" y="14624"/>
                </a:lnTo>
                <a:lnTo>
                  <a:pt x="10512" y="14746"/>
                </a:lnTo>
                <a:lnTo>
                  <a:pt x="10318" y="14673"/>
                </a:lnTo>
                <a:lnTo>
                  <a:pt x="10123" y="14624"/>
                </a:lnTo>
                <a:lnTo>
                  <a:pt x="9904" y="14600"/>
                </a:lnTo>
                <a:lnTo>
                  <a:pt x="9807" y="14600"/>
                </a:lnTo>
                <a:lnTo>
                  <a:pt x="9709" y="14648"/>
                </a:lnTo>
                <a:lnTo>
                  <a:pt x="9661" y="14673"/>
                </a:lnTo>
                <a:lnTo>
                  <a:pt x="9685" y="14721"/>
                </a:lnTo>
                <a:lnTo>
                  <a:pt x="9734" y="14794"/>
                </a:lnTo>
                <a:lnTo>
                  <a:pt x="9807" y="14843"/>
                </a:lnTo>
                <a:lnTo>
                  <a:pt x="9928" y="14916"/>
                </a:lnTo>
                <a:lnTo>
                  <a:pt x="9612" y="14989"/>
                </a:lnTo>
                <a:lnTo>
                  <a:pt x="9588" y="14940"/>
                </a:lnTo>
                <a:lnTo>
                  <a:pt x="9539" y="14916"/>
                </a:lnTo>
                <a:lnTo>
                  <a:pt x="9417" y="14867"/>
                </a:lnTo>
                <a:lnTo>
                  <a:pt x="9223" y="14843"/>
                </a:lnTo>
                <a:lnTo>
                  <a:pt x="9150" y="14843"/>
                </a:lnTo>
                <a:lnTo>
                  <a:pt x="9052" y="14867"/>
                </a:lnTo>
                <a:lnTo>
                  <a:pt x="9004" y="14916"/>
                </a:lnTo>
                <a:lnTo>
                  <a:pt x="8979" y="14965"/>
                </a:lnTo>
                <a:lnTo>
                  <a:pt x="8979" y="15013"/>
                </a:lnTo>
                <a:lnTo>
                  <a:pt x="9004" y="15062"/>
                </a:lnTo>
                <a:lnTo>
                  <a:pt x="9004" y="15086"/>
                </a:lnTo>
                <a:lnTo>
                  <a:pt x="8663" y="15135"/>
                </a:lnTo>
                <a:lnTo>
                  <a:pt x="8298" y="15159"/>
                </a:lnTo>
                <a:lnTo>
                  <a:pt x="7227" y="15159"/>
                </a:lnTo>
                <a:lnTo>
                  <a:pt x="6862" y="15111"/>
                </a:lnTo>
                <a:lnTo>
                  <a:pt x="6497" y="15062"/>
                </a:lnTo>
                <a:lnTo>
                  <a:pt x="6157" y="14989"/>
                </a:lnTo>
                <a:lnTo>
                  <a:pt x="5816" y="14916"/>
                </a:lnTo>
                <a:lnTo>
                  <a:pt x="5451" y="14819"/>
                </a:lnTo>
                <a:lnTo>
                  <a:pt x="5135" y="14697"/>
                </a:lnTo>
                <a:lnTo>
                  <a:pt x="4794" y="14575"/>
                </a:lnTo>
                <a:lnTo>
                  <a:pt x="4478" y="14405"/>
                </a:lnTo>
                <a:lnTo>
                  <a:pt x="4162" y="14259"/>
                </a:lnTo>
                <a:lnTo>
                  <a:pt x="3845" y="14064"/>
                </a:lnTo>
                <a:lnTo>
                  <a:pt x="3553" y="13870"/>
                </a:lnTo>
                <a:lnTo>
                  <a:pt x="3286" y="13675"/>
                </a:lnTo>
                <a:lnTo>
                  <a:pt x="3018" y="13456"/>
                </a:lnTo>
                <a:lnTo>
                  <a:pt x="2775" y="13237"/>
                </a:lnTo>
                <a:lnTo>
                  <a:pt x="2531" y="12994"/>
                </a:lnTo>
                <a:lnTo>
                  <a:pt x="2312" y="12775"/>
                </a:lnTo>
                <a:lnTo>
                  <a:pt x="2118" y="12507"/>
                </a:lnTo>
                <a:lnTo>
                  <a:pt x="1899" y="12239"/>
                </a:lnTo>
                <a:lnTo>
                  <a:pt x="1728" y="11972"/>
                </a:lnTo>
                <a:lnTo>
                  <a:pt x="1558" y="11704"/>
                </a:lnTo>
                <a:lnTo>
                  <a:pt x="1412" y="11412"/>
                </a:lnTo>
                <a:lnTo>
                  <a:pt x="1266" y="11120"/>
                </a:lnTo>
                <a:lnTo>
                  <a:pt x="1144" y="10828"/>
                </a:lnTo>
                <a:lnTo>
                  <a:pt x="1047" y="10512"/>
                </a:lnTo>
                <a:lnTo>
                  <a:pt x="950" y="10195"/>
                </a:lnTo>
                <a:lnTo>
                  <a:pt x="877" y="9879"/>
                </a:lnTo>
                <a:lnTo>
                  <a:pt x="828" y="9538"/>
                </a:lnTo>
                <a:lnTo>
                  <a:pt x="779" y="9003"/>
                </a:lnTo>
                <a:lnTo>
                  <a:pt x="755" y="8468"/>
                </a:lnTo>
                <a:lnTo>
                  <a:pt x="755" y="7933"/>
                </a:lnTo>
                <a:lnTo>
                  <a:pt x="779" y="7397"/>
                </a:lnTo>
                <a:lnTo>
                  <a:pt x="852" y="6862"/>
                </a:lnTo>
                <a:lnTo>
                  <a:pt x="950" y="6351"/>
                </a:lnTo>
                <a:lnTo>
                  <a:pt x="1096" y="5840"/>
                </a:lnTo>
                <a:lnTo>
                  <a:pt x="1266" y="5353"/>
                </a:lnTo>
                <a:lnTo>
                  <a:pt x="1388" y="5061"/>
                </a:lnTo>
                <a:lnTo>
                  <a:pt x="1558" y="4745"/>
                </a:lnTo>
                <a:lnTo>
                  <a:pt x="1753" y="4404"/>
                </a:lnTo>
                <a:lnTo>
                  <a:pt x="1996" y="4064"/>
                </a:lnTo>
                <a:lnTo>
                  <a:pt x="2264" y="3699"/>
                </a:lnTo>
                <a:lnTo>
                  <a:pt x="2556" y="3334"/>
                </a:lnTo>
                <a:lnTo>
                  <a:pt x="2896" y="2944"/>
                </a:lnTo>
                <a:lnTo>
                  <a:pt x="3261" y="2604"/>
                </a:lnTo>
                <a:lnTo>
                  <a:pt x="3651" y="2263"/>
                </a:lnTo>
                <a:lnTo>
                  <a:pt x="4089" y="1922"/>
                </a:lnTo>
                <a:lnTo>
                  <a:pt x="4527" y="1630"/>
                </a:lnTo>
                <a:lnTo>
                  <a:pt x="5013" y="1363"/>
                </a:lnTo>
                <a:lnTo>
                  <a:pt x="5524" y="1144"/>
                </a:lnTo>
                <a:lnTo>
                  <a:pt x="6035" y="974"/>
                </a:lnTo>
                <a:lnTo>
                  <a:pt x="6327" y="925"/>
                </a:lnTo>
                <a:lnTo>
                  <a:pt x="6595" y="876"/>
                </a:lnTo>
                <a:lnTo>
                  <a:pt x="6887" y="828"/>
                </a:lnTo>
                <a:lnTo>
                  <a:pt x="7179" y="803"/>
                </a:lnTo>
                <a:lnTo>
                  <a:pt x="7544" y="779"/>
                </a:lnTo>
                <a:lnTo>
                  <a:pt x="7933" y="730"/>
                </a:lnTo>
                <a:lnTo>
                  <a:pt x="8322" y="682"/>
                </a:lnTo>
                <a:close/>
                <a:moveTo>
                  <a:pt x="8152" y="0"/>
                </a:moveTo>
                <a:lnTo>
                  <a:pt x="7763" y="25"/>
                </a:lnTo>
                <a:lnTo>
                  <a:pt x="7373" y="73"/>
                </a:lnTo>
                <a:lnTo>
                  <a:pt x="7081" y="49"/>
                </a:lnTo>
                <a:lnTo>
                  <a:pt x="6789" y="49"/>
                </a:lnTo>
                <a:lnTo>
                  <a:pt x="6473" y="73"/>
                </a:lnTo>
                <a:lnTo>
                  <a:pt x="6157" y="146"/>
                </a:lnTo>
                <a:lnTo>
                  <a:pt x="5841" y="219"/>
                </a:lnTo>
                <a:lnTo>
                  <a:pt x="5549" y="317"/>
                </a:lnTo>
                <a:lnTo>
                  <a:pt x="5232" y="438"/>
                </a:lnTo>
                <a:lnTo>
                  <a:pt x="4916" y="560"/>
                </a:lnTo>
                <a:lnTo>
                  <a:pt x="4332" y="876"/>
                </a:lnTo>
                <a:lnTo>
                  <a:pt x="3748" y="1217"/>
                </a:lnTo>
                <a:lnTo>
                  <a:pt x="3237" y="1606"/>
                </a:lnTo>
                <a:lnTo>
                  <a:pt x="2775" y="1995"/>
                </a:lnTo>
                <a:lnTo>
                  <a:pt x="2507" y="2239"/>
                </a:lnTo>
                <a:lnTo>
                  <a:pt x="2264" y="2482"/>
                </a:lnTo>
                <a:lnTo>
                  <a:pt x="2045" y="2725"/>
                </a:lnTo>
                <a:lnTo>
                  <a:pt x="1826" y="2993"/>
                </a:lnTo>
                <a:lnTo>
                  <a:pt x="1631" y="3261"/>
                </a:lnTo>
                <a:lnTo>
                  <a:pt x="1461" y="3528"/>
                </a:lnTo>
                <a:lnTo>
                  <a:pt x="1120" y="4088"/>
                </a:lnTo>
                <a:lnTo>
                  <a:pt x="852" y="4696"/>
                </a:lnTo>
                <a:lnTo>
                  <a:pt x="609" y="5305"/>
                </a:lnTo>
                <a:lnTo>
                  <a:pt x="414" y="5962"/>
                </a:lnTo>
                <a:lnTo>
                  <a:pt x="220" y="6643"/>
                </a:lnTo>
                <a:lnTo>
                  <a:pt x="122" y="7008"/>
                </a:lnTo>
                <a:lnTo>
                  <a:pt x="74" y="7373"/>
                </a:lnTo>
                <a:lnTo>
                  <a:pt x="25" y="7738"/>
                </a:lnTo>
                <a:lnTo>
                  <a:pt x="1" y="8103"/>
                </a:lnTo>
                <a:lnTo>
                  <a:pt x="1" y="8468"/>
                </a:lnTo>
                <a:lnTo>
                  <a:pt x="25" y="8809"/>
                </a:lnTo>
                <a:lnTo>
                  <a:pt x="49" y="9174"/>
                </a:lnTo>
                <a:lnTo>
                  <a:pt x="98" y="9514"/>
                </a:lnTo>
                <a:lnTo>
                  <a:pt x="195" y="9879"/>
                </a:lnTo>
                <a:lnTo>
                  <a:pt x="268" y="10220"/>
                </a:lnTo>
                <a:lnTo>
                  <a:pt x="390" y="10560"/>
                </a:lnTo>
                <a:lnTo>
                  <a:pt x="512" y="10901"/>
                </a:lnTo>
                <a:lnTo>
                  <a:pt x="658" y="11242"/>
                </a:lnTo>
                <a:lnTo>
                  <a:pt x="804" y="11582"/>
                </a:lnTo>
                <a:lnTo>
                  <a:pt x="1169" y="12264"/>
                </a:lnTo>
                <a:lnTo>
                  <a:pt x="1388" y="12629"/>
                </a:lnTo>
                <a:lnTo>
                  <a:pt x="1631" y="12994"/>
                </a:lnTo>
                <a:lnTo>
                  <a:pt x="1899" y="13334"/>
                </a:lnTo>
                <a:lnTo>
                  <a:pt x="2166" y="13651"/>
                </a:lnTo>
                <a:lnTo>
                  <a:pt x="2434" y="13943"/>
                </a:lnTo>
                <a:lnTo>
                  <a:pt x="2750" y="14235"/>
                </a:lnTo>
                <a:lnTo>
                  <a:pt x="3042" y="14502"/>
                </a:lnTo>
                <a:lnTo>
                  <a:pt x="3383" y="14746"/>
                </a:lnTo>
                <a:lnTo>
                  <a:pt x="3699" y="14965"/>
                </a:lnTo>
                <a:lnTo>
                  <a:pt x="4064" y="15159"/>
                </a:lnTo>
                <a:lnTo>
                  <a:pt x="4429" y="15354"/>
                </a:lnTo>
                <a:lnTo>
                  <a:pt x="4794" y="15500"/>
                </a:lnTo>
                <a:lnTo>
                  <a:pt x="5184" y="15622"/>
                </a:lnTo>
                <a:lnTo>
                  <a:pt x="5597" y="15743"/>
                </a:lnTo>
                <a:lnTo>
                  <a:pt x="6011" y="15816"/>
                </a:lnTo>
                <a:lnTo>
                  <a:pt x="6424" y="15889"/>
                </a:lnTo>
                <a:lnTo>
                  <a:pt x="6862" y="15914"/>
                </a:lnTo>
                <a:lnTo>
                  <a:pt x="7300" y="15938"/>
                </a:lnTo>
                <a:lnTo>
                  <a:pt x="7738" y="15938"/>
                </a:lnTo>
                <a:lnTo>
                  <a:pt x="8152" y="15914"/>
                </a:lnTo>
                <a:lnTo>
                  <a:pt x="8590" y="15889"/>
                </a:lnTo>
                <a:lnTo>
                  <a:pt x="9004" y="15841"/>
                </a:lnTo>
                <a:lnTo>
                  <a:pt x="9442" y="15768"/>
                </a:lnTo>
                <a:lnTo>
                  <a:pt x="9855" y="15670"/>
                </a:lnTo>
                <a:lnTo>
                  <a:pt x="10245" y="15573"/>
                </a:lnTo>
                <a:lnTo>
                  <a:pt x="10658" y="15451"/>
                </a:lnTo>
                <a:lnTo>
                  <a:pt x="11048" y="15305"/>
                </a:lnTo>
                <a:lnTo>
                  <a:pt x="11461" y="15135"/>
                </a:lnTo>
                <a:lnTo>
                  <a:pt x="11826" y="14940"/>
                </a:lnTo>
                <a:lnTo>
                  <a:pt x="12216" y="14721"/>
                </a:lnTo>
                <a:lnTo>
                  <a:pt x="12581" y="14478"/>
                </a:lnTo>
                <a:lnTo>
                  <a:pt x="12921" y="14235"/>
                </a:lnTo>
                <a:lnTo>
                  <a:pt x="13286" y="13943"/>
                </a:lnTo>
                <a:lnTo>
                  <a:pt x="13603" y="13651"/>
                </a:lnTo>
                <a:lnTo>
                  <a:pt x="13895" y="13334"/>
                </a:lnTo>
                <a:lnTo>
                  <a:pt x="14187" y="13018"/>
                </a:lnTo>
                <a:lnTo>
                  <a:pt x="14454" y="12702"/>
                </a:lnTo>
                <a:lnTo>
                  <a:pt x="14697" y="12361"/>
                </a:lnTo>
                <a:lnTo>
                  <a:pt x="14916" y="11996"/>
                </a:lnTo>
                <a:lnTo>
                  <a:pt x="15111" y="11631"/>
                </a:lnTo>
                <a:lnTo>
                  <a:pt x="15135" y="11631"/>
                </a:lnTo>
                <a:lnTo>
                  <a:pt x="15160" y="11582"/>
                </a:lnTo>
                <a:lnTo>
                  <a:pt x="15160" y="11534"/>
                </a:lnTo>
                <a:lnTo>
                  <a:pt x="15330" y="11096"/>
                </a:lnTo>
                <a:lnTo>
                  <a:pt x="15500" y="10658"/>
                </a:lnTo>
                <a:lnTo>
                  <a:pt x="15622" y="10195"/>
                </a:lnTo>
                <a:lnTo>
                  <a:pt x="15719" y="9733"/>
                </a:lnTo>
                <a:lnTo>
                  <a:pt x="15744" y="9709"/>
                </a:lnTo>
                <a:lnTo>
                  <a:pt x="15768" y="9684"/>
                </a:lnTo>
                <a:lnTo>
                  <a:pt x="15792" y="9636"/>
                </a:lnTo>
                <a:lnTo>
                  <a:pt x="15768" y="9611"/>
                </a:lnTo>
                <a:lnTo>
                  <a:pt x="15744" y="9563"/>
                </a:lnTo>
                <a:lnTo>
                  <a:pt x="15792" y="9174"/>
                </a:lnTo>
                <a:lnTo>
                  <a:pt x="15841" y="8760"/>
                </a:lnTo>
                <a:lnTo>
                  <a:pt x="15841" y="8371"/>
                </a:lnTo>
                <a:lnTo>
                  <a:pt x="15817" y="7957"/>
                </a:lnTo>
                <a:lnTo>
                  <a:pt x="15744" y="7105"/>
                </a:lnTo>
                <a:lnTo>
                  <a:pt x="15671" y="6667"/>
                </a:lnTo>
                <a:lnTo>
                  <a:pt x="15598" y="6254"/>
                </a:lnTo>
                <a:lnTo>
                  <a:pt x="15525" y="5840"/>
                </a:lnTo>
                <a:lnTo>
                  <a:pt x="15403" y="5426"/>
                </a:lnTo>
                <a:lnTo>
                  <a:pt x="15281" y="5013"/>
                </a:lnTo>
                <a:lnTo>
                  <a:pt x="15160" y="4623"/>
                </a:lnTo>
                <a:lnTo>
                  <a:pt x="14989" y="4234"/>
                </a:lnTo>
                <a:lnTo>
                  <a:pt x="14819" y="3845"/>
                </a:lnTo>
                <a:lnTo>
                  <a:pt x="14624" y="3480"/>
                </a:lnTo>
                <a:lnTo>
                  <a:pt x="14405" y="3115"/>
                </a:lnTo>
                <a:lnTo>
                  <a:pt x="14162" y="2774"/>
                </a:lnTo>
                <a:lnTo>
                  <a:pt x="13895" y="2458"/>
                </a:lnTo>
                <a:lnTo>
                  <a:pt x="13603" y="2141"/>
                </a:lnTo>
                <a:lnTo>
                  <a:pt x="13286" y="1849"/>
                </a:lnTo>
                <a:lnTo>
                  <a:pt x="12970" y="1582"/>
                </a:lnTo>
                <a:lnTo>
                  <a:pt x="12654" y="1363"/>
                </a:lnTo>
                <a:lnTo>
                  <a:pt x="12313" y="1144"/>
                </a:lnTo>
                <a:lnTo>
                  <a:pt x="11948" y="949"/>
                </a:lnTo>
                <a:lnTo>
                  <a:pt x="11607" y="779"/>
                </a:lnTo>
                <a:lnTo>
                  <a:pt x="11218" y="609"/>
                </a:lnTo>
                <a:lnTo>
                  <a:pt x="10853" y="487"/>
                </a:lnTo>
                <a:lnTo>
                  <a:pt x="10464" y="365"/>
                </a:lnTo>
                <a:lnTo>
                  <a:pt x="10099" y="268"/>
                </a:lnTo>
                <a:lnTo>
                  <a:pt x="9709" y="171"/>
                </a:lnTo>
                <a:lnTo>
                  <a:pt x="9320" y="98"/>
                </a:lnTo>
                <a:lnTo>
                  <a:pt x="8931" y="49"/>
                </a:lnTo>
                <a:lnTo>
                  <a:pt x="8541" y="25"/>
                </a:lnTo>
                <a:lnTo>
                  <a:pt x="815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22" name="Google Shape;822;p39"/>
          <p:cNvSpPr/>
          <p:nvPr/>
        </p:nvSpPr>
        <p:spPr>
          <a:xfrm>
            <a:off x="1469663" y="2092739"/>
            <a:ext cx="346205" cy="348325"/>
          </a:xfrm>
          <a:custGeom>
            <a:avLst/>
            <a:gdLst/>
            <a:ahLst/>
            <a:cxnLst/>
            <a:rect l="l" t="t" r="r" b="b"/>
            <a:pathLst>
              <a:path w="15841" h="15938" extrusionOk="0">
                <a:moveTo>
                  <a:pt x="4502" y="7470"/>
                </a:moveTo>
                <a:lnTo>
                  <a:pt x="4575" y="7495"/>
                </a:lnTo>
                <a:lnTo>
                  <a:pt x="4648" y="7543"/>
                </a:lnTo>
                <a:lnTo>
                  <a:pt x="4696" y="7616"/>
                </a:lnTo>
                <a:lnTo>
                  <a:pt x="4721" y="7714"/>
                </a:lnTo>
                <a:lnTo>
                  <a:pt x="4721" y="7787"/>
                </a:lnTo>
                <a:lnTo>
                  <a:pt x="4696" y="7908"/>
                </a:lnTo>
                <a:lnTo>
                  <a:pt x="4623" y="7981"/>
                </a:lnTo>
                <a:lnTo>
                  <a:pt x="4550" y="8054"/>
                </a:lnTo>
                <a:lnTo>
                  <a:pt x="4429" y="8079"/>
                </a:lnTo>
                <a:lnTo>
                  <a:pt x="4307" y="8054"/>
                </a:lnTo>
                <a:lnTo>
                  <a:pt x="4234" y="7981"/>
                </a:lnTo>
                <a:lnTo>
                  <a:pt x="4161" y="7908"/>
                </a:lnTo>
                <a:lnTo>
                  <a:pt x="4137" y="7787"/>
                </a:lnTo>
                <a:lnTo>
                  <a:pt x="4161" y="7665"/>
                </a:lnTo>
                <a:lnTo>
                  <a:pt x="4234" y="7543"/>
                </a:lnTo>
                <a:lnTo>
                  <a:pt x="4307" y="7495"/>
                </a:lnTo>
                <a:lnTo>
                  <a:pt x="4404" y="7470"/>
                </a:lnTo>
                <a:close/>
                <a:moveTo>
                  <a:pt x="10877" y="7470"/>
                </a:moveTo>
                <a:lnTo>
                  <a:pt x="10950" y="7495"/>
                </a:lnTo>
                <a:lnTo>
                  <a:pt x="11023" y="7543"/>
                </a:lnTo>
                <a:lnTo>
                  <a:pt x="11071" y="7616"/>
                </a:lnTo>
                <a:lnTo>
                  <a:pt x="11096" y="7714"/>
                </a:lnTo>
                <a:lnTo>
                  <a:pt x="11096" y="7787"/>
                </a:lnTo>
                <a:lnTo>
                  <a:pt x="11071" y="7908"/>
                </a:lnTo>
                <a:lnTo>
                  <a:pt x="10998" y="7981"/>
                </a:lnTo>
                <a:lnTo>
                  <a:pt x="10926" y="8054"/>
                </a:lnTo>
                <a:lnTo>
                  <a:pt x="10804" y="8079"/>
                </a:lnTo>
                <a:lnTo>
                  <a:pt x="10682" y="8054"/>
                </a:lnTo>
                <a:lnTo>
                  <a:pt x="10609" y="7981"/>
                </a:lnTo>
                <a:lnTo>
                  <a:pt x="10536" y="7908"/>
                </a:lnTo>
                <a:lnTo>
                  <a:pt x="10512" y="7787"/>
                </a:lnTo>
                <a:lnTo>
                  <a:pt x="10536" y="7665"/>
                </a:lnTo>
                <a:lnTo>
                  <a:pt x="10609" y="7543"/>
                </a:lnTo>
                <a:lnTo>
                  <a:pt x="10682" y="7495"/>
                </a:lnTo>
                <a:lnTo>
                  <a:pt x="10780" y="7470"/>
                </a:lnTo>
                <a:close/>
                <a:moveTo>
                  <a:pt x="4477" y="7081"/>
                </a:moveTo>
                <a:lnTo>
                  <a:pt x="4307" y="7105"/>
                </a:lnTo>
                <a:lnTo>
                  <a:pt x="4137" y="7178"/>
                </a:lnTo>
                <a:lnTo>
                  <a:pt x="4015" y="7300"/>
                </a:lnTo>
                <a:lnTo>
                  <a:pt x="3893" y="7446"/>
                </a:lnTo>
                <a:lnTo>
                  <a:pt x="3820" y="7568"/>
                </a:lnTo>
                <a:lnTo>
                  <a:pt x="3772" y="7714"/>
                </a:lnTo>
                <a:lnTo>
                  <a:pt x="3723" y="7835"/>
                </a:lnTo>
                <a:lnTo>
                  <a:pt x="3723" y="7981"/>
                </a:lnTo>
                <a:lnTo>
                  <a:pt x="3674" y="8225"/>
                </a:lnTo>
                <a:lnTo>
                  <a:pt x="3674" y="8395"/>
                </a:lnTo>
                <a:lnTo>
                  <a:pt x="3723" y="8565"/>
                </a:lnTo>
                <a:lnTo>
                  <a:pt x="3772" y="8711"/>
                </a:lnTo>
                <a:lnTo>
                  <a:pt x="3869" y="8833"/>
                </a:lnTo>
                <a:lnTo>
                  <a:pt x="3966" y="8955"/>
                </a:lnTo>
                <a:lnTo>
                  <a:pt x="4088" y="9028"/>
                </a:lnTo>
                <a:lnTo>
                  <a:pt x="4234" y="9101"/>
                </a:lnTo>
                <a:lnTo>
                  <a:pt x="4404" y="9149"/>
                </a:lnTo>
                <a:lnTo>
                  <a:pt x="4599" y="9174"/>
                </a:lnTo>
                <a:lnTo>
                  <a:pt x="4769" y="9149"/>
                </a:lnTo>
                <a:lnTo>
                  <a:pt x="4940" y="9101"/>
                </a:lnTo>
                <a:lnTo>
                  <a:pt x="5086" y="9028"/>
                </a:lnTo>
                <a:lnTo>
                  <a:pt x="5207" y="8930"/>
                </a:lnTo>
                <a:lnTo>
                  <a:pt x="5329" y="8809"/>
                </a:lnTo>
                <a:lnTo>
                  <a:pt x="5426" y="8663"/>
                </a:lnTo>
                <a:lnTo>
                  <a:pt x="5499" y="8517"/>
                </a:lnTo>
                <a:lnTo>
                  <a:pt x="5548" y="8346"/>
                </a:lnTo>
                <a:lnTo>
                  <a:pt x="5572" y="8176"/>
                </a:lnTo>
                <a:lnTo>
                  <a:pt x="5548" y="8006"/>
                </a:lnTo>
                <a:lnTo>
                  <a:pt x="5524" y="7835"/>
                </a:lnTo>
                <a:lnTo>
                  <a:pt x="5475" y="7689"/>
                </a:lnTo>
                <a:lnTo>
                  <a:pt x="5402" y="7519"/>
                </a:lnTo>
                <a:lnTo>
                  <a:pt x="5280" y="7397"/>
                </a:lnTo>
                <a:lnTo>
                  <a:pt x="5134" y="7251"/>
                </a:lnTo>
                <a:lnTo>
                  <a:pt x="4988" y="7154"/>
                </a:lnTo>
                <a:lnTo>
                  <a:pt x="4818" y="7105"/>
                </a:lnTo>
                <a:lnTo>
                  <a:pt x="4648" y="7081"/>
                </a:lnTo>
                <a:close/>
                <a:moveTo>
                  <a:pt x="10853" y="7081"/>
                </a:moveTo>
                <a:lnTo>
                  <a:pt x="10682" y="7105"/>
                </a:lnTo>
                <a:lnTo>
                  <a:pt x="10512" y="7178"/>
                </a:lnTo>
                <a:lnTo>
                  <a:pt x="10390" y="7300"/>
                </a:lnTo>
                <a:lnTo>
                  <a:pt x="10269" y="7446"/>
                </a:lnTo>
                <a:lnTo>
                  <a:pt x="10196" y="7568"/>
                </a:lnTo>
                <a:lnTo>
                  <a:pt x="10147" y="7714"/>
                </a:lnTo>
                <a:lnTo>
                  <a:pt x="10098" y="7835"/>
                </a:lnTo>
                <a:lnTo>
                  <a:pt x="10098" y="7981"/>
                </a:lnTo>
                <a:lnTo>
                  <a:pt x="10050" y="8225"/>
                </a:lnTo>
                <a:lnTo>
                  <a:pt x="10050" y="8395"/>
                </a:lnTo>
                <a:lnTo>
                  <a:pt x="10098" y="8565"/>
                </a:lnTo>
                <a:lnTo>
                  <a:pt x="10147" y="8711"/>
                </a:lnTo>
                <a:lnTo>
                  <a:pt x="10244" y="8833"/>
                </a:lnTo>
                <a:lnTo>
                  <a:pt x="10342" y="8955"/>
                </a:lnTo>
                <a:lnTo>
                  <a:pt x="10463" y="9028"/>
                </a:lnTo>
                <a:lnTo>
                  <a:pt x="10609" y="9101"/>
                </a:lnTo>
                <a:lnTo>
                  <a:pt x="10780" y="9149"/>
                </a:lnTo>
                <a:lnTo>
                  <a:pt x="10974" y="9174"/>
                </a:lnTo>
                <a:lnTo>
                  <a:pt x="11144" y="9149"/>
                </a:lnTo>
                <a:lnTo>
                  <a:pt x="11315" y="9101"/>
                </a:lnTo>
                <a:lnTo>
                  <a:pt x="11461" y="9028"/>
                </a:lnTo>
                <a:lnTo>
                  <a:pt x="11582" y="8930"/>
                </a:lnTo>
                <a:lnTo>
                  <a:pt x="11704" y="8809"/>
                </a:lnTo>
                <a:lnTo>
                  <a:pt x="11801" y="8663"/>
                </a:lnTo>
                <a:lnTo>
                  <a:pt x="11874" y="8517"/>
                </a:lnTo>
                <a:lnTo>
                  <a:pt x="11923" y="8346"/>
                </a:lnTo>
                <a:lnTo>
                  <a:pt x="11947" y="8176"/>
                </a:lnTo>
                <a:lnTo>
                  <a:pt x="11923" y="8006"/>
                </a:lnTo>
                <a:lnTo>
                  <a:pt x="11899" y="7835"/>
                </a:lnTo>
                <a:lnTo>
                  <a:pt x="11850" y="7689"/>
                </a:lnTo>
                <a:lnTo>
                  <a:pt x="11777" y="7519"/>
                </a:lnTo>
                <a:lnTo>
                  <a:pt x="11655" y="7397"/>
                </a:lnTo>
                <a:lnTo>
                  <a:pt x="11509" y="7251"/>
                </a:lnTo>
                <a:lnTo>
                  <a:pt x="11363" y="7154"/>
                </a:lnTo>
                <a:lnTo>
                  <a:pt x="11193" y="7105"/>
                </a:lnTo>
                <a:lnTo>
                  <a:pt x="11023" y="7081"/>
                </a:lnTo>
                <a:close/>
                <a:moveTo>
                  <a:pt x="7787" y="10244"/>
                </a:moveTo>
                <a:lnTo>
                  <a:pt x="7470" y="10268"/>
                </a:lnTo>
                <a:lnTo>
                  <a:pt x="7154" y="10293"/>
                </a:lnTo>
                <a:lnTo>
                  <a:pt x="6643" y="10390"/>
                </a:lnTo>
                <a:lnTo>
                  <a:pt x="6132" y="10536"/>
                </a:lnTo>
                <a:lnTo>
                  <a:pt x="5645" y="10731"/>
                </a:lnTo>
                <a:lnTo>
                  <a:pt x="5159" y="10950"/>
                </a:lnTo>
                <a:lnTo>
                  <a:pt x="4745" y="11144"/>
                </a:lnTo>
                <a:lnTo>
                  <a:pt x="4502" y="11266"/>
                </a:lnTo>
                <a:lnTo>
                  <a:pt x="4283" y="11388"/>
                </a:lnTo>
                <a:lnTo>
                  <a:pt x="4088" y="11534"/>
                </a:lnTo>
                <a:lnTo>
                  <a:pt x="3918" y="11704"/>
                </a:lnTo>
                <a:lnTo>
                  <a:pt x="3772" y="11899"/>
                </a:lnTo>
                <a:lnTo>
                  <a:pt x="3723" y="11996"/>
                </a:lnTo>
                <a:lnTo>
                  <a:pt x="3699" y="12118"/>
                </a:lnTo>
                <a:lnTo>
                  <a:pt x="3699" y="12166"/>
                </a:lnTo>
                <a:lnTo>
                  <a:pt x="3699" y="12239"/>
                </a:lnTo>
                <a:lnTo>
                  <a:pt x="3747" y="12288"/>
                </a:lnTo>
                <a:lnTo>
                  <a:pt x="3796" y="12312"/>
                </a:lnTo>
                <a:lnTo>
                  <a:pt x="3918" y="12312"/>
                </a:lnTo>
                <a:lnTo>
                  <a:pt x="3966" y="12288"/>
                </a:lnTo>
                <a:lnTo>
                  <a:pt x="4015" y="12239"/>
                </a:lnTo>
                <a:lnTo>
                  <a:pt x="4161" y="12093"/>
                </a:lnTo>
                <a:lnTo>
                  <a:pt x="4307" y="11947"/>
                </a:lnTo>
                <a:lnTo>
                  <a:pt x="4502" y="11826"/>
                </a:lnTo>
                <a:lnTo>
                  <a:pt x="4721" y="11704"/>
                </a:lnTo>
                <a:lnTo>
                  <a:pt x="5134" y="11509"/>
                </a:lnTo>
                <a:lnTo>
                  <a:pt x="5524" y="11339"/>
                </a:lnTo>
                <a:lnTo>
                  <a:pt x="5937" y="11169"/>
                </a:lnTo>
                <a:lnTo>
                  <a:pt x="6375" y="11023"/>
                </a:lnTo>
                <a:lnTo>
                  <a:pt x="6813" y="10901"/>
                </a:lnTo>
                <a:lnTo>
                  <a:pt x="7032" y="10852"/>
                </a:lnTo>
                <a:lnTo>
                  <a:pt x="7276" y="10828"/>
                </a:lnTo>
                <a:lnTo>
                  <a:pt x="7835" y="10804"/>
                </a:lnTo>
                <a:lnTo>
                  <a:pt x="8419" y="10828"/>
                </a:lnTo>
                <a:lnTo>
                  <a:pt x="9003" y="10901"/>
                </a:lnTo>
                <a:lnTo>
                  <a:pt x="9295" y="10950"/>
                </a:lnTo>
                <a:lnTo>
                  <a:pt x="9587" y="11023"/>
                </a:lnTo>
                <a:lnTo>
                  <a:pt x="9879" y="11120"/>
                </a:lnTo>
                <a:lnTo>
                  <a:pt x="10147" y="11242"/>
                </a:lnTo>
                <a:lnTo>
                  <a:pt x="10415" y="11363"/>
                </a:lnTo>
                <a:lnTo>
                  <a:pt x="10658" y="11509"/>
                </a:lnTo>
                <a:lnTo>
                  <a:pt x="10901" y="11655"/>
                </a:lnTo>
                <a:lnTo>
                  <a:pt x="11120" y="11850"/>
                </a:lnTo>
                <a:lnTo>
                  <a:pt x="11315" y="12045"/>
                </a:lnTo>
                <a:lnTo>
                  <a:pt x="11485" y="12288"/>
                </a:lnTo>
                <a:lnTo>
                  <a:pt x="11582" y="12361"/>
                </a:lnTo>
                <a:lnTo>
                  <a:pt x="11680" y="12410"/>
                </a:lnTo>
                <a:lnTo>
                  <a:pt x="11777" y="12410"/>
                </a:lnTo>
                <a:lnTo>
                  <a:pt x="11874" y="12361"/>
                </a:lnTo>
                <a:lnTo>
                  <a:pt x="11947" y="12288"/>
                </a:lnTo>
                <a:lnTo>
                  <a:pt x="11996" y="12215"/>
                </a:lnTo>
                <a:lnTo>
                  <a:pt x="12020" y="12118"/>
                </a:lnTo>
                <a:lnTo>
                  <a:pt x="11972" y="12020"/>
                </a:lnTo>
                <a:lnTo>
                  <a:pt x="11753" y="11753"/>
                </a:lnTo>
                <a:lnTo>
                  <a:pt x="11534" y="11509"/>
                </a:lnTo>
                <a:lnTo>
                  <a:pt x="11290" y="11290"/>
                </a:lnTo>
                <a:lnTo>
                  <a:pt x="11023" y="11096"/>
                </a:lnTo>
                <a:lnTo>
                  <a:pt x="10731" y="10925"/>
                </a:lnTo>
                <a:lnTo>
                  <a:pt x="10439" y="10779"/>
                </a:lnTo>
                <a:lnTo>
                  <a:pt x="10123" y="10633"/>
                </a:lnTo>
                <a:lnTo>
                  <a:pt x="9806" y="10536"/>
                </a:lnTo>
                <a:lnTo>
                  <a:pt x="9466" y="10439"/>
                </a:lnTo>
                <a:lnTo>
                  <a:pt x="9149" y="10366"/>
                </a:lnTo>
                <a:lnTo>
                  <a:pt x="8809" y="10317"/>
                </a:lnTo>
                <a:lnTo>
                  <a:pt x="8468" y="10268"/>
                </a:lnTo>
                <a:lnTo>
                  <a:pt x="8127" y="10244"/>
                </a:lnTo>
                <a:close/>
                <a:moveTo>
                  <a:pt x="8517" y="682"/>
                </a:moveTo>
                <a:lnTo>
                  <a:pt x="8663" y="706"/>
                </a:lnTo>
                <a:lnTo>
                  <a:pt x="9125" y="755"/>
                </a:lnTo>
                <a:lnTo>
                  <a:pt x="9563" y="803"/>
                </a:lnTo>
                <a:lnTo>
                  <a:pt x="10001" y="901"/>
                </a:lnTo>
                <a:lnTo>
                  <a:pt x="10439" y="1022"/>
                </a:lnTo>
                <a:lnTo>
                  <a:pt x="10780" y="1120"/>
                </a:lnTo>
                <a:lnTo>
                  <a:pt x="11120" y="1241"/>
                </a:lnTo>
                <a:lnTo>
                  <a:pt x="11461" y="1411"/>
                </a:lnTo>
                <a:lnTo>
                  <a:pt x="11777" y="1557"/>
                </a:lnTo>
                <a:lnTo>
                  <a:pt x="11777" y="1582"/>
                </a:lnTo>
                <a:lnTo>
                  <a:pt x="11728" y="1655"/>
                </a:lnTo>
                <a:lnTo>
                  <a:pt x="11753" y="1752"/>
                </a:lnTo>
                <a:lnTo>
                  <a:pt x="11777" y="1801"/>
                </a:lnTo>
                <a:lnTo>
                  <a:pt x="11826" y="1825"/>
                </a:lnTo>
                <a:lnTo>
                  <a:pt x="11899" y="1825"/>
                </a:lnTo>
                <a:lnTo>
                  <a:pt x="11972" y="1776"/>
                </a:lnTo>
                <a:lnTo>
                  <a:pt x="11996" y="1752"/>
                </a:lnTo>
                <a:lnTo>
                  <a:pt x="12020" y="1728"/>
                </a:lnTo>
                <a:lnTo>
                  <a:pt x="12045" y="1728"/>
                </a:lnTo>
                <a:lnTo>
                  <a:pt x="12142" y="1801"/>
                </a:lnTo>
                <a:lnTo>
                  <a:pt x="12118" y="1874"/>
                </a:lnTo>
                <a:lnTo>
                  <a:pt x="12093" y="1947"/>
                </a:lnTo>
                <a:lnTo>
                  <a:pt x="12118" y="1995"/>
                </a:lnTo>
                <a:lnTo>
                  <a:pt x="12142" y="2020"/>
                </a:lnTo>
                <a:lnTo>
                  <a:pt x="12191" y="2044"/>
                </a:lnTo>
                <a:lnTo>
                  <a:pt x="12215" y="2020"/>
                </a:lnTo>
                <a:lnTo>
                  <a:pt x="12264" y="1995"/>
                </a:lnTo>
                <a:lnTo>
                  <a:pt x="12337" y="1922"/>
                </a:lnTo>
                <a:lnTo>
                  <a:pt x="12556" y="2068"/>
                </a:lnTo>
                <a:lnTo>
                  <a:pt x="12507" y="2190"/>
                </a:lnTo>
                <a:lnTo>
                  <a:pt x="12507" y="2239"/>
                </a:lnTo>
                <a:lnTo>
                  <a:pt x="12507" y="2336"/>
                </a:lnTo>
                <a:lnTo>
                  <a:pt x="12531" y="2385"/>
                </a:lnTo>
                <a:lnTo>
                  <a:pt x="12556" y="2409"/>
                </a:lnTo>
                <a:lnTo>
                  <a:pt x="12604" y="2409"/>
                </a:lnTo>
                <a:lnTo>
                  <a:pt x="12653" y="2385"/>
                </a:lnTo>
                <a:lnTo>
                  <a:pt x="12702" y="2360"/>
                </a:lnTo>
                <a:lnTo>
                  <a:pt x="12750" y="2287"/>
                </a:lnTo>
                <a:lnTo>
                  <a:pt x="12775" y="2239"/>
                </a:lnTo>
                <a:lnTo>
                  <a:pt x="12969" y="2409"/>
                </a:lnTo>
                <a:lnTo>
                  <a:pt x="12896" y="2531"/>
                </a:lnTo>
                <a:lnTo>
                  <a:pt x="12848" y="2604"/>
                </a:lnTo>
                <a:lnTo>
                  <a:pt x="12848" y="2677"/>
                </a:lnTo>
                <a:lnTo>
                  <a:pt x="12848" y="2725"/>
                </a:lnTo>
                <a:lnTo>
                  <a:pt x="12872" y="2750"/>
                </a:lnTo>
                <a:lnTo>
                  <a:pt x="12921" y="2774"/>
                </a:lnTo>
                <a:lnTo>
                  <a:pt x="12969" y="2774"/>
                </a:lnTo>
                <a:lnTo>
                  <a:pt x="13091" y="2701"/>
                </a:lnTo>
                <a:lnTo>
                  <a:pt x="13188" y="2604"/>
                </a:lnTo>
                <a:lnTo>
                  <a:pt x="13310" y="2725"/>
                </a:lnTo>
                <a:lnTo>
                  <a:pt x="13407" y="2823"/>
                </a:lnTo>
                <a:lnTo>
                  <a:pt x="13261" y="3017"/>
                </a:lnTo>
                <a:lnTo>
                  <a:pt x="13237" y="3066"/>
                </a:lnTo>
                <a:lnTo>
                  <a:pt x="13188" y="3163"/>
                </a:lnTo>
                <a:lnTo>
                  <a:pt x="13188" y="3236"/>
                </a:lnTo>
                <a:lnTo>
                  <a:pt x="13213" y="3285"/>
                </a:lnTo>
                <a:lnTo>
                  <a:pt x="13237" y="3309"/>
                </a:lnTo>
                <a:lnTo>
                  <a:pt x="13334" y="3285"/>
                </a:lnTo>
                <a:lnTo>
                  <a:pt x="13407" y="3236"/>
                </a:lnTo>
                <a:lnTo>
                  <a:pt x="13553" y="3115"/>
                </a:lnTo>
                <a:lnTo>
                  <a:pt x="13602" y="3042"/>
                </a:lnTo>
                <a:lnTo>
                  <a:pt x="13797" y="3309"/>
                </a:lnTo>
                <a:lnTo>
                  <a:pt x="13699" y="3407"/>
                </a:lnTo>
                <a:lnTo>
                  <a:pt x="13553" y="3504"/>
                </a:lnTo>
                <a:lnTo>
                  <a:pt x="13505" y="3577"/>
                </a:lnTo>
                <a:lnTo>
                  <a:pt x="13480" y="3650"/>
                </a:lnTo>
                <a:lnTo>
                  <a:pt x="13480" y="3699"/>
                </a:lnTo>
                <a:lnTo>
                  <a:pt x="13529" y="3723"/>
                </a:lnTo>
                <a:lnTo>
                  <a:pt x="13626" y="3747"/>
                </a:lnTo>
                <a:lnTo>
                  <a:pt x="13699" y="3723"/>
                </a:lnTo>
                <a:lnTo>
                  <a:pt x="13797" y="3674"/>
                </a:lnTo>
                <a:lnTo>
                  <a:pt x="13870" y="3626"/>
                </a:lnTo>
                <a:lnTo>
                  <a:pt x="13967" y="3577"/>
                </a:lnTo>
                <a:lnTo>
                  <a:pt x="14162" y="3918"/>
                </a:lnTo>
                <a:lnTo>
                  <a:pt x="14064" y="3991"/>
                </a:lnTo>
                <a:lnTo>
                  <a:pt x="13870" y="4161"/>
                </a:lnTo>
                <a:lnTo>
                  <a:pt x="13772" y="4234"/>
                </a:lnTo>
                <a:lnTo>
                  <a:pt x="13724" y="4331"/>
                </a:lnTo>
                <a:lnTo>
                  <a:pt x="13724" y="4356"/>
                </a:lnTo>
                <a:lnTo>
                  <a:pt x="13724" y="4380"/>
                </a:lnTo>
                <a:lnTo>
                  <a:pt x="13845" y="4380"/>
                </a:lnTo>
                <a:lnTo>
                  <a:pt x="13967" y="4356"/>
                </a:lnTo>
                <a:lnTo>
                  <a:pt x="14089" y="4307"/>
                </a:lnTo>
                <a:lnTo>
                  <a:pt x="14186" y="4234"/>
                </a:lnTo>
                <a:lnTo>
                  <a:pt x="14308" y="4161"/>
                </a:lnTo>
                <a:lnTo>
                  <a:pt x="14527" y="4696"/>
                </a:lnTo>
                <a:lnTo>
                  <a:pt x="14356" y="4769"/>
                </a:lnTo>
                <a:lnTo>
                  <a:pt x="14210" y="4842"/>
                </a:lnTo>
                <a:lnTo>
                  <a:pt x="14089" y="4940"/>
                </a:lnTo>
                <a:lnTo>
                  <a:pt x="13967" y="5061"/>
                </a:lnTo>
                <a:lnTo>
                  <a:pt x="13943" y="5134"/>
                </a:lnTo>
                <a:lnTo>
                  <a:pt x="13918" y="5207"/>
                </a:lnTo>
                <a:lnTo>
                  <a:pt x="13918" y="5256"/>
                </a:lnTo>
                <a:lnTo>
                  <a:pt x="13943" y="5280"/>
                </a:lnTo>
                <a:lnTo>
                  <a:pt x="13967" y="5305"/>
                </a:lnTo>
                <a:lnTo>
                  <a:pt x="14016" y="5305"/>
                </a:lnTo>
                <a:lnTo>
                  <a:pt x="14137" y="5256"/>
                </a:lnTo>
                <a:lnTo>
                  <a:pt x="14259" y="5183"/>
                </a:lnTo>
                <a:lnTo>
                  <a:pt x="14551" y="5037"/>
                </a:lnTo>
                <a:lnTo>
                  <a:pt x="14624" y="5013"/>
                </a:lnTo>
                <a:lnTo>
                  <a:pt x="14770" y="5524"/>
                </a:lnTo>
                <a:lnTo>
                  <a:pt x="14454" y="5670"/>
                </a:lnTo>
                <a:lnTo>
                  <a:pt x="14186" y="5791"/>
                </a:lnTo>
                <a:lnTo>
                  <a:pt x="13943" y="5937"/>
                </a:lnTo>
                <a:lnTo>
                  <a:pt x="13943" y="5986"/>
                </a:lnTo>
                <a:lnTo>
                  <a:pt x="13943" y="6010"/>
                </a:lnTo>
                <a:lnTo>
                  <a:pt x="14113" y="6035"/>
                </a:lnTo>
                <a:lnTo>
                  <a:pt x="14235" y="6059"/>
                </a:lnTo>
                <a:lnTo>
                  <a:pt x="14381" y="6035"/>
                </a:lnTo>
                <a:lnTo>
                  <a:pt x="14551" y="6010"/>
                </a:lnTo>
                <a:lnTo>
                  <a:pt x="14867" y="5889"/>
                </a:lnTo>
                <a:lnTo>
                  <a:pt x="14989" y="6424"/>
                </a:lnTo>
                <a:lnTo>
                  <a:pt x="14819" y="6497"/>
                </a:lnTo>
                <a:lnTo>
                  <a:pt x="14429" y="6619"/>
                </a:lnTo>
                <a:lnTo>
                  <a:pt x="14040" y="6740"/>
                </a:lnTo>
                <a:lnTo>
                  <a:pt x="13991" y="6789"/>
                </a:lnTo>
                <a:lnTo>
                  <a:pt x="13991" y="6813"/>
                </a:lnTo>
                <a:lnTo>
                  <a:pt x="14016" y="6862"/>
                </a:lnTo>
                <a:lnTo>
                  <a:pt x="14064" y="6886"/>
                </a:lnTo>
                <a:lnTo>
                  <a:pt x="14235" y="6886"/>
                </a:lnTo>
                <a:lnTo>
                  <a:pt x="14429" y="6862"/>
                </a:lnTo>
                <a:lnTo>
                  <a:pt x="14794" y="6813"/>
                </a:lnTo>
                <a:lnTo>
                  <a:pt x="15038" y="6740"/>
                </a:lnTo>
                <a:lnTo>
                  <a:pt x="15111" y="7178"/>
                </a:lnTo>
                <a:lnTo>
                  <a:pt x="14867" y="7227"/>
                </a:lnTo>
                <a:lnTo>
                  <a:pt x="14454" y="7349"/>
                </a:lnTo>
                <a:lnTo>
                  <a:pt x="14259" y="7422"/>
                </a:lnTo>
                <a:lnTo>
                  <a:pt x="14064" y="7543"/>
                </a:lnTo>
                <a:lnTo>
                  <a:pt x="14040" y="7592"/>
                </a:lnTo>
                <a:lnTo>
                  <a:pt x="14040" y="7665"/>
                </a:lnTo>
                <a:lnTo>
                  <a:pt x="14089" y="7714"/>
                </a:lnTo>
                <a:lnTo>
                  <a:pt x="14162" y="7738"/>
                </a:lnTo>
                <a:lnTo>
                  <a:pt x="14356" y="7714"/>
                </a:lnTo>
                <a:lnTo>
                  <a:pt x="14551" y="7665"/>
                </a:lnTo>
                <a:lnTo>
                  <a:pt x="14940" y="7568"/>
                </a:lnTo>
                <a:lnTo>
                  <a:pt x="15159" y="7519"/>
                </a:lnTo>
                <a:lnTo>
                  <a:pt x="15208" y="7981"/>
                </a:lnTo>
                <a:lnTo>
                  <a:pt x="14892" y="8030"/>
                </a:lnTo>
                <a:lnTo>
                  <a:pt x="14648" y="8054"/>
                </a:lnTo>
                <a:lnTo>
                  <a:pt x="14381" y="8079"/>
                </a:lnTo>
                <a:lnTo>
                  <a:pt x="14259" y="8103"/>
                </a:lnTo>
                <a:lnTo>
                  <a:pt x="14137" y="8152"/>
                </a:lnTo>
                <a:lnTo>
                  <a:pt x="14040" y="8200"/>
                </a:lnTo>
                <a:lnTo>
                  <a:pt x="13943" y="8298"/>
                </a:lnTo>
                <a:lnTo>
                  <a:pt x="13918" y="8322"/>
                </a:lnTo>
                <a:lnTo>
                  <a:pt x="13918" y="8346"/>
                </a:lnTo>
                <a:lnTo>
                  <a:pt x="13943" y="8395"/>
                </a:lnTo>
                <a:lnTo>
                  <a:pt x="13967" y="8395"/>
                </a:lnTo>
                <a:lnTo>
                  <a:pt x="14089" y="8419"/>
                </a:lnTo>
                <a:lnTo>
                  <a:pt x="14210" y="8444"/>
                </a:lnTo>
                <a:lnTo>
                  <a:pt x="14478" y="8444"/>
                </a:lnTo>
                <a:lnTo>
                  <a:pt x="14989" y="8395"/>
                </a:lnTo>
                <a:lnTo>
                  <a:pt x="15232" y="8395"/>
                </a:lnTo>
                <a:lnTo>
                  <a:pt x="15232" y="8857"/>
                </a:lnTo>
                <a:lnTo>
                  <a:pt x="14746" y="8882"/>
                </a:lnTo>
                <a:lnTo>
                  <a:pt x="14527" y="8882"/>
                </a:lnTo>
                <a:lnTo>
                  <a:pt x="14308" y="8906"/>
                </a:lnTo>
                <a:lnTo>
                  <a:pt x="14089" y="8955"/>
                </a:lnTo>
                <a:lnTo>
                  <a:pt x="13991" y="8979"/>
                </a:lnTo>
                <a:lnTo>
                  <a:pt x="13894" y="9028"/>
                </a:lnTo>
                <a:lnTo>
                  <a:pt x="13870" y="9052"/>
                </a:lnTo>
                <a:lnTo>
                  <a:pt x="13894" y="9076"/>
                </a:lnTo>
                <a:lnTo>
                  <a:pt x="13967" y="9125"/>
                </a:lnTo>
                <a:lnTo>
                  <a:pt x="14089" y="9174"/>
                </a:lnTo>
                <a:lnTo>
                  <a:pt x="14308" y="9222"/>
                </a:lnTo>
                <a:lnTo>
                  <a:pt x="14746" y="9222"/>
                </a:lnTo>
                <a:lnTo>
                  <a:pt x="14965" y="9247"/>
                </a:lnTo>
                <a:lnTo>
                  <a:pt x="15208" y="9247"/>
                </a:lnTo>
                <a:lnTo>
                  <a:pt x="15184" y="9465"/>
                </a:lnTo>
                <a:lnTo>
                  <a:pt x="14989" y="9514"/>
                </a:lnTo>
                <a:lnTo>
                  <a:pt x="14746" y="9563"/>
                </a:lnTo>
                <a:lnTo>
                  <a:pt x="14502" y="9660"/>
                </a:lnTo>
                <a:lnTo>
                  <a:pt x="14283" y="9757"/>
                </a:lnTo>
                <a:lnTo>
                  <a:pt x="14064" y="9879"/>
                </a:lnTo>
                <a:lnTo>
                  <a:pt x="14040" y="9903"/>
                </a:lnTo>
                <a:lnTo>
                  <a:pt x="14040" y="9952"/>
                </a:lnTo>
                <a:lnTo>
                  <a:pt x="14064" y="9976"/>
                </a:lnTo>
                <a:lnTo>
                  <a:pt x="14089" y="9976"/>
                </a:lnTo>
                <a:lnTo>
                  <a:pt x="14308" y="10001"/>
                </a:lnTo>
                <a:lnTo>
                  <a:pt x="14527" y="9976"/>
                </a:lnTo>
                <a:lnTo>
                  <a:pt x="14965" y="9903"/>
                </a:lnTo>
                <a:lnTo>
                  <a:pt x="15111" y="9879"/>
                </a:lnTo>
                <a:lnTo>
                  <a:pt x="14989" y="10390"/>
                </a:lnTo>
                <a:lnTo>
                  <a:pt x="14551" y="10463"/>
                </a:lnTo>
                <a:lnTo>
                  <a:pt x="14356" y="10487"/>
                </a:lnTo>
                <a:lnTo>
                  <a:pt x="14186" y="10512"/>
                </a:lnTo>
                <a:lnTo>
                  <a:pt x="14016" y="10560"/>
                </a:lnTo>
                <a:lnTo>
                  <a:pt x="13943" y="10609"/>
                </a:lnTo>
                <a:lnTo>
                  <a:pt x="13870" y="10682"/>
                </a:lnTo>
                <a:lnTo>
                  <a:pt x="13845" y="10731"/>
                </a:lnTo>
                <a:lnTo>
                  <a:pt x="13845" y="10804"/>
                </a:lnTo>
                <a:lnTo>
                  <a:pt x="13894" y="10852"/>
                </a:lnTo>
                <a:lnTo>
                  <a:pt x="13918" y="10901"/>
                </a:lnTo>
                <a:lnTo>
                  <a:pt x="13991" y="10925"/>
                </a:lnTo>
                <a:lnTo>
                  <a:pt x="14089" y="10950"/>
                </a:lnTo>
                <a:lnTo>
                  <a:pt x="14259" y="10950"/>
                </a:lnTo>
                <a:lnTo>
                  <a:pt x="14600" y="10901"/>
                </a:lnTo>
                <a:lnTo>
                  <a:pt x="14819" y="10877"/>
                </a:lnTo>
                <a:lnTo>
                  <a:pt x="14819" y="10877"/>
                </a:lnTo>
                <a:lnTo>
                  <a:pt x="14624" y="11339"/>
                </a:lnTo>
                <a:lnTo>
                  <a:pt x="14502" y="11339"/>
                </a:lnTo>
                <a:lnTo>
                  <a:pt x="14308" y="11315"/>
                </a:lnTo>
                <a:lnTo>
                  <a:pt x="14113" y="11339"/>
                </a:lnTo>
                <a:lnTo>
                  <a:pt x="13918" y="11363"/>
                </a:lnTo>
                <a:lnTo>
                  <a:pt x="13748" y="11436"/>
                </a:lnTo>
                <a:lnTo>
                  <a:pt x="13748" y="11461"/>
                </a:lnTo>
                <a:lnTo>
                  <a:pt x="13748" y="11485"/>
                </a:lnTo>
                <a:lnTo>
                  <a:pt x="13918" y="11558"/>
                </a:lnTo>
                <a:lnTo>
                  <a:pt x="14089" y="11607"/>
                </a:lnTo>
                <a:lnTo>
                  <a:pt x="14454" y="11655"/>
                </a:lnTo>
                <a:lnTo>
                  <a:pt x="14210" y="12069"/>
                </a:lnTo>
                <a:lnTo>
                  <a:pt x="13991" y="12069"/>
                </a:lnTo>
                <a:lnTo>
                  <a:pt x="13748" y="12093"/>
                </a:lnTo>
                <a:lnTo>
                  <a:pt x="13626" y="12069"/>
                </a:lnTo>
                <a:lnTo>
                  <a:pt x="13480" y="12045"/>
                </a:lnTo>
                <a:lnTo>
                  <a:pt x="13359" y="12020"/>
                </a:lnTo>
                <a:lnTo>
                  <a:pt x="13237" y="12020"/>
                </a:lnTo>
                <a:lnTo>
                  <a:pt x="13213" y="12045"/>
                </a:lnTo>
                <a:lnTo>
                  <a:pt x="13188" y="12069"/>
                </a:lnTo>
                <a:lnTo>
                  <a:pt x="13213" y="12166"/>
                </a:lnTo>
                <a:lnTo>
                  <a:pt x="13261" y="12239"/>
                </a:lnTo>
                <a:lnTo>
                  <a:pt x="13334" y="12312"/>
                </a:lnTo>
                <a:lnTo>
                  <a:pt x="13432" y="12361"/>
                </a:lnTo>
                <a:lnTo>
                  <a:pt x="13553" y="12385"/>
                </a:lnTo>
                <a:lnTo>
                  <a:pt x="13675" y="12410"/>
                </a:lnTo>
                <a:lnTo>
                  <a:pt x="13943" y="12434"/>
                </a:lnTo>
                <a:lnTo>
                  <a:pt x="13602" y="12823"/>
                </a:lnTo>
                <a:lnTo>
                  <a:pt x="13091" y="12726"/>
                </a:lnTo>
                <a:lnTo>
                  <a:pt x="12872" y="12677"/>
                </a:lnTo>
                <a:lnTo>
                  <a:pt x="12750" y="12677"/>
                </a:lnTo>
                <a:lnTo>
                  <a:pt x="12629" y="12702"/>
                </a:lnTo>
                <a:lnTo>
                  <a:pt x="12604" y="12726"/>
                </a:lnTo>
                <a:lnTo>
                  <a:pt x="12604" y="12775"/>
                </a:lnTo>
                <a:lnTo>
                  <a:pt x="12629" y="12848"/>
                </a:lnTo>
                <a:lnTo>
                  <a:pt x="12677" y="12921"/>
                </a:lnTo>
                <a:lnTo>
                  <a:pt x="12750" y="12969"/>
                </a:lnTo>
                <a:lnTo>
                  <a:pt x="12848" y="13018"/>
                </a:lnTo>
                <a:lnTo>
                  <a:pt x="13042" y="13115"/>
                </a:lnTo>
                <a:lnTo>
                  <a:pt x="13261" y="13164"/>
                </a:lnTo>
                <a:lnTo>
                  <a:pt x="13115" y="13286"/>
                </a:lnTo>
                <a:lnTo>
                  <a:pt x="13067" y="13286"/>
                </a:lnTo>
                <a:lnTo>
                  <a:pt x="12604" y="13261"/>
                </a:lnTo>
                <a:lnTo>
                  <a:pt x="12361" y="13213"/>
                </a:lnTo>
                <a:lnTo>
                  <a:pt x="12239" y="13188"/>
                </a:lnTo>
                <a:lnTo>
                  <a:pt x="12118" y="13188"/>
                </a:lnTo>
                <a:lnTo>
                  <a:pt x="12045" y="13213"/>
                </a:lnTo>
                <a:lnTo>
                  <a:pt x="11996" y="13261"/>
                </a:lnTo>
                <a:lnTo>
                  <a:pt x="11996" y="13334"/>
                </a:lnTo>
                <a:lnTo>
                  <a:pt x="12020" y="13383"/>
                </a:lnTo>
                <a:lnTo>
                  <a:pt x="12142" y="13505"/>
                </a:lnTo>
                <a:lnTo>
                  <a:pt x="12312" y="13578"/>
                </a:lnTo>
                <a:lnTo>
                  <a:pt x="12483" y="13626"/>
                </a:lnTo>
                <a:lnTo>
                  <a:pt x="12677" y="13651"/>
                </a:lnTo>
                <a:lnTo>
                  <a:pt x="12239" y="13943"/>
                </a:lnTo>
                <a:lnTo>
                  <a:pt x="12166" y="13918"/>
                </a:lnTo>
                <a:lnTo>
                  <a:pt x="11704" y="13821"/>
                </a:lnTo>
                <a:lnTo>
                  <a:pt x="11485" y="13772"/>
                </a:lnTo>
                <a:lnTo>
                  <a:pt x="11266" y="13724"/>
                </a:lnTo>
                <a:lnTo>
                  <a:pt x="11242" y="13748"/>
                </a:lnTo>
                <a:lnTo>
                  <a:pt x="11217" y="13748"/>
                </a:lnTo>
                <a:lnTo>
                  <a:pt x="11217" y="13821"/>
                </a:lnTo>
                <a:lnTo>
                  <a:pt x="11266" y="13894"/>
                </a:lnTo>
                <a:lnTo>
                  <a:pt x="11315" y="13967"/>
                </a:lnTo>
                <a:lnTo>
                  <a:pt x="11461" y="14064"/>
                </a:lnTo>
                <a:lnTo>
                  <a:pt x="11631" y="14137"/>
                </a:lnTo>
                <a:lnTo>
                  <a:pt x="11801" y="14210"/>
                </a:lnTo>
                <a:lnTo>
                  <a:pt x="11461" y="14381"/>
                </a:lnTo>
                <a:lnTo>
                  <a:pt x="11388" y="14332"/>
                </a:lnTo>
                <a:lnTo>
                  <a:pt x="11339" y="14308"/>
                </a:lnTo>
                <a:lnTo>
                  <a:pt x="11193" y="14259"/>
                </a:lnTo>
                <a:lnTo>
                  <a:pt x="10901" y="14235"/>
                </a:lnTo>
                <a:lnTo>
                  <a:pt x="10658" y="14210"/>
                </a:lnTo>
                <a:lnTo>
                  <a:pt x="10512" y="14210"/>
                </a:lnTo>
                <a:lnTo>
                  <a:pt x="10390" y="14235"/>
                </a:lnTo>
                <a:lnTo>
                  <a:pt x="10366" y="14235"/>
                </a:lnTo>
                <a:lnTo>
                  <a:pt x="10366" y="14283"/>
                </a:lnTo>
                <a:lnTo>
                  <a:pt x="10366" y="14332"/>
                </a:lnTo>
                <a:lnTo>
                  <a:pt x="10415" y="14381"/>
                </a:lnTo>
                <a:lnTo>
                  <a:pt x="10488" y="14478"/>
                </a:lnTo>
                <a:lnTo>
                  <a:pt x="10634" y="14551"/>
                </a:lnTo>
                <a:lnTo>
                  <a:pt x="10731" y="14575"/>
                </a:lnTo>
                <a:lnTo>
                  <a:pt x="10901" y="14624"/>
                </a:lnTo>
                <a:lnTo>
                  <a:pt x="10512" y="14746"/>
                </a:lnTo>
                <a:lnTo>
                  <a:pt x="10317" y="14673"/>
                </a:lnTo>
                <a:lnTo>
                  <a:pt x="10123" y="14624"/>
                </a:lnTo>
                <a:lnTo>
                  <a:pt x="9904" y="14600"/>
                </a:lnTo>
                <a:lnTo>
                  <a:pt x="9806" y="14600"/>
                </a:lnTo>
                <a:lnTo>
                  <a:pt x="9709" y="14648"/>
                </a:lnTo>
                <a:lnTo>
                  <a:pt x="9685" y="14673"/>
                </a:lnTo>
                <a:lnTo>
                  <a:pt x="9685" y="14721"/>
                </a:lnTo>
                <a:lnTo>
                  <a:pt x="9733" y="14794"/>
                </a:lnTo>
                <a:lnTo>
                  <a:pt x="9806" y="14843"/>
                </a:lnTo>
                <a:lnTo>
                  <a:pt x="9952" y="14916"/>
                </a:lnTo>
                <a:lnTo>
                  <a:pt x="9636" y="14989"/>
                </a:lnTo>
                <a:lnTo>
                  <a:pt x="9587" y="14940"/>
                </a:lnTo>
                <a:lnTo>
                  <a:pt x="9539" y="14916"/>
                </a:lnTo>
                <a:lnTo>
                  <a:pt x="9441" y="14867"/>
                </a:lnTo>
                <a:lnTo>
                  <a:pt x="9247" y="14843"/>
                </a:lnTo>
                <a:lnTo>
                  <a:pt x="9149" y="14843"/>
                </a:lnTo>
                <a:lnTo>
                  <a:pt x="9052" y="14867"/>
                </a:lnTo>
                <a:lnTo>
                  <a:pt x="9028" y="14916"/>
                </a:lnTo>
                <a:lnTo>
                  <a:pt x="8979" y="14965"/>
                </a:lnTo>
                <a:lnTo>
                  <a:pt x="8979" y="15013"/>
                </a:lnTo>
                <a:lnTo>
                  <a:pt x="9003" y="15062"/>
                </a:lnTo>
                <a:lnTo>
                  <a:pt x="9028" y="15086"/>
                </a:lnTo>
                <a:lnTo>
                  <a:pt x="8663" y="15135"/>
                </a:lnTo>
                <a:lnTo>
                  <a:pt x="8298" y="15159"/>
                </a:lnTo>
                <a:lnTo>
                  <a:pt x="7227" y="15159"/>
                </a:lnTo>
                <a:lnTo>
                  <a:pt x="6862" y="15111"/>
                </a:lnTo>
                <a:lnTo>
                  <a:pt x="6521" y="15062"/>
                </a:lnTo>
                <a:lnTo>
                  <a:pt x="6156" y="14989"/>
                </a:lnTo>
                <a:lnTo>
                  <a:pt x="5816" y="14916"/>
                </a:lnTo>
                <a:lnTo>
                  <a:pt x="5475" y="14819"/>
                </a:lnTo>
                <a:lnTo>
                  <a:pt x="5134" y="14697"/>
                </a:lnTo>
                <a:lnTo>
                  <a:pt x="4818" y="14575"/>
                </a:lnTo>
                <a:lnTo>
                  <a:pt x="4477" y="14405"/>
                </a:lnTo>
                <a:lnTo>
                  <a:pt x="4161" y="14259"/>
                </a:lnTo>
                <a:lnTo>
                  <a:pt x="3869" y="14064"/>
                </a:lnTo>
                <a:lnTo>
                  <a:pt x="3553" y="13870"/>
                </a:lnTo>
                <a:lnTo>
                  <a:pt x="3285" y="13675"/>
                </a:lnTo>
                <a:lnTo>
                  <a:pt x="3042" y="13456"/>
                </a:lnTo>
                <a:lnTo>
                  <a:pt x="2799" y="13237"/>
                </a:lnTo>
                <a:lnTo>
                  <a:pt x="2555" y="12994"/>
                </a:lnTo>
                <a:lnTo>
                  <a:pt x="2336" y="12775"/>
                </a:lnTo>
                <a:lnTo>
                  <a:pt x="2117" y="12507"/>
                </a:lnTo>
                <a:lnTo>
                  <a:pt x="1923" y="12239"/>
                </a:lnTo>
                <a:lnTo>
                  <a:pt x="1728" y="11972"/>
                </a:lnTo>
                <a:lnTo>
                  <a:pt x="1558" y="11704"/>
                </a:lnTo>
                <a:lnTo>
                  <a:pt x="1412" y="11412"/>
                </a:lnTo>
                <a:lnTo>
                  <a:pt x="1266" y="11120"/>
                </a:lnTo>
                <a:lnTo>
                  <a:pt x="1144" y="10828"/>
                </a:lnTo>
                <a:lnTo>
                  <a:pt x="1047" y="10512"/>
                </a:lnTo>
                <a:lnTo>
                  <a:pt x="949" y="10195"/>
                </a:lnTo>
                <a:lnTo>
                  <a:pt x="901" y="9879"/>
                </a:lnTo>
                <a:lnTo>
                  <a:pt x="828" y="9538"/>
                </a:lnTo>
                <a:lnTo>
                  <a:pt x="779" y="9003"/>
                </a:lnTo>
                <a:lnTo>
                  <a:pt x="755" y="8468"/>
                </a:lnTo>
                <a:lnTo>
                  <a:pt x="755" y="7933"/>
                </a:lnTo>
                <a:lnTo>
                  <a:pt x="803" y="7397"/>
                </a:lnTo>
                <a:lnTo>
                  <a:pt x="852" y="6862"/>
                </a:lnTo>
                <a:lnTo>
                  <a:pt x="974" y="6351"/>
                </a:lnTo>
                <a:lnTo>
                  <a:pt x="1095" y="5840"/>
                </a:lnTo>
                <a:lnTo>
                  <a:pt x="1290" y="5353"/>
                </a:lnTo>
                <a:lnTo>
                  <a:pt x="1412" y="5061"/>
                </a:lnTo>
                <a:lnTo>
                  <a:pt x="1582" y="4745"/>
                </a:lnTo>
                <a:lnTo>
                  <a:pt x="1777" y="4404"/>
                </a:lnTo>
                <a:lnTo>
                  <a:pt x="2020" y="4064"/>
                </a:lnTo>
                <a:lnTo>
                  <a:pt x="2288" y="3699"/>
                </a:lnTo>
                <a:lnTo>
                  <a:pt x="2580" y="3334"/>
                </a:lnTo>
                <a:lnTo>
                  <a:pt x="2920" y="2944"/>
                </a:lnTo>
                <a:lnTo>
                  <a:pt x="3285" y="2604"/>
                </a:lnTo>
                <a:lnTo>
                  <a:pt x="3674" y="2263"/>
                </a:lnTo>
                <a:lnTo>
                  <a:pt x="4088" y="1922"/>
                </a:lnTo>
                <a:lnTo>
                  <a:pt x="4550" y="1630"/>
                </a:lnTo>
                <a:lnTo>
                  <a:pt x="5013" y="1363"/>
                </a:lnTo>
                <a:lnTo>
                  <a:pt x="5524" y="1144"/>
                </a:lnTo>
                <a:lnTo>
                  <a:pt x="6059" y="974"/>
                </a:lnTo>
                <a:lnTo>
                  <a:pt x="6327" y="925"/>
                </a:lnTo>
                <a:lnTo>
                  <a:pt x="6594" y="876"/>
                </a:lnTo>
                <a:lnTo>
                  <a:pt x="6886" y="828"/>
                </a:lnTo>
                <a:lnTo>
                  <a:pt x="7178" y="803"/>
                </a:lnTo>
                <a:lnTo>
                  <a:pt x="7543" y="779"/>
                </a:lnTo>
                <a:lnTo>
                  <a:pt x="7933" y="730"/>
                </a:lnTo>
                <a:lnTo>
                  <a:pt x="8322" y="682"/>
                </a:lnTo>
                <a:close/>
                <a:moveTo>
                  <a:pt x="8152" y="0"/>
                </a:moveTo>
                <a:lnTo>
                  <a:pt x="7762" y="25"/>
                </a:lnTo>
                <a:lnTo>
                  <a:pt x="7397" y="73"/>
                </a:lnTo>
                <a:lnTo>
                  <a:pt x="7081" y="49"/>
                </a:lnTo>
                <a:lnTo>
                  <a:pt x="6789" y="49"/>
                </a:lnTo>
                <a:lnTo>
                  <a:pt x="6473" y="73"/>
                </a:lnTo>
                <a:lnTo>
                  <a:pt x="6181" y="146"/>
                </a:lnTo>
                <a:lnTo>
                  <a:pt x="5864" y="219"/>
                </a:lnTo>
                <a:lnTo>
                  <a:pt x="5548" y="317"/>
                </a:lnTo>
                <a:lnTo>
                  <a:pt x="5232" y="438"/>
                </a:lnTo>
                <a:lnTo>
                  <a:pt x="4940" y="560"/>
                </a:lnTo>
                <a:lnTo>
                  <a:pt x="4331" y="876"/>
                </a:lnTo>
                <a:lnTo>
                  <a:pt x="3772" y="1217"/>
                </a:lnTo>
                <a:lnTo>
                  <a:pt x="3236" y="1606"/>
                </a:lnTo>
                <a:lnTo>
                  <a:pt x="2774" y="1995"/>
                </a:lnTo>
                <a:lnTo>
                  <a:pt x="2507" y="2239"/>
                </a:lnTo>
                <a:lnTo>
                  <a:pt x="2263" y="2482"/>
                </a:lnTo>
                <a:lnTo>
                  <a:pt x="2044" y="2725"/>
                </a:lnTo>
                <a:lnTo>
                  <a:pt x="1825" y="2993"/>
                </a:lnTo>
                <a:lnTo>
                  <a:pt x="1655" y="3261"/>
                </a:lnTo>
                <a:lnTo>
                  <a:pt x="1460" y="3528"/>
                </a:lnTo>
                <a:lnTo>
                  <a:pt x="1144" y="4088"/>
                </a:lnTo>
                <a:lnTo>
                  <a:pt x="876" y="4696"/>
                </a:lnTo>
                <a:lnTo>
                  <a:pt x="633" y="5305"/>
                </a:lnTo>
                <a:lnTo>
                  <a:pt x="414" y="5962"/>
                </a:lnTo>
                <a:lnTo>
                  <a:pt x="219" y="6643"/>
                </a:lnTo>
                <a:lnTo>
                  <a:pt x="146" y="7008"/>
                </a:lnTo>
                <a:lnTo>
                  <a:pt x="73" y="7373"/>
                </a:lnTo>
                <a:lnTo>
                  <a:pt x="25" y="7738"/>
                </a:lnTo>
                <a:lnTo>
                  <a:pt x="25" y="8103"/>
                </a:lnTo>
                <a:lnTo>
                  <a:pt x="0" y="8468"/>
                </a:lnTo>
                <a:lnTo>
                  <a:pt x="25" y="8809"/>
                </a:lnTo>
                <a:lnTo>
                  <a:pt x="73" y="9174"/>
                </a:lnTo>
                <a:lnTo>
                  <a:pt x="122" y="9514"/>
                </a:lnTo>
                <a:lnTo>
                  <a:pt x="195" y="9879"/>
                </a:lnTo>
                <a:lnTo>
                  <a:pt x="292" y="10220"/>
                </a:lnTo>
                <a:lnTo>
                  <a:pt x="390" y="10560"/>
                </a:lnTo>
                <a:lnTo>
                  <a:pt x="511" y="10901"/>
                </a:lnTo>
                <a:lnTo>
                  <a:pt x="657" y="11242"/>
                </a:lnTo>
                <a:lnTo>
                  <a:pt x="828" y="11582"/>
                </a:lnTo>
                <a:lnTo>
                  <a:pt x="1168" y="12264"/>
                </a:lnTo>
                <a:lnTo>
                  <a:pt x="1412" y="12629"/>
                </a:lnTo>
                <a:lnTo>
                  <a:pt x="1655" y="12994"/>
                </a:lnTo>
                <a:lnTo>
                  <a:pt x="1898" y="13334"/>
                </a:lnTo>
                <a:lnTo>
                  <a:pt x="2166" y="13651"/>
                </a:lnTo>
                <a:lnTo>
                  <a:pt x="2458" y="13943"/>
                </a:lnTo>
                <a:lnTo>
                  <a:pt x="2750" y="14235"/>
                </a:lnTo>
                <a:lnTo>
                  <a:pt x="3066" y="14502"/>
                </a:lnTo>
                <a:lnTo>
                  <a:pt x="3382" y="14746"/>
                </a:lnTo>
                <a:lnTo>
                  <a:pt x="3723" y="14965"/>
                </a:lnTo>
                <a:lnTo>
                  <a:pt x="4064" y="15159"/>
                </a:lnTo>
                <a:lnTo>
                  <a:pt x="4429" y="15354"/>
                </a:lnTo>
                <a:lnTo>
                  <a:pt x="4818" y="15500"/>
                </a:lnTo>
                <a:lnTo>
                  <a:pt x="5207" y="15622"/>
                </a:lnTo>
                <a:lnTo>
                  <a:pt x="5597" y="15743"/>
                </a:lnTo>
                <a:lnTo>
                  <a:pt x="6010" y="15816"/>
                </a:lnTo>
                <a:lnTo>
                  <a:pt x="6448" y="15889"/>
                </a:lnTo>
                <a:lnTo>
                  <a:pt x="6862" y="15914"/>
                </a:lnTo>
                <a:lnTo>
                  <a:pt x="7300" y="15938"/>
                </a:lnTo>
                <a:lnTo>
                  <a:pt x="7738" y="15938"/>
                </a:lnTo>
                <a:lnTo>
                  <a:pt x="8176" y="15914"/>
                </a:lnTo>
                <a:lnTo>
                  <a:pt x="8590" y="15889"/>
                </a:lnTo>
                <a:lnTo>
                  <a:pt x="9028" y="15841"/>
                </a:lnTo>
                <a:lnTo>
                  <a:pt x="9441" y="15768"/>
                </a:lnTo>
                <a:lnTo>
                  <a:pt x="9855" y="15670"/>
                </a:lnTo>
                <a:lnTo>
                  <a:pt x="10269" y="15573"/>
                </a:lnTo>
                <a:lnTo>
                  <a:pt x="10682" y="15451"/>
                </a:lnTo>
                <a:lnTo>
                  <a:pt x="11071" y="15305"/>
                </a:lnTo>
                <a:lnTo>
                  <a:pt x="11461" y="15135"/>
                </a:lnTo>
                <a:lnTo>
                  <a:pt x="11850" y="14940"/>
                </a:lnTo>
                <a:lnTo>
                  <a:pt x="12215" y="14721"/>
                </a:lnTo>
                <a:lnTo>
                  <a:pt x="12580" y="14478"/>
                </a:lnTo>
                <a:lnTo>
                  <a:pt x="12945" y="14235"/>
                </a:lnTo>
                <a:lnTo>
                  <a:pt x="13286" y="13943"/>
                </a:lnTo>
                <a:lnTo>
                  <a:pt x="13602" y="13651"/>
                </a:lnTo>
                <a:lnTo>
                  <a:pt x="13918" y="13334"/>
                </a:lnTo>
                <a:lnTo>
                  <a:pt x="14186" y="13018"/>
                </a:lnTo>
                <a:lnTo>
                  <a:pt x="14454" y="12702"/>
                </a:lnTo>
                <a:lnTo>
                  <a:pt x="14697" y="12361"/>
                </a:lnTo>
                <a:lnTo>
                  <a:pt x="14916" y="11996"/>
                </a:lnTo>
                <a:lnTo>
                  <a:pt x="15111" y="11631"/>
                </a:lnTo>
                <a:lnTo>
                  <a:pt x="15135" y="11631"/>
                </a:lnTo>
                <a:lnTo>
                  <a:pt x="15159" y="11582"/>
                </a:lnTo>
                <a:lnTo>
                  <a:pt x="15159" y="11534"/>
                </a:lnTo>
                <a:lnTo>
                  <a:pt x="15354" y="11096"/>
                </a:lnTo>
                <a:lnTo>
                  <a:pt x="15524" y="10658"/>
                </a:lnTo>
                <a:lnTo>
                  <a:pt x="15646" y="10195"/>
                </a:lnTo>
                <a:lnTo>
                  <a:pt x="15743" y="9733"/>
                </a:lnTo>
                <a:lnTo>
                  <a:pt x="15768" y="9709"/>
                </a:lnTo>
                <a:lnTo>
                  <a:pt x="15792" y="9684"/>
                </a:lnTo>
                <a:lnTo>
                  <a:pt x="15792" y="9636"/>
                </a:lnTo>
                <a:lnTo>
                  <a:pt x="15792" y="9611"/>
                </a:lnTo>
                <a:lnTo>
                  <a:pt x="15768" y="9563"/>
                </a:lnTo>
                <a:lnTo>
                  <a:pt x="15816" y="9174"/>
                </a:lnTo>
                <a:lnTo>
                  <a:pt x="15841" y="8760"/>
                </a:lnTo>
                <a:lnTo>
                  <a:pt x="15841" y="8371"/>
                </a:lnTo>
                <a:lnTo>
                  <a:pt x="15841" y="7957"/>
                </a:lnTo>
                <a:lnTo>
                  <a:pt x="15743" y="7105"/>
                </a:lnTo>
                <a:lnTo>
                  <a:pt x="15695" y="6667"/>
                </a:lnTo>
                <a:lnTo>
                  <a:pt x="15622" y="6254"/>
                </a:lnTo>
                <a:lnTo>
                  <a:pt x="15524" y="5840"/>
                </a:lnTo>
                <a:lnTo>
                  <a:pt x="15427" y="5426"/>
                </a:lnTo>
                <a:lnTo>
                  <a:pt x="15305" y="5013"/>
                </a:lnTo>
                <a:lnTo>
                  <a:pt x="15159" y="4623"/>
                </a:lnTo>
                <a:lnTo>
                  <a:pt x="15013" y="4234"/>
                </a:lnTo>
                <a:lnTo>
                  <a:pt x="14819" y="3845"/>
                </a:lnTo>
                <a:lnTo>
                  <a:pt x="14624" y="3480"/>
                </a:lnTo>
                <a:lnTo>
                  <a:pt x="14405" y="3115"/>
                </a:lnTo>
                <a:lnTo>
                  <a:pt x="14162" y="2774"/>
                </a:lnTo>
                <a:lnTo>
                  <a:pt x="13894" y="2458"/>
                </a:lnTo>
                <a:lnTo>
                  <a:pt x="13602" y="2141"/>
                </a:lnTo>
                <a:lnTo>
                  <a:pt x="13286" y="1849"/>
                </a:lnTo>
                <a:lnTo>
                  <a:pt x="12994" y="1582"/>
                </a:lnTo>
                <a:lnTo>
                  <a:pt x="12653" y="1363"/>
                </a:lnTo>
                <a:lnTo>
                  <a:pt x="12312" y="1144"/>
                </a:lnTo>
                <a:lnTo>
                  <a:pt x="11972" y="949"/>
                </a:lnTo>
                <a:lnTo>
                  <a:pt x="11607" y="779"/>
                </a:lnTo>
                <a:lnTo>
                  <a:pt x="11242" y="609"/>
                </a:lnTo>
                <a:lnTo>
                  <a:pt x="10853" y="487"/>
                </a:lnTo>
                <a:lnTo>
                  <a:pt x="10488" y="365"/>
                </a:lnTo>
                <a:lnTo>
                  <a:pt x="10123" y="268"/>
                </a:lnTo>
                <a:lnTo>
                  <a:pt x="9733" y="171"/>
                </a:lnTo>
                <a:lnTo>
                  <a:pt x="9344" y="98"/>
                </a:lnTo>
                <a:lnTo>
                  <a:pt x="8955" y="49"/>
                </a:lnTo>
                <a:lnTo>
                  <a:pt x="8541" y="25"/>
                </a:lnTo>
                <a:lnTo>
                  <a:pt x="815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23" name="Google Shape;823;p39"/>
          <p:cNvSpPr/>
          <p:nvPr/>
        </p:nvSpPr>
        <p:spPr>
          <a:xfrm>
            <a:off x="2052475" y="2092739"/>
            <a:ext cx="345681" cy="348325"/>
          </a:xfrm>
          <a:custGeom>
            <a:avLst/>
            <a:gdLst/>
            <a:ahLst/>
            <a:cxnLst/>
            <a:rect l="l" t="t" r="r" b="b"/>
            <a:pathLst>
              <a:path w="15817" h="15938" extrusionOk="0">
                <a:moveTo>
                  <a:pt x="4745" y="7470"/>
                </a:moveTo>
                <a:lnTo>
                  <a:pt x="4818" y="7495"/>
                </a:lnTo>
                <a:lnTo>
                  <a:pt x="4891" y="7543"/>
                </a:lnTo>
                <a:lnTo>
                  <a:pt x="4940" y="7616"/>
                </a:lnTo>
                <a:lnTo>
                  <a:pt x="4964" y="7714"/>
                </a:lnTo>
                <a:lnTo>
                  <a:pt x="4964" y="7787"/>
                </a:lnTo>
                <a:lnTo>
                  <a:pt x="4940" y="7908"/>
                </a:lnTo>
                <a:lnTo>
                  <a:pt x="4867" y="7981"/>
                </a:lnTo>
                <a:lnTo>
                  <a:pt x="4794" y="8054"/>
                </a:lnTo>
                <a:lnTo>
                  <a:pt x="4672" y="8079"/>
                </a:lnTo>
                <a:lnTo>
                  <a:pt x="4551" y="8054"/>
                </a:lnTo>
                <a:lnTo>
                  <a:pt x="4478" y="7981"/>
                </a:lnTo>
                <a:lnTo>
                  <a:pt x="4405" y="7908"/>
                </a:lnTo>
                <a:lnTo>
                  <a:pt x="4380" y="7787"/>
                </a:lnTo>
                <a:lnTo>
                  <a:pt x="4405" y="7665"/>
                </a:lnTo>
                <a:lnTo>
                  <a:pt x="4478" y="7543"/>
                </a:lnTo>
                <a:lnTo>
                  <a:pt x="4551" y="7495"/>
                </a:lnTo>
                <a:lnTo>
                  <a:pt x="4648" y="7470"/>
                </a:lnTo>
                <a:close/>
                <a:moveTo>
                  <a:pt x="11120" y="7470"/>
                </a:moveTo>
                <a:lnTo>
                  <a:pt x="11193" y="7495"/>
                </a:lnTo>
                <a:lnTo>
                  <a:pt x="11266" y="7543"/>
                </a:lnTo>
                <a:lnTo>
                  <a:pt x="11315" y="7616"/>
                </a:lnTo>
                <a:lnTo>
                  <a:pt x="11339" y="7714"/>
                </a:lnTo>
                <a:lnTo>
                  <a:pt x="11339" y="7787"/>
                </a:lnTo>
                <a:lnTo>
                  <a:pt x="11315" y="7908"/>
                </a:lnTo>
                <a:lnTo>
                  <a:pt x="11242" y="7981"/>
                </a:lnTo>
                <a:lnTo>
                  <a:pt x="11169" y="8054"/>
                </a:lnTo>
                <a:lnTo>
                  <a:pt x="11047" y="8079"/>
                </a:lnTo>
                <a:lnTo>
                  <a:pt x="10926" y="8054"/>
                </a:lnTo>
                <a:lnTo>
                  <a:pt x="10853" y="7981"/>
                </a:lnTo>
                <a:lnTo>
                  <a:pt x="10780" y="7908"/>
                </a:lnTo>
                <a:lnTo>
                  <a:pt x="10755" y="7787"/>
                </a:lnTo>
                <a:lnTo>
                  <a:pt x="10780" y="7665"/>
                </a:lnTo>
                <a:lnTo>
                  <a:pt x="10853" y="7543"/>
                </a:lnTo>
                <a:lnTo>
                  <a:pt x="10926" y="7495"/>
                </a:lnTo>
                <a:lnTo>
                  <a:pt x="11023" y="7470"/>
                </a:lnTo>
                <a:close/>
                <a:moveTo>
                  <a:pt x="4721" y="7081"/>
                </a:moveTo>
                <a:lnTo>
                  <a:pt x="4551" y="7105"/>
                </a:lnTo>
                <a:lnTo>
                  <a:pt x="4380" y="7178"/>
                </a:lnTo>
                <a:lnTo>
                  <a:pt x="4259" y="7300"/>
                </a:lnTo>
                <a:lnTo>
                  <a:pt x="4137" y="7446"/>
                </a:lnTo>
                <a:lnTo>
                  <a:pt x="4064" y="7568"/>
                </a:lnTo>
                <a:lnTo>
                  <a:pt x="4015" y="7714"/>
                </a:lnTo>
                <a:lnTo>
                  <a:pt x="3967" y="7835"/>
                </a:lnTo>
                <a:lnTo>
                  <a:pt x="3967" y="7981"/>
                </a:lnTo>
                <a:lnTo>
                  <a:pt x="3918" y="8225"/>
                </a:lnTo>
                <a:lnTo>
                  <a:pt x="3918" y="8395"/>
                </a:lnTo>
                <a:lnTo>
                  <a:pt x="3967" y="8565"/>
                </a:lnTo>
                <a:lnTo>
                  <a:pt x="4015" y="8711"/>
                </a:lnTo>
                <a:lnTo>
                  <a:pt x="4113" y="8833"/>
                </a:lnTo>
                <a:lnTo>
                  <a:pt x="4210" y="8955"/>
                </a:lnTo>
                <a:lnTo>
                  <a:pt x="4332" y="9028"/>
                </a:lnTo>
                <a:lnTo>
                  <a:pt x="4478" y="9101"/>
                </a:lnTo>
                <a:lnTo>
                  <a:pt x="4648" y="9149"/>
                </a:lnTo>
                <a:lnTo>
                  <a:pt x="4843" y="9174"/>
                </a:lnTo>
                <a:lnTo>
                  <a:pt x="5013" y="9149"/>
                </a:lnTo>
                <a:lnTo>
                  <a:pt x="5183" y="9101"/>
                </a:lnTo>
                <a:lnTo>
                  <a:pt x="5329" y="9028"/>
                </a:lnTo>
                <a:lnTo>
                  <a:pt x="5451" y="8930"/>
                </a:lnTo>
                <a:lnTo>
                  <a:pt x="5573" y="8809"/>
                </a:lnTo>
                <a:lnTo>
                  <a:pt x="5670" y="8663"/>
                </a:lnTo>
                <a:lnTo>
                  <a:pt x="5743" y="8517"/>
                </a:lnTo>
                <a:lnTo>
                  <a:pt x="5792" y="8346"/>
                </a:lnTo>
                <a:lnTo>
                  <a:pt x="5816" y="8176"/>
                </a:lnTo>
                <a:lnTo>
                  <a:pt x="5792" y="8006"/>
                </a:lnTo>
                <a:lnTo>
                  <a:pt x="5767" y="7835"/>
                </a:lnTo>
                <a:lnTo>
                  <a:pt x="5719" y="7689"/>
                </a:lnTo>
                <a:lnTo>
                  <a:pt x="5646" y="7519"/>
                </a:lnTo>
                <a:lnTo>
                  <a:pt x="5524" y="7397"/>
                </a:lnTo>
                <a:lnTo>
                  <a:pt x="5378" y="7251"/>
                </a:lnTo>
                <a:lnTo>
                  <a:pt x="5232" y="7154"/>
                </a:lnTo>
                <a:lnTo>
                  <a:pt x="5062" y="7105"/>
                </a:lnTo>
                <a:lnTo>
                  <a:pt x="4891" y="7081"/>
                </a:lnTo>
                <a:close/>
                <a:moveTo>
                  <a:pt x="11096" y="7081"/>
                </a:moveTo>
                <a:lnTo>
                  <a:pt x="10926" y="7105"/>
                </a:lnTo>
                <a:lnTo>
                  <a:pt x="10755" y="7178"/>
                </a:lnTo>
                <a:lnTo>
                  <a:pt x="10634" y="7300"/>
                </a:lnTo>
                <a:lnTo>
                  <a:pt x="10512" y="7446"/>
                </a:lnTo>
                <a:lnTo>
                  <a:pt x="10439" y="7568"/>
                </a:lnTo>
                <a:lnTo>
                  <a:pt x="10390" y="7714"/>
                </a:lnTo>
                <a:lnTo>
                  <a:pt x="10342" y="7835"/>
                </a:lnTo>
                <a:lnTo>
                  <a:pt x="10342" y="7981"/>
                </a:lnTo>
                <a:lnTo>
                  <a:pt x="10293" y="8225"/>
                </a:lnTo>
                <a:lnTo>
                  <a:pt x="10293" y="8395"/>
                </a:lnTo>
                <a:lnTo>
                  <a:pt x="10342" y="8565"/>
                </a:lnTo>
                <a:lnTo>
                  <a:pt x="10390" y="8711"/>
                </a:lnTo>
                <a:lnTo>
                  <a:pt x="10488" y="8833"/>
                </a:lnTo>
                <a:lnTo>
                  <a:pt x="10585" y="8955"/>
                </a:lnTo>
                <a:lnTo>
                  <a:pt x="10707" y="9028"/>
                </a:lnTo>
                <a:lnTo>
                  <a:pt x="10853" y="9101"/>
                </a:lnTo>
                <a:lnTo>
                  <a:pt x="11023" y="9149"/>
                </a:lnTo>
                <a:lnTo>
                  <a:pt x="11218" y="9174"/>
                </a:lnTo>
                <a:lnTo>
                  <a:pt x="11388" y="9149"/>
                </a:lnTo>
                <a:lnTo>
                  <a:pt x="11558" y="9101"/>
                </a:lnTo>
                <a:lnTo>
                  <a:pt x="11704" y="9028"/>
                </a:lnTo>
                <a:lnTo>
                  <a:pt x="11826" y="8930"/>
                </a:lnTo>
                <a:lnTo>
                  <a:pt x="11948" y="8809"/>
                </a:lnTo>
                <a:lnTo>
                  <a:pt x="12045" y="8663"/>
                </a:lnTo>
                <a:lnTo>
                  <a:pt x="12118" y="8517"/>
                </a:lnTo>
                <a:lnTo>
                  <a:pt x="12167" y="8346"/>
                </a:lnTo>
                <a:lnTo>
                  <a:pt x="12191" y="8176"/>
                </a:lnTo>
                <a:lnTo>
                  <a:pt x="12167" y="8006"/>
                </a:lnTo>
                <a:lnTo>
                  <a:pt x="12142" y="7835"/>
                </a:lnTo>
                <a:lnTo>
                  <a:pt x="12094" y="7689"/>
                </a:lnTo>
                <a:lnTo>
                  <a:pt x="12021" y="7519"/>
                </a:lnTo>
                <a:lnTo>
                  <a:pt x="11899" y="7397"/>
                </a:lnTo>
                <a:lnTo>
                  <a:pt x="11753" y="7251"/>
                </a:lnTo>
                <a:lnTo>
                  <a:pt x="11607" y="7154"/>
                </a:lnTo>
                <a:lnTo>
                  <a:pt x="11437" y="7105"/>
                </a:lnTo>
                <a:lnTo>
                  <a:pt x="11266" y="7081"/>
                </a:lnTo>
                <a:close/>
                <a:moveTo>
                  <a:pt x="11607" y="10731"/>
                </a:moveTo>
                <a:lnTo>
                  <a:pt x="11120" y="10877"/>
                </a:lnTo>
                <a:lnTo>
                  <a:pt x="10658" y="11047"/>
                </a:lnTo>
                <a:lnTo>
                  <a:pt x="9733" y="11412"/>
                </a:lnTo>
                <a:lnTo>
                  <a:pt x="9247" y="11558"/>
                </a:lnTo>
                <a:lnTo>
                  <a:pt x="8784" y="11704"/>
                </a:lnTo>
                <a:lnTo>
                  <a:pt x="7811" y="11972"/>
                </a:lnTo>
                <a:lnTo>
                  <a:pt x="7738" y="11996"/>
                </a:lnTo>
                <a:lnTo>
                  <a:pt x="7690" y="12045"/>
                </a:lnTo>
                <a:lnTo>
                  <a:pt x="7665" y="12118"/>
                </a:lnTo>
                <a:lnTo>
                  <a:pt x="7641" y="12166"/>
                </a:lnTo>
                <a:lnTo>
                  <a:pt x="7665" y="12239"/>
                </a:lnTo>
                <a:lnTo>
                  <a:pt x="7690" y="12312"/>
                </a:lnTo>
                <a:lnTo>
                  <a:pt x="7738" y="12361"/>
                </a:lnTo>
                <a:lnTo>
                  <a:pt x="7811" y="12410"/>
                </a:lnTo>
                <a:lnTo>
                  <a:pt x="7909" y="12434"/>
                </a:lnTo>
                <a:lnTo>
                  <a:pt x="8030" y="12458"/>
                </a:lnTo>
                <a:lnTo>
                  <a:pt x="8249" y="12458"/>
                </a:lnTo>
                <a:lnTo>
                  <a:pt x="8492" y="12434"/>
                </a:lnTo>
                <a:lnTo>
                  <a:pt x="8760" y="12361"/>
                </a:lnTo>
                <a:lnTo>
                  <a:pt x="9247" y="12191"/>
                </a:lnTo>
                <a:lnTo>
                  <a:pt x="9660" y="12045"/>
                </a:lnTo>
                <a:lnTo>
                  <a:pt x="10731" y="11680"/>
                </a:lnTo>
                <a:lnTo>
                  <a:pt x="11753" y="11290"/>
                </a:lnTo>
                <a:lnTo>
                  <a:pt x="11875" y="11217"/>
                </a:lnTo>
                <a:lnTo>
                  <a:pt x="11923" y="11144"/>
                </a:lnTo>
                <a:lnTo>
                  <a:pt x="11948" y="11023"/>
                </a:lnTo>
                <a:lnTo>
                  <a:pt x="11948" y="10925"/>
                </a:lnTo>
                <a:lnTo>
                  <a:pt x="11899" y="10828"/>
                </a:lnTo>
                <a:lnTo>
                  <a:pt x="11826" y="10755"/>
                </a:lnTo>
                <a:lnTo>
                  <a:pt x="11729" y="10731"/>
                </a:lnTo>
                <a:close/>
                <a:moveTo>
                  <a:pt x="8492" y="682"/>
                </a:moveTo>
                <a:lnTo>
                  <a:pt x="8638" y="706"/>
                </a:lnTo>
                <a:lnTo>
                  <a:pt x="9101" y="755"/>
                </a:lnTo>
                <a:lnTo>
                  <a:pt x="9539" y="803"/>
                </a:lnTo>
                <a:lnTo>
                  <a:pt x="9977" y="901"/>
                </a:lnTo>
                <a:lnTo>
                  <a:pt x="10415" y="1022"/>
                </a:lnTo>
                <a:lnTo>
                  <a:pt x="10755" y="1120"/>
                </a:lnTo>
                <a:lnTo>
                  <a:pt x="11096" y="1241"/>
                </a:lnTo>
                <a:lnTo>
                  <a:pt x="11437" y="1411"/>
                </a:lnTo>
                <a:lnTo>
                  <a:pt x="11753" y="1557"/>
                </a:lnTo>
                <a:lnTo>
                  <a:pt x="11753" y="1582"/>
                </a:lnTo>
                <a:lnTo>
                  <a:pt x="11729" y="1655"/>
                </a:lnTo>
                <a:lnTo>
                  <a:pt x="11729" y="1752"/>
                </a:lnTo>
                <a:lnTo>
                  <a:pt x="11753" y="1801"/>
                </a:lnTo>
                <a:lnTo>
                  <a:pt x="11802" y="1825"/>
                </a:lnTo>
                <a:lnTo>
                  <a:pt x="11875" y="1825"/>
                </a:lnTo>
                <a:lnTo>
                  <a:pt x="11948" y="1776"/>
                </a:lnTo>
                <a:lnTo>
                  <a:pt x="11972" y="1752"/>
                </a:lnTo>
                <a:lnTo>
                  <a:pt x="11996" y="1752"/>
                </a:lnTo>
                <a:lnTo>
                  <a:pt x="11996" y="1728"/>
                </a:lnTo>
                <a:lnTo>
                  <a:pt x="12021" y="1728"/>
                </a:lnTo>
                <a:lnTo>
                  <a:pt x="12118" y="1801"/>
                </a:lnTo>
                <a:lnTo>
                  <a:pt x="12094" y="1874"/>
                </a:lnTo>
                <a:lnTo>
                  <a:pt x="12069" y="1947"/>
                </a:lnTo>
                <a:lnTo>
                  <a:pt x="12094" y="1995"/>
                </a:lnTo>
                <a:lnTo>
                  <a:pt x="12118" y="2020"/>
                </a:lnTo>
                <a:lnTo>
                  <a:pt x="12167" y="2044"/>
                </a:lnTo>
                <a:lnTo>
                  <a:pt x="12215" y="2020"/>
                </a:lnTo>
                <a:lnTo>
                  <a:pt x="12240" y="1995"/>
                </a:lnTo>
                <a:lnTo>
                  <a:pt x="12313" y="1922"/>
                </a:lnTo>
                <a:lnTo>
                  <a:pt x="12532" y="2068"/>
                </a:lnTo>
                <a:lnTo>
                  <a:pt x="12483" y="2190"/>
                </a:lnTo>
                <a:lnTo>
                  <a:pt x="12483" y="2239"/>
                </a:lnTo>
                <a:lnTo>
                  <a:pt x="12483" y="2336"/>
                </a:lnTo>
                <a:lnTo>
                  <a:pt x="12507" y="2385"/>
                </a:lnTo>
                <a:lnTo>
                  <a:pt x="12532" y="2409"/>
                </a:lnTo>
                <a:lnTo>
                  <a:pt x="12580" y="2409"/>
                </a:lnTo>
                <a:lnTo>
                  <a:pt x="12629" y="2385"/>
                </a:lnTo>
                <a:lnTo>
                  <a:pt x="12678" y="2360"/>
                </a:lnTo>
                <a:lnTo>
                  <a:pt x="12726" y="2287"/>
                </a:lnTo>
                <a:lnTo>
                  <a:pt x="12775" y="2239"/>
                </a:lnTo>
                <a:lnTo>
                  <a:pt x="12945" y="2409"/>
                </a:lnTo>
                <a:lnTo>
                  <a:pt x="12872" y="2531"/>
                </a:lnTo>
                <a:lnTo>
                  <a:pt x="12824" y="2604"/>
                </a:lnTo>
                <a:lnTo>
                  <a:pt x="12824" y="2677"/>
                </a:lnTo>
                <a:lnTo>
                  <a:pt x="12824" y="2725"/>
                </a:lnTo>
                <a:lnTo>
                  <a:pt x="12848" y="2750"/>
                </a:lnTo>
                <a:lnTo>
                  <a:pt x="12897" y="2774"/>
                </a:lnTo>
                <a:lnTo>
                  <a:pt x="12945" y="2774"/>
                </a:lnTo>
                <a:lnTo>
                  <a:pt x="13067" y="2701"/>
                </a:lnTo>
                <a:lnTo>
                  <a:pt x="13164" y="2604"/>
                </a:lnTo>
                <a:lnTo>
                  <a:pt x="13286" y="2725"/>
                </a:lnTo>
                <a:lnTo>
                  <a:pt x="13383" y="2823"/>
                </a:lnTo>
                <a:lnTo>
                  <a:pt x="13262" y="3017"/>
                </a:lnTo>
                <a:lnTo>
                  <a:pt x="13213" y="3066"/>
                </a:lnTo>
                <a:lnTo>
                  <a:pt x="13164" y="3163"/>
                </a:lnTo>
                <a:lnTo>
                  <a:pt x="13164" y="3236"/>
                </a:lnTo>
                <a:lnTo>
                  <a:pt x="13189" y="3285"/>
                </a:lnTo>
                <a:lnTo>
                  <a:pt x="13213" y="3309"/>
                </a:lnTo>
                <a:lnTo>
                  <a:pt x="13310" y="3285"/>
                </a:lnTo>
                <a:lnTo>
                  <a:pt x="13408" y="3236"/>
                </a:lnTo>
                <a:lnTo>
                  <a:pt x="13529" y="3115"/>
                </a:lnTo>
                <a:lnTo>
                  <a:pt x="13578" y="3042"/>
                </a:lnTo>
                <a:lnTo>
                  <a:pt x="13773" y="3309"/>
                </a:lnTo>
                <a:lnTo>
                  <a:pt x="13675" y="3407"/>
                </a:lnTo>
                <a:lnTo>
                  <a:pt x="13554" y="3504"/>
                </a:lnTo>
                <a:lnTo>
                  <a:pt x="13481" y="3577"/>
                </a:lnTo>
                <a:lnTo>
                  <a:pt x="13456" y="3650"/>
                </a:lnTo>
                <a:lnTo>
                  <a:pt x="13456" y="3699"/>
                </a:lnTo>
                <a:lnTo>
                  <a:pt x="13505" y="3723"/>
                </a:lnTo>
                <a:lnTo>
                  <a:pt x="13602" y="3747"/>
                </a:lnTo>
                <a:lnTo>
                  <a:pt x="13675" y="3723"/>
                </a:lnTo>
                <a:lnTo>
                  <a:pt x="13773" y="3674"/>
                </a:lnTo>
                <a:lnTo>
                  <a:pt x="13846" y="3626"/>
                </a:lnTo>
                <a:lnTo>
                  <a:pt x="13943" y="3577"/>
                </a:lnTo>
                <a:lnTo>
                  <a:pt x="14138" y="3918"/>
                </a:lnTo>
                <a:lnTo>
                  <a:pt x="14040" y="3991"/>
                </a:lnTo>
                <a:lnTo>
                  <a:pt x="13846" y="4161"/>
                </a:lnTo>
                <a:lnTo>
                  <a:pt x="13773" y="4234"/>
                </a:lnTo>
                <a:lnTo>
                  <a:pt x="13700" y="4331"/>
                </a:lnTo>
                <a:lnTo>
                  <a:pt x="13700" y="4356"/>
                </a:lnTo>
                <a:lnTo>
                  <a:pt x="13700" y="4380"/>
                </a:lnTo>
                <a:lnTo>
                  <a:pt x="13821" y="4380"/>
                </a:lnTo>
                <a:lnTo>
                  <a:pt x="13943" y="4356"/>
                </a:lnTo>
                <a:lnTo>
                  <a:pt x="14065" y="4307"/>
                </a:lnTo>
                <a:lnTo>
                  <a:pt x="14162" y="4234"/>
                </a:lnTo>
                <a:lnTo>
                  <a:pt x="14284" y="4161"/>
                </a:lnTo>
                <a:lnTo>
                  <a:pt x="14503" y="4696"/>
                </a:lnTo>
                <a:lnTo>
                  <a:pt x="14332" y="4769"/>
                </a:lnTo>
                <a:lnTo>
                  <a:pt x="14186" y="4842"/>
                </a:lnTo>
                <a:lnTo>
                  <a:pt x="14065" y="4940"/>
                </a:lnTo>
                <a:lnTo>
                  <a:pt x="13943" y="5061"/>
                </a:lnTo>
                <a:lnTo>
                  <a:pt x="13919" y="5134"/>
                </a:lnTo>
                <a:lnTo>
                  <a:pt x="13894" y="5207"/>
                </a:lnTo>
                <a:lnTo>
                  <a:pt x="13894" y="5256"/>
                </a:lnTo>
                <a:lnTo>
                  <a:pt x="13919" y="5280"/>
                </a:lnTo>
                <a:lnTo>
                  <a:pt x="13943" y="5305"/>
                </a:lnTo>
                <a:lnTo>
                  <a:pt x="13992" y="5305"/>
                </a:lnTo>
                <a:lnTo>
                  <a:pt x="14113" y="5256"/>
                </a:lnTo>
                <a:lnTo>
                  <a:pt x="14235" y="5183"/>
                </a:lnTo>
                <a:lnTo>
                  <a:pt x="14527" y="5037"/>
                </a:lnTo>
                <a:lnTo>
                  <a:pt x="14600" y="5013"/>
                </a:lnTo>
                <a:lnTo>
                  <a:pt x="14746" y="5524"/>
                </a:lnTo>
                <a:lnTo>
                  <a:pt x="14430" y="5670"/>
                </a:lnTo>
                <a:lnTo>
                  <a:pt x="14162" y="5791"/>
                </a:lnTo>
                <a:lnTo>
                  <a:pt x="13919" y="5937"/>
                </a:lnTo>
                <a:lnTo>
                  <a:pt x="13919" y="5986"/>
                </a:lnTo>
                <a:lnTo>
                  <a:pt x="13943" y="6010"/>
                </a:lnTo>
                <a:lnTo>
                  <a:pt x="14089" y="6035"/>
                </a:lnTo>
                <a:lnTo>
                  <a:pt x="14235" y="6059"/>
                </a:lnTo>
                <a:lnTo>
                  <a:pt x="14357" y="6035"/>
                </a:lnTo>
                <a:lnTo>
                  <a:pt x="14527" y="6010"/>
                </a:lnTo>
                <a:lnTo>
                  <a:pt x="14843" y="5889"/>
                </a:lnTo>
                <a:lnTo>
                  <a:pt x="14965" y="6424"/>
                </a:lnTo>
                <a:lnTo>
                  <a:pt x="14795" y="6497"/>
                </a:lnTo>
                <a:lnTo>
                  <a:pt x="14405" y="6619"/>
                </a:lnTo>
                <a:lnTo>
                  <a:pt x="14016" y="6740"/>
                </a:lnTo>
                <a:lnTo>
                  <a:pt x="13992" y="6789"/>
                </a:lnTo>
                <a:lnTo>
                  <a:pt x="13967" y="6813"/>
                </a:lnTo>
                <a:lnTo>
                  <a:pt x="13992" y="6862"/>
                </a:lnTo>
                <a:lnTo>
                  <a:pt x="14040" y="6886"/>
                </a:lnTo>
                <a:lnTo>
                  <a:pt x="14235" y="6886"/>
                </a:lnTo>
                <a:lnTo>
                  <a:pt x="14405" y="6862"/>
                </a:lnTo>
                <a:lnTo>
                  <a:pt x="14770" y="6813"/>
                </a:lnTo>
                <a:lnTo>
                  <a:pt x="15014" y="6740"/>
                </a:lnTo>
                <a:lnTo>
                  <a:pt x="15087" y="7178"/>
                </a:lnTo>
                <a:lnTo>
                  <a:pt x="14843" y="7227"/>
                </a:lnTo>
                <a:lnTo>
                  <a:pt x="14430" y="7349"/>
                </a:lnTo>
                <a:lnTo>
                  <a:pt x="14235" y="7422"/>
                </a:lnTo>
                <a:lnTo>
                  <a:pt x="14065" y="7543"/>
                </a:lnTo>
                <a:lnTo>
                  <a:pt x="14016" y="7592"/>
                </a:lnTo>
                <a:lnTo>
                  <a:pt x="14040" y="7665"/>
                </a:lnTo>
                <a:lnTo>
                  <a:pt x="14065" y="7714"/>
                </a:lnTo>
                <a:lnTo>
                  <a:pt x="14138" y="7738"/>
                </a:lnTo>
                <a:lnTo>
                  <a:pt x="14332" y="7714"/>
                </a:lnTo>
                <a:lnTo>
                  <a:pt x="14527" y="7665"/>
                </a:lnTo>
                <a:lnTo>
                  <a:pt x="14916" y="7568"/>
                </a:lnTo>
                <a:lnTo>
                  <a:pt x="15135" y="7519"/>
                </a:lnTo>
                <a:lnTo>
                  <a:pt x="15184" y="7981"/>
                </a:lnTo>
                <a:lnTo>
                  <a:pt x="14868" y="8030"/>
                </a:lnTo>
                <a:lnTo>
                  <a:pt x="14624" y="8054"/>
                </a:lnTo>
                <a:lnTo>
                  <a:pt x="14357" y="8079"/>
                </a:lnTo>
                <a:lnTo>
                  <a:pt x="14235" y="8103"/>
                </a:lnTo>
                <a:lnTo>
                  <a:pt x="14113" y="8152"/>
                </a:lnTo>
                <a:lnTo>
                  <a:pt x="14016" y="8200"/>
                </a:lnTo>
                <a:lnTo>
                  <a:pt x="13919" y="8298"/>
                </a:lnTo>
                <a:lnTo>
                  <a:pt x="13919" y="8322"/>
                </a:lnTo>
                <a:lnTo>
                  <a:pt x="13919" y="8346"/>
                </a:lnTo>
                <a:lnTo>
                  <a:pt x="13919" y="8395"/>
                </a:lnTo>
                <a:lnTo>
                  <a:pt x="13943" y="8395"/>
                </a:lnTo>
                <a:lnTo>
                  <a:pt x="14065" y="8419"/>
                </a:lnTo>
                <a:lnTo>
                  <a:pt x="14211" y="8444"/>
                </a:lnTo>
                <a:lnTo>
                  <a:pt x="14454" y="8444"/>
                </a:lnTo>
                <a:lnTo>
                  <a:pt x="14989" y="8395"/>
                </a:lnTo>
                <a:lnTo>
                  <a:pt x="15208" y="8395"/>
                </a:lnTo>
                <a:lnTo>
                  <a:pt x="15208" y="8857"/>
                </a:lnTo>
                <a:lnTo>
                  <a:pt x="14722" y="8882"/>
                </a:lnTo>
                <a:lnTo>
                  <a:pt x="14503" y="8882"/>
                </a:lnTo>
                <a:lnTo>
                  <a:pt x="14284" y="8906"/>
                </a:lnTo>
                <a:lnTo>
                  <a:pt x="14065" y="8955"/>
                </a:lnTo>
                <a:lnTo>
                  <a:pt x="13967" y="8979"/>
                </a:lnTo>
                <a:lnTo>
                  <a:pt x="13870" y="9028"/>
                </a:lnTo>
                <a:lnTo>
                  <a:pt x="13846" y="9052"/>
                </a:lnTo>
                <a:lnTo>
                  <a:pt x="13870" y="9076"/>
                </a:lnTo>
                <a:lnTo>
                  <a:pt x="13967" y="9125"/>
                </a:lnTo>
                <a:lnTo>
                  <a:pt x="14065" y="9174"/>
                </a:lnTo>
                <a:lnTo>
                  <a:pt x="14284" y="9222"/>
                </a:lnTo>
                <a:lnTo>
                  <a:pt x="14722" y="9222"/>
                </a:lnTo>
                <a:lnTo>
                  <a:pt x="14941" y="9247"/>
                </a:lnTo>
                <a:lnTo>
                  <a:pt x="15184" y="9247"/>
                </a:lnTo>
                <a:lnTo>
                  <a:pt x="15160" y="9465"/>
                </a:lnTo>
                <a:lnTo>
                  <a:pt x="14965" y="9514"/>
                </a:lnTo>
                <a:lnTo>
                  <a:pt x="14722" y="9563"/>
                </a:lnTo>
                <a:lnTo>
                  <a:pt x="14478" y="9660"/>
                </a:lnTo>
                <a:lnTo>
                  <a:pt x="14259" y="9757"/>
                </a:lnTo>
                <a:lnTo>
                  <a:pt x="14040" y="9879"/>
                </a:lnTo>
                <a:lnTo>
                  <a:pt x="14016" y="9903"/>
                </a:lnTo>
                <a:lnTo>
                  <a:pt x="14016" y="9952"/>
                </a:lnTo>
                <a:lnTo>
                  <a:pt x="14040" y="9976"/>
                </a:lnTo>
                <a:lnTo>
                  <a:pt x="14065" y="9976"/>
                </a:lnTo>
                <a:lnTo>
                  <a:pt x="14284" y="10001"/>
                </a:lnTo>
                <a:lnTo>
                  <a:pt x="14503" y="9976"/>
                </a:lnTo>
                <a:lnTo>
                  <a:pt x="14965" y="9903"/>
                </a:lnTo>
                <a:lnTo>
                  <a:pt x="15087" y="9879"/>
                </a:lnTo>
                <a:lnTo>
                  <a:pt x="14965" y="10390"/>
                </a:lnTo>
                <a:lnTo>
                  <a:pt x="14527" y="10463"/>
                </a:lnTo>
                <a:lnTo>
                  <a:pt x="14332" y="10487"/>
                </a:lnTo>
                <a:lnTo>
                  <a:pt x="14162" y="10512"/>
                </a:lnTo>
                <a:lnTo>
                  <a:pt x="13992" y="10560"/>
                </a:lnTo>
                <a:lnTo>
                  <a:pt x="13919" y="10609"/>
                </a:lnTo>
                <a:lnTo>
                  <a:pt x="13846" y="10682"/>
                </a:lnTo>
                <a:lnTo>
                  <a:pt x="13821" y="10731"/>
                </a:lnTo>
                <a:lnTo>
                  <a:pt x="13846" y="10804"/>
                </a:lnTo>
                <a:lnTo>
                  <a:pt x="13870" y="10852"/>
                </a:lnTo>
                <a:lnTo>
                  <a:pt x="13894" y="10901"/>
                </a:lnTo>
                <a:lnTo>
                  <a:pt x="13967" y="10925"/>
                </a:lnTo>
                <a:lnTo>
                  <a:pt x="14065" y="10950"/>
                </a:lnTo>
                <a:lnTo>
                  <a:pt x="14235" y="10950"/>
                </a:lnTo>
                <a:lnTo>
                  <a:pt x="14576" y="10901"/>
                </a:lnTo>
                <a:lnTo>
                  <a:pt x="14795" y="10877"/>
                </a:lnTo>
                <a:lnTo>
                  <a:pt x="14795" y="10877"/>
                </a:lnTo>
                <a:lnTo>
                  <a:pt x="14600" y="11339"/>
                </a:lnTo>
                <a:lnTo>
                  <a:pt x="14478" y="11339"/>
                </a:lnTo>
                <a:lnTo>
                  <a:pt x="14284" y="11315"/>
                </a:lnTo>
                <a:lnTo>
                  <a:pt x="14089" y="11339"/>
                </a:lnTo>
                <a:lnTo>
                  <a:pt x="13919" y="11363"/>
                </a:lnTo>
                <a:lnTo>
                  <a:pt x="13724" y="11436"/>
                </a:lnTo>
                <a:lnTo>
                  <a:pt x="13724" y="11461"/>
                </a:lnTo>
                <a:lnTo>
                  <a:pt x="13724" y="11485"/>
                </a:lnTo>
                <a:lnTo>
                  <a:pt x="13894" y="11558"/>
                </a:lnTo>
                <a:lnTo>
                  <a:pt x="14065" y="11607"/>
                </a:lnTo>
                <a:lnTo>
                  <a:pt x="14430" y="11655"/>
                </a:lnTo>
                <a:lnTo>
                  <a:pt x="14186" y="12069"/>
                </a:lnTo>
                <a:lnTo>
                  <a:pt x="13967" y="12069"/>
                </a:lnTo>
                <a:lnTo>
                  <a:pt x="13724" y="12093"/>
                </a:lnTo>
                <a:lnTo>
                  <a:pt x="13602" y="12069"/>
                </a:lnTo>
                <a:lnTo>
                  <a:pt x="13456" y="12045"/>
                </a:lnTo>
                <a:lnTo>
                  <a:pt x="13335" y="12020"/>
                </a:lnTo>
                <a:lnTo>
                  <a:pt x="13213" y="12020"/>
                </a:lnTo>
                <a:lnTo>
                  <a:pt x="13189" y="12045"/>
                </a:lnTo>
                <a:lnTo>
                  <a:pt x="13164" y="12069"/>
                </a:lnTo>
                <a:lnTo>
                  <a:pt x="13189" y="12166"/>
                </a:lnTo>
                <a:lnTo>
                  <a:pt x="13237" y="12239"/>
                </a:lnTo>
                <a:lnTo>
                  <a:pt x="13310" y="12312"/>
                </a:lnTo>
                <a:lnTo>
                  <a:pt x="13408" y="12361"/>
                </a:lnTo>
                <a:lnTo>
                  <a:pt x="13529" y="12385"/>
                </a:lnTo>
                <a:lnTo>
                  <a:pt x="13651" y="12410"/>
                </a:lnTo>
                <a:lnTo>
                  <a:pt x="13919" y="12434"/>
                </a:lnTo>
                <a:lnTo>
                  <a:pt x="13578" y="12823"/>
                </a:lnTo>
                <a:lnTo>
                  <a:pt x="13067" y="12726"/>
                </a:lnTo>
                <a:lnTo>
                  <a:pt x="12848" y="12677"/>
                </a:lnTo>
                <a:lnTo>
                  <a:pt x="12726" y="12677"/>
                </a:lnTo>
                <a:lnTo>
                  <a:pt x="12605" y="12702"/>
                </a:lnTo>
                <a:lnTo>
                  <a:pt x="12605" y="12726"/>
                </a:lnTo>
                <a:lnTo>
                  <a:pt x="12580" y="12775"/>
                </a:lnTo>
                <a:lnTo>
                  <a:pt x="12629" y="12848"/>
                </a:lnTo>
                <a:lnTo>
                  <a:pt x="12678" y="12921"/>
                </a:lnTo>
                <a:lnTo>
                  <a:pt x="12726" y="12969"/>
                </a:lnTo>
                <a:lnTo>
                  <a:pt x="12824" y="13018"/>
                </a:lnTo>
                <a:lnTo>
                  <a:pt x="13018" y="13115"/>
                </a:lnTo>
                <a:lnTo>
                  <a:pt x="13237" y="13164"/>
                </a:lnTo>
                <a:lnTo>
                  <a:pt x="13091" y="13286"/>
                </a:lnTo>
                <a:lnTo>
                  <a:pt x="13043" y="13286"/>
                </a:lnTo>
                <a:lnTo>
                  <a:pt x="12580" y="13261"/>
                </a:lnTo>
                <a:lnTo>
                  <a:pt x="12337" y="13213"/>
                </a:lnTo>
                <a:lnTo>
                  <a:pt x="12215" y="13188"/>
                </a:lnTo>
                <a:lnTo>
                  <a:pt x="12094" y="13188"/>
                </a:lnTo>
                <a:lnTo>
                  <a:pt x="12021" y="13213"/>
                </a:lnTo>
                <a:lnTo>
                  <a:pt x="11972" y="13261"/>
                </a:lnTo>
                <a:lnTo>
                  <a:pt x="11972" y="13334"/>
                </a:lnTo>
                <a:lnTo>
                  <a:pt x="11996" y="13383"/>
                </a:lnTo>
                <a:lnTo>
                  <a:pt x="12142" y="13505"/>
                </a:lnTo>
                <a:lnTo>
                  <a:pt x="12288" y="13578"/>
                </a:lnTo>
                <a:lnTo>
                  <a:pt x="12459" y="13626"/>
                </a:lnTo>
                <a:lnTo>
                  <a:pt x="12653" y="13651"/>
                </a:lnTo>
                <a:lnTo>
                  <a:pt x="12215" y="13943"/>
                </a:lnTo>
                <a:lnTo>
                  <a:pt x="12142" y="13918"/>
                </a:lnTo>
                <a:lnTo>
                  <a:pt x="11680" y="13821"/>
                </a:lnTo>
                <a:lnTo>
                  <a:pt x="11461" y="13772"/>
                </a:lnTo>
                <a:lnTo>
                  <a:pt x="11242" y="13724"/>
                </a:lnTo>
                <a:lnTo>
                  <a:pt x="11218" y="13748"/>
                </a:lnTo>
                <a:lnTo>
                  <a:pt x="11193" y="13748"/>
                </a:lnTo>
                <a:lnTo>
                  <a:pt x="11193" y="13821"/>
                </a:lnTo>
                <a:lnTo>
                  <a:pt x="11242" y="13894"/>
                </a:lnTo>
                <a:lnTo>
                  <a:pt x="11291" y="13967"/>
                </a:lnTo>
                <a:lnTo>
                  <a:pt x="11437" y="14064"/>
                </a:lnTo>
                <a:lnTo>
                  <a:pt x="11607" y="14137"/>
                </a:lnTo>
                <a:lnTo>
                  <a:pt x="11777" y="14210"/>
                </a:lnTo>
                <a:lnTo>
                  <a:pt x="11437" y="14381"/>
                </a:lnTo>
                <a:lnTo>
                  <a:pt x="11364" y="14332"/>
                </a:lnTo>
                <a:lnTo>
                  <a:pt x="11315" y="14308"/>
                </a:lnTo>
                <a:lnTo>
                  <a:pt x="11169" y="14259"/>
                </a:lnTo>
                <a:lnTo>
                  <a:pt x="10877" y="14235"/>
                </a:lnTo>
                <a:lnTo>
                  <a:pt x="10634" y="14210"/>
                </a:lnTo>
                <a:lnTo>
                  <a:pt x="10488" y="14210"/>
                </a:lnTo>
                <a:lnTo>
                  <a:pt x="10366" y="14235"/>
                </a:lnTo>
                <a:lnTo>
                  <a:pt x="10342" y="14283"/>
                </a:lnTo>
                <a:lnTo>
                  <a:pt x="10366" y="14332"/>
                </a:lnTo>
                <a:lnTo>
                  <a:pt x="10390" y="14381"/>
                </a:lnTo>
                <a:lnTo>
                  <a:pt x="10488" y="14478"/>
                </a:lnTo>
                <a:lnTo>
                  <a:pt x="10609" y="14551"/>
                </a:lnTo>
                <a:lnTo>
                  <a:pt x="10707" y="14575"/>
                </a:lnTo>
                <a:lnTo>
                  <a:pt x="10877" y="14624"/>
                </a:lnTo>
                <a:lnTo>
                  <a:pt x="10488" y="14746"/>
                </a:lnTo>
                <a:lnTo>
                  <a:pt x="10293" y="14673"/>
                </a:lnTo>
                <a:lnTo>
                  <a:pt x="10098" y="14624"/>
                </a:lnTo>
                <a:lnTo>
                  <a:pt x="9904" y="14600"/>
                </a:lnTo>
                <a:lnTo>
                  <a:pt x="9782" y="14600"/>
                </a:lnTo>
                <a:lnTo>
                  <a:pt x="9685" y="14648"/>
                </a:lnTo>
                <a:lnTo>
                  <a:pt x="9660" y="14673"/>
                </a:lnTo>
                <a:lnTo>
                  <a:pt x="9660" y="14721"/>
                </a:lnTo>
                <a:lnTo>
                  <a:pt x="9709" y="14794"/>
                </a:lnTo>
                <a:lnTo>
                  <a:pt x="9782" y="14843"/>
                </a:lnTo>
                <a:lnTo>
                  <a:pt x="9928" y="14916"/>
                </a:lnTo>
                <a:lnTo>
                  <a:pt x="9612" y="14989"/>
                </a:lnTo>
                <a:lnTo>
                  <a:pt x="9563" y="14940"/>
                </a:lnTo>
                <a:lnTo>
                  <a:pt x="9514" y="14916"/>
                </a:lnTo>
                <a:lnTo>
                  <a:pt x="9417" y="14867"/>
                </a:lnTo>
                <a:lnTo>
                  <a:pt x="9222" y="14843"/>
                </a:lnTo>
                <a:lnTo>
                  <a:pt x="9125" y="14843"/>
                </a:lnTo>
                <a:lnTo>
                  <a:pt x="9028" y="14867"/>
                </a:lnTo>
                <a:lnTo>
                  <a:pt x="9003" y="14916"/>
                </a:lnTo>
                <a:lnTo>
                  <a:pt x="8979" y="14965"/>
                </a:lnTo>
                <a:lnTo>
                  <a:pt x="8955" y="15013"/>
                </a:lnTo>
                <a:lnTo>
                  <a:pt x="8979" y="15062"/>
                </a:lnTo>
                <a:lnTo>
                  <a:pt x="9003" y="15086"/>
                </a:lnTo>
                <a:lnTo>
                  <a:pt x="8638" y="15135"/>
                </a:lnTo>
                <a:lnTo>
                  <a:pt x="8298" y="15159"/>
                </a:lnTo>
                <a:lnTo>
                  <a:pt x="7203" y="15159"/>
                </a:lnTo>
                <a:lnTo>
                  <a:pt x="6838" y="15111"/>
                </a:lnTo>
                <a:lnTo>
                  <a:pt x="6497" y="15062"/>
                </a:lnTo>
                <a:lnTo>
                  <a:pt x="6132" y="14989"/>
                </a:lnTo>
                <a:lnTo>
                  <a:pt x="5792" y="14916"/>
                </a:lnTo>
                <a:lnTo>
                  <a:pt x="5451" y="14819"/>
                </a:lnTo>
                <a:lnTo>
                  <a:pt x="5110" y="14697"/>
                </a:lnTo>
                <a:lnTo>
                  <a:pt x="4794" y="14575"/>
                </a:lnTo>
                <a:lnTo>
                  <a:pt x="4453" y="14405"/>
                </a:lnTo>
                <a:lnTo>
                  <a:pt x="4137" y="14259"/>
                </a:lnTo>
                <a:lnTo>
                  <a:pt x="3845" y="14064"/>
                </a:lnTo>
                <a:lnTo>
                  <a:pt x="3553" y="13870"/>
                </a:lnTo>
                <a:lnTo>
                  <a:pt x="3285" y="13675"/>
                </a:lnTo>
                <a:lnTo>
                  <a:pt x="3018" y="13456"/>
                </a:lnTo>
                <a:lnTo>
                  <a:pt x="2774" y="13237"/>
                </a:lnTo>
                <a:lnTo>
                  <a:pt x="2531" y="12994"/>
                </a:lnTo>
                <a:lnTo>
                  <a:pt x="2312" y="12775"/>
                </a:lnTo>
                <a:lnTo>
                  <a:pt x="2093" y="12507"/>
                </a:lnTo>
                <a:lnTo>
                  <a:pt x="1898" y="12239"/>
                </a:lnTo>
                <a:lnTo>
                  <a:pt x="1728" y="11972"/>
                </a:lnTo>
                <a:lnTo>
                  <a:pt x="1558" y="11704"/>
                </a:lnTo>
                <a:lnTo>
                  <a:pt x="1387" y="11412"/>
                </a:lnTo>
                <a:lnTo>
                  <a:pt x="1266" y="11120"/>
                </a:lnTo>
                <a:lnTo>
                  <a:pt x="1144" y="10828"/>
                </a:lnTo>
                <a:lnTo>
                  <a:pt x="1022" y="10512"/>
                </a:lnTo>
                <a:lnTo>
                  <a:pt x="949" y="10195"/>
                </a:lnTo>
                <a:lnTo>
                  <a:pt x="876" y="9879"/>
                </a:lnTo>
                <a:lnTo>
                  <a:pt x="828" y="9538"/>
                </a:lnTo>
                <a:lnTo>
                  <a:pt x="755" y="9003"/>
                </a:lnTo>
                <a:lnTo>
                  <a:pt x="730" y="8468"/>
                </a:lnTo>
                <a:lnTo>
                  <a:pt x="730" y="7933"/>
                </a:lnTo>
                <a:lnTo>
                  <a:pt x="779" y="7397"/>
                </a:lnTo>
                <a:lnTo>
                  <a:pt x="828" y="6862"/>
                </a:lnTo>
                <a:lnTo>
                  <a:pt x="949" y="6351"/>
                </a:lnTo>
                <a:lnTo>
                  <a:pt x="1071" y="5840"/>
                </a:lnTo>
                <a:lnTo>
                  <a:pt x="1266" y="5353"/>
                </a:lnTo>
                <a:lnTo>
                  <a:pt x="1387" y="5061"/>
                </a:lnTo>
                <a:lnTo>
                  <a:pt x="1558" y="4745"/>
                </a:lnTo>
                <a:lnTo>
                  <a:pt x="1752" y="4404"/>
                </a:lnTo>
                <a:lnTo>
                  <a:pt x="1996" y="4064"/>
                </a:lnTo>
                <a:lnTo>
                  <a:pt x="2263" y="3699"/>
                </a:lnTo>
                <a:lnTo>
                  <a:pt x="2555" y="3334"/>
                </a:lnTo>
                <a:lnTo>
                  <a:pt x="2896" y="2944"/>
                </a:lnTo>
                <a:lnTo>
                  <a:pt x="3261" y="2604"/>
                </a:lnTo>
                <a:lnTo>
                  <a:pt x="3650" y="2263"/>
                </a:lnTo>
                <a:lnTo>
                  <a:pt x="4064" y="1922"/>
                </a:lnTo>
                <a:lnTo>
                  <a:pt x="4526" y="1630"/>
                </a:lnTo>
                <a:lnTo>
                  <a:pt x="5013" y="1363"/>
                </a:lnTo>
                <a:lnTo>
                  <a:pt x="5500" y="1144"/>
                </a:lnTo>
                <a:lnTo>
                  <a:pt x="6035" y="974"/>
                </a:lnTo>
                <a:lnTo>
                  <a:pt x="6303" y="925"/>
                </a:lnTo>
                <a:lnTo>
                  <a:pt x="6595" y="876"/>
                </a:lnTo>
                <a:lnTo>
                  <a:pt x="6862" y="828"/>
                </a:lnTo>
                <a:lnTo>
                  <a:pt x="7154" y="803"/>
                </a:lnTo>
                <a:lnTo>
                  <a:pt x="7519" y="779"/>
                </a:lnTo>
                <a:lnTo>
                  <a:pt x="7909" y="730"/>
                </a:lnTo>
                <a:lnTo>
                  <a:pt x="8298" y="682"/>
                </a:lnTo>
                <a:close/>
                <a:moveTo>
                  <a:pt x="8128" y="0"/>
                </a:moveTo>
                <a:lnTo>
                  <a:pt x="7738" y="25"/>
                </a:lnTo>
                <a:lnTo>
                  <a:pt x="7373" y="73"/>
                </a:lnTo>
                <a:lnTo>
                  <a:pt x="7081" y="49"/>
                </a:lnTo>
                <a:lnTo>
                  <a:pt x="6765" y="49"/>
                </a:lnTo>
                <a:lnTo>
                  <a:pt x="6473" y="73"/>
                </a:lnTo>
                <a:lnTo>
                  <a:pt x="6157" y="146"/>
                </a:lnTo>
                <a:lnTo>
                  <a:pt x="5840" y="219"/>
                </a:lnTo>
                <a:lnTo>
                  <a:pt x="5524" y="317"/>
                </a:lnTo>
                <a:lnTo>
                  <a:pt x="5208" y="438"/>
                </a:lnTo>
                <a:lnTo>
                  <a:pt x="4916" y="560"/>
                </a:lnTo>
                <a:lnTo>
                  <a:pt x="4307" y="876"/>
                </a:lnTo>
                <a:lnTo>
                  <a:pt x="3748" y="1217"/>
                </a:lnTo>
                <a:lnTo>
                  <a:pt x="3212" y="1606"/>
                </a:lnTo>
                <a:lnTo>
                  <a:pt x="2750" y="1995"/>
                </a:lnTo>
                <a:lnTo>
                  <a:pt x="2482" y="2239"/>
                </a:lnTo>
                <a:lnTo>
                  <a:pt x="2239" y="2482"/>
                </a:lnTo>
                <a:lnTo>
                  <a:pt x="2020" y="2725"/>
                </a:lnTo>
                <a:lnTo>
                  <a:pt x="1825" y="2993"/>
                </a:lnTo>
                <a:lnTo>
                  <a:pt x="1631" y="3261"/>
                </a:lnTo>
                <a:lnTo>
                  <a:pt x="1436" y="3528"/>
                </a:lnTo>
                <a:lnTo>
                  <a:pt x="1120" y="4088"/>
                </a:lnTo>
                <a:lnTo>
                  <a:pt x="852" y="4696"/>
                </a:lnTo>
                <a:lnTo>
                  <a:pt x="609" y="5305"/>
                </a:lnTo>
                <a:lnTo>
                  <a:pt x="390" y="5962"/>
                </a:lnTo>
                <a:lnTo>
                  <a:pt x="195" y="6643"/>
                </a:lnTo>
                <a:lnTo>
                  <a:pt x="122" y="7008"/>
                </a:lnTo>
                <a:lnTo>
                  <a:pt x="49" y="7373"/>
                </a:lnTo>
                <a:lnTo>
                  <a:pt x="25" y="7738"/>
                </a:lnTo>
                <a:lnTo>
                  <a:pt x="1" y="8103"/>
                </a:lnTo>
                <a:lnTo>
                  <a:pt x="1" y="8468"/>
                </a:lnTo>
                <a:lnTo>
                  <a:pt x="1" y="8809"/>
                </a:lnTo>
                <a:lnTo>
                  <a:pt x="49" y="9174"/>
                </a:lnTo>
                <a:lnTo>
                  <a:pt x="98" y="9514"/>
                </a:lnTo>
                <a:lnTo>
                  <a:pt x="171" y="9879"/>
                </a:lnTo>
                <a:lnTo>
                  <a:pt x="268" y="10220"/>
                </a:lnTo>
                <a:lnTo>
                  <a:pt x="365" y="10560"/>
                </a:lnTo>
                <a:lnTo>
                  <a:pt x="487" y="10901"/>
                </a:lnTo>
                <a:lnTo>
                  <a:pt x="633" y="11242"/>
                </a:lnTo>
                <a:lnTo>
                  <a:pt x="803" y="11582"/>
                </a:lnTo>
                <a:lnTo>
                  <a:pt x="1168" y="12264"/>
                </a:lnTo>
                <a:lnTo>
                  <a:pt x="1387" y="12629"/>
                </a:lnTo>
                <a:lnTo>
                  <a:pt x="1631" y="12994"/>
                </a:lnTo>
                <a:lnTo>
                  <a:pt x="1874" y="13334"/>
                </a:lnTo>
                <a:lnTo>
                  <a:pt x="2142" y="13651"/>
                </a:lnTo>
                <a:lnTo>
                  <a:pt x="2434" y="13943"/>
                </a:lnTo>
                <a:lnTo>
                  <a:pt x="2726" y="14235"/>
                </a:lnTo>
                <a:lnTo>
                  <a:pt x="3042" y="14502"/>
                </a:lnTo>
                <a:lnTo>
                  <a:pt x="3358" y="14746"/>
                </a:lnTo>
                <a:lnTo>
                  <a:pt x="3699" y="14965"/>
                </a:lnTo>
                <a:lnTo>
                  <a:pt x="4040" y="15159"/>
                </a:lnTo>
                <a:lnTo>
                  <a:pt x="4405" y="15354"/>
                </a:lnTo>
                <a:lnTo>
                  <a:pt x="4794" y="15500"/>
                </a:lnTo>
                <a:lnTo>
                  <a:pt x="5183" y="15622"/>
                </a:lnTo>
                <a:lnTo>
                  <a:pt x="5573" y="15743"/>
                </a:lnTo>
                <a:lnTo>
                  <a:pt x="5986" y="15816"/>
                </a:lnTo>
                <a:lnTo>
                  <a:pt x="6424" y="15889"/>
                </a:lnTo>
                <a:lnTo>
                  <a:pt x="6838" y="15914"/>
                </a:lnTo>
                <a:lnTo>
                  <a:pt x="7276" y="15938"/>
                </a:lnTo>
                <a:lnTo>
                  <a:pt x="7714" y="15938"/>
                </a:lnTo>
                <a:lnTo>
                  <a:pt x="8152" y="15914"/>
                </a:lnTo>
                <a:lnTo>
                  <a:pt x="8565" y="15889"/>
                </a:lnTo>
                <a:lnTo>
                  <a:pt x="9003" y="15841"/>
                </a:lnTo>
                <a:lnTo>
                  <a:pt x="9417" y="15768"/>
                </a:lnTo>
                <a:lnTo>
                  <a:pt x="9831" y="15670"/>
                </a:lnTo>
                <a:lnTo>
                  <a:pt x="10244" y="15573"/>
                </a:lnTo>
                <a:lnTo>
                  <a:pt x="10658" y="15451"/>
                </a:lnTo>
                <a:lnTo>
                  <a:pt x="11047" y="15305"/>
                </a:lnTo>
                <a:lnTo>
                  <a:pt x="11437" y="15135"/>
                </a:lnTo>
                <a:lnTo>
                  <a:pt x="11826" y="14940"/>
                </a:lnTo>
                <a:lnTo>
                  <a:pt x="12191" y="14721"/>
                </a:lnTo>
                <a:lnTo>
                  <a:pt x="12556" y="14478"/>
                </a:lnTo>
                <a:lnTo>
                  <a:pt x="12921" y="14235"/>
                </a:lnTo>
                <a:lnTo>
                  <a:pt x="13262" y="13943"/>
                </a:lnTo>
                <a:lnTo>
                  <a:pt x="13578" y="13651"/>
                </a:lnTo>
                <a:lnTo>
                  <a:pt x="13894" y="13334"/>
                </a:lnTo>
                <a:lnTo>
                  <a:pt x="14186" y="13018"/>
                </a:lnTo>
                <a:lnTo>
                  <a:pt x="14430" y="12702"/>
                </a:lnTo>
                <a:lnTo>
                  <a:pt x="14673" y="12361"/>
                </a:lnTo>
                <a:lnTo>
                  <a:pt x="14892" y="11996"/>
                </a:lnTo>
                <a:lnTo>
                  <a:pt x="15087" y="11631"/>
                </a:lnTo>
                <a:lnTo>
                  <a:pt x="15111" y="11631"/>
                </a:lnTo>
                <a:lnTo>
                  <a:pt x="15135" y="11582"/>
                </a:lnTo>
                <a:lnTo>
                  <a:pt x="15135" y="11534"/>
                </a:lnTo>
                <a:lnTo>
                  <a:pt x="15330" y="11096"/>
                </a:lnTo>
                <a:lnTo>
                  <a:pt x="15500" y="10658"/>
                </a:lnTo>
                <a:lnTo>
                  <a:pt x="15622" y="10195"/>
                </a:lnTo>
                <a:lnTo>
                  <a:pt x="15719" y="9733"/>
                </a:lnTo>
                <a:lnTo>
                  <a:pt x="15744" y="9709"/>
                </a:lnTo>
                <a:lnTo>
                  <a:pt x="15768" y="9684"/>
                </a:lnTo>
                <a:lnTo>
                  <a:pt x="15768" y="9636"/>
                </a:lnTo>
                <a:lnTo>
                  <a:pt x="15768" y="9611"/>
                </a:lnTo>
                <a:lnTo>
                  <a:pt x="15744" y="9563"/>
                </a:lnTo>
                <a:lnTo>
                  <a:pt x="15792" y="9174"/>
                </a:lnTo>
                <a:lnTo>
                  <a:pt x="15817" y="8760"/>
                </a:lnTo>
                <a:lnTo>
                  <a:pt x="15817" y="8371"/>
                </a:lnTo>
                <a:lnTo>
                  <a:pt x="15817" y="7957"/>
                </a:lnTo>
                <a:lnTo>
                  <a:pt x="15719" y="7105"/>
                </a:lnTo>
                <a:lnTo>
                  <a:pt x="15671" y="6667"/>
                </a:lnTo>
                <a:lnTo>
                  <a:pt x="15598" y="6254"/>
                </a:lnTo>
                <a:lnTo>
                  <a:pt x="15500" y="5840"/>
                </a:lnTo>
                <a:lnTo>
                  <a:pt x="15403" y="5426"/>
                </a:lnTo>
                <a:lnTo>
                  <a:pt x="15281" y="5013"/>
                </a:lnTo>
                <a:lnTo>
                  <a:pt x="15135" y="4623"/>
                </a:lnTo>
                <a:lnTo>
                  <a:pt x="14989" y="4234"/>
                </a:lnTo>
                <a:lnTo>
                  <a:pt x="14819" y="3845"/>
                </a:lnTo>
                <a:lnTo>
                  <a:pt x="14600" y="3480"/>
                </a:lnTo>
                <a:lnTo>
                  <a:pt x="14381" y="3115"/>
                </a:lnTo>
                <a:lnTo>
                  <a:pt x="14138" y="2774"/>
                </a:lnTo>
                <a:lnTo>
                  <a:pt x="13870" y="2458"/>
                </a:lnTo>
                <a:lnTo>
                  <a:pt x="13578" y="2141"/>
                </a:lnTo>
                <a:lnTo>
                  <a:pt x="13262" y="1849"/>
                </a:lnTo>
                <a:lnTo>
                  <a:pt x="12970" y="1582"/>
                </a:lnTo>
                <a:lnTo>
                  <a:pt x="12629" y="1363"/>
                </a:lnTo>
                <a:lnTo>
                  <a:pt x="12288" y="1144"/>
                </a:lnTo>
                <a:lnTo>
                  <a:pt x="11948" y="949"/>
                </a:lnTo>
                <a:lnTo>
                  <a:pt x="11583" y="779"/>
                </a:lnTo>
                <a:lnTo>
                  <a:pt x="11218" y="609"/>
                </a:lnTo>
                <a:lnTo>
                  <a:pt x="10828" y="487"/>
                </a:lnTo>
                <a:lnTo>
                  <a:pt x="10463" y="365"/>
                </a:lnTo>
                <a:lnTo>
                  <a:pt x="10098" y="268"/>
                </a:lnTo>
                <a:lnTo>
                  <a:pt x="9709" y="171"/>
                </a:lnTo>
                <a:lnTo>
                  <a:pt x="9320" y="98"/>
                </a:lnTo>
                <a:lnTo>
                  <a:pt x="8930" y="49"/>
                </a:lnTo>
                <a:lnTo>
                  <a:pt x="8517" y="25"/>
                </a:lnTo>
                <a:lnTo>
                  <a:pt x="812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24" name="Google Shape;824;p39"/>
          <p:cNvSpPr/>
          <p:nvPr/>
        </p:nvSpPr>
        <p:spPr>
          <a:xfrm>
            <a:off x="2720367" y="2038496"/>
            <a:ext cx="186685" cy="460550"/>
          </a:xfrm>
          <a:custGeom>
            <a:avLst/>
            <a:gdLst/>
            <a:ahLst/>
            <a:cxnLst/>
            <a:rect l="l" t="t" r="r" b="b"/>
            <a:pathLst>
              <a:path w="8542" h="21073" extrusionOk="0">
                <a:moveTo>
                  <a:pt x="4478" y="487"/>
                </a:moveTo>
                <a:lnTo>
                  <a:pt x="4673" y="536"/>
                </a:lnTo>
                <a:lnTo>
                  <a:pt x="4600" y="584"/>
                </a:lnTo>
                <a:lnTo>
                  <a:pt x="4527" y="657"/>
                </a:lnTo>
                <a:lnTo>
                  <a:pt x="4527" y="730"/>
                </a:lnTo>
                <a:lnTo>
                  <a:pt x="4527" y="755"/>
                </a:lnTo>
                <a:lnTo>
                  <a:pt x="4697" y="755"/>
                </a:lnTo>
                <a:lnTo>
                  <a:pt x="4819" y="730"/>
                </a:lnTo>
                <a:lnTo>
                  <a:pt x="4892" y="682"/>
                </a:lnTo>
                <a:lnTo>
                  <a:pt x="4965" y="633"/>
                </a:lnTo>
                <a:lnTo>
                  <a:pt x="5038" y="682"/>
                </a:lnTo>
                <a:lnTo>
                  <a:pt x="4965" y="730"/>
                </a:lnTo>
                <a:lnTo>
                  <a:pt x="4916" y="779"/>
                </a:lnTo>
                <a:lnTo>
                  <a:pt x="4819" y="925"/>
                </a:lnTo>
                <a:lnTo>
                  <a:pt x="4819" y="949"/>
                </a:lnTo>
                <a:lnTo>
                  <a:pt x="4843" y="974"/>
                </a:lnTo>
                <a:lnTo>
                  <a:pt x="4867" y="998"/>
                </a:lnTo>
                <a:lnTo>
                  <a:pt x="4892" y="974"/>
                </a:lnTo>
                <a:lnTo>
                  <a:pt x="5038" y="876"/>
                </a:lnTo>
                <a:lnTo>
                  <a:pt x="5111" y="828"/>
                </a:lnTo>
                <a:lnTo>
                  <a:pt x="5208" y="803"/>
                </a:lnTo>
                <a:lnTo>
                  <a:pt x="5330" y="901"/>
                </a:lnTo>
                <a:lnTo>
                  <a:pt x="5451" y="1022"/>
                </a:lnTo>
                <a:lnTo>
                  <a:pt x="5281" y="1120"/>
                </a:lnTo>
                <a:lnTo>
                  <a:pt x="5208" y="1193"/>
                </a:lnTo>
                <a:lnTo>
                  <a:pt x="5111" y="1266"/>
                </a:lnTo>
                <a:lnTo>
                  <a:pt x="4965" y="1436"/>
                </a:lnTo>
                <a:lnTo>
                  <a:pt x="4965" y="1460"/>
                </a:lnTo>
                <a:lnTo>
                  <a:pt x="4965" y="1485"/>
                </a:lnTo>
                <a:lnTo>
                  <a:pt x="5013" y="1485"/>
                </a:lnTo>
                <a:lnTo>
                  <a:pt x="5111" y="1436"/>
                </a:lnTo>
                <a:lnTo>
                  <a:pt x="5208" y="1387"/>
                </a:lnTo>
                <a:lnTo>
                  <a:pt x="5403" y="1314"/>
                </a:lnTo>
                <a:lnTo>
                  <a:pt x="5573" y="1217"/>
                </a:lnTo>
                <a:lnTo>
                  <a:pt x="5695" y="1412"/>
                </a:lnTo>
                <a:lnTo>
                  <a:pt x="5768" y="1631"/>
                </a:lnTo>
                <a:lnTo>
                  <a:pt x="5719" y="1631"/>
                </a:lnTo>
                <a:lnTo>
                  <a:pt x="5597" y="1679"/>
                </a:lnTo>
                <a:lnTo>
                  <a:pt x="5451" y="1728"/>
                </a:lnTo>
                <a:lnTo>
                  <a:pt x="5184" y="1874"/>
                </a:lnTo>
                <a:lnTo>
                  <a:pt x="4989" y="1996"/>
                </a:lnTo>
                <a:lnTo>
                  <a:pt x="4892" y="2069"/>
                </a:lnTo>
                <a:lnTo>
                  <a:pt x="4819" y="2166"/>
                </a:lnTo>
                <a:lnTo>
                  <a:pt x="4819" y="2190"/>
                </a:lnTo>
                <a:lnTo>
                  <a:pt x="4843" y="2215"/>
                </a:lnTo>
                <a:lnTo>
                  <a:pt x="4940" y="2239"/>
                </a:lnTo>
                <a:lnTo>
                  <a:pt x="5038" y="2239"/>
                </a:lnTo>
                <a:lnTo>
                  <a:pt x="5232" y="2166"/>
                </a:lnTo>
                <a:lnTo>
                  <a:pt x="5524" y="2069"/>
                </a:lnTo>
                <a:lnTo>
                  <a:pt x="5816" y="1947"/>
                </a:lnTo>
                <a:lnTo>
                  <a:pt x="5841" y="1947"/>
                </a:lnTo>
                <a:lnTo>
                  <a:pt x="5841" y="1971"/>
                </a:lnTo>
                <a:lnTo>
                  <a:pt x="5841" y="2142"/>
                </a:lnTo>
                <a:lnTo>
                  <a:pt x="5816" y="2312"/>
                </a:lnTo>
                <a:lnTo>
                  <a:pt x="5743" y="2312"/>
                </a:lnTo>
                <a:lnTo>
                  <a:pt x="5622" y="2361"/>
                </a:lnTo>
                <a:lnTo>
                  <a:pt x="5476" y="2385"/>
                </a:lnTo>
                <a:lnTo>
                  <a:pt x="5208" y="2434"/>
                </a:lnTo>
                <a:lnTo>
                  <a:pt x="4916" y="2507"/>
                </a:lnTo>
                <a:lnTo>
                  <a:pt x="4794" y="2555"/>
                </a:lnTo>
                <a:lnTo>
                  <a:pt x="4648" y="2604"/>
                </a:lnTo>
                <a:lnTo>
                  <a:pt x="4648" y="2653"/>
                </a:lnTo>
                <a:lnTo>
                  <a:pt x="4673" y="2653"/>
                </a:lnTo>
                <a:lnTo>
                  <a:pt x="5208" y="2701"/>
                </a:lnTo>
                <a:lnTo>
                  <a:pt x="5476" y="2701"/>
                </a:lnTo>
                <a:lnTo>
                  <a:pt x="5719" y="2653"/>
                </a:lnTo>
                <a:lnTo>
                  <a:pt x="5646" y="2847"/>
                </a:lnTo>
                <a:lnTo>
                  <a:pt x="5524" y="3042"/>
                </a:lnTo>
                <a:lnTo>
                  <a:pt x="4697" y="3042"/>
                </a:lnTo>
                <a:lnTo>
                  <a:pt x="4624" y="3018"/>
                </a:lnTo>
                <a:lnTo>
                  <a:pt x="4575" y="2993"/>
                </a:lnTo>
                <a:lnTo>
                  <a:pt x="4551" y="2993"/>
                </a:lnTo>
                <a:lnTo>
                  <a:pt x="4551" y="3018"/>
                </a:lnTo>
                <a:lnTo>
                  <a:pt x="4600" y="3091"/>
                </a:lnTo>
                <a:lnTo>
                  <a:pt x="4673" y="3164"/>
                </a:lnTo>
                <a:lnTo>
                  <a:pt x="4746" y="3212"/>
                </a:lnTo>
                <a:lnTo>
                  <a:pt x="4843" y="3261"/>
                </a:lnTo>
                <a:lnTo>
                  <a:pt x="5086" y="3310"/>
                </a:lnTo>
                <a:lnTo>
                  <a:pt x="5330" y="3310"/>
                </a:lnTo>
                <a:lnTo>
                  <a:pt x="5159" y="3456"/>
                </a:lnTo>
                <a:lnTo>
                  <a:pt x="4989" y="3577"/>
                </a:lnTo>
                <a:lnTo>
                  <a:pt x="4892" y="3529"/>
                </a:lnTo>
                <a:lnTo>
                  <a:pt x="4746" y="3504"/>
                </a:lnTo>
                <a:lnTo>
                  <a:pt x="4259" y="3504"/>
                </a:lnTo>
                <a:lnTo>
                  <a:pt x="4235" y="3529"/>
                </a:lnTo>
                <a:lnTo>
                  <a:pt x="4210" y="3577"/>
                </a:lnTo>
                <a:lnTo>
                  <a:pt x="4210" y="3626"/>
                </a:lnTo>
                <a:lnTo>
                  <a:pt x="4235" y="3699"/>
                </a:lnTo>
                <a:lnTo>
                  <a:pt x="4283" y="3748"/>
                </a:lnTo>
                <a:lnTo>
                  <a:pt x="4429" y="3796"/>
                </a:lnTo>
                <a:lnTo>
                  <a:pt x="4283" y="3821"/>
                </a:lnTo>
                <a:lnTo>
                  <a:pt x="3967" y="3821"/>
                </a:lnTo>
                <a:lnTo>
                  <a:pt x="3821" y="3772"/>
                </a:lnTo>
                <a:lnTo>
                  <a:pt x="3675" y="3723"/>
                </a:lnTo>
                <a:lnTo>
                  <a:pt x="3529" y="3650"/>
                </a:lnTo>
                <a:lnTo>
                  <a:pt x="3407" y="3577"/>
                </a:lnTo>
                <a:lnTo>
                  <a:pt x="3310" y="3456"/>
                </a:lnTo>
                <a:lnTo>
                  <a:pt x="3213" y="3358"/>
                </a:lnTo>
                <a:lnTo>
                  <a:pt x="3115" y="3237"/>
                </a:lnTo>
                <a:lnTo>
                  <a:pt x="2969" y="2945"/>
                </a:lnTo>
                <a:lnTo>
                  <a:pt x="2848" y="2653"/>
                </a:lnTo>
                <a:lnTo>
                  <a:pt x="2775" y="2361"/>
                </a:lnTo>
                <a:lnTo>
                  <a:pt x="2750" y="2069"/>
                </a:lnTo>
                <a:lnTo>
                  <a:pt x="2750" y="1898"/>
                </a:lnTo>
                <a:lnTo>
                  <a:pt x="2775" y="1728"/>
                </a:lnTo>
                <a:lnTo>
                  <a:pt x="2823" y="1558"/>
                </a:lnTo>
                <a:lnTo>
                  <a:pt x="2896" y="1412"/>
                </a:lnTo>
                <a:lnTo>
                  <a:pt x="3067" y="1120"/>
                </a:lnTo>
                <a:lnTo>
                  <a:pt x="3261" y="852"/>
                </a:lnTo>
                <a:lnTo>
                  <a:pt x="3359" y="755"/>
                </a:lnTo>
                <a:lnTo>
                  <a:pt x="3480" y="682"/>
                </a:lnTo>
                <a:lnTo>
                  <a:pt x="3699" y="560"/>
                </a:lnTo>
                <a:lnTo>
                  <a:pt x="3772" y="584"/>
                </a:lnTo>
                <a:lnTo>
                  <a:pt x="3845" y="560"/>
                </a:lnTo>
                <a:lnTo>
                  <a:pt x="4064" y="511"/>
                </a:lnTo>
                <a:lnTo>
                  <a:pt x="4259" y="487"/>
                </a:lnTo>
                <a:close/>
                <a:moveTo>
                  <a:pt x="4600" y="4818"/>
                </a:moveTo>
                <a:lnTo>
                  <a:pt x="4940" y="4842"/>
                </a:lnTo>
                <a:lnTo>
                  <a:pt x="4746" y="4915"/>
                </a:lnTo>
                <a:lnTo>
                  <a:pt x="4600" y="5037"/>
                </a:lnTo>
                <a:lnTo>
                  <a:pt x="4600" y="5061"/>
                </a:lnTo>
                <a:lnTo>
                  <a:pt x="4600" y="5086"/>
                </a:lnTo>
                <a:lnTo>
                  <a:pt x="4624" y="5110"/>
                </a:lnTo>
                <a:lnTo>
                  <a:pt x="4648" y="5134"/>
                </a:lnTo>
                <a:lnTo>
                  <a:pt x="4770" y="5110"/>
                </a:lnTo>
                <a:lnTo>
                  <a:pt x="4867" y="5086"/>
                </a:lnTo>
                <a:lnTo>
                  <a:pt x="5086" y="5013"/>
                </a:lnTo>
                <a:lnTo>
                  <a:pt x="5305" y="4964"/>
                </a:lnTo>
                <a:lnTo>
                  <a:pt x="5403" y="4940"/>
                </a:lnTo>
                <a:lnTo>
                  <a:pt x="5500" y="4915"/>
                </a:lnTo>
                <a:lnTo>
                  <a:pt x="5573" y="4940"/>
                </a:lnTo>
                <a:lnTo>
                  <a:pt x="5719" y="4964"/>
                </a:lnTo>
                <a:lnTo>
                  <a:pt x="5695" y="4988"/>
                </a:lnTo>
                <a:lnTo>
                  <a:pt x="5427" y="5086"/>
                </a:lnTo>
                <a:lnTo>
                  <a:pt x="5281" y="5159"/>
                </a:lnTo>
                <a:lnTo>
                  <a:pt x="5232" y="5207"/>
                </a:lnTo>
                <a:lnTo>
                  <a:pt x="5184" y="5256"/>
                </a:lnTo>
                <a:lnTo>
                  <a:pt x="5208" y="5280"/>
                </a:lnTo>
                <a:lnTo>
                  <a:pt x="5281" y="5329"/>
                </a:lnTo>
                <a:lnTo>
                  <a:pt x="5403" y="5353"/>
                </a:lnTo>
                <a:lnTo>
                  <a:pt x="5524" y="5353"/>
                </a:lnTo>
                <a:lnTo>
                  <a:pt x="5622" y="5329"/>
                </a:lnTo>
                <a:lnTo>
                  <a:pt x="5938" y="5256"/>
                </a:lnTo>
                <a:lnTo>
                  <a:pt x="6254" y="5183"/>
                </a:lnTo>
                <a:lnTo>
                  <a:pt x="6425" y="5305"/>
                </a:lnTo>
                <a:lnTo>
                  <a:pt x="6254" y="5329"/>
                </a:lnTo>
                <a:lnTo>
                  <a:pt x="6035" y="5378"/>
                </a:lnTo>
                <a:lnTo>
                  <a:pt x="5841" y="5451"/>
                </a:lnTo>
                <a:lnTo>
                  <a:pt x="5743" y="5475"/>
                </a:lnTo>
                <a:lnTo>
                  <a:pt x="5670" y="5548"/>
                </a:lnTo>
                <a:lnTo>
                  <a:pt x="5573" y="5597"/>
                </a:lnTo>
                <a:lnTo>
                  <a:pt x="5500" y="5645"/>
                </a:lnTo>
                <a:lnTo>
                  <a:pt x="5476" y="5670"/>
                </a:lnTo>
                <a:lnTo>
                  <a:pt x="5500" y="5694"/>
                </a:lnTo>
                <a:lnTo>
                  <a:pt x="5573" y="5694"/>
                </a:lnTo>
                <a:lnTo>
                  <a:pt x="5622" y="5718"/>
                </a:lnTo>
                <a:lnTo>
                  <a:pt x="5670" y="5718"/>
                </a:lnTo>
                <a:lnTo>
                  <a:pt x="5743" y="5743"/>
                </a:lnTo>
                <a:lnTo>
                  <a:pt x="5889" y="5718"/>
                </a:lnTo>
                <a:lnTo>
                  <a:pt x="6035" y="5694"/>
                </a:lnTo>
                <a:lnTo>
                  <a:pt x="6230" y="5645"/>
                </a:lnTo>
                <a:lnTo>
                  <a:pt x="6400" y="5621"/>
                </a:lnTo>
                <a:lnTo>
                  <a:pt x="6571" y="5621"/>
                </a:lnTo>
                <a:lnTo>
                  <a:pt x="6668" y="5645"/>
                </a:lnTo>
                <a:lnTo>
                  <a:pt x="6741" y="5670"/>
                </a:lnTo>
                <a:lnTo>
                  <a:pt x="6668" y="5694"/>
                </a:lnTo>
                <a:lnTo>
                  <a:pt x="6498" y="5718"/>
                </a:lnTo>
                <a:lnTo>
                  <a:pt x="6352" y="5767"/>
                </a:lnTo>
                <a:lnTo>
                  <a:pt x="6206" y="5840"/>
                </a:lnTo>
                <a:lnTo>
                  <a:pt x="6133" y="5913"/>
                </a:lnTo>
                <a:lnTo>
                  <a:pt x="6108" y="5962"/>
                </a:lnTo>
                <a:lnTo>
                  <a:pt x="6084" y="6010"/>
                </a:lnTo>
                <a:lnTo>
                  <a:pt x="6108" y="6059"/>
                </a:lnTo>
                <a:lnTo>
                  <a:pt x="6133" y="6083"/>
                </a:lnTo>
                <a:lnTo>
                  <a:pt x="6181" y="6108"/>
                </a:lnTo>
                <a:lnTo>
                  <a:pt x="6279" y="6108"/>
                </a:lnTo>
                <a:lnTo>
                  <a:pt x="6400" y="6083"/>
                </a:lnTo>
                <a:lnTo>
                  <a:pt x="6619" y="6010"/>
                </a:lnTo>
                <a:lnTo>
                  <a:pt x="7130" y="6010"/>
                </a:lnTo>
                <a:lnTo>
                  <a:pt x="7203" y="6108"/>
                </a:lnTo>
                <a:lnTo>
                  <a:pt x="7276" y="6229"/>
                </a:lnTo>
                <a:lnTo>
                  <a:pt x="7106" y="6278"/>
                </a:lnTo>
                <a:lnTo>
                  <a:pt x="6936" y="6351"/>
                </a:lnTo>
                <a:lnTo>
                  <a:pt x="6790" y="6473"/>
                </a:lnTo>
                <a:lnTo>
                  <a:pt x="6668" y="6594"/>
                </a:lnTo>
                <a:lnTo>
                  <a:pt x="6668" y="6619"/>
                </a:lnTo>
                <a:lnTo>
                  <a:pt x="6887" y="6619"/>
                </a:lnTo>
                <a:lnTo>
                  <a:pt x="7082" y="6594"/>
                </a:lnTo>
                <a:lnTo>
                  <a:pt x="7471" y="6570"/>
                </a:lnTo>
                <a:lnTo>
                  <a:pt x="7544" y="6765"/>
                </a:lnTo>
                <a:lnTo>
                  <a:pt x="7130" y="6862"/>
                </a:lnTo>
                <a:lnTo>
                  <a:pt x="6984" y="6935"/>
                </a:lnTo>
                <a:lnTo>
                  <a:pt x="6936" y="6959"/>
                </a:lnTo>
                <a:lnTo>
                  <a:pt x="6911" y="6984"/>
                </a:lnTo>
                <a:lnTo>
                  <a:pt x="6960" y="7057"/>
                </a:lnTo>
                <a:lnTo>
                  <a:pt x="7033" y="7081"/>
                </a:lnTo>
                <a:lnTo>
                  <a:pt x="7106" y="7105"/>
                </a:lnTo>
                <a:lnTo>
                  <a:pt x="7203" y="7105"/>
                </a:lnTo>
                <a:lnTo>
                  <a:pt x="7422" y="7081"/>
                </a:lnTo>
                <a:lnTo>
                  <a:pt x="7641" y="7032"/>
                </a:lnTo>
                <a:lnTo>
                  <a:pt x="7714" y="7227"/>
                </a:lnTo>
                <a:lnTo>
                  <a:pt x="7544" y="7276"/>
                </a:lnTo>
                <a:lnTo>
                  <a:pt x="7349" y="7349"/>
                </a:lnTo>
                <a:lnTo>
                  <a:pt x="7203" y="7422"/>
                </a:lnTo>
                <a:lnTo>
                  <a:pt x="7155" y="7470"/>
                </a:lnTo>
                <a:lnTo>
                  <a:pt x="7106" y="7543"/>
                </a:lnTo>
                <a:lnTo>
                  <a:pt x="7106" y="7568"/>
                </a:lnTo>
                <a:lnTo>
                  <a:pt x="7106" y="7592"/>
                </a:lnTo>
                <a:lnTo>
                  <a:pt x="7130" y="7616"/>
                </a:lnTo>
                <a:lnTo>
                  <a:pt x="7155" y="7616"/>
                </a:lnTo>
                <a:lnTo>
                  <a:pt x="7228" y="7568"/>
                </a:lnTo>
                <a:lnTo>
                  <a:pt x="7325" y="7543"/>
                </a:lnTo>
                <a:lnTo>
                  <a:pt x="7495" y="7519"/>
                </a:lnTo>
                <a:lnTo>
                  <a:pt x="7763" y="7470"/>
                </a:lnTo>
                <a:lnTo>
                  <a:pt x="7836" y="7762"/>
                </a:lnTo>
                <a:lnTo>
                  <a:pt x="7812" y="7787"/>
                </a:lnTo>
                <a:lnTo>
                  <a:pt x="7568" y="7811"/>
                </a:lnTo>
                <a:lnTo>
                  <a:pt x="7349" y="7884"/>
                </a:lnTo>
                <a:lnTo>
                  <a:pt x="7301" y="7933"/>
                </a:lnTo>
                <a:lnTo>
                  <a:pt x="7301" y="7981"/>
                </a:lnTo>
                <a:lnTo>
                  <a:pt x="7301" y="8030"/>
                </a:lnTo>
                <a:lnTo>
                  <a:pt x="7349" y="8054"/>
                </a:lnTo>
                <a:lnTo>
                  <a:pt x="7447" y="8079"/>
                </a:lnTo>
                <a:lnTo>
                  <a:pt x="7568" y="8079"/>
                </a:lnTo>
                <a:lnTo>
                  <a:pt x="7763" y="8054"/>
                </a:lnTo>
                <a:lnTo>
                  <a:pt x="7885" y="8030"/>
                </a:lnTo>
                <a:lnTo>
                  <a:pt x="7933" y="8273"/>
                </a:lnTo>
                <a:lnTo>
                  <a:pt x="7690" y="8346"/>
                </a:lnTo>
                <a:lnTo>
                  <a:pt x="7593" y="8395"/>
                </a:lnTo>
                <a:lnTo>
                  <a:pt x="7495" y="8468"/>
                </a:lnTo>
                <a:lnTo>
                  <a:pt x="7495" y="8492"/>
                </a:lnTo>
                <a:lnTo>
                  <a:pt x="7739" y="8541"/>
                </a:lnTo>
                <a:lnTo>
                  <a:pt x="7958" y="8541"/>
                </a:lnTo>
                <a:lnTo>
                  <a:pt x="7982" y="8809"/>
                </a:lnTo>
                <a:lnTo>
                  <a:pt x="7860" y="8833"/>
                </a:lnTo>
                <a:lnTo>
                  <a:pt x="7739" y="8857"/>
                </a:lnTo>
                <a:lnTo>
                  <a:pt x="7641" y="8930"/>
                </a:lnTo>
                <a:lnTo>
                  <a:pt x="7568" y="9003"/>
                </a:lnTo>
                <a:lnTo>
                  <a:pt x="7544" y="9052"/>
                </a:lnTo>
                <a:lnTo>
                  <a:pt x="7568" y="9101"/>
                </a:lnTo>
                <a:lnTo>
                  <a:pt x="7690" y="9125"/>
                </a:lnTo>
                <a:lnTo>
                  <a:pt x="7787" y="9125"/>
                </a:lnTo>
                <a:lnTo>
                  <a:pt x="8006" y="9101"/>
                </a:lnTo>
                <a:lnTo>
                  <a:pt x="8006" y="9320"/>
                </a:lnTo>
                <a:lnTo>
                  <a:pt x="7933" y="9344"/>
                </a:lnTo>
                <a:lnTo>
                  <a:pt x="7860" y="9368"/>
                </a:lnTo>
                <a:lnTo>
                  <a:pt x="7787" y="9417"/>
                </a:lnTo>
                <a:lnTo>
                  <a:pt x="7666" y="9490"/>
                </a:lnTo>
                <a:lnTo>
                  <a:pt x="7641" y="9539"/>
                </a:lnTo>
                <a:lnTo>
                  <a:pt x="7666" y="9563"/>
                </a:lnTo>
                <a:lnTo>
                  <a:pt x="7787" y="9587"/>
                </a:lnTo>
                <a:lnTo>
                  <a:pt x="7933" y="9612"/>
                </a:lnTo>
                <a:lnTo>
                  <a:pt x="8031" y="9612"/>
                </a:lnTo>
                <a:lnTo>
                  <a:pt x="8031" y="9855"/>
                </a:lnTo>
                <a:lnTo>
                  <a:pt x="7909" y="9879"/>
                </a:lnTo>
                <a:lnTo>
                  <a:pt x="7787" y="9928"/>
                </a:lnTo>
                <a:lnTo>
                  <a:pt x="7690" y="10001"/>
                </a:lnTo>
                <a:lnTo>
                  <a:pt x="7666" y="10025"/>
                </a:lnTo>
                <a:lnTo>
                  <a:pt x="7666" y="10050"/>
                </a:lnTo>
                <a:lnTo>
                  <a:pt x="7714" y="10098"/>
                </a:lnTo>
                <a:lnTo>
                  <a:pt x="8031" y="10098"/>
                </a:lnTo>
                <a:lnTo>
                  <a:pt x="8006" y="10415"/>
                </a:lnTo>
                <a:lnTo>
                  <a:pt x="7885" y="10439"/>
                </a:lnTo>
                <a:lnTo>
                  <a:pt x="7739" y="10488"/>
                </a:lnTo>
                <a:lnTo>
                  <a:pt x="7714" y="10512"/>
                </a:lnTo>
                <a:lnTo>
                  <a:pt x="7714" y="10536"/>
                </a:lnTo>
                <a:lnTo>
                  <a:pt x="7739" y="10585"/>
                </a:lnTo>
                <a:lnTo>
                  <a:pt x="7763" y="10609"/>
                </a:lnTo>
                <a:lnTo>
                  <a:pt x="7885" y="10634"/>
                </a:lnTo>
                <a:lnTo>
                  <a:pt x="7982" y="10634"/>
                </a:lnTo>
                <a:lnTo>
                  <a:pt x="7958" y="10901"/>
                </a:lnTo>
                <a:lnTo>
                  <a:pt x="7909" y="10926"/>
                </a:lnTo>
                <a:lnTo>
                  <a:pt x="7860" y="10926"/>
                </a:lnTo>
                <a:lnTo>
                  <a:pt x="7812" y="10950"/>
                </a:lnTo>
                <a:lnTo>
                  <a:pt x="7787" y="10950"/>
                </a:lnTo>
                <a:lnTo>
                  <a:pt x="7787" y="10999"/>
                </a:lnTo>
                <a:lnTo>
                  <a:pt x="7860" y="11047"/>
                </a:lnTo>
                <a:lnTo>
                  <a:pt x="7933" y="11072"/>
                </a:lnTo>
                <a:lnTo>
                  <a:pt x="7958" y="11145"/>
                </a:lnTo>
                <a:lnTo>
                  <a:pt x="7982" y="11193"/>
                </a:lnTo>
                <a:lnTo>
                  <a:pt x="8079" y="11266"/>
                </a:lnTo>
                <a:lnTo>
                  <a:pt x="8055" y="11437"/>
                </a:lnTo>
                <a:lnTo>
                  <a:pt x="8006" y="11583"/>
                </a:lnTo>
                <a:lnTo>
                  <a:pt x="7933" y="11729"/>
                </a:lnTo>
                <a:lnTo>
                  <a:pt x="7812" y="11826"/>
                </a:lnTo>
                <a:lnTo>
                  <a:pt x="7690" y="11899"/>
                </a:lnTo>
                <a:lnTo>
                  <a:pt x="7520" y="11899"/>
                </a:lnTo>
                <a:lnTo>
                  <a:pt x="7447" y="11850"/>
                </a:lnTo>
                <a:lnTo>
                  <a:pt x="7398" y="11802"/>
                </a:lnTo>
                <a:lnTo>
                  <a:pt x="7325" y="11729"/>
                </a:lnTo>
                <a:lnTo>
                  <a:pt x="7301" y="11656"/>
                </a:lnTo>
                <a:lnTo>
                  <a:pt x="7276" y="11583"/>
                </a:lnTo>
                <a:lnTo>
                  <a:pt x="7276" y="11388"/>
                </a:lnTo>
                <a:lnTo>
                  <a:pt x="7301" y="11242"/>
                </a:lnTo>
                <a:lnTo>
                  <a:pt x="7398" y="11096"/>
                </a:lnTo>
                <a:lnTo>
                  <a:pt x="7422" y="11023"/>
                </a:lnTo>
                <a:lnTo>
                  <a:pt x="7447" y="10974"/>
                </a:lnTo>
                <a:lnTo>
                  <a:pt x="7447" y="10828"/>
                </a:lnTo>
                <a:lnTo>
                  <a:pt x="7374" y="10561"/>
                </a:lnTo>
                <a:lnTo>
                  <a:pt x="7301" y="10074"/>
                </a:lnTo>
                <a:lnTo>
                  <a:pt x="7252" y="9612"/>
                </a:lnTo>
                <a:lnTo>
                  <a:pt x="7179" y="9125"/>
                </a:lnTo>
                <a:lnTo>
                  <a:pt x="7106" y="8906"/>
                </a:lnTo>
                <a:lnTo>
                  <a:pt x="7033" y="8663"/>
                </a:lnTo>
                <a:lnTo>
                  <a:pt x="6765" y="7957"/>
                </a:lnTo>
                <a:lnTo>
                  <a:pt x="6449" y="7276"/>
                </a:lnTo>
                <a:lnTo>
                  <a:pt x="6400" y="7203"/>
                </a:lnTo>
                <a:lnTo>
                  <a:pt x="6352" y="7105"/>
                </a:lnTo>
                <a:lnTo>
                  <a:pt x="6327" y="7057"/>
                </a:lnTo>
                <a:lnTo>
                  <a:pt x="6206" y="7057"/>
                </a:lnTo>
                <a:lnTo>
                  <a:pt x="6157" y="7081"/>
                </a:lnTo>
                <a:lnTo>
                  <a:pt x="6133" y="7105"/>
                </a:lnTo>
                <a:lnTo>
                  <a:pt x="6133" y="7154"/>
                </a:lnTo>
                <a:lnTo>
                  <a:pt x="6133" y="7227"/>
                </a:lnTo>
                <a:lnTo>
                  <a:pt x="5987" y="7227"/>
                </a:lnTo>
                <a:lnTo>
                  <a:pt x="5816" y="7251"/>
                </a:lnTo>
                <a:lnTo>
                  <a:pt x="5743" y="7276"/>
                </a:lnTo>
                <a:lnTo>
                  <a:pt x="5670" y="7300"/>
                </a:lnTo>
                <a:lnTo>
                  <a:pt x="5646" y="7349"/>
                </a:lnTo>
                <a:lnTo>
                  <a:pt x="5646" y="7397"/>
                </a:lnTo>
                <a:lnTo>
                  <a:pt x="5670" y="7422"/>
                </a:lnTo>
                <a:lnTo>
                  <a:pt x="5695" y="7470"/>
                </a:lnTo>
                <a:lnTo>
                  <a:pt x="5743" y="7495"/>
                </a:lnTo>
                <a:lnTo>
                  <a:pt x="5816" y="7519"/>
                </a:lnTo>
                <a:lnTo>
                  <a:pt x="6133" y="7519"/>
                </a:lnTo>
                <a:lnTo>
                  <a:pt x="6133" y="7714"/>
                </a:lnTo>
                <a:lnTo>
                  <a:pt x="6084" y="7714"/>
                </a:lnTo>
                <a:lnTo>
                  <a:pt x="5768" y="7738"/>
                </a:lnTo>
                <a:lnTo>
                  <a:pt x="5597" y="7787"/>
                </a:lnTo>
                <a:lnTo>
                  <a:pt x="5451" y="7860"/>
                </a:lnTo>
                <a:lnTo>
                  <a:pt x="5427" y="7884"/>
                </a:lnTo>
                <a:lnTo>
                  <a:pt x="5451" y="7933"/>
                </a:lnTo>
                <a:lnTo>
                  <a:pt x="5573" y="7981"/>
                </a:lnTo>
                <a:lnTo>
                  <a:pt x="5719" y="8006"/>
                </a:lnTo>
                <a:lnTo>
                  <a:pt x="6157" y="8006"/>
                </a:lnTo>
                <a:lnTo>
                  <a:pt x="6157" y="8298"/>
                </a:lnTo>
                <a:lnTo>
                  <a:pt x="5962" y="8298"/>
                </a:lnTo>
                <a:lnTo>
                  <a:pt x="5792" y="8322"/>
                </a:lnTo>
                <a:lnTo>
                  <a:pt x="5646" y="8322"/>
                </a:lnTo>
                <a:lnTo>
                  <a:pt x="5500" y="8371"/>
                </a:lnTo>
                <a:lnTo>
                  <a:pt x="5354" y="8444"/>
                </a:lnTo>
                <a:lnTo>
                  <a:pt x="5232" y="8541"/>
                </a:lnTo>
                <a:lnTo>
                  <a:pt x="5232" y="8565"/>
                </a:lnTo>
                <a:lnTo>
                  <a:pt x="5232" y="8590"/>
                </a:lnTo>
                <a:lnTo>
                  <a:pt x="5378" y="8638"/>
                </a:lnTo>
                <a:lnTo>
                  <a:pt x="5524" y="8663"/>
                </a:lnTo>
                <a:lnTo>
                  <a:pt x="5987" y="8663"/>
                </a:lnTo>
                <a:lnTo>
                  <a:pt x="6157" y="8638"/>
                </a:lnTo>
                <a:lnTo>
                  <a:pt x="6157" y="8784"/>
                </a:lnTo>
                <a:lnTo>
                  <a:pt x="6084" y="8760"/>
                </a:lnTo>
                <a:lnTo>
                  <a:pt x="5987" y="8784"/>
                </a:lnTo>
                <a:lnTo>
                  <a:pt x="5816" y="8809"/>
                </a:lnTo>
                <a:lnTo>
                  <a:pt x="5549" y="8833"/>
                </a:lnTo>
                <a:lnTo>
                  <a:pt x="5403" y="8857"/>
                </a:lnTo>
                <a:lnTo>
                  <a:pt x="5281" y="8906"/>
                </a:lnTo>
                <a:lnTo>
                  <a:pt x="5257" y="8930"/>
                </a:lnTo>
                <a:lnTo>
                  <a:pt x="5281" y="8955"/>
                </a:lnTo>
                <a:lnTo>
                  <a:pt x="5403" y="9028"/>
                </a:lnTo>
                <a:lnTo>
                  <a:pt x="5549" y="9052"/>
                </a:lnTo>
                <a:lnTo>
                  <a:pt x="5670" y="9076"/>
                </a:lnTo>
                <a:lnTo>
                  <a:pt x="5816" y="9101"/>
                </a:lnTo>
                <a:lnTo>
                  <a:pt x="5987" y="9101"/>
                </a:lnTo>
                <a:lnTo>
                  <a:pt x="6084" y="9076"/>
                </a:lnTo>
                <a:lnTo>
                  <a:pt x="6181" y="9076"/>
                </a:lnTo>
                <a:lnTo>
                  <a:pt x="6181" y="9320"/>
                </a:lnTo>
                <a:lnTo>
                  <a:pt x="5962" y="9295"/>
                </a:lnTo>
                <a:lnTo>
                  <a:pt x="5743" y="9320"/>
                </a:lnTo>
                <a:lnTo>
                  <a:pt x="5500" y="9344"/>
                </a:lnTo>
                <a:lnTo>
                  <a:pt x="5378" y="9393"/>
                </a:lnTo>
                <a:lnTo>
                  <a:pt x="5281" y="9441"/>
                </a:lnTo>
                <a:lnTo>
                  <a:pt x="5257" y="9466"/>
                </a:lnTo>
                <a:lnTo>
                  <a:pt x="5257" y="9514"/>
                </a:lnTo>
                <a:lnTo>
                  <a:pt x="5305" y="9563"/>
                </a:lnTo>
                <a:lnTo>
                  <a:pt x="5378" y="9587"/>
                </a:lnTo>
                <a:lnTo>
                  <a:pt x="5476" y="9612"/>
                </a:lnTo>
                <a:lnTo>
                  <a:pt x="5914" y="9612"/>
                </a:lnTo>
                <a:lnTo>
                  <a:pt x="6181" y="9636"/>
                </a:lnTo>
                <a:lnTo>
                  <a:pt x="6157" y="9855"/>
                </a:lnTo>
                <a:lnTo>
                  <a:pt x="6060" y="9855"/>
                </a:lnTo>
                <a:lnTo>
                  <a:pt x="5670" y="9928"/>
                </a:lnTo>
                <a:lnTo>
                  <a:pt x="5500" y="9952"/>
                </a:lnTo>
                <a:lnTo>
                  <a:pt x="5427" y="10001"/>
                </a:lnTo>
                <a:lnTo>
                  <a:pt x="5403" y="10001"/>
                </a:lnTo>
                <a:lnTo>
                  <a:pt x="5378" y="10025"/>
                </a:lnTo>
                <a:lnTo>
                  <a:pt x="5378" y="10098"/>
                </a:lnTo>
                <a:lnTo>
                  <a:pt x="5403" y="10147"/>
                </a:lnTo>
                <a:lnTo>
                  <a:pt x="5451" y="10171"/>
                </a:lnTo>
                <a:lnTo>
                  <a:pt x="5500" y="10196"/>
                </a:lnTo>
                <a:lnTo>
                  <a:pt x="5622" y="10220"/>
                </a:lnTo>
                <a:lnTo>
                  <a:pt x="5743" y="10220"/>
                </a:lnTo>
                <a:lnTo>
                  <a:pt x="5938" y="10196"/>
                </a:lnTo>
                <a:lnTo>
                  <a:pt x="6133" y="10171"/>
                </a:lnTo>
                <a:lnTo>
                  <a:pt x="6157" y="10147"/>
                </a:lnTo>
                <a:lnTo>
                  <a:pt x="6157" y="10366"/>
                </a:lnTo>
                <a:lnTo>
                  <a:pt x="6011" y="10390"/>
                </a:lnTo>
                <a:lnTo>
                  <a:pt x="5889" y="10415"/>
                </a:lnTo>
                <a:lnTo>
                  <a:pt x="5573" y="10512"/>
                </a:lnTo>
                <a:lnTo>
                  <a:pt x="5403" y="10585"/>
                </a:lnTo>
                <a:lnTo>
                  <a:pt x="5354" y="10634"/>
                </a:lnTo>
                <a:lnTo>
                  <a:pt x="5354" y="10658"/>
                </a:lnTo>
                <a:lnTo>
                  <a:pt x="5403" y="10707"/>
                </a:lnTo>
                <a:lnTo>
                  <a:pt x="5451" y="10731"/>
                </a:lnTo>
                <a:lnTo>
                  <a:pt x="5573" y="10755"/>
                </a:lnTo>
                <a:lnTo>
                  <a:pt x="5841" y="10731"/>
                </a:lnTo>
                <a:lnTo>
                  <a:pt x="6157" y="10682"/>
                </a:lnTo>
                <a:lnTo>
                  <a:pt x="6157" y="10999"/>
                </a:lnTo>
                <a:lnTo>
                  <a:pt x="6133" y="10999"/>
                </a:lnTo>
                <a:lnTo>
                  <a:pt x="5938" y="11023"/>
                </a:lnTo>
                <a:lnTo>
                  <a:pt x="5743" y="11047"/>
                </a:lnTo>
                <a:lnTo>
                  <a:pt x="5549" y="11120"/>
                </a:lnTo>
                <a:lnTo>
                  <a:pt x="5378" y="11193"/>
                </a:lnTo>
                <a:lnTo>
                  <a:pt x="5354" y="11218"/>
                </a:lnTo>
                <a:lnTo>
                  <a:pt x="5354" y="11242"/>
                </a:lnTo>
                <a:lnTo>
                  <a:pt x="5354" y="11266"/>
                </a:lnTo>
                <a:lnTo>
                  <a:pt x="5378" y="11291"/>
                </a:lnTo>
                <a:lnTo>
                  <a:pt x="5573" y="11315"/>
                </a:lnTo>
                <a:lnTo>
                  <a:pt x="5768" y="11315"/>
                </a:lnTo>
                <a:lnTo>
                  <a:pt x="6133" y="11291"/>
                </a:lnTo>
                <a:lnTo>
                  <a:pt x="6157" y="11266"/>
                </a:lnTo>
                <a:lnTo>
                  <a:pt x="6157" y="11558"/>
                </a:lnTo>
                <a:lnTo>
                  <a:pt x="6011" y="11558"/>
                </a:lnTo>
                <a:lnTo>
                  <a:pt x="5841" y="11607"/>
                </a:lnTo>
                <a:lnTo>
                  <a:pt x="5573" y="11656"/>
                </a:lnTo>
                <a:lnTo>
                  <a:pt x="5330" y="11753"/>
                </a:lnTo>
                <a:lnTo>
                  <a:pt x="5305" y="11777"/>
                </a:lnTo>
                <a:lnTo>
                  <a:pt x="5305" y="11826"/>
                </a:lnTo>
                <a:lnTo>
                  <a:pt x="5330" y="11850"/>
                </a:lnTo>
                <a:lnTo>
                  <a:pt x="5378" y="11850"/>
                </a:lnTo>
                <a:lnTo>
                  <a:pt x="5622" y="11875"/>
                </a:lnTo>
                <a:lnTo>
                  <a:pt x="5865" y="11850"/>
                </a:lnTo>
                <a:lnTo>
                  <a:pt x="6011" y="11850"/>
                </a:lnTo>
                <a:lnTo>
                  <a:pt x="6084" y="11826"/>
                </a:lnTo>
                <a:lnTo>
                  <a:pt x="6157" y="11802"/>
                </a:lnTo>
                <a:lnTo>
                  <a:pt x="6157" y="12020"/>
                </a:lnTo>
                <a:lnTo>
                  <a:pt x="5962" y="12020"/>
                </a:lnTo>
                <a:lnTo>
                  <a:pt x="5743" y="12045"/>
                </a:lnTo>
                <a:lnTo>
                  <a:pt x="5549" y="12118"/>
                </a:lnTo>
                <a:lnTo>
                  <a:pt x="5476" y="12142"/>
                </a:lnTo>
                <a:lnTo>
                  <a:pt x="5378" y="12191"/>
                </a:lnTo>
                <a:lnTo>
                  <a:pt x="5378" y="12239"/>
                </a:lnTo>
                <a:lnTo>
                  <a:pt x="5378" y="12264"/>
                </a:lnTo>
                <a:lnTo>
                  <a:pt x="5476" y="12312"/>
                </a:lnTo>
                <a:lnTo>
                  <a:pt x="5549" y="12337"/>
                </a:lnTo>
                <a:lnTo>
                  <a:pt x="5743" y="12385"/>
                </a:lnTo>
                <a:lnTo>
                  <a:pt x="5962" y="12361"/>
                </a:lnTo>
                <a:lnTo>
                  <a:pt x="6157" y="12361"/>
                </a:lnTo>
                <a:lnTo>
                  <a:pt x="6157" y="12458"/>
                </a:lnTo>
                <a:lnTo>
                  <a:pt x="6157" y="12483"/>
                </a:lnTo>
                <a:lnTo>
                  <a:pt x="6011" y="12531"/>
                </a:lnTo>
                <a:lnTo>
                  <a:pt x="5889" y="12580"/>
                </a:lnTo>
                <a:lnTo>
                  <a:pt x="5622" y="12653"/>
                </a:lnTo>
                <a:lnTo>
                  <a:pt x="5500" y="12702"/>
                </a:lnTo>
                <a:lnTo>
                  <a:pt x="5403" y="12750"/>
                </a:lnTo>
                <a:lnTo>
                  <a:pt x="5378" y="12799"/>
                </a:lnTo>
                <a:lnTo>
                  <a:pt x="5378" y="12823"/>
                </a:lnTo>
                <a:lnTo>
                  <a:pt x="5403" y="12848"/>
                </a:lnTo>
                <a:lnTo>
                  <a:pt x="5500" y="12872"/>
                </a:lnTo>
                <a:lnTo>
                  <a:pt x="5622" y="12896"/>
                </a:lnTo>
                <a:lnTo>
                  <a:pt x="5743" y="12921"/>
                </a:lnTo>
                <a:lnTo>
                  <a:pt x="5865" y="12896"/>
                </a:lnTo>
                <a:lnTo>
                  <a:pt x="6011" y="12872"/>
                </a:lnTo>
                <a:lnTo>
                  <a:pt x="6181" y="12848"/>
                </a:lnTo>
                <a:lnTo>
                  <a:pt x="6181" y="13042"/>
                </a:lnTo>
                <a:lnTo>
                  <a:pt x="6108" y="13018"/>
                </a:lnTo>
                <a:lnTo>
                  <a:pt x="5962" y="13042"/>
                </a:lnTo>
                <a:lnTo>
                  <a:pt x="5841" y="13091"/>
                </a:lnTo>
                <a:lnTo>
                  <a:pt x="5719" y="13164"/>
                </a:lnTo>
                <a:lnTo>
                  <a:pt x="5573" y="13237"/>
                </a:lnTo>
                <a:lnTo>
                  <a:pt x="5549" y="13261"/>
                </a:lnTo>
                <a:lnTo>
                  <a:pt x="5573" y="13286"/>
                </a:lnTo>
                <a:lnTo>
                  <a:pt x="5597" y="13334"/>
                </a:lnTo>
                <a:lnTo>
                  <a:pt x="5622" y="13334"/>
                </a:lnTo>
                <a:lnTo>
                  <a:pt x="5743" y="13310"/>
                </a:lnTo>
                <a:lnTo>
                  <a:pt x="6157" y="13310"/>
                </a:lnTo>
                <a:lnTo>
                  <a:pt x="6206" y="13286"/>
                </a:lnTo>
                <a:lnTo>
                  <a:pt x="6206" y="13529"/>
                </a:lnTo>
                <a:lnTo>
                  <a:pt x="6035" y="13553"/>
                </a:lnTo>
                <a:lnTo>
                  <a:pt x="5865" y="13553"/>
                </a:lnTo>
                <a:lnTo>
                  <a:pt x="5719" y="13602"/>
                </a:lnTo>
                <a:lnTo>
                  <a:pt x="5573" y="13675"/>
                </a:lnTo>
                <a:lnTo>
                  <a:pt x="5524" y="13724"/>
                </a:lnTo>
                <a:lnTo>
                  <a:pt x="5476" y="13797"/>
                </a:lnTo>
                <a:lnTo>
                  <a:pt x="5476" y="13870"/>
                </a:lnTo>
                <a:lnTo>
                  <a:pt x="5476" y="13894"/>
                </a:lnTo>
                <a:lnTo>
                  <a:pt x="5500" y="13918"/>
                </a:lnTo>
                <a:lnTo>
                  <a:pt x="5646" y="13967"/>
                </a:lnTo>
                <a:lnTo>
                  <a:pt x="5792" y="13967"/>
                </a:lnTo>
                <a:lnTo>
                  <a:pt x="6108" y="13943"/>
                </a:lnTo>
                <a:lnTo>
                  <a:pt x="6254" y="13943"/>
                </a:lnTo>
                <a:lnTo>
                  <a:pt x="6279" y="14235"/>
                </a:lnTo>
                <a:lnTo>
                  <a:pt x="6011" y="14308"/>
                </a:lnTo>
                <a:lnTo>
                  <a:pt x="5841" y="14332"/>
                </a:lnTo>
                <a:lnTo>
                  <a:pt x="5670" y="14381"/>
                </a:lnTo>
                <a:lnTo>
                  <a:pt x="5622" y="14429"/>
                </a:lnTo>
                <a:lnTo>
                  <a:pt x="5597" y="14478"/>
                </a:lnTo>
                <a:lnTo>
                  <a:pt x="5622" y="14551"/>
                </a:lnTo>
                <a:lnTo>
                  <a:pt x="5670" y="14600"/>
                </a:lnTo>
                <a:lnTo>
                  <a:pt x="5719" y="14624"/>
                </a:lnTo>
                <a:lnTo>
                  <a:pt x="5792" y="14648"/>
                </a:lnTo>
                <a:lnTo>
                  <a:pt x="5962" y="14673"/>
                </a:lnTo>
                <a:lnTo>
                  <a:pt x="6133" y="14648"/>
                </a:lnTo>
                <a:lnTo>
                  <a:pt x="6303" y="14600"/>
                </a:lnTo>
                <a:lnTo>
                  <a:pt x="6303" y="14770"/>
                </a:lnTo>
                <a:lnTo>
                  <a:pt x="6133" y="14794"/>
                </a:lnTo>
                <a:lnTo>
                  <a:pt x="5962" y="14867"/>
                </a:lnTo>
                <a:lnTo>
                  <a:pt x="5841" y="14916"/>
                </a:lnTo>
                <a:lnTo>
                  <a:pt x="5719" y="14965"/>
                </a:lnTo>
                <a:lnTo>
                  <a:pt x="5646" y="15062"/>
                </a:lnTo>
                <a:lnTo>
                  <a:pt x="5597" y="15111"/>
                </a:lnTo>
                <a:lnTo>
                  <a:pt x="5573" y="15159"/>
                </a:lnTo>
                <a:lnTo>
                  <a:pt x="5573" y="15184"/>
                </a:lnTo>
                <a:lnTo>
                  <a:pt x="5597" y="15208"/>
                </a:lnTo>
                <a:lnTo>
                  <a:pt x="5670" y="15257"/>
                </a:lnTo>
                <a:lnTo>
                  <a:pt x="5768" y="15281"/>
                </a:lnTo>
                <a:lnTo>
                  <a:pt x="5962" y="15257"/>
                </a:lnTo>
                <a:lnTo>
                  <a:pt x="6352" y="15184"/>
                </a:lnTo>
                <a:lnTo>
                  <a:pt x="6376" y="15451"/>
                </a:lnTo>
                <a:lnTo>
                  <a:pt x="6133" y="15476"/>
                </a:lnTo>
                <a:lnTo>
                  <a:pt x="5865" y="15524"/>
                </a:lnTo>
                <a:lnTo>
                  <a:pt x="5743" y="15573"/>
                </a:lnTo>
                <a:lnTo>
                  <a:pt x="5646" y="15646"/>
                </a:lnTo>
                <a:lnTo>
                  <a:pt x="5622" y="15646"/>
                </a:lnTo>
                <a:lnTo>
                  <a:pt x="5622" y="15670"/>
                </a:lnTo>
                <a:lnTo>
                  <a:pt x="5695" y="15768"/>
                </a:lnTo>
                <a:lnTo>
                  <a:pt x="5792" y="15816"/>
                </a:lnTo>
                <a:lnTo>
                  <a:pt x="5889" y="15841"/>
                </a:lnTo>
                <a:lnTo>
                  <a:pt x="5987" y="15841"/>
                </a:lnTo>
                <a:lnTo>
                  <a:pt x="6206" y="15865"/>
                </a:lnTo>
                <a:lnTo>
                  <a:pt x="6400" y="15865"/>
                </a:lnTo>
                <a:lnTo>
                  <a:pt x="6400" y="15962"/>
                </a:lnTo>
                <a:lnTo>
                  <a:pt x="6133" y="16035"/>
                </a:lnTo>
                <a:lnTo>
                  <a:pt x="5938" y="16084"/>
                </a:lnTo>
                <a:lnTo>
                  <a:pt x="5792" y="16181"/>
                </a:lnTo>
                <a:lnTo>
                  <a:pt x="5768" y="16230"/>
                </a:lnTo>
                <a:lnTo>
                  <a:pt x="5768" y="16254"/>
                </a:lnTo>
                <a:lnTo>
                  <a:pt x="5816" y="16327"/>
                </a:lnTo>
                <a:lnTo>
                  <a:pt x="5889" y="16376"/>
                </a:lnTo>
                <a:lnTo>
                  <a:pt x="5987" y="16400"/>
                </a:lnTo>
                <a:lnTo>
                  <a:pt x="6181" y="16400"/>
                </a:lnTo>
                <a:lnTo>
                  <a:pt x="6425" y="16352"/>
                </a:lnTo>
                <a:lnTo>
                  <a:pt x="6449" y="16644"/>
                </a:lnTo>
                <a:lnTo>
                  <a:pt x="6230" y="16668"/>
                </a:lnTo>
                <a:lnTo>
                  <a:pt x="6035" y="16717"/>
                </a:lnTo>
                <a:lnTo>
                  <a:pt x="5962" y="16765"/>
                </a:lnTo>
                <a:lnTo>
                  <a:pt x="5865" y="16790"/>
                </a:lnTo>
                <a:lnTo>
                  <a:pt x="5841" y="16838"/>
                </a:lnTo>
                <a:lnTo>
                  <a:pt x="5841" y="16887"/>
                </a:lnTo>
                <a:lnTo>
                  <a:pt x="5841" y="16911"/>
                </a:lnTo>
                <a:lnTo>
                  <a:pt x="5889" y="16936"/>
                </a:lnTo>
                <a:lnTo>
                  <a:pt x="6084" y="16960"/>
                </a:lnTo>
                <a:lnTo>
                  <a:pt x="6279" y="16984"/>
                </a:lnTo>
                <a:lnTo>
                  <a:pt x="6449" y="16984"/>
                </a:lnTo>
                <a:lnTo>
                  <a:pt x="6449" y="17276"/>
                </a:lnTo>
                <a:lnTo>
                  <a:pt x="6206" y="17325"/>
                </a:lnTo>
                <a:lnTo>
                  <a:pt x="6011" y="17349"/>
                </a:lnTo>
                <a:lnTo>
                  <a:pt x="5938" y="17398"/>
                </a:lnTo>
                <a:lnTo>
                  <a:pt x="5865" y="17447"/>
                </a:lnTo>
                <a:lnTo>
                  <a:pt x="5841" y="17471"/>
                </a:lnTo>
                <a:lnTo>
                  <a:pt x="5841" y="17520"/>
                </a:lnTo>
                <a:lnTo>
                  <a:pt x="5841" y="17544"/>
                </a:lnTo>
                <a:lnTo>
                  <a:pt x="5865" y="17568"/>
                </a:lnTo>
                <a:lnTo>
                  <a:pt x="5987" y="17641"/>
                </a:lnTo>
                <a:lnTo>
                  <a:pt x="6133" y="17690"/>
                </a:lnTo>
                <a:lnTo>
                  <a:pt x="6303" y="17690"/>
                </a:lnTo>
                <a:lnTo>
                  <a:pt x="6449" y="17666"/>
                </a:lnTo>
                <a:lnTo>
                  <a:pt x="6449" y="17958"/>
                </a:lnTo>
                <a:lnTo>
                  <a:pt x="6303" y="17982"/>
                </a:lnTo>
                <a:lnTo>
                  <a:pt x="6181" y="18031"/>
                </a:lnTo>
                <a:lnTo>
                  <a:pt x="6011" y="18055"/>
                </a:lnTo>
                <a:lnTo>
                  <a:pt x="5914" y="18104"/>
                </a:lnTo>
                <a:lnTo>
                  <a:pt x="5841" y="18152"/>
                </a:lnTo>
                <a:lnTo>
                  <a:pt x="5816" y="18177"/>
                </a:lnTo>
                <a:lnTo>
                  <a:pt x="5816" y="18225"/>
                </a:lnTo>
                <a:lnTo>
                  <a:pt x="5841" y="18250"/>
                </a:lnTo>
                <a:lnTo>
                  <a:pt x="5865" y="18274"/>
                </a:lnTo>
                <a:lnTo>
                  <a:pt x="5987" y="18323"/>
                </a:lnTo>
                <a:lnTo>
                  <a:pt x="6157" y="18371"/>
                </a:lnTo>
                <a:lnTo>
                  <a:pt x="6303" y="18371"/>
                </a:lnTo>
                <a:lnTo>
                  <a:pt x="6449" y="18347"/>
                </a:lnTo>
                <a:lnTo>
                  <a:pt x="6473" y="18444"/>
                </a:lnTo>
                <a:lnTo>
                  <a:pt x="6303" y="18469"/>
                </a:lnTo>
                <a:lnTo>
                  <a:pt x="6157" y="18542"/>
                </a:lnTo>
                <a:lnTo>
                  <a:pt x="6035" y="18615"/>
                </a:lnTo>
                <a:lnTo>
                  <a:pt x="5914" y="18688"/>
                </a:lnTo>
                <a:lnTo>
                  <a:pt x="5889" y="18736"/>
                </a:lnTo>
                <a:lnTo>
                  <a:pt x="5889" y="18761"/>
                </a:lnTo>
                <a:lnTo>
                  <a:pt x="5914" y="18785"/>
                </a:lnTo>
                <a:lnTo>
                  <a:pt x="5962" y="18809"/>
                </a:lnTo>
                <a:lnTo>
                  <a:pt x="6108" y="18809"/>
                </a:lnTo>
                <a:lnTo>
                  <a:pt x="6279" y="18785"/>
                </a:lnTo>
                <a:lnTo>
                  <a:pt x="6498" y="18761"/>
                </a:lnTo>
                <a:lnTo>
                  <a:pt x="6522" y="18980"/>
                </a:lnTo>
                <a:lnTo>
                  <a:pt x="6376" y="19028"/>
                </a:lnTo>
                <a:lnTo>
                  <a:pt x="6254" y="19101"/>
                </a:lnTo>
                <a:lnTo>
                  <a:pt x="5987" y="19223"/>
                </a:lnTo>
                <a:lnTo>
                  <a:pt x="5962" y="19272"/>
                </a:lnTo>
                <a:lnTo>
                  <a:pt x="5962" y="19320"/>
                </a:lnTo>
                <a:lnTo>
                  <a:pt x="5987" y="19369"/>
                </a:lnTo>
                <a:lnTo>
                  <a:pt x="6011" y="19393"/>
                </a:lnTo>
                <a:lnTo>
                  <a:pt x="6425" y="19393"/>
                </a:lnTo>
                <a:lnTo>
                  <a:pt x="6595" y="19345"/>
                </a:lnTo>
                <a:lnTo>
                  <a:pt x="6619" y="19393"/>
                </a:lnTo>
                <a:lnTo>
                  <a:pt x="6571" y="19442"/>
                </a:lnTo>
                <a:lnTo>
                  <a:pt x="6522" y="19515"/>
                </a:lnTo>
                <a:lnTo>
                  <a:pt x="6254" y="19637"/>
                </a:lnTo>
                <a:lnTo>
                  <a:pt x="6230" y="19661"/>
                </a:lnTo>
                <a:lnTo>
                  <a:pt x="6206" y="19734"/>
                </a:lnTo>
                <a:lnTo>
                  <a:pt x="6230" y="19758"/>
                </a:lnTo>
                <a:lnTo>
                  <a:pt x="6279" y="19783"/>
                </a:lnTo>
                <a:lnTo>
                  <a:pt x="6595" y="19758"/>
                </a:lnTo>
                <a:lnTo>
                  <a:pt x="6668" y="19783"/>
                </a:lnTo>
                <a:lnTo>
                  <a:pt x="6887" y="19856"/>
                </a:lnTo>
                <a:lnTo>
                  <a:pt x="7106" y="19904"/>
                </a:lnTo>
                <a:lnTo>
                  <a:pt x="7203" y="19953"/>
                </a:lnTo>
                <a:lnTo>
                  <a:pt x="7252" y="20001"/>
                </a:lnTo>
                <a:lnTo>
                  <a:pt x="7276" y="20050"/>
                </a:lnTo>
                <a:lnTo>
                  <a:pt x="7276" y="20123"/>
                </a:lnTo>
                <a:lnTo>
                  <a:pt x="7252" y="20172"/>
                </a:lnTo>
                <a:lnTo>
                  <a:pt x="7203" y="20245"/>
                </a:lnTo>
                <a:lnTo>
                  <a:pt x="7057" y="20342"/>
                </a:lnTo>
                <a:lnTo>
                  <a:pt x="6936" y="20391"/>
                </a:lnTo>
                <a:lnTo>
                  <a:pt x="6814" y="20439"/>
                </a:lnTo>
                <a:lnTo>
                  <a:pt x="6692" y="20464"/>
                </a:lnTo>
                <a:lnTo>
                  <a:pt x="6571" y="20464"/>
                </a:lnTo>
                <a:lnTo>
                  <a:pt x="6303" y="20439"/>
                </a:lnTo>
                <a:lnTo>
                  <a:pt x="5889" y="20439"/>
                </a:lnTo>
                <a:lnTo>
                  <a:pt x="5768" y="20391"/>
                </a:lnTo>
                <a:lnTo>
                  <a:pt x="5670" y="20318"/>
                </a:lnTo>
                <a:lnTo>
                  <a:pt x="5597" y="20220"/>
                </a:lnTo>
                <a:lnTo>
                  <a:pt x="5524" y="20099"/>
                </a:lnTo>
                <a:lnTo>
                  <a:pt x="5476" y="19929"/>
                </a:lnTo>
                <a:lnTo>
                  <a:pt x="5403" y="19612"/>
                </a:lnTo>
                <a:lnTo>
                  <a:pt x="5354" y="19247"/>
                </a:lnTo>
                <a:lnTo>
                  <a:pt x="5330" y="18882"/>
                </a:lnTo>
                <a:lnTo>
                  <a:pt x="5305" y="18371"/>
                </a:lnTo>
                <a:lnTo>
                  <a:pt x="5184" y="16960"/>
                </a:lnTo>
                <a:lnTo>
                  <a:pt x="5111" y="16254"/>
                </a:lnTo>
                <a:lnTo>
                  <a:pt x="5038" y="15549"/>
                </a:lnTo>
                <a:lnTo>
                  <a:pt x="4965" y="15086"/>
                </a:lnTo>
                <a:lnTo>
                  <a:pt x="4867" y="14600"/>
                </a:lnTo>
                <a:lnTo>
                  <a:pt x="4624" y="13675"/>
                </a:lnTo>
                <a:lnTo>
                  <a:pt x="4527" y="13310"/>
                </a:lnTo>
                <a:lnTo>
                  <a:pt x="4454" y="13018"/>
                </a:lnTo>
                <a:lnTo>
                  <a:pt x="4405" y="12896"/>
                </a:lnTo>
                <a:lnTo>
                  <a:pt x="4356" y="12823"/>
                </a:lnTo>
                <a:lnTo>
                  <a:pt x="4356" y="12799"/>
                </a:lnTo>
                <a:lnTo>
                  <a:pt x="4332" y="12750"/>
                </a:lnTo>
                <a:lnTo>
                  <a:pt x="4283" y="12702"/>
                </a:lnTo>
                <a:lnTo>
                  <a:pt x="4235" y="12677"/>
                </a:lnTo>
                <a:lnTo>
                  <a:pt x="4186" y="12653"/>
                </a:lnTo>
                <a:lnTo>
                  <a:pt x="4113" y="12677"/>
                </a:lnTo>
                <a:lnTo>
                  <a:pt x="4040" y="12750"/>
                </a:lnTo>
                <a:lnTo>
                  <a:pt x="3991" y="12848"/>
                </a:lnTo>
                <a:lnTo>
                  <a:pt x="3918" y="13091"/>
                </a:lnTo>
                <a:lnTo>
                  <a:pt x="3870" y="13286"/>
                </a:lnTo>
                <a:lnTo>
                  <a:pt x="3772" y="13237"/>
                </a:lnTo>
                <a:lnTo>
                  <a:pt x="3675" y="13213"/>
                </a:lnTo>
                <a:lnTo>
                  <a:pt x="3626" y="13237"/>
                </a:lnTo>
                <a:lnTo>
                  <a:pt x="3602" y="13310"/>
                </a:lnTo>
                <a:lnTo>
                  <a:pt x="3626" y="13383"/>
                </a:lnTo>
                <a:lnTo>
                  <a:pt x="3675" y="13456"/>
                </a:lnTo>
                <a:lnTo>
                  <a:pt x="3748" y="13529"/>
                </a:lnTo>
                <a:lnTo>
                  <a:pt x="3821" y="13578"/>
                </a:lnTo>
                <a:lnTo>
                  <a:pt x="3797" y="13772"/>
                </a:lnTo>
                <a:lnTo>
                  <a:pt x="3651" y="13772"/>
                </a:lnTo>
                <a:lnTo>
                  <a:pt x="3505" y="13821"/>
                </a:lnTo>
                <a:lnTo>
                  <a:pt x="3480" y="13845"/>
                </a:lnTo>
                <a:lnTo>
                  <a:pt x="3505" y="13870"/>
                </a:lnTo>
                <a:lnTo>
                  <a:pt x="3651" y="13943"/>
                </a:lnTo>
                <a:lnTo>
                  <a:pt x="3772" y="14016"/>
                </a:lnTo>
                <a:lnTo>
                  <a:pt x="3724" y="14405"/>
                </a:lnTo>
                <a:lnTo>
                  <a:pt x="3505" y="14381"/>
                </a:lnTo>
                <a:lnTo>
                  <a:pt x="3407" y="14381"/>
                </a:lnTo>
                <a:lnTo>
                  <a:pt x="3310" y="14405"/>
                </a:lnTo>
                <a:lnTo>
                  <a:pt x="3286" y="14454"/>
                </a:lnTo>
                <a:lnTo>
                  <a:pt x="3286" y="14478"/>
                </a:lnTo>
                <a:lnTo>
                  <a:pt x="3286" y="14502"/>
                </a:lnTo>
                <a:lnTo>
                  <a:pt x="3383" y="14551"/>
                </a:lnTo>
                <a:lnTo>
                  <a:pt x="3480" y="14624"/>
                </a:lnTo>
                <a:lnTo>
                  <a:pt x="3675" y="14721"/>
                </a:lnTo>
                <a:lnTo>
                  <a:pt x="3675" y="14892"/>
                </a:lnTo>
                <a:lnTo>
                  <a:pt x="3480" y="14892"/>
                </a:lnTo>
                <a:lnTo>
                  <a:pt x="3286" y="14916"/>
                </a:lnTo>
                <a:lnTo>
                  <a:pt x="3213" y="14940"/>
                </a:lnTo>
                <a:lnTo>
                  <a:pt x="3140" y="14965"/>
                </a:lnTo>
                <a:lnTo>
                  <a:pt x="3115" y="15013"/>
                </a:lnTo>
                <a:lnTo>
                  <a:pt x="3115" y="15038"/>
                </a:lnTo>
                <a:lnTo>
                  <a:pt x="3140" y="15086"/>
                </a:lnTo>
                <a:lnTo>
                  <a:pt x="3188" y="15135"/>
                </a:lnTo>
                <a:lnTo>
                  <a:pt x="3310" y="15208"/>
                </a:lnTo>
                <a:lnTo>
                  <a:pt x="3456" y="15232"/>
                </a:lnTo>
                <a:lnTo>
                  <a:pt x="3626" y="15257"/>
                </a:lnTo>
                <a:lnTo>
                  <a:pt x="3578" y="15573"/>
                </a:lnTo>
                <a:lnTo>
                  <a:pt x="3334" y="15549"/>
                </a:lnTo>
                <a:lnTo>
                  <a:pt x="3018" y="15549"/>
                </a:lnTo>
                <a:lnTo>
                  <a:pt x="2921" y="15573"/>
                </a:lnTo>
                <a:lnTo>
                  <a:pt x="2896" y="15597"/>
                </a:lnTo>
                <a:lnTo>
                  <a:pt x="2896" y="15622"/>
                </a:lnTo>
                <a:lnTo>
                  <a:pt x="2945" y="15695"/>
                </a:lnTo>
                <a:lnTo>
                  <a:pt x="3018" y="15743"/>
                </a:lnTo>
                <a:lnTo>
                  <a:pt x="3164" y="15816"/>
                </a:lnTo>
                <a:lnTo>
                  <a:pt x="3359" y="15889"/>
                </a:lnTo>
                <a:lnTo>
                  <a:pt x="3553" y="15914"/>
                </a:lnTo>
                <a:lnTo>
                  <a:pt x="3529" y="16011"/>
                </a:lnTo>
                <a:lnTo>
                  <a:pt x="3261" y="16035"/>
                </a:lnTo>
                <a:lnTo>
                  <a:pt x="3115" y="16060"/>
                </a:lnTo>
                <a:lnTo>
                  <a:pt x="2994" y="16108"/>
                </a:lnTo>
                <a:lnTo>
                  <a:pt x="2969" y="16133"/>
                </a:lnTo>
                <a:lnTo>
                  <a:pt x="2969" y="16181"/>
                </a:lnTo>
                <a:lnTo>
                  <a:pt x="2969" y="16206"/>
                </a:lnTo>
                <a:lnTo>
                  <a:pt x="2994" y="16230"/>
                </a:lnTo>
                <a:lnTo>
                  <a:pt x="3115" y="16279"/>
                </a:lnTo>
                <a:lnTo>
                  <a:pt x="3237" y="16303"/>
                </a:lnTo>
                <a:lnTo>
                  <a:pt x="3480" y="16327"/>
                </a:lnTo>
                <a:lnTo>
                  <a:pt x="3432" y="16790"/>
                </a:lnTo>
                <a:lnTo>
                  <a:pt x="3261" y="16790"/>
                </a:lnTo>
                <a:lnTo>
                  <a:pt x="3115" y="16814"/>
                </a:lnTo>
                <a:lnTo>
                  <a:pt x="2872" y="16838"/>
                </a:lnTo>
                <a:lnTo>
                  <a:pt x="2775" y="16887"/>
                </a:lnTo>
                <a:lnTo>
                  <a:pt x="2677" y="16960"/>
                </a:lnTo>
                <a:lnTo>
                  <a:pt x="2653" y="17033"/>
                </a:lnTo>
                <a:lnTo>
                  <a:pt x="2677" y="17082"/>
                </a:lnTo>
                <a:lnTo>
                  <a:pt x="2702" y="17106"/>
                </a:lnTo>
                <a:lnTo>
                  <a:pt x="2799" y="17155"/>
                </a:lnTo>
                <a:lnTo>
                  <a:pt x="2896" y="17155"/>
                </a:lnTo>
                <a:lnTo>
                  <a:pt x="3091" y="17179"/>
                </a:lnTo>
                <a:lnTo>
                  <a:pt x="3383" y="17203"/>
                </a:lnTo>
                <a:lnTo>
                  <a:pt x="3359" y="17398"/>
                </a:lnTo>
                <a:lnTo>
                  <a:pt x="3188" y="17398"/>
                </a:lnTo>
                <a:lnTo>
                  <a:pt x="3042" y="17422"/>
                </a:lnTo>
                <a:lnTo>
                  <a:pt x="2750" y="17520"/>
                </a:lnTo>
                <a:lnTo>
                  <a:pt x="2702" y="17544"/>
                </a:lnTo>
                <a:lnTo>
                  <a:pt x="2677" y="17593"/>
                </a:lnTo>
                <a:lnTo>
                  <a:pt x="2702" y="17641"/>
                </a:lnTo>
                <a:lnTo>
                  <a:pt x="2750" y="17666"/>
                </a:lnTo>
                <a:lnTo>
                  <a:pt x="2896" y="17714"/>
                </a:lnTo>
                <a:lnTo>
                  <a:pt x="3018" y="17739"/>
                </a:lnTo>
                <a:lnTo>
                  <a:pt x="3310" y="17739"/>
                </a:lnTo>
                <a:lnTo>
                  <a:pt x="3310" y="17763"/>
                </a:lnTo>
                <a:lnTo>
                  <a:pt x="3286" y="17933"/>
                </a:lnTo>
                <a:lnTo>
                  <a:pt x="3018" y="17958"/>
                </a:lnTo>
                <a:lnTo>
                  <a:pt x="2799" y="17982"/>
                </a:lnTo>
                <a:lnTo>
                  <a:pt x="2702" y="18031"/>
                </a:lnTo>
                <a:lnTo>
                  <a:pt x="2629" y="18079"/>
                </a:lnTo>
                <a:lnTo>
                  <a:pt x="2604" y="18128"/>
                </a:lnTo>
                <a:lnTo>
                  <a:pt x="2604" y="18177"/>
                </a:lnTo>
                <a:lnTo>
                  <a:pt x="2653" y="18250"/>
                </a:lnTo>
                <a:lnTo>
                  <a:pt x="2702" y="18274"/>
                </a:lnTo>
                <a:lnTo>
                  <a:pt x="2775" y="18298"/>
                </a:lnTo>
                <a:lnTo>
                  <a:pt x="2848" y="18323"/>
                </a:lnTo>
                <a:lnTo>
                  <a:pt x="3018" y="18323"/>
                </a:lnTo>
                <a:lnTo>
                  <a:pt x="3164" y="18298"/>
                </a:lnTo>
                <a:lnTo>
                  <a:pt x="3237" y="18323"/>
                </a:lnTo>
                <a:lnTo>
                  <a:pt x="3213" y="18517"/>
                </a:lnTo>
                <a:lnTo>
                  <a:pt x="2848" y="18566"/>
                </a:lnTo>
                <a:lnTo>
                  <a:pt x="2677" y="18615"/>
                </a:lnTo>
                <a:lnTo>
                  <a:pt x="2604" y="18663"/>
                </a:lnTo>
                <a:lnTo>
                  <a:pt x="2531" y="18712"/>
                </a:lnTo>
                <a:lnTo>
                  <a:pt x="2507" y="18761"/>
                </a:lnTo>
                <a:lnTo>
                  <a:pt x="2507" y="18785"/>
                </a:lnTo>
                <a:lnTo>
                  <a:pt x="2531" y="18809"/>
                </a:lnTo>
                <a:lnTo>
                  <a:pt x="2556" y="18834"/>
                </a:lnTo>
                <a:lnTo>
                  <a:pt x="2702" y="18882"/>
                </a:lnTo>
                <a:lnTo>
                  <a:pt x="3164" y="18882"/>
                </a:lnTo>
                <a:lnTo>
                  <a:pt x="3115" y="19223"/>
                </a:lnTo>
                <a:lnTo>
                  <a:pt x="2799" y="19199"/>
                </a:lnTo>
                <a:lnTo>
                  <a:pt x="2677" y="19199"/>
                </a:lnTo>
                <a:lnTo>
                  <a:pt x="2580" y="19223"/>
                </a:lnTo>
                <a:lnTo>
                  <a:pt x="2483" y="19247"/>
                </a:lnTo>
                <a:lnTo>
                  <a:pt x="2410" y="19320"/>
                </a:lnTo>
                <a:lnTo>
                  <a:pt x="2410" y="19369"/>
                </a:lnTo>
                <a:lnTo>
                  <a:pt x="2410" y="19393"/>
                </a:lnTo>
                <a:lnTo>
                  <a:pt x="2483" y="19466"/>
                </a:lnTo>
                <a:lnTo>
                  <a:pt x="2580" y="19515"/>
                </a:lnTo>
                <a:lnTo>
                  <a:pt x="2702" y="19564"/>
                </a:lnTo>
                <a:lnTo>
                  <a:pt x="2799" y="19564"/>
                </a:lnTo>
                <a:lnTo>
                  <a:pt x="3042" y="19612"/>
                </a:lnTo>
                <a:lnTo>
                  <a:pt x="3018" y="19807"/>
                </a:lnTo>
                <a:lnTo>
                  <a:pt x="2896" y="19807"/>
                </a:lnTo>
                <a:lnTo>
                  <a:pt x="2556" y="19856"/>
                </a:lnTo>
                <a:lnTo>
                  <a:pt x="2483" y="19880"/>
                </a:lnTo>
                <a:lnTo>
                  <a:pt x="2434" y="19904"/>
                </a:lnTo>
                <a:lnTo>
                  <a:pt x="2337" y="20001"/>
                </a:lnTo>
                <a:lnTo>
                  <a:pt x="2312" y="20026"/>
                </a:lnTo>
                <a:lnTo>
                  <a:pt x="2337" y="20074"/>
                </a:lnTo>
                <a:lnTo>
                  <a:pt x="2434" y="20123"/>
                </a:lnTo>
                <a:lnTo>
                  <a:pt x="2531" y="20147"/>
                </a:lnTo>
                <a:lnTo>
                  <a:pt x="2726" y="20172"/>
                </a:lnTo>
                <a:lnTo>
                  <a:pt x="2507" y="20269"/>
                </a:lnTo>
                <a:lnTo>
                  <a:pt x="2288" y="20366"/>
                </a:lnTo>
                <a:lnTo>
                  <a:pt x="1801" y="20512"/>
                </a:lnTo>
                <a:lnTo>
                  <a:pt x="1655" y="20537"/>
                </a:lnTo>
                <a:lnTo>
                  <a:pt x="1485" y="20561"/>
                </a:lnTo>
                <a:lnTo>
                  <a:pt x="1315" y="20537"/>
                </a:lnTo>
                <a:lnTo>
                  <a:pt x="1145" y="20488"/>
                </a:lnTo>
                <a:lnTo>
                  <a:pt x="1120" y="20464"/>
                </a:lnTo>
                <a:lnTo>
                  <a:pt x="1096" y="20415"/>
                </a:lnTo>
                <a:lnTo>
                  <a:pt x="1096" y="20391"/>
                </a:lnTo>
                <a:lnTo>
                  <a:pt x="1096" y="20342"/>
                </a:lnTo>
                <a:lnTo>
                  <a:pt x="1145" y="20245"/>
                </a:lnTo>
                <a:lnTo>
                  <a:pt x="1242" y="20123"/>
                </a:lnTo>
                <a:lnTo>
                  <a:pt x="1485" y="19929"/>
                </a:lnTo>
                <a:lnTo>
                  <a:pt x="1631" y="19831"/>
                </a:lnTo>
                <a:lnTo>
                  <a:pt x="1680" y="19807"/>
                </a:lnTo>
                <a:lnTo>
                  <a:pt x="1704" y="19758"/>
                </a:lnTo>
                <a:lnTo>
                  <a:pt x="1704" y="19710"/>
                </a:lnTo>
                <a:lnTo>
                  <a:pt x="1704" y="19661"/>
                </a:lnTo>
                <a:lnTo>
                  <a:pt x="1728" y="19588"/>
                </a:lnTo>
                <a:lnTo>
                  <a:pt x="1826" y="18785"/>
                </a:lnTo>
                <a:lnTo>
                  <a:pt x="1923" y="18006"/>
                </a:lnTo>
                <a:lnTo>
                  <a:pt x="2045" y="16425"/>
                </a:lnTo>
                <a:lnTo>
                  <a:pt x="2142" y="14843"/>
                </a:lnTo>
                <a:lnTo>
                  <a:pt x="2264" y="13237"/>
                </a:lnTo>
                <a:lnTo>
                  <a:pt x="2410" y="11631"/>
                </a:lnTo>
                <a:lnTo>
                  <a:pt x="2531" y="10025"/>
                </a:lnTo>
                <a:lnTo>
                  <a:pt x="2556" y="9368"/>
                </a:lnTo>
                <a:lnTo>
                  <a:pt x="2580" y="8663"/>
                </a:lnTo>
                <a:lnTo>
                  <a:pt x="2580" y="8322"/>
                </a:lnTo>
                <a:lnTo>
                  <a:pt x="2580" y="7981"/>
                </a:lnTo>
                <a:lnTo>
                  <a:pt x="2531" y="7641"/>
                </a:lnTo>
                <a:lnTo>
                  <a:pt x="2483" y="7324"/>
                </a:lnTo>
                <a:lnTo>
                  <a:pt x="2483" y="7251"/>
                </a:lnTo>
                <a:lnTo>
                  <a:pt x="2458" y="7178"/>
                </a:lnTo>
                <a:lnTo>
                  <a:pt x="2434" y="7130"/>
                </a:lnTo>
                <a:lnTo>
                  <a:pt x="2410" y="7105"/>
                </a:lnTo>
                <a:lnTo>
                  <a:pt x="2337" y="7057"/>
                </a:lnTo>
                <a:lnTo>
                  <a:pt x="2239" y="7057"/>
                </a:lnTo>
                <a:lnTo>
                  <a:pt x="2166" y="7105"/>
                </a:lnTo>
                <a:lnTo>
                  <a:pt x="2020" y="7130"/>
                </a:lnTo>
                <a:lnTo>
                  <a:pt x="1899" y="7154"/>
                </a:lnTo>
                <a:lnTo>
                  <a:pt x="1826" y="7227"/>
                </a:lnTo>
                <a:lnTo>
                  <a:pt x="1801" y="7300"/>
                </a:lnTo>
                <a:lnTo>
                  <a:pt x="1801" y="7349"/>
                </a:lnTo>
                <a:lnTo>
                  <a:pt x="1801" y="7397"/>
                </a:lnTo>
                <a:lnTo>
                  <a:pt x="1874" y="7446"/>
                </a:lnTo>
                <a:lnTo>
                  <a:pt x="1923" y="7470"/>
                </a:lnTo>
                <a:lnTo>
                  <a:pt x="1899" y="7519"/>
                </a:lnTo>
                <a:lnTo>
                  <a:pt x="1704" y="7519"/>
                </a:lnTo>
                <a:lnTo>
                  <a:pt x="1631" y="7543"/>
                </a:lnTo>
                <a:lnTo>
                  <a:pt x="1558" y="7592"/>
                </a:lnTo>
                <a:lnTo>
                  <a:pt x="1534" y="7665"/>
                </a:lnTo>
                <a:lnTo>
                  <a:pt x="1534" y="7714"/>
                </a:lnTo>
                <a:lnTo>
                  <a:pt x="1558" y="7738"/>
                </a:lnTo>
                <a:lnTo>
                  <a:pt x="1631" y="7811"/>
                </a:lnTo>
                <a:lnTo>
                  <a:pt x="1753" y="7860"/>
                </a:lnTo>
                <a:lnTo>
                  <a:pt x="1728" y="7957"/>
                </a:lnTo>
                <a:lnTo>
                  <a:pt x="1582" y="7957"/>
                </a:lnTo>
                <a:lnTo>
                  <a:pt x="1461" y="8006"/>
                </a:lnTo>
                <a:lnTo>
                  <a:pt x="1412" y="8054"/>
                </a:lnTo>
                <a:lnTo>
                  <a:pt x="1388" y="8127"/>
                </a:lnTo>
                <a:lnTo>
                  <a:pt x="1412" y="8200"/>
                </a:lnTo>
                <a:lnTo>
                  <a:pt x="1461" y="8249"/>
                </a:lnTo>
                <a:lnTo>
                  <a:pt x="1534" y="8273"/>
                </a:lnTo>
                <a:lnTo>
                  <a:pt x="1631" y="8298"/>
                </a:lnTo>
                <a:lnTo>
                  <a:pt x="1582" y="8468"/>
                </a:lnTo>
                <a:lnTo>
                  <a:pt x="1437" y="8468"/>
                </a:lnTo>
                <a:lnTo>
                  <a:pt x="1364" y="8517"/>
                </a:lnTo>
                <a:lnTo>
                  <a:pt x="1291" y="8541"/>
                </a:lnTo>
                <a:lnTo>
                  <a:pt x="1291" y="8590"/>
                </a:lnTo>
                <a:lnTo>
                  <a:pt x="1291" y="8638"/>
                </a:lnTo>
                <a:lnTo>
                  <a:pt x="1339" y="8687"/>
                </a:lnTo>
                <a:lnTo>
                  <a:pt x="1388" y="8736"/>
                </a:lnTo>
                <a:lnTo>
                  <a:pt x="1509" y="8760"/>
                </a:lnTo>
                <a:lnTo>
                  <a:pt x="1485" y="8833"/>
                </a:lnTo>
                <a:lnTo>
                  <a:pt x="1461" y="8930"/>
                </a:lnTo>
                <a:lnTo>
                  <a:pt x="1315" y="8955"/>
                </a:lnTo>
                <a:lnTo>
                  <a:pt x="1242" y="8979"/>
                </a:lnTo>
                <a:lnTo>
                  <a:pt x="1193" y="9028"/>
                </a:lnTo>
                <a:lnTo>
                  <a:pt x="1169" y="9076"/>
                </a:lnTo>
                <a:lnTo>
                  <a:pt x="1169" y="9149"/>
                </a:lnTo>
                <a:lnTo>
                  <a:pt x="1218" y="9198"/>
                </a:lnTo>
                <a:lnTo>
                  <a:pt x="1242" y="9222"/>
                </a:lnTo>
                <a:lnTo>
                  <a:pt x="1364" y="9271"/>
                </a:lnTo>
                <a:lnTo>
                  <a:pt x="1364" y="9295"/>
                </a:lnTo>
                <a:lnTo>
                  <a:pt x="1315" y="9320"/>
                </a:lnTo>
                <a:lnTo>
                  <a:pt x="1169" y="9344"/>
                </a:lnTo>
                <a:lnTo>
                  <a:pt x="1096" y="9393"/>
                </a:lnTo>
                <a:lnTo>
                  <a:pt x="1047" y="9441"/>
                </a:lnTo>
                <a:lnTo>
                  <a:pt x="1023" y="9539"/>
                </a:lnTo>
                <a:lnTo>
                  <a:pt x="1047" y="9563"/>
                </a:lnTo>
                <a:lnTo>
                  <a:pt x="1072" y="9612"/>
                </a:lnTo>
                <a:lnTo>
                  <a:pt x="1120" y="9636"/>
                </a:lnTo>
                <a:lnTo>
                  <a:pt x="1169" y="9660"/>
                </a:lnTo>
                <a:lnTo>
                  <a:pt x="1291" y="9660"/>
                </a:lnTo>
                <a:lnTo>
                  <a:pt x="1266" y="9733"/>
                </a:lnTo>
                <a:lnTo>
                  <a:pt x="1145" y="9733"/>
                </a:lnTo>
                <a:lnTo>
                  <a:pt x="1072" y="9758"/>
                </a:lnTo>
                <a:lnTo>
                  <a:pt x="1023" y="9806"/>
                </a:lnTo>
                <a:lnTo>
                  <a:pt x="999" y="9879"/>
                </a:lnTo>
                <a:lnTo>
                  <a:pt x="1023" y="9952"/>
                </a:lnTo>
                <a:lnTo>
                  <a:pt x="1120" y="10001"/>
                </a:lnTo>
                <a:lnTo>
                  <a:pt x="1218" y="10025"/>
                </a:lnTo>
                <a:lnTo>
                  <a:pt x="1169" y="10269"/>
                </a:lnTo>
                <a:lnTo>
                  <a:pt x="1096" y="10244"/>
                </a:lnTo>
                <a:lnTo>
                  <a:pt x="1023" y="10269"/>
                </a:lnTo>
                <a:lnTo>
                  <a:pt x="974" y="10293"/>
                </a:lnTo>
                <a:lnTo>
                  <a:pt x="926" y="10342"/>
                </a:lnTo>
                <a:lnTo>
                  <a:pt x="926" y="10390"/>
                </a:lnTo>
                <a:lnTo>
                  <a:pt x="926" y="10439"/>
                </a:lnTo>
                <a:lnTo>
                  <a:pt x="950" y="10488"/>
                </a:lnTo>
                <a:lnTo>
                  <a:pt x="999" y="10536"/>
                </a:lnTo>
                <a:lnTo>
                  <a:pt x="1096" y="10609"/>
                </a:lnTo>
                <a:lnTo>
                  <a:pt x="1072" y="10634"/>
                </a:lnTo>
                <a:lnTo>
                  <a:pt x="1047" y="10682"/>
                </a:lnTo>
                <a:lnTo>
                  <a:pt x="1047" y="10755"/>
                </a:lnTo>
                <a:lnTo>
                  <a:pt x="1047" y="10804"/>
                </a:lnTo>
                <a:lnTo>
                  <a:pt x="1145" y="11096"/>
                </a:lnTo>
                <a:lnTo>
                  <a:pt x="1169" y="11291"/>
                </a:lnTo>
                <a:lnTo>
                  <a:pt x="1193" y="11461"/>
                </a:lnTo>
                <a:lnTo>
                  <a:pt x="1193" y="11631"/>
                </a:lnTo>
                <a:lnTo>
                  <a:pt x="1120" y="11777"/>
                </a:lnTo>
                <a:lnTo>
                  <a:pt x="1096" y="11826"/>
                </a:lnTo>
                <a:lnTo>
                  <a:pt x="1023" y="11875"/>
                </a:lnTo>
                <a:lnTo>
                  <a:pt x="950" y="11923"/>
                </a:lnTo>
                <a:lnTo>
                  <a:pt x="780" y="11923"/>
                </a:lnTo>
                <a:lnTo>
                  <a:pt x="707" y="11875"/>
                </a:lnTo>
                <a:lnTo>
                  <a:pt x="658" y="11826"/>
                </a:lnTo>
                <a:lnTo>
                  <a:pt x="609" y="11753"/>
                </a:lnTo>
                <a:lnTo>
                  <a:pt x="512" y="11607"/>
                </a:lnTo>
                <a:lnTo>
                  <a:pt x="463" y="11437"/>
                </a:lnTo>
                <a:lnTo>
                  <a:pt x="463" y="11315"/>
                </a:lnTo>
                <a:lnTo>
                  <a:pt x="463" y="11193"/>
                </a:lnTo>
                <a:lnTo>
                  <a:pt x="512" y="10974"/>
                </a:lnTo>
                <a:lnTo>
                  <a:pt x="585" y="10974"/>
                </a:lnTo>
                <a:lnTo>
                  <a:pt x="634" y="10950"/>
                </a:lnTo>
                <a:lnTo>
                  <a:pt x="658" y="10901"/>
                </a:lnTo>
                <a:lnTo>
                  <a:pt x="658" y="10853"/>
                </a:lnTo>
                <a:lnTo>
                  <a:pt x="609" y="10658"/>
                </a:lnTo>
                <a:lnTo>
                  <a:pt x="585" y="10463"/>
                </a:lnTo>
                <a:lnTo>
                  <a:pt x="561" y="10074"/>
                </a:lnTo>
                <a:lnTo>
                  <a:pt x="585" y="9660"/>
                </a:lnTo>
                <a:lnTo>
                  <a:pt x="634" y="9271"/>
                </a:lnTo>
                <a:lnTo>
                  <a:pt x="731" y="8882"/>
                </a:lnTo>
                <a:lnTo>
                  <a:pt x="828" y="8492"/>
                </a:lnTo>
                <a:lnTo>
                  <a:pt x="1072" y="7714"/>
                </a:lnTo>
                <a:lnTo>
                  <a:pt x="1218" y="7227"/>
                </a:lnTo>
                <a:lnTo>
                  <a:pt x="1412" y="6740"/>
                </a:lnTo>
                <a:lnTo>
                  <a:pt x="1631" y="6302"/>
                </a:lnTo>
                <a:lnTo>
                  <a:pt x="1753" y="6108"/>
                </a:lnTo>
                <a:lnTo>
                  <a:pt x="1899" y="5913"/>
                </a:lnTo>
                <a:lnTo>
                  <a:pt x="2045" y="5743"/>
                </a:lnTo>
                <a:lnTo>
                  <a:pt x="2215" y="5572"/>
                </a:lnTo>
                <a:lnTo>
                  <a:pt x="2385" y="5402"/>
                </a:lnTo>
                <a:lnTo>
                  <a:pt x="2580" y="5280"/>
                </a:lnTo>
                <a:lnTo>
                  <a:pt x="2799" y="5159"/>
                </a:lnTo>
                <a:lnTo>
                  <a:pt x="3042" y="5061"/>
                </a:lnTo>
                <a:lnTo>
                  <a:pt x="3286" y="4964"/>
                </a:lnTo>
                <a:lnTo>
                  <a:pt x="3553" y="4891"/>
                </a:lnTo>
                <a:lnTo>
                  <a:pt x="3845" y="4842"/>
                </a:lnTo>
                <a:lnTo>
                  <a:pt x="4113" y="4818"/>
                </a:lnTo>
                <a:lnTo>
                  <a:pt x="4162" y="4842"/>
                </a:lnTo>
                <a:lnTo>
                  <a:pt x="4259" y="4818"/>
                </a:lnTo>
                <a:close/>
                <a:moveTo>
                  <a:pt x="4259" y="0"/>
                </a:moveTo>
                <a:lnTo>
                  <a:pt x="4016" y="25"/>
                </a:lnTo>
                <a:lnTo>
                  <a:pt x="3797" y="98"/>
                </a:lnTo>
                <a:lnTo>
                  <a:pt x="3675" y="98"/>
                </a:lnTo>
                <a:lnTo>
                  <a:pt x="3578" y="146"/>
                </a:lnTo>
                <a:lnTo>
                  <a:pt x="3334" y="244"/>
                </a:lnTo>
                <a:lnTo>
                  <a:pt x="3140" y="390"/>
                </a:lnTo>
                <a:lnTo>
                  <a:pt x="2945" y="536"/>
                </a:lnTo>
                <a:lnTo>
                  <a:pt x="2799" y="682"/>
                </a:lnTo>
                <a:lnTo>
                  <a:pt x="2677" y="852"/>
                </a:lnTo>
                <a:lnTo>
                  <a:pt x="2556" y="1047"/>
                </a:lnTo>
                <a:lnTo>
                  <a:pt x="2458" y="1241"/>
                </a:lnTo>
                <a:lnTo>
                  <a:pt x="2385" y="1436"/>
                </a:lnTo>
                <a:lnTo>
                  <a:pt x="2337" y="1655"/>
                </a:lnTo>
                <a:lnTo>
                  <a:pt x="2288" y="1850"/>
                </a:lnTo>
                <a:lnTo>
                  <a:pt x="2264" y="2069"/>
                </a:lnTo>
                <a:lnTo>
                  <a:pt x="2264" y="2263"/>
                </a:lnTo>
                <a:lnTo>
                  <a:pt x="2288" y="2434"/>
                </a:lnTo>
                <a:lnTo>
                  <a:pt x="2312" y="2628"/>
                </a:lnTo>
                <a:lnTo>
                  <a:pt x="2361" y="2823"/>
                </a:lnTo>
                <a:lnTo>
                  <a:pt x="2434" y="2993"/>
                </a:lnTo>
                <a:lnTo>
                  <a:pt x="2507" y="3164"/>
                </a:lnTo>
                <a:lnTo>
                  <a:pt x="2604" y="3310"/>
                </a:lnTo>
                <a:lnTo>
                  <a:pt x="2702" y="3480"/>
                </a:lnTo>
                <a:lnTo>
                  <a:pt x="2823" y="3626"/>
                </a:lnTo>
                <a:lnTo>
                  <a:pt x="2945" y="3748"/>
                </a:lnTo>
                <a:lnTo>
                  <a:pt x="3067" y="3869"/>
                </a:lnTo>
                <a:lnTo>
                  <a:pt x="3213" y="3991"/>
                </a:lnTo>
                <a:lnTo>
                  <a:pt x="3383" y="4088"/>
                </a:lnTo>
                <a:lnTo>
                  <a:pt x="3553" y="4161"/>
                </a:lnTo>
                <a:lnTo>
                  <a:pt x="3724" y="4210"/>
                </a:lnTo>
                <a:lnTo>
                  <a:pt x="3894" y="4258"/>
                </a:lnTo>
                <a:lnTo>
                  <a:pt x="3894" y="4404"/>
                </a:lnTo>
                <a:lnTo>
                  <a:pt x="3553" y="4429"/>
                </a:lnTo>
                <a:lnTo>
                  <a:pt x="3261" y="4502"/>
                </a:lnTo>
                <a:lnTo>
                  <a:pt x="2969" y="4575"/>
                </a:lnTo>
                <a:lnTo>
                  <a:pt x="2702" y="4696"/>
                </a:lnTo>
                <a:lnTo>
                  <a:pt x="2458" y="4818"/>
                </a:lnTo>
                <a:lnTo>
                  <a:pt x="2239" y="4964"/>
                </a:lnTo>
                <a:lnTo>
                  <a:pt x="2020" y="5110"/>
                </a:lnTo>
                <a:lnTo>
                  <a:pt x="1826" y="5305"/>
                </a:lnTo>
                <a:lnTo>
                  <a:pt x="1655" y="5499"/>
                </a:lnTo>
                <a:lnTo>
                  <a:pt x="1485" y="5694"/>
                </a:lnTo>
                <a:lnTo>
                  <a:pt x="1339" y="5937"/>
                </a:lnTo>
                <a:lnTo>
                  <a:pt x="1193" y="6156"/>
                </a:lnTo>
                <a:lnTo>
                  <a:pt x="1072" y="6400"/>
                </a:lnTo>
                <a:lnTo>
                  <a:pt x="853" y="6935"/>
                </a:lnTo>
                <a:lnTo>
                  <a:pt x="658" y="7470"/>
                </a:lnTo>
                <a:lnTo>
                  <a:pt x="366" y="8492"/>
                </a:lnTo>
                <a:lnTo>
                  <a:pt x="244" y="9003"/>
                </a:lnTo>
                <a:lnTo>
                  <a:pt x="147" y="9514"/>
                </a:lnTo>
                <a:lnTo>
                  <a:pt x="123" y="9782"/>
                </a:lnTo>
                <a:lnTo>
                  <a:pt x="123" y="10098"/>
                </a:lnTo>
                <a:lnTo>
                  <a:pt x="147" y="10415"/>
                </a:lnTo>
                <a:lnTo>
                  <a:pt x="171" y="10561"/>
                </a:lnTo>
                <a:lnTo>
                  <a:pt x="220" y="10682"/>
                </a:lnTo>
                <a:lnTo>
                  <a:pt x="147" y="10755"/>
                </a:lnTo>
                <a:lnTo>
                  <a:pt x="74" y="10853"/>
                </a:lnTo>
                <a:lnTo>
                  <a:pt x="25" y="10974"/>
                </a:lnTo>
                <a:lnTo>
                  <a:pt x="1" y="11096"/>
                </a:lnTo>
                <a:lnTo>
                  <a:pt x="1" y="11339"/>
                </a:lnTo>
                <a:lnTo>
                  <a:pt x="25" y="11558"/>
                </a:lnTo>
                <a:lnTo>
                  <a:pt x="74" y="11704"/>
                </a:lnTo>
                <a:lnTo>
                  <a:pt x="123" y="11826"/>
                </a:lnTo>
                <a:lnTo>
                  <a:pt x="196" y="11972"/>
                </a:lnTo>
                <a:lnTo>
                  <a:pt x="269" y="12093"/>
                </a:lnTo>
                <a:lnTo>
                  <a:pt x="366" y="12191"/>
                </a:lnTo>
                <a:lnTo>
                  <a:pt x="488" y="12264"/>
                </a:lnTo>
                <a:lnTo>
                  <a:pt x="609" y="12337"/>
                </a:lnTo>
                <a:lnTo>
                  <a:pt x="755" y="12361"/>
                </a:lnTo>
                <a:lnTo>
                  <a:pt x="926" y="12385"/>
                </a:lnTo>
                <a:lnTo>
                  <a:pt x="1072" y="12361"/>
                </a:lnTo>
                <a:lnTo>
                  <a:pt x="1193" y="12312"/>
                </a:lnTo>
                <a:lnTo>
                  <a:pt x="1291" y="12264"/>
                </a:lnTo>
                <a:lnTo>
                  <a:pt x="1388" y="12166"/>
                </a:lnTo>
                <a:lnTo>
                  <a:pt x="1461" y="12069"/>
                </a:lnTo>
                <a:lnTo>
                  <a:pt x="1509" y="11947"/>
                </a:lnTo>
                <a:lnTo>
                  <a:pt x="1534" y="11802"/>
                </a:lnTo>
                <a:lnTo>
                  <a:pt x="1582" y="11510"/>
                </a:lnTo>
                <a:lnTo>
                  <a:pt x="1582" y="11218"/>
                </a:lnTo>
                <a:lnTo>
                  <a:pt x="1534" y="10950"/>
                </a:lnTo>
                <a:lnTo>
                  <a:pt x="1461" y="10707"/>
                </a:lnTo>
                <a:lnTo>
                  <a:pt x="1437" y="10658"/>
                </a:lnTo>
                <a:lnTo>
                  <a:pt x="1485" y="10536"/>
                </a:lnTo>
                <a:lnTo>
                  <a:pt x="1509" y="10488"/>
                </a:lnTo>
                <a:lnTo>
                  <a:pt x="1534" y="10269"/>
                </a:lnTo>
                <a:lnTo>
                  <a:pt x="1582" y="10025"/>
                </a:lnTo>
                <a:lnTo>
                  <a:pt x="1704" y="9539"/>
                </a:lnTo>
                <a:lnTo>
                  <a:pt x="1850" y="9028"/>
                </a:lnTo>
                <a:lnTo>
                  <a:pt x="2142" y="8103"/>
                </a:lnTo>
                <a:lnTo>
                  <a:pt x="2118" y="9344"/>
                </a:lnTo>
                <a:lnTo>
                  <a:pt x="2045" y="10585"/>
                </a:lnTo>
                <a:lnTo>
                  <a:pt x="1947" y="11826"/>
                </a:lnTo>
                <a:lnTo>
                  <a:pt x="1826" y="13067"/>
                </a:lnTo>
                <a:lnTo>
                  <a:pt x="1680" y="14648"/>
                </a:lnTo>
                <a:lnTo>
                  <a:pt x="1558" y="16254"/>
                </a:lnTo>
                <a:lnTo>
                  <a:pt x="1412" y="17860"/>
                </a:lnTo>
                <a:lnTo>
                  <a:pt x="1339" y="18663"/>
                </a:lnTo>
                <a:lnTo>
                  <a:pt x="1218" y="19442"/>
                </a:lnTo>
                <a:lnTo>
                  <a:pt x="1242" y="19564"/>
                </a:lnTo>
                <a:lnTo>
                  <a:pt x="1120" y="19612"/>
                </a:lnTo>
                <a:lnTo>
                  <a:pt x="1023" y="19661"/>
                </a:lnTo>
                <a:lnTo>
                  <a:pt x="950" y="19734"/>
                </a:lnTo>
                <a:lnTo>
                  <a:pt x="853" y="19831"/>
                </a:lnTo>
                <a:lnTo>
                  <a:pt x="731" y="20026"/>
                </a:lnTo>
                <a:lnTo>
                  <a:pt x="634" y="20245"/>
                </a:lnTo>
                <a:lnTo>
                  <a:pt x="634" y="20342"/>
                </a:lnTo>
                <a:lnTo>
                  <a:pt x="609" y="20464"/>
                </a:lnTo>
                <a:lnTo>
                  <a:pt x="634" y="20561"/>
                </a:lnTo>
                <a:lnTo>
                  <a:pt x="658" y="20683"/>
                </a:lnTo>
                <a:lnTo>
                  <a:pt x="731" y="20780"/>
                </a:lnTo>
                <a:lnTo>
                  <a:pt x="804" y="20853"/>
                </a:lnTo>
                <a:lnTo>
                  <a:pt x="901" y="20926"/>
                </a:lnTo>
                <a:lnTo>
                  <a:pt x="1023" y="20999"/>
                </a:lnTo>
                <a:lnTo>
                  <a:pt x="1145" y="21023"/>
                </a:lnTo>
                <a:lnTo>
                  <a:pt x="1266" y="21048"/>
                </a:lnTo>
                <a:lnTo>
                  <a:pt x="1558" y="21072"/>
                </a:lnTo>
                <a:lnTo>
                  <a:pt x="1874" y="21048"/>
                </a:lnTo>
                <a:lnTo>
                  <a:pt x="2191" y="20975"/>
                </a:lnTo>
                <a:lnTo>
                  <a:pt x="2483" y="20877"/>
                </a:lnTo>
                <a:lnTo>
                  <a:pt x="2775" y="20731"/>
                </a:lnTo>
                <a:lnTo>
                  <a:pt x="3042" y="20610"/>
                </a:lnTo>
                <a:lnTo>
                  <a:pt x="3261" y="20439"/>
                </a:lnTo>
                <a:lnTo>
                  <a:pt x="3334" y="20366"/>
                </a:lnTo>
                <a:lnTo>
                  <a:pt x="3359" y="20293"/>
                </a:lnTo>
                <a:lnTo>
                  <a:pt x="3383" y="20269"/>
                </a:lnTo>
                <a:lnTo>
                  <a:pt x="3456" y="20172"/>
                </a:lnTo>
                <a:lnTo>
                  <a:pt x="3480" y="20050"/>
                </a:lnTo>
                <a:lnTo>
                  <a:pt x="3529" y="19807"/>
                </a:lnTo>
                <a:lnTo>
                  <a:pt x="3699" y="18542"/>
                </a:lnTo>
                <a:lnTo>
                  <a:pt x="3870" y="16984"/>
                </a:lnTo>
                <a:lnTo>
                  <a:pt x="4040" y="15427"/>
                </a:lnTo>
                <a:lnTo>
                  <a:pt x="4064" y="15184"/>
                </a:lnTo>
                <a:lnTo>
                  <a:pt x="4089" y="15111"/>
                </a:lnTo>
                <a:lnTo>
                  <a:pt x="4089" y="15062"/>
                </a:lnTo>
                <a:lnTo>
                  <a:pt x="4186" y="14089"/>
                </a:lnTo>
                <a:lnTo>
                  <a:pt x="4186" y="14040"/>
                </a:lnTo>
                <a:lnTo>
                  <a:pt x="4186" y="13991"/>
                </a:lnTo>
                <a:lnTo>
                  <a:pt x="4186" y="13967"/>
                </a:lnTo>
                <a:lnTo>
                  <a:pt x="4210" y="13870"/>
                </a:lnTo>
                <a:lnTo>
                  <a:pt x="4308" y="14186"/>
                </a:lnTo>
                <a:lnTo>
                  <a:pt x="4454" y="14892"/>
                </a:lnTo>
                <a:lnTo>
                  <a:pt x="4575" y="15597"/>
                </a:lnTo>
                <a:lnTo>
                  <a:pt x="4673" y="16327"/>
                </a:lnTo>
                <a:lnTo>
                  <a:pt x="4721" y="17057"/>
                </a:lnTo>
                <a:lnTo>
                  <a:pt x="4843" y="18493"/>
                </a:lnTo>
                <a:lnTo>
                  <a:pt x="4916" y="19223"/>
                </a:lnTo>
                <a:lnTo>
                  <a:pt x="5013" y="19953"/>
                </a:lnTo>
                <a:lnTo>
                  <a:pt x="5038" y="20147"/>
                </a:lnTo>
                <a:lnTo>
                  <a:pt x="5111" y="20342"/>
                </a:lnTo>
                <a:lnTo>
                  <a:pt x="5208" y="20537"/>
                </a:lnTo>
                <a:lnTo>
                  <a:pt x="5354" y="20683"/>
                </a:lnTo>
                <a:lnTo>
                  <a:pt x="5500" y="20780"/>
                </a:lnTo>
                <a:lnTo>
                  <a:pt x="5670" y="20853"/>
                </a:lnTo>
                <a:lnTo>
                  <a:pt x="5865" y="20877"/>
                </a:lnTo>
                <a:lnTo>
                  <a:pt x="6084" y="20853"/>
                </a:lnTo>
                <a:lnTo>
                  <a:pt x="6303" y="20877"/>
                </a:lnTo>
                <a:lnTo>
                  <a:pt x="6522" y="20902"/>
                </a:lnTo>
                <a:lnTo>
                  <a:pt x="6741" y="20877"/>
                </a:lnTo>
                <a:lnTo>
                  <a:pt x="6936" y="20853"/>
                </a:lnTo>
                <a:lnTo>
                  <a:pt x="7155" y="20780"/>
                </a:lnTo>
                <a:lnTo>
                  <a:pt x="7325" y="20683"/>
                </a:lnTo>
                <a:lnTo>
                  <a:pt x="7495" y="20561"/>
                </a:lnTo>
                <a:lnTo>
                  <a:pt x="7666" y="20391"/>
                </a:lnTo>
                <a:lnTo>
                  <a:pt x="7714" y="20293"/>
                </a:lnTo>
                <a:lnTo>
                  <a:pt x="7739" y="20220"/>
                </a:lnTo>
                <a:lnTo>
                  <a:pt x="7739" y="20123"/>
                </a:lnTo>
                <a:lnTo>
                  <a:pt x="7739" y="20026"/>
                </a:lnTo>
                <a:lnTo>
                  <a:pt x="7739" y="19929"/>
                </a:lnTo>
                <a:lnTo>
                  <a:pt x="7690" y="19831"/>
                </a:lnTo>
                <a:lnTo>
                  <a:pt x="7666" y="19758"/>
                </a:lnTo>
                <a:lnTo>
                  <a:pt x="7593" y="19685"/>
                </a:lnTo>
                <a:lnTo>
                  <a:pt x="7495" y="19612"/>
                </a:lnTo>
                <a:lnTo>
                  <a:pt x="7374" y="19539"/>
                </a:lnTo>
                <a:lnTo>
                  <a:pt x="7130" y="19442"/>
                </a:lnTo>
                <a:lnTo>
                  <a:pt x="7130" y="19418"/>
                </a:lnTo>
                <a:lnTo>
                  <a:pt x="7057" y="19126"/>
                </a:lnTo>
                <a:lnTo>
                  <a:pt x="7009" y="18809"/>
                </a:lnTo>
                <a:lnTo>
                  <a:pt x="6984" y="18152"/>
                </a:lnTo>
                <a:lnTo>
                  <a:pt x="6936" y="16546"/>
                </a:lnTo>
                <a:lnTo>
                  <a:pt x="6863" y="15476"/>
                </a:lnTo>
                <a:lnTo>
                  <a:pt x="6765" y="14405"/>
                </a:lnTo>
                <a:lnTo>
                  <a:pt x="6668" y="13334"/>
                </a:lnTo>
                <a:lnTo>
                  <a:pt x="6595" y="12288"/>
                </a:lnTo>
                <a:lnTo>
                  <a:pt x="6571" y="10804"/>
                </a:lnTo>
                <a:lnTo>
                  <a:pt x="6546" y="9344"/>
                </a:lnTo>
                <a:lnTo>
                  <a:pt x="6546" y="8395"/>
                </a:lnTo>
                <a:lnTo>
                  <a:pt x="6644" y="8663"/>
                </a:lnTo>
                <a:lnTo>
                  <a:pt x="6765" y="8930"/>
                </a:lnTo>
                <a:lnTo>
                  <a:pt x="6814" y="9174"/>
                </a:lnTo>
                <a:lnTo>
                  <a:pt x="6887" y="9417"/>
                </a:lnTo>
                <a:lnTo>
                  <a:pt x="6936" y="9904"/>
                </a:lnTo>
                <a:lnTo>
                  <a:pt x="6984" y="10415"/>
                </a:lnTo>
                <a:lnTo>
                  <a:pt x="7057" y="10901"/>
                </a:lnTo>
                <a:lnTo>
                  <a:pt x="6960" y="11120"/>
                </a:lnTo>
                <a:lnTo>
                  <a:pt x="6911" y="11339"/>
                </a:lnTo>
                <a:lnTo>
                  <a:pt x="6887" y="11583"/>
                </a:lnTo>
                <a:lnTo>
                  <a:pt x="6936" y="11802"/>
                </a:lnTo>
                <a:lnTo>
                  <a:pt x="6960" y="11923"/>
                </a:lnTo>
                <a:lnTo>
                  <a:pt x="7009" y="12020"/>
                </a:lnTo>
                <a:lnTo>
                  <a:pt x="7057" y="12093"/>
                </a:lnTo>
                <a:lnTo>
                  <a:pt x="7130" y="12166"/>
                </a:lnTo>
                <a:lnTo>
                  <a:pt x="7228" y="12239"/>
                </a:lnTo>
                <a:lnTo>
                  <a:pt x="7325" y="12288"/>
                </a:lnTo>
                <a:lnTo>
                  <a:pt x="7447" y="12312"/>
                </a:lnTo>
                <a:lnTo>
                  <a:pt x="7714" y="12312"/>
                </a:lnTo>
                <a:lnTo>
                  <a:pt x="7860" y="12264"/>
                </a:lnTo>
                <a:lnTo>
                  <a:pt x="7982" y="12215"/>
                </a:lnTo>
                <a:lnTo>
                  <a:pt x="8104" y="12142"/>
                </a:lnTo>
                <a:lnTo>
                  <a:pt x="8201" y="12045"/>
                </a:lnTo>
                <a:lnTo>
                  <a:pt x="8298" y="11947"/>
                </a:lnTo>
                <a:lnTo>
                  <a:pt x="8371" y="11826"/>
                </a:lnTo>
                <a:lnTo>
                  <a:pt x="8444" y="11704"/>
                </a:lnTo>
                <a:lnTo>
                  <a:pt x="8517" y="11510"/>
                </a:lnTo>
                <a:lnTo>
                  <a:pt x="8542" y="11291"/>
                </a:lnTo>
                <a:lnTo>
                  <a:pt x="8517" y="11193"/>
                </a:lnTo>
                <a:lnTo>
                  <a:pt x="8493" y="11096"/>
                </a:lnTo>
                <a:lnTo>
                  <a:pt x="8469" y="10999"/>
                </a:lnTo>
                <a:lnTo>
                  <a:pt x="8396" y="10926"/>
                </a:lnTo>
                <a:lnTo>
                  <a:pt x="8469" y="10269"/>
                </a:lnTo>
                <a:lnTo>
                  <a:pt x="8493" y="9587"/>
                </a:lnTo>
                <a:lnTo>
                  <a:pt x="8469" y="8906"/>
                </a:lnTo>
                <a:lnTo>
                  <a:pt x="8396" y="8249"/>
                </a:lnTo>
                <a:lnTo>
                  <a:pt x="8323" y="7908"/>
                </a:lnTo>
                <a:lnTo>
                  <a:pt x="8250" y="7568"/>
                </a:lnTo>
                <a:lnTo>
                  <a:pt x="8177" y="7251"/>
                </a:lnTo>
                <a:lnTo>
                  <a:pt x="8079" y="6935"/>
                </a:lnTo>
                <a:lnTo>
                  <a:pt x="7958" y="6619"/>
                </a:lnTo>
                <a:lnTo>
                  <a:pt x="7812" y="6327"/>
                </a:lnTo>
                <a:lnTo>
                  <a:pt x="7666" y="6035"/>
                </a:lnTo>
                <a:lnTo>
                  <a:pt x="7495" y="5743"/>
                </a:lnTo>
                <a:lnTo>
                  <a:pt x="7349" y="5548"/>
                </a:lnTo>
                <a:lnTo>
                  <a:pt x="7203" y="5378"/>
                </a:lnTo>
                <a:lnTo>
                  <a:pt x="7057" y="5232"/>
                </a:lnTo>
                <a:lnTo>
                  <a:pt x="6887" y="5086"/>
                </a:lnTo>
                <a:lnTo>
                  <a:pt x="6717" y="4940"/>
                </a:lnTo>
                <a:lnTo>
                  <a:pt x="6522" y="4842"/>
                </a:lnTo>
                <a:lnTo>
                  <a:pt x="6327" y="4745"/>
                </a:lnTo>
                <a:lnTo>
                  <a:pt x="6133" y="4648"/>
                </a:lnTo>
                <a:lnTo>
                  <a:pt x="5719" y="4502"/>
                </a:lnTo>
                <a:lnTo>
                  <a:pt x="5305" y="4429"/>
                </a:lnTo>
                <a:lnTo>
                  <a:pt x="4867" y="4380"/>
                </a:lnTo>
                <a:lnTo>
                  <a:pt x="4405" y="4356"/>
                </a:lnTo>
                <a:lnTo>
                  <a:pt x="4405" y="4307"/>
                </a:lnTo>
                <a:lnTo>
                  <a:pt x="4405" y="4283"/>
                </a:lnTo>
                <a:lnTo>
                  <a:pt x="4600" y="4258"/>
                </a:lnTo>
                <a:lnTo>
                  <a:pt x="4794" y="4185"/>
                </a:lnTo>
                <a:lnTo>
                  <a:pt x="4965" y="4112"/>
                </a:lnTo>
                <a:lnTo>
                  <a:pt x="5159" y="4015"/>
                </a:lnTo>
                <a:lnTo>
                  <a:pt x="5305" y="3893"/>
                </a:lnTo>
                <a:lnTo>
                  <a:pt x="5451" y="3772"/>
                </a:lnTo>
                <a:lnTo>
                  <a:pt x="5597" y="3626"/>
                </a:lnTo>
                <a:lnTo>
                  <a:pt x="5719" y="3456"/>
                </a:lnTo>
                <a:lnTo>
                  <a:pt x="5841" y="3310"/>
                </a:lnTo>
                <a:lnTo>
                  <a:pt x="5938" y="3115"/>
                </a:lnTo>
                <a:lnTo>
                  <a:pt x="6035" y="2945"/>
                </a:lnTo>
                <a:lnTo>
                  <a:pt x="6108" y="2750"/>
                </a:lnTo>
                <a:lnTo>
                  <a:pt x="6181" y="2555"/>
                </a:lnTo>
                <a:lnTo>
                  <a:pt x="6230" y="2361"/>
                </a:lnTo>
                <a:lnTo>
                  <a:pt x="6254" y="2166"/>
                </a:lnTo>
                <a:lnTo>
                  <a:pt x="6279" y="1971"/>
                </a:lnTo>
                <a:lnTo>
                  <a:pt x="6254" y="1752"/>
                </a:lnTo>
                <a:lnTo>
                  <a:pt x="6230" y="1533"/>
                </a:lnTo>
                <a:lnTo>
                  <a:pt x="6157" y="1314"/>
                </a:lnTo>
                <a:lnTo>
                  <a:pt x="6060" y="1095"/>
                </a:lnTo>
                <a:lnTo>
                  <a:pt x="5962" y="925"/>
                </a:lnTo>
                <a:lnTo>
                  <a:pt x="5816" y="730"/>
                </a:lnTo>
                <a:lnTo>
                  <a:pt x="5670" y="584"/>
                </a:lnTo>
                <a:lnTo>
                  <a:pt x="5500" y="438"/>
                </a:lnTo>
                <a:lnTo>
                  <a:pt x="5305" y="292"/>
                </a:lnTo>
                <a:lnTo>
                  <a:pt x="5111" y="195"/>
                </a:lnTo>
                <a:lnTo>
                  <a:pt x="4892" y="98"/>
                </a:lnTo>
                <a:lnTo>
                  <a:pt x="4697" y="49"/>
                </a:lnTo>
                <a:lnTo>
                  <a:pt x="4478" y="25"/>
                </a:lnTo>
                <a:lnTo>
                  <a:pt x="4259"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25" name="Google Shape;825;p39"/>
          <p:cNvSpPr/>
          <p:nvPr/>
        </p:nvSpPr>
        <p:spPr>
          <a:xfrm>
            <a:off x="3319156" y="2041687"/>
            <a:ext cx="161683" cy="455218"/>
          </a:xfrm>
          <a:custGeom>
            <a:avLst/>
            <a:gdLst/>
            <a:ahLst/>
            <a:cxnLst/>
            <a:rect l="l" t="t" r="r" b="b"/>
            <a:pathLst>
              <a:path w="7398" h="20829" extrusionOk="0">
                <a:moveTo>
                  <a:pt x="3991" y="584"/>
                </a:moveTo>
                <a:lnTo>
                  <a:pt x="3942" y="657"/>
                </a:lnTo>
                <a:lnTo>
                  <a:pt x="3893" y="730"/>
                </a:lnTo>
                <a:lnTo>
                  <a:pt x="3893" y="755"/>
                </a:lnTo>
                <a:lnTo>
                  <a:pt x="3918" y="779"/>
                </a:lnTo>
                <a:lnTo>
                  <a:pt x="3991" y="803"/>
                </a:lnTo>
                <a:lnTo>
                  <a:pt x="4064" y="779"/>
                </a:lnTo>
                <a:lnTo>
                  <a:pt x="4185" y="755"/>
                </a:lnTo>
                <a:lnTo>
                  <a:pt x="4283" y="706"/>
                </a:lnTo>
                <a:lnTo>
                  <a:pt x="4380" y="633"/>
                </a:lnTo>
                <a:lnTo>
                  <a:pt x="4453" y="730"/>
                </a:lnTo>
                <a:lnTo>
                  <a:pt x="4356" y="779"/>
                </a:lnTo>
                <a:lnTo>
                  <a:pt x="4210" y="852"/>
                </a:lnTo>
                <a:lnTo>
                  <a:pt x="4088" y="949"/>
                </a:lnTo>
                <a:lnTo>
                  <a:pt x="4088" y="974"/>
                </a:lnTo>
                <a:lnTo>
                  <a:pt x="4112" y="998"/>
                </a:lnTo>
                <a:lnTo>
                  <a:pt x="4283" y="998"/>
                </a:lnTo>
                <a:lnTo>
                  <a:pt x="4453" y="974"/>
                </a:lnTo>
                <a:lnTo>
                  <a:pt x="4623" y="901"/>
                </a:lnTo>
                <a:lnTo>
                  <a:pt x="4721" y="1071"/>
                </a:lnTo>
                <a:lnTo>
                  <a:pt x="4696" y="1071"/>
                </a:lnTo>
                <a:lnTo>
                  <a:pt x="4429" y="1193"/>
                </a:lnTo>
                <a:lnTo>
                  <a:pt x="4185" y="1314"/>
                </a:lnTo>
                <a:lnTo>
                  <a:pt x="4161" y="1339"/>
                </a:lnTo>
                <a:lnTo>
                  <a:pt x="4185" y="1339"/>
                </a:lnTo>
                <a:lnTo>
                  <a:pt x="4307" y="1387"/>
                </a:lnTo>
                <a:lnTo>
                  <a:pt x="4429" y="1387"/>
                </a:lnTo>
                <a:lnTo>
                  <a:pt x="4550" y="1363"/>
                </a:lnTo>
                <a:lnTo>
                  <a:pt x="4696" y="1314"/>
                </a:lnTo>
                <a:lnTo>
                  <a:pt x="4818" y="1266"/>
                </a:lnTo>
                <a:lnTo>
                  <a:pt x="4915" y="1533"/>
                </a:lnTo>
                <a:lnTo>
                  <a:pt x="4794" y="1582"/>
                </a:lnTo>
                <a:lnTo>
                  <a:pt x="4502" y="1679"/>
                </a:lnTo>
                <a:lnTo>
                  <a:pt x="4356" y="1728"/>
                </a:lnTo>
                <a:lnTo>
                  <a:pt x="4234" y="1825"/>
                </a:lnTo>
                <a:lnTo>
                  <a:pt x="4210" y="1850"/>
                </a:lnTo>
                <a:lnTo>
                  <a:pt x="4210" y="1874"/>
                </a:lnTo>
                <a:lnTo>
                  <a:pt x="4210" y="1898"/>
                </a:lnTo>
                <a:lnTo>
                  <a:pt x="4234" y="1898"/>
                </a:lnTo>
                <a:lnTo>
                  <a:pt x="4404" y="1947"/>
                </a:lnTo>
                <a:lnTo>
                  <a:pt x="4550" y="1923"/>
                </a:lnTo>
                <a:lnTo>
                  <a:pt x="4696" y="1898"/>
                </a:lnTo>
                <a:lnTo>
                  <a:pt x="4867" y="1874"/>
                </a:lnTo>
                <a:lnTo>
                  <a:pt x="4964" y="1850"/>
                </a:lnTo>
                <a:lnTo>
                  <a:pt x="4988" y="2069"/>
                </a:lnTo>
                <a:lnTo>
                  <a:pt x="4891" y="2093"/>
                </a:lnTo>
                <a:lnTo>
                  <a:pt x="4696" y="2142"/>
                </a:lnTo>
                <a:lnTo>
                  <a:pt x="4526" y="2190"/>
                </a:lnTo>
                <a:lnTo>
                  <a:pt x="4331" y="2263"/>
                </a:lnTo>
                <a:lnTo>
                  <a:pt x="4137" y="2336"/>
                </a:lnTo>
                <a:lnTo>
                  <a:pt x="4112" y="2361"/>
                </a:lnTo>
                <a:lnTo>
                  <a:pt x="4137" y="2385"/>
                </a:lnTo>
                <a:lnTo>
                  <a:pt x="4283" y="2385"/>
                </a:lnTo>
                <a:lnTo>
                  <a:pt x="4404" y="2409"/>
                </a:lnTo>
                <a:lnTo>
                  <a:pt x="4599" y="2385"/>
                </a:lnTo>
                <a:lnTo>
                  <a:pt x="4769" y="2361"/>
                </a:lnTo>
                <a:lnTo>
                  <a:pt x="4988" y="2336"/>
                </a:lnTo>
                <a:lnTo>
                  <a:pt x="4988" y="2434"/>
                </a:lnTo>
                <a:lnTo>
                  <a:pt x="4940" y="2604"/>
                </a:lnTo>
                <a:lnTo>
                  <a:pt x="4891" y="2750"/>
                </a:lnTo>
                <a:lnTo>
                  <a:pt x="4794" y="2726"/>
                </a:lnTo>
                <a:lnTo>
                  <a:pt x="4696" y="2726"/>
                </a:lnTo>
                <a:lnTo>
                  <a:pt x="4502" y="2750"/>
                </a:lnTo>
                <a:lnTo>
                  <a:pt x="4258" y="2750"/>
                </a:lnTo>
                <a:lnTo>
                  <a:pt x="4137" y="2774"/>
                </a:lnTo>
                <a:lnTo>
                  <a:pt x="4015" y="2847"/>
                </a:lnTo>
                <a:lnTo>
                  <a:pt x="4015" y="2872"/>
                </a:lnTo>
                <a:lnTo>
                  <a:pt x="4112" y="2945"/>
                </a:lnTo>
                <a:lnTo>
                  <a:pt x="4210" y="2993"/>
                </a:lnTo>
                <a:lnTo>
                  <a:pt x="4429" y="2993"/>
                </a:lnTo>
                <a:lnTo>
                  <a:pt x="4599" y="3018"/>
                </a:lnTo>
                <a:lnTo>
                  <a:pt x="4745" y="3018"/>
                </a:lnTo>
                <a:lnTo>
                  <a:pt x="4623" y="3164"/>
                </a:lnTo>
                <a:lnTo>
                  <a:pt x="4502" y="3310"/>
                </a:lnTo>
                <a:lnTo>
                  <a:pt x="4453" y="3285"/>
                </a:lnTo>
                <a:lnTo>
                  <a:pt x="4283" y="3237"/>
                </a:lnTo>
                <a:lnTo>
                  <a:pt x="4112" y="3212"/>
                </a:lnTo>
                <a:lnTo>
                  <a:pt x="3918" y="3212"/>
                </a:lnTo>
                <a:lnTo>
                  <a:pt x="3747" y="3237"/>
                </a:lnTo>
                <a:lnTo>
                  <a:pt x="3723" y="3237"/>
                </a:lnTo>
                <a:lnTo>
                  <a:pt x="3723" y="3261"/>
                </a:lnTo>
                <a:lnTo>
                  <a:pt x="3747" y="3310"/>
                </a:lnTo>
                <a:lnTo>
                  <a:pt x="3966" y="3407"/>
                </a:lnTo>
                <a:lnTo>
                  <a:pt x="4210" y="3480"/>
                </a:lnTo>
                <a:lnTo>
                  <a:pt x="3991" y="3529"/>
                </a:lnTo>
                <a:lnTo>
                  <a:pt x="3796" y="3553"/>
                </a:lnTo>
                <a:lnTo>
                  <a:pt x="3553" y="3553"/>
                </a:lnTo>
                <a:lnTo>
                  <a:pt x="3334" y="3504"/>
                </a:lnTo>
                <a:lnTo>
                  <a:pt x="3090" y="3407"/>
                </a:lnTo>
                <a:lnTo>
                  <a:pt x="2896" y="3285"/>
                </a:lnTo>
                <a:lnTo>
                  <a:pt x="2701" y="3115"/>
                </a:lnTo>
                <a:lnTo>
                  <a:pt x="2555" y="2945"/>
                </a:lnTo>
                <a:lnTo>
                  <a:pt x="2433" y="2726"/>
                </a:lnTo>
                <a:lnTo>
                  <a:pt x="2360" y="2507"/>
                </a:lnTo>
                <a:lnTo>
                  <a:pt x="2312" y="2288"/>
                </a:lnTo>
                <a:lnTo>
                  <a:pt x="2312" y="2020"/>
                </a:lnTo>
                <a:lnTo>
                  <a:pt x="2336" y="1874"/>
                </a:lnTo>
                <a:lnTo>
                  <a:pt x="2360" y="1704"/>
                </a:lnTo>
                <a:lnTo>
                  <a:pt x="2409" y="1558"/>
                </a:lnTo>
                <a:lnTo>
                  <a:pt x="2482" y="1412"/>
                </a:lnTo>
                <a:lnTo>
                  <a:pt x="2677" y="1120"/>
                </a:lnTo>
                <a:lnTo>
                  <a:pt x="2871" y="876"/>
                </a:lnTo>
                <a:lnTo>
                  <a:pt x="3017" y="755"/>
                </a:lnTo>
                <a:lnTo>
                  <a:pt x="3139" y="682"/>
                </a:lnTo>
                <a:lnTo>
                  <a:pt x="3261" y="633"/>
                </a:lnTo>
                <a:lnTo>
                  <a:pt x="3407" y="584"/>
                </a:lnTo>
                <a:close/>
                <a:moveTo>
                  <a:pt x="1898" y="7860"/>
                </a:moveTo>
                <a:lnTo>
                  <a:pt x="2020" y="7933"/>
                </a:lnTo>
                <a:lnTo>
                  <a:pt x="1995" y="8200"/>
                </a:lnTo>
                <a:lnTo>
                  <a:pt x="1995" y="8444"/>
                </a:lnTo>
                <a:lnTo>
                  <a:pt x="1971" y="8979"/>
                </a:lnTo>
                <a:lnTo>
                  <a:pt x="1971" y="9149"/>
                </a:lnTo>
                <a:lnTo>
                  <a:pt x="1922" y="9344"/>
                </a:lnTo>
                <a:lnTo>
                  <a:pt x="1801" y="9685"/>
                </a:lnTo>
                <a:lnTo>
                  <a:pt x="1655" y="10050"/>
                </a:lnTo>
                <a:lnTo>
                  <a:pt x="1509" y="10390"/>
                </a:lnTo>
                <a:lnTo>
                  <a:pt x="1436" y="10658"/>
                </a:lnTo>
                <a:lnTo>
                  <a:pt x="1363" y="10926"/>
                </a:lnTo>
                <a:lnTo>
                  <a:pt x="1314" y="10707"/>
                </a:lnTo>
                <a:lnTo>
                  <a:pt x="1265" y="10536"/>
                </a:lnTo>
                <a:lnTo>
                  <a:pt x="1241" y="10512"/>
                </a:lnTo>
                <a:lnTo>
                  <a:pt x="1290" y="10463"/>
                </a:lnTo>
                <a:lnTo>
                  <a:pt x="1314" y="10390"/>
                </a:lnTo>
                <a:lnTo>
                  <a:pt x="1363" y="9733"/>
                </a:lnTo>
                <a:lnTo>
                  <a:pt x="1460" y="9076"/>
                </a:lnTo>
                <a:lnTo>
                  <a:pt x="1533" y="8760"/>
                </a:lnTo>
                <a:lnTo>
                  <a:pt x="1606" y="8444"/>
                </a:lnTo>
                <a:lnTo>
                  <a:pt x="1728" y="8152"/>
                </a:lnTo>
                <a:lnTo>
                  <a:pt x="1898" y="7860"/>
                </a:lnTo>
                <a:close/>
                <a:moveTo>
                  <a:pt x="5499" y="7860"/>
                </a:moveTo>
                <a:lnTo>
                  <a:pt x="5670" y="8152"/>
                </a:lnTo>
                <a:lnTo>
                  <a:pt x="5791" y="8444"/>
                </a:lnTo>
                <a:lnTo>
                  <a:pt x="5864" y="8760"/>
                </a:lnTo>
                <a:lnTo>
                  <a:pt x="5937" y="9076"/>
                </a:lnTo>
                <a:lnTo>
                  <a:pt x="6010" y="9733"/>
                </a:lnTo>
                <a:lnTo>
                  <a:pt x="6083" y="10390"/>
                </a:lnTo>
                <a:lnTo>
                  <a:pt x="6107" y="10463"/>
                </a:lnTo>
                <a:lnTo>
                  <a:pt x="6156" y="10512"/>
                </a:lnTo>
                <a:lnTo>
                  <a:pt x="6132" y="10536"/>
                </a:lnTo>
                <a:lnTo>
                  <a:pt x="6083" y="10707"/>
                </a:lnTo>
                <a:lnTo>
                  <a:pt x="6034" y="10926"/>
                </a:lnTo>
                <a:lnTo>
                  <a:pt x="5961" y="10658"/>
                </a:lnTo>
                <a:lnTo>
                  <a:pt x="5889" y="10390"/>
                </a:lnTo>
                <a:lnTo>
                  <a:pt x="5743" y="10050"/>
                </a:lnTo>
                <a:lnTo>
                  <a:pt x="5597" y="9685"/>
                </a:lnTo>
                <a:lnTo>
                  <a:pt x="5475" y="9344"/>
                </a:lnTo>
                <a:lnTo>
                  <a:pt x="5426" y="9149"/>
                </a:lnTo>
                <a:lnTo>
                  <a:pt x="5426" y="8979"/>
                </a:lnTo>
                <a:lnTo>
                  <a:pt x="5402" y="8444"/>
                </a:lnTo>
                <a:lnTo>
                  <a:pt x="5402" y="8200"/>
                </a:lnTo>
                <a:lnTo>
                  <a:pt x="5378" y="7933"/>
                </a:lnTo>
                <a:lnTo>
                  <a:pt x="5499" y="7860"/>
                </a:lnTo>
                <a:close/>
                <a:moveTo>
                  <a:pt x="3869" y="4623"/>
                </a:moveTo>
                <a:lnTo>
                  <a:pt x="4161" y="4672"/>
                </a:lnTo>
                <a:lnTo>
                  <a:pt x="4453" y="4721"/>
                </a:lnTo>
                <a:lnTo>
                  <a:pt x="4380" y="4769"/>
                </a:lnTo>
                <a:lnTo>
                  <a:pt x="4283" y="4842"/>
                </a:lnTo>
                <a:lnTo>
                  <a:pt x="4283" y="4867"/>
                </a:lnTo>
                <a:lnTo>
                  <a:pt x="4307" y="4891"/>
                </a:lnTo>
                <a:lnTo>
                  <a:pt x="4696" y="4842"/>
                </a:lnTo>
                <a:lnTo>
                  <a:pt x="4842" y="4842"/>
                </a:lnTo>
                <a:lnTo>
                  <a:pt x="4915" y="4867"/>
                </a:lnTo>
                <a:lnTo>
                  <a:pt x="4818" y="4891"/>
                </a:lnTo>
                <a:lnTo>
                  <a:pt x="4696" y="4940"/>
                </a:lnTo>
                <a:lnTo>
                  <a:pt x="4599" y="4988"/>
                </a:lnTo>
                <a:lnTo>
                  <a:pt x="4550" y="5086"/>
                </a:lnTo>
                <a:lnTo>
                  <a:pt x="4550" y="5110"/>
                </a:lnTo>
                <a:lnTo>
                  <a:pt x="4575" y="5110"/>
                </a:lnTo>
                <a:lnTo>
                  <a:pt x="4818" y="5037"/>
                </a:lnTo>
                <a:lnTo>
                  <a:pt x="4964" y="5013"/>
                </a:lnTo>
                <a:lnTo>
                  <a:pt x="5086" y="4988"/>
                </a:lnTo>
                <a:lnTo>
                  <a:pt x="5159" y="4988"/>
                </a:lnTo>
                <a:lnTo>
                  <a:pt x="5329" y="5110"/>
                </a:lnTo>
                <a:lnTo>
                  <a:pt x="5086" y="5134"/>
                </a:lnTo>
                <a:lnTo>
                  <a:pt x="4964" y="5183"/>
                </a:lnTo>
                <a:lnTo>
                  <a:pt x="4867" y="5232"/>
                </a:lnTo>
                <a:lnTo>
                  <a:pt x="4867" y="5280"/>
                </a:lnTo>
                <a:lnTo>
                  <a:pt x="4867" y="5305"/>
                </a:lnTo>
                <a:lnTo>
                  <a:pt x="4988" y="5353"/>
                </a:lnTo>
                <a:lnTo>
                  <a:pt x="5110" y="5353"/>
                </a:lnTo>
                <a:lnTo>
                  <a:pt x="5378" y="5329"/>
                </a:lnTo>
                <a:lnTo>
                  <a:pt x="5548" y="5305"/>
                </a:lnTo>
                <a:lnTo>
                  <a:pt x="5694" y="5451"/>
                </a:lnTo>
                <a:lnTo>
                  <a:pt x="5572" y="5475"/>
                </a:lnTo>
                <a:lnTo>
                  <a:pt x="5378" y="5524"/>
                </a:lnTo>
                <a:lnTo>
                  <a:pt x="5305" y="5548"/>
                </a:lnTo>
                <a:lnTo>
                  <a:pt x="5232" y="5597"/>
                </a:lnTo>
                <a:lnTo>
                  <a:pt x="5232" y="5621"/>
                </a:lnTo>
                <a:lnTo>
                  <a:pt x="5232" y="5645"/>
                </a:lnTo>
                <a:lnTo>
                  <a:pt x="5402" y="5621"/>
                </a:lnTo>
                <a:lnTo>
                  <a:pt x="5572" y="5621"/>
                </a:lnTo>
                <a:lnTo>
                  <a:pt x="5791" y="5572"/>
                </a:lnTo>
                <a:lnTo>
                  <a:pt x="5889" y="5718"/>
                </a:lnTo>
                <a:lnTo>
                  <a:pt x="5840" y="5718"/>
                </a:lnTo>
                <a:lnTo>
                  <a:pt x="5621" y="5743"/>
                </a:lnTo>
                <a:lnTo>
                  <a:pt x="5499" y="5791"/>
                </a:lnTo>
                <a:lnTo>
                  <a:pt x="5426" y="5840"/>
                </a:lnTo>
                <a:lnTo>
                  <a:pt x="5426" y="5889"/>
                </a:lnTo>
                <a:lnTo>
                  <a:pt x="5524" y="5913"/>
                </a:lnTo>
                <a:lnTo>
                  <a:pt x="5621" y="5913"/>
                </a:lnTo>
                <a:lnTo>
                  <a:pt x="5791" y="5889"/>
                </a:lnTo>
                <a:lnTo>
                  <a:pt x="6010" y="5889"/>
                </a:lnTo>
                <a:lnTo>
                  <a:pt x="6107" y="6083"/>
                </a:lnTo>
                <a:lnTo>
                  <a:pt x="5937" y="6132"/>
                </a:lnTo>
                <a:lnTo>
                  <a:pt x="5840" y="6181"/>
                </a:lnTo>
                <a:lnTo>
                  <a:pt x="5767" y="6229"/>
                </a:lnTo>
                <a:lnTo>
                  <a:pt x="5864" y="6254"/>
                </a:lnTo>
                <a:lnTo>
                  <a:pt x="5986" y="6254"/>
                </a:lnTo>
                <a:lnTo>
                  <a:pt x="6205" y="6229"/>
                </a:lnTo>
                <a:lnTo>
                  <a:pt x="6302" y="6448"/>
                </a:lnTo>
                <a:lnTo>
                  <a:pt x="6253" y="6473"/>
                </a:lnTo>
                <a:lnTo>
                  <a:pt x="6083" y="6521"/>
                </a:lnTo>
                <a:lnTo>
                  <a:pt x="5937" y="6619"/>
                </a:lnTo>
                <a:lnTo>
                  <a:pt x="5937" y="6643"/>
                </a:lnTo>
                <a:lnTo>
                  <a:pt x="6083" y="6643"/>
                </a:lnTo>
                <a:lnTo>
                  <a:pt x="6229" y="6619"/>
                </a:lnTo>
                <a:lnTo>
                  <a:pt x="6351" y="6594"/>
                </a:lnTo>
                <a:lnTo>
                  <a:pt x="6448" y="6813"/>
                </a:lnTo>
                <a:lnTo>
                  <a:pt x="6448" y="6838"/>
                </a:lnTo>
                <a:lnTo>
                  <a:pt x="6375" y="6862"/>
                </a:lnTo>
                <a:lnTo>
                  <a:pt x="6229" y="6935"/>
                </a:lnTo>
                <a:lnTo>
                  <a:pt x="6107" y="7008"/>
                </a:lnTo>
                <a:lnTo>
                  <a:pt x="6107" y="7032"/>
                </a:lnTo>
                <a:lnTo>
                  <a:pt x="6132" y="7057"/>
                </a:lnTo>
                <a:lnTo>
                  <a:pt x="6399" y="7008"/>
                </a:lnTo>
                <a:lnTo>
                  <a:pt x="6497" y="6984"/>
                </a:lnTo>
                <a:lnTo>
                  <a:pt x="6545" y="7130"/>
                </a:lnTo>
                <a:lnTo>
                  <a:pt x="6472" y="7154"/>
                </a:lnTo>
                <a:lnTo>
                  <a:pt x="6302" y="7178"/>
                </a:lnTo>
                <a:lnTo>
                  <a:pt x="6205" y="7203"/>
                </a:lnTo>
                <a:lnTo>
                  <a:pt x="6132" y="7227"/>
                </a:lnTo>
                <a:lnTo>
                  <a:pt x="6107" y="7276"/>
                </a:lnTo>
                <a:lnTo>
                  <a:pt x="6083" y="7300"/>
                </a:lnTo>
                <a:lnTo>
                  <a:pt x="6107" y="7349"/>
                </a:lnTo>
                <a:lnTo>
                  <a:pt x="6132" y="7373"/>
                </a:lnTo>
                <a:lnTo>
                  <a:pt x="6205" y="7422"/>
                </a:lnTo>
                <a:lnTo>
                  <a:pt x="6278" y="7422"/>
                </a:lnTo>
                <a:lnTo>
                  <a:pt x="6424" y="7397"/>
                </a:lnTo>
                <a:lnTo>
                  <a:pt x="6618" y="7397"/>
                </a:lnTo>
                <a:lnTo>
                  <a:pt x="6667" y="7519"/>
                </a:lnTo>
                <a:lnTo>
                  <a:pt x="6424" y="7592"/>
                </a:lnTo>
                <a:lnTo>
                  <a:pt x="6278" y="7641"/>
                </a:lnTo>
                <a:lnTo>
                  <a:pt x="6253" y="7665"/>
                </a:lnTo>
                <a:lnTo>
                  <a:pt x="6278" y="7689"/>
                </a:lnTo>
                <a:lnTo>
                  <a:pt x="6375" y="7714"/>
                </a:lnTo>
                <a:lnTo>
                  <a:pt x="6472" y="7738"/>
                </a:lnTo>
                <a:lnTo>
                  <a:pt x="6667" y="7714"/>
                </a:lnTo>
                <a:lnTo>
                  <a:pt x="6716" y="7714"/>
                </a:lnTo>
                <a:lnTo>
                  <a:pt x="6740" y="7860"/>
                </a:lnTo>
                <a:lnTo>
                  <a:pt x="6667" y="7884"/>
                </a:lnTo>
                <a:lnTo>
                  <a:pt x="6570" y="7933"/>
                </a:lnTo>
                <a:lnTo>
                  <a:pt x="6448" y="7981"/>
                </a:lnTo>
                <a:lnTo>
                  <a:pt x="6424" y="8030"/>
                </a:lnTo>
                <a:lnTo>
                  <a:pt x="6448" y="8030"/>
                </a:lnTo>
                <a:lnTo>
                  <a:pt x="6545" y="8079"/>
                </a:lnTo>
                <a:lnTo>
                  <a:pt x="6691" y="8079"/>
                </a:lnTo>
                <a:lnTo>
                  <a:pt x="6789" y="8054"/>
                </a:lnTo>
                <a:lnTo>
                  <a:pt x="6813" y="8249"/>
                </a:lnTo>
                <a:lnTo>
                  <a:pt x="6740" y="8249"/>
                </a:lnTo>
                <a:lnTo>
                  <a:pt x="6570" y="8298"/>
                </a:lnTo>
                <a:lnTo>
                  <a:pt x="6424" y="8371"/>
                </a:lnTo>
                <a:lnTo>
                  <a:pt x="6399" y="8395"/>
                </a:lnTo>
                <a:lnTo>
                  <a:pt x="6424" y="8419"/>
                </a:lnTo>
                <a:lnTo>
                  <a:pt x="6472" y="8444"/>
                </a:lnTo>
                <a:lnTo>
                  <a:pt x="6545" y="8468"/>
                </a:lnTo>
                <a:lnTo>
                  <a:pt x="6837" y="8468"/>
                </a:lnTo>
                <a:lnTo>
                  <a:pt x="6862" y="8638"/>
                </a:lnTo>
                <a:lnTo>
                  <a:pt x="6764" y="8663"/>
                </a:lnTo>
                <a:lnTo>
                  <a:pt x="6667" y="8711"/>
                </a:lnTo>
                <a:lnTo>
                  <a:pt x="6570" y="8784"/>
                </a:lnTo>
                <a:lnTo>
                  <a:pt x="6570" y="8809"/>
                </a:lnTo>
                <a:lnTo>
                  <a:pt x="6886" y="8809"/>
                </a:lnTo>
                <a:lnTo>
                  <a:pt x="6910" y="9052"/>
                </a:lnTo>
                <a:lnTo>
                  <a:pt x="6764" y="9101"/>
                </a:lnTo>
                <a:lnTo>
                  <a:pt x="6691" y="9125"/>
                </a:lnTo>
                <a:lnTo>
                  <a:pt x="6618" y="9174"/>
                </a:lnTo>
                <a:lnTo>
                  <a:pt x="6618" y="9198"/>
                </a:lnTo>
                <a:lnTo>
                  <a:pt x="6667" y="9222"/>
                </a:lnTo>
                <a:lnTo>
                  <a:pt x="6691" y="9222"/>
                </a:lnTo>
                <a:lnTo>
                  <a:pt x="6789" y="9247"/>
                </a:lnTo>
                <a:lnTo>
                  <a:pt x="6910" y="9222"/>
                </a:lnTo>
                <a:lnTo>
                  <a:pt x="6910" y="9466"/>
                </a:lnTo>
                <a:lnTo>
                  <a:pt x="6570" y="9587"/>
                </a:lnTo>
                <a:lnTo>
                  <a:pt x="6545" y="9612"/>
                </a:lnTo>
                <a:lnTo>
                  <a:pt x="6545" y="9636"/>
                </a:lnTo>
                <a:lnTo>
                  <a:pt x="6594" y="9685"/>
                </a:lnTo>
                <a:lnTo>
                  <a:pt x="6764" y="9709"/>
                </a:lnTo>
                <a:lnTo>
                  <a:pt x="6910" y="9709"/>
                </a:lnTo>
                <a:lnTo>
                  <a:pt x="6910" y="9831"/>
                </a:lnTo>
                <a:lnTo>
                  <a:pt x="6813" y="9855"/>
                </a:lnTo>
                <a:lnTo>
                  <a:pt x="6667" y="9928"/>
                </a:lnTo>
                <a:lnTo>
                  <a:pt x="6643" y="9952"/>
                </a:lnTo>
                <a:lnTo>
                  <a:pt x="6643" y="10001"/>
                </a:lnTo>
                <a:lnTo>
                  <a:pt x="6667" y="10025"/>
                </a:lnTo>
                <a:lnTo>
                  <a:pt x="6716" y="10050"/>
                </a:lnTo>
                <a:lnTo>
                  <a:pt x="6910" y="10074"/>
                </a:lnTo>
                <a:lnTo>
                  <a:pt x="6886" y="10293"/>
                </a:lnTo>
                <a:lnTo>
                  <a:pt x="6789" y="10293"/>
                </a:lnTo>
                <a:lnTo>
                  <a:pt x="6691" y="10317"/>
                </a:lnTo>
                <a:lnTo>
                  <a:pt x="6667" y="10342"/>
                </a:lnTo>
                <a:lnTo>
                  <a:pt x="6667" y="10366"/>
                </a:lnTo>
                <a:lnTo>
                  <a:pt x="6667" y="10390"/>
                </a:lnTo>
                <a:lnTo>
                  <a:pt x="6691" y="10415"/>
                </a:lnTo>
                <a:lnTo>
                  <a:pt x="6789" y="10439"/>
                </a:lnTo>
                <a:lnTo>
                  <a:pt x="6862" y="10439"/>
                </a:lnTo>
                <a:lnTo>
                  <a:pt x="6837" y="10682"/>
                </a:lnTo>
                <a:lnTo>
                  <a:pt x="6813" y="10658"/>
                </a:lnTo>
                <a:lnTo>
                  <a:pt x="6764" y="10658"/>
                </a:lnTo>
                <a:lnTo>
                  <a:pt x="6764" y="10682"/>
                </a:lnTo>
                <a:lnTo>
                  <a:pt x="6740" y="10682"/>
                </a:lnTo>
                <a:lnTo>
                  <a:pt x="6764" y="10755"/>
                </a:lnTo>
                <a:lnTo>
                  <a:pt x="6813" y="10804"/>
                </a:lnTo>
                <a:lnTo>
                  <a:pt x="6813" y="10828"/>
                </a:lnTo>
                <a:lnTo>
                  <a:pt x="6813" y="10926"/>
                </a:lnTo>
                <a:lnTo>
                  <a:pt x="6837" y="10974"/>
                </a:lnTo>
                <a:lnTo>
                  <a:pt x="6862" y="11047"/>
                </a:lnTo>
                <a:lnTo>
                  <a:pt x="6910" y="11096"/>
                </a:lnTo>
                <a:lnTo>
                  <a:pt x="6935" y="11339"/>
                </a:lnTo>
                <a:lnTo>
                  <a:pt x="6935" y="11461"/>
                </a:lnTo>
                <a:lnTo>
                  <a:pt x="6886" y="11583"/>
                </a:lnTo>
                <a:lnTo>
                  <a:pt x="6837" y="11656"/>
                </a:lnTo>
                <a:lnTo>
                  <a:pt x="6740" y="11729"/>
                </a:lnTo>
                <a:lnTo>
                  <a:pt x="6643" y="11801"/>
                </a:lnTo>
                <a:lnTo>
                  <a:pt x="6594" y="11801"/>
                </a:lnTo>
                <a:lnTo>
                  <a:pt x="6570" y="11753"/>
                </a:lnTo>
                <a:lnTo>
                  <a:pt x="6521" y="11656"/>
                </a:lnTo>
                <a:lnTo>
                  <a:pt x="6472" y="11534"/>
                </a:lnTo>
                <a:lnTo>
                  <a:pt x="6424" y="11266"/>
                </a:lnTo>
                <a:lnTo>
                  <a:pt x="6448" y="10999"/>
                </a:lnTo>
                <a:lnTo>
                  <a:pt x="6472" y="10853"/>
                </a:lnTo>
                <a:lnTo>
                  <a:pt x="6521" y="10755"/>
                </a:lnTo>
                <a:lnTo>
                  <a:pt x="6521" y="10658"/>
                </a:lnTo>
                <a:lnTo>
                  <a:pt x="6521" y="10585"/>
                </a:lnTo>
                <a:lnTo>
                  <a:pt x="6472" y="10512"/>
                </a:lnTo>
                <a:lnTo>
                  <a:pt x="6424" y="10463"/>
                </a:lnTo>
                <a:lnTo>
                  <a:pt x="6424" y="10390"/>
                </a:lnTo>
                <a:lnTo>
                  <a:pt x="6448" y="10025"/>
                </a:lnTo>
                <a:lnTo>
                  <a:pt x="6448" y="9660"/>
                </a:lnTo>
                <a:lnTo>
                  <a:pt x="6399" y="9271"/>
                </a:lnTo>
                <a:lnTo>
                  <a:pt x="6326" y="8906"/>
                </a:lnTo>
                <a:lnTo>
                  <a:pt x="6253" y="8541"/>
                </a:lnTo>
                <a:lnTo>
                  <a:pt x="6132" y="8200"/>
                </a:lnTo>
                <a:lnTo>
                  <a:pt x="5961" y="7860"/>
                </a:lnTo>
                <a:lnTo>
                  <a:pt x="5791" y="7568"/>
                </a:lnTo>
                <a:lnTo>
                  <a:pt x="5767" y="7543"/>
                </a:lnTo>
                <a:lnTo>
                  <a:pt x="5864" y="7300"/>
                </a:lnTo>
                <a:lnTo>
                  <a:pt x="5937" y="7081"/>
                </a:lnTo>
                <a:lnTo>
                  <a:pt x="5937" y="6935"/>
                </a:lnTo>
                <a:lnTo>
                  <a:pt x="5937" y="6789"/>
                </a:lnTo>
                <a:lnTo>
                  <a:pt x="5889" y="6619"/>
                </a:lnTo>
                <a:lnTo>
                  <a:pt x="5840" y="6473"/>
                </a:lnTo>
                <a:lnTo>
                  <a:pt x="5767" y="6327"/>
                </a:lnTo>
                <a:lnTo>
                  <a:pt x="5670" y="6229"/>
                </a:lnTo>
                <a:lnTo>
                  <a:pt x="5597" y="6205"/>
                </a:lnTo>
                <a:lnTo>
                  <a:pt x="5524" y="6181"/>
                </a:lnTo>
                <a:lnTo>
                  <a:pt x="5451" y="6181"/>
                </a:lnTo>
                <a:lnTo>
                  <a:pt x="5378" y="6205"/>
                </a:lnTo>
                <a:lnTo>
                  <a:pt x="5305" y="6254"/>
                </a:lnTo>
                <a:lnTo>
                  <a:pt x="5280" y="6327"/>
                </a:lnTo>
                <a:lnTo>
                  <a:pt x="5280" y="6400"/>
                </a:lnTo>
                <a:lnTo>
                  <a:pt x="5305" y="6473"/>
                </a:lnTo>
                <a:lnTo>
                  <a:pt x="5426" y="6570"/>
                </a:lnTo>
                <a:lnTo>
                  <a:pt x="5475" y="6643"/>
                </a:lnTo>
                <a:lnTo>
                  <a:pt x="5524" y="6716"/>
                </a:lnTo>
                <a:lnTo>
                  <a:pt x="5524" y="6886"/>
                </a:lnTo>
                <a:lnTo>
                  <a:pt x="5499" y="7057"/>
                </a:lnTo>
                <a:lnTo>
                  <a:pt x="5451" y="7227"/>
                </a:lnTo>
                <a:lnTo>
                  <a:pt x="5353" y="7373"/>
                </a:lnTo>
                <a:lnTo>
                  <a:pt x="5305" y="7446"/>
                </a:lnTo>
                <a:lnTo>
                  <a:pt x="5256" y="7519"/>
                </a:lnTo>
                <a:lnTo>
                  <a:pt x="5183" y="7543"/>
                </a:lnTo>
                <a:lnTo>
                  <a:pt x="5086" y="7568"/>
                </a:lnTo>
                <a:lnTo>
                  <a:pt x="5013" y="7592"/>
                </a:lnTo>
                <a:lnTo>
                  <a:pt x="4964" y="7616"/>
                </a:lnTo>
                <a:lnTo>
                  <a:pt x="4915" y="7665"/>
                </a:lnTo>
                <a:lnTo>
                  <a:pt x="4891" y="7738"/>
                </a:lnTo>
                <a:lnTo>
                  <a:pt x="4867" y="7811"/>
                </a:lnTo>
                <a:lnTo>
                  <a:pt x="4891" y="7860"/>
                </a:lnTo>
                <a:lnTo>
                  <a:pt x="4915" y="7933"/>
                </a:lnTo>
                <a:lnTo>
                  <a:pt x="4964" y="7981"/>
                </a:lnTo>
                <a:lnTo>
                  <a:pt x="4842" y="7981"/>
                </a:lnTo>
                <a:lnTo>
                  <a:pt x="4648" y="8006"/>
                </a:lnTo>
                <a:lnTo>
                  <a:pt x="4575" y="8054"/>
                </a:lnTo>
                <a:lnTo>
                  <a:pt x="4550" y="8079"/>
                </a:lnTo>
                <a:lnTo>
                  <a:pt x="4550" y="8103"/>
                </a:lnTo>
                <a:lnTo>
                  <a:pt x="4550" y="8152"/>
                </a:lnTo>
                <a:lnTo>
                  <a:pt x="4599" y="8176"/>
                </a:lnTo>
                <a:lnTo>
                  <a:pt x="4696" y="8225"/>
                </a:lnTo>
                <a:lnTo>
                  <a:pt x="5013" y="8225"/>
                </a:lnTo>
                <a:lnTo>
                  <a:pt x="5013" y="8346"/>
                </a:lnTo>
                <a:lnTo>
                  <a:pt x="4842" y="8371"/>
                </a:lnTo>
                <a:lnTo>
                  <a:pt x="4696" y="8395"/>
                </a:lnTo>
                <a:lnTo>
                  <a:pt x="4526" y="8419"/>
                </a:lnTo>
                <a:lnTo>
                  <a:pt x="4477" y="8468"/>
                </a:lnTo>
                <a:lnTo>
                  <a:pt x="4453" y="8517"/>
                </a:lnTo>
                <a:lnTo>
                  <a:pt x="4477" y="8565"/>
                </a:lnTo>
                <a:lnTo>
                  <a:pt x="4526" y="8590"/>
                </a:lnTo>
                <a:lnTo>
                  <a:pt x="4745" y="8638"/>
                </a:lnTo>
                <a:lnTo>
                  <a:pt x="5013" y="8638"/>
                </a:lnTo>
                <a:lnTo>
                  <a:pt x="5013" y="8687"/>
                </a:lnTo>
                <a:lnTo>
                  <a:pt x="4891" y="8711"/>
                </a:lnTo>
                <a:lnTo>
                  <a:pt x="4672" y="8736"/>
                </a:lnTo>
                <a:lnTo>
                  <a:pt x="4575" y="8760"/>
                </a:lnTo>
                <a:lnTo>
                  <a:pt x="4477" y="8809"/>
                </a:lnTo>
                <a:lnTo>
                  <a:pt x="4453" y="8833"/>
                </a:lnTo>
                <a:lnTo>
                  <a:pt x="4477" y="8882"/>
                </a:lnTo>
                <a:lnTo>
                  <a:pt x="4550" y="8906"/>
                </a:lnTo>
                <a:lnTo>
                  <a:pt x="4648" y="8930"/>
                </a:lnTo>
                <a:lnTo>
                  <a:pt x="5013" y="8930"/>
                </a:lnTo>
                <a:lnTo>
                  <a:pt x="5013" y="9028"/>
                </a:lnTo>
                <a:lnTo>
                  <a:pt x="4794" y="9052"/>
                </a:lnTo>
                <a:lnTo>
                  <a:pt x="4623" y="9076"/>
                </a:lnTo>
                <a:lnTo>
                  <a:pt x="4550" y="9125"/>
                </a:lnTo>
                <a:lnTo>
                  <a:pt x="4550" y="9149"/>
                </a:lnTo>
                <a:lnTo>
                  <a:pt x="4550" y="9198"/>
                </a:lnTo>
                <a:lnTo>
                  <a:pt x="4599" y="9247"/>
                </a:lnTo>
                <a:lnTo>
                  <a:pt x="4696" y="9271"/>
                </a:lnTo>
                <a:lnTo>
                  <a:pt x="5037" y="9271"/>
                </a:lnTo>
                <a:lnTo>
                  <a:pt x="5061" y="9344"/>
                </a:lnTo>
                <a:lnTo>
                  <a:pt x="5013" y="9344"/>
                </a:lnTo>
                <a:lnTo>
                  <a:pt x="4794" y="9393"/>
                </a:lnTo>
                <a:lnTo>
                  <a:pt x="4623" y="9490"/>
                </a:lnTo>
                <a:lnTo>
                  <a:pt x="4599" y="9514"/>
                </a:lnTo>
                <a:lnTo>
                  <a:pt x="4623" y="9539"/>
                </a:lnTo>
                <a:lnTo>
                  <a:pt x="4818" y="9563"/>
                </a:lnTo>
                <a:lnTo>
                  <a:pt x="5037" y="9539"/>
                </a:lnTo>
                <a:lnTo>
                  <a:pt x="5110" y="9539"/>
                </a:lnTo>
                <a:lnTo>
                  <a:pt x="5134" y="9587"/>
                </a:lnTo>
                <a:lnTo>
                  <a:pt x="5037" y="9612"/>
                </a:lnTo>
                <a:lnTo>
                  <a:pt x="4940" y="9612"/>
                </a:lnTo>
                <a:lnTo>
                  <a:pt x="4794" y="9660"/>
                </a:lnTo>
                <a:lnTo>
                  <a:pt x="4745" y="9709"/>
                </a:lnTo>
                <a:lnTo>
                  <a:pt x="4696" y="9758"/>
                </a:lnTo>
                <a:lnTo>
                  <a:pt x="4696" y="9806"/>
                </a:lnTo>
                <a:lnTo>
                  <a:pt x="4721" y="9855"/>
                </a:lnTo>
                <a:lnTo>
                  <a:pt x="4794" y="9879"/>
                </a:lnTo>
                <a:lnTo>
                  <a:pt x="4964" y="9879"/>
                </a:lnTo>
                <a:lnTo>
                  <a:pt x="5086" y="9855"/>
                </a:lnTo>
                <a:lnTo>
                  <a:pt x="5207" y="9831"/>
                </a:lnTo>
                <a:lnTo>
                  <a:pt x="5256" y="9904"/>
                </a:lnTo>
                <a:lnTo>
                  <a:pt x="5134" y="9928"/>
                </a:lnTo>
                <a:lnTo>
                  <a:pt x="5013" y="9977"/>
                </a:lnTo>
                <a:lnTo>
                  <a:pt x="4915" y="10074"/>
                </a:lnTo>
                <a:lnTo>
                  <a:pt x="4915" y="10098"/>
                </a:lnTo>
                <a:lnTo>
                  <a:pt x="5037" y="10171"/>
                </a:lnTo>
                <a:lnTo>
                  <a:pt x="5159" y="10171"/>
                </a:lnTo>
                <a:lnTo>
                  <a:pt x="5329" y="10147"/>
                </a:lnTo>
                <a:lnTo>
                  <a:pt x="5402" y="10317"/>
                </a:lnTo>
                <a:lnTo>
                  <a:pt x="5329" y="10342"/>
                </a:lnTo>
                <a:lnTo>
                  <a:pt x="5207" y="10390"/>
                </a:lnTo>
                <a:lnTo>
                  <a:pt x="5086" y="10415"/>
                </a:lnTo>
                <a:lnTo>
                  <a:pt x="5086" y="10439"/>
                </a:lnTo>
                <a:lnTo>
                  <a:pt x="5207" y="10463"/>
                </a:lnTo>
                <a:lnTo>
                  <a:pt x="5305" y="10488"/>
                </a:lnTo>
                <a:lnTo>
                  <a:pt x="5475" y="10488"/>
                </a:lnTo>
                <a:lnTo>
                  <a:pt x="5524" y="10658"/>
                </a:lnTo>
                <a:lnTo>
                  <a:pt x="5378" y="10707"/>
                </a:lnTo>
                <a:lnTo>
                  <a:pt x="5232" y="10755"/>
                </a:lnTo>
                <a:lnTo>
                  <a:pt x="5207" y="10780"/>
                </a:lnTo>
                <a:lnTo>
                  <a:pt x="5232" y="10780"/>
                </a:lnTo>
                <a:lnTo>
                  <a:pt x="5353" y="10804"/>
                </a:lnTo>
                <a:lnTo>
                  <a:pt x="5548" y="10804"/>
                </a:lnTo>
                <a:lnTo>
                  <a:pt x="5572" y="10950"/>
                </a:lnTo>
                <a:lnTo>
                  <a:pt x="5524" y="10974"/>
                </a:lnTo>
                <a:lnTo>
                  <a:pt x="5402" y="10999"/>
                </a:lnTo>
                <a:lnTo>
                  <a:pt x="5280" y="11047"/>
                </a:lnTo>
                <a:lnTo>
                  <a:pt x="5280" y="11072"/>
                </a:lnTo>
                <a:lnTo>
                  <a:pt x="5280" y="11096"/>
                </a:lnTo>
                <a:lnTo>
                  <a:pt x="5451" y="11145"/>
                </a:lnTo>
                <a:lnTo>
                  <a:pt x="5621" y="11169"/>
                </a:lnTo>
                <a:lnTo>
                  <a:pt x="5645" y="11339"/>
                </a:lnTo>
                <a:lnTo>
                  <a:pt x="5548" y="11364"/>
                </a:lnTo>
                <a:lnTo>
                  <a:pt x="5426" y="11412"/>
                </a:lnTo>
                <a:lnTo>
                  <a:pt x="5426" y="11437"/>
                </a:lnTo>
                <a:lnTo>
                  <a:pt x="5451" y="11461"/>
                </a:lnTo>
                <a:lnTo>
                  <a:pt x="5548" y="11485"/>
                </a:lnTo>
                <a:lnTo>
                  <a:pt x="5670" y="11485"/>
                </a:lnTo>
                <a:lnTo>
                  <a:pt x="5694" y="11607"/>
                </a:lnTo>
                <a:lnTo>
                  <a:pt x="5548" y="11631"/>
                </a:lnTo>
                <a:lnTo>
                  <a:pt x="5426" y="11656"/>
                </a:lnTo>
                <a:lnTo>
                  <a:pt x="5378" y="11704"/>
                </a:lnTo>
                <a:lnTo>
                  <a:pt x="5353" y="11777"/>
                </a:lnTo>
                <a:lnTo>
                  <a:pt x="5378" y="11850"/>
                </a:lnTo>
                <a:lnTo>
                  <a:pt x="5402" y="11874"/>
                </a:lnTo>
                <a:lnTo>
                  <a:pt x="5426" y="11874"/>
                </a:lnTo>
                <a:lnTo>
                  <a:pt x="5548" y="11899"/>
                </a:lnTo>
                <a:lnTo>
                  <a:pt x="5718" y="11899"/>
                </a:lnTo>
                <a:lnTo>
                  <a:pt x="5718" y="12045"/>
                </a:lnTo>
                <a:lnTo>
                  <a:pt x="5548" y="12093"/>
                </a:lnTo>
                <a:lnTo>
                  <a:pt x="5402" y="12166"/>
                </a:lnTo>
                <a:lnTo>
                  <a:pt x="5402" y="12191"/>
                </a:lnTo>
                <a:lnTo>
                  <a:pt x="5548" y="12264"/>
                </a:lnTo>
                <a:lnTo>
                  <a:pt x="5645" y="12288"/>
                </a:lnTo>
                <a:lnTo>
                  <a:pt x="5718" y="12288"/>
                </a:lnTo>
                <a:lnTo>
                  <a:pt x="5718" y="12434"/>
                </a:lnTo>
                <a:lnTo>
                  <a:pt x="5597" y="12434"/>
                </a:lnTo>
                <a:lnTo>
                  <a:pt x="5451" y="12458"/>
                </a:lnTo>
                <a:lnTo>
                  <a:pt x="5378" y="12483"/>
                </a:lnTo>
                <a:lnTo>
                  <a:pt x="5305" y="12556"/>
                </a:lnTo>
                <a:lnTo>
                  <a:pt x="5280" y="12604"/>
                </a:lnTo>
                <a:lnTo>
                  <a:pt x="5280" y="12653"/>
                </a:lnTo>
                <a:lnTo>
                  <a:pt x="5305" y="12677"/>
                </a:lnTo>
                <a:lnTo>
                  <a:pt x="5353" y="12726"/>
                </a:lnTo>
                <a:lnTo>
                  <a:pt x="5499" y="12726"/>
                </a:lnTo>
                <a:lnTo>
                  <a:pt x="5645" y="12702"/>
                </a:lnTo>
                <a:lnTo>
                  <a:pt x="5743" y="12702"/>
                </a:lnTo>
                <a:lnTo>
                  <a:pt x="5718" y="13018"/>
                </a:lnTo>
                <a:lnTo>
                  <a:pt x="5621" y="13018"/>
                </a:lnTo>
                <a:lnTo>
                  <a:pt x="5451" y="13067"/>
                </a:lnTo>
                <a:lnTo>
                  <a:pt x="5305" y="13115"/>
                </a:lnTo>
                <a:lnTo>
                  <a:pt x="5280" y="13140"/>
                </a:lnTo>
                <a:lnTo>
                  <a:pt x="5280" y="13164"/>
                </a:lnTo>
                <a:lnTo>
                  <a:pt x="5305" y="13188"/>
                </a:lnTo>
                <a:lnTo>
                  <a:pt x="5670" y="13213"/>
                </a:lnTo>
                <a:lnTo>
                  <a:pt x="5718" y="13213"/>
                </a:lnTo>
                <a:lnTo>
                  <a:pt x="5718" y="13407"/>
                </a:lnTo>
                <a:lnTo>
                  <a:pt x="5597" y="13432"/>
                </a:lnTo>
                <a:lnTo>
                  <a:pt x="5475" y="13432"/>
                </a:lnTo>
                <a:lnTo>
                  <a:pt x="5378" y="13480"/>
                </a:lnTo>
                <a:lnTo>
                  <a:pt x="5305" y="13578"/>
                </a:lnTo>
                <a:lnTo>
                  <a:pt x="5305" y="13602"/>
                </a:lnTo>
                <a:lnTo>
                  <a:pt x="5329" y="13651"/>
                </a:lnTo>
                <a:lnTo>
                  <a:pt x="5451" y="13675"/>
                </a:lnTo>
                <a:lnTo>
                  <a:pt x="5572" y="13699"/>
                </a:lnTo>
                <a:lnTo>
                  <a:pt x="5718" y="13724"/>
                </a:lnTo>
                <a:lnTo>
                  <a:pt x="5718" y="13870"/>
                </a:lnTo>
                <a:lnTo>
                  <a:pt x="5621" y="13894"/>
                </a:lnTo>
                <a:lnTo>
                  <a:pt x="5353" y="13943"/>
                </a:lnTo>
                <a:lnTo>
                  <a:pt x="5305" y="13967"/>
                </a:lnTo>
                <a:lnTo>
                  <a:pt x="5280" y="14016"/>
                </a:lnTo>
                <a:lnTo>
                  <a:pt x="5305" y="14064"/>
                </a:lnTo>
                <a:lnTo>
                  <a:pt x="5329" y="14089"/>
                </a:lnTo>
                <a:lnTo>
                  <a:pt x="5402" y="14137"/>
                </a:lnTo>
                <a:lnTo>
                  <a:pt x="5499" y="14162"/>
                </a:lnTo>
                <a:lnTo>
                  <a:pt x="5718" y="14186"/>
                </a:lnTo>
                <a:lnTo>
                  <a:pt x="5694" y="14381"/>
                </a:lnTo>
                <a:lnTo>
                  <a:pt x="5524" y="14405"/>
                </a:lnTo>
                <a:lnTo>
                  <a:pt x="5378" y="14454"/>
                </a:lnTo>
                <a:lnTo>
                  <a:pt x="5305" y="14502"/>
                </a:lnTo>
                <a:lnTo>
                  <a:pt x="5232" y="14551"/>
                </a:lnTo>
                <a:lnTo>
                  <a:pt x="5232" y="14575"/>
                </a:lnTo>
                <a:lnTo>
                  <a:pt x="5256" y="14624"/>
                </a:lnTo>
                <a:lnTo>
                  <a:pt x="5402" y="14648"/>
                </a:lnTo>
                <a:lnTo>
                  <a:pt x="5694" y="14648"/>
                </a:lnTo>
                <a:lnTo>
                  <a:pt x="5694" y="14819"/>
                </a:lnTo>
                <a:lnTo>
                  <a:pt x="5475" y="14819"/>
                </a:lnTo>
                <a:lnTo>
                  <a:pt x="5402" y="14843"/>
                </a:lnTo>
                <a:lnTo>
                  <a:pt x="5329" y="14867"/>
                </a:lnTo>
                <a:lnTo>
                  <a:pt x="5305" y="14916"/>
                </a:lnTo>
                <a:lnTo>
                  <a:pt x="5280" y="14940"/>
                </a:lnTo>
                <a:lnTo>
                  <a:pt x="5280" y="14989"/>
                </a:lnTo>
                <a:lnTo>
                  <a:pt x="5305" y="15038"/>
                </a:lnTo>
                <a:lnTo>
                  <a:pt x="5378" y="15086"/>
                </a:lnTo>
                <a:lnTo>
                  <a:pt x="5475" y="15111"/>
                </a:lnTo>
                <a:lnTo>
                  <a:pt x="5572" y="15135"/>
                </a:lnTo>
                <a:lnTo>
                  <a:pt x="5670" y="15159"/>
                </a:lnTo>
                <a:lnTo>
                  <a:pt x="5670" y="15354"/>
                </a:lnTo>
                <a:lnTo>
                  <a:pt x="5548" y="15354"/>
                </a:lnTo>
                <a:lnTo>
                  <a:pt x="5451" y="15330"/>
                </a:lnTo>
                <a:lnTo>
                  <a:pt x="5353" y="15378"/>
                </a:lnTo>
                <a:lnTo>
                  <a:pt x="5329" y="15403"/>
                </a:lnTo>
                <a:lnTo>
                  <a:pt x="5305" y="15427"/>
                </a:lnTo>
                <a:lnTo>
                  <a:pt x="5329" y="15500"/>
                </a:lnTo>
                <a:lnTo>
                  <a:pt x="5378" y="15524"/>
                </a:lnTo>
                <a:lnTo>
                  <a:pt x="5426" y="15549"/>
                </a:lnTo>
                <a:lnTo>
                  <a:pt x="5524" y="15573"/>
                </a:lnTo>
                <a:lnTo>
                  <a:pt x="5645" y="15597"/>
                </a:lnTo>
                <a:lnTo>
                  <a:pt x="5645" y="15719"/>
                </a:lnTo>
                <a:lnTo>
                  <a:pt x="5305" y="15768"/>
                </a:lnTo>
                <a:lnTo>
                  <a:pt x="5280" y="15792"/>
                </a:lnTo>
                <a:lnTo>
                  <a:pt x="5280" y="15816"/>
                </a:lnTo>
                <a:lnTo>
                  <a:pt x="5280" y="15841"/>
                </a:lnTo>
                <a:lnTo>
                  <a:pt x="5305" y="15865"/>
                </a:lnTo>
                <a:lnTo>
                  <a:pt x="5621" y="15889"/>
                </a:lnTo>
                <a:lnTo>
                  <a:pt x="5621" y="16108"/>
                </a:lnTo>
                <a:lnTo>
                  <a:pt x="5524" y="16133"/>
                </a:lnTo>
                <a:lnTo>
                  <a:pt x="5378" y="16157"/>
                </a:lnTo>
                <a:lnTo>
                  <a:pt x="5305" y="16181"/>
                </a:lnTo>
                <a:lnTo>
                  <a:pt x="5256" y="16230"/>
                </a:lnTo>
                <a:lnTo>
                  <a:pt x="5232" y="16254"/>
                </a:lnTo>
                <a:lnTo>
                  <a:pt x="5256" y="16279"/>
                </a:lnTo>
                <a:lnTo>
                  <a:pt x="5305" y="16327"/>
                </a:lnTo>
                <a:lnTo>
                  <a:pt x="5353" y="16352"/>
                </a:lnTo>
                <a:lnTo>
                  <a:pt x="5475" y="16376"/>
                </a:lnTo>
                <a:lnTo>
                  <a:pt x="5597" y="16376"/>
                </a:lnTo>
                <a:lnTo>
                  <a:pt x="5572" y="16571"/>
                </a:lnTo>
                <a:lnTo>
                  <a:pt x="5572" y="16668"/>
                </a:lnTo>
                <a:lnTo>
                  <a:pt x="5280" y="16668"/>
                </a:lnTo>
                <a:lnTo>
                  <a:pt x="5207" y="16692"/>
                </a:lnTo>
                <a:lnTo>
                  <a:pt x="5159" y="16741"/>
                </a:lnTo>
                <a:lnTo>
                  <a:pt x="5159" y="16790"/>
                </a:lnTo>
                <a:lnTo>
                  <a:pt x="5207" y="16838"/>
                </a:lnTo>
                <a:lnTo>
                  <a:pt x="5256" y="16863"/>
                </a:lnTo>
                <a:lnTo>
                  <a:pt x="5402" y="16887"/>
                </a:lnTo>
                <a:lnTo>
                  <a:pt x="5548" y="16887"/>
                </a:lnTo>
                <a:lnTo>
                  <a:pt x="5524" y="17082"/>
                </a:lnTo>
                <a:lnTo>
                  <a:pt x="5426" y="17106"/>
                </a:lnTo>
                <a:lnTo>
                  <a:pt x="5280" y="17130"/>
                </a:lnTo>
                <a:lnTo>
                  <a:pt x="5207" y="17155"/>
                </a:lnTo>
                <a:lnTo>
                  <a:pt x="5134" y="17203"/>
                </a:lnTo>
                <a:lnTo>
                  <a:pt x="5134" y="17228"/>
                </a:lnTo>
                <a:lnTo>
                  <a:pt x="5134" y="17252"/>
                </a:lnTo>
                <a:lnTo>
                  <a:pt x="5207" y="17276"/>
                </a:lnTo>
                <a:lnTo>
                  <a:pt x="5280" y="17276"/>
                </a:lnTo>
                <a:lnTo>
                  <a:pt x="5426" y="17301"/>
                </a:lnTo>
                <a:lnTo>
                  <a:pt x="5499" y="17301"/>
                </a:lnTo>
                <a:lnTo>
                  <a:pt x="5475" y="17544"/>
                </a:lnTo>
                <a:lnTo>
                  <a:pt x="5378" y="17544"/>
                </a:lnTo>
                <a:lnTo>
                  <a:pt x="5256" y="17593"/>
                </a:lnTo>
                <a:lnTo>
                  <a:pt x="5183" y="17641"/>
                </a:lnTo>
                <a:lnTo>
                  <a:pt x="5183" y="17666"/>
                </a:lnTo>
                <a:lnTo>
                  <a:pt x="5183" y="17690"/>
                </a:lnTo>
                <a:lnTo>
                  <a:pt x="5207" y="17739"/>
                </a:lnTo>
                <a:lnTo>
                  <a:pt x="5256" y="17763"/>
                </a:lnTo>
                <a:lnTo>
                  <a:pt x="5378" y="17787"/>
                </a:lnTo>
                <a:lnTo>
                  <a:pt x="5451" y="17812"/>
                </a:lnTo>
                <a:lnTo>
                  <a:pt x="5426" y="17982"/>
                </a:lnTo>
                <a:lnTo>
                  <a:pt x="5329" y="17982"/>
                </a:lnTo>
                <a:lnTo>
                  <a:pt x="5086" y="18006"/>
                </a:lnTo>
                <a:lnTo>
                  <a:pt x="5037" y="18031"/>
                </a:lnTo>
                <a:lnTo>
                  <a:pt x="5013" y="18055"/>
                </a:lnTo>
                <a:lnTo>
                  <a:pt x="5013" y="18104"/>
                </a:lnTo>
                <a:lnTo>
                  <a:pt x="5061" y="18152"/>
                </a:lnTo>
                <a:lnTo>
                  <a:pt x="5159" y="18201"/>
                </a:lnTo>
                <a:lnTo>
                  <a:pt x="5280" y="18225"/>
                </a:lnTo>
                <a:lnTo>
                  <a:pt x="5402" y="18225"/>
                </a:lnTo>
                <a:lnTo>
                  <a:pt x="5402" y="18420"/>
                </a:lnTo>
                <a:lnTo>
                  <a:pt x="5353" y="18420"/>
                </a:lnTo>
                <a:lnTo>
                  <a:pt x="5207" y="18444"/>
                </a:lnTo>
                <a:lnTo>
                  <a:pt x="5134" y="18469"/>
                </a:lnTo>
                <a:lnTo>
                  <a:pt x="5086" y="18517"/>
                </a:lnTo>
                <a:lnTo>
                  <a:pt x="5061" y="18566"/>
                </a:lnTo>
                <a:lnTo>
                  <a:pt x="5086" y="18615"/>
                </a:lnTo>
                <a:lnTo>
                  <a:pt x="5134" y="18663"/>
                </a:lnTo>
                <a:lnTo>
                  <a:pt x="5183" y="18688"/>
                </a:lnTo>
                <a:lnTo>
                  <a:pt x="5329" y="18712"/>
                </a:lnTo>
                <a:lnTo>
                  <a:pt x="5378" y="18712"/>
                </a:lnTo>
                <a:lnTo>
                  <a:pt x="5353" y="18907"/>
                </a:lnTo>
                <a:lnTo>
                  <a:pt x="5280" y="18907"/>
                </a:lnTo>
                <a:lnTo>
                  <a:pt x="5183" y="18955"/>
                </a:lnTo>
                <a:lnTo>
                  <a:pt x="5159" y="18980"/>
                </a:lnTo>
                <a:lnTo>
                  <a:pt x="5159" y="19004"/>
                </a:lnTo>
                <a:lnTo>
                  <a:pt x="5159" y="19053"/>
                </a:lnTo>
                <a:lnTo>
                  <a:pt x="5183" y="19077"/>
                </a:lnTo>
                <a:lnTo>
                  <a:pt x="5256" y="19126"/>
                </a:lnTo>
                <a:lnTo>
                  <a:pt x="5353" y="19126"/>
                </a:lnTo>
                <a:lnTo>
                  <a:pt x="5353" y="19539"/>
                </a:lnTo>
                <a:lnTo>
                  <a:pt x="5353" y="19637"/>
                </a:lnTo>
                <a:lnTo>
                  <a:pt x="5402" y="19710"/>
                </a:lnTo>
                <a:lnTo>
                  <a:pt x="5475" y="19758"/>
                </a:lnTo>
                <a:lnTo>
                  <a:pt x="5548" y="19783"/>
                </a:lnTo>
                <a:lnTo>
                  <a:pt x="5572" y="19807"/>
                </a:lnTo>
                <a:lnTo>
                  <a:pt x="5718" y="19953"/>
                </a:lnTo>
                <a:lnTo>
                  <a:pt x="5840" y="20074"/>
                </a:lnTo>
                <a:lnTo>
                  <a:pt x="5986" y="20220"/>
                </a:lnTo>
                <a:lnTo>
                  <a:pt x="6132" y="20366"/>
                </a:lnTo>
                <a:lnTo>
                  <a:pt x="5961" y="20366"/>
                </a:lnTo>
                <a:lnTo>
                  <a:pt x="5816" y="20342"/>
                </a:lnTo>
                <a:lnTo>
                  <a:pt x="5670" y="20318"/>
                </a:lnTo>
                <a:lnTo>
                  <a:pt x="5524" y="20269"/>
                </a:lnTo>
                <a:lnTo>
                  <a:pt x="5378" y="20196"/>
                </a:lnTo>
                <a:lnTo>
                  <a:pt x="5232" y="20099"/>
                </a:lnTo>
                <a:lnTo>
                  <a:pt x="5086" y="20001"/>
                </a:lnTo>
                <a:lnTo>
                  <a:pt x="4940" y="19928"/>
                </a:lnTo>
                <a:lnTo>
                  <a:pt x="4818" y="19539"/>
                </a:lnTo>
                <a:lnTo>
                  <a:pt x="4721" y="19126"/>
                </a:lnTo>
                <a:lnTo>
                  <a:pt x="4672" y="18712"/>
                </a:lnTo>
                <a:lnTo>
                  <a:pt x="4623" y="18274"/>
                </a:lnTo>
                <a:lnTo>
                  <a:pt x="4575" y="17447"/>
                </a:lnTo>
                <a:lnTo>
                  <a:pt x="4526" y="16619"/>
                </a:lnTo>
                <a:lnTo>
                  <a:pt x="4477" y="15670"/>
                </a:lnTo>
                <a:lnTo>
                  <a:pt x="4429" y="14721"/>
                </a:lnTo>
                <a:lnTo>
                  <a:pt x="4404" y="14235"/>
                </a:lnTo>
                <a:lnTo>
                  <a:pt x="4380" y="13894"/>
                </a:lnTo>
                <a:lnTo>
                  <a:pt x="4331" y="13505"/>
                </a:lnTo>
                <a:lnTo>
                  <a:pt x="4258" y="13140"/>
                </a:lnTo>
                <a:lnTo>
                  <a:pt x="4161" y="12775"/>
                </a:lnTo>
                <a:lnTo>
                  <a:pt x="4112" y="12629"/>
                </a:lnTo>
                <a:lnTo>
                  <a:pt x="4039" y="12483"/>
                </a:lnTo>
                <a:lnTo>
                  <a:pt x="3966" y="12361"/>
                </a:lnTo>
                <a:lnTo>
                  <a:pt x="3893" y="12288"/>
                </a:lnTo>
                <a:lnTo>
                  <a:pt x="3820" y="12264"/>
                </a:lnTo>
                <a:lnTo>
                  <a:pt x="3577" y="12264"/>
                </a:lnTo>
                <a:lnTo>
                  <a:pt x="3504" y="12288"/>
                </a:lnTo>
                <a:lnTo>
                  <a:pt x="3407" y="12385"/>
                </a:lnTo>
                <a:lnTo>
                  <a:pt x="3334" y="12507"/>
                </a:lnTo>
                <a:lnTo>
                  <a:pt x="3309" y="12483"/>
                </a:lnTo>
                <a:lnTo>
                  <a:pt x="3188" y="12483"/>
                </a:lnTo>
                <a:lnTo>
                  <a:pt x="3066" y="12531"/>
                </a:lnTo>
                <a:lnTo>
                  <a:pt x="3042" y="12556"/>
                </a:lnTo>
                <a:lnTo>
                  <a:pt x="3042" y="12604"/>
                </a:lnTo>
                <a:lnTo>
                  <a:pt x="3066" y="12653"/>
                </a:lnTo>
                <a:lnTo>
                  <a:pt x="3115" y="12677"/>
                </a:lnTo>
                <a:lnTo>
                  <a:pt x="3236" y="12702"/>
                </a:lnTo>
                <a:lnTo>
                  <a:pt x="3261" y="12702"/>
                </a:lnTo>
                <a:lnTo>
                  <a:pt x="3212" y="12848"/>
                </a:lnTo>
                <a:lnTo>
                  <a:pt x="3042" y="12872"/>
                </a:lnTo>
                <a:lnTo>
                  <a:pt x="2871" y="12921"/>
                </a:lnTo>
                <a:lnTo>
                  <a:pt x="2871" y="12945"/>
                </a:lnTo>
                <a:lnTo>
                  <a:pt x="2871" y="12969"/>
                </a:lnTo>
                <a:lnTo>
                  <a:pt x="3017" y="13018"/>
                </a:lnTo>
                <a:lnTo>
                  <a:pt x="3163" y="13042"/>
                </a:lnTo>
                <a:lnTo>
                  <a:pt x="3139" y="13140"/>
                </a:lnTo>
                <a:lnTo>
                  <a:pt x="2969" y="13140"/>
                </a:lnTo>
                <a:lnTo>
                  <a:pt x="2847" y="13164"/>
                </a:lnTo>
                <a:lnTo>
                  <a:pt x="2725" y="13213"/>
                </a:lnTo>
                <a:lnTo>
                  <a:pt x="2701" y="13237"/>
                </a:lnTo>
                <a:lnTo>
                  <a:pt x="2701" y="13261"/>
                </a:lnTo>
                <a:lnTo>
                  <a:pt x="2701" y="13286"/>
                </a:lnTo>
                <a:lnTo>
                  <a:pt x="2725" y="13310"/>
                </a:lnTo>
                <a:lnTo>
                  <a:pt x="2847" y="13359"/>
                </a:lnTo>
                <a:lnTo>
                  <a:pt x="2969" y="13383"/>
                </a:lnTo>
                <a:lnTo>
                  <a:pt x="3090" y="13383"/>
                </a:lnTo>
                <a:lnTo>
                  <a:pt x="3066" y="13529"/>
                </a:lnTo>
                <a:lnTo>
                  <a:pt x="2847" y="13553"/>
                </a:lnTo>
                <a:lnTo>
                  <a:pt x="2750" y="13602"/>
                </a:lnTo>
                <a:lnTo>
                  <a:pt x="2652" y="13651"/>
                </a:lnTo>
                <a:lnTo>
                  <a:pt x="2628" y="13699"/>
                </a:lnTo>
                <a:lnTo>
                  <a:pt x="2652" y="13724"/>
                </a:lnTo>
                <a:lnTo>
                  <a:pt x="2847" y="13748"/>
                </a:lnTo>
                <a:lnTo>
                  <a:pt x="3042" y="13772"/>
                </a:lnTo>
                <a:lnTo>
                  <a:pt x="3042" y="13870"/>
                </a:lnTo>
                <a:lnTo>
                  <a:pt x="2920" y="13870"/>
                </a:lnTo>
                <a:lnTo>
                  <a:pt x="2774" y="13918"/>
                </a:lnTo>
                <a:lnTo>
                  <a:pt x="2701" y="13943"/>
                </a:lnTo>
                <a:lnTo>
                  <a:pt x="2628" y="13991"/>
                </a:lnTo>
                <a:lnTo>
                  <a:pt x="2628" y="14016"/>
                </a:lnTo>
                <a:lnTo>
                  <a:pt x="2701" y="14064"/>
                </a:lnTo>
                <a:lnTo>
                  <a:pt x="2798" y="14113"/>
                </a:lnTo>
                <a:lnTo>
                  <a:pt x="2896" y="14137"/>
                </a:lnTo>
                <a:lnTo>
                  <a:pt x="3017" y="14137"/>
                </a:lnTo>
                <a:lnTo>
                  <a:pt x="2993" y="14283"/>
                </a:lnTo>
                <a:lnTo>
                  <a:pt x="2871" y="14283"/>
                </a:lnTo>
                <a:lnTo>
                  <a:pt x="2725" y="14308"/>
                </a:lnTo>
                <a:lnTo>
                  <a:pt x="2677" y="14332"/>
                </a:lnTo>
                <a:lnTo>
                  <a:pt x="2604" y="14381"/>
                </a:lnTo>
                <a:lnTo>
                  <a:pt x="2604" y="14405"/>
                </a:lnTo>
                <a:lnTo>
                  <a:pt x="2579" y="14429"/>
                </a:lnTo>
                <a:lnTo>
                  <a:pt x="2604" y="14502"/>
                </a:lnTo>
                <a:lnTo>
                  <a:pt x="2677" y="14551"/>
                </a:lnTo>
                <a:lnTo>
                  <a:pt x="2725" y="14575"/>
                </a:lnTo>
                <a:lnTo>
                  <a:pt x="2871" y="14600"/>
                </a:lnTo>
                <a:lnTo>
                  <a:pt x="2969" y="14600"/>
                </a:lnTo>
                <a:lnTo>
                  <a:pt x="2969" y="14721"/>
                </a:lnTo>
                <a:lnTo>
                  <a:pt x="2969" y="14794"/>
                </a:lnTo>
                <a:lnTo>
                  <a:pt x="2774" y="14819"/>
                </a:lnTo>
                <a:lnTo>
                  <a:pt x="2628" y="14843"/>
                </a:lnTo>
                <a:lnTo>
                  <a:pt x="2555" y="14892"/>
                </a:lnTo>
                <a:lnTo>
                  <a:pt x="2506" y="14940"/>
                </a:lnTo>
                <a:lnTo>
                  <a:pt x="2482" y="14989"/>
                </a:lnTo>
                <a:lnTo>
                  <a:pt x="2506" y="15013"/>
                </a:lnTo>
                <a:lnTo>
                  <a:pt x="2579" y="15038"/>
                </a:lnTo>
                <a:lnTo>
                  <a:pt x="2652" y="15062"/>
                </a:lnTo>
                <a:lnTo>
                  <a:pt x="2823" y="15062"/>
                </a:lnTo>
                <a:lnTo>
                  <a:pt x="2944" y="15038"/>
                </a:lnTo>
                <a:lnTo>
                  <a:pt x="2944" y="15232"/>
                </a:lnTo>
                <a:lnTo>
                  <a:pt x="2871" y="15232"/>
                </a:lnTo>
                <a:lnTo>
                  <a:pt x="2677" y="15257"/>
                </a:lnTo>
                <a:lnTo>
                  <a:pt x="2506" y="15305"/>
                </a:lnTo>
                <a:lnTo>
                  <a:pt x="2506" y="15330"/>
                </a:lnTo>
                <a:lnTo>
                  <a:pt x="2506" y="15354"/>
                </a:lnTo>
                <a:lnTo>
                  <a:pt x="2701" y="15378"/>
                </a:lnTo>
                <a:lnTo>
                  <a:pt x="2920" y="15403"/>
                </a:lnTo>
                <a:lnTo>
                  <a:pt x="2920" y="15622"/>
                </a:lnTo>
                <a:lnTo>
                  <a:pt x="2798" y="15646"/>
                </a:lnTo>
                <a:lnTo>
                  <a:pt x="2652" y="15695"/>
                </a:lnTo>
                <a:lnTo>
                  <a:pt x="2506" y="15768"/>
                </a:lnTo>
                <a:lnTo>
                  <a:pt x="2506" y="15792"/>
                </a:lnTo>
                <a:lnTo>
                  <a:pt x="2506" y="15816"/>
                </a:lnTo>
                <a:lnTo>
                  <a:pt x="2798" y="15841"/>
                </a:lnTo>
                <a:lnTo>
                  <a:pt x="2896" y="15841"/>
                </a:lnTo>
                <a:lnTo>
                  <a:pt x="2896" y="15914"/>
                </a:lnTo>
                <a:lnTo>
                  <a:pt x="2750" y="15938"/>
                </a:lnTo>
                <a:lnTo>
                  <a:pt x="2604" y="15987"/>
                </a:lnTo>
                <a:lnTo>
                  <a:pt x="2482" y="16060"/>
                </a:lnTo>
                <a:lnTo>
                  <a:pt x="2433" y="16108"/>
                </a:lnTo>
                <a:lnTo>
                  <a:pt x="2433" y="16157"/>
                </a:lnTo>
                <a:lnTo>
                  <a:pt x="2433" y="16181"/>
                </a:lnTo>
                <a:lnTo>
                  <a:pt x="2506" y="16230"/>
                </a:lnTo>
                <a:lnTo>
                  <a:pt x="2579" y="16254"/>
                </a:lnTo>
                <a:lnTo>
                  <a:pt x="2725" y="16254"/>
                </a:lnTo>
                <a:lnTo>
                  <a:pt x="2896" y="16230"/>
                </a:lnTo>
                <a:lnTo>
                  <a:pt x="2871" y="16425"/>
                </a:lnTo>
                <a:lnTo>
                  <a:pt x="2628" y="16473"/>
                </a:lnTo>
                <a:lnTo>
                  <a:pt x="2506" y="16498"/>
                </a:lnTo>
                <a:lnTo>
                  <a:pt x="2409" y="16546"/>
                </a:lnTo>
                <a:lnTo>
                  <a:pt x="2409" y="16571"/>
                </a:lnTo>
                <a:lnTo>
                  <a:pt x="2409" y="16595"/>
                </a:lnTo>
                <a:lnTo>
                  <a:pt x="2506" y="16644"/>
                </a:lnTo>
                <a:lnTo>
                  <a:pt x="2628" y="16668"/>
                </a:lnTo>
                <a:lnTo>
                  <a:pt x="2871" y="16692"/>
                </a:lnTo>
                <a:lnTo>
                  <a:pt x="2847" y="16936"/>
                </a:lnTo>
                <a:lnTo>
                  <a:pt x="2701" y="16936"/>
                </a:lnTo>
                <a:lnTo>
                  <a:pt x="2555" y="16960"/>
                </a:lnTo>
                <a:lnTo>
                  <a:pt x="2458" y="16984"/>
                </a:lnTo>
                <a:lnTo>
                  <a:pt x="2409" y="17033"/>
                </a:lnTo>
                <a:lnTo>
                  <a:pt x="2385" y="17057"/>
                </a:lnTo>
                <a:lnTo>
                  <a:pt x="2433" y="17106"/>
                </a:lnTo>
                <a:lnTo>
                  <a:pt x="2482" y="17130"/>
                </a:lnTo>
                <a:lnTo>
                  <a:pt x="2604" y="17155"/>
                </a:lnTo>
                <a:lnTo>
                  <a:pt x="2847" y="17155"/>
                </a:lnTo>
                <a:lnTo>
                  <a:pt x="2823" y="17349"/>
                </a:lnTo>
                <a:lnTo>
                  <a:pt x="2701" y="17398"/>
                </a:lnTo>
                <a:lnTo>
                  <a:pt x="2604" y="17447"/>
                </a:lnTo>
                <a:lnTo>
                  <a:pt x="2506" y="17495"/>
                </a:lnTo>
                <a:lnTo>
                  <a:pt x="2458" y="17568"/>
                </a:lnTo>
                <a:lnTo>
                  <a:pt x="2433" y="17593"/>
                </a:lnTo>
                <a:lnTo>
                  <a:pt x="2458" y="17641"/>
                </a:lnTo>
                <a:lnTo>
                  <a:pt x="2458" y="17666"/>
                </a:lnTo>
                <a:lnTo>
                  <a:pt x="2506" y="17690"/>
                </a:lnTo>
                <a:lnTo>
                  <a:pt x="2652" y="17690"/>
                </a:lnTo>
                <a:lnTo>
                  <a:pt x="2823" y="17641"/>
                </a:lnTo>
                <a:lnTo>
                  <a:pt x="2798" y="17860"/>
                </a:lnTo>
                <a:lnTo>
                  <a:pt x="2628" y="17933"/>
                </a:lnTo>
                <a:lnTo>
                  <a:pt x="2506" y="17958"/>
                </a:lnTo>
                <a:lnTo>
                  <a:pt x="2482" y="17958"/>
                </a:lnTo>
                <a:lnTo>
                  <a:pt x="2458" y="17982"/>
                </a:lnTo>
                <a:lnTo>
                  <a:pt x="2458" y="18006"/>
                </a:lnTo>
                <a:lnTo>
                  <a:pt x="2482" y="18031"/>
                </a:lnTo>
                <a:lnTo>
                  <a:pt x="2628" y="18055"/>
                </a:lnTo>
                <a:lnTo>
                  <a:pt x="2798" y="18055"/>
                </a:lnTo>
                <a:lnTo>
                  <a:pt x="2774" y="18298"/>
                </a:lnTo>
                <a:lnTo>
                  <a:pt x="2725" y="18298"/>
                </a:lnTo>
                <a:lnTo>
                  <a:pt x="2628" y="18323"/>
                </a:lnTo>
                <a:lnTo>
                  <a:pt x="2506" y="18371"/>
                </a:lnTo>
                <a:lnTo>
                  <a:pt x="2482" y="18396"/>
                </a:lnTo>
                <a:lnTo>
                  <a:pt x="2482" y="18420"/>
                </a:lnTo>
                <a:lnTo>
                  <a:pt x="2482" y="18444"/>
                </a:lnTo>
                <a:lnTo>
                  <a:pt x="2506" y="18444"/>
                </a:lnTo>
                <a:lnTo>
                  <a:pt x="2604" y="18493"/>
                </a:lnTo>
                <a:lnTo>
                  <a:pt x="2725" y="18542"/>
                </a:lnTo>
                <a:lnTo>
                  <a:pt x="2750" y="18542"/>
                </a:lnTo>
                <a:lnTo>
                  <a:pt x="2725" y="18688"/>
                </a:lnTo>
                <a:lnTo>
                  <a:pt x="2628" y="18712"/>
                </a:lnTo>
                <a:lnTo>
                  <a:pt x="2506" y="18712"/>
                </a:lnTo>
                <a:lnTo>
                  <a:pt x="2458" y="18736"/>
                </a:lnTo>
                <a:lnTo>
                  <a:pt x="2409" y="18761"/>
                </a:lnTo>
                <a:lnTo>
                  <a:pt x="2385" y="18809"/>
                </a:lnTo>
                <a:lnTo>
                  <a:pt x="2385" y="18858"/>
                </a:lnTo>
                <a:lnTo>
                  <a:pt x="2433" y="18882"/>
                </a:lnTo>
                <a:lnTo>
                  <a:pt x="2482" y="18931"/>
                </a:lnTo>
                <a:lnTo>
                  <a:pt x="2604" y="18955"/>
                </a:lnTo>
                <a:lnTo>
                  <a:pt x="2701" y="18955"/>
                </a:lnTo>
                <a:lnTo>
                  <a:pt x="2677" y="19053"/>
                </a:lnTo>
                <a:lnTo>
                  <a:pt x="2604" y="19077"/>
                </a:lnTo>
                <a:lnTo>
                  <a:pt x="2555" y="19101"/>
                </a:lnTo>
                <a:lnTo>
                  <a:pt x="2433" y="19174"/>
                </a:lnTo>
                <a:lnTo>
                  <a:pt x="2433" y="19199"/>
                </a:lnTo>
                <a:lnTo>
                  <a:pt x="2433" y="19223"/>
                </a:lnTo>
                <a:lnTo>
                  <a:pt x="2531" y="19272"/>
                </a:lnTo>
                <a:lnTo>
                  <a:pt x="2628" y="19320"/>
                </a:lnTo>
                <a:lnTo>
                  <a:pt x="2604" y="19466"/>
                </a:lnTo>
                <a:lnTo>
                  <a:pt x="2458" y="19466"/>
                </a:lnTo>
                <a:lnTo>
                  <a:pt x="2360" y="19515"/>
                </a:lnTo>
                <a:lnTo>
                  <a:pt x="2336" y="19564"/>
                </a:lnTo>
                <a:lnTo>
                  <a:pt x="2360" y="19612"/>
                </a:lnTo>
                <a:lnTo>
                  <a:pt x="2385" y="19661"/>
                </a:lnTo>
                <a:lnTo>
                  <a:pt x="2433" y="19685"/>
                </a:lnTo>
                <a:lnTo>
                  <a:pt x="2531" y="19734"/>
                </a:lnTo>
                <a:lnTo>
                  <a:pt x="2458" y="19928"/>
                </a:lnTo>
                <a:lnTo>
                  <a:pt x="2312" y="20001"/>
                </a:lnTo>
                <a:lnTo>
                  <a:pt x="2166" y="20099"/>
                </a:lnTo>
                <a:lnTo>
                  <a:pt x="2020" y="20196"/>
                </a:lnTo>
                <a:lnTo>
                  <a:pt x="1874" y="20269"/>
                </a:lnTo>
                <a:lnTo>
                  <a:pt x="1728" y="20318"/>
                </a:lnTo>
                <a:lnTo>
                  <a:pt x="1582" y="20342"/>
                </a:lnTo>
                <a:lnTo>
                  <a:pt x="1436" y="20366"/>
                </a:lnTo>
                <a:lnTo>
                  <a:pt x="1265" y="20366"/>
                </a:lnTo>
                <a:lnTo>
                  <a:pt x="1411" y="20220"/>
                </a:lnTo>
                <a:lnTo>
                  <a:pt x="1557" y="20074"/>
                </a:lnTo>
                <a:lnTo>
                  <a:pt x="1679" y="19953"/>
                </a:lnTo>
                <a:lnTo>
                  <a:pt x="1825" y="19807"/>
                </a:lnTo>
                <a:lnTo>
                  <a:pt x="1849" y="19783"/>
                </a:lnTo>
                <a:lnTo>
                  <a:pt x="1922" y="19758"/>
                </a:lnTo>
                <a:lnTo>
                  <a:pt x="1995" y="19710"/>
                </a:lnTo>
                <a:lnTo>
                  <a:pt x="2020" y="19637"/>
                </a:lnTo>
                <a:lnTo>
                  <a:pt x="2044" y="19539"/>
                </a:lnTo>
                <a:lnTo>
                  <a:pt x="2020" y="18785"/>
                </a:lnTo>
                <a:lnTo>
                  <a:pt x="1971" y="18055"/>
                </a:lnTo>
                <a:lnTo>
                  <a:pt x="1825" y="16571"/>
                </a:lnTo>
                <a:lnTo>
                  <a:pt x="1752" y="15792"/>
                </a:lnTo>
                <a:lnTo>
                  <a:pt x="1703" y="15013"/>
                </a:lnTo>
                <a:lnTo>
                  <a:pt x="1679" y="13456"/>
                </a:lnTo>
                <a:lnTo>
                  <a:pt x="1655" y="12702"/>
                </a:lnTo>
                <a:lnTo>
                  <a:pt x="1679" y="11947"/>
                </a:lnTo>
                <a:lnTo>
                  <a:pt x="1703" y="11583"/>
                </a:lnTo>
                <a:lnTo>
                  <a:pt x="1752" y="11218"/>
                </a:lnTo>
                <a:lnTo>
                  <a:pt x="1825" y="10853"/>
                </a:lnTo>
                <a:lnTo>
                  <a:pt x="1922" y="10488"/>
                </a:lnTo>
                <a:lnTo>
                  <a:pt x="2044" y="10171"/>
                </a:lnTo>
                <a:lnTo>
                  <a:pt x="2166" y="9855"/>
                </a:lnTo>
                <a:lnTo>
                  <a:pt x="2287" y="9539"/>
                </a:lnTo>
                <a:lnTo>
                  <a:pt x="2360" y="9198"/>
                </a:lnTo>
                <a:lnTo>
                  <a:pt x="2385" y="8906"/>
                </a:lnTo>
                <a:lnTo>
                  <a:pt x="2385" y="8590"/>
                </a:lnTo>
                <a:lnTo>
                  <a:pt x="2385" y="8006"/>
                </a:lnTo>
                <a:lnTo>
                  <a:pt x="2458" y="7957"/>
                </a:lnTo>
                <a:lnTo>
                  <a:pt x="2482" y="7908"/>
                </a:lnTo>
                <a:lnTo>
                  <a:pt x="2506" y="7835"/>
                </a:lnTo>
                <a:lnTo>
                  <a:pt x="2506" y="7762"/>
                </a:lnTo>
                <a:lnTo>
                  <a:pt x="2506" y="7689"/>
                </a:lnTo>
                <a:lnTo>
                  <a:pt x="2458" y="7641"/>
                </a:lnTo>
                <a:lnTo>
                  <a:pt x="2385" y="7592"/>
                </a:lnTo>
                <a:lnTo>
                  <a:pt x="2312" y="7568"/>
                </a:lnTo>
                <a:lnTo>
                  <a:pt x="2214" y="7543"/>
                </a:lnTo>
                <a:lnTo>
                  <a:pt x="2141" y="7519"/>
                </a:lnTo>
                <a:lnTo>
                  <a:pt x="2093" y="7446"/>
                </a:lnTo>
                <a:lnTo>
                  <a:pt x="2044" y="7373"/>
                </a:lnTo>
                <a:lnTo>
                  <a:pt x="1947" y="7227"/>
                </a:lnTo>
                <a:lnTo>
                  <a:pt x="1898" y="7057"/>
                </a:lnTo>
                <a:lnTo>
                  <a:pt x="1874" y="6886"/>
                </a:lnTo>
                <a:lnTo>
                  <a:pt x="1874" y="6716"/>
                </a:lnTo>
                <a:lnTo>
                  <a:pt x="1898" y="6643"/>
                </a:lnTo>
                <a:lnTo>
                  <a:pt x="1971" y="6570"/>
                </a:lnTo>
                <a:lnTo>
                  <a:pt x="2093" y="6473"/>
                </a:lnTo>
                <a:lnTo>
                  <a:pt x="2117" y="6400"/>
                </a:lnTo>
                <a:lnTo>
                  <a:pt x="2117" y="6327"/>
                </a:lnTo>
                <a:lnTo>
                  <a:pt x="2093" y="6254"/>
                </a:lnTo>
                <a:lnTo>
                  <a:pt x="2020" y="6205"/>
                </a:lnTo>
                <a:lnTo>
                  <a:pt x="1947" y="6181"/>
                </a:lnTo>
                <a:lnTo>
                  <a:pt x="1849" y="6181"/>
                </a:lnTo>
                <a:lnTo>
                  <a:pt x="1801" y="6205"/>
                </a:lnTo>
                <a:lnTo>
                  <a:pt x="1728" y="6229"/>
                </a:lnTo>
                <a:lnTo>
                  <a:pt x="1630" y="6327"/>
                </a:lnTo>
                <a:lnTo>
                  <a:pt x="1557" y="6473"/>
                </a:lnTo>
                <a:lnTo>
                  <a:pt x="1484" y="6619"/>
                </a:lnTo>
                <a:lnTo>
                  <a:pt x="1460" y="6789"/>
                </a:lnTo>
                <a:lnTo>
                  <a:pt x="1460" y="6935"/>
                </a:lnTo>
                <a:lnTo>
                  <a:pt x="1460" y="7081"/>
                </a:lnTo>
                <a:lnTo>
                  <a:pt x="1533" y="7300"/>
                </a:lnTo>
                <a:lnTo>
                  <a:pt x="1630" y="7543"/>
                </a:lnTo>
                <a:lnTo>
                  <a:pt x="1606" y="7568"/>
                </a:lnTo>
                <a:lnTo>
                  <a:pt x="1533" y="7519"/>
                </a:lnTo>
                <a:lnTo>
                  <a:pt x="1411" y="7470"/>
                </a:lnTo>
                <a:lnTo>
                  <a:pt x="1363" y="7446"/>
                </a:lnTo>
                <a:lnTo>
                  <a:pt x="1290" y="7446"/>
                </a:lnTo>
                <a:lnTo>
                  <a:pt x="1265" y="7470"/>
                </a:lnTo>
                <a:lnTo>
                  <a:pt x="1241" y="7495"/>
                </a:lnTo>
                <a:lnTo>
                  <a:pt x="1241" y="7568"/>
                </a:lnTo>
                <a:lnTo>
                  <a:pt x="1290" y="7616"/>
                </a:lnTo>
                <a:lnTo>
                  <a:pt x="1363" y="7689"/>
                </a:lnTo>
                <a:lnTo>
                  <a:pt x="1460" y="7787"/>
                </a:lnTo>
                <a:lnTo>
                  <a:pt x="1436" y="7860"/>
                </a:lnTo>
                <a:lnTo>
                  <a:pt x="1314" y="7811"/>
                </a:lnTo>
                <a:lnTo>
                  <a:pt x="1192" y="7762"/>
                </a:lnTo>
                <a:lnTo>
                  <a:pt x="1071" y="7738"/>
                </a:lnTo>
                <a:lnTo>
                  <a:pt x="1022" y="7762"/>
                </a:lnTo>
                <a:lnTo>
                  <a:pt x="998" y="7811"/>
                </a:lnTo>
                <a:lnTo>
                  <a:pt x="1022" y="7835"/>
                </a:lnTo>
                <a:lnTo>
                  <a:pt x="1071" y="7908"/>
                </a:lnTo>
                <a:lnTo>
                  <a:pt x="1144" y="7981"/>
                </a:lnTo>
                <a:lnTo>
                  <a:pt x="1314" y="8103"/>
                </a:lnTo>
                <a:lnTo>
                  <a:pt x="1265" y="8249"/>
                </a:lnTo>
                <a:lnTo>
                  <a:pt x="1168" y="8225"/>
                </a:lnTo>
                <a:lnTo>
                  <a:pt x="1095" y="8200"/>
                </a:lnTo>
                <a:lnTo>
                  <a:pt x="998" y="8225"/>
                </a:lnTo>
                <a:lnTo>
                  <a:pt x="949" y="8249"/>
                </a:lnTo>
                <a:lnTo>
                  <a:pt x="949" y="8273"/>
                </a:lnTo>
                <a:lnTo>
                  <a:pt x="949" y="8322"/>
                </a:lnTo>
                <a:lnTo>
                  <a:pt x="1022" y="8371"/>
                </a:lnTo>
                <a:lnTo>
                  <a:pt x="1095" y="8419"/>
                </a:lnTo>
                <a:lnTo>
                  <a:pt x="1192" y="8444"/>
                </a:lnTo>
                <a:lnTo>
                  <a:pt x="1168" y="8468"/>
                </a:lnTo>
                <a:lnTo>
                  <a:pt x="973" y="8468"/>
                </a:lnTo>
                <a:lnTo>
                  <a:pt x="900" y="8492"/>
                </a:lnTo>
                <a:lnTo>
                  <a:pt x="852" y="8541"/>
                </a:lnTo>
                <a:lnTo>
                  <a:pt x="827" y="8565"/>
                </a:lnTo>
                <a:lnTo>
                  <a:pt x="803" y="8614"/>
                </a:lnTo>
                <a:lnTo>
                  <a:pt x="827" y="8663"/>
                </a:lnTo>
                <a:lnTo>
                  <a:pt x="852" y="8711"/>
                </a:lnTo>
                <a:lnTo>
                  <a:pt x="949" y="8760"/>
                </a:lnTo>
                <a:lnTo>
                  <a:pt x="1071" y="8784"/>
                </a:lnTo>
                <a:lnTo>
                  <a:pt x="1095" y="8784"/>
                </a:lnTo>
                <a:lnTo>
                  <a:pt x="1046" y="8979"/>
                </a:lnTo>
                <a:lnTo>
                  <a:pt x="803" y="8979"/>
                </a:lnTo>
                <a:lnTo>
                  <a:pt x="779" y="9028"/>
                </a:lnTo>
                <a:lnTo>
                  <a:pt x="779" y="9052"/>
                </a:lnTo>
                <a:lnTo>
                  <a:pt x="779" y="9101"/>
                </a:lnTo>
                <a:lnTo>
                  <a:pt x="827" y="9149"/>
                </a:lnTo>
                <a:lnTo>
                  <a:pt x="876" y="9174"/>
                </a:lnTo>
                <a:lnTo>
                  <a:pt x="973" y="9198"/>
                </a:lnTo>
                <a:lnTo>
                  <a:pt x="998" y="9222"/>
                </a:lnTo>
                <a:lnTo>
                  <a:pt x="998" y="9368"/>
                </a:lnTo>
                <a:lnTo>
                  <a:pt x="852" y="9368"/>
                </a:lnTo>
                <a:lnTo>
                  <a:pt x="803" y="9393"/>
                </a:lnTo>
                <a:lnTo>
                  <a:pt x="754" y="9417"/>
                </a:lnTo>
                <a:lnTo>
                  <a:pt x="730" y="9490"/>
                </a:lnTo>
                <a:lnTo>
                  <a:pt x="730" y="9539"/>
                </a:lnTo>
                <a:lnTo>
                  <a:pt x="730" y="9563"/>
                </a:lnTo>
                <a:lnTo>
                  <a:pt x="779" y="9612"/>
                </a:lnTo>
                <a:lnTo>
                  <a:pt x="827" y="9636"/>
                </a:lnTo>
                <a:lnTo>
                  <a:pt x="949" y="9660"/>
                </a:lnTo>
                <a:lnTo>
                  <a:pt x="949" y="9806"/>
                </a:lnTo>
                <a:lnTo>
                  <a:pt x="876" y="9806"/>
                </a:lnTo>
                <a:lnTo>
                  <a:pt x="803" y="9831"/>
                </a:lnTo>
                <a:lnTo>
                  <a:pt x="730" y="9879"/>
                </a:lnTo>
                <a:lnTo>
                  <a:pt x="681" y="9904"/>
                </a:lnTo>
                <a:lnTo>
                  <a:pt x="681" y="9952"/>
                </a:lnTo>
                <a:lnTo>
                  <a:pt x="681" y="10001"/>
                </a:lnTo>
                <a:lnTo>
                  <a:pt x="730" y="10050"/>
                </a:lnTo>
                <a:lnTo>
                  <a:pt x="827" y="10074"/>
                </a:lnTo>
                <a:lnTo>
                  <a:pt x="949" y="10074"/>
                </a:lnTo>
                <a:lnTo>
                  <a:pt x="949" y="10123"/>
                </a:lnTo>
                <a:lnTo>
                  <a:pt x="852" y="10147"/>
                </a:lnTo>
                <a:lnTo>
                  <a:pt x="803" y="10196"/>
                </a:lnTo>
                <a:lnTo>
                  <a:pt x="754" y="10244"/>
                </a:lnTo>
                <a:lnTo>
                  <a:pt x="754" y="10269"/>
                </a:lnTo>
                <a:lnTo>
                  <a:pt x="779" y="10293"/>
                </a:lnTo>
                <a:lnTo>
                  <a:pt x="876" y="10342"/>
                </a:lnTo>
                <a:lnTo>
                  <a:pt x="949" y="10342"/>
                </a:lnTo>
                <a:lnTo>
                  <a:pt x="973" y="10390"/>
                </a:lnTo>
                <a:lnTo>
                  <a:pt x="973" y="10463"/>
                </a:lnTo>
                <a:lnTo>
                  <a:pt x="925" y="10512"/>
                </a:lnTo>
                <a:lnTo>
                  <a:pt x="876" y="10585"/>
                </a:lnTo>
                <a:lnTo>
                  <a:pt x="852" y="10658"/>
                </a:lnTo>
                <a:lnTo>
                  <a:pt x="876" y="10755"/>
                </a:lnTo>
                <a:lnTo>
                  <a:pt x="925" y="10853"/>
                </a:lnTo>
                <a:lnTo>
                  <a:pt x="949" y="10999"/>
                </a:lnTo>
                <a:lnTo>
                  <a:pt x="973" y="11266"/>
                </a:lnTo>
                <a:lnTo>
                  <a:pt x="925" y="11534"/>
                </a:lnTo>
                <a:lnTo>
                  <a:pt x="876" y="11656"/>
                </a:lnTo>
                <a:lnTo>
                  <a:pt x="827" y="11753"/>
                </a:lnTo>
                <a:lnTo>
                  <a:pt x="803" y="11801"/>
                </a:lnTo>
                <a:lnTo>
                  <a:pt x="754" y="11801"/>
                </a:lnTo>
                <a:lnTo>
                  <a:pt x="657" y="11729"/>
                </a:lnTo>
                <a:lnTo>
                  <a:pt x="560" y="11656"/>
                </a:lnTo>
                <a:lnTo>
                  <a:pt x="511" y="11583"/>
                </a:lnTo>
                <a:lnTo>
                  <a:pt x="462" y="11461"/>
                </a:lnTo>
                <a:lnTo>
                  <a:pt x="462" y="11339"/>
                </a:lnTo>
                <a:lnTo>
                  <a:pt x="487" y="11096"/>
                </a:lnTo>
                <a:lnTo>
                  <a:pt x="535" y="11047"/>
                </a:lnTo>
                <a:lnTo>
                  <a:pt x="560" y="10974"/>
                </a:lnTo>
                <a:lnTo>
                  <a:pt x="584" y="10926"/>
                </a:lnTo>
                <a:lnTo>
                  <a:pt x="584" y="10828"/>
                </a:lnTo>
                <a:lnTo>
                  <a:pt x="511" y="10342"/>
                </a:lnTo>
                <a:lnTo>
                  <a:pt x="462" y="9831"/>
                </a:lnTo>
                <a:lnTo>
                  <a:pt x="462" y="9320"/>
                </a:lnTo>
                <a:lnTo>
                  <a:pt x="511" y="8809"/>
                </a:lnTo>
                <a:lnTo>
                  <a:pt x="584" y="8298"/>
                </a:lnTo>
                <a:lnTo>
                  <a:pt x="681" y="7787"/>
                </a:lnTo>
                <a:lnTo>
                  <a:pt x="803" y="7300"/>
                </a:lnTo>
                <a:lnTo>
                  <a:pt x="949" y="6813"/>
                </a:lnTo>
                <a:lnTo>
                  <a:pt x="1119" y="6400"/>
                </a:lnTo>
                <a:lnTo>
                  <a:pt x="1314" y="6010"/>
                </a:lnTo>
                <a:lnTo>
                  <a:pt x="1557" y="5621"/>
                </a:lnTo>
                <a:lnTo>
                  <a:pt x="1703" y="5451"/>
                </a:lnTo>
                <a:lnTo>
                  <a:pt x="1849" y="5280"/>
                </a:lnTo>
                <a:lnTo>
                  <a:pt x="2044" y="5134"/>
                </a:lnTo>
                <a:lnTo>
                  <a:pt x="2214" y="4988"/>
                </a:lnTo>
                <a:lnTo>
                  <a:pt x="2409" y="4891"/>
                </a:lnTo>
                <a:lnTo>
                  <a:pt x="2628" y="4794"/>
                </a:lnTo>
                <a:lnTo>
                  <a:pt x="2823" y="4745"/>
                </a:lnTo>
                <a:lnTo>
                  <a:pt x="3066" y="4696"/>
                </a:lnTo>
                <a:lnTo>
                  <a:pt x="3528" y="4623"/>
                </a:lnTo>
                <a:close/>
                <a:moveTo>
                  <a:pt x="3893" y="0"/>
                </a:moveTo>
                <a:lnTo>
                  <a:pt x="3699" y="73"/>
                </a:lnTo>
                <a:lnTo>
                  <a:pt x="3382" y="73"/>
                </a:lnTo>
                <a:lnTo>
                  <a:pt x="3212" y="122"/>
                </a:lnTo>
                <a:lnTo>
                  <a:pt x="3066" y="195"/>
                </a:lnTo>
                <a:lnTo>
                  <a:pt x="2896" y="268"/>
                </a:lnTo>
                <a:lnTo>
                  <a:pt x="2774" y="365"/>
                </a:lnTo>
                <a:lnTo>
                  <a:pt x="2628" y="487"/>
                </a:lnTo>
                <a:lnTo>
                  <a:pt x="2506" y="609"/>
                </a:lnTo>
                <a:lnTo>
                  <a:pt x="2287" y="901"/>
                </a:lnTo>
                <a:lnTo>
                  <a:pt x="2093" y="1217"/>
                </a:lnTo>
                <a:lnTo>
                  <a:pt x="1947" y="1533"/>
                </a:lnTo>
                <a:lnTo>
                  <a:pt x="1874" y="1850"/>
                </a:lnTo>
                <a:lnTo>
                  <a:pt x="1849" y="2044"/>
                </a:lnTo>
                <a:lnTo>
                  <a:pt x="1849" y="2215"/>
                </a:lnTo>
                <a:lnTo>
                  <a:pt x="1874" y="2409"/>
                </a:lnTo>
                <a:lnTo>
                  <a:pt x="1898" y="2580"/>
                </a:lnTo>
                <a:lnTo>
                  <a:pt x="1947" y="2750"/>
                </a:lnTo>
                <a:lnTo>
                  <a:pt x="2020" y="2896"/>
                </a:lnTo>
                <a:lnTo>
                  <a:pt x="2093" y="3066"/>
                </a:lnTo>
                <a:lnTo>
                  <a:pt x="2214" y="3212"/>
                </a:lnTo>
                <a:lnTo>
                  <a:pt x="2312" y="3358"/>
                </a:lnTo>
                <a:lnTo>
                  <a:pt x="2433" y="3480"/>
                </a:lnTo>
                <a:lnTo>
                  <a:pt x="2579" y="3577"/>
                </a:lnTo>
                <a:lnTo>
                  <a:pt x="2725" y="3699"/>
                </a:lnTo>
                <a:lnTo>
                  <a:pt x="2871" y="3772"/>
                </a:lnTo>
                <a:lnTo>
                  <a:pt x="3042" y="3845"/>
                </a:lnTo>
                <a:lnTo>
                  <a:pt x="3212" y="3918"/>
                </a:lnTo>
                <a:lnTo>
                  <a:pt x="3407" y="3966"/>
                </a:lnTo>
                <a:lnTo>
                  <a:pt x="3553" y="3966"/>
                </a:lnTo>
                <a:lnTo>
                  <a:pt x="3528" y="4039"/>
                </a:lnTo>
                <a:lnTo>
                  <a:pt x="3504" y="4234"/>
                </a:lnTo>
                <a:lnTo>
                  <a:pt x="3431" y="4234"/>
                </a:lnTo>
                <a:lnTo>
                  <a:pt x="3188" y="4210"/>
                </a:lnTo>
                <a:lnTo>
                  <a:pt x="2944" y="4210"/>
                </a:lnTo>
                <a:lnTo>
                  <a:pt x="2725" y="4258"/>
                </a:lnTo>
                <a:lnTo>
                  <a:pt x="2506" y="4331"/>
                </a:lnTo>
                <a:lnTo>
                  <a:pt x="2287" y="4404"/>
                </a:lnTo>
                <a:lnTo>
                  <a:pt x="2093" y="4526"/>
                </a:lnTo>
                <a:lnTo>
                  <a:pt x="1898" y="4648"/>
                </a:lnTo>
                <a:lnTo>
                  <a:pt x="1728" y="4794"/>
                </a:lnTo>
                <a:lnTo>
                  <a:pt x="1557" y="4964"/>
                </a:lnTo>
                <a:lnTo>
                  <a:pt x="1387" y="5134"/>
                </a:lnTo>
                <a:lnTo>
                  <a:pt x="1095" y="5499"/>
                </a:lnTo>
                <a:lnTo>
                  <a:pt x="852" y="5913"/>
                </a:lnTo>
                <a:lnTo>
                  <a:pt x="633" y="6327"/>
                </a:lnTo>
                <a:lnTo>
                  <a:pt x="438" y="6862"/>
                </a:lnTo>
                <a:lnTo>
                  <a:pt x="268" y="7446"/>
                </a:lnTo>
                <a:lnTo>
                  <a:pt x="122" y="8006"/>
                </a:lnTo>
                <a:lnTo>
                  <a:pt x="49" y="8614"/>
                </a:lnTo>
                <a:lnTo>
                  <a:pt x="0" y="9198"/>
                </a:lnTo>
                <a:lnTo>
                  <a:pt x="0" y="9806"/>
                </a:lnTo>
                <a:lnTo>
                  <a:pt x="49" y="10390"/>
                </a:lnTo>
                <a:lnTo>
                  <a:pt x="122" y="10974"/>
                </a:lnTo>
                <a:lnTo>
                  <a:pt x="146" y="10974"/>
                </a:lnTo>
                <a:lnTo>
                  <a:pt x="97" y="11193"/>
                </a:lnTo>
                <a:lnTo>
                  <a:pt x="73" y="11412"/>
                </a:lnTo>
                <a:lnTo>
                  <a:pt x="97" y="11631"/>
                </a:lnTo>
                <a:lnTo>
                  <a:pt x="170" y="11777"/>
                </a:lnTo>
                <a:lnTo>
                  <a:pt x="219" y="11899"/>
                </a:lnTo>
                <a:lnTo>
                  <a:pt x="316" y="11972"/>
                </a:lnTo>
                <a:lnTo>
                  <a:pt x="414" y="12069"/>
                </a:lnTo>
                <a:lnTo>
                  <a:pt x="511" y="12142"/>
                </a:lnTo>
                <a:lnTo>
                  <a:pt x="633" y="12191"/>
                </a:lnTo>
                <a:lnTo>
                  <a:pt x="754" y="12215"/>
                </a:lnTo>
                <a:lnTo>
                  <a:pt x="876" y="12215"/>
                </a:lnTo>
                <a:lnTo>
                  <a:pt x="998" y="12166"/>
                </a:lnTo>
                <a:lnTo>
                  <a:pt x="1144" y="12069"/>
                </a:lnTo>
                <a:lnTo>
                  <a:pt x="1241" y="11923"/>
                </a:lnTo>
                <a:lnTo>
                  <a:pt x="1217" y="12604"/>
                </a:lnTo>
                <a:lnTo>
                  <a:pt x="1217" y="13261"/>
                </a:lnTo>
                <a:lnTo>
                  <a:pt x="1217" y="14040"/>
                </a:lnTo>
                <a:lnTo>
                  <a:pt x="1241" y="14819"/>
                </a:lnTo>
                <a:lnTo>
                  <a:pt x="1265" y="15597"/>
                </a:lnTo>
                <a:lnTo>
                  <a:pt x="1314" y="16376"/>
                </a:lnTo>
                <a:lnTo>
                  <a:pt x="1460" y="17958"/>
                </a:lnTo>
                <a:lnTo>
                  <a:pt x="1509" y="18736"/>
                </a:lnTo>
                <a:lnTo>
                  <a:pt x="1509" y="19515"/>
                </a:lnTo>
                <a:lnTo>
                  <a:pt x="1265" y="19685"/>
                </a:lnTo>
                <a:lnTo>
                  <a:pt x="1022" y="19904"/>
                </a:lnTo>
                <a:lnTo>
                  <a:pt x="827" y="20147"/>
                </a:lnTo>
                <a:lnTo>
                  <a:pt x="730" y="20269"/>
                </a:lnTo>
                <a:lnTo>
                  <a:pt x="681" y="20415"/>
                </a:lnTo>
                <a:lnTo>
                  <a:pt x="633" y="20512"/>
                </a:lnTo>
                <a:lnTo>
                  <a:pt x="657" y="20634"/>
                </a:lnTo>
                <a:lnTo>
                  <a:pt x="706" y="20707"/>
                </a:lnTo>
                <a:lnTo>
                  <a:pt x="803" y="20756"/>
                </a:lnTo>
                <a:lnTo>
                  <a:pt x="1119" y="20829"/>
                </a:lnTo>
                <a:lnTo>
                  <a:pt x="1411" y="20829"/>
                </a:lnTo>
                <a:lnTo>
                  <a:pt x="1703" y="20804"/>
                </a:lnTo>
                <a:lnTo>
                  <a:pt x="1995" y="20731"/>
                </a:lnTo>
                <a:lnTo>
                  <a:pt x="2214" y="20634"/>
                </a:lnTo>
                <a:lnTo>
                  <a:pt x="2458" y="20512"/>
                </a:lnTo>
                <a:lnTo>
                  <a:pt x="2555" y="20439"/>
                </a:lnTo>
                <a:lnTo>
                  <a:pt x="2652" y="20366"/>
                </a:lnTo>
                <a:lnTo>
                  <a:pt x="2750" y="20269"/>
                </a:lnTo>
                <a:lnTo>
                  <a:pt x="2798" y="20172"/>
                </a:lnTo>
                <a:lnTo>
                  <a:pt x="2847" y="20123"/>
                </a:lnTo>
                <a:lnTo>
                  <a:pt x="2871" y="20074"/>
                </a:lnTo>
                <a:lnTo>
                  <a:pt x="2969" y="19783"/>
                </a:lnTo>
                <a:lnTo>
                  <a:pt x="3042" y="19466"/>
                </a:lnTo>
                <a:lnTo>
                  <a:pt x="3090" y="19150"/>
                </a:lnTo>
                <a:lnTo>
                  <a:pt x="3139" y="18809"/>
                </a:lnTo>
                <a:lnTo>
                  <a:pt x="3188" y="18152"/>
                </a:lnTo>
                <a:lnTo>
                  <a:pt x="3236" y="17520"/>
                </a:lnTo>
                <a:lnTo>
                  <a:pt x="3285" y="16425"/>
                </a:lnTo>
                <a:lnTo>
                  <a:pt x="3334" y="15330"/>
                </a:lnTo>
                <a:lnTo>
                  <a:pt x="3407" y="14502"/>
                </a:lnTo>
                <a:lnTo>
                  <a:pt x="3480" y="13651"/>
                </a:lnTo>
                <a:lnTo>
                  <a:pt x="3528" y="13164"/>
                </a:lnTo>
                <a:lnTo>
                  <a:pt x="3601" y="12872"/>
                </a:lnTo>
                <a:lnTo>
                  <a:pt x="3650" y="12750"/>
                </a:lnTo>
                <a:lnTo>
                  <a:pt x="3699" y="12629"/>
                </a:lnTo>
                <a:lnTo>
                  <a:pt x="3747" y="12750"/>
                </a:lnTo>
                <a:lnTo>
                  <a:pt x="3796" y="12872"/>
                </a:lnTo>
                <a:lnTo>
                  <a:pt x="3845" y="13164"/>
                </a:lnTo>
                <a:lnTo>
                  <a:pt x="3918" y="13651"/>
                </a:lnTo>
                <a:lnTo>
                  <a:pt x="3991" y="14502"/>
                </a:lnTo>
                <a:lnTo>
                  <a:pt x="4064" y="15330"/>
                </a:lnTo>
                <a:lnTo>
                  <a:pt x="4112" y="16425"/>
                </a:lnTo>
                <a:lnTo>
                  <a:pt x="4161" y="17520"/>
                </a:lnTo>
                <a:lnTo>
                  <a:pt x="4210" y="18152"/>
                </a:lnTo>
                <a:lnTo>
                  <a:pt x="4258" y="18809"/>
                </a:lnTo>
                <a:lnTo>
                  <a:pt x="4307" y="19150"/>
                </a:lnTo>
                <a:lnTo>
                  <a:pt x="4356" y="19466"/>
                </a:lnTo>
                <a:lnTo>
                  <a:pt x="4429" y="19783"/>
                </a:lnTo>
                <a:lnTo>
                  <a:pt x="4526" y="20074"/>
                </a:lnTo>
                <a:lnTo>
                  <a:pt x="4550" y="20123"/>
                </a:lnTo>
                <a:lnTo>
                  <a:pt x="4599" y="20172"/>
                </a:lnTo>
                <a:lnTo>
                  <a:pt x="4648" y="20269"/>
                </a:lnTo>
                <a:lnTo>
                  <a:pt x="4745" y="20366"/>
                </a:lnTo>
                <a:lnTo>
                  <a:pt x="4842" y="20439"/>
                </a:lnTo>
                <a:lnTo>
                  <a:pt x="4940" y="20512"/>
                </a:lnTo>
                <a:lnTo>
                  <a:pt x="5183" y="20634"/>
                </a:lnTo>
                <a:lnTo>
                  <a:pt x="5402" y="20731"/>
                </a:lnTo>
                <a:lnTo>
                  <a:pt x="5694" y="20804"/>
                </a:lnTo>
                <a:lnTo>
                  <a:pt x="5986" y="20829"/>
                </a:lnTo>
                <a:lnTo>
                  <a:pt x="6278" y="20829"/>
                </a:lnTo>
                <a:lnTo>
                  <a:pt x="6594" y="20756"/>
                </a:lnTo>
                <a:lnTo>
                  <a:pt x="6691" y="20707"/>
                </a:lnTo>
                <a:lnTo>
                  <a:pt x="6740" y="20634"/>
                </a:lnTo>
                <a:lnTo>
                  <a:pt x="6740" y="20512"/>
                </a:lnTo>
                <a:lnTo>
                  <a:pt x="6716" y="20415"/>
                </a:lnTo>
                <a:lnTo>
                  <a:pt x="6667" y="20269"/>
                </a:lnTo>
                <a:lnTo>
                  <a:pt x="6570" y="20147"/>
                </a:lnTo>
                <a:lnTo>
                  <a:pt x="6375" y="19904"/>
                </a:lnTo>
                <a:lnTo>
                  <a:pt x="6132" y="19685"/>
                </a:lnTo>
                <a:lnTo>
                  <a:pt x="5864" y="19515"/>
                </a:lnTo>
                <a:lnTo>
                  <a:pt x="5889" y="18736"/>
                </a:lnTo>
                <a:lnTo>
                  <a:pt x="5937" y="17958"/>
                </a:lnTo>
                <a:lnTo>
                  <a:pt x="6059" y="16376"/>
                </a:lnTo>
                <a:lnTo>
                  <a:pt x="6132" y="15597"/>
                </a:lnTo>
                <a:lnTo>
                  <a:pt x="6156" y="14819"/>
                </a:lnTo>
                <a:lnTo>
                  <a:pt x="6180" y="14040"/>
                </a:lnTo>
                <a:lnTo>
                  <a:pt x="6180" y="13261"/>
                </a:lnTo>
                <a:lnTo>
                  <a:pt x="6180" y="12604"/>
                </a:lnTo>
                <a:lnTo>
                  <a:pt x="6156" y="11923"/>
                </a:lnTo>
                <a:lnTo>
                  <a:pt x="6253" y="12069"/>
                </a:lnTo>
                <a:lnTo>
                  <a:pt x="6399" y="12166"/>
                </a:lnTo>
                <a:lnTo>
                  <a:pt x="6521" y="12215"/>
                </a:lnTo>
                <a:lnTo>
                  <a:pt x="6643" y="12215"/>
                </a:lnTo>
                <a:lnTo>
                  <a:pt x="6764" y="12191"/>
                </a:lnTo>
                <a:lnTo>
                  <a:pt x="6886" y="12142"/>
                </a:lnTo>
                <a:lnTo>
                  <a:pt x="6983" y="12069"/>
                </a:lnTo>
                <a:lnTo>
                  <a:pt x="7081" y="11972"/>
                </a:lnTo>
                <a:lnTo>
                  <a:pt x="7178" y="11899"/>
                </a:lnTo>
                <a:lnTo>
                  <a:pt x="7227" y="11777"/>
                </a:lnTo>
                <a:lnTo>
                  <a:pt x="7300" y="11631"/>
                </a:lnTo>
                <a:lnTo>
                  <a:pt x="7324" y="11412"/>
                </a:lnTo>
                <a:lnTo>
                  <a:pt x="7300" y="11193"/>
                </a:lnTo>
                <a:lnTo>
                  <a:pt x="7251" y="10974"/>
                </a:lnTo>
                <a:lnTo>
                  <a:pt x="7275" y="10974"/>
                </a:lnTo>
                <a:lnTo>
                  <a:pt x="7348" y="10390"/>
                </a:lnTo>
                <a:lnTo>
                  <a:pt x="7397" y="9806"/>
                </a:lnTo>
                <a:lnTo>
                  <a:pt x="7397" y="9198"/>
                </a:lnTo>
                <a:lnTo>
                  <a:pt x="7348" y="8614"/>
                </a:lnTo>
                <a:lnTo>
                  <a:pt x="7251" y="8006"/>
                </a:lnTo>
                <a:lnTo>
                  <a:pt x="7129" y="7446"/>
                </a:lnTo>
                <a:lnTo>
                  <a:pt x="6959" y="6862"/>
                </a:lnTo>
                <a:lnTo>
                  <a:pt x="6764" y="6327"/>
                </a:lnTo>
                <a:lnTo>
                  <a:pt x="6545" y="5913"/>
                </a:lnTo>
                <a:lnTo>
                  <a:pt x="6302" y="5499"/>
                </a:lnTo>
                <a:lnTo>
                  <a:pt x="6010" y="5134"/>
                </a:lnTo>
                <a:lnTo>
                  <a:pt x="5840" y="4964"/>
                </a:lnTo>
                <a:lnTo>
                  <a:pt x="5670" y="4794"/>
                </a:lnTo>
                <a:lnTo>
                  <a:pt x="5499" y="4648"/>
                </a:lnTo>
                <a:lnTo>
                  <a:pt x="5305" y="4526"/>
                </a:lnTo>
                <a:lnTo>
                  <a:pt x="5110" y="4404"/>
                </a:lnTo>
                <a:lnTo>
                  <a:pt x="4891" y="4331"/>
                </a:lnTo>
                <a:lnTo>
                  <a:pt x="4672" y="4258"/>
                </a:lnTo>
                <a:lnTo>
                  <a:pt x="4453" y="4210"/>
                </a:lnTo>
                <a:lnTo>
                  <a:pt x="4210" y="4210"/>
                </a:lnTo>
                <a:lnTo>
                  <a:pt x="3966" y="4234"/>
                </a:lnTo>
                <a:lnTo>
                  <a:pt x="3966" y="4210"/>
                </a:lnTo>
                <a:lnTo>
                  <a:pt x="3966" y="4185"/>
                </a:lnTo>
                <a:lnTo>
                  <a:pt x="3966" y="4137"/>
                </a:lnTo>
                <a:lnTo>
                  <a:pt x="3942" y="4039"/>
                </a:lnTo>
                <a:lnTo>
                  <a:pt x="3918" y="3966"/>
                </a:lnTo>
                <a:lnTo>
                  <a:pt x="4064" y="3942"/>
                </a:lnTo>
                <a:lnTo>
                  <a:pt x="4210" y="3893"/>
                </a:lnTo>
                <a:lnTo>
                  <a:pt x="4356" y="3845"/>
                </a:lnTo>
                <a:lnTo>
                  <a:pt x="4477" y="3772"/>
                </a:lnTo>
                <a:lnTo>
                  <a:pt x="4721" y="3602"/>
                </a:lnTo>
                <a:lnTo>
                  <a:pt x="4940" y="3383"/>
                </a:lnTo>
                <a:lnTo>
                  <a:pt x="5110" y="3115"/>
                </a:lnTo>
                <a:lnTo>
                  <a:pt x="5232" y="2847"/>
                </a:lnTo>
                <a:lnTo>
                  <a:pt x="5353" y="2531"/>
                </a:lnTo>
                <a:lnTo>
                  <a:pt x="5402" y="2215"/>
                </a:lnTo>
                <a:lnTo>
                  <a:pt x="5426" y="2069"/>
                </a:lnTo>
                <a:lnTo>
                  <a:pt x="5402" y="1898"/>
                </a:lnTo>
                <a:lnTo>
                  <a:pt x="5378" y="1704"/>
                </a:lnTo>
                <a:lnTo>
                  <a:pt x="5329" y="1485"/>
                </a:lnTo>
                <a:lnTo>
                  <a:pt x="5280" y="1290"/>
                </a:lnTo>
                <a:lnTo>
                  <a:pt x="5183" y="1095"/>
                </a:lnTo>
                <a:lnTo>
                  <a:pt x="5086" y="876"/>
                </a:lnTo>
                <a:lnTo>
                  <a:pt x="4988" y="682"/>
                </a:lnTo>
                <a:lnTo>
                  <a:pt x="4867" y="511"/>
                </a:lnTo>
                <a:lnTo>
                  <a:pt x="4721" y="365"/>
                </a:lnTo>
                <a:lnTo>
                  <a:pt x="4575" y="219"/>
                </a:lnTo>
                <a:lnTo>
                  <a:pt x="4429" y="122"/>
                </a:lnTo>
                <a:lnTo>
                  <a:pt x="4258" y="49"/>
                </a:lnTo>
                <a:lnTo>
                  <a:pt x="408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26" name="Google Shape;826;p39"/>
          <p:cNvSpPr/>
          <p:nvPr/>
        </p:nvSpPr>
        <p:spPr>
          <a:xfrm>
            <a:off x="3912065" y="2092193"/>
            <a:ext cx="147325" cy="348871"/>
          </a:xfrm>
          <a:custGeom>
            <a:avLst/>
            <a:gdLst/>
            <a:ahLst/>
            <a:cxnLst/>
            <a:rect l="l" t="t" r="r" b="b"/>
            <a:pathLst>
              <a:path w="6741" h="15963" extrusionOk="0">
                <a:moveTo>
                  <a:pt x="3431" y="439"/>
                </a:moveTo>
                <a:lnTo>
                  <a:pt x="3577" y="488"/>
                </a:lnTo>
                <a:lnTo>
                  <a:pt x="3748" y="536"/>
                </a:lnTo>
                <a:lnTo>
                  <a:pt x="3699" y="609"/>
                </a:lnTo>
                <a:lnTo>
                  <a:pt x="3699" y="682"/>
                </a:lnTo>
                <a:lnTo>
                  <a:pt x="3723" y="731"/>
                </a:lnTo>
                <a:lnTo>
                  <a:pt x="3748" y="755"/>
                </a:lnTo>
                <a:lnTo>
                  <a:pt x="3845" y="780"/>
                </a:lnTo>
                <a:lnTo>
                  <a:pt x="3918" y="780"/>
                </a:lnTo>
                <a:lnTo>
                  <a:pt x="3991" y="755"/>
                </a:lnTo>
                <a:lnTo>
                  <a:pt x="4088" y="731"/>
                </a:lnTo>
                <a:lnTo>
                  <a:pt x="4161" y="780"/>
                </a:lnTo>
                <a:lnTo>
                  <a:pt x="4088" y="828"/>
                </a:lnTo>
                <a:lnTo>
                  <a:pt x="4040" y="853"/>
                </a:lnTo>
                <a:lnTo>
                  <a:pt x="4015" y="926"/>
                </a:lnTo>
                <a:lnTo>
                  <a:pt x="3991" y="974"/>
                </a:lnTo>
                <a:lnTo>
                  <a:pt x="3967" y="1047"/>
                </a:lnTo>
                <a:lnTo>
                  <a:pt x="3991" y="1072"/>
                </a:lnTo>
                <a:lnTo>
                  <a:pt x="4015" y="1096"/>
                </a:lnTo>
                <a:lnTo>
                  <a:pt x="4137" y="1096"/>
                </a:lnTo>
                <a:lnTo>
                  <a:pt x="4259" y="1072"/>
                </a:lnTo>
                <a:lnTo>
                  <a:pt x="4429" y="999"/>
                </a:lnTo>
                <a:lnTo>
                  <a:pt x="4502" y="1096"/>
                </a:lnTo>
                <a:lnTo>
                  <a:pt x="4332" y="1193"/>
                </a:lnTo>
                <a:lnTo>
                  <a:pt x="4186" y="1291"/>
                </a:lnTo>
                <a:lnTo>
                  <a:pt x="4137" y="1339"/>
                </a:lnTo>
                <a:lnTo>
                  <a:pt x="4113" y="1388"/>
                </a:lnTo>
                <a:lnTo>
                  <a:pt x="4113" y="1412"/>
                </a:lnTo>
                <a:lnTo>
                  <a:pt x="4113" y="1436"/>
                </a:lnTo>
                <a:lnTo>
                  <a:pt x="4210" y="1485"/>
                </a:lnTo>
                <a:lnTo>
                  <a:pt x="4307" y="1485"/>
                </a:lnTo>
                <a:lnTo>
                  <a:pt x="4405" y="1461"/>
                </a:lnTo>
                <a:lnTo>
                  <a:pt x="4551" y="1436"/>
                </a:lnTo>
                <a:lnTo>
                  <a:pt x="4672" y="1364"/>
                </a:lnTo>
                <a:lnTo>
                  <a:pt x="4745" y="1509"/>
                </a:lnTo>
                <a:lnTo>
                  <a:pt x="4429" y="1582"/>
                </a:lnTo>
                <a:lnTo>
                  <a:pt x="4332" y="1631"/>
                </a:lnTo>
                <a:lnTo>
                  <a:pt x="4210" y="1680"/>
                </a:lnTo>
                <a:lnTo>
                  <a:pt x="4113" y="1753"/>
                </a:lnTo>
                <a:lnTo>
                  <a:pt x="4040" y="1826"/>
                </a:lnTo>
                <a:lnTo>
                  <a:pt x="4040" y="1874"/>
                </a:lnTo>
                <a:lnTo>
                  <a:pt x="4064" y="1899"/>
                </a:lnTo>
                <a:lnTo>
                  <a:pt x="4283" y="1899"/>
                </a:lnTo>
                <a:lnTo>
                  <a:pt x="4502" y="1850"/>
                </a:lnTo>
                <a:lnTo>
                  <a:pt x="4818" y="1801"/>
                </a:lnTo>
                <a:lnTo>
                  <a:pt x="4818" y="1947"/>
                </a:lnTo>
                <a:lnTo>
                  <a:pt x="4794" y="2093"/>
                </a:lnTo>
                <a:lnTo>
                  <a:pt x="4794" y="2118"/>
                </a:lnTo>
                <a:lnTo>
                  <a:pt x="4770" y="2118"/>
                </a:lnTo>
                <a:lnTo>
                  <a:pt x="4502" y="2166"/>
                </a:lnTo>
                <a:lnTo>
                  <a:pt x="4234" y="2264"/>
                </a:lnTo>
                <a:lnTo>
                  <a:pt x="4015" y="2312"/>
                </a:lnTo>
                <a:lnTo>
                  <a:pt x="3894" y="2361"/>
                </a:lnTo>
                <a:lnTo>
                  <a:pt x="3796" y="2410"/>
                </a:lnTo>
                <a:lnTo>
                  <a:pt x="3796" y="2434"/>
                </a:lnTo>
                <a:lnTo>
                  <a:pt x="3796" y="2483"/>
                </a:lnTo>
                <a:lnTo>
                  <a:pt x="3821" y="2531"/>
                </a:lnTo>
                <a:lnTo>
                  <a:pt x="3894" y="2580"/>
                </a:lnTo>
                <a:lnTo>
                  <a:pt x="3991" y="2604"/>
                </a:lnTo>
                <a:lnTo>
                  <a:pt x="4210" y="2604"/>
                </a:lnTo>
                <a:lnTo>
                  <a:pt x="4453" y="2580"/>
                </a:lnTo>
                <a:lnTo>
                  <a:pt x="4672" y="2507"/>
                </a:lnTo>
                <a:lnTo>
                  <a:pt x="4672" y="2507"/>
                </a:lnTo>
                <a:lnTo>
                  <a:pt x="4526" y="2750"/>
                </a:lnTo>
                <a:lnTo>
                  <a:pt x="4283" y="2750"/>
                </a:lnTo>
                <a:lnTo>
                  <a:pt x="4064" y="2775"/>
                </a:lnTo>
                <a:lnTo>
                  <a:pt x="3845" y="2823"/>
                </a:lnTo>
                <a:lnTo>
                  <a:pt x="3723" y="2848"/>
                </a:lnTo>
                <a:lnTo>
                  <a:pt x="3626" y="2896"/>
                </a:lnTo>
                <a:lnTo>
                  <a:pt x="3626" y="2921"/>
                </a:lnTo>
                <a:lnTo>
                  <a:pt x="3602" y="2969"/>
                </a:lnTo>
                <a:lnTo>
                  <a:pt x="3626" y="2994"/>
                </a:lnTo>
                <a:lnTo>
                  <a:pt x="3650" y="2994"/>
                </a:lnTo>
                <a:lnTo>
                  <a:pt x="3918" y="3091"/>
                </a:lnTo>
                <a:lnTo>
                  <a:pt x="4064" y="3115"/>
                </a:lnTo>
                <a:lnTo>
                  <a:pt x="4234" y="3115"/>
                </a:lnTo>
                <a:lnTo>
                  <a:pt x="4040" y="3286"/>
                </a:lnTo>
                <a:lnTo>
                  <a:pt x="3869" y="3213"/>
                </a:lnTo>
                <a:lnTo>
                  <a:pt x="3675" y="3188"/>
                </a:lnTo>
                <a:lnTo>
                  <a:pt x="3504" y="3213"/>
                </a:lnTo>
                <a:lnTo>
                  <a:pt x="3407" y="3237"/>
                </a:lnTo>
                <a:lnTo>
                  <a:pt x="3358" y="3286"/>
                </a:lnTo>
                <a:lnTo>
                  <a:pt x="3334" y="3310"/>
                </a:lnTo>
                <a:lnTo>
                  <a:pt x="3334" y="3334"/>
                </a:lnTo>
                <a:lnTo>
                  <a:pt x="3358" y="3407"/>
                </a:lnTo>
                <a:lnTo>
                  <a:pt x="3480" y="3456"/>
                </a:lnTo>
                <a:lnTo>
                  <a:pt x="3602" y="3480"/>
                </a:lnTo>
                <a:lnTo>
                  <a:pt x="3383" y="3480"/>
                </a:lnTo>
                <a:lnTo>
                  <a:pt x="3139" y="3456"/>
                </a:lnTo>
                <a:lnTo>
                  <a:pt x="2920" y="3383"/>
                </a:lnTo>
                <a:lnTo>
                  <a:pt x="2701" y="3261"/>
                </a:lnTo>
                <a:lnTo>
                  <a:pt x="2507" y="3115"/>
                </a:lnTo>
                <a:lnTo>
                  <a:pt x="2337" y="2945"/>
                </a:lnTo>
                <a:lnTo>
                  <a:pt x="2191" y="2750"/>
                </a:lnTo>
                <a:lnTo>
                  <a:pt x="2093" y="2531"/>
                </a:lnTo>
                <a:lnTo>
                  <a:pt x="2020" y="2288"/>
                </a:lnTo>
                <a:lnTo>
                  <a:pt x="1996" y="2069"/>
                </a:lnTo>
                <a:lnTo>
                  <a:pt x="1972" y="1826"/>
                </a:lnTo>
                <a:lnTo>
                  <a:pt x="2020" y="1582"/>
                </a:lnTo>
                <a:lnTo>
                  <a:pt x="2069" y="1364"/>
                </a:lnTo>
                <a:lnTo>
                  <a:pt x="2191" y="1169"/>
                </a:lnTo>
                <a:lnTo>
                  <a:pt x="2312" y="974"/>
                </a:lnTo>
                <a:lnTo>
                  <a:pt x="2483" y="828"/>
                </a:lnTo>
                <a:lnTo>
                  <a:pt x="2653" y="731"/>
                </a:lnTo>
                <a:lnTo>
                  <a:pt x="2799" y="658"/>
                </a:lnTo>
                <a:lnTo>
                  <a:pt x="2896" y="682"/>
                </a:lnTo>
                <a:lnTo>
                  <a:pt x="2969" y="682"/>
                </a:lnTo>
                <a:lnTo>
                  <a:pt x="3042" y="658"/>
                </a:lnTo>
                <a:lnTo>
                  <a:pt x="3115" y="561"/>
                </a:lnTo>
                <a:lnTo>
                  <a:pt x="3261" y="512"/>
                </a:lnTo>
                <a:lnTo>
                  <a:pt x="3431" y="439"/>
                </a:lnTo>
                <a:close/>
                <a:moveTo>
                  <a:pt x="3869" y="4454"/>
                </a:moveTo>
                <a:lnTo>
                  <a:pt x="4137" y="4478"/>
                </a:lnTo>
                <a:lnTo>
                  <a:pt x="4040" y="4575"/>
                </a:lnTo>
                <a:lnTo>
                  <a:pt x="4015" y="4624"/>
                </a:lnTo>
                <a:lnTo>
                  <a:pt x="4015" y="4673"/>
                </a:lnTo>
                <a:lnTo>
                  <a:pt x="4064" y="4721"/>
                </a:lnTo>
                <a:lnTo>
                  <a:pt x="4113" y="4770"/>
                </a:lnTo>
                <a:lnTo>
                  <a:pt x="4186" y="4770"/>
                </a:lnTo>
                <a:lnTo>
                  <a:pt x="4429" y="4697"/>
                </a:lnTo>
                <a:lnTo>
                  <a:pt x="4672" y="4624"/>
                </a:lnTo>
                <a:lnTo>
                  <a:pt x="4745" y="4600"/>
                </a:lnTo>
                <a:lnTo>
                  <a:pt x="4867" y="4648"/>
                </a:lnTo>
                <a:lnTo>
                  <a:pt x="4745" y="4673"/>
                </a:lnTo>
                <a:lnTo>
                  <a:pt x="4648" y="4721"/>
                </a:lnTo>
                <a:lnTo>
                  <a:pt x="4526" y="4770"/>
                </a:lnTo>
                <a:lnTo>
                  <a:pt x="4478" y="4867"/>
                </a:lnTo>
                <a:lnTo>
                  <a:pt x="4453" y="4940"/>
                </a:lnTo>
                <a:lnTo>
                  <a:pt x="4478" y="4965"/>
                </a:lnTo>
                <a:lnTo>
                  <a:pt x="4502" y="4965"/>
                </a:lnTo>
                <a:lnTo>
                  <a:pt x="4624" y="4989"/>
                </a:lnTo>
                <a:lnTo>
                  <a:pt x="4770" y="4965"/>
                </a:lnTo>
                <a:lnTo>
                  <a:pt x="5013" y="4940"/>
                </a:lnTo>
                <a:lnTo>
                  <a:pt x="5183" y="4940"/>
                </a:lnTo>
                <a:lnTo>
                  <a:pt x="5329" y="4916"/>
                </a:lnTo>
                <a:lnTo>
                  <a:pt x="5378" y="4965"/>
                </a:lnTo>
                <a:lnTo>
                  <a:pt x="5232" y="4989"/>
                </a:lnTo>
                <a:lnTo>
                  <a:pt x="5110" y="5038"/>
                </a:lnTo>
                <a:lnTo>
                  <a:pt x="5013" y="5111"/>
                </a:lnTo>
                <a:lnTo>
                  <a:pt x="4964" y="5232"/>
                </a:lnTo>
                <a:lnTo>
                  <a:pt x="4964" y="5281"/>
                </a:lnTo>
                <a:lnTo>
                  <a:pt x="4989" y="5305"/>
                </a:lnTo>
                <a:lnTo>
                  <a:pt x="5086" y="5354"/>
                </a:lnTo>
                <a:lnTo>
                  <a:pt x="5159" y="5354"/>
                </a:lnTo>
                <a:lnTo>
                  <a:pt x="5354" y="5330"/>
                </a:lnTo>
                <a:lnTo>
                  <a:pt x="5694" y="5330"/>
                </a:lnTo>
                <a:lnTo>
                  <a:pt x="5792" y="5476"/>
                </a:lnTo>
                <a:lnTo>
                  <a:pt x="5621" y="5524"/>
                </a:lnTo>
                <a:lnTo>
                  <a:pt x="5475" y="5597"/>
                </a:lnTo>
                <a:lnTo>
                  <a:pt x="5451" y="5622"/>
                </a:lnTo>
                <a:lnTo>
                  <a:pt x="5475" y="5646"/>
                </a:lnTo>
                <a:lnTo>
                  <a:pt x="5548" y="5695"/>
                </a:lnTo>
                <a:lnTo>
                  <a:pt x="5646" y="5719"/>
                </a:lnTo>
                <a:lnTo>
                  <a:pt x="5816" y="5743"/>
                </a:lnTo>
                <a:lnTo>
                  <a:pt x="5938" y="5743"/>
                </a:lnTo>
                <a:lnTo>
                  <a:pt x="6011" y="5914"/>
                </a:lnTo>
                <a:lnTo>
                  <a:pt x="5840" y="5962"/>
                </a:lnTo>
                <a:lnTo>
                  <a:pt x="5767" y="5987"/>
                </a:lnTo>
                <a:lnTo>
                  <a:pt x="5719" y="6035"/>
                </a:lnTo>
                <a:lnTo>
                  <a:pt x="5694" y="6084"/>
                </a:lnTo>
                <a:lnTo>
                  <a:pt x="5719" y="6108"/>
                </a:lnTo>
                <a:lnTo>
                  <a:pt x="5913" y="6157"/>
                </a:lnTo>
                <a:lnTo>
                  <a:pt x="6108" y="6181"/>
                </a:lnTo>
                <a:lnTo>
                  <a:pt x="6157" y="6400"/>
                </a:lnTo>
                <a:lnTo>
                  <a:pt x="6084" y="6400"/>
                </a:lnTo>
                <a:lnTo>
                  <a:pt x="5938" y="6425"/>
                </a:lnTo>
                <a:lnTo>
                  <a:pt x="5889" y="6473"/>
                </a:lnTo>
                <a:lnTo>
                  <a:pt x="5816" y="6522"/>
                </a:lnTo>
                <a:lnTo>
                  <a:pt x="5816" y="6546"/>
                </a:lnTo>
                <a:lnTo>
                  <a:pt x="5816" y="6595"/>
                </a:lnTo>
                <a:lnTo>
                  <a:pt x="5840" y="6644"/>
                </a:lnTo>
                <a:lnTo>
                  <a:pt x="5889" y="6692"/>
                </a:lnTo>
                <a:lnTo>
                  <a:pt x="5962" y="6717"/>
                </a:lnTo>
                <a:lnTo>
                  <a:pt x="6084" y="6717"/>
                </a:lnTo>
                <a:lnTo>
                  <a:pt x="6230" y="6692"/>
                </a:lnTo>
                <a:lnTo>
                  <a:pt x="6278" y="6887"/>
                </a:lnTo>
                <a:lnTo>
                  <a:pt x="6059" y="6887"/>
                </a:lnTo>
                <a:lnTo>
                  <a:pt x="6035" y="6911"/>
                </a:lnTo>
                <a:lnTo>
                  <a:pt x="6011" y="6936"/>
                </a:lnTo>
                <a:lnTo>
                  <a:pt x="6011" y="6984"/>
                </a:lnTo>
                <a:lnTo>
                  <a:pt x="6035" y="7033"/>
                </a:lnTo>
                <a:lnTo>
                  <a:pt x="6084" y="7082"/>
                </a:lnTo>
                <a:lnTo>
                  <a:pt x="6157" y="7106"/>
                </a:lnTo>
                <a:lnTo>
                  <a:pt x="6303" y="7130"/>
                </a:lnTo>
                <a:lnTo>
                  <a:pt x="6327" y="7301"/>
                </a:lnTo>
                <a:lnTo>
                  <a:pt x="6157" y="7301"/>
                </a:lnTo>
                <a:lnTo>
                  <a:pt x="6084" y="7325"/>
                </a:lnTo>
                <a:lnTo>
                  <a:pt x="6035" y="7374"/>
                </a:lnTo>
                <a:lnTo>
                  <a:pt x="6011" y="7447"/>
                </a:lnTo>
                <a:lnTo>
                  <a:pt x="6011" y="7471"/>
                </a:lnTo>
                <a:lnTo>
                  <a:pt x="6035" y="7520"/>
                </a:lnTo>
                <a:lnTo>
                  <a:pt x="6084" y="7544"/>
                </a:lnTo>
                <a:lnTo>
                  <a:pt x="6132" y="7568"/>
                </a:lnTo>
                <a:lnTo>
                  <a:pt x="6254" y="7593"/>
                </a:lnTo>
                <a:lnTo>
                  <a:pt x="6351" y="7617"/>
                </a:lnTo>
                <a:lnTo>
                  <a:pt x="6351" y="7739"/>
                </a:lnTo>
                <a:lnTo>
                  <a:pt x="6157" y="7739"/>
                </a:lnTo>
                <a:lnTo>
                  <a:pt x="6132" y="7763"/>
                </a:lnTo>
                <a:lnTo>
                  <a:pt x="6084" y="7787"/>
                </a:lnTo>
                <a:lnTo>
                  <a:pt x="6059" y="7860"/>
                </a:lnTo>
                <a:lnTo>
                  <a:pt x="6059" y="7885"/>
                </a:lnTo>
                <a:lnTo>
                  <a:pt x="6059" y="7909"/>
                </a:lnTo>
                <a:lnTo>
                  <a:pt x="6132" y="7982"/>
                </a:lnTo>
                <a:lnTo>
                  <a:pt x="6230" y="8006"/>
                </a:lnTo>
                <a:lnTo>
                  <a:pt x="6327" y="8031"/>
                </a:lnTo>
                <a:lnTo>
                  <a:pt x="6327" y="8177"/>
                </a:lnTo>
                <a:lnTo>
                  <a:pt x="6205" y="8201"/>
                </a:lnTo>
                <a:lnTo>
                  <a:pt x="6157" y="8225"/>
                </a:lnTo>
                <a:lnTo>
                  <a:pt x="6108" y="8250"/>
                </a:lnTo>
                <a:lnTo>
                  <a:pt x="6084" y="8298"/>
                </a:lnTo>
                <a:lnTo>
                  <a:pt x="6084" y="8323"/>
                </a:lnTo>
                <a:lnTo>
                  <a:pt x="6084" y="8371"/>
                </a:lnTo>
                <a:lnTo>
                  <a:pt x="6108" y="8420"/>
                </a:lnTo>
                <a:lnTo>
                  <a:pt x="6205" y="8469"/>
                </a:lnTo>
                <a:lnTo>
                  <a:pt x="6303" y="8469"/>
                </a:lnTo>
                <a:lnTo>
                  <a:pt x="6278" y="8590"/>
                </a:lnTo>
                <a:lnTo>
                  <a:pt x="6205" y="8639"/>
                </a:lnTo>
                <a:lnTo>
                  <a:pt x="6181" y="8712"/>
                </a:lnTo>
                <a:lnTo>
                  <a:pt x="6181" y="8809"/>
                </a:lnTo>
                <a:lnTo>
                  <a:pt x="6205" y="8834"/>
                </a:lnTo>
                <a:lnTo>
                  <a:pt x="6254" y="8882"/>
                </a:lnTo>
                <a:lnTo>
                  <a:pt x="6327" y="8907"/>
                </a:lnTo>
                <a:lnTo>
                  <a:pt x="6327" y="8931"/>
                </a:lnTo>
                <a:lnTo>
                  <a:pt x="6327" y="8980"/>
                </a:lnTo>
                <a:lnTo>
                  <a:pt x="6303" y="9028"/>
                </a:lnTo>
                <a:lnTo>
                  <a:pt x="6254" y="9101"/>
                </a:lnTo>
                <a:lnTo>
                  <a:pt x="6157" y="9199"/>
                </a:lnTo>
                <a:lnTo>
                  <a:pt x="6084" y="9223"/>
                </a:lnTo>
                <a:lnTo>
                  <a:pt x="6011" y="9199"/>
                </a:lnTo>
                <a:lnTo>
                  <a:pt x="5962" y="9174"/>
                </a:lnTo>
                <a:lnTo>
                  <a:pt x="5913" y="9126"/>
                </a:lnTo>
                <a:lnTo>
                  <a:pt x="5865" y="9053"/>
                </a:lnTo>
                <a:lnTo>
                  <a:pt x="5865" y="9004"/>
                </a:lnTo>
                <a:lnTo>
                  <a:pt x="5865" y="8858"/>
                </a:lnTo>
                <a:lnTo>
                  <a:pt x="5865" y="8834"/>
                </a:lnTo>
                <a:lnTo>
                  <a:pt x="5913" y="8542"/>
                </a:lnTo>
                <a:lnTo>
                  <a:pt x="5938" y="8201"/>
                </a:lnTo>
                <a:lnTo>
                  <a:pt x="5913" y="7812"/>
                </a:lnTo>
                <a:lnTo>
                  <a:pt x="5865" y="7398"/>
                </a:lnTo>
                <a:lnTo>
                  <a:pt x="5792" y="7009"/>
                </a:lnTo>
                <a:lnTo>
                  <a:pt x="5719" y="6838"/>
                </a:lnTo>
                <a:lnTo>
                  <a:pt x="5646" y="6668"/>
                </a:lnTo>
                <a:lnTo>
                  <a:pt x="5548" y="6522"/>
                </a:lnTo>
                <a:lnTo>
                  <a:pt x="5451" y="6400"/>
                </a:lnTo>
                <a:lnTo>
                  <a:pt x="5329" y="6327"/>
                </a:lnTo>
                <a:lnTo>
                  <a:pt x="5208" y="6254"/>
                </a:lnTo>
                <a:lnTo>
                  <a:pt x="5135" y="6254"/>
                </a:lnTo>
                <a:lnTo>
                  <a:pt x="5086" y="6279"/>
                </a:lnTo>
                <a:lnTo>
                  <a:pt x="5062" y="6327"/>
                </a:lnTo>
                <a:lnTo>
                  <a:pt x="5037" y="6376"/>
                </a:lnTo>
                <a:lnTo>
                  <a:pt x="4818" y="6376"/>
                </a:lnTo>
                <a:lnTo>
                  <a:pt x="4745" y="6400"/>
                </a:lnTo>
                <a:lnTo>
                  <a:pt x="4672" y="6449"/>
                </a:lnTo>
                <a:lnTo>
                  <a:pt x="4648" y="6546"/>
                </a:lnTo>
                <a:lnTo>
                  <a:pt x="4672" y="6571"/>
                </a:lnTo>
                <a:lnTo>
                  <a:pt x="4697" y="6595"/>
                </a:lnTo>
                <a:lnTo>
                  <a:pt x="4770" y="6619"/>
                </a:lnTo>
                <a:lnTo>
                  <a:pt x="4867" y="6619"/>
                </a:lnTo>
                <a:lnTo>
                  <a:pt x="4964" y="6644"/>
                </a:lnTo>
                <a:lnTo>
                  <a:pt x="4916" y="6887"/>
                </a:lnTo>
                <a:lnTo>
                  <a:pt x="4770" y="6911"/>
                </a:lnTo>
                <a:lnTo>
                  <a:pt x="4624" y="6960"/>
                </a:lnTo>
                <a:lnTo>
                  <a:pt x="4478" y="7033"/>
                </a:lnTo>
                <a:lnTo>
                  <a:pt x="4356" y="7130"/>
                </a:lnTo>
                <a:lnTo>
                  <a:pt x="4356" y="7155"/>
                </a:lnTo>
                <a:lnTo>
                  <a:pt x="4356" y="7179"/>
                </a:lnTo>
                <a:lnTo>
                  <a:pt x="4356" y="7203"/>
                </a:lnTo>
                <a:lnTo>
                  <a:pt x="4380" y="7228"/>
                </a:lnTo>
                <a:lnTo>
                  <a:pt x="4648" y="7228"/>
                </a:lnTo>
                <a:lnTo>
                  <a:pt x="4916" y="7203"/>
                </a:lnTo>
                <a:lnTo>
                  <a:pt x="4916" y="7349"/>
                </a:lnTo>
                <a:lnTo>
                  <a:pt x="4770" y="7374"/>
                </a:lnTo>
                <a:lnTo>
                  <a:pt x="4672" y="7398"/>
                </a:lnTo>
                <a:lnTo>
                  <a:pt x="4575" y="7422"/>
                </a:lnTo>
                <a:lnTo>
                  <a:pt x="4478" y="7471"/>
                </a:lnTo>
                <a:lnTo>
                  <a:pt x="4405" y="7544"/>
                </a:lnTo>
                <a:lnTo>
                  <a:pt x="4405" y="7568"/>
                </a:lnTo>
                <a:lnTo>
                  <a:pt x="4405" y="7593"/>
                </a:lnTo>
                <a:lnTo>
                  <a:pt x="4502" y="7641"/>
                </a:lnTo>
                <a:lnTo>
                  <a:pt x="4624" y="7666"/>
                </a:lnTo>
                <a:lnTo>
                  <a:pt x="4770" y="7690"/>
                </a:lnTo>
                <a:lnTo>
                  <a:pt x="4916" y="7690"/>
                </a:lnTo>
                <a:lnTo>
                  <a:pt x="4916" y="7909"/>
                </a:lnTo>
                <a:lnTo>
                  <a:pt x="4697" y="7909"/>
                </a:lnTo>
                <a:lnTo>
                  <a:pt x="4478" y="7958"/>
                </a:lnTo>
                <a:lnTo>
                  <a:pt x="4405" y="7982"/>
                </a:lnTo>
                <a:lnTo>
                  <a:pt x="4332" y="8031"/>
                </a:lnTo>
                <a:lnTo>
                  <a:pt x="4307" y="8079"/>
                </a:lnTo>
                <a:lnTo>
                  <a:pt x="4307" y="8128"/>
                </a:lnTo>
                <a:lnTo>
                  <a:pt x="4332" y="8152"/>
                </a:lnTo>
                <a:lnTo>
                  <a:pt x="4405" y="8201"/>
                </a:lnTo>
                <a:lnTo>
                  <a:pt x="4526" y="8225"/>
                </a:lnTo>
                <a:lnTo>
                  <a:pt x="4794" y="8201"/>
                </a:lnTo>
                <a:lnTo>
                  <a:pt x="4916" y="8201"/>
                </a:lnTo>
                <a:lnTo>
                  <a:pt x="4916" y="8420"/>
                </a:lnTo>
                <a:lnTo>
                  <a:pt x="4770" y="8396"/>
                </a:lnTo>
                <a:lnTo>
                  <a:pt x="4648" y="8420"/>
                </a:lnTo>
                <a:lnTo>
                  <a:pt x="4478" y="8469"/>
                </a:lnTo>
                <a:lnTo>
                  <a:pt x="4405" y="8493"/>
                </a:lnTo>
                <a:lnTo>
                  <a:pt x="4332" y="8542"/>
                </a:lnTo>
                <a:lnTo>
                  <a:pt x="4307" y="8566"/>
                </a:lnTo>
                <a:lnTo>
                  <a:pt x="4307" y="8590"/>
                </a:lnTo>
                <a:lnTo>
                  <a:pt x="4356" y="8639"/>
                </a:lnTo>
                <a:lnTo>
                  <a:pt x="4429" y="8688"/>
                </a:lnTo>
                <a:lnTo>
                  <a:pt x="4502" y="8712"/>
                </a:lnTo>
                <a:lnTo>
                  <a:pt x="4672" y="8736"/>
                </a:lnTo>
                <a:lnTo>
                  <a:pt x="4794" y="8736"/>
                </a:lnTo>
                <a:lnTo>
                  <a:pt x="4916" y="8712"/>
                </a:lnTo>
                <a:lnTo>
                  <a:pt x="4916" y="8980"/>
                </a:lnTo>
                <a:lnTo>
                  <a:pt x="4770" y="9004"/>
                </a:lnTo>
                <a:lnTo>
                  <a:pt x="4624" y="9028"/>
                </a:lnTo>
                <a:lnTo>
                  <a:pt x="4356" y="9126"/>
                </a:lnTo>
                <a:lnTo>
                  <a:pt x="4332" y="9150"/>
                </a:lnTo>
                <a:lnTo>
                  <a:pt x="4356" y="9174"/>
                </a:lnTo>
                <a:lnTo>
                  <a:pt x="4478" y="9223"/>
                </a:lnTo>
                <a:lnTo>
                  <a:pt x="4599" y="9247"/>
                </a:lnTo>
                <a:lnTo>
                  <a:pt x="4843" y="9247"/>
                </a:lnTo>
                <a:lnTo>
                  <a:pt x="4940" y="9223"/>
                </a:lnTo>
                <a:lnTo>
                  <a:pt x="4940" y="9466"/>
                </a:lnTo>
                <a:lnTo>
                  <a:pt x="4770" y="9490"/>
                </a:lnTo>
                <a:lnTo>
                  <a:pt x="4575" y="9515"/>
                </a:lnTo>
                <a:lnTo>
                  <a:pt x="4380" y="9563"/>
                </a:lnTo>
                <a:lnTo>
                  <a:pt x="4356" y="9588"/>
                </a:lnTo>
                <a:lnTo>
                  <a:pt x="4332" y="9661"/>
                </a:lnTo>
                <a:lnTo>
                  <a:pt x="4332" y="9709"/>
                </a:lnTo>
                <a:lnTo>
                  <a:pt x="4356" y="9758"/>
                </a:lnTo>
                <a:lnTo>
                  <a:pt x="4453" y="9807"/>
                </a:lnTo>
                <a:lnTo>
                  <a:pt x="4526" y="9831"/>
                </a:lnTo>
                <a:lnTo>
                  <a:pt x="4721" y="9855"/>
                </a:lnTo>
                <a:lnTo>
                  <a:pt x="4964" y="9855"/>
                </a:lnTo>
                <a:lnTo>
                  <a:pt x="4964" y="10026"/>
                </a:lnTo>
                <a:lnTo>
                  <a:pt x="4818" y="10026"/>
                </a:lnTo>
                <a:lnTo>
                  <a:pt x="4672" y="10050"/>
                </a:lnTo>
                <a:lnTo>
                  <a:pt x="4551" y="10099"/>
                </a:lnTo>
                <a:lnTo>
                  <a:pt x="4405" y="10172"/>
                </a:lnTo>
                <a:lnTo>
                  <a:pt x="4405" y="10196"/>
                </a:lnTo>
                <a:lnTo>
                  <a:pt x="4405" y="10220"/>
                </a:lnTo>
                <a:lnTo>
                  <a:pt x="4551" y="10269"/>
                </a:lnTo>
                <a:lnTo>
                  <a:pt x="4697" y="10318"/>
                </a:lnTo>
                <a:lnTo>
                  <a:pt x="4916" y="10318"/>
                </a:lnTo>
                <a:lnTo>
                  <a:pt x="4989" y="10269"/>
                </a:lnTo>
                <a:lnTo>
                  <a:pt x="4989" y="10561"/>
                </a:lnTo>
                <a:lnTo>
                  <a:pt x="4867" y="10561"/>
                </a:lnTo>
                <a:lnTo>
                  <a:pt x="4721" y="10610"/>
                </a:lnTo>
                <a:lnTo>
                  <a:pt x="4551" y="10658"/>
                </a:lnTo>
                <a:lnTo>
                  <a:pt x="4478" y="10707"/>
                </a:lnTo>
                <a:lnTo>
                  <a:pt x="4429" y="10780"/>
                </a:lnTo>
                <a:lnTo>
                  <a:pt x="4429" y="10804"/>
                </a:lnTo>
                <a:lnTo>
                  <a:pt x="4478" y="10853"/>
                </a:lnTo>
                <a:lnTo>
                  <a:pt x="4551" y="10902"/>
                </a:lnTo>
                <a:lnTo>
                  <a:pt x="4721" y="10902"/>
                </a:lnTo>
                <a:lnTo>
                  <a:pt x="4867" y="10877"/>
                </a:lnTo>
                <a:lnTo>
                  <a:pt x="5013" y="10829"/>
                </a:lnTo>
                <a:lnTo>
                  <a:pt x="5013" y="10853"/>
                </a:lnTo>
                <a:lnTo>
                  <a:pt x="5013" y="10950"/>
                </a:lnTo>
                <a:lnTo>
                  <a:pt x="4843" y="10999"/>
                </a:lnTo>
                <a:lnTo>
                  <a:pt x="4672" y="11048"/>
                </a:lnTo>
                <a:lnTo>
                  <a:pt x="4599" y="11072"/>
                </a:lnTo>
                <a:lnTo>
                  <a:pt x="4502" y="11121"/>
                </a:lnTo>
                <a:lnTo>
                  <a:pt x="4502" y="11169"/>
                </a:lnTo>
                <a:lnTo>
                  <a:pt x="4502" y="11218"/>
                </a:lnTo>
                <a:lnTo>
                  <a:pt x="4575" y="11291"/>
                </a:lnTo>
                <a:lnTo>
                  <a:pt x="4648" y="11340"/>
                </a:lnTo>
                <a:lnTo>
                  <a:pt x="4843" y="11340"/>
                </a:lnTo>
                <a:lnTo>
                  <a:pt x="5037" y="11315"/>
                </a:lnTo>
                <a:lnTo>
                  <a:pt x="5037" y="11461"/>
                </a:lnTo>
                <a:lnTo>
                  <a:pt x="4916" y="11486"/>
                </a:lnTo>
                <a:lnTo>
                  <a:pt x="4794" y="11510"/>
                </a:lnTo>
                <a:lnTo>
                  <a:pt x="4551" y="11607"/>
                </a:lnTo>
                <a:lnTo>
                  <a:pt x="4502" y="11632"/>
                </a:lnTo>
                <a:lnTo>
                  <a:pt x="4478" y="11656"/>
                </a:lnTo>
                <a:lnTo>
                  <a:pt x="4502" y="11753"/>
                </a:lnTo>
                <a:lnTo>
                  <a:pt x="4526" y="11802"/>
                </a:lnTo>
                <a:lnTo>
                  <a:pt x="4599" y="11851"/>
                </a:lnTo>
                <a:lnTo>
                  <a:pt x="4721" y="11851"/>
                </a:lnTo>
                <a:lnTo>
                  <a:pt x="4843" y="11826"/>
                </a:lnTo>
                <a:lnTo>
                  <a:pt x="4964" y="11802"/>
                </a:lnTo>
                <a:lnTo>
                  <a:pt x="5062" y="11753"/>
                </a:lnTo>
                <a:lnTo>
                  <a:pt x="5062" y="11948"/>
                </a:lnTo>
                <a:lnTo>
                  <a:pt x="4843" y="11997"/>
                </a:lnTo>
                <a:lnTo>
                  <a:pt x="4672" y="12070"/>
                </a:lnTo>
                <a:lnTo>
                  <a:pt x="4551" y="12191"/>
                </a:lnTo>
                <a:lnTo>
                  <a:pt x="4551" y="12216"/>
                </a:lnTo>
                <a:lnTo>
                  <a:pt x="4575" y="12240"/>
                </a:lnTo>
                <a:lnTo>
                  <a:pt x="4624" y="12264"/>
                </a:lnTo>
                <a:lnTo>
                  <a:pt x="4697" y="12289"/>
                </a:lnTo>
                <a:lnTo>
                  <a:pt x="5086" y="12289"/>
                </a:lnTo>
                <a:lnTo>
                  <a:pt x="5110" y="12483"/>
                </a:lnTo>
                <a:lnTo>
                  <a:pt x="4916" y="12532"/>
                </a:lnTo>
                <a:lnTo>
                  <a:pt x="4745" y="12629"/>
                </a:lnTo>
                <a:lnTo>
                  <a:pt x="4624" y="12727"/>
                </a:lnTo>
                <a:lnTo>
                  <a:pt x="4599" y="12800"/>
                </a:lnTo>
                <a:lnTo>
                  <a:pt x="4599" y="12848"/>
                </a:lnTo>
                <a:lnTo>
                  <a:pt x="4624" y="12873"/>
                </a:lnTo>
                <a:lnTo>
                  <a:pt x="4697" y="12897"/>
                </a:lnTo>
                <a:lnTo>
                  <a:pt x="4770" y="12897"/>
                </a:lnTo>
                <a:lnTo>
                  <a:pt x="4916" y="12873"/>
                </a:lnTo>
                <a:lnTo>
                  <a:pt x="5135" y="12824"/>
                </a:lnTo>
                <a:lnTo>
                  <a:pt x="5135" y="13067"/>
                </a:lnTo>
                <a:lnTo>
                  <a:pt x="4964" y="13140"/>
                </a:lnTo>
                <a:lnTo>
                  <a:pt x="4818" y="13165"/>
                </a:lnTo>
                <a:lnTo>
                  <a:pt x="4697" y="13238"/>
                </a:lnTo>
                <a:lnTo>
                  <a:pt x="4648" y="13286"/>
                </a:lnTo>
                <a:lnTo>
                  <a:pt x="4648" y="13311"/>
                </a:lnTo>
                <a:lnTo>
                  <a:pt x="4672" y="13335"/>
                </a:lnTo>
                <a:lnTo>
                  <a:pt x="4770" y="13384"/>
                </a:lnTo>
                <a:lnTo>
                  <a:pt x="4891" y="13408"/>
                </a:lnTo>
                <a:lnTo>
                  <a:pt x="5037" y="13384"/>
                </a:lnTo>
                <a:lnTo>
                  <a:pt x="5159" y="13359"/>
                </a:lnTo>
                <a:lnTo>
                  <a:pt x="5183" y="13530"/>
                </a:lnTo>
                <a:lnTo>
                  <a:pt x="5062" y="13578"/>
                </a:lnTo>
                <a:lnTo>
                  <a:pt x="4940" y="13627"/>
                </a:lnTo>
                <a:lnTo>
                  <a:pt x="4867" y="13676"/>
                </a:lnTo>
                <a:lnTo>
                  <a:pt x="4818" y="13700"/>
                </a:lnTo>
                <a:lnTo>
                  <a:pt x="4794" y="13749"/>
                </a:lnTo>
                <a:lnTo>
                  <a:pt x="4818" y="13797"/>
                </a:lnTo>
                <a:lnTo>
                  <a:pt x="4891" y="13846"/>
                </a:lnTo>
                <a:lnTo>
                  <a:pt x="4989" y="13870"/>
                </a:lnTo>
                <a:lnTo>
                  <a:pt x="5110" y="13846"/>
                </a:lnTo>
                <a:lnTo>
                  <a:pt x="5208" y="13822"/>
                </a:lnTo>
                <a:lnTo>
                  <a:pt x="5232" y="13919"/>
                </a:lnTo>
                <a:lnTo>
                  <a:pt x="5208" y="13919"/>
                </a:lnTo>
                <a:lnTo>
                  <a:pt x="4940" y="13992"/>
                </a:lnTo>
                <a:lnTo>
                  <a:pt x="4891" y="14016"/>
                </a:lnTo>
                <a:lnTo>
                  <a:pt x="4818" y="14065"/>
                </a:lnTo>
                <a:lnTo>
                  <a:pt x="4745" y="14138"/>
                </a:lnTo>
                <a:lnTo>
                  <a:pt x="4721" y="14187"/>
                </a:lnTo>
                <a:lnTo>
                  <a:pt x="4745" y="14211"/>
                </a:lnTo>
                <a:lnTo>
                  <a:pt x="4843" y="14260"/>
                </a:lnTo>
                <a:lnTo>
                  <a:pt x="4916" y="14284"/>
                </a:lnTo>
                <a:lnTo>
                  <a:pt x="5135" y="14284"/>
                </a:lnTo>
                <a:lnTo>
                  <a:pt x="5256" y="14235"/>
                </a:lnTo>
                <a:lnTo>
                  <a:pt x="5281" y="14406"/>
                </a:lnTo>
                <a:lnTo>
                  <a:pt x="5037" y="14430"/>
                </a:lnTo>
                <a:lnTo>
                  <a:pt x="4964" y="14454"/>
                </a:lnTo>
                <a:lnTo>
                  <a:pt x="4891" y="14527"/>
                </a:lnTo>
                <a:lnTo>
                  <a:pt x="4843" y="14576"/>
                </a:lnTo>
                <a:lnTo>
                  <a:pt x="4843" y="14625"/>
                </a:lnTo>
                <a:lnTo>
                  <a:pt x="4867" y="14649"/>
                </a:lnTo>
                <a:lnTo>
                  <a:pt x="4916" y="14698"/>
                </a:lnTo>
                <a:lnTo>
                  <a:pt x="4964" y="14722"/>
                </a:lnTo>
                <a:lnTo>
                  <a:pt x="5110" y="14722"/>
                </a:lnTo>
                <a:lnTo>
                  <a:pt x="5329" y="14698"/>
                </a:lnTo>
                <a:lnTo>
                  <a:pt x="5354" y="14868"/>
                </a:lnTo>
                <a:lnTo>
                  <a:pt x="5208" y="14892"/>
                </a:lnTo>
                <a:lnTo>
                  <a:pt x="5062" y="14965"/>
                </a:lnTo>
                <a:lnTo>
                  <a:pt x="5037" y="14990"/>
                </a:lnTo>
                <a:lnTo>
                  <a:pt x="5037" y="15014"/>
                </a:lnTo>
                <a:lnTo>
                  <a:pt x="5062" y="15038"/>
                </a:lnTo>
                <a:lnTo>
                  <a:pt x="5232" y="15087"/>
                </a:lnTo>
                <a:lnTo>
                  <a:pt x="5427" y="15111"/>
                </a:lnTo>
                <a:lnTo>
                  <a:pt x="5475" y="15136"/>
                </a:lnTo>
                <a:lnTo>
                  <a:pt x="5548" y="15160"/>
                </a:lnTo>
                <a:lnTo>
                  <a:pt x="5646" y="15160"/>
                </a:lnTo>
                <a:lnTo>
                  <a:pt x="5694" y="15209"/>
                </a:lnTo>
                <a:lnTo>
                  <a:pt x="5743" y="15282"/>
                </a:lnTo>
                <a:lnTo>
                  <a:pt x="5767" y="15355"/>
                </a:lnTo>
                <a:lnTo>
                  <a:pt x="5792" y="15428"/>
                </a:lnTo>
                <a:lnTo>
                  <a:pt x="5767" y="15501"/>
                </a:lnTo>
                <a:lnTo>
                  <a:pt x="5694" y="15574"/>
                </a:lnTo>
                <a:lnTo>
                  <a:pt x="5621" y="15598"/>
                </a:lnTo>
                <a:lnTo>
                  <a:pt x="5524" y="15622"/>
                </a:lnTo>
                <a:lnTo>
                  <a:pt x="5427" y="15622"/>
                </a:lnTo>
                <a:lnTo>
                  <a:pt x="5208" y="15574"/>
                </a:lnTo>
                <a:lnTo>
                  <a:pt x="4794" y="15452"/>
                </a:lnTo>
                <a:lnTo>
                  <a:pt x="4599" y="15403"/>
                </a:lnTo>
                <a:lnTo>
                  <a:pt x="4599" y="15330"/>
                </a:lnTo>
                <a:lnTo>
                  <a:pt x="4502" y="14990"/>
                </a:lnTo>
                <a:lnTo>
                  <a:pt x="4380" y="14673"/>
                </a:lnTo>
                <a:lnTo>
                  <a:pt x="4283" y="14333"/>
                </a:lnTo>
                <a:lnTo>
                  <a:pt x="4186" y="13992"/>
                </a:lnTo>
                <a:lnTo>
                  <a:pt x="4113" y="13651"/>
                </a:lnTo>
                <a:lnTo>
                  <a:pt x="4064" y="13335"/>
                </a:lnTo>
                <a:lnTo>
                  <a:pt x="4015" y="12678"/>
                </a:lnTo>
                <a:lnTo>
                  <a:pt x="3967" y="12191"/>
                </a:lnTo>
                <a:lnTo>
                  <a:pt x="3942" y="11948"/>
                </a:lnTo>
                <a:lnTo>
                  <a:pt x="3894" y="11705"/>
                </a:lnTo>
                <a:lnTo>
                  <a:pt x="3821" y="11486"/>
                </a:lnTo>
                <a:lnTo>
                  <a:pt x="3748" y="11267"/>
                </a:lnTo>
                <a:lnTo>
                  <a:pt x="3626" y="11048"/>
                </a:lnTo>
                <a:lnTo>
                  <a:pt x="3480" y="10877"/>
                </a:lnTo>
                <a:lnTo>
                  <a:pt x="3431" y="10853"/>
                </a:lnTo>
                <a:lnTo>
                  <a:pt x="3383" y="10829"/>
                </a:lnTo>
                <a:lnTo>
                  <a:pt x="3285" y="10853"/>
                </a:lnTo>
                <a:lnTo>
                  <a:pt x="3212" y="10877"/>
                </a:lnTo>
                <a:lnTo>
                  <a:pt x="3139" y="10950"/>
                </a:lnTo>
                <a:lnTo>
                  <a:pt x="3066" y="11023"/>
                </a:lnTo>
                <a:lnTo>
                  <a:pt x="2823" y="11023"/>
                </a:lnTo>
                <a:lnTo>
                  <a:pt x="2774" y="11048"/>
                </a:lnTo>
                <a:lnTo>
                  <a:pt x="2726" y="11072"/>
                </a:lnTo>
                <a:lnTo>
                  <a:pt x="2701" y="11096"/>
                </a:lnTo>
                <a:lnTo>
                  <a:pt x="2701" y="11121"/>
                </a:lnTo>
                <a:lnTo>
                  <a:pt x="2701" y="11169"/>
                </a:lnTo>
                <a:lnTo>
                  <a:pt x="2726" y="11194"/>
                </a:lnTo>
                <a:lnTo>
                  <a:pt x="2823" y="11242"/>
                </a:lnTo>
                <a:lnTo>
                  <a:pt x="2969" y="11242"/>
                </a:lnTo>
                <a:lnTo>
                  <a:pt x="2945" y="11364"/>
                </a:lnTo>
                <a:lnTo>
                  <a:pt x="2847" y="11340"/>
                </a:lnTo>
                <a:lnTo>
                  <a:pt x="2750" y="11364"/>
                </a:lnTo>
                <a:lnTo>
                  <a:pt x="2677" y="11364"/>
                </a:lnTo>
                <a:lnTo>
                  <a:pt x="2604" y="11388"/>
                </a:lnTo>
                <a:lnTo>
                  <a:pt x="2556" y="11437"/>
                </a:lnTo>
                <a:lnTo>
                  <a:pt x="2531" y="11461"/>
                </a:lnTo>
                <a:lnTo>
                  <a:pt x="2556" y="11510"/>
                </a:lnTo>
                <a:lnTo>
                  <a:pt x="2580" y="11583"/>
                </a:lnTo>
                <a:lnTo>
                  <a:pt x="2628" y="11607"/>
                </a:lnTo>
                <a:lnTo>
                  <a:pt x="2750" y="11656"/>
                </a:lnTo>
                <a:lnTo>
                  <a:pt x="2920" y="11680"/>
                </a:lnTo>
                <a:lnTo>
                  <a:pt x="2896" y="11851"/>
                </a:lnTo>
                <a:lnTo>
                  <a:pt x="2628" y="11875"/>
                </a:lnTo>
                <a:lnTo>
                  <a:pt x="2458" y="11899"/>
                </a:lnTo>
                <a:lnTo>
                  <a:pt x="2361" y="11924"/>
                </a:lnTo>
                <a:lnTo>
                  <a:pt x="2288" y="11948"/>
                </a:lnTo>
                <a:lnTo>
                  <a:pt x="2288" y="11972"/>
                </a:lnTo>
                <a:lnTo>
                  <a:pt x="2288" y="11997"/>
                </a:lnTo>
                <a:lnTo>
                  <a:pt x="2337" y="12045"/>
                </a:lnTo>
                <a:lnTo>
                  <a:pt x="2410" y="12094"/>
                </a:lnTo>
                <a:lnTo>
                  <a:pt x="2507" y="12118"/>
                </a:lnTo>
                <a:lnTo>
                  <a:pt x="2604" y="12143"/>
                </a:lnTo>
                <a:lnTo>
                  <a:pt x="2896" y="12143"/>
                </a:lnTo>
                <a:lnTo>
                  <a:pt x="2896" y="12216"/>
                </a:lnTo>
                <a:lnTo>
                  <a:pt x="2628" y="12289"/>
                </a:lnTo>
                <a:lnTo>
                  <a:pt x="2507" y="12313"/>
                </a:lnTo>
                <a:lnTo>
                  <a:pt x="2385" y="12362"/>
                </a:lnTo>
                <a:lnTo>
                  <a:pt x="2361" y="12386"/>
                </a:lnTo>
                <a:lnTo>
                  <a:pt x="2337" y="12410"/>
                </a:lnTo>
                <a:lnTo>
                  <a:pt x="2361" y="12483"/>
                </a:lnTo>
                <a:lnTo>
                  <a:pt x="2410" y="12532"/>
                </a:lnTo>
                <a:lnTo>
                  <a:pt x="2483" y="12556"/>
                </a:lnTo>
                <a:lnTo>
                  <a:pt x="2604" y="12581"/>
                </a:lnTo>
                <a:lnTo>
                  <a:pt x="2726" y="12556"/>
                </a:lnTo>
                <a:lnTo>
                  <a:pt x="2872" y="12556"/>
                </a:lnTo>
                <a:lnTo>
                  <a:pt x="2823" y="12824"/>
                </a:lnTo>
                <a:lnTo>
                  <a:pt x="2677" y="12775"/>
                </a:lnTo>
                <a:lnTo>
                  <a:pt x="2337" y="12775"/>
                </a:lnTo>
                <a:lnTo>
                  <a:pt x="2264" y="12824"/>
                </a:lnTo>
                <a:lnTo>
                  <a:pt x="2239" y="12848"/>
                </a:lnTo>
                <a:lnTo>
                  <a:pt x="2239" y="12897"/>
                </a:lnTo>
                <a:lnTo>
                  <a:pt x="2239" y="12970"/>
                </a:lnTo>
                <a:lnTo>
                  <a:pt x="2312" y="13019"/>
                </a:lnTo>
                <a:lnTo>
                  <a:pt x="2385" y="13043"/>
                </a:lnTo>
                <a:lnTo>
                  <a:pt x="2458" y="13067"/>
                </a:lnTo>
                <a:lnTo>
                  <a:pt x="2628" y="13092"/>
                </a:lnTo>
                <a:lnTo>
                  <a:pt x="2799" y="13092"/>
                </a:lnTo>
                <a:lnTo>
                  <a:pt x="2774" y="13262"/>
                </a:lnTo>
                <a:lnTo>
                  <a:pt x="2458" y="13262"/>
                </a:lnTo>
                <a:lnTo>
                  <a:pt x="2361" y="13286"/>
                </a:lnTo>
                <a:lnTo>
                  <a:pt x="2264" y="13335"/>
                </a:lnTo>
                <a:lnTo>
                  <a:pt x="2239" y="13359"/>
                </a:lnTo>
                <a:lnTo>
                  <a:pt x="2239" y="13408"/>
                </a:lnTo>
                <a:lnTo>
                  <a:pt x="2312" y="13481"/>
                </a:lnTo>
                <a:lnTo>
                  <a:pt x="2410" y="13505"/>
                </a:lnTo>
                <a:lnTo>
                  <a:pt x="2483" y="13530"/>
                </a:lnTo>
                <a:lnTo>
                  <a:pt x="2726" y="13530"/>
                </a:lnTo>
                <a:lnTo>
                  <a:pt x="2701" y="13724"/>
                </a:lnTo>
                <a:lnTo>
                  <a:pt x="2483" y="13749"/>
                </a:lnTo>
                <a:lnTo>
                  <a:pt x="2312" y="13749"/>
                </a:lnTo>
                <a:lnTo>
                  <a:pt x="2264" y="13773"/>
                </a:lnTo>
                <a:lnTo>
                  <a:pt x="2191" y="13822"/>
                </a:lnTo>
                <a:lnTo>
                  <a:pt x="2166" y="13870"/>
                </a:lnTo>
                <a:lnTo>
                  <a:pt x="2166" y="13943"/>
                </a:lnTo>
                <a:lnTo>
                  <a:pt x="2215" y="13992"/>
                </a:lnTo>
                <a:lnTo>
                  <a:pt x="2239" y="14041"/>
                </a:lnTo>
                <a:lnTo>
                  <a:pt x="2361" y="14089"/>
                </a:lnTo>
                <a:lnTo>
                  <a:pt x="2628" y="14089"/>
                </a:lnTo>
                <a:lnTo>
                  <a:pt x="2604" y="14260"/>
                </a:lnTo>
                <a:lnTo>
                  <a:pt x="2385" y="14260"/>
                </a:lnTo>
                <a:lnTo>
                  <a:pt x="2264" y="14284"/>
                </a:lnTo>
                <a:lnTo>
                  <a:pt x="2166" y="14333"/>
                </a:lnTo>
                <a:lnTo>
                  <a:pt x="2118" y="14357"/>
                </a:lnTo>
                <a:lnTo>
                  <a:pt x="2118" y="14406"/>
                </a:lnTo>
                <a:lnTo>
                  <a:pt x="2142" y="14454"/>
                </a:lnTo>
                <a:lnTo>
                  <a:pt x="2191" y="14479"/>
                </a:lnTo>
                <a:lnTo>
                  <a:pt x="2312" y="14527"/>
                </a:lnTo>
                <a:lnTo>
                  <a:pt x="2458" y="14527"/>
                </a:lnTo>
                <a:lnTo>
                  <a:pt x="2580" y="14503"/>
                </a:lnTo>
                <a:lnTo>
                  <a:pt x="2531" y="14868"/>
                </a:lnTo>
                <a:lnTo>
                  <a:pt x="2531" y="14844"/>
                </a:lnTo>
                <a:lnTo>
                  <a:pt x="2434" y="14819"/>
                </a:lnTo>
                <a:lnTo>
                  <a:pt x="2312" y="14795"/>
                </a:lnTo>
                <a:lnTo>
                  <a:pt x="2191" y="14795"/>
                </a:lnTo>
                <a:lnTo>
                  <a:pt x="2093" y="14844"/>
                </a:lnTo>
                <a:lnTo>
                  <a:pt x="2069" y="14868"/>
                </a:lnTo>
                <a:lnTo>
                  <a:pt x="2069" y="14892"/>
                </a:lnTo>
                <a:lnTo>
                  <a:pt x="2069" y="14917"/>
                </a:lnTo>
                <a:lnTo>
                  <a:pt x="2093" y="14941"/>
                </a:lnTo>
                <a:lnTo>
                  <a:pt x="2166" y="14990"/>
                </a:lnTo>
                <a:lnTo>
                  <a:pt x="2264" y="14990"/>
                </a:lnTo>
                <a:lnTo>
                  <a:pt x="2458" y="15014"/>
                </a:lnTo>
                <a:lnTo>
                  <a:pt x="2507" y="15014"/>
                </a:lnTo>
                <a:lnTo>
                  <a:pt x="2531" y="14990"/>
                </a:lnTo>
                <a:lnTo>
                  <a:pt x="2531" y="15136"/>
                </a:lnTo>
                <a:lnTo>
                  <a:pt x="2045" y="15452"/>
                </a:lnTo>
                <a:lnTo>
                  <a:pt x="1801" y="15549"/>
                </a:lnTo>
                <a:lnTo>
                  <a:pt x="1680" y="15598"/>
                </a:lnTo>
                <a:lnTo>
                  <a:pt x="1534" y="15622"/>
                </a:lnTo>
                <a:lnTo>
                  <a:pt x="1436" y="15622"/>
                </a:lnTo>
                <a:lnTo>
                  <a:pt x="1339" y="15598"/>
                </a:lnTo>
                <a:lnTo>
                  <a:pt x="1266" y="15549"/>
                </a:lnTo>
                <a:lnTo>
                  <a:pt x="1242" y="15501"/>
                </a:lnTo>
                <a:lnTo>
                  <a:pt x="1242" y="15452"/>
                </a:lnTo>
                <a:lnTo>
                  <a:pt x="1266" y="15355"/>
                </a:lnTo>
                <a:lnTo>
                  <a:pt x="1315" y="15282"/>
                </a:lnTo>
                <a:lnTo>
                  <a:pt x="1485" y="15136"/>
                </a:lnTo>
                <a:lnTo>
                  <a:pt x="1534" y="15111"/>
                </a:lnTo>
                <a:lnTo>
                  <a:pt x="1582" y="15063"/>
                </a:lnTo>
                <a:lnTo>
                  <a:pt x="1607" y="15014"/>
                </a:lnTo>
                <a:lnTo>
                  <a:pt x="1631" y="14941"/>
                </a:lnTo>
                <a:lnTo>
                  <a:pt x="1655" y="14308"/>
                </a:lnTo>
                <a:lnTo>
                  <a:pt x="1680" y="13676"/>
                </a:lnTo>
                <a:lnTo>
                  <a:pt x="1704" y="12410"/>
                </a:lnTo>
                <a:lnTo>
                  <a:pt x="1728" y="11121"/>
                </a:lnTo>
                <a:lnTo>
                  <a:pt x="1753" y="10488"/>
                </a:lnTo>
                <a:lnTo>
                  <a:pt x="1801" y="9855"/>
                </a:lnTo>
                <a:lnTo>
                  <a:pt x="1826" y="9223"/>
                </a:lnTo>
                <a:lnTo>
                  <a:pt x="1826" y="8590"/>
                </a:lnTo>
                <a:lnTo>
                  <a:pt x="1850" y="7958"/>
                </a:lnTo>
                <a:lnTo>
                  <a:pt x="1923" y="7349"/>
                </a:lnTo>
                <a:lnTo>
                  <a:pt x="1996" y="6911"/>
                </a:lnTo>
                <a:lnTo>
                  <a:pt x="1996" y="6692"/>
                </a:lnTo>
                <a:lnTo>
                  <a:pt x="1972" y="6571"/>
                </a:lnTo>
                <a:lnTo>
                  <a:pt x="1923" y="6498"/>
                </a:lnTo>
                <a:lnTo>
                  <a:pt x="1947" y="6425"/>
                </a:lnTo>
                <a:lnTo>
                  <a:pt x="1947" y="6352"/>
                </a:lnTo>
                <a:lnTo>
                  <a:pt x="1923" y="6303"/>
                </a:lnTo>
                <a:lnTo>
                  <a:pt x="1874" y="6254"/>
                </a:lnTo>
                <a:lnTo>
                  <a:pt x="1801" y="6230"/>
                </a:lnTo>
                <a:lnTo>
                  <a:pt x="1704" y="6254"/>
                </a:lnTo>
                <a:lnTo>
                  <a:pt x="1558" y="6230"/>
                </a:lnTo>
                <a:lnTo>
                  <a:pt x="1485" y="6230"/>
                </a:lnTo>
                <a:lnTo>
                  <a:pt x="1436" y="6254"/>
                </a:lnTo>
                <a:lnTo>
                  <a:pt x="1388" y="6303"/>
                </a:lnTo>
                <a:lnTo>
                  <a:pt x="1412" y="6352"/>
                </a:lnTo>
                <a:lnTo>
                  <a:pt x="1412" y="6376"/>
                </a:lnTo>
                <a:lnTo>
                  <a:pt x="1509" y="6425"/>
                </a:lnTo>
                <a:lnTo>
                  <a:pt x="1485" y="6449"/>
                </a:lnTo>
                <a:lnTo>
                  <a:pt x="1388" y="6449"/>
                </a:lnTo>
                <a:lnTo>
                  <a:pt x="1193" y="6473"/>
                </a:lnTo>
                <a:lnTo>
                  <a:pt x="1096" y="6522"/>
                </a:lnTo>
                <a:lnTo>
                  <a:pt x="1071" y="6522"/>
                </a:lnTo>
                <a:lnTo>
                  <a:pt x="1096" y="6546"/>
                </a:lnTo>
                <a:lnTo>
                  <a:pt x="1144" y="6619"/>
                </a:lnTo>
                <a:lnTo>
                  <a:pt x="1193" y="6644"/>
                </a:lnTo>
                <a:lnTo>
                  <a:pt x="1266" y="6668"/>
                </a:lnTo>
                <a:lnTo>
                  <a:pt x="1339" y="6692"/>
                </a:lnTo>
                <a:lnTo>
                  <a:pt x="1315" y="6741"/>
                </a:lnTo>
                <a:lnTo>
                  <a:pt x="1193" y="6765"/>
                </a:lnTo>
                <a:lnTo>
                  <a:pt x="1096" y="6790"/>
                </a:lnTo>
                <a:lnTo>
                  <a:pt x="998" y="6863"/>
                </a:lnTo>
                <a:lnTo>
                  <a:pt x="998" y="6887"/>
                </a:lnTo>
                <a:lnTo>
                  <a:pt x="1096" y="6936"/>
                </a:lnTo>
                <a:lnTo>
                  <a:pt x="1193" y="6960"/>
                </a:lnTo>
                <a:lnTo>
                  <a:pt x="1217" y="6960"/>
                </a:lnTo>
                <a:lnTo>
                  <a:pt x="1193" y="7106"/>
                </a:lnTo>
                <a:lnTo>
                  <a:pt x="1047" y="7082"/>
                </a:lnTo>
                <a:lnTo>
                  <a:pt x="950" y="7106"/>
                </a:lnTo>
                <a:lnTo>
                  <a:pt x="877" y="7130"/>
                </a:lnTo>
                <a:lnTo>
                  <a:pt x="804" y="7203"/>
                </a:lnTo>
                <a:lnTo>
                  <a:pt x="804" y="7252"/>
                </a:lnTo>
                <a:lnTo>
                  <a:pt x="828" y="7301"/>
                </a:lnTo>
                <a:lnTo>
                  <a:pt x="852" y="7325"/>
                </a:lnTo>
                <a:lnTo>
                  <a:pt x="901" y="7349"/>
                </a:lnTo>
                <a:lnTo>
                  <a:pt x="1023" y="7374"/>
                </a:lnTo>
                <a:lnTo>
                  <a:pt x="1096" y="7398"/>
                </a:lnTo>
                <a:lnTo>
                  <a:pt x="1047" y="7568"/>
                </a:lnTo>
                <a:lnTo>
                  <a:pt x="950" y="7568"/>
                </a:lnTo>
                <a:lnTo>
                  <a:pt x="852" y="7593"/>
                </a:lnTo>
                <a:lnTo>
                  <a:pt x="731" y="7617"/>
                </a:lnTo>
                <a:lnTo>
                  <a:pt x="706" y="7641"/>
                </a:lnTo>
                <a:lnTo>
                  <a:pt x="682" y="7690"/>
                </a:lnTo>
                <a:lnTo>
                  <a:pt x="706" y="7739"/>
                </a:lnTo>
                <a:lnTo>
                  <a:pt x="731" y="7763"/>
                </a:lnTo>
                <a:lnTo>
                  <a:pt x="755" y="7812"/>
                </a:lnTo>
                <a:lnTo>
                  <a:pt x="828" y="7836"/>
                </a:lnTo>
                <a:lnTo>
                  <a:pt x="925" y="7860"/>
                </a:lnTo>
                <a:lnTo>
                  <a:pt x="974" y="7860"/>
                </a:lnTo>
                <a:lnTo>
                  <a:pt x="950" y="7958"/>
                </a:lnTo>
                <a:lnTo>
                  <a:pt x="804" y="7982"/>
                </a:lnTo>
                <a:lnTo>
                  <a:pt x="731" y="8006"/>
                </a:lnTo>
                <a:lnTo>
                  <a:pt x="658" y="8031"/>
                </a:lnTo>
                <a:lnTo>
                  <a:pt x="658" y="8055"/>
                </a:lnTo>
                <a:lnTo>
                  <a:pt x="658" y="8079"/>
                </a:lnTo>
                <a:lnTo>
                  <a:pt x="731" y="8104"/>
                </a:lnTo>
                <a:lnTo>
                  <a:pt x="804" y="8128"/>
                </a:lnTo>
                <a:lnTo>
                  <a:pt x="950" y="8128"/>
                </a:lnTo>
                <a:lnTo>
                  <a:pt x="950" y="8274"/>
                </a:lnTo>
                <a:lnTo>
                  <a:pt x="828" y="8298"/>
                </a:lnTo>
                <a:lnTo>
                  <a:pt x="779" y="8323"/>
                </a:lnTo>
                <a:lnTo>
                  <a:pt x="731" y="8347"/>
                </a:lnTo>
                <a:lnTo>
                  <a:pt x="706" y="8396"/>
                </a:lnTo>
                <a:lnTo>
                  <a:pt x="706" y="8420"/>
                </a:lnTo>
                <a:lnTo>
                  <a:pt x="731" y="8469"/>
                </a:lnTo>
                <a:lnTo>
                  <a:pt x="755" y="8493"/>
                </a:lnTo>
                <a:lnTo>
                  <a:pt x="828" y="8517"/>
                </a:lnTo>
                <a:lnTo>
                  <a:pt x="901" y="8517"/>
                </a:lnTo>
                <a:lnTo>
                  <a:pt x="974" y="8712"/>
                </a:lnTo>
                <a:lnTo>
                  <a:pt x="974" y="8834"/>
                </a:lnTo>
                <a:lnTo>
                  <a:pt x="974" y="8931"/>
                </a:lnTo>
                <a:lnTo>
                  <a:pt x="950" y="9028"/>
                </a:lnTo>
                <a:lnTo>
                  <a:pt x="901" y="9101"/>
                </a:lnTo>
                <a:lnTo>
                  <a:pt x="828" y="9174"/>
                </a:lnTo>
                <a:lnTo>
                  <a:pt x="731" y="9223"/>
                </a:lnTo>
                <a:lnTo>
                  <a:pt x="633" y="9223"/>
                </a:lnTo>
                <a:lnTo>
                  <a:pt x="512" y="9199"/>
                </a:lnTo>
                <a:lnTo>
                  <a:pt x="414" y="9150"/>
                </a:lnTo>
                <a:lnTo>
                  <a:pt x="341" y="9101"/>
                </a:lnTo>
                <a:lnTo>
                  <a:pt x="268" y="9028"/>
                </a:lnTo>
                <a:lnTo>
                  <a:pt x="268" y="8980"/>
                </a:lnTo>
                <a:lnTo>
                  <a:pt x="268" y="8931"/>
                </a:lnTo>
                <a:lnTo>
                  <a:pt x="293" y="8882"/>
                </a:lnTo>
                <a:lnTo>
                  <a:pt x="366" y="8858"/>
                </a:lnTo>
                <a:lnTo>
                  <a:pt x="390" y="8834"/>
                </a:lnTo>
                <a:lnTo>
                  <a:pt x="414" y="8809"/>
                </a:lnTo>
                <a:lnTo>
                  <a:pt x="487" y="8517"/>
                </a:lnTo>
                <a:lnTo>
                  <a:pt x="512" y="8225"/>
                </a:lnTo>
                <a:lnTo>
                  <a:pt x="560" y="7641"/>
                </a:lnTo>
                <a:lnTo>
                  <a:pt x="560" y="7057"/>
                </a:lnTo>
                <a:lnTo>
                  <a:pt x="609" y="6741"/>
                </a:lnTo>
                <a:lnTo>
                  <a:pt x="633" y="6473"/>
                </a:lnTo>
                <a:lnTo>
                  <a:pt x="731" y="6108"/>
                </a:lnTo>
                <a:lnTo>
                  <a:pt x="877" y="5792"/>
                </a:lnTo>
                <a:lnTo>
                  <a:pt x="1047" y="5524"/>
                </a:lnTo>
                <a:lnTo>
                  <a:pt x="1242" y="5281"/>
                </a:lnTo>
                <a:lnTo>
                  <a:pt x="1485" y="5062"/>
                </a:lnTo>
                <a:lnTo>
                  <a:pt x="1753" y="4892"/>
                </a:lnTo>
                <a:lnTo>
                  <a:pt x="2069" y="4746"/>
                </a:lnTo>
                <a:lnTo>
                  <a:pt x="2410" y="4624"/>
                </a:lnTo>
                <a:lnTo>
                  <a:pt x="2872" y="4527"/>
                </a:lnTo>
                <a:lnTo>
                  <a:pt x="3358" y="4478"/>
                </a:lnTo>
                <a:lnTo>
                  <a:pt x="3407" y="4502"/>
                </a:lnTo>
                <a:lnTo>
                  <a:pt x="3480" y="4502"/>
                </a:lnTo>
                <a:lnTo>
                  <a:pt x="3529" y="4478"/>
                </a:lnTo>
                <a:lnTo>
                  <a:pt x="3577" y="4454"/>
                </a:lnTo>
                <a:close/>
                <a:moveTo>
                  <a:pt x="3261" y="1"/>
                </a:moveTo>
                <a:lnTo>
                  <a:pt x="3066" y="25"/>
                </a:lnTo>
                <a:lnTo>
                  <a:pt x="2896" y="123"/>
                </a:lnTo>
                <a:lnTo>
                  <a:pt x="2823" y="171"/>
                </a:lnTo>
                <a:lnTo>
                  <a:pt x="2750" y="244"/>
                </a:lnTo>
                <a:lnTo>
                  <a:pt x="2531" y="317"/>
                </a:lnTo>
                <a:lnTo>
                  <a:pt x="2337" y="463"/>
                </a:lnTo>
                <a:lnTo>
                  <a:pt x="2142" y="609"/>
                </a:lnTo>
                <a:lnTo>
                  <a:pt x="1972" y="804"/>
                </a:lnTo>
                <a:lnTo>
                  <a:pt x="1826" y="1023"/>
                </a:lnTo>
                <a:lnTo>
                  <a:pt x="1704" y="1242"/>
                </a:lnTo>
                <a:lnTo>
                  <a:pt x="1631" y="1461"/>
                </a:lnTo>
                <a:lnTo>
                  <a:pt x="1582" y="1680"/>
                </a:lnTo>
                <a:lnTo>
                  <a:pt x="1558" y="1874"/>
                </a:lnTo>
                <a:lnTo>
                  <a:pt x="1582" y="2069"/>
                </a:lnTo>
                <a:lnTo>
                  <a:pt x="1582" y="2239"/>
                </a:lnTo>
                <a:lnTo>
                  <a:pt x="1631" y="2410"/>
                </a:lnTo>
                <a:lnTo>
                  <a:pt x="1680" y="2580"/>
                </a:lnTo>
                <a:lnTo>
                  <a:pt x="1728" y="2750"/>
                </a:lnTo>
                <a:lnTo>
                  <a:pt x="1826" y="2921"/>
                </a:lnTo>
                <a:lnTo>
                  <a:pt x="1899" y="3067"/>
                </a:lnTo>
                <a:lnTo>
                  <a:pt x="2020" y="3213"/>
                </a:lnTo>
                <a:lnTo>
                  <a:pt x="2142" y="3334"/>
                </a:lnTo>
                <a:lnTo>
                  <a:pt x="2264" y="3456"/>
                </a:lnTo>
                <a:lnTo>
                  <a:pt x="2410" y="3578"/>
                </a:lnTo>
                <a:lnTo>
                  <a:pt x="2556" y="3675"/>
                </a:lnTo>
                <a:lnTo>
                  <a:pt x="2701" y="3748"/>
                </a:lnTo>
                <a:lnTo>
                  <a:pt x="2872" y="3821"/>
                </a:lnTo>
                <a:lnTo>
                  <a:pt x="3066" y="3894"/>
                </a:lnTo>
                <a:lnTo>
                  <a:pt x="3310" y="3918"/>
                </a:lnTo>
                <a:lnTo>
                  <a:pt x="3261" y="4016"/>
                </a:lnTo>
                <a:lnTo>
                  <a:pt x="3237" y="4113"/>
                </a:lnTo>
                <a:lnTo>
                  <a:pt x="2750" y="4162"/>
                </a:lnTo>
                <a:lnTo>
                  <a:pt x="2361" y="4235"/>
                </a:lnTo>
                <a:lnTo>
                  <a:pt x="1996" y="4356"/>
                </a:lnTo>
                <a:lnTo>
                  <a:pt x="1655" y="4502"/>
                </a:lnTo>
                <a:lnTo>
                  <a:pt x="1339" y="4697"/>
                </a:lnTo>
                <a:lnTo>
                  <a:pt x="1071" y="4916"/>
                </a:lnTo>
                <a:lnTo>
                  <a:pt x="828" y="5184"/>
                </a:lnTo>
                <a:lnTo>
                  <a:pt x="609" y="5500"/>
                </a:lnTo>
                <a:lnTo>
                  <a:pt x="439" y="5865"/>
                </a:lnTo>
                <a:lnTo>
                  <a:pt x="341" y="6206"/>
                </a:lnTo>
                <a:lnTo>
                  <a:pt x="268" y="6571"/>
                </a:lnTo>
                <a:lnTo>
                  <a:pt x="220" y="6936"/>
                </a:lnTo>
                <a:lnTo>
                  <a:pt x="195" y="7301"/>
                </a:lnTo>
                <a:lnTo>
                  <a:pt x="171" y="7982"/>
                </a:lnTo>
                <a:lnTo>
                  <a:pt x="171" y="8347"/>
                </a:lnTo>
                <a:lnTo>
                  <a:pt x="195" y="8688"/>
                </a:lnTo>
                <a:lnTo>
                  <a:pt x="147" y="8712"/>
                </a:lnTo>
                <a:lnTo>
                  <a:pt x="98" y="8761"/>
                </a:lnTo>
                <a:lnTo>
                  <a:pt x="49" y="8809"/>
                </a:lnTo>
                <a:lnTo>
                  <a:pt x="25" y="8882"/>
                </a:lnTo>
                <a:lnTo>
                  <a:pt x="1" y="9004"/>
                </a:lnTo>
                <a:lnTo>
                  <a:pt x="49" y="9150"/>
                </a:lnTo>
                <a:lnTo>
                  <a:pt x="98" y="9223"/>
                </a:lnTo>
                <a:lnTo>
                  <a:pt x="147" y="9296"/>
                </a:lnTo>
                <a:lnTo>
                  <a:pt x="293" y="9418"/>
                </a:lnTo>
                <a:lnTo>
                  <a:pt x="463" y="9490"/>
                </a:lnTo>
                <a:lnTo>
                  <a:pt x="633" y="9515"/>
                </a:lnTo>
                <a:lnTo>
                  <a:pt x="828" y="9515"/>
                </a:lnTo>
                <a:lnTo>
                  <a:pt x="901" y="9466"/>
                </a:lnTo>
                <a:lnTo>
                  <a:pt x="974" y="9442"/>
                </a:lnTo>
                <a:lnTo>
                  <a:pt x="1120" y="9320"/>
                </a:lnTo>
                <a:lnTo>
                  <a:pt x="1193" y="9174"/>
                </a:lnTo>
                <a:lnTo>
                  <a:pt x="1266" y="9004"/>
                </a:lnTo>
                <a:lnTo>
                  <a:pt x="1290" y="8834"/>
                </a:lnTo>
                <a:lnTo>
                  <a:pt x="1266" y="8663"/>
                </a:lnTo>
                <a:lnTo>
                  <a:pt x="1217" y="8493"/>
                </a:lnTo>
                <a:lnTo>
                  <a:pt x="1266" y="8396"/>
                </a:lnTo>
                <a:lnTo>
                  <a:pt x="1290" y="8274"/>
                </a:lnTo>
                <a:lnTo>
                  <a:pt x="1315" y="8031"/>
                </a:lnTo>
                <a:lnTo>
                  <a:pt x="1412" y="7593"/>
                </a:lnTo>
                <a:lnTo>
                  <a:pt x="1534" y="7179"/>
                </a:lnTo>
                <a:lnTo>
                  <a:pt x="1631" y="6887"/>
                </a:lnTo>
                <a:lnTo>
                  <a:pt x="1582" y="7130"/>
                </a:lnTo>
                <a:lnTo>
                  <a:pt x="1534" y="7471"/>
                </a:lnTo>
                <a:lnTo>
                  <a:pt x="1509" y="7812"/>
                </a:lnTo>
                <a:lnTo>
                  <a:pt x="1436" y="9028"/>
                </a:lnTo>
                <a:lnTo>
                  <a:pt x="1363" y="10220"/>
                </a:lnTo>
                <a:lnTo>
                  <a:pt x="1315" y="11413"/>
                </a:lnTo>
                <a:lnTo>
                  <a:pt x="1290" y="12581"/>
                </a:lnTo>
                <a:lnTo>
                  <a:pt x="1266" y="13773"/>
                </a:lnTo>
                <a:lnTo>
                  <a:pt x="1217" y="14941"/>
                </a:lnTo>
                <a:lnTo>
                  <a:pt x="1217" y="14965"/>
                </a:lnTo>
                <a:lnTo>
                  <a:pt x="1120" y="15038"/>
                </a:lnTo>
                <a:lnTo>
                  <a:pt x="1023" y="15136"/>
                </a:lnTo>
                <a:lnTo>
                  <a:pt x="974" y="15233"/>
                </a:lnTo>
                <a:lnTo>
                  <a:pt x="925" y="15379"/>
                </a:lnTo>
                <a:lnTo>
                  <a:pt x="925" y="15501"/>
                </a:lnTo>
                <a:lnTo>
                  <a:pt x="925" y="15622"/>
                </a:lnTo>
                <a:lnTo>
                  <a:pt x="998" y="15720"/>
                </a:lnTo>
                <a:lnTo>
                  <a:pt x="1071" y="15841"/>
                </a:lnTo>
                <a:lnTo>
                  <a:pt x="1169" y="15890"/>
                </a:lnTo>
                <a:lnTo>
                  <a:pt x="1266" y="15939"/>
                </a:lnTo>
                <a:lnTo>
                  <a:pt x="1363" y="15963"/>
                </a:lnTo>
                <a:lnTo>
                  <a:pt x="1704" y="15963"/>
                </a:lnTo>
                <a:lnTo>
                  <a:pt x="1923" y="15890"/>
                </a:lnTo>
                <a:lnTo>
                  <a:pt x="2142" y="15793"/>
                </a:lnTo>
                <a:lnTo>
                  <a:pt x="2337" y="15671"/>
                </a:lnTo>
                <a:lnTo>
                  <a:pt x="2701" y="15452"/>
                </a:lnTo>
                <a:lnTo>
                  <a:pt x="2774" y="15428"/>
                </a:lnTo>
                <a:lnTo>
                  <a:pt x="2847" y="15403"/>
                </a:lnTo>
                <a:lnTo>
                  <a:pt x="2920" y="15330"/>
                </a:lnTo>
                <a:lnTo>
                  <a:pt x="2945" y="15233"/>
                </a:lnTo>
                <a:lnTo>
                  <a:pt x="3091" y="13870"/>
                </a:lnTo>
                <a:lnTo>
                  <a:pt x="3237" y="12508"/>
                </a:lnTo>
                <a:lnTo>
                  <a:pt x="3310" y="11802"/>
                </a:lnTo>
                <a:lnTo>
                  <a:pt x="3334" y="11461"/>
                </a:lnTo>
                <a:lnTo>
                  <a:pt x="3431" y="11096"/>
                </a:lnTo>
                <a:lnTo>
                  <a:pt x="3480" y="11194"/>
                </a:lnTo>
                <a:lnTo>
                  <a:pt x="3529" y="11315"/>
                </a:lnTo>
                <a:lnTo>
                  <a:pt x="3577" y="11559"/>
                </a:lnTo>
                <a:lnTo>
                  <a:pt x="3650" y="11997"/>
                </a:lnTo>
                <a:lnTo>
                  <a:pt x="3699" y="12508"/>
                </a:lnTo>
                <a:lnTo>
                  <a:pt x="3723" y="13043"/>
                </a:lnTo>
                <a:lnTo>
                  <a:pt x="3748" y="13359"/>
                </a:lnTo>
                <a:lnTo>
                  <a:pt x="3821" y="13651"/>
                </a:lnTo>
                <a:lnTo>
                  <a:pt x="3942" y="14260"/>
                </a:lnTo>
                <a:lnTo>
                  <a:pt x="4113" y="14844"/>
                </a:lnTo>
                <a:lnTo>
                  <a:pt x="4259" y="15428"/>
                </a:lnTo>
                <a:lnTo>
                  <a:pt x="4283" y="15501"/>
                </a:lnTo>
                <a:lnTo>
                  <a:pt x="4332" y="15525"/>
                </a:lnTo>
                <a:lnTo>
                  <a:pt x="4380" y="15598"/>
                </a:lnTo>
                <a:lnTo>
                  <a:pt x="4478" y="15671"/>
                </a:lnTo>
                <a:lnTo>
                  <a:pt x="4697" y="15793"/>
                </a:lnTo>
                <a:lnTo>
                  <a:pt x="4940" y="15866"/>
                </a:lnTo>
                <a:lnTo>
                  <a:pt x="5110" y="15914"/>
                </a:lnTo>
                <a:lnTo>
                  <a:pt x="5354" y="15963"/>
                </a:lnTo>
                <a:lnTo>
                  <a:pt x="5694" y="15963"/>
                </a:lnTo>
                <a:lnTo>
                  <a:pt x="5816" y="15914"/>
                </a:lnTo>
                <a:lnTo>
                  <a:pt x="5938" y="15866"/>
                </a:lnTo>
                <a:lnTo>
                  <a:pt x="6011" y="15793"/>
                </a:lnTo>
                <a:lnTo>
                  <a:pt x="6108" y="15671"/>
                </a:lnTo>
                <a:lnTo>
                  <a:pt x="6157" y="15525"/>
                </a:lnTo>
                <a:lnTo>
                  <a:pt x="6157" y="15379"/>
                </a:lnTo>
                <a:lnTo>
                  <a:pt x="6108" y="15209"/>
                </a:lnTo>
                <a:lnTo>
                  <a:pt x="6035" y="15087"/>
                </a:lnTo>
                <a:lnTo>
                  <a:pt x="5962" y="14965"/>
                </a:lnTo>
                <a:lnTo>
                  <a:pt x="5840" y="14868"/>
                </a:lnTo>
                <a:lnTo>
                  <a:pt x="5694" y="14819"/>
                </a:lnTo>
                <a:lnTo>
                  <a:pt x="5621" y="14333"/>
                </a:lnTo>
                <a:lnTo>
                  <a:pt x="5548" y="13822"/>
                </a:lnTo>
                <a:lnTo>
                  <a:pt x="5475" y="12824"/>
                </a:lnTo>
                <a:lnTo>
                  <a:pt x="5402" y="10853"/>
                </a:lnTo>
                <a:lnTo>
                  <a:pt x="5281" y="8542"/>
                </a:lnTo>
                <a:lnTo>
                  <a:pt x="5256" y="7836"/>
                </a:lnTo>
                <a:lnTo>
                  <a:pt x="5232" y="7106"/>
                </a:lnTo>
                <a:lnTo>
                  <a:pt x="5256" y="7033"/>
                </a:lnTo>
                <a:lnTo>
                  <a:pt x="5256" y="6984"/>
                </a:lnTo>
                <a:lnTo>
                  <a:pt x="5232" y="6936"/>
                </a:lnTo>
                <a:lnTo>
                  <a:pt x="5208" y="6887"/>
                </a:lnTo>
                <a:lnTo>
                  <a:pt x="5183" y="6619"/>
                </a:lnTo>
                <a:lnTo>
                  <a:pt x="5305" y="6863"/>
                </a:lnTo>
                <a:lnTo>
                  <a:pt x="5402" y="7130"/>
                </a:lnTo>
                <a:lnTo>
                  <a:pt x="5475" y="7398"/>
                </a:lnTo>
                <a:lnTo>
                  <a:pt x="5500" y="7666"/>
                </a:lnTo>
                <a:lnTo>
                  <a:pt x="5524" y="7958"/>
                </a:lnTo>
                <a:lnTo>
                  <a:pt x="5548" y="8250"/>
                </a:lnTo>
                <a:lnTo>
                  <a:pt x="5524" y="8785"/>
                </a:lnTo>
                <a:lnTo>
                  <a:pt x="5524" y="8834"/>
                </a:lnTo>
                <a:lnTo>
                  <a:pt x="5548" y="8907"/>
                </a:lnTo>
                <a:lnTo>
                  <a:pt x="5524" y="9004"/>
                </a:lnTo>
                <a:lnTo>
                  <a:pt x="5548" y="9126"/>
                </a:lnTo>
                <a:lnTo>
                  <a:pt x="5573" y="9247"/>
                </a:lnTo>
                <a:lnTo>
                  <a:pt x="5621" y="9345"/>
                </a:lnTo>
                <a:lnTo>
                  <a:pt x="5694" y="9418"/>
                </a:lnTo>
                <a:lnTo>
                  <a:pt x="5767" y="9466"/>
                </a:lnTo>
                <a:lnTo>
                  <a:pt x="5840" y="9515"/>
                </a:lnTo>
                <a:lnTo>
                  <a:pt x="5938" y="9539"/>
                </a:lnTo>
                <a:lnTo>
                  <a:pt x="6011" y="9563"/>
                </a:lnTo>
                <a:lnTo>
                  <a:pt x="6205" y="9563"/>
                </a:lnTo>
                <a:lnTo>
                  <a:pt x="6303" y="9515"/>
                </a:lnTo>
                <a:lnTo>
                  <a:pt x="6424" y="9442"/>
                </a:lnTo>
                <a:lnTo>
                  <a:pt x="6546" y="9320"/>
                </a:lnTo>
                <a:lnTo>
                  <a:pt x="6619" y="9199"/>
                </a:lnTo>
                <a:lnTo>
                  <a:pt x="6668" y="9053"/>
                </a:lnTo>
                <a:lnTo>
                  <a:pt x="6668" y="8907"/>
                </a:lnTo>
                <a:lnTo>
                  <a:pt x="6643" y="8785"/>
                </a:lnTo>
                <a:lnTo>
                  <a:pt x="6643" y="8736"/>
                </a:lnTo>
                <a:lnTo>
                  <a:pt x="6692" y="8420"/>
                </a:lnTo>
                <a:lnTo>
                  <a:pt x="6716" y="8079"/>
                </a:lnTo>
                <a:lnTo>
                  <a:pt x="6741" y="7739"/>
                </a:lnTo>
                <a:lnTo>
                  <a:pt x="6716" y="7398"/>
                </a:lnTo>
                <a:lnTo>
                  <a:pt x="6692" y="7057"/>
                </a:lnTo>
                <a:lnTo>
                  <a:pt x="6643" y="6717"/>
                </a:lnTo>
                <a:lnTo>
                  <a:pt x="6570" y="6400"/>
                </a:lnTo>
                <a:lnTo>
                  <a:pt x="6473" y="6060"/>
                </a:lnTo>
                <a:lnTo>
                  <a:pt x="6473" y="6011"/>
                </a:lnTo>
                <a:lnTo>
                  <a:pt x="6424" y="5962"/>
                </a:lnTo>
                <a:lnTo>
                  <a:pt x="6230" y="5500"/>
                </a:lnTo>
                <a:lnTo>
                  <a:pt x="6132" y="5257"/>
                </a:lnTo>
                <a:lnTo>
                  <a:pt x="5986" y="5038"/>
                </a:lnTo>
                <a:lnTo>
                  <a:pt x="5889" y="4916"/>
                </a:lnTo>
                <a:lnTo>
                  <a:pt x="5792" y="4770"/>
                </a:lnTo>
                <a:lnTo>
                  <a:pt x="5670" y="4673"/>
                </a:lnTo>
                <a:lnTo>
                  <a:pt x="5548" y="4551"/>
                </a:lnTo>
                <a:lnTo>
                  <a:pt x="5256" y="4381"/>
                </a:lnTo>
                <a:lnTo>
                  <a:pt x="4964" y="4259"/>
                </a:lnTo>
                <a:lnTo>
                  <a:pt x="4648" y="4162"/>
                </a:lnTo>
                <a:lnTo>
                  <a:pt x="4332" y="4113"/>
                </a:lnTo>
                <a:lnTo>
                  <a:pt x="3991" y="4089"/>
                </a:lnTo>
                <a:lnTo>
                  <a:pt x="3650" y="4089"/>
                </a:lnTo>
                <a:lnTo>
                  <a:pt x="3650" y="4064"/>
                </a:lnTo>
                <a:lnTo>
                  <a:pt x="3650" y="3918"/>
                </a:lnTo>
                <a:lnTo>
                  <a:pt x="3821" y="3870"/>
                </a:lnTo>
                <a:lnTo>
                  <a:pt x="3991" y="3797"/>
                </a:lnTo>
                <a:lnTo>
                  <a:pt x="4161" y="3724"/>
                </a:lnTo>
                <a:lnTo>
                  <a:pt x="4332" y="3626"/>
                </a:lnTo>
                <a:lnTo>
                  <a:pt x="4478" y="3505"/>
                </a:lnTo>
                <a:lnTo>
                  <a:pt x="4624" y="3359"/>
                </a:lnTo>
                <a:lnTo>
                  <a:pt x="4770" y="3237"/>
                </a:lnTo>
                <a:lnTo>
                  <a:pt x="4891" y="3067"/>
                </a:lnTo>
                <a:lnTo>
                  <a:pt x="4989" y="2896"/>
                </a:lnTo>
                <a:lnTo>
                  <a:pt x="5086" y="2726"/>
                </a:lnTo>
                <a:lnTo>
                  <a:pt x="5159" y="2556"/>
                </a:lnTo>
                <a:lnTo>
                  <a:pt x="5232" y="2385"/>
                </a:lnTo>
                <a:lnTo>
                  <a:pt x="5281" y="2191"/>
                </a:lnTo>
                <a:lnTo>
                  <a:pt x="5305" y="2020"/>
                </a:lnTo>
                <a:lnTo>
                  <a:pt x="5305" y="1826"/>
                </a:lnTo>
                <a:lnTo>
                  <a:pt x="5281" y="1655"/>
                </a:lnTo>
                <a:lnTo>
                  <a:pt x="5232" y="1436"/>
                </a:lnTo>
                <a:lnTo>
                  <a:pt x="5135" y="1218"/>
                </a:lnTo>
                <a:lnTo>
                  <a:pt x="5037" y="1023"/>
                </a:lnTo>
                <a:lnTo>
                  <a:pt x="4916" y="853"/>
                </a:lnTo>
                <a:lnTo>
                  <a:pt x="4770" y="682"/>
                </a:lnTo>
                <a:lnTo>
                  <a:pt x="4599" y="512"/>
                </a:lnTo>
                <a:lnTo>
                  <a:pt x="4429" y="366"/>
                </a:lnTo>
                <a:lnTo>
                  <a:pt x="4234" y="244"/>
                </a:lnTo>
                <a:lnTo>
                  <a:pt x="4088" y="171"/>
                </a:lnTo>
                <a:lnTo>
                  <a:pt x="3894" y="98"/>
                </a:lnTo>
                <a:lnTo>
                  <a:pt x="3699" y="25"/>
                </a:lnTo>
                <a:lnTo>
                  <a:pt x="3480"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27" name="Google Shape;827;p39"/>
          <p:cNvSpPr/>
          <p:nvPr/>
        </p:nvSpPr>
        <p:spPr>
          <a:xfrm>
            <a:off x="4402368" y="2087407"/>
            <a:ext cx="343014" cy="363230"/>
          </a:xfrm>
          <a:custGeom>
            <a:avLst/>
            <a:gdLst/>
            <a:ahLst/>
            <a:cxnLst/>
            <a:rect l="l" t="t" r="r" b="b"/>
            <a:pathLst>
              <a:path w="15695" h="16620" extrusionOk="0">
                <a:moveTo>
                  <a:pt x="7786" y="755"/>
                </a:moveTo>
                <a:lnTo>
                  <a:pt x="7567" y="780"/>
                </a:lnTo>
                <a:lnTo>
                  <a:pt x="7324" y="804"/>
                </a:lnTo>
                <a:lnTo>
                  <a:pt x="7105" y="877"/>
                </a:lnTo>
                <a:lnTo>
                  <a:pt x="6910" y="999"/>
                </a:lnTo>
                <a:lnTo>
                  <a:pt x="6813" y="1072"/>
                </a:lnTo>
                <a:lnTo>
                  <a:pt x="6740" y="1145"/>
                </a:lnTo>
                <a:lnTo>
                  <a:pt x="6691" y="1242"/>
                </a:lnTo>
                <a:lnTo>
                  <a:pt x="6643" y="1364"/>
                </a:lnTo>
                <a:lnTo>
                  <a:pt x="6667" y="1388"/>
                </a:lnTo>
                <a:lnTo>
                  <a:pt x="6691" y="1412"/>
                </a:lnTo>
                <a:lnTo>
                  <a:pt x="6740" y="1388"/>
                </a:lnTo>
                <a:lnTo>
                  <a:pt x="6764" y="1412"/>
                </a:lnTo>
                <a:lnTo>
                  <a:pt x="6716" y="1461"/>
                </a:lnTo>
                <a:lnTo>
                  <a:pt x="6691" y="1510"/>
                </a:lnTo>
                <a:lnTo>
                  <a:pt x="6691" y="1680"/>
                </a:lnTo>
                <a:lnTo>
                  <a:pt x="6716" y="1826"/>
                </a:lnTo>
                <a:lnTo>
                  <a:pt x="6764" y="1996"/>
                </a:lnTo>
                <a:lnTo>
                  <a:pt x="6813" y="2166"/>
                </a:lnTo>
                <a:lnTo>
                  <a:pt x="6886" y="2312"/>
                </a:lnTo>
                <a:lnTo>
                  <a:pt x="7008" y="2434"/>
                </a:lnTo>
                <a:lnTo>
                  <a:pt x="7129" y="2556"/>
                </a:lnTo>
                <a:lnTo>
                  <a:pt x="7251" y="2629"/>
                </a:lnTo>
                <a:lnTo>
                  <a:pt x="7300" y="2629"/>
                </a:lnTo>
                <a:lnTo>
                  <a:pt x="7324" y="2604"/>
                </a:lnTo>
                <a:lnTo>
                  <a:pt x="7324" y="2580"/>
                </a:lnTo>
                <a:lnTo>
                  <a:pt x="7324" y="2556"/>
                </a:lnTo>
                <a:lnTo>
                  <a:pt x="7056" y="2069"/>
                </a:lnTo>
                <a:lnTo>
                  <a:pt x="6983" y="1826"/>
                </a:lnTo>
                <a:lnTo>
                  <a:pt x="6910" y="1583"/>
                </a:lnTo>
                <a:lnTo>
                  <a:pt x="7202" y="1874"/>
                </a:lnTo>
                <a:lnTo>
                  <a:pt x="7543" y="2142"/>
                </a:lnTo>
                <a:lnTo>
                  <a:pt x="7884" y="2385"/>
                </a:lnTo>
                <a:lnTo>
                  <a:pt x="8273" y="2580"/>
                </a:lnTo>
                <a:lnTo>
                  <a:pt x="8468" y="2677"/>
                </a:lnTo>
                <a:lnTo>
                  <a:pt x="8662" y="2726"/>
                </a:lnTo>
                <a:lnTo>
                  <a:pt x="8857" y="2775"/>
                </a:lnTo>
                <a:lnTo>
                  <a:pt x="9076" y="2823"/>
                </a:lnTo>
                <a:lnTo>
                  <a:pt x="9490" y="2823"/>
                </a:lnTo>
                <a:lnTo>
                  <a:pt x="9709" y="2799"/>
                </a:lnTo>
                <a:lnTo>
                  <a:pt x="9928" y="2750"/>
                </a:lnTo>
                <a:lnTo>
                  <a:pt x="9952" y="2726"/>
                </a:lnTo>
                <a:lnTo>
                  <a:pt x="9976" y="2677"/>
                </a:lnTo>
                <a:lnTo>
                  <a:pt x="9952" y="2629"/>
                </a:lnTo>
                <a:lnTo>
                  <a:pt x="9928" y="2604"/>
                </a:lnTo>
                <a:lnTo>
                  <a:pt x="9538" y="2531"/>
                </a:lnTo>
                <a:lnTo>
                  <a:pt x="9173" y="2458"/>
                </a:lnTo>
                <a:lnTo>
                  <a:pt x="8784" y="2410"/>
                </a:lnTo>
                <a:lnTo>
                  <a:pt x="8419" y="2312"/>
                </a:lnTo>
                <a:lnTo>
                  <a:pt x="8224" y="2239"/>
                </a:lnTo>
                <a:lnTo>
                  <a:pt x="8054" y="2142"/>
                </a:lnTo>
                <a:lnTo>
                  <a:pt x="7689" y="1947"/>
                </a:lnTo>
                <a:lnTo>
                  <a:pt x="7348" y="1728"/>
                </a:lnTo>
                <a:lnTo>
                  <a:pt x="7008" y="1510"/>
                </a:lnTo>
                <a:lnTo>
                  <a:pt x="7251" y="1583"/>
                </a:lnTo>
                <a:lnTo>
                  <a:pt x="7494" y="1631"/>
                </a:lnTo>
                <a:lnTo>
                  <a:pt x="7981" y="1753"/>
                </a:lnTo>
                <a:lnTo>
                  <a:pt x="8297" y="1826"/>
                </a:lnTo>
                <a:lnTo>
                  <a:pt x="8638" y="1923"/>
                </a:lnTo>
                <a:lnTo>
                  <a:pt x="8954" y="1947"/>
                </a:lnTo>
                <a:lnTo>
                  <a:pt x="9125" y="1947"/>
                </a:lnTo>
                <a:lnTo>
                  <a:pt x="9295" y="1923"/>
                </a:lnTo>
                <a:lnTo>
                  <a:pt x="9344" y="1899"/>
                </a:lnTo>
                <a:lnTo>
                  <a:pt x="9344" y="1850"/>
                </a:lnTo>
                <a:lnTo>
                  <a:pt x="9344" y="1826"/>
                </a:lnTo>
                <a:lnTo>
                  <a:pt x="9319" y="1777"/>
                </a:lnTo>
                <a:lnTo>
                  <a:pt x="9027" y="1655"/>
                </a:lnTo>
                <a:lnTo>
                  <a:pt x="8711" y="1558"/>
                </a:lnTo>
                <a:lnTo>
                  <a:pt x="8078" y="1437"/>
                </a:lnTo>
                <a:lnTo>
                  <a:pt x="7567" y="1315"/>
                </a:lnTo>
                <a:lnTo>
                  <a:pt x="7300" y="1266"/>
                </a:lnTo>
                <a:lnTo>
                  <a:pt x="7032" y="1266"/>
                </a:lnTo>
                <a:lnTo>
                  <a:pt x="7251" y="1145"/>
                </a:lnTo>
                <a:lnTo>
                  <a:pt x="7470" y="1072"/>
                </a:lnTo>
                <a:lnTo>
                  <a:pt x="7738" y="1047"/>
                </a:lnTo>
                <a:lnTo>
                  <a:pt x="8005" y="1072"/>
                </a:lnTo>
                <a:lnTo>
                  <a:pt x="8273" y="1120"/>
                </a:lnTo>
                <a:lnTo>
                  <a:pt x="8541" y="1193"/>
                </a:lnTo>
                <a:lnTo>
                  <a:pt x="8760" y="1266"/>
                </a:lnTo>
                <a:lnTo>
                  <a:pt x="8954" y="1339"/>
                </a:lnTo>
                <a:lnTo>
                  <a:pt x="9368" y="1558"/>
                </a:lnTo>
                <a:lnTo>
                  <a:pt x="9806" y="1753"/>
                </a:lnTo>
                <a:lnTo>
                  <a:pt x="10001" y="1826"/>
                </a:lnTo>
                <a:lnTo>
                  <a:pt x="10220" y="1874"/>
                </a:lnTo>
                <a:lnTo>
                  <a:pt x="10268" y="1850"/>
                </a:lnTo>
                <a:lnTo>
                  <a:pt x="10293" y="1826"/>
                </a:lnTo>
                <a:lnTo>
                  <a:pt x="10317" y="1801"/>
                </a:lnTo>
                <a:lnTo>
                  <a:pt x="10293" y="1753"/>
                </a:lnTo>
                <a:lnTo>
                  <a:pt x="10098" y="1558"/>
                </a:lnTo>
                <a:lnTo>
                  <a:pt x="9879" y="1388"/>
                </a:lnTo>
                <a:lnTo>
                  <a:pt x="9611" y="1242"/>
                </a:lnTo>
                <a:lnTo>
                  <a:pt x="9344" y="1120"/>
                </a:lnTo>
                <a:lnTo>
                  <a:pt x="9052" y="1023"/>
                </a:lnTo>
                <a:lnTo>
                  <a:pt x="8760" y="926"/>
                </a:lnTo>
                <a:lnTo>
                  <a:pt x="8224" y="804"/>
                </a:lnTo>
                <a:lnTo>
                  <a:pt x="8030" y="755"/>
                </a:lnTo>
                <a:close/>
                <a:moveTo>
                  <a:pt x="5888" y="1996"/>
                </a:moveTo>
                <a:lnTo>
                  <a:pt x="5864" y="2020"/>
                </a:lnTo>
                <a:lnTo>
                  <a:pt x="5694" y="2142"/>
                </a:lnTo>
                <a:lnTo>
                  <a:pt x="5523" y="2264"/>
                </a:lnTo>
                <a:lnTo>
                  <a:pt x="5207" y="2556"/>
                </a:lnTo>
                <a:lnTo>
                  <a:pt x="4891" y="2823"/>
                </a:lnTo>
                <a:lnTo>
                  <a:pt x="4745" y="2969"/>
                </a:lnTo>
                <a:lnTo>
                  <a:pt x="4623" y="3140"/>
                </a:lnTo>
                <a:lnTo>
                  <a:pt x="4623" y="3188"/>
                </a:lnTo>
                <a:lnTo>
                  <a:pt x="4647" y="3213"/>
                </a:lnTo>
                <a:lnTo>
                  <a:pt x="4842" y="3115"/>
                </a:lnTo>
                <a:lnTo>
                  <a:pt x="4988" y="3018"/>
                </a:lnTo>
                <a:lnTo>
                  <a:pt x="5280" y="2775"/>
                </a:lnTo>
                <a:lnTo>
                  <a:pt x="5645" y="2458"/>
                </a:lnTo>
                <a:lnTo>
                  <a:pt x="5986" y="2166"/>
                </a:lnTo>
                <a:lnTo>
                  <a:pt x="6010" y="2093"/>
                </a:lnTo>
                <a:lnTo>
                  <a:pt x="5986" y="2045"/>
                </a:lnTo>
                <a:lnTo>
                  <a:pt x="5937" y="1996"/>
                </a:lnTo>
                <a:close/>
                <a:moveTo>
                  <a:pt x="6107" y="5622"/>
                </a:moveTo>
                <a:lnTo>
                  <a:pt x="6059" y="5646"/>
                </a:lnTo>
                <a:lnTo>
                  <a:pt x="6010" y="5670"/>
                </a:lnTo>
                <a:lnTo>
                  <a:pt x="5961" y="5719"/>
                </a:lnTo>
                <a:lnTo>
                  <a:pt x="5888" y="5768"/>
                </a:lnTo>
                <a:lnTo>
                  <a:pt x="5815" y="5816"/>
                </a:lnTo>
                <a:lnTo>
                  <a:pt x="5767" y="5889"/>
                </a:lnTo>
                <a:lnTo>
                  <a:pt x="5718" y="5987"/>
                </a:lnTo>
                <a:lnTo>
                  <a:pt x="5669" y="6157"/>
                </a:lnTo>
                <a:lnTo>
                  <a:pt x="5669" y="6327"/>
                </a:lnTo>
                <a:lnTo>
                  <a:pt x="5669" y="6425"/>
                </a:lnTo>
                <a:lnTo>
                  <a:pt x="5718" y="6546"/>
                </a:lnTo>
                <a:lnTo>
                  <a:pt x="5767" y="6644"/>
                </a:lnTo>
                <a:lnTo>
                  <a:pt x="5815" y="6717"/>
                </a:lnTo>
                <a:lnTo>
                  <a:pt x="5888" y="6790"/>
                </a:lnTo>
                <a:lnTo>
                  <a:pt x="5986" y="6863"/>
                </a:lnTo>
                <a:lnTo>
                  <a:pt x="6083" y="6911"/>
                </a:lnTo>
                <a:lnTo>
                  <a:pt x="6180" y="6936"/>
                </a:lnTo>
                <a:lnTo>
                  <a:pt x="6326" y="6936"/>
                </a:lnTo>
                <a:lnTo>
                  <a:pt x="6399" y="6911"/>
                </a:lnTo>
                <a:lnTo>
                  <a:pt x="6448" y="6863"/>
                </a:lnTo>
                <a:lnTo>
                  <a:pt x="6570" y="6717"/>
                </a:lnTo>
                <a:lnTo>
                  <a:pt x="6643" y="6546"/>
                </a:lnTo>
                <a:lnTo>
                  <a:pt x="6667" y="6352"/>
                </a:lnTo>
                <a:lnTo>
                  <a:pt x="6667" y="6157"/>
                </a:lnTo>
                <a:lnTo>
                  <a:pt x="6618" y="5962"/>
                </a:lnTo>
                <a:lnTo>
                  <a:pt x="6594" y="5889"/>
                </a:lnTo>
                <a:lnTo>
                  <a:pt x="6521" y="5792"/>
                </a:lnTo>
                <a:lnTo>
                  <a:pt x="6472" y="5719"/>
                </a:lnTo>
                <a:lnTo>
                  <a:pt x="6375" y="5670"/>
                </a:lnTo>
                <a:lnTo>
                  <a:pt x="6302" y="5622"/>
                </a:lnTo>
                <a:close/>
                <a:moveTo>
                  <a:pt x="9368" y="5622"/>
                </a:moveTo>
                <a:lnTo>
                  <a:pt x="9319" y="5646"/>
                </a:lnTo>
                <a:lnTo>
                  <a:pt x="9271" y="5670"/>
                </a:lnTo>
                <a:lnTo>
                  <a:pt x="9222" y="5719"/>
                </a:lnTo>
                <a:lnTo>
                  <a:pt x="9149" y="5768"/>
                </a:lnTo>
                <a:lnTo>
                  <a:pt x="9076" y="5816"/>
                </a:lnTo>
                <a:lnTo>
                  <a:pt x="9027" y="5889"/>
                </a:lnTo>
                <a:lnTo>
                  <a:pt x="8979" y="5987"/>
                </a:lnTo>
                <a:lnTo>
                  <a:pt x="8930" y="6157"/>
                </a:lnTo>
                <a:lnTo>
                  <a:pt x="8930" y="6327"/>
                </a:lnTo>
                <a:lnTo>
                  <a:pt x="8930" y="6425"/>
                </a:lnTo>
                <a:lnTo>
                  <a:pt x="8979" y="6546"/>
                </a:lnTo>
                <a:lnTo>
                  <a:pt x="9027" y="6644"/>
                </a:lnTo>
                <a:lnTo>
                  <a:pt x="9076" y="6717"/>
                </a:lnTo>
                <a:lnTo>
                  <a:pt x="9149" y="6790"/>
                </a:lnTo>
                <a:lnTo>
                  <a:pt x="9246" y="6863"/>
                </a:lnTo>
                <a:lnTo>
                  <a:pt x="9344" y="6911"/>
                </a:lnTo>
                <a:lnTo>
                  <a:pt x="9441" y="6936"/>
                </a:lnTo>
                <a:lnTo>
                  <a:pt x="9587" y="6936"/>
                </a:lnTo>
                <a:lnTo>
                  <a:pt x="9660" y="6911"/>
                </a:lnTo>
                <a:lnTo>
                  <a:pt x="9709" y="6863"/>
                </a:lnTo>
                <a:lnTo>
                  <a:pt x="9830" y="6717"/>
                </a:lnTo>
                <a:lnTo>
                  <a:pt x="9903" y="6546"/>
                </a:lnTo>
                <a:lnTo>
                  <a:pt x="9928" y="6352"/>
                </a:lnTo>
                <a:lnTo>
                  <a:pt x="9928" y="6157"/>
                </a:lnTo>
                <a:lnTo>
                  <a:pt x="9879" y="5962"/>
                </a:lnTo>
                <a:lnTo>
                  <a:pt x="9855" y="5889"/>
                </a:lnTo>
                <a:lnTo>
                  <a:pt x="9782" y="5792"/>
                </a:lnTo>
                <a:lnTo>
                  <a:pt x="9733" y="5719"/>
                </a:lnTo>
                <a:lnTo>
                  <a:pt x="9636" y="5670"/>
                </a:lnTo>
                <a:lnTo>
                  <a:pt x="9563" y="5622"/>
                </a:lnTo>
                <a:close/>
                <a:moveTo>
                  <a:pt x="7786" y="6765"/>
                </a:moveTo>
                <a:lnTo>
                  <a:pt x="7738" y="6814"/>
                </a:lnTo>
                <a:lnTo>
                  <a:pt x="7713" y="6863"/>
                </a:lnTo>
                <a:lnTo>
                  <a:pt x="7713" y="7082"/>
                </a:lnTo>
                <a:lnTo>
                  <a:pt x="7738" y="7301"/>
                </a:lnTo>
                <a:lnTo>
                  <a:pt x="7738" y="7520"/>
                </a:lnTo>
                <a:lnTo>
                  <a:pt x="7762" y="7739"/>
                </a:lnTo>
                <a:lnTo>
                  <a:pt x="7786" y="7787"/>
                </a:lnTo>
                <a:lnTo>
                  <a:pt x="7811" y="7812"/>
                </a:lnTo>
                <a:lnTo>
                  <a:pt x="7908" y="7860"/>
                </a:lnTo>
                <a:lnTo>
                  <a:pt x="7957" y="7836"/>
                </a:lnTo>
                <a:lnTo>
                  <a:pt x="8005" y="7836"/>
                </a:lnTo>
                <a:lnTo>
                  <a:pt x="8030" y="7787"/>
                </a:lnTo>
                <a:lnTo>
                  <a:pt x="8054" y="7739"/>
                </a:lnTo>
                <a:lnTo>
                  <a:pt x="8054" y="7641"/>
                </a:lnTo>
                <a:lnTo>
                  <a:pt x="8054" y="7520"/>
                </a:lnTo>
                <a:lnTo>
                  <a:pt x="8030" y="7301"/>
                </a:lnTo>
                <a:lnTo>
                  <a:pt x="7981" y="7057"/>
                </a:lnTo>
                <a:lnTo>
                  <a:pt x="7957" y="6936"/>
                </a:lnTo>
                <a:lnTo>
                  <a:pt x="7884" y="6814"/>
                </a:lnTo>
                <a:lnTo>
                  <a:pt x="7835" y="6765"/>
                </a:lnTo>
                <a:close/>
                <a:moveTo>
                  <a:pt x="8589" y="8274"/>
                </a:moveTo>
                <a:lnTo>
                  <a:pt x="8249" y="8371"/>
                </a:lnTo>
                <a:lnTo>
                  <a:pt x="7932" y="8444"/>
                </a:lnTo>
                <a:lnTo>
                  <a:pt x="7592" y="8469"/>
                </a:lnTo>
                <a:lnTo>
                  <a:pt x="7421" y="8469"/>
                </a:lnTo>
                <a:lnTo>
                  <a:pt x="7251" y="8444"/>
                </a:lnTo>
                <a:lnTo>
                  <a:pt x="7202" y="8469"/>
                </a:lnTo>
                <a:lnTo>
                  <a:pt x="7178" y="8469"/>
                </a:lnTo>
                <a:lnTo>
                  <a:pt x="7154" y="8517"/>
                </a:lnTo>
                <a:lnTo>
                  <a:pt x="7178" y="8542"/>
                </a:lnTo>
                <a:lnTo>
                  <a:pt x="7227" y="8639"/>
                </a:lnTo>
                <a:lnTo>
                  <a:pt x="7300" y="8688"/>
                </a:lnTo>
                <a:lnTo>
                  <a:pt x="7373" y="8761"/>
                </a:lnTo>
                <a:lnTo>
                  <a:pt x="7470" y="8785"/>
                </a:lnTo>
                <a:lnTo>
                  <a:pt x="7665" y="8834"/>
                </a:lnTo>
                <a:lnTo>
                  <a:pt x="7908" y="8834"/>
                </a:lnTo>
                <a:lnTo>
                  <a:pt x="8127" y="8809"/>
                </a:lnTo>
                <a:lnTo>
                  <a:pt x="8370" y="8761"/>
                </a:lnTo>
                <a:lnTo>
                  <a:pt x="8565" y="8712"/>
                </a:lnTo>
                <a:lnTo>
                  <a:pt x="8735" y="8639"/>
                </a:lnTo>
                <a:lnTo>
                  <a:pt x="8808" y="8590"/>
                </a:lnTo>
                <a:lnTo>
                  <a:pt x="8833" y="8542"/>
                </a:lnTo>
                <a:lnTo>
                  <a:pt x="8833" y="8469"/>
                </a:lnTo>
                <a:lnTo>
                  <a:pt x="8833" y="8396"/>
                </a:lnTo>
                <a:lnTo>
                  <a:pt x="8784" y="8347"/>
                </a:lnTo>
                <a:lnTo>
                  <a:pt x="8735" y="8298"/>
                </a:lnTo>
                <a:lnTo>
                  <a:pt x="8662" y="8274"/>
                </a:lnTo>
                <a:close/>
                <a:moveTo>
                  <a:pt x="6618" y="9928"/>
                </a:moveTo>
                <a:lnTo>
                  <a:pt x="6862" y="10026"/>
                </a:lnTo>
                <a:lnTo>
                  <a:pt x="7105" y="10099"/>
                </a:lnTo>
                <a:lnTo>
                  <a:pt x="7373" y="10172"/>
                </a:lnTo>
                <a:lnTo>
                  <a:pt x="7616" y="10220"/>
                </a:lnTo>
                <a:lnTo>
                  <a:pt x="7859" y="10245"/>
                </a:lnTo>
                <a:lnTo>
                  <a:pt x="8127" y="10269"/>
                </a:lnTo>
                <a:lnTo>
                  <a:pt x="8370" y="10245"/>
                </a:lnTo>
                <a:lnTo>
                  <a:pt x="8614" y="10220"/>
                </a:lnTo>
                <a:lnTo>
                  <a:pt x="8833" y="10172"/>
                </a:lnTo>
                <a:lnTo>
                  <a:pt x="9052" y="10123"/>
                </a:lnTo>
                <a:lnTo>
                  <a:pt x="9027" y="10366"/>
                </a:lnTo>
                <a:lnTo>
                  <a:pt x="8735" y="10391"/>
                </a:lnTo>
                <a:lnTo>
                  <a:pt x="8443" y="10415"/>
                </a:lnTo>
                <a:lnTo>
                  <a:pt x="8419" y="10415"/>
                </a:lnTo>
                <a:lnTo>
                  <a:pt x="8151" y="10391"/>
                </a:lnTo>
                <a:lnTo>
                  <a:pt x="8005" y="10391"/>
                </a:lnTo>
                <a:lnTo>
                  <a:pt x="7859" y="10415"/>
                </a:lnTo>
                <a:lnTo>
                  <a:pt x="7859" y="10439"/>
                </a:lnTo>
                <a:lnTo>
                  <a:pt x="7835" y="10464"/>
                </a:lnTo>
                <a:lnTo>
                  <a:pt x="7835" y="10512"/>
                </a:lnTo>
                <a:lnTo>
                  <a:pt x="7884" y="10585"/>
                </a:lnTo>
                <a:lnTo>
                  <a:pt x="7932" y="10610"/>
                </a:lnTo>
                <a:lnTo>
                  <a:pt x="8078" y="10683"/>
                </a:lnTo>
                <a:lnTo>
                  <a:pt x="8224" y="10707"/>
                </a:lnTo>
                <a:lnTo>
                  <a:pt x="8346" y="10731"/>
                </a:lnTo>
                <a:lnTo>
                  <a:pt x="8687" y="10731"/>
                </a:lnTo>
                <a:lnTo>
                  <a:pt x="8857" y="10707"/>
                </a:lnTo>
                <a:lnTo>
                  <a:pt x="9027" y="10683"/>
                </a:lnTo>
                <a:lnTo>
                  <a:pt x="9027" y="10804"/>
                </a:lnTo>
                <a:lnTo>
                  <a:pt x="8687" y="10853"/>
                </a:lnTo>
                <a:lnTo>
                  <a:pt x="8541" y="10877"/>
                </a:lnTo>
                <a:lnTo>
                  <a:pt x="8370" y="10902"/>
                </a:lnTo>
                <a:lnTo>
                  <a:pt x="7932" y="10902"/>
                </a:lnTo>
                <a:lnTo>
                  <a:pt x="7786" y="10950"/>
                </a:lnTo>
                <a:lnTo>
                  <a:pt x="7762" y="10999"/>
                </a:lnTo>
                <a:lnTo>
                  <a:pt x="7786" y="11023"/>
                </a:lnTo>
                <a:lnTo>
                  <a:pt x="7884" y="11121"/>
                </a:lnTo>
                <a:lnTo>
                  <a:pt x="8030" y="11194"/>
                </a:lnTo>
                <a:lnTo>
                  <a:pt x="8200" y="11242"/>
                </a:lnTo>
                <a:lnTo>
                  <a:pt x="8589" y="11242"/>
                </a:lnTo>
                <a:lnTo>
                  <a:pt x="8760" y="11218"/>
                </a:lnTo>
                <a:lnTo>
                  <a:pt x="8930" y="11194"/>
                </a:lnTo>
                <a:lnTo>
                  <a:pt x="9076" y="11121"/>
                </a:lnTo>
                <a:lnTo>
                  <a:pt x="9125" y="11218"/>
                </a:lnTo>
                <a:lnTo>
                  <a:pt x="8954" y="11291"/>
                </a:lnTo>
                <a:lnTo>
                  <a:pt x="8760" y="11340"/>
                </a:lnTo>
                <a:lnTo>
                  <a:pt x="8151" y="11461"/>
                </a:lnTo>
                <a:lnTo>
                  <a:pt x="8127" y="11461"/>
                </a:lnTo>
                <a:lnTo>
                  <a:pt x="8127" y="11486"/>
                </a:lnTo>
                <a:lnTo>
                  <a:pt x="8151" y="11510"/>
                </a:lnTo>
                <a:lnTo>
                  <a:pt x="8346" y="11583"/>
                </a:lnTo>
                <a:lnTo>
                  <a:pt x="8589" y="11607"/>
                </a:lnTo>
                <a:lnTo>
                  <a:pt x="8370" y="11656"/>
                </a:lnTo>
                <a:lnTo>
                  <a:pt x="8151" y="11680"/>
                </a:lnTo>
                <a:lnTo>
                  <a:pt x="7932" y="11680"/>
                </a:lnTo>
                <a:lnTo>
                  <a:pt x="7713" y="11656"/>
                </a:lnTo>
                <a:lnTo>
                  <a:pt x="7421" y="11632"/>
                </a:lnTo>
                <a:lnTo>
                  <a:pt x="7129" y="11559"/>
                </a:lnTo>
                <a:lnTo>
                  <a:pt x="6862" y="11461"/>
                </a:lnTo>
                <a:lnTo>
                  <a:pt x="6740" y="11388"/>
                </a:lnTo>
                <a:lnTo>
                  <a:pt x="6618" y="11291"/>
                </a:lnTo>
                <a:lnTo>
                  <a:pt x="6594" y="11242"/>
                </a:lnTo>
                <a:lnTo>
                  <a:pt x="6667" y="11194"/>
                </a:lnTo>
                <a:lnTo>
                  <a:pt x="6716" y="11121"/>
                </a:lnTo>
                <a:lnTo>
                  <a:pt x="6716" y="11023"/>
                </a:lnTo>
                <a:lnTo>
                  <a:pt x="6716" y="10950"/>
                </a:lnTo>
                <a:lnTo>
                  <a:pt x="6667" y="10804"/>
                </a:lnTo>
                <a:lnTo>
                  <a:pt x="6618" y="10610"/>
                </a:lnTo>
                <a:lnTo>
                  <a:pt x="6594" y="10415"/>
                </a:lnTo>
                <a:lnTo>
                  <a:pt x="6594" y="10245"/>
                </a:lnTo>
                <a:lnTo>
                  <a:pt x="6618" y="10074"/>
                </a:lnTo>
                <a:lnTo>
                  <a:pt x="6643" y="9977"/>
                </a:lnTo>
                <a:lnTo>
                  <a:pt x="6643" y="9953"/>
                </a:lnTo>
                <a:lnTo>
                  <a:pt x="6618" y="10001"/>
                </a:lnTo>
                <a:lnTo>
                  <a:pt x="6618" y="9928"/>
                </a:lnTo>
                <a:close/>
                <a:moveTo>
                  <a:pt x="9636" y="11218"/>
                </a:moveTo>
                <a:lnTo>
                  <a:pt x="9782" y="11291"/>
                </a:lnTo>
                <a:lnTo>
                  <a:pt x="9928" y="11364"/>
                </a:lnTo>
                <a:lnTo>
                  <a:pt x="9855" y="11510"/>
                </a:lnTo>
                <a:lnTo>
                  <a:pt x="9757" y="11632"/>
                </a:lnTo>
                <a:lnTo>
                  <a:pt x="9636" y="11778"/>
                </a:lnTo>
                <a:lnTo>
                  <a:pt x="9514" y="11875"/>
                </a:lnTo>
                <a:lnTo>
                  <a:pt x="9246" y="12070"/>
                </a:lnTo>
                <a:lnTo>
                  <a:pt x="8930" y="12240"/>
                </a:lnTo>
                <a:lnTo>
                  <a:pt x="8589" y="12362"/>
                </a:lnTo>
                <a:lnTo>
                  <a:pt x="8249" y="12435"/>
                </a:lnTo>
                <a:lnTo>
                  <a:pt x="7908" y="12483"/>
                </a:lnTo>
                <a:lnTo>
                  <a:pt x="7592" y="12508"/>
                </a:lnTo>
                <a:lnTo>
                  <a:pt x="7227" y="12508"/>
                </a:lnTo>
                <a:lnTo>
                  <a:pt x="6886" y="12459"/>
                </a:lnTo>
                <a:lnTo>
                  <a:pt x="6521" y="12362"/>
                </a:lnTo>
                <a:lnTo>
                  <a:pt x="6375" y="12289"/>
                </a:lnTo>
                <a:lnTo>
                  <a:pt x="6205" y="12216"/>
                </a:lnTo>
                <a:lnTo>
                  <a:pt x="6083" y="12118"/>
                </a:lnTo>
                <a:lnTo>
                  <a:pt x="5986" y="12021"/>
                </a:lnTo>
                <a:lnTo>
                  <a:pt x="5888" y="11924"/>
                </a:lnTo>
                <a:lnTo>
                  <a:pt x="5815" y="11826"/>
                </a:lnTo>
                <a:lnTo>
                  <a:pt x="5694" y="11583"/>
                </a:lnTo>
                <a:lnTo>
                  <a:pt x="5572" y="11315"/>
                </a:lnTo>
                <a:lnTo>
                  <a:pt x="5645" y="11291"/>
                </a:lnTo>
                <a:lnTo>
                  <a:pt x="5840" y="11267"/>
                </a:lnTo>
                <a:lnTo>
                  <a:pt x="6107" y="11242"/>
                </a:lnTo>
                <a:lnTo>
                  <a:pt x="6180" y="11364"/>
                </a:lnTo>
                <a:lnTo>
                  <a:pt x="6278" y="11486"/>
                </a:lnTo>
                <a:lnTo>
                  <a:pt x="6448" y="11656"/>
                </a:lnTo>
                <a:lnTo>
                  <a:pt x="6594" y="11753"/>
                </a:lnTo>
                <a:lnTo>
                  <a:pt x="6764" y="11851"/>
                </a:lnTo>
                <a:lnTo>
                  <a:pt x="7105" y="11972"/>
                </a:lnTo>
                <a:lnTo>
                  <a:pt x="7446" y="12045"/>
                </a:lnTo>
                <a:lnTo>
                  <a:pt x="7811" y="12094"/>
                </a:lnTo>
                <a:lnTo>
                  <a:pt x="8151" y="12094"/>
                </a:lnTo>
                <a:lnTo>
                  <a:pt x="8492" y="12070"/>
                </a:lnTo>
                <a:lnTo>
                  <a:pt x="8833" y="11972"/>
                </a:lnTo>
                <a:lnTo>
                  <a:pt x="9003" y="11924"/>
                </a:lnTo>
                <a:lnTo>
                  <a:pt x="9173" y="11851"/>
                </a:lnTo>
                <a:lnTo>
                  <a:pt x="9295" y="11753"/>
                </a:lnTo>
                <a:lnTo>
                  <a:pt x="9441" y="11607"/>
                </a:lnTo>
                <a:lnTo>
                  <a:pt x="9563" y="11461"/>
                </a:lnTo>
                <a:lnTo>
                  <a:pt x="9587" y="11364"/>
                </a:lnTo>
                <a:lnTo>
                  <a:pt x="9611" y="11291"/>
                </a:lnTo>
                <a:lnTo>
                  <a:pt x="9636" y="11218"/>
                </a:lnTo>
                <a:close/>
                <a:moveTo>
                  <a:pt x="5231" y="11437"/>
                </a:moveTo>
                <a:lnTo>
                  <a:pt x="5231" y="11583"/>
                </a:lnTo>
                <a:lnTo>
                  <a:pt x="5280" y="11729"/>
                </a:lnTo>
                <a:lnTo>
                  <a:pt x="5329" y="11875"/>
                </a:lnTo>
                <a:lnTo>
                  <a:pt x="5402" y="12021"/>
                </a:lnTo>
                <a:lnTo>
                  <a:pt x="5596" y="12264"/>
                </a:lnTo>
                <a:lnTo>
                  <a:pt x="5815" y="12459"/>
                </a:lnTo>
                <a:lnTo>
                  <a:pt x="6010" y="12581"/>
                </a:lnTo>
                <a:lnTo>
                  <a:pt x="6205" y="12702"/>
                </a:lnTo>
                <a:lnTo>
                  <a:pt x="6399" y="12775"/>
                </a:lnTo>
                <a:lnTo>
                  <a:pt x="6618" y="12848"/>
                </a:lnTo>
                <a:lnTo>
                  <a:pt x="6837" y="12897"/>
                </a:lnTo>
                <a:lnTo>
                  <a:pt x="7056" y="12946"/>
                </a:lnTo>
                <a:lnTo>
                  <a:pt x="7494" y="12970"/>
                </a:lnTo>
                <a:lnTo>
                  <a:pt x="7908" y="12946"/>
                </a:lnTo>
                <a:lnTo>
                  <a:pt x="8322" y="12897"/>
                </a:lnTo>
                <a:lnTo>
                  <a:pt x="8760" y="12775"/>
                </a:lnTo>
                <a:lnTo>
                  <a:pt x="9149" y="12629"/>
                </a:lnTo>
                <a:lnTo>
                  <a:pt x="9344" y="12532"/>
                </a:lnTo>
                <a:lnTo>
                  <a:pt x="9538" y="12410"/>
                </a:lnTo>
                <a:lnTo>
                  <a:pt x="9709" y="12289"/>
                </a:lnTo>
                <a:lnTo>
                  <a:pt x="9879" y="12143"/>
                </a:lnTo>
                <a:lnTo>
                  <a:pt x="10025" y="11997"/>
                </a:lnTo>
                <a:lnTo>
                  <a:pt x="10147" y="11851"/>
                </a:lnTo>
                <a:lnTo>
                  <a:pt x="10268" y="11656"/>
                </a:lnTo>
                <a:lnTo>
                  <a:pt x="10366" y="11486"/>
                </a:lnTo>
                <a:lnTo>
                  <a:pt x="10950" y="11583"/>
                </a:lnTo>
                <a:lnTo>
                  <a:pt x="10974" y="11583"/>
                </a:lnTo>
                <a:lnTo>
                  <a:pt x="10828" y="11680"/>
                </a:lnTo>
                <a:lnTo>
                  <a:pt x="10658" y="11778"/>
                </a:lnTo>
                <a:lnTo>
                  <a:pt x="10512" y="11899"/>
                </a:lnTo>
                <a:lnTo>
                  <a:pt x="10366" y="12045"/>
                </a:lnTo>
                <a:lnTo>
                  <a:pt x="10317" y="12118"/>
                </a:lnTo>
                <a:lnTo>
                  <a:pt x="10293" y="12216"/>
                </a:lnTo>
                <a:lnTo>
                  <a:pt x="10439" y="12167"/>
                </a:lnTo>
                <a:lnTo>
                  <a:pt x="10585" y="12094"/>
                </a:lnTo>
                <a:lnTo>
                  <a:pt x="10852" y="11924"/>
                </a:lnTo>
                <a:lnTo>
                  <a:pt x="11193" y="11778"/>
                </a:lnTo>
                <a:lnTo>
                  <a:pt x="11315" y="11753"/>
                </a:lnTo>
                <a:lnTo>
                  <a:pt x="11436" y="11705"/>
                </a:lnTo>
                <a:lnTo>
                  <a:pt x="11461" y="11680"/>
                </a:lnTo>
                <a:lnTo>
                  <a:pt x="12020" y="11851"/>
                </a:lnTo>
                <a:lnTo>
                  <a:pt x="11728" y="11948"/>
                </a:lnTo>
                <a:lnTo>
                  <a:pt x="11436" y="12070"/>
                </a:lnTo>
                <a:lnTo>
                  <a:pt x="11144" y="12191"/>
                </a:lnTo>
                <a:lnTo>
                  <a:pt x="10877" y="12362"/>
                </a:lnTo>
                <a:lnTo>
                  <a:pt x="10633" y="12532"/>
                </a:lnTo>
                <a:lnTo>
                  <a:pt x="10609" y="12556"/>
                </a:lnTo>
                <a:lnTo>
                  <a:pt x="10633" y="12581"/>
                </a:lnTo>
                <a:lnTo>
                  <a:pt x="11144" y="12386"/>
                </a:lnTo>
                <a:lnTo>
                  <a:pt x="11655" y="12216"/>
                </a:lnTo>
                <a:lnTo>
                  <a:pt x="11874" y="12167"/>
                </a:lnTo>
                <a:lnTo>
                  <a:pt x="12093" y="12118"/>
                </a:lnTo>
                <a:lnTo>
                  <a:pt x="12312" y="12094"/>
                </a:lnTo>
                <a:lnTo>
                  <a:pt x="12531" y="12021"/>
                </a:lnTo>
                <a:lnTo>
                  <a:pt x="12969" y="12216"/>
                </a:lnTo>
                <a:lnTo>
                  <a:pt x="12726" y="12289"/>
                </a:lnTo>
                <a:lnTo>
                  <a:pt x="12507" y="12386"/>
                </a:lnTo>
                <a:lnTo>
                  <a:pt x="11874" y="12654"/>
                </a:lnTo>
                <a:lnTo>
                  <a:pt x="11582" y="12800"/>
                </a:lnTo>
                <a:lnTo>
                  <a:pt x="11266" y="12897"/>
                </a:lnTo>
                <a:lnTo>
                  <a:pt x="11242" y="12921"/>
                </a:lnTo>
                <a:lnTo>
                  <a:pt x="11217" y="12946"/>
                </a:lnTo>
                <a:lnTo>
                  <a:pt x="11242" y="12970"/>
                </a:lnTo>
                <a:lnTo>
                  <a:pt x="11266" y="12994"/>
                </a:lnTo>
                <a:lnTo>
                  <a:pt x="11850" y="12873"/>
                </a:lnTo>
                <a:lnTo>
                  <a:pt x="12458" y="12727"/>
                </a:lnTo>
                <a:lnTo>
                  <a:pt x="12677" y="12678"/>
                </a:lnTo>
                <a:lnTo>
                  <a:pt x="12920" y="12629"/>
                </a:lnTo>
                <a:lnTo>
                  <a:pt x="13164" y="12556"/>
                </a:lnTo>
                <a:lnTo>
                  <a:pt x="13285" y="12508"/>
                </a:lnTo>
                <a:lnTo>
                  <a:pt x="13383" y="12459"/>
                </a:lnTo>
                <a:lnTo>
                  <a:pt x="13626" y="12629"/>
                </a:lnTo>
                <a:lnTo>
                  <a:pt x="13869" y="12824"/>
                </a:lnTo>
                <a:lnTo>
                  <a:pt x="13602" y="12873"/>
                </a:lnTo>
                <a:lnTo>
                  <a:pt x="12847" y="13067"/>
                </a:lnTo>
                <a:lnTo>
                  <a:pt x="12482" y="13165"/>
                </a:lnTo>
                <a:lnTo>
                  <a:pt x="12142" y="13286"/>
                </a:lnTo>
                <a:lnTo>
                  <a:pt x="12093" y="13335"/>
                </a:lnTo>
                <a:lnTo>
                  <a:pt x="12117" y="13359"/>
                </a:lnTo>
                <a:lnTo>
                  <a:pt x="12263" y="13408"/>
                </a:lnTo>
                <a:lnTo>
                  <a:pt x="12409" y="13432"/>
                </a:lnTo>
                <a:lnTo>
                  <a:pt x="12531" y="13457"/>
                </a:lnTo>
                <a:lnTo>
                  <a:pt x="12677" y="13432"/>
                </a:lnTo>
                <a:lnTo>
                  <a:pt x="12969" y="13408"/>
                </a:lnTo>
                <a:lnTo>
                  <a:pt x="13237" y="13335"/>
                </a:lnTo>
                <a:lnTo>
                  <a:pt x="13675" y="13238"/>
                </a:lnTo>
                <a:lnTo>
                  <a:pt x="13869" y="13189"/>
                </a:lnTo>
                <a:lnTo>
                  <a:pt x="14088" y="13165"/>
                </a:lnTo>
                <a:lnTo>
                  <a:pt x="14186" y="13140"/>
                </a:lnTo>
                <a:lnTo>
                  <a:pt x="14356" y="13335"/>
                </a:lnTo>
                <a:lnTo>
                  <a:pt x="14502" y="13530"/>
                </a:lnTo>
                <a:lnTo>
                  <a:pt x="14186" y="13554"/>
                </a:lnTo>
                <a:lnTo>
                  <a:pt x="13845" y="13578"/>
                </a:lnTo>
                <a:lnTo>
                  <a:pt x="13529" y="13627"/>
                </a:lnTo>
                <a:lnTo>
                  <a:pt x="13212" y="13676"/>
                </a:lnTo>
                <a:lnTo>
                  <a:pt x="13042" y="13724"/>
                </a:lnTo>
                <a:lnTo>
                  <a:pt x="12896" y="13773"/>
                </a:lnTo>
                <a:lnTo>
                  <a:pt x="12872" y="13797"/>
                </a:lnTo>
                <a:lnTo>
                  <a:pt x="12872" y="13822"/>
                </a:lnTo>
                <a:lnTo>
                  <a:pt x="12896" y="13846"/>
                </a:lnTo>
                <a:lnTo>
                  <a:pt x="12896" y="13870"/>
                </a:lnTo>
                <a:lnTo>
                  <a:pt x="13188" y="13919"/>
                </a:lnTo>
                <a:lnTo>
                  <a:pt x="13456" y="13943"/>
                </a:lnTo>
                <a:lnTo>
                  <a:pt x="13991" y="13919"/>
                </a:lnTo>
                <a:lnTo>
                  <a:pt x="14745" y="13919"/>
                </a:lnTo>
                <a:lnTo>
                  <a:pt x="14916" y="14284"/>
                </a:lnTo>
                <a:lnTo>
                  <a:pt x="14405" y="14308"/>
                </a:lnTo>
                <a:lnTo>
                  <a:pt x="13821" y="14308"/>
                </a:lnTo>
                <a:lnTo>
                  <a:pt x="13529" y="14333"/>
                </a:lnTo>
                <a:lnTo>
                  <a:pt x="13383" y="14357"/>
                </a:lnTo>
                <a:lnTo>
                  <a:pt x="13237" y="14381"/>
                </a:lnTo>
                <a:lnTo>
                  <a:pt x="13212" y="14406"/>
                </a:lnTo>
                <a:lnTo>
                  <a:pt x="13188" y="14454"/>
                </a:lnTo>
                <a:lnTo>
                  <a:pt x="13212" y="14503"/>
                </a:lnTo>
                <a:lnTo>
                  <a:pt x="13237" y="14527"/>
                </a:lnTo>
                <a:lnTo>
                  <a:pt x="13529" y="14600"/>
                </a:lnTo>
                <a:lnTo>
                  <a:pt x="13821" y="14625"/>
                </a:lnTo>
                <a:lnTo>
                  <a:pt x="14721" y="14625"/>
                </a:lnTo>
                <a:lnTo>
                  <a:pt x="15037" y="14600"/>
                </a:lnTo>
                <a:lnTo>
                  <a:pt x="15110" y="14868"/>
                </a:lnTo>
                <a:lnTo>
                  <a:pt x="15159" y="15136"/>
                </a:lnTo>
                <a:lnTo>
                  <a:pt x="14989" y="15087"/>
                </a:lnTo>
                <a:lnTo>
                  <a:pt x="14818" y="15087"/>
                </a:lnTo>
                <a:lnTo>
                  <a:pt x="14453" y="15063"/>
                </a:lnTo>
                <a:lnTo>
                  <a:pt x="14234" y="15063"/>
                </a:lnTo>
                <a:lnTo>
                  <a:pt x="13991" y="15087"/>
                </a:lnTo>
                <a:lnTo>
                  <a:pt x="13772" y="15111"/>
                </a:lnTo>
                <a:lnTo>
                  <a:pt x="13529" y="15184"/>
                </a:lnTo>
                <a:lnTo>
                  <a:pt x="13504" y="15209"/>
                </a:lnTo>
                <a:lnTo>
                  <a:pt x="13504" y="15233"/>
                </a:lnTo>
                <a:lnTo>
                  <a:pt x="13504" y="15282"/>
                </a:lnTo>
                <a:lnTo>
                  <a:pt x="13553" y="15282"/>
                </a:lnTo>
                <a:lnTo>
                  <a:pt x="14015" y="15306"/>
                </a:lnTo>
                <a:lnTo>
                  <a:pt x="14453" y="15330"/>
                </a:lnTo>
                <a:lnTo>
                  <a:pt x="14843" y="15355"/>
                </a:lnTo>
                <a:lnTo>
                  <a:pt x="15013" y="15355"/>
                </a:lnTo>
                <a:lnTo>
                  <a:pt x="15183" y="15330"/>
                </a:lnTo>
                <a:lnTo>
                  <a:pt x="15183" y="15330"/>
                </a:lnTo>
                <a:lnTo>
                  <a:pt x="15086" y="15355"/>
                </a:lnTo>
                <a:lnTo>
                  <a:pt x="14794" y="15452"/>
                </a:lnTo>
                <a:lnTo>
                  <a:pt x="14502" y="15549"/>
                </a:lnTo>
                <a:lnTo>
                  <a:pt x="13918" y="15671"/>
                </a:lnTo>
                <a:lnTo>
                  <a:pt x="13310" y="15768"/>
                </a:lnTo>
                <a:lnTo>
                  <a:pt x="12701" y="15841"/>
                </a:lnTo>
                <a:lnTo>
                  <a:pt x="12677" y="15720"/>
                </a:lnTo>
                <a:lnTo>
                  <a:pt x="12653" y="15525"/>
                </a:lnTo>
                <a:lnTo>
                  <a:pt x="12628" y="15428"/>
                </a:lnTo>
                <a:lnTo>
                  <a:pt x="12555" y="15330"/>
                </a:lnTo>
                <a:lnTo>
                  <a:pt x="12482" y="15257"/>
                </a:lnTo>
                <a:lnTo>
                  <a:pt x="12385" y="15233"/>
                </a:lnTo>
                <a:lnTo>
                  <a:pt x="12288" y="15257"/>
                </a:lnTo>
                <a:lnTo>
                  <a:pt x="12215" y="15330"/>
                </a:lnTo>
                <a:lnTo>
                  <a:pt x="12166" y="15428"/>
                </a:lnTo>
                <a:lnTo>
                  <a:pt x="12142" y="15525"/>
                </a:lnTo>
                <a:lnTo>
                  <a:pt x="12142" y="15720"/>
                </a:lnTo>
                <a:lnTo>
                  <a:pt x="12142" y="15890"/>
                </a:lnTo>
                <a:lnTo>
                  <a:pt x="11801" y="15939"/>
                </a:lnTo>
                <a:lnTo>
                  <a:pt x="11290" y="15987"/>
                </a:lnTo>
                <a:lnTo>
                  <a:pt x="10755" y="16036"/>
                </a:lnTo>
                <a:lnTo>
                  <a:pt x="9709" y="16085"/>
                </a:lnTo>
                <a:lnTo>
                  <a:pt x="7592" y="16085"/>
                </a:lnTo>
                <a:lnTo>
                  <a:pt x="6521" y="16060"/>
                </a:lnTo>
                <a:lnTo>
                  <a:pt x="5475" y="16012"/>
                </a:lnTo>
                <a:lnTo>
                  <a:pt x="4428" y="15939"/>
                </a:lnTo>
                <a:lnTo>
                  <a:pt x="3382" y="15841"/>
                </a:lnTo>
                <a:lnTo>
                  <a:pt x="3236" y="15817"/>
                </a:lnTo>
                <a:lnTo>
                  <a:pt x="3236" y="15768"/>
                </a:lnTo>
                <a:lnTo>
                  <a:pt x="3236" y="15671"/>
                </a:lnTo>
                <a:lnTo>
                  <a:pt x="3212" y="15622"/>
                </a:lnTo>
                <a:lnTo>
                  <a:pt x="3212" y="15574"/>
                </a:lnTo>
                <a:lnTo>
                  <a:pt x="3236" y="15403"/>
                </a:lnTo>
                <a:lnTo>
                  <a:pt x="3236" y="15306"/>
                </a:lnTo>
                <a:lnTo>
                  <a:pt x="3212" y="15209"/>
                </a:lnTo>
                <a:lnTo>
                  <a:pt x="3163" y="15136"/>
                </a:lnTo>
                <a:lnTo>
                  <a:pt x="3090" y="15087"/>
                </a:lnTo>
                <a:lnTo>
                  <a:pt x="3017" y="15087"/>
                </a:lnTo>
                <a:lnTo>
                  <a:pt x="2920" y="15111"/>
                </a:lnTo>
                <a:lnTo>
                  <a:pt x="2823" y="15209"/>
                </a:lnTo>
                <a:lnTo>
                  <a:pt x="2750" y="15330"/>
                </a:lnTo>
                <a:lnTo>
                  <a:pt x="2725" y="15452"/>
                </a:lnTo>
                <a:lnTo>
                  <a:pt x="2701" y="15598"/>
                </a:lnTo>
                <a:lnTo>
                  <a:pt x="2701" y="15695"/>
                </a:lnTo>
                <a:lnTo>
                  <a:pt x="2141" y="15525"/>
                </a:lnTo>
                <a:lnTo>
                  <a:pt x="1582" y="15355"/>
                </a:lnTo>
                <a:lnTo>
                  <a:pt x="1314" y="15282"/>
                </a:lnTo>
                <a:lnTo>
                  <a:pt x="1046" y="15257"/>
                </a:lnTo>
                <a:lnTo>
                  <a:pt x="754" y="15233"/>
                </a:lnTo>
                <a:lnTo>
                  <a:pt x="487" y="15257"/>
                </a:lnTo>
                <a:lnTo>
                  <a:pt x="462" y="15038"/>
                </a:lnTo>
                <a:lnTo>
                  <a:pt x="487" y="14844"/>
                </a:lnTo>
                <a:lnTo>
                  <a:pt x="511" y="14625"/>
                </a:lnTo>
                <a:lnTo>
                  <a:pt x="584" y="14430"/>
                </a:lnTo>
                <a:lnTo>
                  <a:pt x="657" y="14235"/>
                </a:lnTo>
                <a:lnTo>
                  <a:pt x="754" y="14041"/>
                </a:lnTo>
                <a:lnTo>
                  <a:pt x="852" y="13870"/>
                </a:lnTo>
                <a:lnTo>
                  <a:pt x="973" y="13676"/>
                </a:lnTo>
                <a:lnTo>
                  <a:pt x="1241" y="13359"/>
                </a:lnTo>
                <a:lnTo>
                  <a:pt x="1557" y="13043"/>
                </a:lnTo>
                <a:lnTo>
                  <a:pt x="1874" y="12775"/>
                </a:lnTo>
                <a:lnTo>
                  <a:pt x="2190" y="12532"/>
                </a:lnTo>
                <a:lnTo>
                  <a:pt x="2409" y="12386"/>
                </a:lnTo>
                <a:lnTo>
                  <a:pt x="2604" y="12289"/>
                </a:lnTo>
                <a:lnTo>
                  <a:pt x="3042" y="12070"/>
                </a:lnTo>
                <a:lnTo>
                  <a:pt x="3480" y="11924"/>
                </a:lnTo>
                <a:lnTo>
                  <a:pt x="3942" y="11778"/>
                </a:lnTo>
                <a:lnTo>
                  <a:pt x="4234" y="11680"/>
                </a:lnTo>
                <a:lnTo>
                  <a:pt x="4574" y="11607"/>
                </a:lnTo>
                <a:lnTo>
                  <a:pt x="5231" y="11437"/>
                </a:lnTo>
                <a:close/>
                <a:moveTo>
                  <a:pt x="8200" y="1"/>
                </a:moveTo>
                <a:lnTo>
                  <a:pt x="7811" y="50"/>
                </a:lnTo>
                <a:lnTo>
                  <a:pt x="7470" y="123"/>
                </a:lnTo>
                <a:lnTo>
                  <a:pt x="7154" y="244"/>
                </a:lnTo>
                <a:lnTo>
                  <a:pt x="6667" y="463"/>
                </a:lnTo>
                <a:lnTo>
                  <a:pt x="6424" y="609"/>
                </a:lnTo>
                <a:lnTo>
                  <a:pt x="6278" y="731"/>
                </a:lnTo>
                <a:lnTo>
                  <a:pt x="6205" y="804"/>
                </a:lnTo>
                <a:lnTo>
                  <a:pt x="6180" y="853"/>
                </a:lnTo>
                <a:lnTo>
                  <a:pt x="6205" y="926"/>
                </a:lnTo>
                <a:lnTo>
                  <a:pt x="6253" y="974"/>
                </a:lnTo>
                <a:lnTo>
                  <a:pt x="6302" y="999"/>
                </a:lnTo>
                <a:lnTo>
                  <a:pt x="6472" y="999"/>
                </a:lnTo>
                <a:lnTo>
                  <a:pt x="6594" y="950"/>
                </a:lnTo>
                <a:lnTo>
                  <a:pt x="6716" y="877"/>
                </a:lnTo>
                <a:lnTo>
                  <a:pt x="7178" y="682"/>
                </a:lnTo>
                <a:lnTo>
                  <a:pt x="7421" y="585"/>
                </a:lnTo>
                <a:lnTo>
                  <a:pt x="7665" y="488"/>
                </a:lnTo>
                <a:lnTo>
                  <a:pt x="8005" y="439"/>
                </a:lnTo>
                <a:lnTo>
                  <a:pt x="8346" y="415"/>
                </a:lnTo>
                <a:lnTo>
                  <a:pt x="8735" y="439"/>
                </a:lnTo>
                <a:lnTo>
                  <a:pt x="9125" y="488"/>
                </a:lnTo>
                <a:lnTo>
                  <a:pt x="9490" y="585"/>
                </a:lnTo>
                <a:lnTo>
                  <a:pt x="9855" y="707"/>
                </a:lnTo>
                <a:lnTo>
                  <a:pt x="10195" y="828"/>
                </a:lnTo>
                <a:lnTo>
                  <a:pt x="10487" y="974"/>
                </a:lnTo>
                <a:lnTo>
                  <a:pt x="10706" y="1096"/>
                </a:lnTo>
                <a:lnTo>
                  <a:pt x="10877" y="1242"/>
                </a:lnTo>
                <a:lnTo>
                  <a:pt x="11023" y="1412"/>
                </a:lnTo>
                <a:lnTo>
                  <a:pt x="11169" y="1583"/>
                </a:lnTo>
                <a:lnTo>
                  <a:pt x="11290" y="1801"/>
                </a:lnTo>
                <a:lnTo>
                  <a:pt x="11388" y="1996"/>
                </a:lnTo>
                <a:lnTo>
                  <a:pt x="11485" y="2215"/>
                </a:lnTo>
                <a:lnTo>
                  <a:pt x="11558" y="2458"/>
                </a:lnTo>
                <a:lnTo>
                  <a:pt x="11655" y="2921"/>
                </a:lnTo>
                <a:lnTo>
                  <a:pt x="11728" y="3407"/>
                </a:lnTo>
                <a:lnTo>
                  <a:pt x="11753" y="3894"/>
                </a:lnTo>
                <a:lnTo>
                  <a:pt x="11753" y="4356"/>
                </a:lnTo>
                <a:lnTo>
                  <a:pt x="11217" y="4356"/>
                </a:lnTo>
                <a:lnTo>
                  <a:pt x="10974" y="4332"/>
                </a:lnTo>
                <a:lnTo>
                  <a:pt x="10731" y="4259"/>
                </a:lnTo>
                <a:lnTo>
                  <a:pt x="10487" y="4210"/>
                </a:lnTo>
                <a:lnTo>
                  <a:pt x="10244" y="4113"/>
                </a:lnTo>
                <a:lnTo>
                  <a:pt x="9782" y="3918"/>
                </a:lnTo>
                <a:lnTo>
                  <a:pt x="9319" y="3675"/>
                </a:lnTo>
                <a:lnTo>
                  <a:pt x="8881" y="3432"/>
                </a:lnTo>
                <a:lnTo>
                  <a:pt x="8419" y="3164"/>
                </a:lnTo>
                <a:lnTo>
                  <a:pt x="7981" y="2921"/>
                </a:lnTo>
                <a:lnTo>
                  <a:pt x="7908" y="2896"/>
                </a:lnTo>
                <a:lnTo>
                  <a:pt x="7835" y="2896"/>
                </a:lnTo>
                <a:lnTo>
                  <a:pt x="7786" y="2921"/>
                </a:lnTo>
                <a:lnTo>
                  <a:pt x="7738" y="2945"/>
                </a:lnTo>
                <a:lnTo>
                  <a:pt x="7689" y="2994"/>
                </a:lnTo>
                <a:lnTo>
                  <a:pt x="7665" y="3042"/>
                </a:lnTo>
                <a:lnTo>
                  <a:pt x="7640" y="3115"/>
                </a:lnTo>
                <a:lnTo>
                  <a:pt x="7640" y="3164"/>
                </a:lnTo>
                <a:lnTo>
                  <a:pt x="7713" y="3529"/>
                </a:lnTo>
                <a:lnTo>
                  <a:pt x="7786" y="3894"/>
                </a:lnTo>
                <a:lnTo>
                  <a:pt x="7640" y="3797"/>
                </a:lnTo>
                <a:lnTo>
                  <a:pt x="7494" y="3699"/>
                </a:lnTo>
                <a:lnTo>
                  <a:pt x="7202" y="3432"/>
                </a:lnTo>
                <a:lnTo>
                  <a:pt x="6959" y="3140"/>
                </a:lnTo>
                <a:lnTo>
                  <a:pt x="6740" y="2799"/>
                </a:lnTo>
                <a:lnTo>
                  <a:pt x="6545" y="2458"/>
                </a:lnTo>
                <a:lnTo>
                  <a:pt x="6424" y="2118"/>
                </a:lnTo>
                <a:lnTo>
                  <a:pt x="6399" y="1947"/>
                </a:lnTo>
                <a:lnTo>
                  <a:pt x="6375" y="1777"/>
                </a:lnTo>
                <a:lnTo>
                  <a:pt x="6375" y="1607"/>
                </a:lnTo>
                <a:lnTo>
                  <a:pt x="6399" y="1461"/>
                </a:lnTo>
                <a:lnTo>
                  <a:pt x="6399" y="1388"/>
                </a:lnTo>
                <a:lnTo>
                  <a:pt x="6399" y="1339"/>
                </a:lnTo>
                <a:lnTo>
                  <a:pt x="6351" y="1291"/>
                </a:lnTo>
                <a:lnTo>
                  <a:pt x="6302" y="1266"/>
                </a:lnTo>
                <a:lnTo>
                  <a:pt x="6205" y="1266"/>
                </a:lnTo>
                <a:lnTo>
                  <a:pt x="6156" y="1291"/>
                </a:lnTo>
                <a:lnTo>
                  <a:pt x="6107" y="1339"/>
                </a:lnTo>
                <a:lnTo>
                  <a:pt x="6034" y="1485"/>
                </a:lnTo>
                <a:lnTo>
                  <a:pt x="6010" y="1655"/>
                </a:lnTo>
                <a:lnTo>
                  <a:pt x="5815" y="1680"/>
                </a:lnTo>
                <a:lnTo>
                  <a:pt x="5645" y="1728"/>
                </a:lnTo>
                <a:lnTo>
                  <a:pt x="5475" y="1826"/>
                </a:lnTo>
                <a:lnTo>
                  <a:pt x="5304" y="1923"/>
                </a:lnTo>
                <a:lnTo>
                  <a:pt x="5085" y="2069"/>
                </a:lnTo>
                <a:lnTo>
                  <a:pt x="4891" y="2215"/>
                </a:lnTo>
                <a:lnTo>
                  <a:pt x="4720" y="2337"/>
                </a:lnTo>
                <a:lnTo>
                  <a:pt x="4647" y="2410"/>
                </a:lnTo>
                <a:lnTo>
                  <a:pt x="4599" y="2507"/>
                </a:lnTo>
                <a:lnTo>
                  <a:pt x="4574" y="2531"/>
                </a:lnTo>
                <a:lnTo>
                  <a:pt x="4599" y="2556"/>
                </a:lnTo>
                <a:lnTo>
                  <a:pt x="4623" y="2580"/>
                </a:lnTo>
                <a:lnTo>
                  <a:pt x="4647" y="2604"/>
                </a:lnTo>
                <a:lnTo>
                  <a:pt x="4745" y="2580"/>
                </a:lnTo>
                <a:lnTo>
                  <a:pt x="4818" y="2556"/>
                </a:lnTo>
                <a:lnTo>
                  <a:pt x="4988" y="2458"/>
                </a:lnTo>
                <a:lnTo>
                  <a:pt x="5280" y="2239"/>
                </a:lnTo>
                <a:lnTo>
                  <a:pt x="5621" y="1996"/>
                </a:lnTo>
                <a:lnTo>
                  <a:pt x="5986" y="1801"/>
                </a:lnTo>
                <a:lnTo>
                  <a:pt x="5986" y="1996"/>
                </a:lnTo>
                <a:lnTo>
                  <a:pt x="6034" y="2166"/>
                </a:lnTo>
                <a:lnTo>
                  <a:pt x="6083" y="2337"/>
                </a:lnTo>
                <a:lnTo>
                  <a:pt x="6156" y="2531"/>
                </a:lnTo>
                <a:lnTo>
                  <a:pt x="6302" y="2872"/>
                </a:lnTo>
                <a:lnTo>
                  <a:pt x="6472" y="3164"/>
                </a:lnTo>
                <a:lnTo>
                  <a:pt x="6618" y="3359"/>
                </a:lnTo>
                <a:lnTo>
                  <a:pt x="6764" y="3578"/>
                </a:lnTo>
                <a:lnTo>
                  <a:pt x="6959" y="3772"/>
                </a:lnTo>
                <a:lnTo>
                  <a:pt x="7129" y="3967"/>
                </a:lnTo>
                <a:lnTo>
                  <a:pt x="7348" y="4137"/>
                </a:lnTo>
                <a:lnTo>
                  <a:pt x="7567" y="4283"/>
                </a:lnTo>
                <a:lnTo>
                  <a:pt x="7811" y="4381"/>
                </a:lnTo>
                <a:lnTo>
                  <a:pt x="8054" y="4454"/>
                </a:lnTo>
                <a:lnTo>
                  <a:pt x="8151" y="4454"/>
                </a:lnTo>
                <a:lnTo>
                  <a:pt x="8249" y="4381"/>
                </a:lnTo>
                <a:lnTo>
                  <a:pt x="8297" y="4356"/>
                </a:lnTo>
                <a:lnTo>
                  <a:pt x="8322" y="4308"/>
                </a:lnTo>
                <a:lnTo>
                  <a:pt x="8322" y="4235"/>
                </a:lnTo>
                <a:lnTo>
                  <a:pt x="8322" y="4186"/>
                </a:lnTo>
                <a:lnTo>
                  <a:pt x="8151" y="3505"/>
                </a:lnTo>
                <a:lnTo>
                  <a:pt x="8151" y="3505"/>
                </a:lnTo>
                <a:lnTo>
                  <a:pt x="8881" y="3918"/>
                </a:lnTo>
                <a:lnTo>
                  <a:pt x="9587" y="4283"/>
                </a:lnTo>
                <a:lnTo>
                  <a:pt x="9952" y="4429"/>
                </a:lnTo>
                <a:lnTo>
                  <a:pt x="10317" y="4575"/>
                </a:lnTo>
                <a:lnTo>
                  <a:pt x="10682" y="4697"/>
                </a:lnTo>
                <a:lnTo>
                  <a:pt x="11071" y="4746"/>
                </a:lnTo>
                <a:lnTo>
                  <a:pt x="11169" y="4940"/>
                </a:lnTo>
                <a:lnTo>
                  <a:pt x="11242" y="5111"/>
                </a:lnTo>
                <a:lnTo>
                  <a:pt x="11266" y="5281"/>
                </a:lnTo>
                <a:lnTo>
                  <a:pt x="11266" y="5451"/>
                </a:lnTo>
                <a:lnTo>
                  <a:pt x="11242" y="5792"/>
                </a:lnTo>
                <a:lnTo>
                  <a:pt x="11266" y="5865"/>
                </a:lnTo>
                <a:lnTo>
                  <a:pt x="11315" y="5938"/>
                </a:lnTo>
                <a:lnTo>
                  <a:pt x="11363" y="5987"/>
                </a:lnTo>
                <a:lnTo>
                  <a:pt x="11509" y="5987"/>
                </a:lnTo>
                <a:lnTo>
                  <a:pt x="11582" y="5962"/>
                </a:lnTo>
                <a:lnTo>
                  <a:pt x="11631" y="5914"/>
                </a:lnTo>
                <a:lnTo>
                  <a:pt x="11655" y="5841"/>
                </a:lnTo>
                <a:lnTo>
                  <a:pt x="11704" y="5622"/>
                </a:lnTo>
                <a:lnTo>
                  <a:pt x="11704" y="5354"/>
                </a:lnTo>
                <a:lnTo>
                  <a:pt x="11680" y="5135"/>
                </a:lnTo>
                <a:lnTo>
                  <a:pt x="11607" y="4892"/>
                </a:lnTo>
                <a:lnTo>
                  <a:pt x="11558" y="4794"/>
                </a:lnTo>
                <a:lnTo>
                  <a:pt x="11680" y="4770"/>
                </a:lnTo>
                <a:lnTo>
                  <a:pt x="11801" y="4940"/>
                </a:lnTo>
                <a:lnTo>
                  <a:pt x="11923" y="5111"/>
                </a:lnTo>
                <a:lnTo>
                  <a:pt x="11996" y="5305"/>
                </a:lnTo>
                <a:lnTo>
                  <a:pt x="12044" y="5500"/>
                </a:lnTo>
                <a:lnTo>
                  <a:pt x="12069" y="5695"/>
                </a:lnTo>
                <a:lnTo>
                  <a:pt x="12093" y="5889"/>
                </a:lnTo>
                <a:lnTo>
                  <a:pt x="12069" y="6108"/>
                </a:lnTo>
                <a:lnTo>
                  <a:pt x="12044" y="6303"/>
                </a:lnTo>
                <a:lnTo>
                  <a:pt x="11996" y="6522"/>
                </a:lnTo>
                <a:lnTo>
                  <a:pt x="11899" y="6692"/>
                </a:lnTo>
                <a:lnTo>
                  <a:pt x="11801" y="6887"/>
                </a:lnTo>
                <a:lnTo>
                  <a:pt x="11655" y="7033"/>
                </a:lnTo>
                <a:lnTo>
                  <a:pt x="11631" y="7082"/>
                </a:lnTo>
                <a:lnTo>
                  <a:pt x="11631" y="6936"/>
                </a:lnTo>
                <a:lnTo>
                  <a:pt x="11631" y="6814"/>
                </a:lnTo>
                <a:lnTo>
                  <a:pt x="11582" y="6717"/>
                </a:lnTo>
                <a:lnTo>
                  <a:pt x="11509" y="6619"/>
                </a:lnTo>
                <a:lnTo>
                  <a:pt x="11436" y="6571"/>
                </a:lnTo>
                <a:lnTo>
                  <a:pt x="11290" y="6571"/>
                </a:lnTo>
                <a:lnTo>
                  <a:pt x="11242" y="6619"/>
                </a:lnTo>
                <a:lnTo>
                  <a:pt x="11193" y="6668"/>
                </a:lnTo>
                <a:lnTo>
                  <a:pt x="11169" y="6717"/>
                </a:lnTo>
                <a:lnTo>
                  <a:pt x="11169" y="6790"/>
                </a:lnTo>
                <a:lnTo>
                  <a:pt x="11193" y="6863"/>
                </a:lnTo>
                <a:lnTo>
                  <a:pt x="11169" y="6838"/>
                </a:lnTo>
                <a:lnTo>
                  <a:pt x="11144" y="6863"/>
                </a:lnTo>
                <a:lnTo>
                  <a:pt x="11144" y="6984"/>
                </a:lnTo>
                <a:lnTo>
                  <a:pt x="11071" y="7228"/>
                </a:lnTo>
                <a:lnTo>
                  <a:pt x="10974" y="7447"/>
                </a:lnTo>
                <a:lnTo>
                  <a:pt x="10755" y="7933"/>
                </a:lnTo>
                <a:lnTo>
                  <a:pt x="10487" y="8396"/>
                </a:lnTo>
                <a:lnTo>
                  <a:pt x="10317" y="8663"/>
                </a:lnTo>
                <a:lnTo>
                  <a:pt x="10098" y="8907"/>
                </a:lnTo>
                <a:lnTo>
                  <a:pt x="9879" y="9126"/>
                </a:lnTo>
                <a:lnTo>
                  <a:pt x="9611" y="9320"/>
                </a:lnTo>
                <a:lnTo>
                  <a:pt x="9344" y="9491"/>
                </a:lnTo>
                <a:lnTo>
                  <a:pt x="9052" y="9637"/>
                </a:lnTo>
                <a:lnTo>
                  <a:pt x="8735" y="9734"/>
                </a:lnTo>
                <a:lnTo>
                  <a:pt x="8419" y="9782"/>
                </a:lnTo>
                <a:lnTo>
                  <a:pt x="8078" y="9807"/>
                </a:lnTo>
                <a:lnTo>
                  <a:pt x="7738" y="9782"/>
                </a:lnTo>
                <a:lnTo>
                  <a:pt x="7397" y="9709"/>
                </a:lnTo>
                <a:lnTo>
                  <a:pt x="7056" y="9612"/>
                </a:lnTo>
                <a:lnTo>
                  <a:pt x="6716" y="9466"/>
                </a:lnTo>
                <a:lnTo>
                  <a:pt x="6424" y="9296"/>
                </a:lnTo>
                <a:lnTo>
                  <a:pt x="6107" y="9126"/>
                </a:lnTo>
                <a:lnTo>
                  <a:pt x="5840" y="8907"/>
                </a:lnTo>
                <a:lnTo>
                  <a:pt x="5596" y="8712"/>
                </a:lnTo>
                <a:lnTo>
                  <a:pt x="5377" y="8469"/>
                </a:lnTo>
                <a:lnTo>
                  <a:pt x="5158" y="8225"/>
                </a:lnTo>
                <a:lnTo>
                  <a:pt x="4988" y="7958"/>
                </a:lnTo>
                <a:lnTo>
                  <a:pt x="4891" y="7787"/>
                </a:lnTo>
                <a:lnTo>
                  <a:pt x="4818" y="7641"/>
                </a:lnTo>
                <a:lnTo>
                  <a:pt x="4696" y="7301"/>
                </a:lnTo>
                <a:lnTo>
                  <a:pt x="4599" y="6960"/>
                </a:lnTo>
                <a:lnTo>
                  <a:pt x="4477" y="6644"/>
                </a:lnTo>
                <a:lnTo>
                  <a:pt x="4428" y="6571"/>
                </a:lnTo>
                <a:lnTo>
                  <a:pt x="4355" y="6546"/>
                </a:lnTo>
                <a:lnTo>
                  <a:pt x="4282" y="6571"/>
                </a:lnTo>
                <a:lnTo>
                  <a:pt x="4258" y="6595"/>
                </a:lnTo>
                <a:lnTo>
                  <a:pt x="4234" y="6644"/>
                </a:lnTo>
                <a:lnTo>
                  <a:pt x="4209" y="6936"/>
                </a:lnTo>
                <a:lnTo>
                  <a:pt x="4234" y="7228"/>
                </a:lnTo>
                <a:lnTo>
                  <a:pt x="4088" y="7130"/>
                </a:lnTo>
                <a:lnTo>
                  <a:pt x="3966" y="7033"/>
                </a:lnTo>
                <a:lnTo>
                  <a:pt x="3845" y="6911"/>
                </a:lnTo>
                <a:lnTo>
                  <a:pt x="3772" y="6790"/>
                </a:lnTo>
                <a:lnTo>
                  <a:pt x="3699" y="6644"/>
                </a:lnTo>
                <a:lnTo>
                  <a:pt x="3650" y="6473"/>
                </a:lnTo>
                <a:lnTo>
                  <a:pt x="3577" y="6133"/>
                </a:lnTo>
                <a:lnTo>
                  <a:pt x="3553" y="5816"/>
                </a:lnTo>
                <a:lnTo>
                  <a:pt x="3577" y="5670"/>
                </a:lnTo>
                <a:lnTo>
                  <a:pt x="3601" y="5524"/>
                </a:lnTo>
                <a:lnTo>
                  <a:pt x="3650" y="5378"/>
                </a:lnTo>
                <a:lnTo>
                  <a:pt x="3699" y="5232"/>
                </a:lnTo>
                <a:lnTo>
                  <a:pt x="3772" y="5111"/>
                </a:lnTo>
                <a:lnTo>
                  <a:pt x="3893" y="5013"/>
                </a:lnTo>
                <a:lnTo>
                  <a:pt x="3942" y="5013"/>
                </a:lnTo>
                <a:lnTo>
                  <a:pt x="3918" y="5208"/>
                </a:lnTo>
                <a:lnTo>
                  <a:pt x="3942" y="5403"/>
                </a:lnTo>
                <a:lnTo>
                  <a:pt x="3966" y="5476"/>
                </a:lnTo>
                <a:lnTo>
                  <a:pt x="4015" y="5549"/>
                </a:lnTo>
                <a:lnTo>
                  <a:pt x="4063" y="5622"/>
                </a:lnTo>
                <a:lnTo>
                  <a:pt x="4136" y="5670"/>
                </a:lnTo>
                <a:lnTo>
                  <a:pt x="4209" y="5695"/>
                </a:lnTo>
                <a:lnTo>
                  <a:pt x="4258" y="5670"/>
                </a:lnTo>
                <a:lnTo>
                  <a:pt x="4307" y="5646"/>
                </a:lnTo>
                <a:lnTo>
                  <a:pt x="4355" y="5597"/>
                </a:lnTo>
                <a:lnTo>
                  <a:pt x="4355" y="5476"/>
                </a:lnTo>
                <a:lnTo>
                  <a:pt x="4355" y="5403"/>
                </a:lnTo>
                <a:lnTo>
                  <a:pt x="4307" y="5208"/>
                </a:lnTo>
                <a:lnTo>
                  <a:pt x="4331" y="5086"/>
                </a:lnTo>
                <a:lnTo>
                  <a:pt x="4355" y="4965"/>
                </a:lnTo>
                <a:lnTo>
                  <a:pt x="4453" y="4746"/>
                </a:lnTo>
                <a:lnTo>
                  <a:pt x="4550" y="4575"/>
                </a:lnTo>
                <a:lnTo>
                  <a:pt x="4647" y="4405"/>
                </a:lnTo>
                <a:lnTo>
                  <a:pt x="5085" y="4016"/>
                </a:lnTo>
                <a:lnTo>
                  <a:pt x="5377" y="3748"/>
                </a:lnTo>
                <a:lnTo>
                  <a:pt x="5669" y="3432"/>
                </a:lnTo>
                <a:lnTo>
                  <a:pt x="5791" y="3237"/>
                </a:lnTo>
                <a:lnTo>
                  <a:pt x="5888" y="3067"/>
                </a:lnTo>
                <a:lnTo>
                  <a:pt x="5961" y="2872"/>
                </a:lnTo>
                <a:lnTo>
                  <a:pt x="6010" y="2677"/>
                </a:lnTo>
                <a:lnTo>
                  <a:pt x="5986" y="2629"/>
                </a:lnTo>
                <a:lnTo>
                  <a:pt x="5937" y="2604"/>
                </a:lnTo>
                <a:lnTo>
                  <a:pt x="5888" y="2604"/>
                </a:lnTo>
                <a:lnTo>
                  <a:pt x="5864" y="2629"/>
                </a:lnTo>
                <a:lnTo>
                  <a:pt x="5718" y="2750"/>
                </a:lnTo>
                <a:lnTo>
                  <a:pt x="5596" y="2921"/>
                </a:lnTo>
                <a:lnTo>
                  <a:pt x="5377" y="3237"/>
                </a:lnTo>
                <a:lnTo>
                  <a:pt x="5110" y="3505"/>
                </a:lnTo>
                <a:lnTo>
                  <a:pt x="4818" y="3772"/>
                </a:lnTo>
                <a:lnTo>
                  <a:pt x="4647" y="3894"/>
                </a:lnTo>
                <a:lnTo>
                  <a:pt x="4453" y="4040"/>
                </a:lnTo>
                <a:lnTo>
                  <a:pt x="4063" y="4332"/>
                </a:lnTo>
                <a:lnTo>
                  <a:pt x="4112" y="3894"/>
                </a:lnTo>
                <a:lnTo>
                  <a:pt x="4209" y="3456"/>
                </a:lnTo>
                <a:lnTo>
                  <a:pt x="4331" y="3042"/>
                </a:lnTo>
                <a:lnTo>
                  <a:pt x="4477" y="2629"/>
                </a:lnTo>
                <a:lnTo>
                  <a:pt x="4599" y="2337"/>
                </a:lnTo>
                <a:lnTo>
                  <a:pt x="4769" y="2045"/>
                </a:lnTo>
                <a:lnTo>
                  <a:pt x="4939" y="1777"/>
                </a:lnTo>
                <a:lnTo>
                  <a:pt x="5158" y="1558"/>
                </a:lnTo>
                <a:lnTo>
                  <a:pt x="5256" y="1485"/>
                </a:lnTo>
                <a:lnTo>
                  <a:pt x="5377" y="1412"/>
                </a:lnTo>
                <a:lnTo>
                  <a:pt x="5596" y="1364"/>
                </a:lnTo>
                <a:lnTo>
                  <a:pt x="5815" y="1315"/>
                </a:lnTo>
                <a:lnTo>
                  <a:pt x="5913" y="1291"/>
                </a:lnTo>
                <a:lnTo>
                  <a:pt x="6034" y="1242"/>
                </a:lnTo>
                <a:lnTo>
                  <a:pt x="6034" y="1218"/>
                </a:lnTo>
                <a:lnTo>
                  <a:pt x="6034" y="1193"/>
                </a:lnTo>
                <a:lnTo>
                  <a:pt x="5961" y="1096"/>
                </a:lnTo>
                <a:lnTo>
                  <a:pt x="5888" y="1023"/>
                </a:lnTo>
                <a:lnTo>
                  <a:pt x="5767" y="974"/>
                </a:lnTo>
                <a:lnTo>
                  <a:pt x="5523" y="974"/>
                </a:lnTo>
                <a:lnTo>
                  <a:pt x="5402" y="999"/>
                </a:lnTo>
                <a:lnTo>
                  <a:pt x="5183" y="1072"/>
                </a:lnTo>
                <a:lnTo>
                  <a:pt x="5037" y="1145"/>
                </a:lnTo>
                <a:lnTo>
                  <a:pt x="4915" y="1242"/>
                </a:lnTo>
                <a:lnTo>
                  <a:pt x="4793" y="1364"/>
                </a:lnTo>
                <a:lnTo>
                  <a:pt x="4672" y="1485"/>
                </a:lnTo>
                <a:lnTo>
                  <a:pt x="4477" y="1728"/>
                </a:lnTo>
                <a:lnTo>
                  <a:pt x="4307" y="2020"/>
                </a:lnTo>
                <a:lnTo>
                  <a:pt x="4161" y="2312"/>
                </a:lnTo>
                <a:lnTo>
                  <a:pt x="4015" y="2653"/>
                </a:lnTo>
                <a:lnTo>
                  <a:pt x="3893" y="3018"/>
                </a:lnTo>
                <a:lnTo>
                  <a:pt x="3772" y="3359"/>
                </a:lnTo>
                <a:lnTo>
                  <a:pt x="3699" y="3724"/>
                </a:lnTo>
                <a:lnTo>
                  <a:pt x="3650" y="4113"/>
                </a:lnTo>
                <a:lnTo>
                  <a:pt x="3650" y="4454"/>
                </a:lnTo>
                <a:lnTo>
                  <a:pt x="3674" y="4819"/>
                </a:lnTo>
                <a:lnTo>
                  <a:pt x="3553" y="4892"/>
                </a:lnTo>
                <a:lnTo>
                  <a:pt x="3455" y="5038"/>
                </a:lnTo>
                <a:lnTo>
                  <a:pt x="3382" y="5184"/>
                </a:lnTo>
                <a:lnTo>
                  <a:pt x="3334" y="5378"/>
                </a:lnTo>
                <a:lnTo>
                  <a:pt x="3236" y="5719"/>
                </a:lnTo>
                <a:lnTo>
                  <a:pt x="3212" y="5962"/>
                </a:lnTo>
                <a:lnTo>
                  <a:pt x="3236" y="6230"/>
                </a:lnTo>
                <a:lnTo>
                  <a:pt x="3285" y="6522"/>
                </a:lnTo>
                <a:lnTo>
                  <a:pt x="3358" y="6814"/>
                </a:lnTo>
                <a:lnTo>
                  <a:pt x="3480" y="7082"/>
                </a:lnTo>
                <a:lnTo>
                  <a:pt x="3626" y="7325"/>
                </a:lnTo>
                <a:lnTo>
                  <a:pt x="3723" y="7422"/>
                </a:lnTo>
                <a:lnTo>
                  <a:pt x="3845" y="7520"/>
                </a:lnTo>
                <a:lnTo>
                  <a:pt x="3942" y="7593"/>
                </a:lnTo>
                <a:lnTo>
                  <a:pt x="4063" y="7641"/>
                </a:lnTo>
                <a:lnTo>
                  <a:pt x="4209" y="7690"/>
                </a:lnTo>
                <a:lnTo>
                  <a:pt x="4355" y="7690"/>
                </a:lnTo>
                <a:lnTo>
                  <a:pt x="4477" y="7933"/>
                </a:lnTo>
                <a:lnTo>
                  <a:pt x="4599" y="8177"/>
                </a:lnTo>
                <a:lnTo>
                  <a:pt x="4745" y="8396"/>
                </a:lnTo>
                <a:lnTo>
                  <a:pt x="4915" y="8615"/>
                </a:lnTo>
                <a:lnTo>
                  <a:pt x="5085" y="8809"/>
                </a:lnTo>
                <a:lnTo>
                  <a:pt x="5256" y="8980"/>
                </a:lnTo>
                <a:lnTo>
                  <a:pt x="5645" y="9320"/>
                </a:lnTo>
                <a:lnTo>
                  <a:pt x="6010" y="9588"/>
                </a:lnTo>
                <a:lnTo>
                  <a:pt x="6424" y="9831"/>
                </a:lnTo>
                <a:lnTo>
                  <a:pt x="6351" y="9855"/>
                </a:lnTo>
                <a:lnTo>
                  <a:pt x="6278" y="9928"/>
                </a:lnTo>
                <a:lnTo>
                  <a:pt x="6253" y="10001"/>
                </a:lnTo>
                <a:lnTo>
                  <a:pt x="6205" y="10074"/>
                </a:lnTo>
                <a:lnTo>
                  <a:pt x="6180" y="10269"/>
                </a:lnTo>
                <a:lnTo>
                  <a:pt x="6156" y="10464"/>
                </a:lnTo>
                <a:lnTo>
                  <a:pt x="6156" y="10610"/>
                </a:lnTo>
                <a:lnTo>
                  <a:pt x="6180" y="10804"/>
                </a:lnTo>
                <a:lnTo>
                  <a:pt x="6010" y="10829"/>
                </a:lnTo>
                <a:lnTo>
                  <a:pt x="5864" y="10853"/>
                </a:lnTo>
                <a:lnTo>
                  <a:pt x="5596" y="10902"/>
                </a:lnTo>
                <a:lnTo>
                  <a:pt x="5231" y="10975"/>
                </a:lnTo>
                <a:lnTo>
                  <a:pt x="4866" y="11072"/>
                </a:lnTo>
                <a:lnTo>
                  <a:pt x="4161" y="11242"/>
                </a:lnTo>
                <a:lnTo>
                  <a:pt x="3480" y="11437"/>
                </a:lnTo>
                <a:lnTo>
                  <a:pt x="2993" y="11632"/>
                </a:lnTo>
                <a:lnTo>
                  <a:pt x="2531" y="11826"/>
                </a:lnTo>
                <a:lnTo>
                  <a:pt x="2068" y="12070"/>
                </a:lnTo>
                <a:lnTo>
                  <a:pt x="1655" y="12362"/>
                </a:lnTo>
                <a:lnTo>
                  <a:pt x="1314" y="12654"/>
                </a:lnTo>
                <a:lnTo>
                  <a:pt x="973" y="12970"/>
                </a:lnTo>
                <a:lnTo>
                  <a:pt x="681" y="13335"/>
                </a:lnTo>
                <a:lnTo>
                  <a:pt x="414" y="13700"/>
                </a:lnTo>
                <a:lnTo>
                  <a:pt x="316" y="13919"/>
                </a:lnTo>
                <a:lnTo>
                  <a:pt x="219" y="14114"/>
                </a:lnTo>
                <a:lnTo>
                  <a:pt x="122" y="14333"/>
                </a:lnTo>
                <a:lnTo>
                  <a:pt x="73" y="14552"/>
                </a:lnTo>
                <a:lnTo>
                  <a:pt x="24" y="14771"/>
                </a:lnTo>
                <a:lnTo>
                  <a:pt x="0" y="14990"/>
                </a:lnTo>
                <a:lnTo>
                  <a:pt x="24" y="15209"/>
                </a:lnTo>
                <a:lnTo>
                  <a:pt x="49" y="15428"/>
                </a:lnTo>
                <a:lnTo>
                  <a:pt x="73" y="15525"/>
                </a:lnTo>
                <a:lnTo>
                  <a:pt x="122" y="15574"/>
                </a:lnTo>
                <a:lnTo>
                  <a:pt x="170" y="15598"/>
                </a:lnTo>
                <a:lnTo>
                  <a:pt x="243" y="15598"/>
                </a:lnTo>
                <a:lnTo>
                  <a:pt x="316" y="15671"/>
                </a:lnTo>
                <a:lnTo>
                  <a:pt x="414" y="15695"/>
                </a:lnTo>
                <a:lnTo>
                  <a:pt x="803" y="15720"/>
                </a:lnTo>
                <a:lnTo>
                  <a:pt x="1217" y="15793"/>
                </a:lnTo>
                <a:lnTo>
                  <a:pt x="1606" y="15890"/>
                </a:lnTo>
                <a:lnTo>
                  <a:pt x="1995" y="15987"/>
                </a:lnTo>
                <a:lnTo>
                  <a:pt x="2774" y="16231"/>
                </a:lnTo>
                <a:lnTo>
                  <a:pt x="3163" y="16328"/>
                </a:lnTo>
                <a:lnTo>
                  <a:pt x="3553" y="16401"/>
                </a:lnTo>
                <a:lnTo>
                  <a:pt x="4599" y="16498"/>
                </a:lnTo>
                <a:lnTo>
                  <a:pt x="5669" y="16547"/>
                </a:lnTo>
                <a:lnTo>
                  <a:pt x="6716" y="16596"/>
                </a:lnTo>
                <a:lnTo>
                  <a:pt x="7762" y="16620"/>
                </a:lnTo>
                <a:lnTo>
                  <a:pt x="9879" y="16620"/>
                </a:lnTo>
                <a:lnTo>
                  <a:pt x="10950" y="16547"/>
                </a:lnTo>
                <a:lnTo>
                  <a:pt x="11996" y="16450"/>
                </a:lnTo>
                <a:lnTo>
                  <a:pt x="12823" y="16352"/>
                </a:lnTo>
                <a:lnTo>
                  <a:pt x="13626" y="16255"/>
                </a:lnTo>
                <a:lnTo>
                  <a:pt x="14040" y="16206"/>
                </a:lnTo>
                <a:lnTo>
                  <a:pt x="14453" y="16109"/>
                </a:lnTo>
                <a:lnTo>
                  <a:pt x="14843" y="16012"/>
                </a:lnTo>
                <a:lnTo>
                  <a:pt x="15232" y="15890"/>
                </a:lnTo>
                <a:lnTo>
                  <a:pt x="15305" y="15841"/>
                </a:lnTo>
                <a:lnTo>
                  <a:pt x="15378" y="15768"/>
                </a:lnTo>
                <a:lnTo>
                  <a:pt x="15402" y="15695"/>
                </a:lnTo>
                <a:lnTo>
                  <a:pt x="15427" y="15622"/>
                </a:lnTo>
                <a:lnTo>
                  <a:pt x="15524" y="15622"/>
                </a:lnTo>
                <a:lnTo>
                  <a:pt x="15621" y="15574"/>
                </a:lnTo>
                <a:lnTo>
                  <a:pt x="15670" y="15549"/>
                </a:lnTo>
                <a:lnTo>
                  <a:pt x="15694" y="15501"/>
                </a:lnTo>
                <a:lnTo>
                  <a:pt x="15694" y="15452"/>
                </a:lnTo>
                <a:lnTo>
                  <a:pt x="15694" y="15379"/>
                </a:lnTo>
                <a:lnTo>
                  <a:pt x="15646" y="14965"/>
                </a:lnTo>
                <a:lnTo>
                  <a:pt x="15548" y="14576"/>
                </a:lnTo>
                <a:lnTo>
                  <a:pt x="15427" y="14187"/>
                </a:lnTo>
                <a:lnTo>
                  <a:pt x="15256" y="13822"/>
                </a:lnTo>
                <a:lnTo>
                  <a:pt x="15281" y="13822"/>
                </a:lnTo>
                <a:lnTo>
                  <a:pt x="15329" y="13797"/>
                </a:lnTo>
                <a:lnTo>
                  <a:pt x="15354" y="13724"/>
                </a:lnTo>
                <a:lnTo>
                  <a:pt x="15354" y="13676"/>
                </a:lnTo>
                <a:lnTo>
                  <a:pt x="15305" y="13627"/>
                </a:lnTo>
                <a:lnTo>
                  <a:pt x="15110" y="13554"/>
                </a:lnTo>
                <a:lnTo>
                  <a:pt x="14989" y="13359"/>
                </a:lnTo>
                <a:lnTo>
                  <a:pt x="14843" y="13140"/>
                </a:lnTo>
                <a:lnTo>
                  <a:pt x="14502" y="12751"/>
                </a:lnTo>
                <a:lnTo>
                  <a:pt x="14113" y="12386"/>
                </a:lnTo>
                <a:lnTo>
                  <a:pt x="13699" y="12070"/>
                </a:lnTo>
                <a:lnTo>
                  <a:pt x="13456" y="11924"/>
                </a:lnTo>
                <a:lnTo>
                  <a:pt x="13237" y="11778"/>
                </a:lnTo>
                <a:lnTo>
                  <a:pt x="12726" y="11559"/>
                </a:lnTo>
                <a:lnTo>
                  <a:pt x="12215" y="11388"/>
                </a:lnTo>
                <a:lnTo>
                  <a:pt x="11680" y="11242"/>
                </a:lnTo>
                <a:lnTo>
                  <a:pt x="11071" y="11121"/>
                </a:lnTo>
                <a:lnTo>
                  <a:pt x="10463" y="11023"/>
                </a:lnTo>
                <a:lnTo>
                  <a:pt x="10341" y="10999"/>
                </a:lnTo>
                <a:lnTo>
                  <a:pt x="10244" y="10975"/>
                </a:lnTo>
                <a:lnTo>
                  <a:pt x="9879" y="10902"/>
                </a:lnTo>
                <a:lnTo>
                  <a:pt x="9684" y="10877"/>
                </a:lnTo>
                <a:lnTo>
                  <a:pt x="9490" y="10877"/>
                </a:lnTo>
                <a:lnTo>
                  <a:pt x="9490" y="10780"/>
                </a:lnTo>
                <a:lnTo>
                  <a:pt x="9490" y="10658"/>
                </a:lnTo>
                <a:lnTo>
                  <a:pt x="9490" y="10415"/>
                </a:lnTo>
                <a:lnTo>
                  <a:pt x="9490" y="10172"/>
                </a:lnTo>
                <a:lnTo>
                  <a:pt x="9465" y="10050"/>
                </a:lnTo>
                <a:lnTo>
                  <a:pt x="9441" y="9977"/>
                </a:lnTo>
                <a:lnTo>
                  <a:pt x="9660" y="9831"/>
                </a:lnTo>
                <a:lnTo>
                  <a:pt x="9879" y="9709"/>
                </a:lnTo>
                <a:lnTo>
                  <a:pt x="10098" y="9539"/>
                </a:lnTo>
                <a:lnTo>
                  <a:pt x="10293" y="9369"/>
                </a:lnTo>
                <a:lnTo>
                  <a:pt x="10463" y="9174"/>
                </a:lnTo>
                <a:lnTo>
                  <a:pt x="10633" y="8980"/>
                </a:lnTo>
                <a:lnTo>
                  <a:pt x="10804" y="8761"/>
                </a:lnTo>
                <a:lnTo>
                  <a:pt x="10950" y="8542"/>
                </a:lnTo>
                <a:lnTo>
                  <a:pt x="11193" y="8128"/>
                </a:lnTo>
                <a:lnTo>
                  <a:pt x="11363" y="7812"/>
                </a:lnTo>
                <a:lnTo>
                  <a:pt x="11509" y="7495"/>
                </a:lnTo>
                <a:lnTo>
                  <a:pt x="11582" y="7495"/>
                </a:lnTo>
                <a:lnTo>
                  <a:pt x="11655" y="7471"/>
                </a:lnTo>
                <a:lnTo>
                  <a:pt x="11801" y="7398"/>
                </a:lnTo>
                <a:lnTo>
                  <a:pt x="11947" y="7252"/>
                </a:lnTo>
                <a:lnTo>
                  <a:pt x="12093" y="7082"/>
                </a:lnTo>
                <a:lnTo>
                  <a:pt x="12215" y="6887"/>
                </a:lnTo>
                <a:lnTo>
                  <a:pt x="12288" y="6717"/>
                </a:lnTo>
                <a:lnTo>
                  <a:pt x="12409" y="6425"/>
                </a:lnTo>
                <a:lnTo>
                  <a:pt x="12458" y="6206"/>
                </a:lnTo>
                <a:lnTo>
                  <a:pt x="12482" y="5987"/>
                </a:lnTo>
                <a:lnTo>
                  <a:pt x="12482" y="5768"/>
                </a:lnTo>
                <a:lnTo>
                  <a:pt x="12458" y="5549"/>
                </a:lnTo>
                <a:lnTo>
                  <a:pt x="12434" y="5330"/>
                </a:lnTo>
                <a:lnTo>
                  <a:pt x="12361" y="5111"/>
                </a:lnTo>
                <a:lnTo>
                  <a:pt x="12263" y="4916"/>
                </a:lnTo>
                <a:lnTo>
                  <a:pt x="12142" y="4721"/>
                </a:lnTo>
                <a:lnTo>
                  <a:pt x="12190" y="4697"/>
                </a:lnTo>
                <a:lnTo>
                  <a:pt x="12239" y="4648"/>
                </a:lnTo>
                <a:lnTo>
                  <a:pt x="12263" y="4551"/>
                </a:lnTo>
                <a:lnTo>
                  <a:pt x="12239" y="4454"/>
                </a:lnTo>
                <a:lnTo>
                  <a:pt x="12166" y="4356"/>
                </a:lnTo>
                <a:lnTo>
                  <a:pt x="12166" y="3797"/>
                </a:lnTo>
                <a:lnTo>
                  <a:pt x="12142" y="3237"/>
                </a:lnTo>
                <a:lnTo>
                  <a:pt x="12093" y="2969"/>
                </a:lnTo>
                <a:lnTo>
                  <a:pt x="12044" y="2677"/>
                </a:lnTo>
                <a:lnTo>
                  <a:pt x="11971" y="2410"/>
                </a:lnTo>
                <a:lnTo>
                  <a:pt x="11899" y="2142"/>
                </a:lnTo>
                <a:lnTo>
                  <a:pt x="11801" y="1874"/>
                </a:lnTo>
                <a:lnTo>
                  <a:pt x="11680" y="1631"/>
                </a:lnTo>
                <a:lnTo>
                  <a:pt x="11534" y="1412"/>
                </a:lnTo>
                <a:lnTo>
                  <a:pt x="11363" y="1193"/>
                </a:lnTo>
                <a:lnTo>
                  <a:pt x="11193" y="974"/>
                </a:lnTo>
                <a:lnTo>
                  <a:pt x="10974" y="804"/>
                </a:lnTo>
                <a:lnTo>
                  <a:pt x="10755" y="634"/>
                </a:lnTo>
                <a:lnTo>
                  <a:pt x="10487" y="488"/>
                </a:lnTo>
                <a:lnTo>
                  <a:pt x="10171" y="342"/>
                </a:lnTo>
                <a:lnTo>
                  <a:pt x="9782" y="220"/>
                </a:lnTo>
                <a:lnTo>
                  <a:pt x="9417" y="123"/>
                </a:lnTo>
                <a:lnTo>
                  <a:pt x="9003" y="50"/>
                </a:lnTo>
                <a:lnTo>
                  <a:pt x="8589" y="25"/>
                </a:lnTo>
                <a:lnTo>
                  <a:pt x="8200"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28" name="Google Shape;828;p39"/>
          <p:cNvSpPr/>
          <p:nvPr/>
        </p:nvSpPr>
        <p:spPr>
          <a:xfrm>
            <a:off x="4975609" y="2096979"/>
            <a:ext cx="375993" cy="347276"/>
          </a:xfrm>
          <a:custGeom>
            <a:avLst/>
            <a:gdLst/>
            <a:ahLst/>
            <a:cxnLst/>
            <a:rect l="l" t="t" r="r" b="b"/>
            <a:pathLst>
              <a:path w="17204" h="15890" extrusionOk="0">
                <a:moveTo>
                  <a:pt x="1241" y="6108"/>
                </a:moveTo>
                <a:lnTo>
                  <a:pt x="1022" y="6376"/>
                </a:lnTo>
                <a:lnTo>
                  <a:pt x="852" y="6644"/>
                </a:lnTo>
                <a:lnTo>
                  <a:pt x="755" y="6765"/>
                </a:lnTo>
                <a:lnTo>
                  <a:pt x="730" y="6425"/>
                </a:lnTo>
                <a:lnTo>
                  <a:pt x="682" y="6108"/>
                </a:lnTo>
                <a:close/>
                <a:moveTo>
                  <a:pt x="3188" y="6181"/>
                </a:moveTo>
                <a:lnTo>
                  <a:pt x="3918" y="6206"/>
                </a:lnTo>
                <a:lnTo>
                  <a:pt x="3772" y="6327"/>
                </a:lnTo>
                <a:lnTo>
                  <a:pt x="3626" y="6498"/>
                </a:lnTo>
                <a:lnTo>
                  <a:pt x="3382" y="6814"/>
                </a:lnTo>
                <a:lnTo>
                  <a:pt x="3236" y="7009"/>
                </a:lnTo>
                <a:lnTo>
                  <a:pt x="3115" y="6936"/>
                </a:lnTo>
                <a:lnTo>
                  <a:pt x="2969" y="6911"/>
                </a:lnTo>
                <a:lnTo>
                  <a:pt x="2896" y="6887"/>
                </a:lnTo>
                <a:lnTo>
                  <a:pt x="2798" y="6863"/>
                </a:lnTo>
                <a:lnTo>
                  <a:pt x="2725" y="6863"/>
                </a:lnTo>
                <a:lnTo>
                  <a:pt x="2969" y="6546"/>
                </a:lnTo>
                <a:lnTo>
                  <a:pt x="3188" y="6230"/>
                </a:lnTo>
                <a:lnTo>
                  <a:pt x="3188" y="6181"/>
                </a:lnTo>
                <a:close/>
                <a:moveTo>
                  <a:pt x="4112" y="6206"/>
                </a:moveTo>
                <a:lnTo>
                  <a:pt x="4064" y="6376"/>
                </a:lnTo>
                <a:lnTo>
                  <a:pt x="4039" y="6546"/>
                </a:lnTo>
                <a:lnTo>
                  <a:pt x="4039" y="6863"/>
                </a:lnTo>
                <a:lnTo>
                  <a:pt x="3991" y="7398"/>
                </a:lnTo>
                <a:lnTo>
                  <a:pt x="3796" y="7617"/>
                </a:lnTo>
                <a:lnTo>
                  <a:pt x="3626" y="7860"/>
                </a:lnTo>
                <a:lnTo>
                  <a:pt x="3650" y="7714"/>
                </a:lnTo>
                <a:lnTo>
                  <a:pt x="3650" y="7568"/>
                </a:lnTo>
                <a:lnTo>
                  <a:pt x="3626" y="7447"/>
                </a:lnTo>
                <a:lnTo>
                  <a:pt x="3577" y="7325"/>
                </a:lnTo>
                <a:lnTo>
                  <a:pt x="3504" y="7203"/>
                </a:lnTo>
                <a:lnTo>
                  <a:pt x="3820" y="6717"/>
                </a:lnTo>
                <a:lnTo>
                  <a:pt x="3966" y="6473"/>
                </a:lnTo>
                <a:lnTo>
                  <a:pt x="4088" y="6206"/>
                </a:lnTo>
                <a:close/>
                <a:moveTo>
                  <a:pt x="2701" y="7301"/>
                </a:moveTo>
                <a:lnTo>
                  <a:pt x="2750" y="7325"/>
                </a:lnTo>
                <a:lnTo>
                  <a:pt x="2823" y="7325"/>
                </a:lnTo>
                <a:lnTo>
                  <a:pt x="2969" y="7374"/>
                </a:lnTo>
                <a:lnTo>
                  <a:pt x="3090" y="7447"/>
                </a:lnTo>
                <a:lnTo>
                  <a:pt x="3163" y="7568"/>
                </a:lnTo>
                <a:lnTo>
                  <a:pt x="3188" y="7690"/>
                </a:lnTo>
                <a:lnTo>
                  <a:pt x="3188" y="7836"/>
                </a:lnTo>
                <a:lnTo>
                  <a:pt x="3139" y="7982"/>
                </a:lnTo>
                <a:lnTo>
                  <a:pt x="3042" y="8104"/>
                </a:lnTo>
                <a:lnTo>
                  <a:pt x="2920" y="8201"/>
                </a:lnTo>
                <a:lnTo>
                  <a:pt x="2847" y="8225"/>
                </a:lnTo>
                <a:lnTo>
                  <a:pt x="2774" y="8250"/>
                </a:lnTo>
                <a:lnTo>
                  <a:pt x="2677" y="8225"/>
                </a:lnTo>
                <a:lnTo>
                  <a:pt x="2604" y="8201"/>
                </a:lnTo>
                <a:lnTo>
                  <a:pt x="2531" y="8152"/>
                </a:lnTo>
                <a:lnTo>
                  <a:pt x="2482" y="8079"/>
                </a:lnTo>
                <a:lnTo>
                  <a:pt x="2433" y="8031"/>
                </a:lnTo>
                <a:lnTo>
                  <a:pt x="2409" y="7958"/>
                </a:lnTo>
                <a:lnTo>
                  <a:pt x="2385" y="7836"/>
                </a:lnTo>
                <a:lnTo>
                  <a:pt x="2385" y="7714"/>
                </a:lnTo>
                <a:lnTo>
                  <a:pt x="2433" y="7593"/>
                </a:lnTo>
                <a:lnTo>
                  <a:pt x="2482" y="7495"/>
                </a:lnTo>
                <a:lnTo>
                  <a:pt x="2579" y="7374"/>
                </a:lnTo>
                <a:lnTo>
                  <a:pt x="2701" y="7301"/>
                </a:lnTo>
                <a:close/>
                <a:moveTo>
                  <a:pt x="1582" y="6133"/>
                </a:moveTo>
                <a:lnTo>
                  <a:pt x="1898" y="6157"/>
                </a:lnTo>
                <a:lnTo>
                  <a:pt x="2239" y="6157"/>
                </a:lnTo>
                <a:lnTo>
                  <a:pt x="3042" y="6181"/>
                </a:lnTo>
                <a:lnTo>
                  <a:pt x="2823" y="6303"/>
                </a:lnTo>
                <a:lnTo>
                  <a:pt x="2628" y="6473"/>
                </a:lnTo>
                <a:lnTo>
                  <a:pt x="2458" y="6692"/>
                </a:lnTo>
                <a:lnTo>
                  <a:pt x="2287" y="6911"/>
                </a:lnTo>
                <a:lnTo>
                  <a:pt x="1995" y="7398"/>
                </a:lnTo>
                <a:lnTo>
                  <a:pt x="1728" y="7836"/>
                </a:lnTo>
                <a:lnTo>
                  <a:pt x="1485" y="8225"/>
                </a:lnTo>
                <a:lnTo>
                  <a:pt x="1193" y="8639"/>
                </a:lnTo>
                <a:lnTo>
                  <a:pt x="925" y="9053"/>
                </a:lnTo>
                <a:lnTo>
                  <a:pt x="657" y="9466"/>
                </a:lnTo>
                <a:lnTo>
                  <a:pt x="633" y="8639"/>
                </a:lnTo>
                <a:lnTo>
                  <a:pt x="755" y="8566"/>
                </a:lnTo>
                <a:lnTo>
                  <a:pt x="852" y="8469"/>
                </a:lnTo>
                <a:lnTo>
                  <a:pt x="1047" y="8225"/>
                </a:lnTo>
                <a:lnTo>
                  <a:pt x="1193" y="7982"/>
                </a:lnTo>
                <a:lnTo>
                  <a:pt x="1314" y="7714"/>
                </a:lnTo>
                <a:lnTo>
                  <a:pt x="1436" y="7544"/>
                </a:lnTo>
                <a:lnTo>
                  <a:pt x="1582" y="7349"/>
                </a:lnTo>
                <a:lnTo>
                  <a:pt x="1874" y="6984"/>
                </a:lnTo>
                <a:lnTo>
                  <a:pt x="1995" y="6790"/>
                </a:lnTo>
                <a:lnTo>
                  <a:pt x="2141" y="6619"/>
                </a:lnTo>
                <a:lnTo>
                  <a:pt x="2239" y="6425"/>
                </a:lnTo>
                <a:lnTo>
                  <a:pt x="2312" y="6206"/>
                </a:lnTo>
                <a:lnTo>
                  <a:pt x="2312" y="6181"/>
                </a:lnTo>
                <a:lnTo>
                  <a:pt x="2287" y="6181"/>
                </a:lnTo>
                <a:lnTo>
                  <a:pt x="2117" y="6279"/>
                </a:lnTo>
                <a:lnTo>
                  <a:pt x="1971" y="6400"/>
                </a:lnTo>
                <a:lnTo>
                  <a:pt x="1825" y="6546"/>
                </a:lnTo>
                <a:lnTo>
                  <a:pt x="1703" y="6692"/>
                </a:lnTo>
                <a:lnTo>
                  <a:pt x="1460" y="7009"/>
                </a:lnTo>
                <a:lnTo>
                  <a:pt x="1217" y="7325"/>
                </a:lnTo>
                <a:lnTo>
                  <a:pt x="925" y="7714"/>
                </a:lnTo>
                <a:lnTo>
                  <a:pt x="657" y="8152"/>
                </a:lnTo>
                <a:lnTo>
                  <a:pt x="657" y="8128"/>
                </a:lnTo>
                <a:lnTo>
                  <a:pt x="730" y="7398"/>
                </a:lnTo>
                <a:lnTo>
                  <a:pt x="828" y="7276"/>
                </a:lnTo>
                <a:lnTo>
                  <a:pt x="901" y="7130"/>
                </a:lnTo>
                <a:lnTo>
                  <a:pt x="1047" y="6887"/>
                </a:lnTo>
                <a:lnTo>
                  <a:pt x="1339" y="6522"/>
                </a:lnTo>
                <a:lnTo>
                  <a:pt x="1460" y="6327"/>
                </a:lnTo>
                <a:lnTo>
                  <a:pt x="1582" y="6133"/>
                </a:lnTo>
                <a:close/>
                <a:moveTo>
                  <a:pt x="1971" y="7982"/>
                </a:moveTo>
                <a:lnTo>
                  <a:pt x="1995" y="8104"/>
                </a:lnTo>
                <a:lnTo>
                  <a:pt x="2044" y="8225"/>
                </a:lnTo>
                <a:lnTo>
                  <a:pt x="2117" y="8323"/>
                </a:lnTo>
                <a:lnTo>
                  <a:pt x="2190" y="8396"/>
                </a:lnTo>
                <a:lnTo>
                  <a:pt x="1533" y="9369"/>
                </a:lnTo>
                <a:lnTo>
                  <a:pt x="682" y="10658"/>
                </a:lnTo>
                <a:lnTo>
                  <a:pt x="682" y="10512"/>
                </a:lnTo>
                <a:lnTo>
                  <a:pt x="657" y="10123"/>
                </a:lnTo>
                <a:lnTo>
                  <a:pt x="1241" y="9150"/>
                </a:lnTo>
                <a:lnTo>
                  <a:pt x="1849" y="8201"/>
                </a:lnTo>
                <a:lnTo>
                  <a:pt x="1971" y="7982"/>
                </a:lnTo>
                <a:close/>
                <a:moveTo>
                  <a:pt x="3188" y="8566"/>
                </a:moveTo>
                <a:lnTo>
                  <a:pt x="2312" y="9928"/>
                </a:lnTo>
                <a:lnTo>
                  <a:pt x="1436" y="11242"/>
                </a:lnTo>
                <a:lnTo>
                  <a:pt x="1047" y="11753"/>
                </a:lnTo>
                <a:lnTo>
                  <a:pt x="828" y="11997"/>
                </a:lnTo>
                <a:lnTo>
                  <a:pt x="657" y="12264"/>
                </a:lnTo>
                <a:lnTo>
                  <a:pt x="657" y="11242"/>
                </a:lnTo>
                <a:lnTo>
                  <a:pt x="974" y="10780"/>
                </a:lnTo>
                <a:lnTo>
                  <a:pt x="1922" y="9369"/>
                </a:lnTo>
                <a:lnTo>
                  <a:pt x="2458" y="8590"/>
                </a:lnTo>
                <a:lnTo>
                  <a:pt x="2579" y="8639"/>
                </a:lnTo>
                <a:lnTo>
                  <a:pt x="2725" y="8663"/>
                </a:lnTo>
                <a:lnTo>
                  <a:pt x="2871" y="8663"/>
                </a:lnTo>
                <a:lnTo>
                  <a:pt x="2993" y="8639"/>
                </a:lnTo>
                <a:lnTo>
                  <a:pt x="3090" y="8615"/>
                </a:lnTo>
                <a:lnTo>
                  <a:pt x="3188" y="8566"/>
                </a:lnTo>
                <a:close/>
                <a:moveTo>
                  <a:pt x="3991" y="7787"/>
                </a:moveTo>
                <a:lnTo>
                  <a:pt x="3991" y="8834"/>
                </a:lnTo>
                <a:lnTo>
                  <a:pt x="3820" y="8980"/>
                </a:lnTo>
                <a:lnTo>
                  <a:pt x="3650" y="9174"/>
                </a:lnTo>
                <a:lnTo>
                  <a:pt x="3358" y="9588"/>
                </a:lnTo>
                <a:lnTo>
                  <a:pt x="2823" y="10342"/>
                </a:lnTo>
                <a:lnTo>
                  <a:pt x="2555" y="10707"/>
                </a:lnTo>
                <a:lnTo>
                  <a:pt x="2287" y="11096"/>
                </a:lnTo>
                <a:lnTo>
                  <a:pt x="1436" y="12143"/>
                </a:lnTo>
                <a:lnTo>
                  <a:pt x="1022" y="12654"/>
                </a:lnTo>
                <a:lnTo>
                  <a:pt x="633" y="13189"/>
                </a:lnTo>
                <a:lnTo>
                  <a:pt x="633" y="12946"/>
                </a:lnTo>
                <a:lnTo>
                  <a:pt x="633" y="12775"/>
                </a:lnTo>
                <a:lnTo>
                  <a:pt x="755" y="12654"/>
                </a:lnTo>
                <a:lnTo>
                  <a:pt x="876" y="12532"/>
                </a:lnTo>
                <a:lnTo>
                  <a:pt x="1120" y="12264"/>
                </a:lnTo>
                <a:lnTo>
                  <a:pt x="1509" y="11680"/>
                </a:lnTo>
                <a:lnTo>
                  <a:pt x="2020" y="10975"/>
                </a:lnTo>
                <a:lnTo>
                  <a:pt x="2506" y="10245"/>
                </a:lnTo>
                <a:lnTo>
                  <a:pt x="2993" y="9490"/>
                </a:lnTo>
                <a:lnTo>
                  <a:pt x="3455" y="8736"/>
                </a:lnTo>
                <a:lnTo>
                  <a:pt x="3723" y="8274"/>
                </a:lnTo>
                <a:lnTo>
                  <a:pt x="3869" y="8031"/>
                </a:lnTo>
                <a:lnTo>
                  <a:pt x="3991" y="7787"/>
                </a:lnTo>
                <a:close/>
                <a:moveTo>
                  <a:pt x="4039" y="14065"/>
                </a:moveTo>
                <a:lnTo>
                  <a:pt x="4039" y="14430"/>
                </a:lnTo>
                <a:lnTo>
                  <a:pt x="3820" y="14430"/>
                </a:lnTo>
                <a:lnTo>
                  <a:pt x="4015" y="14089"/>
                </a:lnTo>
                <a:lnTo>
                  <a:pt x="4039" y="14065"/>
                </a:lnTo>
                <a:close/>
                <a:moveTo>
                  <a:pt x="4039" y="12921"/>
                </a:moveTo>
                <a:lnTo>
                  <a:pt x="4039" y="13140"/>
                </a:lnTo>
                <a:lnTo>
                  <a:pt x="4039" y="13554"/>
                </a:lnTo>
                <a:lnTo>
                  <a:pt x="3918" y="13724"/>
                </a:lnTo>
                <a:lnTo>
                  <a:pt x="3820" y="13870"/>
                </a:lnTo>
                <a:lnTo>
                  <a:pt x="3577" y="14235"/>
                </a:lnTo>
                <a:lnTo>
                  <a:pt x="3431" y="14454"/>
                </a:lnTo>
                <a:lnTo>
                  <a:pt x="2993" y="14454"/>
                </a:lnTo>
                <a:lnTo>
                  <a:pt x="3431" y="13797"/>
                </a:lnTo>
                <a:lnTo>
                  <a:pt x="3747" y="13359"/>
                </a:lnTo>
                <a:lnTo>
                  <a:pt x="4039" y="12921"/>
                </a:lnTo>
                <a:close/>
                <a:moveTo>
                  <a:pt x="4039" y="11826"/>
                </a:moveTo>
                <a:lnTo>
                  <a:pt x="4039" y="12483"/>
                </a:lnTo>
                <a:lnTo>
                  <a:pt x="3845" y="12678"/>
                </a:lnTo>
                <a:lnTo>
                  <a:pt x="3650" y="12873"/>
                </a:lnTo>
                <a:lnTo>
                  <a:pt x="3334" y="13311"/>
                </a:lnTo>
                <a:lnTo>
                  <a:pt x="2896" y="13895"/>
                </a:lnTo>
                <a:lnTo>
                  <a:pt x="2677" y="14187"/>
                </a:lnTo>
                <a:lnTo>
                  <a:pt x="2482" y="14503"/>
                </a:lnTo>
                <a:lnTo>
                  <a:pt x="2312" y="14503"/>
                </a:lnTo>
                <a:lnTo>
                  <a:pt x="2433" y="14333"/>
                </a:lnTo>
                <a:lnTo>
                  <a:pt x="2555" y="14162"/>
                </a:lnTo>
                <a:lnTo>
                  <a:pt x="2871" y="13651"/>
                </a:lnTo>
                <a:lnTo>
                  <a:pt x="3188" y="13116"/>
                </a:lnTo>
                <a:lnTo>
                  <a:pt x="3504" y="12581"/>
                </a:lnTo>
                <a:lnTo>
                  <a:pt x="3845" y="12070"/>
                </a:lnTo>
                <a:lnTo>
                  <a:pt x="4039" y="11826"/>
                </a:lnTo>
                <a:close/>
                <a:moveTo>
                  <a:pt x="4015" y="10391"/>
                </a:moveTo>
                <a:lnTo>
                  <a:pt x="4015" y="11218"/>
                </a:lnTo>
                <a:lnTo>
                  <a:pt x="4039" y="11364"/>
                </a:lnTo>
                <a:lnTo>
                  <a:pt x="3869" y="11486"/>
                </a:lnTo>
                <a:lnTo>
                  <a:pt x="3723" y="11656"/>
                </a:lnTo>
                <a:lnTo>
                  <a:pt x="3577" y="11826"/>
                </a:lnTo>
                <a:lnTo>
                  <a:pt x="3455" y="12021"/>
                </a:lnTo>
                <a:lnTo>
                  <a:pt x="3236" y="12386"/>
                </a:lnTo>
                <a:lnTo>
                  <a:pt x="3042" y="12702"/>
                </a:lnTo>
                <a:lnTo>
                  <a:pt x="2725" y="13238"/>
                </a:lnTo>
                <a:lnTo>
                  <a:pt x="2409" y="13773"/>
                </a:lnTo>
                <a:lnTo>
                  <a:pt x="2263" y="13968"/>
                </a:lnTo>
                <a:lnTo>
                  <a:pt x="2117" y="14138"/>
                </a:lnTo>
                <a:lnTo>
                  <a:pt x="1971" y="14333"/>
                </a:lnTo>
                <a:lnTo>
                  <a:pt x="1849" y="14527"/>
                </a:lnTo>
                <a:lnTo>
                  <a:pt x="1047" y="14600"/>
                </a:lnTo>
                <a:lnTo>
                  <a:pt x="1460" y="14089"/>
                </a:lnTo>
                <a:lnTo>
                  <a:pt x="1825" y="13554"/>
                </a:lnTo>
                <a:lnTo>
                  <a:pt x="2214" y="13019"/>
                </a:lnTo>
                <a:lnTo>
                  <a:pt x="2604" y="12508"/>
                </a:lnTo>
                <a:lnTo>
                  <a:pt x="2823" y="12240"/>
                </a:lnTo>
                <a:lnTo>
                  <a:pt x="3017" y="11972"/>
                </a:lnTo>
                <a:lnTo>
                  <a:pt x="3382" y="11388"/>
                </a:lnTo>
                <a:lnTo>
                  <a:pt x="3723" y="10902"/>
                </a:lnTo>
                <a:lnTo>
                  <a:pt x="3869" y="10634"/>
                </a:lnTo>
                <a:lnTo>
                  <a:pt x="4015" y="10391"/>
                </a:lnTo>
                <a:close/>
                <a:moveTo>
                  <a:pt x="4015" y="9271"/>
                </a:moveTo>
                <a:lnTo>
                  <a:pt x="4015" y="10147"/>
                </a:lnTo>
                <a:lnTo>
                  <a:pt x="3893" y="10220"/>
                </a:lnTo>
                <a:lnTo>
                  <a:pt x="3796" y="10318"/>
                </a:lnTo>
                <a:lnTo>
                  <a:pt x="3626" y="10512"/>
                </a:lnTo>
                <a:lnTo>
                  <a:pt x="3455" y="10731"/>
                </a:lnTo>
                <a:lnTo>
                  <a:pt x="3285" y="10975"/>
                </a:lnTo>
                <a:lnTo>
                  <a:pt x="2847" y="11632"/>
                </a:lnTo>
                <a:lnTo>
                  <a:pt x="2628" y="11972"/>
                </a:lnTo>
                <a:lnTo>
                  <a:pt x="2385" y="12289"/>
                </a:lnTo>
                <a:lnTo>
                  <a:pt x="1947" y="12873"/>
                </a:lnTo>
                <a:lnTo>
                  <a:pt x="1509" y="13481"/>
                </a:lnTo>
                <a:lnTo>
                  <a:pt x="1071" y="14065"/>
                </a:lnTo>
                <a:lnTo>
                  <a:pt x="828" y="14333"/>
                </a:lnTo>
                <a:lnTo>
                  <a:pt x="584" y="14625"/>
                </a:lnTo>
                <a:lnTo>
                  <a:pt x="609" y="14430"/>
                </a:lnTo>
                <a:lnTo>
                  <a:pt x="609" y="14235"/>
                </a:lnTo>
                <a:lnTo>
                  <a:pt x="609" y="13895"/>
                </a:lnTo>
                <a:lnTo>
                  <a:pt x="1120" y="13213"/>
                </a:lnTo>
                <a:lnTo>
                  <a:pt x="1631" y="12556"/>
                </a:lnTo>
                <a:lnTo>
                  <a:pt x="2677" y="11242"/>
                </a:lnTo>
                <a:lnTo>
                  <a:pt x="3090" y="10658"/>
                </a:lnTo>
                <a:lnTo>
                  <a:pt x="3480" y="10050"/>
                </a:lnTo>
                <a:lnTo>
                  <a:pt x="3747" y="9661"/>
                </a:lnTo>
                <a:lnTo>
                  <a:pt x="4015" y="9271"/>
                </a:lnTo>
                <a:close/>
                <a:moveTo>
                  <a:pt x="10341" y="488"/>
                </a:moveTo>
                <a:lnTo>
                  <a:pt x="10536" y="512"/>
                </a:lnTo>
                <a:lnTo>
                  <a:pt x="10755" y="536"/>
                </a:lnTo>
                <a:lnTo>
                  <a:pt x="10950" y="585"/>
                </a:lnTo>
                <a:lnTo>
                  <a:pt x="11071" y="609"/>
                </a:lnTo>
                <a:lnTo>
                  <a:pt x="11169" y="658"/>
                </a:lnTo>
                <a:lnTo>
                  <a:pt x="11266" y="731"/>
                </a:lnTo>
                <a:lnTo>
                  <a:pt x="11339" y="828"/>
                </a:lnTo>
                <a:lnTo>
                  <a:pt x="11485" y="999"/>
                </a:lnTo>
                <a:lnTo>
                  <a:pt x="11582" y="1217"/>
                </a:lnTo>
                <a:lnTo>
                  <a:pt x="11655" y="1436"/>
                </a:lnTo>
                <a:lnTo>
                  <a:pt x="11704" y="1680"/>
                </a:lnTo>
                <a:lnTo>
                  <a:pt x="11728" y="1923"/>
                </a:lnTo>
                <a:lnTo>
                  <a:pt x="11728" y="2385"/>
                </a:lnTo>
                <a:lnTo>
                  <a:pt x="11680" y="2848"/>
                </a:lnTo>
                <a:lnTo>
                  <a:pt x="11582" y="3310"/>
                </a:lnTo>
                <a:lnTo>
                  <a:pt x="11461" y="3772"/>
                </a:lnTo>
                <a:lnTo>
                  <a:pt x="11315" y="4210"/>
                </a:lnTo>
                <a:lnTo>
                  <a:pt x="10974" y="5111"/>
                </a:lnTo>
                <a:lnTo>
                  <a:pt x="10804" y="5549"/>
                </a:lnTo>
                <a:lnTo>
                  <a:pt x="10658" y="5987"/>
                </a:lnTo>
                <a:lnTo>
                  <a:pt x="10658" y="6084"/>
                </a:lnTo>
                <a:lnTo>
                  <a:pt x="10658" y="6181"/>
                </a:lnTo>
                <a:lnTo>
                  <a:pt x="10731" y="6254"/>
                </a:lnTo>
                <a:lnTo>
                  <a:pt x="10779" y="6303"/>
                </a:lnTo>
                <a:lnTo>
                  <a:pt x="10877" y="6327"/>
                </a:lnTo>
                <a:lnTo>
                  <a:pt x="10950" y="6327"/>
                </a:lnTo>
                <a:lnTo>
                  <a:pt x="11047" y="6303"/>
                </a:lnTo>
                <a:lnTo>
                  <a:pt x="11120" y="6279"/>
                </a:lnTo>
                <a:lnTo>
                  <a:pt x="11388" y="6303"/>
                </a:lnTo>
                <a:lnTo>
                  <a:pt x="11655" y="6327"/>
                </a:lnTo>
                <a:lnTo>
                  <a:pt x="12215" y="6352"/>
                </a:lnTo>
                <a:lnTo>
                  <a:pt x="12775" y="6327"/>
                </a:lnTo>
                <a:lnTo>
                  <a:pt x="13310" y="6327"/>
                </a:lnTo>
                <a:lnTo>
                  <a:pt x="13748" y="6352"/>
                </a:lnTo>
                <a:lnTo>
                  <a:pt x="14210" y="6425"/>
                </a:lnTo>
                <a:lnTo>
                  <a:pt x="14673" y="6498"/>
                </a:lnTo>
                <a:lnTo>
                  <a:pt x="15111" y="6595"/>
                </a:lnTo>
                <a:lnTo>
                  <a:pt x="15476" y="6668"/>
                </a:lnTo>
                <a:lnTo>
                  <a:pt x="15841" y="6790"/>
                </a:lnTo>
                <a:lnTo>
                  <a:pt x="16011" y="6887"/>
                </a:lnTo>
                <a:lnTo>
                  <a:pt x="16157" y="6960"/>
                </a:lnTo>
                <a:lnTo>
                  <a:pt x="16327" y="7082"/>
                </a:lnTo>
                <a:lnTo>
                  <a:pt x="16449" y="7203"/>
                </a:lnTo>
                <a:lnTo>
                  <a:pt x="16546" y="7301"/>
                </a:lnTo>
                <a:lnTo>
                  <a:pt x="16619" y="7398"/>
                </a:lnTo>
                <a:lnTo>
                  <a:pt x="16644" y="7520"/>
                </a:lnTo>
                <a:lnTo>
                  <a:pt x="16668" y="7641"/>
                </a:lnTo>
                <a:lnTo>
                  <a:pt x="16692" y="7763"/>
                </a:lnTo>
                <a:lnTo>
                  <a:pt x="16668" y="7885"/>
                </a:lnTo>
                <a:lnTo>
                  <a:pt x="16644" y="8031"/>
                </a:lnTo>
                <a:lnTo>
                  <a:pt x="16595" y="8152"/>
                </a:lnTo>
                <a:lnTo>
                  <a:pt x="16473" y="8371"/>
                </a:lnTo>
                <a:lnTo>
                  <a:pt x="16303" y="8566"/>
                </a:lnTo>
                <a:lnTo>
                  <a:pt x="16206" y="8663"/>
                </a:lnTo>
                <a:lnTo>
                  <a:pt x="16108" y="8736"/>
                </a:lnTo>
                <a:lnTo>
                  <a:pt x="15987" y="8785"/>
                </a:lnTo>
                <a:lnTo>
                  <a:pt x="15889" y="8834"/>
                </a:lnTo>
                <a:lnTo>
                  <a:pt x="15792" y="8882"/>
                </a:lnTo>
                <a:lnTo>
                  <a:pt x="15719" y="8955"/>
                </a:lnTo>
                <a:lnTo>
                  <a:pt x="15695" y="9053"/>
                </a:lnTo>
                <a:lnTo>
                  <a:pt x="15719" y="9150"/>
                </a:lnTo>
                <a:lnTo>
                  <a:pt x="15743" y="9247"/>
                </a:lnTo>
                <a:lnTo>
                  <a:pt x="15816" y="9296"/>
                </a:lnTo>
                <a:lnTo>
                  <a:pt x="15914" y="9344"/>
                </a:lnTo>
                <a:lnTo>
                  <a:pt x="16035" y="9344"/>
                </a:lnTo>
                <a:lnTo>
                  <a:pt x="16157" y="9296"/>
                </a:lnTo>
                <a:lnTo>
                  <a:pt x="16279" y="9393"/>
                </a:lnTo>
                <a:lnTo>
                  <a:pt x="16376" y="9490"/>
                </a:lnTo>
                <a:lnTo>
                  <a:pt x="16425" y="9636"/>
                </a:lnTo>
                <a:lnTo>
                  <a:pt x="16473" y="9782"/>
                </a:lnTo>
                <a:lnTo>
                  <a:pt x="16473" y="9953"/>
                </a:lnTo>
                <a:lnTo>
                  <a:pt x="16449" y="10123"/>
                </a:lnTo>
                <a:lnTo>
                  <a:pt x="16376" y="10415"/>
                </a:lnTo>
                <a:lnTo>
                  <a:pt x="16303" y="10610"/>
                </a:lnTo>
                <a:lnTo>
                  <a:pt x="16206" y="10756"/>
                </a:lnTo>
                <a:lnTo>
                  <a:pt x="16084" y="10902"/>
                </a:lnTo>
                <a:lnTo>
                  <a:pt x="15938" y="11023"/>
                </a:lnTo>
                <a:lnTo>
                  <a:pt x="15743" y="11145"/>
                </a:lnTo>
                <a:lnTo>
                  <a:pt x="15670" y="11194"/>
                </a:lnTo>
                <a:lnTo>
                  <a:pt x="15622" y="11315"/>
                </a:lnTo>
                <a:lnTo>
                  <a:pt x="15622" y="11388"/>
                </a:lnTo>
                <a:lnTo>
                  <a:pt x="15646" y="11437"/>
                </a:lnTo>
                <a:lnTo>
                  <a:pt x="15670" y="11486"/>
                </a:lnTo>
                <a:lnTo>
                  <a:pt x="15719" y="11510"/>
                </a:lnTo>
                <a:lnTo>
                  <a:pt x="15792" y="11559"/>
                </a:lnTo>
                <a:lnTo>
                  <a:pt x="15889" y="11583"/>
                </a:lnTo>
                <a:lnTo>
                  <a:pt x="15962" y="11753"/>
                </a:lnTo>
                <a:lnTo>
                  <a:pt x="15987" y="11924"/>
                </a:lnTo>
                <a:lnTo>
                  <a:pt x="16011" y="12070"/>
                </a:lnTo>
                <a:lnTo>
                  <a:pt x="15987" y="12410"/>
                </a:lnTo>
                <a:lnTo>
                  <a:pt x="15962" y="12678"/>
                </a:lnTo>
                <a:lnTo>
                  <a:pt x="15914" y="12824"/>
                </a:lnTo>
                <a:lnTo>
                  <a:pt x="15865" y="12994"/>
                </a:lnTo>
                <a:lnTo>
                  <a:pt x="15792" y="13140"/>
                </a:lnTo>
                <a:lnTo>
                  <a:pt x="15719" y="13262"/>
                </a:lnTo>
                <a:lnTo>
                  <a:pt x="15622" y="13335"/>
                </a:lnTo>
                <a:lnTo>
                  <a:pt x="15549" y="13359"/>
                </a:lnTo>
                <a:lnTo>
                  <a:pt x="15500" y="13359"/>
                </a:lnTo>
                <a:lnTo>
                  <a:pt x="15403" y="13384"/>
                </a:lnTo>
                <a:lnTo>
                  <a:pt x="15330" y="13432"/>
                </a:lnTo>
                <a:lnTo>
                  <a:pt x="15281" y="13505"/>
                </a:lnTo>
                <a:lnTo>
                  <a:pt x="15257" y="13578"/>
                </a:lnTo>
                <a:lnTo>
                  <a:pt x="15257" y="13676"/>
                </a:lnTo>
                <a:lnTo>
                  <a:pt x="15281" y="13749"/>
                </a:lnTo>
                <a:lnTo>
                  <a:pt x="15354" y="13797"/>
                </a:lnTo>
                <a:lnTo>
                  <a:pt x="15427" y="13846"/>
                </a:lnTo>
                <a:lnTo>
                  <a:pt x="15524" y="13846"/>
                </a:lnTo>
                <a:lnTo>
                  <a:pt x="15573" y="14089"/>
                </a:lnTo>
                <a:lnTo>
                  <a:pt x="15622" y="14357"/>
                </a:lnTo>
                <a:lnTo>
                  <a:pt x="15622" y="14479"/>
                </a:lnTo>
                <a:lnTo>
                  <a:pt x="15622" y="14600"/>
                </a:lnTo>
                <a:lnTo>
                  <a:pt x="15597" y="14722"/>
                </a:lnTo>
                <a:lnTo>
                  <a:pt x="15549" y="14868"/>
                </a:lnTo>
                <a:lnTo>
                  <a:pt x="15476" y="14965"/>
                </a:lnTo>
                <a:lnTo>
                  <a:pt x="15403" y="15063"/>
                </a:lnTo>
                <a:lnTo>
                  <a:pt x="15305" y="15136"/>
                </a:lnTo>
                <a:lnTo>
                  <a:pt x="15208" y="15184"/>
                </a:lnTo>
                <a:lnTo>
                  <a:pt x="15208" y="15184"/>
                </a:lnTo>
                <a:lnTo>
                  <a:pt x="15257" y="14917"/>
                </a:lnTo>
                <a:lnTo>
                  <a:pt x="15330" y="14625"/>
                </a:lnTo>
                <a:lnTo>
                  <a:pt x="15330" y="14600"/>
                </a:lnTo>
                <a:lnTo>
                  <a:pt x="15330" y="14552"/>
                </a:lnTo>
                <a:lnTo>
                  <a:pt x="15281" y="14527"/>
                </a:lnTo>
                <a:lnTo>
                  <a:pt x="15208" y="14503"/>
                </a:lnTo>
                <a:lnTo>
                  <a:pt x="15184" y="14527"/>
                </a:lnTo>
                <a:lnTo>
                  <a:pt x="15159" y="14552"/>
                </a:lnTo>
                <a:lnTo>
                  <a:pt x="15013" y="14917"/>
                </a:lnTo>
                <a:lnTo>
                  <a:pt x="14965" y="15087"/>
                </a:lnTo>
                <a:lnTo>
                  <a:pt x="14965" y="15282"/>
                </a:lnTo>
                <a:lnTo>
                  <a:pt x="14648" y="15355"/>
                </a:lnTo>
                <a:lnTo>
                  <a:pt x="14721" y="15038"/>
                </a:lnTo>
                <a:lnTo>
                  <a:pt x="14819" y="14673"/>
                </a:lnTo>
                <a:lnTo>
                  <a:pt x="14867" y="14308"/>
                </a:lnTo>
                <a:lnTo>
                  <a:pt x="14867" y="14284"/>
                </a:lnTo>
                <a:lnTo>
                  <a:pt x="14843" y="14235"/>
                </a:lnTo>
                <a:lnTo>
                  <a:pt x="14794" y="14211"/>
                </a:lnTo>
                <a:lnTo>
                  <a:pt x="14721" y="14235"/>
                </a:lnTo>
                <a:lnTo>
                  <a:pt x="14673" y="14260"/>
                </a:lnTo>
                <a:lnTo>
                  <a:pt x="14673" y="14284"/>
                </a:lnTo>
                <a:lnTo>
                  <a:pt x="14551" y="14625"/>
                </a:lnTo>
                <a:lnTo>
                  <a:pt x="14454" y="14965"/>
                </a:lnTo>
                <a:lnTo>
                  <a:pt x="14356" y="15184"/>
                </a:lnTo>
                <a:lnTo>
                  <a:pt x="14332" y="15306"/>
                </a:lnTo>
                <a:lnTo>
                  <a:pt x="14332" y="15403"/>
                </a:lnTo>
                <a:lnTo>
                  <a:pt x="14064" y="15428"/>
                </a:lnTo>
                <a:lnTo>
                  <a:pt x="14064" y="15428"/>
                </a:lnTo>
                <a:lnTo>
                  <a:pt x="14089" y="15379"/>
                </a:lnTo>
                <a:lnTo>
                  <a:pt x="14089" y="15330"/>
                </a:lnTo>
                <a:lnTo>
                  <a:pt x="14113" y="15063"/>
                </a:lnTo>
                <a:lnTo>
                  <a:pt x="14162" y="14771"/>
                </a:lnTo>
                <a:lnTo>
                  <a:pt x="14235" y="14503"/>
                </a:lnTo>
                <a:lnTo>
                  <a:pt x="14356" y="14260"/>
                </a:lnTo>
                <a:lnTo>
                  <a:pt x="14356" y="14211"/>
                </a:lnTo>
                <a:lnTo>
                  <a:pt x="14332" y="14162"/>
                </a:lnTo>
                <a:lnTo>
                  <a:pt x="14283" y="14138"/>
                </a:lnTo>
                <a:lnTo>
                  <a:pt x="14235" y="14162"/>
                </a:lnTo>
                <a:lnTo>
                  <a:pt x="14064" y="14430"/>
                </a:lnTo>
                <a:lnTo>
                  <a:pt x="13918" y="14722"/>
                </a:lnTo>
                <a:lnTo>
                  <a:pt x="13845" y="14868"/>
                </a:lnTo>
                <a:lnTo>
                  <a:pt x="13821" y="15014"/>
                </a:lnTo>
                <a:lnTo>
                  <a:pt x="13797" y="15160"/>
                </a:lnTo>
                <a:lnTo>
                  <a:pt x="13797" y="15330"/>
                </a:lnTo>
                <a:lnTo>
                  <a:pt x="13821" y="15379"/>
                </a:lnTo>
                <a:lnTo>
                  <a:pt x="13845" y="15428"/>
                </a:lnTo>
                <a:lnTo>
                  <a:pt x="13383" y="15428"/>
                </a:lnTo>
                <a:lnTo>
                  <a:pt x="13432" y="15209"/>
                </a:lnTo>
                <a:lnTo>
                  <a:pt x="13456" y="14990"/>
                </a:lnTo>
                <a:lnTo>
                  <a:pt x="13505" y="14771"/>
                </a:lnTo>
                <a:lnTo>
                  <a:pt x="13578" y="14552"/>
                </a:lnTo>
                <a:lnTo>
                  <a:pt x="13748" y="14114"/>
                </a:lnTo>
                <a:lnTo>
                  <a:pt x="13748" y="14089"/>
                </a:lnTo>
                <a:lnTo>
                  <a:pt x="13748" y="14065"/>
                </a:lnTo>
                <a:lnTo>
                  <a:pt x="13699" y="14016"/>
                </a:lnTo>
                <a:lnTo>
                  <a:pt x="13651" y="14016"/>
                </a:lnTo>
                <a:lnTo>
                  <a:pt x="13602" y="14065"/>
                </a:lnTo>
                <a:lnTo>
                  <a:pt x="13456" y="14260"/>
                </a:lnTo>
                <a:lnTo>
                  <a:pt x="13334" y="14454"/>
                </a:lnTo>
                <a:lnTo>
                  <a:pt x="13237" y="14673"/>
                </a:lnTo>
                <a:lnTo>
                  <a:pt x="13140" y="14917"/>
                </a:lnTo>
                <a:lnTo>
                  <a:pt x="13067" y="15136"/>
                </a:lnTo>
                <a:lnTo>
                  <a:pt x="13042" y="15282"/>
                </a:lnTo>
                <a:lnTo>
                  <a:pt x="13042" y="15403"/>
                </a:lnTo>
                <a:lnTo>
                  <a:pt x="12556" y="15330"/>
                </a:lnTo>
                <a:lnTo>
                  <a:pt x="12604" y="15038"/>
                </a:lnTo>
                <a:lnTo>
                  <a:pt x="12677" y="14746"/>
                </a:lnTo>
                <a:lnTo>
                  <a:pt x="12775" y="14479"/>
                </a:lnTo>
                <a:lnTo>
                  <a:pt x="12921" y="14211"/>
                </a:lnTo>
                <a:lnTo>
                  <a:pt x="12921" y="14162"/>
                </a:lnTo>
                <a:lnTo>
                  <a:pt x="12896" y="14114"/>
                </a:lnTo>
                <a:lnTo>
                  <a:pt x="12799" y="14114"/>
                </a:lnTo>
                <a:lnTo>
                  <a:pt x="12702" y="14235"/>
                </a:lnTo>
                <a:lnTo>
                  <a:pt x="12604" y="14357"/>
                </a:lnTo>
                <a:lnTo>
                  <a:pt x="12507" y="14479"/>
                </a:lnTo>
                <a:lnTo>
                  <a:pt x="12410" y="14649"/>
                </a:lnTo>
                <a:lnTo>
                  <a:pt x="12337" y="14795"/>
                </a:lnTo>
                <a:lnTo>
                  <a:pt x="12288" y="14965"/>
                </a:lnTo>
                <a:lnTo>
                  <a:pt x="12239" y="15136"/>
                </a:lnTo>
                <a:lnTo>
                  <a:pt x="12239" y="15282"/>
                </a:lnTo>
                <a:lnTo>
                  <a:pt x="11801" y="15233"/>
                </a:lnTo>
                <a:lnTo>
                  <a:pt x="11753" y="15209"/>
                </a:lnTo>
                <a:lnTo>
                  <a:pt x="11874" y="14941"/>
                </a:lnTo>
                <a:lnTo>
                  <a:pt x="11947" y="14673"/>
                </a:lnTo>
                <a:lnTo>
                  <a:pt x="12118" y="14114"/>
                </a:lnTo>
                <a:lnTo>
                  <a:pt x="12118" y="14089"/>
                </a:lnTo>
                <a:lnTo>
                  <a:pt x="12118" y="14065"/>
                </a:lnTo>
                <a:lnTo>
                  <a:pt x="12093" y="14065"/>
                </a:lnTo>
                <a:lnTo>
                  <a:pt x="12069" y="14089"/>
                </a:lnTo>
                <a:lnTo>
                  <a:pt x="11874" y="14357"/>
                </a:lnTo>
                <a:lnTo>
                  <a:pt x="11680" y="14600"/>
                </a:lnTo>
                <a:lnTo>
                  <a:pt x="11509" y="14868"/>
                </a:lnTo>
                <a:lnTo>
                  <a:pt x="11363" y="15136"/>
                </a:lnTo>
                <a:lnTo>
                  <a:pt x="11363" y="15160"/>
                </a:lnTo>
                <a:lnTo>
                  <a:pt x="10974" y="15087"/>
                </a:lnTo>
                <a:lnTo>
                  <a:pt x="11096" y="14990"/>
                </a:lnTo>
                <a:lnTo>
                  <a:pt x="11169" y="14868"/>
                </a:lnTo>
                <a:lnTo>
                  <a:pt x="11290" y="14600"/>
                </a:lnTo>
                <a:lnTo>
                  <a:pt x="11655" y="13870"/>
                </a:lnTo>
                <a:lnTo>
                  <a:pt x="11680" y="13846"/>
                </a:lnTo>
                <a:lnTo>
                  <a:pt x="11680" y="13822"/>
                </a:lnTo>
                <a:lnTo>
                  <a:pt x="11631" y="13773"/>
                </a:lnTo>
                <a:lnTo>
                  <a:pt x="11558" y="13773"/>
                </a:lnTo>
                <a:lnTo>
                  <a:pt x="11534" y="13797"/>
                </a:lnTo>
                <a:lnTo>
                  <a:pt x="11144" y="14406"/>
                </a:lnTo>
                <a:lnTo>
                  <a:pt x="10974" y="14722"/>
                </a:lnTo>
                <a:lnTo>
                  <a:pt x="10901" y="14868"/>
                </a:lnTo>
                <a:lnTo>
                  <a:pt x="10877" y="14941"/>
                </a:lnTo>
                <a:lnTo>
                  <a:pt x="10877" y="15038"/>
                </a:lnTo>
                <a:lnTo>
                  <a:pt x="10901" y="15063"/>
                </a:lnTo>
                <a:lnTo>
                  <a:pt x="10341" y="14941"/>
                </a:lnTo>
                <a:lnTo>
                  <a:pt x="10487" y="14625"/>
                </a:lnTo>
                <a:lnTo>
                  <a:pt x="10633" y="14333"/>
                </a:lnTo>
                <a:lnTo>
                  <a:pt x="10804" y="14041"/>
                </a:lnTo>
                <a:lnTo>
                  <a:pt x="10998" y="13773"/>
                </a:lnTo>
                <a:lnTo>
                  <a:pt x="11023" y="13724"/>
                </a:lnTo>
                <a:lnTo>
                  <a:pt x="10998" y="13700"/>
                </a:lnTo>
                <a:lnTo>
                  <a:pt x="10950" y="13676"/>
                </a:lnTo>
                <a:lnTo>
                  <a:pt x="10901" y="13700"/>
                </a:lnTo>
                <a:lnTo>
                  <a:pt x="10658" y="13943"/>
                </a:lnTo>
                <a:lnTo>
                  <a:pt x="10414" y="14211"/>
                </a:lnTo>
                <a:lnTo>
                  <a:pt x="10317" y="14357"/>
                </a:lnTo>
                <a:lnTo>
                  <a:pt x="10220" y="14503"/>
                </a:lnTo>
                <a:lnTo>
                  <a:pt x="10147" y="14673"/>
                </a:lnTo>
                <a:lnTo>
                  <a:pt x="10098" y="14844"/>
                </a:lnTo>
                <a:lnTo>
                  <a:pt x="10098" y="14892"/>
                </a:lnTo>
                <a:lnTo>
                  <a:pt x="9709" y="14771"/>
                </a:lnTo>
                <a:lnTo>
                  <a:pt x="9757" y="14576"/>
                </a:lnTo>
                <a:lnTo>
                  <a:pt x="9830" y="14381"/>
                </a:lnTo>
                <a:lnTo>
                  <a:pt x="10001" y="13968"/>
                </a:lnTo>
                <a:lnTo>
                  <a:pt x="10147" y="13530"/>
                </a:lnTo>
                <a:lnTo>
                  <a:pt x="10147" y="13505"/>
                </a:lnTo>
                <a:lnTo>
                  <a:pt x="10122" y="13530"/>
                </a:lnTo>
                <a:lnTo>
                  <a:pt x="9879" y="13919"/>
                </a:lnTo>
                <a:lnTo>
                  <a:pt x="9636" y="14308"/>
                </a:lnTo>
                <a:lnTo>
                  <a:pt x="9539" y="14503"/>
                </a:lnTo>
                <a:lnTo>
                  <a:pt x="9466" y="14698"/>
                </a:lnTo>
                <a:lnTo>
                  <a:pt x="8906" y="14527"/>
                </a:lnTo>
                <a:lnTo>
                  <a:pt x="8979" y="14430"/>
                </a:lnTo>
                <a:lnTo>
                  <a:pt x="9028" y="14308"/>
                </a:lnTo>
                <a:lnTo>
                  <a:pt x="9149" y="14089"/>
                </a:lnTo>
                <a:lnTo>
                  <a:pt x="9344" y="13724"/>
                </a:lnTo>
                <a:lnTo>
                  <a:pt x="9417" y="13554"/>
                </a:lnTo>
                <a:lnTo>
                  <a:pt x="9490" y="13359"/>
                </a:lnTo>
                <a:lnTo>
                  <a:pt x="9490" y="13311"/>
                </a:lnTo>
                <a:lnTo>
                  <a:pt x="9441" y="13286"/>
                </a:lnTo>
                <a:lnTo>
                  <a:pt x="9393" y="13262"/>
                </a:lnTo>
                <a:lnTo>
                  <a:pt x="9368" y="13311"/>
                </a:lnTo>
                <a:lnTo>
                  <a:pt x="9247" y="13481"/>
                </a:lnTo>
                <a:lnTo>
                  <a:pt x="9149" y="13627"/>
                </a:lnTo>
                <a:lnTo>
                  <a:pt x="8906" y="13943"/>
                </a:lnTo>
                <a:lnTo>
                  <a:pt x="8736" y="14162"/>
                </a:lnTo>
                <a:lnTo>
                  <a:pt x="8663" y="14284"/>
                </a:lnTo>
                <a:lnTo>
                  <a:pt x="8638" y="14430"/>
                </a:lnTo>
                <a:lnTo>
                  <a:pt x="8419" y="14333"/>
                </a:lnTo>
                <a:lnTo>
                  <a:pt x="8492" y="14065"/>
                </a:lnTo>
                <a:lnTo>
                  <a:pt x="8541" y="13846"/>
                </a:lnTo>
                <a:lnTo>
                  <a:pt x="8711" y="13384"/>
                </a:lnTo>
                <a:lnTo>
                  <a:pt x="8833" y="13165"/>
                </a:lnTo>
                <a:lnTo>
                  <a:pt x="8955" y="12946"/>
                </a:lnTo>
                <a:lnTo>
                  <a:pt x="8955" y="12897"/>
                </a:lnTo>
                <a:lnTo>
                  <a:pt x="8930" y="12848"/>
                </a:lnTo>
                <a:lnTo>
                  <a:pt x="8882" y="12848"/>
                </a:lnTo>
                <a:lnTo>
                  <a:pt x="8833" y="12873"/>
                </a:lnTo>
                <a:lnTo>
                  <a:pt x="8687" y="13092"/>
                </a:lnTo>
                <a:lnTo>
                  <a:pt x="8565" y="13286"/>
                </a:lnTo>
                <a:lnTo>
                  <a:pt x="8444" y="13505"/>
                </a:lnTo>
                <a:lnTo>
                  <a:pt x="8322" y="13749"/>
                </a:lnTo>
                <a:lnTo>
                  <a:pt x="8225" y="13968"/>
                </a:lnTo>
                <a:lnTo>
                  <a:pt x="8176" y="14089"/>
                </a:lnTo>
                <a:lnTo>
                  <a:pt x="8152" y="14211"/>
                </a:lnTo>
                <a:lnTo>
                  <a:pt x="7762" y="14041"/>
                </a:lnTo>
                <a:lnTo>
                  <a:pt x="7908" y="13627"/>
                </a:lnTo>
                <a:lnTo>
                  <a:pt x="8103" y="13213"/>
                </a:lnTo>
                <a:lnTo>
                  <a:pt x="8322" y="12800"/>
                </a:lnTo>
                <a:lnTo>
                  <a:pt x="8322" y="12751"/>
                </a:lnTo>
                <a:lnTo>
                  <a:pt x="8298" y="12727"/>
                </a:lnTo>
                <a:lnTo>
                  <a:pt x="8249" y="12727"/>
                </a:lnTo>
                <a:lnTo>
                  <a:pt x="7908" y="13140"/>
                </a:lnTo>
                <a:lnTo>
                  <a:pt x="7762" y="13335"/>
                </a:lnTo>
                <a:lnTo>
                  <a:pt x="7616" y="13578"/>
                </a:lnTo>
                <a:lnTo>
                  <a:pt x="7543" y="13700"/>
                </a:lnTo>
                <a:lnTo>
                  <a:pt x="7470" y="13870"/>
                </a:lnTo>
                <a:lnTo>
                  <a:pt x="7130" y="13700"/>
                </a:lnTo>
                <a:lnTo>
                  <a:pt x="7154" y="13554"/>
                </a:lnTo>
                <a:lnTo>
                  <a:pt x="7178" y="13408"/>
                </a:lnTo>
                <a:lnTo>
                  <a:pt x="7300" y="13165"/>
                </a:lnTo>
                <a:lnTo>
                  <a:pt x="7495" y="12751"/>
                </a:lnTo>
                <a:lnTo>
                  <a:pt x="7689" y="12313"/>
                </a:lnTo>
                <a:lnTo>
                  <a:pt x="7689" y="12289"/>
                </a:lnTo>
                <a:lnTo>
                  <a:pt x="7665" y="12264"/>
                </a:lnTo>
                <a:lnTo>
                  <a:pt x="7641" y="12264"/>
                </a:lnTo>
                <a:lnTo>
                  <a:pt x="7616" y="12289"/>
                </a:lnTo>
                <a:lnTo>
                  <a:pt x="7397" y="12581"/>
                </a:lnTo>
                <a:lnTo>
                  <a:pt x="7178" y="12873"/>
                </a:lnTo>
                <a:lnTo>
                  <a:pt x="7081" y="13043"/>
                </a:lnTo>
                <a:lnTo>
                  <a:pt x="7008" y="13189"/>
                </a:lnTo>
                <a:lnTo>
                  <a:pt x="6935" y="13359"/>
                </a:lnTo>
                <a:lnTo>
                  <a:pt x="6886" y="13530"/>
                </a:lnTo>
                <a:lnTo>
                  <a:pt x="6570" y="13335"/>
                </a:lnTo>
                <a:lnTo>
                  <a:pt x="6692" y="13043"/>
                </a:lnTo>
                <a:lnTo>
                  <a:pt x="6813" y="12751"/>
                </a:lnTo>
                <a:lnTo>
                  <a:pt x="7105" y="12216"/>
                </a:lnTo>
                <a:lnTo>
                  <a:pt x="7130" y="12191"/>
                </a:lnTo>
                <a:lnTo>
                  <a:pt x="7105" y="12167"/>
                </a:lnTo>
                <a:lnTo>
                  <a:pt x="7057" y="12167"/>
                </a:lnTo>
                <a:lnTo>
                  <a:pt x="6838" y="12386"/>
                </a:lnTo>
                <a:lnTo>
                  <a:pt x="6619" y="12629"/>
                </a:lnTo>
                <a:lnTo>
                  <a:pt x="6448" y="12897"/>
                </a:lnTo>
                <a:lnTo>
                  <a:pt x="6327" y="13165"/>
                </a:lnTo>
                <a:lnTo>
                  <a:pt x="6254" y="13165"/>
                </a:lnTo>
                <a:lnTo>
                  <a:pt x="6181" y="13189"/>
                </a:lnTo>
                <a:lnTo>
                  <a:pt x="6132" y="13238"/>
                </a:lnTo>
                <a:lnTo>
                  <a:pt x="6083" y="13286"/>
                </a:lnTo>
                <a:lnTo>
                  <a:pt x="5937" y="13238"/>
                </a:lnTo>
                <a:lnTo>
                  <a:pt x="5791" y="13213"/>
                </a:lnTo>
                <a:lnTo>
                  <a:pt x="5816" y="13140"/>
                </a:lnTo>
                <a:lnTo>
                  <a:pt x="6059" y="12654"/>
                </a:lnTo>
                <a:lnTo>
                  <a:pt x="6254" y="12264"/>
                </a:lnTo>
                <a:lnTo>
                  <a:pt x="6351" y="12045"/>
                </a:lnTo>
                <a:lnTo>
                  <a:pt x="6424" y="11851"/>
                </a:lnTo>
                <a:lnTo>
                  <a:pt x="6424" y="11826"/>
                </a:lnTo>
                <a:lnTo>
                  <a:pt x="6400" y="11802"/>
                </a:lnTo>
                <a:lnTo>
                  <a:pt x="6375" y="11802"/>
                </a:lnTo>
                <a:lnTo>
                  <a:pt x="6351" y="11826"/>
                </a:lnTo>
                <a:lnTo>
                  <a:pt x="6108" y="12143"/>
                </a:lnTo>
                <a:lnTo>
                  <a:pt x="5864" y="12459"/>
                </a:lnTo>
                <a:lnTo>
                  <a:pt x="5743" y="12654"/>
                </a:lnTo>
                <a:lnTo>
                  <a:pt x="5621" y="12824"/>
                </a:lnTo>
                <a:lnTo>
                  <a:pt x="5548" y="13019"/>
                </a:lnTo>
                <a:lnTo>
                  <a:pt x="5475" y="13213"/>
                </a:lnTo>
                <a:lnTo>
                  <a:pt x="5451" y="13213"/>
                </a:lnTo>
                <a:lnTo>
                  <a:pt x="5183" y="13189"/>
                </a:lnTo>
                <a:lnTo>
                  <a:pt x="4891" y="13213"/>
                </a:lnTo>
                <a:lnTo>
                  <a:pt x="5037" y="12921"/>
                </a:lnTo>
                <a:lnTo>
                  <a:pt x="5353" y="12410"/>
                </a:lnTo>
                <a:lnTo>
                  <a:pt x="5451" y="12240"/>
                </a:lnTo>
                <a:lnTo>
                  <a:pt x="5524" y="12070"/>
                </a:lnTo>
                <a:lnTo>
                  <a:pt x="5548" y="11972"/>
                </a:lnTo>
                <a:lnTo>
                  <a:pt x="5548" y="11899"/>
                </a:lnTo>
                <a:lnTo>
                  <a:pt x="5524" y="11802"/>
                </a:lnTo>
                <a:lnTo>
                  <a:pt x="5475" y="11729"/>
                </a:lnTo>
                <a:lnTo>
                  <a:pt x="5451" y="11729"/>
                </a:lnTo>
                <a:lnTo>
                  <a:pt x="5451" y="11753"/>
                </a:lnTo>
                <a:lnTo>
                  <a:pt x="5426" y="11802"/>
                </a:lnTo>
                <a:lnTo>
                  <a:pt x="5378" y="11875"/>
                </a:lnTo>
                <a:lnTo>
                  <a:pt x="5280" y="11997"/>
                </a:lnTo>
                <a:lnTo>
                  <a:pt x="4988" y="12435"/>
                </a:lnTo>
                <a:lnTo>
                  <a:pt x="4745" y="12800"/>
                </a:lnTo>
                <a:lnTo>
                  <a:pt x="4623" y="13019"/>
                </a:lnTo>
                <a:lnTo>
                  <a:pt x="4599" y="13140"/>
                </a:lnTo>
                <a:lnTo>
                  <a:pt x="4599" y="13238"/>
                </a:lnTo>
                <a:lnTo>
                  <a:pt x="4599" y="13262"/>
                </a:lnTo>
                <a:lnTo>
                  <a:pt x="4575" y="13262"/>
                </a:lnTo>
                <a:lnTo>
                  <a:pt x="4550" y="11802"/>
                </a:lnTo>
                <a:lnTo>
                  <a:pt x="4550" y="10537"/>
                </a:lnTo>
                <a:lnTo>
                  <a:pt x="4526" y="9271"/>
                </a:lnTo>
                <a:lnTo>
                  <a:pt x="4477" y="8396"/>
                </a:lnTo>
                <a:lnTo>
                  <a:pt x="4477" y="7520"/>
                </a:lnTo>
                <a:lnTo>
                  <a:pt x="4453" y="7130"/>
                </a:lnTo>
                <a:lnTo>
                  <a:pt x="4453" y="6863"/>
                </a:lnTo>
                <a:lnTo>
                  <a:pt x="4453" y="6595"/>
                </a:lnTo>
                <a:lnTo>
                  <a:pt x="4648" y="6619"/>
                </a:lnTo>
                <a:lnTo>
                  <a:pt x="4818" y="6619"/>
                </a:lnTo>
                <a:lnTo>
                  <a:pt x="5183" y="6595"/>
                </a:lnTo>
                <a:lnTo>
                  <a:pt x="5791" y="6595"/>
                </a:lnTo>
                <a:lnTo>
                  <a:pt x="6010" y="6571"/>
                </a:lnTo>
                <a:lnTo>
                  <a:pt x="6108" y="6522"/>
                </a:lnTo>
                <a:lnTo>
                  <a:pt x="6156" y="6449"/>
                </a:lnTo>
                <a:lnTo>
                  <a:pt x="6546" y="6230"/>
                </a:lnTo>
                <a:lnTo>
                  <a:pt x="6935" y="5962"/>
                </a:lnTo>
                <a:lnTo>
                  <a:pt x="7300" y="5646"/>
                </a:lnTo>
                <a:lnTo>
                  <a:pt x="7665" y="5330"/>
                </a:lnTo>
                <a:lnTo>
                  <a:pt x="8006" y="4989"/>
                </a:lnTo>
                <a:lnTo>
                  <a:pt x="8322" y="4648"/>
                </a:lnTo>
                <a:lnTo>
                  <a:pt x="8930" y="3943"/>
                </a:lnTo>
                <a:lnTo>
                  <a:pt x="9003" y="3870"/>
                </a:lnTo>
                <a:lnTo>
                  <a:pt x="9003" y="3797"/>
                </a:lnTo>
                <a:lnTo>
                  <a:pt x="9003" y="3699"/>
                </a:lnTo>
                <a:lnTo>
                  <a:pt x="8979" y="3626"/>
                </a:lnTo>
                <a:lnTo>
                  <a:pt x="9125" y="3456"/>
                </a:lnTo>
                <a:lnTo>
                  <a:pt x="9247" y="3286"/>
                </a:lnTo>
                <a:lnTo>
                  <a:pt x="9514" y="2872"/>
                </a:lnTo>
                <a:lnTo>
                  <a:pt x="9709" y="2434"/>
                </a:lnTo>
                <a:lnTo>
                  <a:pt x="9855" y="2020"/>
                </a:lnTo>
                <a:lnTo>
                  <a:pt x="10074" y="1266"/>
                </a:lnTo>
                <a:lnTo>
                  <a:pt x="10195" y="877"/>
                </a:lnTo>
                <a:lnTo>
                  <a:pt x="10341" y="512"/>
                </a:lnTo>
                <a:lnTo>
                  <a:pt x="10341" y="488"/>
                </a:lnTo>
                <a:close/>
                <a:moveTo>
                  <a:pt x="10536" y="1"/>
                </a:moveTo>
                <a:lnTo>
                  <a:pt x="10366" y="25"/>
                </a:lnTo>
                <a:lnTo>
                  <a:pt x="10195" y="74"/>
                </a:lnTo>
                <a:lnTo>
                  <a:pt x="10049" y="171"/>
                </a:lnTo>
                <a:lnTo>
                  <a:pt x="10025" y="196"/>
                </a:lnTo>
                <a:lnTo>
                  <a:pt x="9952" y="244"/>
                </a:lnTo>
                <a:lnTo>
                  <a:pt x="9903" y="293"/>
                </a:lnTo>
                <a:lnTo>
                  <a:pt x="9782" y="415"/>
                </a:lnTo>
                <a:lnTo>
                  <a:pt x="9709" y="585"/>
                </a:lnTo>
                <a:lnTo>
                  <a:pt x="9636" y="780"/>
                </a:lnTo>
                <a:lnTo>
                  <a:pt x="9539" y="1169"/>
                </a:lnTo>
                <a:lnTo>
                  <a:pt x="9466" y="1509"/>
                </a:lnTo>
                <a:lnTo>
                  <a:pt x="9320" y="1972"/>
                </a:lnTo>
                <a:lnTo>
                  <a:pt x="9247" y="2215"/>
                </a:lnTo>
                <a:lnTo>
                  <a:pt x="9149" y="2458"/>
                </a:lnTo>
                <a:lnTo>
                  <a:pt x="9003" y="2726"/>
                </a:lnTo>
                <a:lnTo>
                  <a:pt x="8833" y="2994"/>
                </a:lnTo>
                <a:lnTo>
                  <a:pt x="8663" y="3286"/>
                </a:lnTo>
                <a:lnTo>
                  <a:pt x="8614" y="3407"/>
                </a:lnTo>
                <a:lnTo>
                  <a:pt x="8565" y="3578"/>
                </a:lnTo>
                <a:lnTo>
                  <a:pt x="7324" y="4867"/>
                </a:lnTo>
                <a:lnTo>
                  <a:pt x="6692" y="5500"/>
                </a:lnTo>
                <a:lnTo>
                  <a:pt x="6035" y="6108"/>
                </a:lnTo>
                <a:lnTo>
                  <a:pt x="5937" y="6084"/>
                </a:lnTo>
                <a:lnTo>
                  <a:pt x="5524" y="6084"/>
                </a:lnTo>
                <a:lnTo>
                  <a:pt x="5110" y="6133"/>
                </a:lnTo>
                <a:lnTo>
                  <a:pt x="4867" y="6133"/>
                </a:lnTo>
                <a:lnTo>
                  <a:pt x="4599" y="6157"/>
                </a:lnTo>
                <a:lnTo>
                  <a:pt x="4599" y="6157"/>
                </a:lnTo>
                <a:lnTo>
                  <a:pt x="4623" y="6133"/>
                </a:lnTo>
                <a:lnTo>
                  <a:pt x="4623" y="6084"/>
                </a:lnTo>
                <a:lnTo>
                  <a:pt x="4599" y="5987"/>
                </a:lnTo>
                <a:lnTo>
                  <a:pt x="4526" y="5914"/>
                </a:lnTo>
                <a:lnTo>
                  <a:pt x="4453" y="5889"/>
                </a:lnTo>
                <a:lnTo>
                  <a:pt x="4404" y="5816"/>
                </a:lnTo>
                <a:lnTo>
                  <a:pt x="4331" y="5768"/>
                </a:lnTo>
                <a:lnTo>
                  <a:pt x="4112" y="5670"/>
                </a:lnTo>
                <a:lnTo>
                  <a:pt x="3869" y="5622"/>
                </a:lnTo>
                <a:lnTo>
                  <a:pt x="3626" y="5597"/>
                </a:lnTo>
                <a:lnTo>
                  <a:pt x="2871" y="5597"/>
                </a:lnTo>
                <a:lnTo>
                  <a:pt x="2385" y="5646"/>
                </a:lnTo>
                <a:lnTo>
                  <a:pt x="2166" y="5646"/>
                </a:lnTo>
                <a:lnTo>
                  <a:pt x="1922" y="5622"/>
                </a:lnTo>
                <a:lnTo>
                  <a:pt x="1412" y="5597"/>
                </a:lnTo>
                <a:lnTo>
                  <a:pt x="1144" y="5597"/>
                </a:lnTo>
                <a:lnTo>
                  <a:pt x="901" y="5622"/>
                </a:lnTo>
                <a:lnTo>
                  <a:pt x="682" y="5670"/>
                </a:lnTo>
                <a:lnTo>
                  <a:pt x="463" y="5792"/>
                </a:lnTo>
                <a:lnTo>
                  <a:pt x="365" y="5792"/>
                </a:lnTo>
                <a:lnTo>
                  <a:pt x="317" y="5841"/>
                </a:lnTo>
                <a:lnTo>
                  <a:pt x="292" y="5889"/>
                </a:lnTo>
                <a:lnTo>
                  <a:pt x="244" y="6133"/>
                </a:lnTo>
                <a:lnTo>
                  <a:pt x="219" y="6400"/>
                </a:lnTo>
                <a:lnTo>
                  <a:pt x="219" y="6911"/>
                </a:lnTo>
                <a:lnTo>
                  <a:pt x="195" y="7422"/>
                </a:lnTo>
                <a:lnTo>
                  <a:pt x="171" y="7933"/>
                </a:lnTo>
                <a:lnTo>
                  <a:pt x="146" y="8493"/>
                </a:lnTo>
                <a:lnTo>
                  <a:pt x="146" y="9028"/>
                </a:lnTo>
                <a:lnTo>
                  <a:pt x="146" y="10123"/>
                </a:lnTo>
                <a:lnTo>
                  <a:pt x="171" y="10707"/>
                </a:lnTo>
                <a:lnTo>
                  <a:pt x="171" y="11267"/>
                </a:lnTo>
                <a:lnTo>
                  <a:pt x="122" y="12386"/>
                </a:lnTo>
                <a:lnTo>
                  <a:pt x="98" y="13530"/>
                </a:lnTo>
                <a:lnTo>
                  <a:pt x="98" y="14162"/>
                </a:lnTo>
                <a:lnTo>
                  <a:pt x="73" y="14479"/>
                </a:lnTo>
                <a:lnTo>
                  <a:pt x="25" y="14795"/>
                </a:lnTo>
                <a:lnTo>
                  <a:pt x="0" y="14868"/>
                </a:lnTo>
                <a:lnTo>
                  <a:pt x="25" y="14965"/>
                </a:lnTo>
                <a:lnTo>
                  <a:pt x="73" y="15014"/>
                </a:lnTo>
                <a:lnTo>
                  <a:pt x="122" y="15063"/>
                </a:lnTo>
                <a:lnTo>
                  <a:pt x="195" y="15087"/>
                </a:lnTo>
                <a:lnTo>
                  <a:pt x="268" y="15111"/>
                </a:lnTo>
                <a:lnTo>
                  <a:pt x="341" y="15087"/>
                </a:lnTo>
                <a:lnTo>
                  <a:pt x="414" y="15038"/>
                </a:lnTo>
                <a:lnTo>
                  <a:pt x="463" y="15087"/>
                </a:lnTo>
                <a:lnTo>
                  <a:pt x="536" y="15111"/>
                </a:lnTo>
                <a:lnTo>
                  <a:pt x="998" y="15136"/>
                </a:lnTo>
                <a:lnTo>
                  <a:pt x="1460" y="15136"/>
                </a:lnTo>
                <a:lnTo>
                  <a:pt x="1922" y="15111"/>
                </a:lnTo>
                <a:lnTo>
                  <a:pt x="2385" y="15087"/>
                </a:lnTo>
                <a:lnTo>
                  <a:pt x="2482" y="15087"/>
                </a:lnTo>
                <a:lnTo>
                  <a:pt x="3309" y="15014"/>
                </a:lnTo>
                <a:lnTo>
                  <a:pt x="3723" y="14990"/>
                </a:lnTo>
                <a:lnTo>
                  <a:pt x="4112" y="14965"/>
                </a:lnTo>
                <a:lnTo>
                  <a:pt x="4137" y="14965"/>
                </a:lnTo>
                <a:lnTo>
                  <a:pt x="4185" y="14990"/>
                </a:lnTo>
                <a:lnTo>
                  <a:pt x="4234" y="15014"/>
                </a:lnTo>
                <a:lnTo>
                  <a:pt x="4356" y="15014"/>
                </a:lnTo>
                <a:lnTo>
                  <a:pt x="4453" y="14941"/>
                </a:lnTo>
                <a:lnTo>
                  <a:pt x="4502" y="14917"/>
                </a:lnTo>
                <a:lnTo>
                  <a:pt x="4526" y="14868"/>
                </a:lnTo>
                <a:lnTo>
                  <a:pt x="4575" y="14746"/>
                </a:lnTo>
                <a:lnTo>
                  <a:pt x="4599" y="14600"/>
                </a:lnTo>
                <a:lnTo>
                  <a:pt x="4599" y="14333"/>
                </a:lnTo>
                <a:lnTo>
                  <a:pt x="4599" y="14065"/>
                </a:lnTo>
                <a:lnTo>
                  <a:pt x="4575" y="13797"/>
                </a:lnTo>
                <a:lnTo>
                  <a:pt x="4599" y="13773"/>
                </a:lnTo>
                <a:lnTo>
                  <a:pt x="5037" y="13724"/>
                </a:lnTo>
                <a:lnTo>
                  <a:pt x="5451" y="13676"/>
                </a:lnTo>
                <a:lnTo>
                  <a:pt x="5791" y="13700"/>
                </a:lnTo>
                <a:lnTo>
                  <a:pt x="5986" y="13676"/>
                </a:lnTo>
                <a:lnTo>
                  <a:pt x="6132" y="13627"/>
                </a:lnTo>
                <a:lnTo>
                  <a:pt x="6156" y="13651"/>
                </a:lnTo>
                <a:lnTo>
                  <a:pt x="6521" y="13895"/>
                </a:lnTo>
                <a:lnTo>
                  <a:pt x="6886" y="14138"/>
                </a:lnTo>
                <a:lnTo>
                  <a:pt x="7276" y="14357"/>
                </a:lnTo>
                <a:lnTo>
                  <a:pt x="7665" y="14552"/>
                </a:lnTo>
                <a:lnTo>
                  <a:pt x="8054" y="14722"/>
                </a:lnTo>
                <a:lnTo>
                  <a:pt x="8444" y="14892"/>
                </a:lnTo>
                <a:lnTo>
                  <a:pt x="8833" y="15038"/>
                </a:lnTo>
                <a:lnTo>
                  <a:pt x="9247" y="15160"/>
                </a:lnTo>
                <a:lnTo>
                  <a:pt x="10074" y="15403"/>
                </a:lnTo>
                <a:lnTo>
                  <a:pt x="10925" y="15574"/>
                </a:lnTo>
                <a:lnTo>
                  <a:pt x="11777" y="15695"/>
                </a:lnTo>
                <a:lnTo>
                  <a:pt x="12653" y="15817"/>
                </a:lnTo>
                <a:lnTo>
                  <a:pt x="13310" y="15866"/>
                </a:lnTo>
                <a:lnTo>
                  <a:pt x="13651" y="15890"/>
                </a:lnTo>
                <a:lnTo>
                  <a:pt x="14016" y="15866"/>
                </a:lnTo>
                <a:lnTo>
                  <a:pt x="14356" y="15866"/>
                </a:lnTo>
                <a:lnTo>
                  <a:pt x="14697" y="15793"/>
                </a:lnTo>
                <a:lnTo>
                  <a:pt x="15013" y="15720"/>
                </a:lnTo>
                <a:lnTo>
                  <a:pt x="15330" y="15598"/>
                </a:lnTo>
                <a:lnTo>
                  <a:pt x="15476" y="15525"/>
                </a:lnTo>
                <a:lnTo>
                  <a:pt x="15597" y="15452"/>
                </a:lnTo>
                <a:lnTo>
                  <a:pt x="15719" y="15355"/>
                </a:lnTo>
                <a:lnTo>
                  <a:pt x="15792" y="15257"/>
                </a:lnTo>
                <a:lnTo>
                  <a:pt x="15865" y="15160"/>
                </a:lnTo>
                <a:lnTo>
                  <a:pt x="15914" y="15038"/>
                </a:lnTo>
                <a:lnTo>
                  <a:pt x="15962" y="14941"/>
                </a:lnTo>
                <a:lnTo>
                  <a:pt x="15987" y="14819"/>
                </a:lnTo>
                <a:lnTo>
                  <a:pt x="16011" y="14552"/>
                </a:lnTo>
                <a:lnTo>
                  <a:pt x="15987" y="14284"/>
                </a:lnTo>
                <a:lnTo>
                  <a:pt x="15938" y="14016"/>
                </a:lnTo>
                <a:lnTo>
                  <a:pt x="15865" y="13749"/>
                </a:lnTo>
                <a:lnTo>
                  <a:pt x="15987" y="13651"/>
                </a:lnTo>
                <a:lnTo>
                  <a:pt x="16084" y="13530"/>
                </a:lnTo>
                <a:lnTo>
                  <a:pt x="16181" y="13408"/>
                </a:lnTo>
                <a:lnTo>
                  <a:pt x="16254" y="13262"/>
                </a:lnTo>
                <a:lnTo>
                  <a:pt x="16376" y="12946"/>
                </a:lnTo>
                <a:lnTo>
                  <a:pt x="16425" y="12654"/>
                </a:lnTo>
                <a:lnTo>
                  <a:pt x="16449" y="12410"/>
                </a:lnTo>
                <a:lnTo>
                  <a:pt x="16449" y="12070"/>
                </a:lnTo>
                <a:lnTo>
                  <a:pt x="16425" y="11875"/>
                </a:lnTo>
                <a:lnTo>
                  <a:pt x="16400" y="11680"/>
                </a:lnTo>
                <a:lnTo>
                  <a:pt x="16352" y="11534"/>
                </a:lnTo>
                <a:lnTo>
                  <a:pt x="16279" y="11388"/>
                </a:lnTo>
                <a:lnTo>
                  <a:pt x="16425" y="11267"/>
                </a:lnTo>
                <a:lnTo>
                  <a:pt x="16546" y="11096"/>
                </a:lnTo>
                <a:lnTo>
                  <a:pt x="16668" y="10926"/>
                </a:lnTo>
                <a:lnTo>
                  <a:pt x="16765" y="10756"/>
                </a:lnTo>
                <a:lnTo>
                  <a:pt x="16838" y="10561"/>
                </a:lnTo>
                <a:lnTo>
                  <a:pt x="16887" y="10342"/>
                </a:lnTo>
                <a:lnTo>
                  <a:pt x="16911" y="10147"/>
                </a:lnTo>
                <a:lnTo>
                  <a:pt x="16936" y="9953"/>
                </a:lnTo>
                <a:lnTo>
                  <a:pt x="16911" y="9758"/>
                </a:lnTo>
                <a:lnTo>
                  <a:pt x="16838" y="9515"/>
                </a:lnTo>
                <a:lnTo>
                  <a:pt x="16717" y="9271"/>
                </a:lnTo>
                <a:lnTo>
                  <a:pt x="16571" y="9053"/>
                </a:lnTo>
                <a:lnTo>
                  <a:pt x="16717" y="8931"/>
                </a:lnTo>
                <a:lnTo>
                  <a:pt x="16838" y="8785"/>
                </a:lnTo>
                <a:lnTo>
                  <a:pt x="16936" y="8615"/>
                </a:lnTo>
                <a:lnTo>
                  <a:pt x="17033" y="8444"/>
                </a:lnTo>
                <a:lnTo>
                  <a:pt x="17106" y="8274"/>
                </a:lnTo>
                <a:lnTo>
                  <a:pt x="17155" y="8079"/>
                </a:lnTo>
                <a:lnTo>
                  <a:pt x="17179" y="7885"/>
                </a:lnTo>
                <a:lnTo>
                  <a:pt x="17203" y="7690"/>
                </a:lnTo>
                <a:lnTo>
                  <a:pt x="17179" y="7447"/>
                </a:lnTo>
                <a:lnTo>
                  <a:pt x="17106" y="7252"/>
                </a:lnTo>
                <a:lnTo>
                  <a:pt x="17009" y="7057"/>
                </a:lnTo>
                <a:lnTo>
                  <a:pt x="16887" y="6887"/>
                </a:lnTo>
                <a:lnTo>
                  <a:pt x="16717" y="6741"/>
                </a:lnTo>
                <a:lnTo>
                  <a:pt x="16546" y="6619"/>
                </a:lnTo>
                <a:lnTo>
                  <a:pt x="16352" y="6498"/>
                </a:lnTo>
                <a:lnTo>
                  <a:pt x="16157" y="6400"/>
                </a:lnTo>
                <a:lnTo>
                  <a:pt x="15938" y="6303"/>
                </a:lnTo>
                <a:lnTo>
                  <a:pt x="15719" y="6206"/>
                </a:lnTo>
                <a:lnTo>
                  <a:pt x="15232" y="6084"/>
                </a:lnTo>
                <a:lnTo>
                  <a:pt x="14746" y="5987"/>
                </a:lnTo>
                <a:lnTo>
                  <a:pt x="14259" y="5938"/>
                </a:lnTo>
                <a:lnTo>
                  <a:pt x="13845" y="5889"/>
                </a:lnTo>
                <a:lnTo>
                  <a:pt x="13432" y="5865"/>
                </a:lnTo>
                <a:lnTo>
                  <a:pt x="12604" y="5841"/>
                </a:lnTo>
                <a:lnTo>
                  <a:pt x="11607" y="5841"/>
                </a:lnTo>
                <a:lnTo>
                  <a:pt x="11266" y="5865"/>
                </a:lnTo>
                <a:lnTo>
                  <a:pt x="11461" y="5354"/>
                </a:lnTo>
                <a:lnTo>
                  <a:pt x="11655" y="4843"/>
                </a:lnTo>
                <a:lnTo>
                  <a:pt x="11826" y="4308"/>
                </a:lnTo>
                <a:lnTo>
                  <a:pt x="11996" y="3797"/>
                </a:lnTo>
                <a:lnTo>
                  <a:pt x="12142" y="3261"/>
                </a:lnTo>
                <a:lnTo>
                  <a:pt x="12239" y="2726"/>
                </a:lnTo>
                <a:lnTo>
                  <a:pt x="12264" y="2458"/>
                </a:lnTo>
                <a:lnTo>
                  <a:pt x="12264" y="2191"/>
                </a:lnTo>
                <a:lnTo>
                  <a:pt x="12239" y="1899"/>
                </a:lnTo>
                <a:lnTo>
                  <a:pt x="12215" y="1631"/>
                </a:lnTo>
                <a:lnTo>
                  <a:pt x="12166" y="1412"/>
                </a:lnTo>
                <a:lnTo>
                  <a:pt x="12118" y="1217"/>
                </a:lnTo>
                <a:lnTo>
                  <a:pt x="12045" y="1023"/>
                </a:lnTo>
                <a:lnTo>
                  <a:pt x="11972" y="853"/>
                </a:lnTo>
                <a:lnTo>
                  <a:pt x="11850" y="682"/>
                </a:lnTo>
                <a:lnTo>
                  <a:pt x="11728" y="512"/>
                </a:lnTo>
                <a:lnTo>
                  <a:pt x="11582" y="366"/>
                </a:lnTo>
                <a:lnTo>
                  <a:pt x="11412" y="220"/>
                </a:lnTo>
                <a:lnTo>
                  <a:pt x="11266" y="147"/>
                </a:lnTo>
                <a:lnTo>
                  <a:pt x="11120" y="74"/>
                </a:lnTo>
                <a:lnTo>
                  <a:pt x="10925" y="25"/>
                </a:lnTo>
                <a:lnTo>
                  <a:pt x="10731"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29" name="Google Shape;829;p39"/>
          <p:cNvSpPr/>
          <p:nvPr/>
        </p:nvSpPr>
        <p:spPr>
          <a:xfrm>
            <a:off x="5570114" y="2037950"/>
            <a:ext cx="345681" cy="414830"/>
          </a:xfrm>
          <a:custGeom>
            <a:avLst/>
            <a:gdLst/>
            <a:ahLst/>
            <a:cxnLst/>
            <a:rect l="l" t="t" r="r" b="b"/>
            <a:pathLst>
              <a:path w="15817" h="18981" extrusionOk="0">
                <a:moveTo>
                  <a:pt x="11364" y="1"/>
                </a:moveTo>
                <a:lnTo>
                  <a:pt x="11242" y="25"/>
                </a:lnTo>
                <a:lnTo>
                  <a:pt x="11169" y="74"/>
                </a:lnTo>
                <a:lnTo>
                  <a:pt x="11096" y="171"/>
                </a:lnTo>
                <a:lnTo>
                  <a:pt x="10780" y="731"/>
                </a:lnTo>
                <a:lnTo>
                  <a:pt x="10634" y="999"/>
                </a:lnTo>
                <a:lnTo>
                  <a:pt x="10537" y="1315"/>
                </a:lnTo>
                <a:lnTo>
                  <a:pt x="10512" y="1388"/>
                </a:lnTo>
                <a:lnTo>
                  <a:pt x="10537" y="1461"/>
                </a:lnTo>
                <a:lnTo>
                  <a:pt x="10585" y="1534"/>
                </a:lnTo>
                <a:lnTo>
                  <a:pt x="10634" y="1583"/>
                </a:lnTo>
                <a:lnTo>
                  <a:pt x="10707" y="1607"/>
                </a:lnTo>
                <a:lnTo>
                  <a:pt x="10804" y="1631"/>
                </a:lnTo>
                <a:lnTo>
                  <a:pt x="10877" y="1607"/>
                </a:lnTo>
                <a:lnTo>
                  <a:pt x="10950" y="1558"/>
                </a:lnTo>
                <a:lnTo>
                  <a:pt x="11145" y="1315"/>
                </a:lnTo>
                <a:lnTo>
                  <a:pt x="11291" y="1047"/>
                </a:lnTo>
                <a:lnTo>
                  <a:pt x="11510" y="731"/>
                </a:lnTo>
                <a:lnTo>
                  <a:pt x="11583" y="682"/>
                </a:lnTo>
                <a:lnTo>
                  <a:pt x="11656" y="609"/>
                </a:lnTo>
                <a:lnTo>
                  <a:pt x="11705" y="463"/>
                </a:lnTo>
                <a:lnTo>
                  <a:pt x="11729" y="342"/>
                </a:lnTo>
                <a:lnTo>
                  <a:pt x="11705" y="220"/>
                </a:lnTo>
                <a:lnTo>
                  <a:pt x="11656" y="123"/>
                </a:lnTo>
                <a:lnTo>
                  <a:pt x="11583" y="50"/>
                </a:lnTo>
                <a:lnTo>
                  <a:pt x="11486" y="25"/>
                </a:lnTo>
                <a:lnTo>
                  <a:pt x="11461" y="1"/>
                </a:lnTo>
                <a:close/>
                <a:moveTo>
                  <a:pt x="3821" y="171"/>
                </a:moveTo>
                <a:lnTo>
                  <a:pt x="3748" y="196"/>
                </a:lnTo>
                <a:lnTo>
                  <a:pt x="3699" y="244"/>
                </a:lnTo>
                <a:lnTo>
                  <a:pt x="3651" y="317"/>
                </a:lnTo>
                <a:lnTo>
                  <a:pt x="3651" y="390"/>
                </a:lnTo>
                <a:lnTo>
                  <a:pt x="3651" y="463"/>
                </a:lnTo>
                <a:lnTo>
                  <a:pt x="3699" y="634"/>
                </a:lnTo>
                <a:lnTo>
                  <a:pt x="3772" y="804"/>
                </a:lnTo>
                <a:lnTo>
                  <a:pt x="3943" y="1120"/>
                </a:lnTo>
                <a:lnTo>
                  <a:pt x="4113" y="1461"/>
                </a:lnTo>
                <a:lnTo>
                  <a:pt x="4259" y="1802"/>
                </a:lnTo>
                <a:lnTo>
                  <a:pt x="4332" y="1923"/>
                </a:lnTo>
                <a:lnTo>
                  <a:pt x="4429" y="1996"/>
                </a:lnTo>
                <a:lnTo>
                  <a:pt x="4527" y="2021"/>
                </a:lnTo>
                <a:lnTo>
                  <a:pt x="4624" y="1996"/>
                </a:lnTo>
                <a:lnTo>
                  <a:pt x="4721" y="1972"/>
                </a:lnTo>
                <a:lnTo>
                  <a:pt x="4794" y="1899"/>
                </a:lnTo>
                <a:lnTo>
                  <a:pt x="4843" y="1777"/>
                </a:lnTo>
                <a:lnTo>
                  <a:pt x="4843" y="1656"/>
                </a:lnTo>
                <a:lnTo>
                  <a:pt x="4794" y="1461"/>
                </a:lnTo>
                <a:lnTo>
                  <a:pt x="4697" y="1266"/>
                </a:lnTo>
                <a:lnTo>
                  <a:pt x="4502" y="901"/>
                </a:lnTo>
                <a:lnTo>
                  <a:pt x="4283" y="536"/>
                </a:lnTo>
                <a:lnTo>
                  <a:pt x="4162" y="390"/>
                </a:lnTo>
                <a:lnTo>
                  <a:pt x="4040" y="244"/>
                </a:lnTo>
                <a:lnTo>
                  <a:pt x="3967" y="196"/>
                </a:lnTo>
                <a:lnTo>
                  <a:pt x="3894" y="171"/>
                </a:lnTo>
                <a:close/>
                <a:moveTo>
                  <a:pt x="15452" y="4405"/>
                </a:moveTo>
                <a:lnTo>
                  <a:pt x="15379" y="4429"/>
                </a:lnTo>
                <a:lnTo>
                  <a:pt x="15306" y="4454"/>
                </a:lnTo>
                <a:lnTo>
                  <a:pt x="15135" y="4551"/>
                </a:lnTo>
                <a:lnTo>
                  <a:pt x="14941" y="4600"/>
                </a:lnTo>
                <a:lnTo>
                  <a:pt x="14551" y="4697"/>
                </a:lnTo>
                <a:lnTo>
                  <a:pt x="14357" y="4746"/>
                </a:lnTo>
                <a:lnTo>
                  <a:pt x="14162" y="4819"/>
                </a:lnTo>
                <a:lnTo>
                  <a:pt x="14016" y="4916"/>
                </a:lnTo>
                <a:lnTo>
                  <a:pt x="13870" y="5062"/>
                </a:lnTo>
                <a:lnTo>
                  <a:pt x="13822" y="5135"/>
                </a:lnTo>
                <a:lnTo>
                  <a:pt x="13822" y="5232"/>
                </a:lnTo>
                <a:lnTo>
                  <a:pt x="13846" y="5330"/>
                </a:lnTo>
                <a:lnTo>
                  <a:pt x="13895" y="5354"/>
                </a:lnTo>
                <a:lnTo>
                  <a:pt x="13943" y="5354"/>
                </a:lnTo>
                <a:lnTo>
                  <a:pt x="14138" y="5378"/>
                </a:lnTo>
                <a:lnTo>
                  <a:pt x="14357" y="5378"/>
                </a:lnTo>
                <a:lnTo>
                  <a:pt x="14600" y="5354"/>
                </a:lnTo>
                <a:lnTo>
                  <a:pt x="14819" y="5330"/>
                </a:lnTo>
                <a:lnTo>
                  <a:pt x="15038" y="5257"/>
                </a:lnTo>
                <a:lnTo>
                  <a:pt x="15257" y="5208"/>
                </a:lnTo>
                <a:lnTo>
                  <a:pt x="15452" y="5111"/>
                </a:lnTo>
                <a:lnTo>
                  <a:pt x="15646" y="5038"/>
                </a:lnTo>
                <a:lnTo>
                  <a:pt x="15719" y="4989"/>
                </a:lnTo>
                <a:lnTo>
                  <a:pt x="15768" y="4940"/>
                </a:lnTo>
                <a:lnTo>
                  <a:pt x="15817" y="4819"/>
                </a:lnTo>
                <a:lnTo>
                  <a:pt x="15792" y="4697"/>
                </a:lnTo>
                <a:lnTo>
                  <a:pt x="15768" y="4575"/>
                </a:lnTo>
                <a:lnTo>
                  <a:pt x="15671" y="4478"/>
                </a:lnTo>
                <a:lnTo>
                  <a:pt x="15573" y="4429"/>
                </a:lnTo>
                <a:lnTo>
                  <a:pt x="15452" y="4405"/>
                </a:lnTo>
                <a:close/>
                <a:moveTo>
                  <a:pt x="317" y="4697"/>
                </a:moveTo>
                <a:lnTo>
                  <a:pt x="220" y="4721"/>
                </a:lnTo>
                <a:lnTo>
                  <a:pt x="122" y="4746"/>
                </a:lnTo>
                <a:lnTo>
                  <a:pt x="25" y="4794"/>
                </a:lnTo>
                <a:lnTo>
                  <a:pt x="1" y="4867"/>
                </a:lnTo>
                <a:lnTo>
                  <a:pt x="1" y="4965"/>
                </a:lnTo>
                <a:lnTo>
                  <a:pt x="49" y="5038"/>
                </a:lnTo>
                <a:lnTo>
                  <a:pt x="195" y="5184"/>
                </a:lnTo>
                <a:lnTo>
                  <a:pt x="390" y="5305"/>
                </a:lnTo>
                <a:lnTo>
                  <a:pt x="779" y="5524"/>
                </a:lnTo>
                <a:lnTo>
                  <a:pt x="1169" y="5743"/>
                </a:lnTo>
                <a:lnTo>
                  <a:pt x="1388" y="5841"/>
                </a:lnTo>
                <a:lnTo>
                  <a:pt x="1582" y="5938"/>
                </a:lnTo>
                <a:lnTo>
                  <a:pt x="1655" y="5962"/>
                </a:lnTo>
                <a:lnTo>
                  <a:pt x="1801" y="5962"/>
                </a:lnTo>
                <a:lnTo>
                  <a:pt x="1850" y="5938"/>
                </a:lnTo>
                <a:lnTo>
                  <a:pt x="1923" y="5841"/>
                </a:lnTo>
                <a:lnTo>
                  <a:pt x="1972" y="5743"/>
                </a:lnTo>
                <a:lnTo>
                  <a:pt x="1996" y="5622"/>
                </a:lnTo>
                <a:lnTo>
                  <a:pt x="1972" y="5476"/>
                </a:lnTo>
                <a:lnTo>
                  <a:pt x="1899" y="5378"/>
                </a:lnTo>
                <a:lnTo>
                  <a:pt x="1826" y="5330"/>
                </a:lnTo>
                <a:lnTo>
                  <a:pt x="1777" y="5305"/>
                </a:lnTo>
                <a:lnTo>
                  <a:pt x="1582" y="5208"/>
                </a:lnTo>
                <a:lnTo>
                  <a:pt x="1388" y="5111"/>
                </a:lnTo>
                <a:lnTo>
                  <a:pt x="974" y="4892"/>
                </a:lnTo>
                <a:lnTo>
                  <a:pt x="755" y="4794"/>
                </a:lnTo>
                <a:lnTo>
                  <a:pt x="536" y="4721"/>
                </a:lnTo>
                <a:lnTo>
                  <a:pt x="317" y="4697"/>
                </a:lnTo>
                <a:close/>
                <a:moveTo>
                  <a:pt x="8809" y="6936"/>
                </a:moveTo>
                <a:lnTo>
                  <a:pt x="8736" y="6984"/>
                </a:lnTo>
                <a:lnTo>
                  <a:pt x="8663" y="7057"/>
                </a:lnTo>
                <a:lnTo>
                  <a:pt x="8566" y="7252"/>
                </a:lnTo>
                <a:lnTo>
                  <a:pt x="8468" y="7495"/>
                </a:lnTo>
                <a:lnTo>
                  <a:pt x="8420" y="7739"/>
                </a:lnTo>
                <a:lnTo>
                  <a:pt x="8395" y="7958"/>
                </a:lnTo>
                <a:lnTo>
                  <a:pt x="8395" y="8128"/>
                </a:lnTo>
                <a:lnTo>
                  <a:pt x="8322" y="8177"/>
                </a:lnTo>
                <a:lnTo>
                  <a:pt x="8201" y="8225"/>
                </a:lnTo>
                <a:lnTo>
                  <a:pt x="8079" y="8250"/>
                </a:lnTo>
                <a:lnTo>
                  <a:pt x="7982" y="8225"/>
                </a:lnTo>
                <a:lnTo>
                  <a:pt x="7909" y="8201"/>
                </a:lnTo>
                <a:lnTo>
                  <a:pt x="7982" y="8079"/>
                </a:lnTo>
                <a:lnTo>
                  <a:pt x="8055" y="7933"/>
                </a:lnTo>
                <a:lnTo>
                  <a:pt x="8103" y="7812"/>
                </a:lnTo>
                <a:lnTo>
                  <a:pt x="8103" y="7666"/>
                </a:lnTo>
                <a:lnTo>
                  <a:pt x="8103" y="7520"/>
                </a:lnTo>
                <a:lnTo>
                  <a:pt x="8055" y="7398"/>
                </a:lnTo>
                <a:lnTo>
                  <a:pt x="7957" y="7252"/>
                </a:lnTo>
                <a:lnTo>
                  <a:pt x="7836" y="7130"/>
                </a:lnTo>
                <a:lnTo>
                  <a:pt x="7763" y="7082"/>
                </a:lnTo>
                <a:lnTo>
                  <a:pt x="7617" y="7082"/>
                </a:lnTo>
                <a:lnTo>
                  <a:pt x="7544" y="7130"/>
                </a:lnTo>
                <a:lnTo>
                  <a:pt x="7446" y="7252"/>
                </a:lnTo>
                <a:lnTo>
                  <a:pt x="7373" y="7374"/>
                </a:lnTo>
                <a:lnTo>
                  <a:pt x="7325" y="7495"/>
                </a:lnTo>
                <a:lnTo>
                  <a:pt x="7300" y="7641"/>
                </a:lnTo>
                <a:lnTo>
                  <a:pt x="7300" y="7787"/>
                </a:lnTo>
                <a:lnTo>
                  <a:pt x="7300" y="7909"/>
                </a:lnTo>
                <a:lnTo>
                  <a:pt x="7325" y="8055"/>
                </a:lnTo>
                <a:lnTo>
                  <a:pt x="7373" y="8177"/>
                </a:lnTo>
                <a:lnTo>
                  <a:pt x="7179" y="8298"/>
                </a:lnTo>
                <a:lnTo>
                  <a:pt x="7081" y="8323"/>
                </a:lnTo>
                <a:lnTo>
                  <a:pt x="6984" y="8347"/>
                </a:lnTo>
                <a:lnTo>
                  <a:pt x="6911" y="8371"/>
                </a:lnTo>
                <a:lnTo>
                  <a:pt x="6814" y="8347"/>
                </a:lnTo>
                <a:lnTo>
                  <a:pt x="6692" y="8298"/>
                </a:lnTo>
                <a:lnTo>
                  <a:pt x="6570" y="8201"/>
                </a:lnTo>
                <a:lnTo>
                  <a:pt x="6497" y="8055"/>
                </a:lnTo>
                <a:lnTo>
                  <a:pt x="6449" y="7909"/>
                </a:lnTo>
                <a:lnTo>
                  <a:pt x="6449" y="7739"/>
                </a:lnTo>
                <a:lnTo>
                  <a:pt x="6497" y="7544"/>
                </a:lnTo>
                <a:lnTo>
                  <a:pt x="6497" y="7520"/>
                </a:lnTo>
                <a:lnTo>
                  <a:pt x="6473" y="7520"/>
                </a:lnTo>
                <a:lnTo>
                  <a:pt x="6449" y="7495"/>
                </a:lnTo>
                <a:lnTo>
                  <a:pt x="6424" y="7520"/>
                </a:lnTo>
                <a:lnTo>
                  <a:pt x="6327" y="7617"/>
                </a:lnTo>
                <a:lnTo>
                  <a:pt x="6254" y="7739"/>
                </a:lnTo>
                <a:lnTo>
                  <a:pt x="6230" y="7836"/>
                </a:lnTo>
                <a:lnTo>
                  <a:pt x="6206" y="7958"/>
                </a:lnTo>
                <a:lnTo>
                  <a:pt x="6206" y="8055"/>
                </a:lnTo>
                <a:lnTo>
                  <a:pt x="6206" y="8177"/>
                </a:lnTo>
                <a:lnTo>
                  <a:pt x="6254" y="8274"/>
                </a:lnTo>
                <a:lnTo>
                  <a:pt x="6303" y="8371"/>
                </a:lnTo>
                <a:lnTo>
                  <a:pt x="6376" y="8469"/>
                </a:lnTo>
                <a:lnTo>
                  <a:pt x="6449" y="8542"/>
                </a:lnTo>
                <a:lnTo>
                  <a:pt x="6546" y="8615"/>
                </a:lnTo>
                <a:lnTo>
                  <a:pt x="6643" y="8663"/>
                </a:lnTo>
                <a:lnTo>
                  <a:pt x="6765" y="8712"/>
                </a:lnTo>
                <a:lnTo>
                  <a:pt x="6862" y="8736"/>
                </a:lnTo>
                <a:lnTo>
                  <a:pt x="7008" y="8736"/>
                </a:lnTo>
                <a:lnTo>
                  <a:pt x="7130" y="8712"/>
                </a:lnTo>
                <a:lnTo>
                  <a:pt x="7349" y="8615"/>
                </a:lnTo>
                <a:lnTo>
                  <a:pt x="7592" y="8493"/>
                </a:lnTo>
                <a:lnTo>
                  <a:pt x="7690" y="8566"/>
                </a:lnTo>
                <a:lnTo>
                  <a:pt x="7836" y="8639"/>
                </a:lnTo>
                <a:lnTo>
                  <a:pt x="7982" y="8663"/>
                </a:lnTo>
                <a:lnTo>
                  <a:pt x="8128" y="8688"/>
                </a:lnTo>
                <a:lnTo>
                  <a:pt x="8225" y="8688"/>
                </a:lnTo>
                <a:lnTo>
                  <a:pt x="8347" y="8663"/>
                </a:lnTo>
                <a:lnTo>
                  <a:pt x="8566" y="8566"/>
                </a:lnTo>
                <a:lnTo>
                  <a:pt x="8639" y="8663"/>
                </a:lnTo>
                <a:lnTo>
                  <a:pt x="8736" y="8736"/>
                </a:lnTo>
                <a:lnTo>
                  <a:pt x="8833" y="8809"/>
                </a:lnTo>
                <a:lnTo>
                  <a:pt x="8931" y="8858"/>
                </a:lnTo>
                <a:lnTo>
                  <a:pt x="9174" y="8907"/>
                </a:lnTo>
                <a:lnTo>
                  <a:pt x="9417" y="8931"/>
                </a:lnTo>
                <a:lnTo>
                  <a:pt x="9661" y="8882"/>
                </a:lnTo>
                <a:lnTo>
                  <a:pt x="9880" y="8809"/>
                </a:lnTo>
                <a:lnTo>
                  <a:pt x="9977" y="8736"/>
                </a:lnTo>
                <a:lnTo>
                  <a:pt x="10074" y="8663"/>
                </a:lnTo>
                <a:lnTo>
                  <a:pt x="10172" y="8566"/>
                </a:lnTo>
                <a:lnTo>
                  <a:pt x="10269" y="8469"/>
                </a:lnTo>
                <a:lnTo>
                  <a:pt x="10293" y="8396"/>
                </a:lnTo>
                <a:lnTo>
                  <a:pt x="10293" y="8347"/>
                </a:lnTo>
                <a:lnTo>
                  <a:pt x="10269" y="8298"/>
                </a:lnTo>
                <a:lnTo>
                  <a:pt x="10245" y="8250"/>
                </a:lnTo>
                <a:lnTo>
                  <a:pt x="10172" y="8225"/>
                </a:lnTo>
                <a:lnTo>
                  <a:pt x="10123" y="8201"/>
                </a:lnTo>
                <a:lnTo>
                  <a:pt x="10001" y="8201"/>
                </a:lnTo>
                <a:lnTo>
                  <a:pt x="9782" y="8323"/>
                </a:lnTo>
                <a:lnTo>
                  <a:pt x="9563" y="8420"/>
                </a:lnTo>
                <a:lnTo>
                  <a:pt x="9442" y="8444"/>
                </a:lnTo>
                <a:lnTo>
                  <a:pt x="9344" y="8469"/>
                </a:lnTo>
                <a:lnTo>
                  <a:pt x="9223" y="8469"/>
                </a:lnTo>
                <a:lnTo>
                  <a:pt x="9101" y="8420"/>
                </a:lnTo>
                <a:lnTo>
                  <a:pt x="9004" y="8347"/>
                </a:lnTo>
                <a:lnTo>
                  <a:pt x="8931" y="8274"/>
                </a:lnTo>
                <a:lnTo>
                  <a:pt x="9052" y="8128"/>
                </a:lnTo>
                <a:lnTo>
                  <a:pt x="9150" y="7982"/>
                </a:lnTo>
                <a:lnTo>
                  <a:pt x="9247" y="7836"/>
                </a:lnTo>
                <a:lnTo>
                  <a:pt x="9296" y="7666"/>
                </a:lnTo>
                <a:lnTo>
                  <a:pt x="9320" y="7495"/>
                </a:lnTo>
                <a:lnTo>
                  <a:pt x="9296" y="7349"/>
                </a:lnTo>
                <a:lnTo>
                  <a:pt x="9247" y="7203"/>
                </a:lnTo>
                <a:lnTo>
                  <a:pt x="9150" y="7057"/>
                </a:lnTo>
                <a:lnTo>
                  <a:pt x="9052" y="6984"/>
                </a:lnTo>
                <a:lnTo>
                  <a:pt x="8955" y="6936"/>
                </a:lnTo>
                <a:close/>
                <a:moveTo>
                  <a:pt x="1947" y="9710"/>
                </a:moveTo>
                <a:lnTo>
                  <a:pt x="1801" y="9758"/>
                </a:lnTo>
                <a:lnTo>
                  <a:pt x="1582" y="9856"/>
                </a:lnTo>
                <a:lnTo>
                  <a:pt x="1363" y="10002"/>
                </a:lnTo>
                <a:lnTo>
                  <a:pt x="925" y="10294"/>
                </a:lnTo>
                <a:lnTo>
                  <a:pt x="706" y="10415"/>
                </a:lnTo>
                <a:lnTo>
                  <a:pt x="585" y="10513"/>
                </a:lnTo>
                <a:lnTo>
                  <a:pt x="463" y="10610"/>
                </a:lnTo>
                <a:lnTo>
                  <a:pt x="366" y="10707"/>
                </a:lnTo>
                <a:lnTo>
                  <a:pt x="317" y="10829"/>
                </a:lnTo>
                <a:lnTo>
                  <a:pt x="317" y="10878"/>
                </a:lnTo>
                <a:lnTo>
                  <a:pt x="341" y="10926"/>
                </a:lnTo>
                <a:lnTo>
                  <a:pt x="366" y="10999"/>
                </a:lnTo>
                <a:lnTo>
                  <a:pt x="439" y="11048"/>
                </a:lnTo>
                <a:lnTo>
                  <a:pt x="536" y="11097"/>
                </a:lnTo>
                <a:lnTo>
                  <a:pt x="633" y="11097"/>
                </a:lnTo>
                <a:lnTo>
                  <a:pt x="755" y="11072"/>
                </a:lnTo>
                <a:lnTo>
                  <a:pt x="877" y="11048"/>
                </a:lnTo>
                <a:lnTo>
                  <a:pt x="1120" y="10926"/>
                </a:lnTo>
                <a:lnTo>
                  <a:pt x="1315" y="10829"/>
                </a:lnTo>
                <a:lnTo>
                  <a:pt x="1728" y="10610"/>
                </a:lnTo>
                <a:lnTo>
                  <a:pt x="1947" y="10488"/>
                </a:lnTo>
                <a:lnTo>
                  <a:pt x="2142" y="10342"/>
                </a:lnTo>
                <a:lnTo>
                  <a:pt x="2264" y="10245"/>
                </a:lnTo>
                <a:lnTo>
                  <a:pt x="2312" y="10123"/>
                </a:lnTo>
                <a:lnTo>
                  <a:pt x="2312" y="10002"/>
                </a:lnTo>
                <a:lnTo>
                  <a:pt x="2264" y="9880"/>
                </a:lnTo>
                <a:lnTo>
                  <a:pt x="2191" y="9783"/>
                </a:lnTo>
                <a:lnTo>
                  <a:pt x="2069" y="9734"/>
                </a:lnTo>
                <a:lnTo>
                  <a:pt x="1947" y="9710"/>
                </a:lnTo>
                <a:close/>
                <a:moveTo>
                  <a:pt x="14065" y="10026"/>
                </a:moveTo>
                <a:lnTo>
                  <a:pt x="13895" y="10050"/>
                </a:lnTo>
                <a:lnTo>
                  <a:pt x="13846" y="10075"/>
                </a:lnTo>
                <a:lnTo>
                  <a:pt x="13797" y="10123"/>
                </a:lnTo>
                <a:lnTo>
                  <a:pt x="13773" y="10172"/>
                </a:lnTo>
                <a:lnTo>
                  <a:pt x="13749" y="10221"/>
                </a:lnTo>
                <a:lnTo>
                  <a:pt x="13773" y="10318"/>
                </a:lnTo>
                <a:lnTo>
                  <a:pt x="13797" y="10367"/>
                </a:lnTo>
                <a:lnTo>
                  <a:pt x="13846" y="10415"/>
                </a:lnTo>
                <a:lnTo>
                  <a:pt x="14138" y="10586"/>
                </a:lnTo>
                <a:lnTo>
                  <a:pt x="14454" y="10756"/>
                </a:lnTo>
                <a:lnTo>
                  <a:pt x="14624" y="10878"/>
                </a:lnTo>
                <a:lnTo>
                  <a:pt x="14819" y="10975"/>
                </a:lnTo>
                <a:lnTo>
                  <a:pt x="15014" y="11048"/>
                </a:lnTo>
                <a:lnTo>
                  <a:pt x="15208" y="11097"/>
                </a:lnTo>
                <a:lnTo>
                  <a:pt x="15379" y="11097"/>
                </a:lnTo>
                <a:lnTo>
                  <a:pt x="15427" y="11072"/>
                </a:lnTo>
                <a:lnTo>
                  <a:pt x="15500" y="11024"/>
                </a:lnTo>
                <a:lnTo>
                  <a:pt x="15573" y="10951"/>
                </a:lnTo>
                <a:lnTo>
                  <a:pt x="15598" y="10829"/>
                </a:lnTo>
                <a:lnTo>
                  <a:pt x="15598" y="10707"/>
                </a:lnTo>
                <a:lnTo>
                  <a:pt x="15549" y="10586"/>
                </a:lnTo>
                <a:lnTo>
                  <a:pt x="15500" y="10537"/>
                </a:lnTo>
                <a:lnTo>
                  <a:pt x="15452" y="10513"/>
                </a:lnTo>
                <a:lnTo>
                  <a:pt x="15379" y="10464"/>
                </a:lnTo>
                <a:lnTo>
                  <a:pt x="15306" y="10464"/>
                </a:lnTo>
                <a:lnTo>
                  <a:pt x="15135" y="10415"/>
                </a:lnTo>
                <a:lnTo>
                  <a:pt x="14965" y="10367"/>
                </a:lnTo>
                <a:lnTo>
                  <a:pt x="14600" y="10196"/>
                </a:lnTo>
                <a:lnTo>
                  <a:pt x="14430" y="10099"/>
                </a:lnTo>
                <a:lnTo>
                  <a:pt x="14260" y="10050"/>
                </a:lnTo>
                <a:lnTo>
                  <a:pt x="14065" y="10026"/>
                </a:lnTo>
                <a:close/>
                <a:moveTo>
                  <a:pt x="8468" y="2605"/>
                </a:moveTo>
                <a:lnTo>
                  <a:pt x="8760" y="2629"/>
                </a:lnTo>
                <a:lnTo>
                  <a:pt x="9052" y="2678"/>
                </a:lnTo>
                <a:lnTo>
                  <a:pt x="9344" y="2726"/>
                </a:lnTo>
                <a:lnTo>
                  <a:pt x="9125" y="2799"/>
                </a:lnTo>
                <a:lnTo>
                  <a:pt x="9101" y="2824"/>
                </a:lnTo>
                <a:lnTo>
                  <a:pt x="9101" y="2848"/>
                </a:lnTo>
                <a:lnTo>
                  <a:pt x="9101" y="2872"/>
                </a:lnTo>
                <a:lnTo>
                  <a:pt x="9125" y="2897"/>
                </a:lnTo>
                <a:lnTo>
                  <a:pt x="9223" y="2945"/>
                </a:lnTo>
                <a:lnTo>
                  <a:pt x="9320" y="2970"/>
                </a:lnTo>
                <a:lnTo>
                  <a:pt x="9442" y="2945"/>
                </a:lnTo>
                <a:lnTo>
                  <a:pt x="9563" y="2921"/>
                </a:lnTo>
                <a:lnTo>
                  <a:pt x="9855" y="2872"/>
                </a:lnTo>
                <a:lnTo>
                  <a:pt x="10269" y="3043"/>
                </a:lnTo>
                <a:lnTo>
                  <a:pt x="10074" y="3067"/>
                </a:lnTo>
                <a:lnTo>
                  <a:pt x="9855" y="3116"/>
                </a:lnTo>
                <a:lnTo>
                  <a:pt x="9685" y="3189"/>
                </a:lnTo>
                <a:lnTo>
                  <a:pt x="9515" y="3262"/>
                </a:lnTo>
                <a:lnTo>
                  <a:pt x="9515" y="3286"/>
                </a:lnTo>
                <a:lnTo>
                  <a:pt x="9490" y="3310"/>
                </a:lnTo>
                <a:lnTo>
                  <a:pt x="9515" y="3335"/>
                </a:lnTo>
                <a:lnTo>
                  <a:pt x="9539" y="3359"/>
                </a:lnTo>
                <a:lnTo>
                  <a:pt x="9953" y="3335"/>
                </a:lnTo>
                <a:lnTo>
                  <a:pt x="10342" y="3310"/>
                </a:lnTo>
                <a:lnTo>
                  <a:pt x="10780" y="3310"/>
                </a:lnTo>
                <a:lnTo>
                  <a:pt x="11048" y="3505"/>
                </a:lnTo>
                <a:lnTo>
                  <a:pt x="10756" y="3578"/>
                </a:lnTo>
                <a:lnTo>
                  <a:pt x="10464" y="3675"/>
                </a:lnTo>
                <a:lnTo>
                  <a:pt x="10245" y="3797"/>
                </a:lnTo>
                <a:lnTo>
                  <a:pt x="10099" y="3918"/>
                </a:lnTo>
                <a:lnTo>
                  <a:pt x="10074" y="3943"/>
                </a:lnTo>
                <a:lnTo>
                  <a:pt x="10099" y="3943"/>
                </a:lnTo>
                <a:lnTo>
                  <a:pt x="10391" y="3918"/>
                </a:lnTo>
                <a:lnTo>
                  <a:pt x="10683" y="3870"/>
                </a:lnTo>
                <a:lnTo>
                  <a:pt x="10975" y="3821"/>
                </a:lnTo>
                <a:lnTo>
                  <a:pt x="11291" y="3773"/>
                </a:lnTo>
                <a:lnTo>
                  <a:pt x="11364" y="3773"/>
                </a:lnTo>
                <a:lnTo>
                  <a:pt x="11583" y="3967"/>
                </a:lnTo>
                <a:lnTo>
                  <a:pt x="11778" y="4186"/>
                </a:lnTo>
                <a:lnTo>
                  <a:pt x="11388" y="4210"/>
                </a:lnTo>
                <a:lnTo>
                  <a:pt x="10829" y="4259"/>
                </a:lnTo>
                <a:lnTo>
                  <a:pt x="10561" y="4283"/>
                </a:lnTo>
                <a:lnTo>
                  <a:pt x="10318" y="4381"/>
                </a:lnTo>
                <a:lnTo>
                  <a:pt x="10293" y="4405"/>
                </a:lnTo>
                <a:lnTo>
                  <a:pt x="10293" y="4429"/>
                </a:lnTo>
                <a:lnTo>
                  <a:pt x="10318" y="4454"/>
                </a:lnTo>
                <a:lnTo>
                  <a:pt x="10585" y="4527"/>
                </a:lnTo>
                <a:lnTo>
                  <a:pt x="11705" y="4527"/>
                </a:lnTo>
                <a:lnTo>
                  <a:pt x="11997" y="4502"/>
                </a:lnTo>
                <a:lnTo>
                  <a:pt x="12216" y="4867"/>
                </a:lnTo>
                <a:lnTo>
                  <a:pt x="11851" y="4867"/>
                </a:lnTo>
                <a:lnTo>
                  <a:pt x="11267" y="4892"/>
                </a:lnTo>
                <a:lnTo>
                  <a:pt x="10658" y="4940"/>
                </a:lnTo>
                <a:lnTo>
                  <a:pt x="10634" y="4940"/>
                </a:lnTo>
                <a:lnTo>
                  <a:pt x="10634" y="4965"/>
                </a:lnTo>
                <a:lnTo>
                  <a:pt x="10634" y="4989"/>
                </a:lnTo>
                <a:lnTo>
                  <a:pt x="10658" y="5013"/>
                </a:lnTo>
                <a:lnTo>
                  <a:pt x="10902" y="5086"/>
                </a:lnTo>
                <a:lnTo>
                  <a:pt x="11169" y="5111"/>
                </a:lnTo>
                <a:lnTo>
                  <a:pt x="12021" y="5111"/>
                </a:lnTo>
                <a:lnTo>
                  <a:pt x="12362" y="5135"/>
                </a:lnTo>
                <a:lnTo>
                  <a:pt x="12556" y="5622"/>
                </a:lnTo>
                <a:lnTo>
                  <a:pt x="11461" y="5622"/>
                </a:lnTo>
                <a:lnTo>
                  <a:pt x="11291" y="5646"/>
                </a:lnTo>
                <a:lnTo>
                  <a:pt x="11145" y="5695"/>
                </a:lnTo>
                <a:lnTo>
                  <a:pt x="10999" y="5768"/>
                </a:lnTo>
                <a:lnTo>
                  <a:pt x="10975" y="5792"/>
                </a:lnTo>
                <a:lnTo>
                  <a:pt x="10999" y="5841"/>
                </a:lnTo>
                <a:lnTo>
                  <a:pt x="11267" y="5889"/>
                </a:lnTo>
                <a:lnTo>
                  <a:pt x="11534" y="5889"/>
                </a:lnTo>
                <a:lnTo>
                  <a:pt x="12070" y="5914"/>
                </a:lnTo>
                <a:lnTo>
                  <a:pt x="12654" y="5938"/>
                </a:lnTo>
                <a:lnTo>
                  <a:pt x="12702" y="6060"/>
                </a:lnTo>
                <a:lnTo>
                  <a:pt x="12727" y="6181"/>
                </a:lnTo>
                <a:lnTo>
                  <a:pt x="12386" y="6181"/>
                </a:lnTo>
                <a:lnTo>
                  <a:pt x="11729" y="6254"/>
                </a:lnTo>
                <a:lnTo>
                  <a:pt x="11413" y="6279"/>
                </a:lnTo>
                <a:lnTo>
                  <a:pt x="11121" y="6352"/>
                </a:lnTo>
                <a:lnTo>
                  <a:pt x="11096" y="6352"/>
                </a:lnTo>
                <a:lnTo>
                  <a:pt x="11096" y="6376"/>
                </a:lnTo>
                <a:lnTo>
                  <a:pt x="11096" y="6400"/>
                </a:lnTo>
                <a:lnTo>
                  <a:pt x="11121" y="6425"/>
                </a:lnTo>
                <a:lnTo>
                  <a:pt x="11388" y="6473"/>
                </a:lnTo>
                <a:lnTo>
                  <a:pt x="11656" y="6498"/>
                </a:lnTo>
                <a:lnTo>
                  <a:pt x="12508" y="6498"/>
                </a:lnTo>
                <a:lnTo>
                  <a:pt x="12824" y="6522"/>
                </a:lnTo>
                <a:lnTo>
                  <a:pt x="12873" y="6838"/>
                </a:lnTo>
                <a:lnTo>
                  <a:pt x="12556" y="6838"/>
                </a:lnTo>
                <a:lnTo>
                  <a:pt x="12240" y="6863"/>
                </a:lnTo>
                <a:lnTo>
                  <a:pt x="11753" y="6887"/>
                </a:lnTo>
                <a:lnTo>
                  <a:pt x="11510" y="6911"/>
                </a:lnTo>
                <a:lnTo>
                  <a:pt x="11267" y="6936"/>
                </a:lnTo>
                <a:lnTo>
                  <a:pt x="11242" y="6936"/>
                </a:lnTo>
                <a:lnTo>
                  <a:pt x="11242" y="6960"/>
                </a:lnTo>
                <a:lnTo>
                  <a:pt x="11242" y="7009"/>
                </a:lnTo>
                <a:lnTo>
                  <a:pt x="11267" y="7009"/>
                </a:lnTo>
                <a:lnTo>
                  <a:pt x="11461" y="7082"/>
                </a:lnTo>
                <a:lnTo>
                  <a:pt x="11680" y="7130"/>
                </a:lnTo>
                <a:lnTo>
                  <a:pt x="12727" y="7130"/>
                </a:lnTo>
                <a:lnTo>
                  <a:pt x="12921" y="7106"/>
                </a:lnTo>
                <a:lnTo>
                  <a:pt x="12994" y="7593"/>
                </a:lnTo>
                <a:lnTo>
                  <a:pt x="12994" y="7593"/>
                </a:lnTo>
                <a:lnTo>
                  <a:pt x="12848" y="7568"/>
                </a:lnTo>
                <a:lnTo>
                  <a:pt x="12702" y="7568"/>
                </a:lnTo>
                <a:lnTo>
                  <a:pt x="12435" y="7593"/>
                </a:lnTo>
                <a:lnTo>
                  <a:pt x="11997" y="7593"/>
                </a:lnTo>
                <a:lnTo>
                  <a:pt x="11778" y="7617"/>
                </a:lnTo>
                <a:lnTo>
                  <a:pt x="11559" y="7690"/>
                </a:lnTo>
                <a:lnTo>
                  <a:pt x="11534" y="7690"/>
                </a:lnTo>
                <a:lnTo>
                  <a:pt x="11534" y="7739"/>
                </a:lnTo>
                <a:lnTo>
                  <a:pt x="11534" y="7763"/>
                </a:lnTo>
                <a:lnTo>
                  <a:pt x="11559" y="7787"/>
                </a:lnTo>
                <a:lnTo>
                  <a:pt x="11778" y="7836"/>
                </a:lnTo>
                <a:lnTo>
                  <a:pt x="11997" y="7860"/>
                </a:lnTo>
                <a:lnTo>
                  <a:pt x="12435" y="7860"/>
                </a:lnTo>
                <a:lnTo>
                  <a:pt x="12702" y="7885"/>
                </a:lnTo>
                <a:lnTo>
                  <a:pt x="12848" y="7885"/>
                </a:lnTo>
                <a:lnTo>
                  <a:pt x="12994" y="7860"/>
                </a:lnTo>
                <a:lnTo>
                  <a:pt x="12994" y="7909"/>
                </a:lnTo>
                <a:lnTo>
                  <a:pt x="12994" y="8250"/>
                </a:lnTo>
                <a:lnTo>
                  <a:pt x="12873" y="8201"/>
                </a:lnTo>
                <a:lnTo>
                  <a:pt x="12775" y="8201"/>
                </a:lnTo>
                <a:lnTo>
                  <a:pt x="12532" y="8177"/>
                </a:lnTo>
                <a:lnTo>
                  <a:pt x="12094" y="8177"/>
                </a:lnTo>
                <a:lnTo>
                  <a:pt x="11875" y="8201"/>
                </a:lnTo>
                <a:lnTo>
                  <a:pt x="11656" y="8250"/>
                </a:lnTo>
                <a:lnTo>
                  <a:pt x="11656" y="8274"/>
                </a:lnTo>
                <a:lnTo>
                  <a:pt x="11632" y="8298"/>
                </a:lnTo>
                <a:lnTo>
                  <a:pt x="11656" y="8298"/>
                </a:lnTo>
                <a:lnTo>
                  <a:pt x="11656" y="8323"/>
                </a:lnTo>
                <a:lnTo>
                  <a:pt x="12045" y="8396"/>
                </a:lnTo>
                <a:lnTo>
                  <a:pt x="12410" y="8444"/>
                </a:lnTo>
                <a:lnTo>
                  <a:pt x="12702" y="8469"/>
                </a:lnTo>
                <a:lnTo>
                  <a:pt x="12824" y="8493"/>
                </a:lnTo>
                <a:lnTo>
                  <a:pt x="12970" y="8469"/>
                </a:lnTo>
                <a:lnTo>
                  <a:pt x="12873" y="8858"/>
                </a:lnTo>
                <a:lnTo>
                  <a:pt x="12654" y="8809"/>
                </a:lnTo>
                <a:lnTo>
                  <a:pt x="12483" y="8785"/>
                </a:lnTo>
                <a:lnTo>
                  <a:pt x="12264" y="8736"/>
                </a:lnTo>
                <a:lnTo>
                  <a:pt x="11826" y="8736"/>
                </a:lnTo>
                <a:lnTo>
                  <a:pt x="11607" y="8809"/>
                </a:lnTo>
                <a:lnTo>
                  <a:pt x="11583" y="8834"/>
                </a:lnTo>
                <a:lnTo>
                  <a:pt x="11583" y="8858"/>
                </a:lnTo>
                <a:lnTo>
                  <a:pt x="11583" y="8882"/>
                </a:lnTo>
                <a:lnTo>
                  <a:pt x="11851" y="8882"/>
                </a:lnTo>
                <a:lnTo>
                  <a:pt x="12094" y="8931"/>
                </a:lnTo>
                <a:lnTo>
                  <a:pt x="12556" y="9053"/>
                </a:lnTo>
                <a:lnTo>
                  <a:pt x="12775" y="9126"/>
                </a:lnTo>
                <a:lnTo>
                  <a:pt x="12654" y="9345"/>
                </a:lnTo>
                <a:lnTo>
                  <a:pt x="12508" y="9296"/>
                </a:lnTo>
                <a:lnTo>
                  <a:pt x="12313" y="9272"/>
                </a:lnTo>
                <a:lnTo>
                  <a:pt x="12143" y="9223"/>
                </a:lnTo>
                <a:lnTo>
                  <a:pt x="11972" y="9199"/>
                </a:lnTo>
                <a:lnTo>
                  <a:pt x="11607" y="9199"/>
                </a:lnTo>
                <a:lnTo>
                  <a:pt x="11583" y="9223"/>
                </a:lnTo>
                <a:lnTo>
                  <a:pt x="11583" y="9247"/>
                </a:lnTo>
                <a:lnTo>
                  <a:pt x="11583" y="9272"/>
                </a:lnTo>
                <a:lnTo>
                  <a:pt x="11924" y="9418"/>
                </a:lnTo>
                <a:lnTo>
                  <a:pt x="12240" y="9564"/>
                </a:lnTo>
                <a:lnTo>
                  <a:pt x="12532" y="9637"/>
                </a:lnTo>
                <a:lnTo>
                  <a:pt x="12337" y="9929"/>
                </a:lnTo>
                <a:lnTo>
                  <a:pt x="12337" y="9977"/>
                </a:lnTo>
                <a:lnTo>
                  <a:pt x="12167" y="9904"/>
                </a:lnTo>
                <a:lnTo>
                  <a:pt x="11997" y="9880"/>
                </a:lnTo>
                <a:lnTo>
                  <a:pt x="11802" y="9831"/>
                </a:lnTo>
                <a:lnTo>
                  <a:pt x="11242" y="9831"/>
                </a:lnTo>
                <a:lnTo>
                  <a:pt x="11218" y="9856"/>
                </a:lnTo>
                <a:lnTo>
                  <a:pt x="11218" y="9880"/>
                </a:lnTo>
                <a:lnTo>
                  <a:pt x="11242" y="9880"/>
                </a:lnTo>
                <a:lnTo>
                  <a:pt x="11534" y="10002"/>
                </a:lnTo>
                <a:lnTo>
                  <a:pt x="11851" y="10123"/>
                </a:lnTo>
                <a:lnTo>
                  <a:pt x="12167" y="10245"/>
                </a:lnTo>
                <a:lnTo>
                  <a:pt x="11972" y="10513"/>
                </a:lnTo>
                <a:lnTo>
                  <a:pt x="11826" y="10488"/>
                </a:lnTo>
                <a:lnTo>
                  <a:pt x="11413" y="10391"/>
                </a:lnTo>
                <a:lnTo>
                  <a:pt x="11023" y="10342"/>
                </a:lnTo>
                <a:lnTo>
                  <a:pt x="10975" y="10342"/>
                </a:lnTo>
                <a:lnTo>
                  <a:pt x="10975" y="10367"/>
                </a:lnTo>
                <a:lnTo>
                  <a:pt x="10975" y="10391"/>
                </a:lnTo>
                <a:lnTo>
                  <a:pt x="10999" y="10440"/>
                </a:lnTo>
                <a:lnTo>
                  <a:pt x="11145" y="10537"/>
                </a:lnTo>
                <a:lnTo>
                  <a:pt x="11315" y="10610"/>
                </a:lnTo>
                <a:lnTo>
                  <a:pt x="11632" y="10732"/>
                </a:lnTo>
                <a:lnTo>
                  <a:pt x="11802" y="10780"/>
                </a:lnTo>
                <a:lnTo>
                  <a:pt x="11656" y="10999"/>
                </a:lnTo>
                <a:lnTo>
                  <a:pt x="11510" y="10951"/>
                </a:lnTo>
                <a:lnTo>
                  <a:pt x="11364" y="10926"/>
                </a:lnTo>
                <a:lnTo>
                  <a:pt x="11072" y="10853"/>
                </a:lnTo>
                <a:lnTo>
                  <a:pt x="10950" y="10853"/>
                </a:lnTo>
                <a:lnTo>
                  <a:pt x="10804" y="10902"/>
                </a:lnTo>
                <a:lnTo>
                  <a:pt x="10780" y="10926"/>
                </a:lnTo>
                <a:lnTo>
                  <a:pt x="10756" y="10951"/>
                </a:lnTo>
                <a:lnTo>
                  <a:pt x="10756" y="10999"/>
                </a:lnTo>
                <a:lnTo>
                  <a:pt x="10780" y="11048"/>
                </a:lnTo>
                <a:lnTo>
                  <a:pt x="10902" y="11121"/>
                </a:lnTo>
                <a:lnTo>
                  <a:pt x="11023" y="11170"/>
                </a:lnTo>
                <a:lnTo>
                  <a:pt x="11267" y="11243"/>
                </a:lnTo>
                <a:lnTo>
                  <a:pt x="11461" y="11291"/>
                </a:lnTo>
                <a:lnTo>
                  <a:pt x="11242" y="11583"/>
                </a:lnTo>
                <a:lnTo>
                  <a:pt x="11072" y="11535"/>
                </a:lnTo>
                <a:lnTo>
                  <a:pt x="10877" y="11535"/>
                </a:lnTo>
                <a:lnTo>
                  <a:pt x="10683" y="11583"/>
                </a:lnTo>
                <a:lnTo>
                  <a:pt x="10658" y="11608"/>
                </a:lnTo>
                <a:lnTo>
                  <a:pt x="10683" y="11632"/>
                </a:lnTo>
                <a:lnTo>
                  <a:pt x="10829" y="11681"/>
                </a:lnTo>
                <a:lnTo>
                  <a:pt x="10975" y="11729"/>
                </a:lnTo>
                <a:lnTo>
                  <a:pt x="11096" y="11778"/>
                </a:lnTo>
                <a:lnTo>
                  <a:pt x="10877" y="12143"/>
                </a:lnTo>
                <a:lnTo>
                  <a:pt x="10829" y="12118"/>
                </a:lnTo>
                <a:lnTo>
                  <a:pt x="10658" y="12045"/>
                </a:lnTo>
                <a:lnTo>
                  <a:pt x="10561" y="11997"/>
                </a:lnTo>
                <a:lnTo>
                  <a:pt x="10464" y="11972"/>
                </a:lnTo>
                <a:lnTo>
                  <a:pt x="10439" y="11997"/>
                </a:lnTo>
                <a:lnTo>
                  <a:pt x="10439" y="12045"/>
                </a:lnTo>
                <a:lnTo>
                  <a:pt x="10488" y="12118"/>
                </a:lnTo>
                <a:lnTo>
                  <a:pt x="10585" y="12191"/>
                </a:lnTo>
                <a:lnTo>
                  <a:pt x="10756" y="12313"/>
                </a:lnTo>
                <a:lnTo>
                  <a:pt x="10561" y="12654"/>
                </a:lnTo>
                <a:lnTo>
                  <a:pt x="10415" y="12629"/>
                </a:lnTo>
                <a:lnTo>
                  <a:pt x="10172" y="12629"/>
                </a:lnTo>
                <a:lnTo>
                  <a:pt x="10026" y="12654"/>
                </a:lnTo>
                <a:lnTo>
                  <a:pt x="10026" y="12678"/>
                </a:lnTo>
                <a:lnTo>
                  <a:pt x="10026" y="12702"/>
                </a:lnTo>
                <a:lnTo>
                  <a:pt x="10245" y="12800"/>
                </a:lnTo>
                <a:lnTo>
                  <a:pt x="10439" y="12897"/>
                </a:lnTo>
                <a:lnTo>
                  <a:pt x="10196" y="13384"/>
                </a:lnTo>
                <a:lnTo>
                  <a:pt x="9880" y="13384"/>
                </a:lnTo>
                <a:lnTo>
                  <a:pt x="9904" y="13432"/>
                </a:lnTo>
                <a:lnTo>
                  <a:pt x="10147" y="13505"/>
                </a:lnTo>
                <a:lnTo>
                  <a:pt x="10074" y="13700"/>
                </a:lnTo>
                <a:lnTo>
                  <a:pt x="10026" y="13895"/>
                </a:lnTo>
                <a:lnTo>
                  <a:pt x="9953" y="14284"/>
                </a:lnTo>
                <a:lnTo>
                  <a:pt x="9880" y="14673"/>
                </a:lnTo>
                <a:lnTo>
                  <a:pt x="9807" y="15087"/>
                </a:lnTo>
                <a:lnTo>
                  <a:pt x="9101" y="15111"/>
                </a:lnTo>
                <a:lnTo>
                  <a:pt x="9247" y="14673"/>
                </a:lnTo>
                <a:lnTo>
                  <a:pt x="9344" y="14235"/>
                </a:lnTo>
                <a:lnTo>
                  <a:pt x="9539" y="13359"/>
                </a:lnTo>
                <a:lnTo>
                  <a:pt x="9734" y="12459"/>
                </a:lnTo>
                <a:lnTo>
                  <a:pt x="9855" y="12021"/>
                </a:lnTo>
                <a:lnTo>
                  <a:pt x="9977" y="11583"/>
                </a:lnTo>
                <a:lnTo>
                  <a:pt x="10269" y="10659"/>
                </a:lnTo>
                <a:lnTo>
                  <a:pt x="10537" y="9734"/>
                </a:lnTo>
                <a:lnTo>
                  <a:pt x="10658" y="9320"/>
                </a:lnTo>
                <a:lnTo>
                  <a:pt x="10756" y="8858"/>
                </a:lnTo>
                <a:lnTo>
                  <a:pt x="10780" y="8639"/>
                </a:lnTo>
                <a:lnTo>
                  <a:pt x="10780" y="8396"/>
                </a:lnTo>
                <a:lnTo>
                  <a:pt x="10756" y="8177"/>
                </a:lnTo>
                <a:lnTo>
                  <a:pt x="10707" y="7958"/>
                </a:lnTo>
                <a:lnTo>
                  <a:pt x="10683" y="7933"/>
                </a:lnTo>
                <a:lnTo>
                  <a:pt x="10634" y="7933"/>
                </a:lnTo>
                <a:lnTo>
                  <a:pt x="10610" y="7958"/>
                </a:lnTo>
                <a:lnTo>
                  <a:pt x="10537" y="8177"/>
                </a:lnTo>
                <a:lnTo>
                  <a:pt x="10464" y="8420"/>
                </a:lnTo>
                <a:lnTo>
                  <a:pt x="10366" y="8882"/>
                </a:lnTo>
                <a:lnTo>
                  <a:pt x="10293" y="9369"/>
                </a:lnTo>
                <a:lnTo>
                  <a:pt x="10172" y="9831"/>
                </a:lnTo>
                <a:lnTo>
                  <a:pt x="9904" y="10756"/>
                </a:lnTo>
                <a:lnTo>
                  <a:pt x="9588" y="11656"/>
                </a:lnTo>
                <a:lnTo>
                  <a:pt x="9466" y="12094"/>
                </a:lnTo>
                <a:lnTo>
                  <a:pt x="9369" y="12532"/>
                </a:lnTo>
                <a:lnTo>
                  <a:pt x="9174" y="13384"/>
                </a:lnTo>
                <a:lnTo>
                  <a:pt x="8979" y="14260"/>
                </a:lnTo>
                <a:lnTo>
                  <a:pt x="8858" y="14698"/>
                </a:lnTo>
                <a:lnTo>
                  <a:pt x="8736" y="15111"/>
                </a:lnTo>
                <a:lnTo>
                  <a:pt x="8128" y="15136"/>
                </a:lnTo>
                <a:lnTo>
                  <a:pt x="7519" y="15087"/>
                </a:lnTo>
                <a:lnTo>
                  <a:pt x="7179" y="15063"/>
                </a:lnTo>
                <a:lnTo>
                  <a:pt x="7154" y="15038"/>
                </a:lnTo>
                <a:lnTo>
                  <a:pt x="7081" y="14698"/>
                </a:lnTo>
                <a:lnTo>
                  <a:pt x="7033" y="14357"/>
                </a:lnTo>
                <a:lnTo>
                  <a:pt x="6935" y="13651"/>
                </a:lnTo>
                <a:lnTo>
                  <a:pt x="6765" y="12605"/>
                </a:lnTo>
                <a:lnTo>
                  <a:pt x="6570" y="11583"/>
                </a:lnTo>
                <a:lnTo>
                  <a:pt x="6230" y="9880"/>
                </a:lnTo>
                <a:lnTo>
                  <a:pt x="6060" y="9028"/>
                </a:lnTo>
                <a:lnTo>
                  <a:pt x="5841" y="8177"/>
                </a:lnTo>
                <a:lnTo>
                  <a:pt x="5816" y="8152"/>
                </a:lnTo>
                <a:lnTo>
                  <a:pt x="5768" y="8128"/>
                </a:lnTo>
                <a:lnTo>
                  <a:pt x="5743" y="8128"/>
                </a:lnTo>
                <a:lnTo>
                  <a:pt x="5695" y="8152"/>
                </a:lnTo>
                <a:lnTo>
                  <a:pt x="5646" y="8298"/>
                </a:lnTo>
                <a:lnTo>
                  <a:pt x="5646" y="8420"/>
                </a:lnTo>
                <a:lnTo>
                  <a:pt x="5646" y="8542"/>
                </a:lnTo>
                <a:lnTo>
                  <a:pt x="5646" y="8663"/>
                </a:lnTo>
                <a:lnTo>
                  <a:pt x="5719" y="8931"/>
                </a:lnTo>
                <a:lnTo>
                  <a:pt x="5768" y="9199"/>
                </a:lnTo>
                <a:lnTo>
                  <a:pt x="5865" y="9734"/>
                </a:lnTo>
                <a:lnTo>
                  <a:pt x="5962" y="10245"/>
                </a:lnTo>
                <a:lnTo>
                  <a:pt x="6035" y="10780"/>
                </a:lnTo>
                <a:lnTo>
                  <a:pt x="6133" y="11316"/>
                </a:lnTo>
                <a:lnTo>
                  <a:pt x="6327" y="12337"/>
                </a:lnTo>
                <a:lnTo>
                  <a:pt x="6522" y="13384"/>
                </a:lnTo>
                <a:lnTo>
                  <a:pt x="6570" y="13773"/>
                </a:lnTo>
                <a:lnTo>
                  <a:pt x="6619" y="14211"/>
                </a:lnTo>
                <a:lnTo>
                  <a:pt x="6668" y="14625"/>
                </a:lnTo>
                <a:lnTo>
                  <a:pt x="6716" y="14819"/>
                </a:lnTo>
                <a:lnTo>
                  <a:pt x="6765" y="15014"/>
                </a:lnTo>
                <a:lnTo>
                  <a:pt x="6497" y="15038"/>
                </a:lnTo>
                <a:lnTo>
                  <a:pt x="6473" y="14625"/>
                </a:lnTo>
                <a:lnTo>
                  <a:pt x="6400" y="14235"/>
                </a:lnTo>
                <a:lnTo>
                  <a:pt x="6279" y="13846"/>
                </a:lnTo>
                <a:lnTo>
                  <a:pt x="6133" y="13481"/>
                </a:lnTo>
                <a:lnTo>
                  <a:pt x="5938" y="13116"/>
                </a:lnTo>
                <a:lnTo>
                  <a:pt x="5743" y="12775"/>
                </a:lnTo>
                <a:lnTo>
                  <a:pt x="5281" y="12070"/>
                </a:lnTo>
                <a:lnTo>
                  <a:pt x="4746" y="11267"/>
                </a:lnTo>
                <a:lnTo>
                  <a:pt x="4210" y="10415"/>
                </a:lnTo>
                <a:lnTo>
                  <a:pt x="3967" y="9977"/>
                </a:lnTo>
                <a:lnTo>
                  <a:pt x="3724" y="9539"/>
                </a:lnTo>
                <a:lnTo>
                  <a:pt x="3529" y="9077"/>
                </a:lnTo>
                <a:lnTo>
                  <a:pt x="3359" y="8615"/>
                </a:lnTo>
                <a:lnTo>
                  <a:pt x="3286" y="8396"/>
                </a:lnTo>
                <a:lnTo>
                  <a:pt x="3261" y="8152"/>
                </a:lnTo>
                <a:lnTo>
                  <a:pt x="3237" y="7909"/>
                </a:lnTo>
                <a:lnTo>
                  <a:pt x="3237" y="7666"/>
                </a:lnTo>
                <a:lnTo>
                  <a:pt x="3261" y="7155"/>
                </a:lnTo>
                <a:lnTo>
                  <a:pt x="3310" y="6668"/>
                </a:lnTo>
                <a:lnTo>
                  <a:pt x="3334" y="6376"/>
                </a:lnTo>
                <a:lnTo>
                  <a:pt x="3407" y="6108"/>
                </a:lnTo>
                <a:lnTo>
                  <a:pt x="3480" y="5841"/>
                </a:lnTo>
                <a:lnTo>
                  <a:pt x="3578" y="5597"/>
                </a:lnTo>
                <a:lnTo>
                  <a:pt x="3699" y="5354"/>
                </a:lnTo>
                <a:lnTo>
                  <a:pt x="3845" y="5111"/>
                </a:lnTo>
                <a:lnTo>
                  <a:pt x="4016" y="4892"/>
                </a:lnTo>
                <a:lnTo>
                  <a:pt x="4186" y="4673"/>
                </a:lnTo>
                <a:lnTo>
                  <a:pt x="4648" y="4162"/>
                </a:lnTo>
                <a:lnTo>
                  <a:pt x="5062" y="3748"/>
                </a:lnTo>
                <a:lnTo>
                  <a:pt x="5403" y="3432"/>
                </a:lnTo>
                <a:lnTo>
                  <a:pt x="5743" y="3189"/>
                </a:lnTo>
                <a:lnTo>
                  <a:pt x="6060" y="3018"/>
                </a:lnTo>
                <a:lnTo>
                  <a:pt x="6352" y="2872"/>
                </a:lnTo>
                <a:lnTo>
                  <a:pt x="6668" y="2775"/>
                </a:lnTo>
                <a:lnTo>
                  <a:pt x="6984" y="2702"/>
                </a:lnTo>
                <a:lnTo>
                  <a:pt x="7276" y="2653"/>
                </a:lnTo>
                <a:lnTo>
                  <a:pt x="7568" y="2629"/>
                </a:lnTo>
                <a:lnTo>
                  <a:pt x="7860" y="2605"/>
                </a:lnTo>
                <a:close/>
                <a:moveTo>
                  <a:pt x="6716" y="15525"/>
                </a:moveTo>
                <a:lnTo>
                  <a:pt x="6619" y="15720"/>
                </a:lnTo>
                <a:lnTo>
                  <a:pt x="6352" y="16158"/>
                </a:lnTo>
                <a:lnTo>
                  <a:pt x="6279" y="16109"/>
                </a:lnTo>
                <a:lnTo>
                  <a:pt x="6230" y="16060"/>
                </a:lnTo>
                <a:lnTo>
                  <a:pt x="6206" y="15963"/>
                </a:lnTo>
                <a:lnTo>
                  <a:pt x="6206" y="15866"/>
                </a:lnTo>
                <a:lnTo>
                  <a:pt x="6206" y="15768"/>
                </a:lnTo>
                <a:lnTo>
                  <a:pt x="6230" y="15695"/>
                </a:lnTo>
                <a:lnTo>
                  <a:pt x="6279" y="15598"/>
                </a:lnTo>
                <a:lnTo>
                  <a:pt x="6327" y="15549"/>
                </a:lnTo>
                <a:lnTo>
                  <a:pt x="6595" y="15525"/>
                </a:lnTo>
                <a:close/>
                <a:moveTo>
                  <a:pt x="6887" y="15525"/>
                </a:moveTo>
                <a:lnTo>
                  <a:pt x="7276" y="15549"/>
                </a:lnTo>
                <a:lnTo>
                  <a:pt x="7641" y="15598"/>
                </a:lnTo>
                <a:lnTo>
                  <a:pt x="8225" y="15647"/>
                </a:lnTo>
                <a:lnTo>
                  <a:pt x="8809" y="15671"/>
                </a:lnTo>
                <a:lnTo>
                  <a:pt x="8541" y="15963"/>
                </a:lnTo>
                <a:lnTo>
                  <a:pt x="8298" y="16255"/>
                </a:lnTo>
                <a:lnTo>
                  <a:pt x="7909" y="16231"/>
                </a:lnTo>
                <a:lnTo>
                  <a:pt x="8249" y="15744"/>
                </a:lnTo>
                <a:lnTo>
                  <a:pt x="8249" y="15720"/>
                </a:lnTo>
                <a:lnTo>
                  <a:pt x="8225" y="15695"/>
                </a:lnTo>
                <a:lnTo>
                  <a:pt x="8201" y="15671"/>
                </a:lnTo>
                <a:lnTo>
                  <a:pt x="8176" y="15695"/>
                </a:lnTo>
                <a:lnTo>
                  <a:pt x="7690" y="16231"/>
                </a:lnTo>
                <a:lnTo>
                  <a:pt x="7179" y="16182"/>
                </a:lnTo>
                <a:lnTo>
                  <a:pt x="7325" y="15939"/>
                </a:lnTo>
                <a:lnTo>
                  <a:pt x="7471" y="15671"/>
                </a:lnTo>
                <a:lnTo>
                  <a:pt x="7471" y="15647"/>
                </a:lnTo>
                <a:lnTo>
                  <a:pt x="7446" y="15622"/>
                </a:lnTo>
                <a:lnTo>
                  <a:pt x="7422" y="15647"/>
                </a:lnTo>
                <a:lnTo>
                  <a:pt x="7203" y="15890"/>
                </a:lnTo>
                <a:lnTo>
                  <a:pt x="6935" y="16182"/>
                </a:lnTo>
                <a:lnTo>
                  <a:pt x="6741" y="16206"/>
                </a:lnTo>
                <a:lnTo>
                  <a:pt x="6570" y="16255"/>
                </a:lnTo>
                <a:lnTo>
                  <a:pt x="6668" y="16060"/>
                </a:lnTo>
                <a:lnTo>
                  <a:pt x="6814" y="15817"/>
                </a:lnTo>
                <a:lnTo>
                  <a:pt x="6862" y="15671"/>
                </a:lnTo>
                <a:lnTo>
                  <a:pt x="6887" y="15525"/>
                </a:lnTo>
                <a:close/>
                <a:moveTo>
                  <a:pt x="9661" y="15622"/>
                </a:moveTo>
                <a:lnTo>
                  <a:pt x="9734" y="15671"/>
                </a:lnTo>
                <a:lnTo>
                  <a:pt x="9807" y="15695"/>
                </a:lnTo>
                <a:lnTo>
                  <a:pt x="9953" y="15695"/>
                </a:lnTo>
                <a:lnTo>
                  <a:pt x="9782" y="15793"/>
                </a:lnTo>
                <a:lnTo>
                  <a:pt x="9661" y="15939"/>
                </a:lnTo>
                <a:lnTo>
                  <a:pt x="9539" y="16085"/>
                </a:lnTo>
                <a:lnTo>
                  <a:pt x="9417" y="16279"/>
                </a:lnTo>
                <a:lnTo>
                  <a:pt x="9271" y="16279"/>
                </a:lnTo>
                <a:lnTo>
                  <a:pt x="9612" y="15817"/>
                </a:lnTo>
                <a:lnTo>
                  <a:pt x="9612" y="15793"/>
                </a:lnTo>
                <a:lnTo>
                  <a:pt x="9612" y="15768"/>
                </a:lnTo>
                <a:lnTo>
                  <a:pt x="9563" y="15768"/>
                </a:lnTo>
                <a:lnTo>
                  <a:pt x="9320" y="16012"/>
                </a:lnTo>
                <a:lnTo>
                  <a:pt x="9077" y="16255"/>
                </a:lnTo>
                <a:lnTo>
                  <a:pt x="8517" y="16255"/>
                </a:lnTo>
                <a:lnTo>
                  <a:pt x="8882" y="15720"/>
                </a:lnTo>
                <a:lnTo>
                  <a:pt x="8906" y="15695"/>
                </a:lnTo>
                <a:lnTo>
                  <a:pt x="8882" y="15671"/>
                </a:lnTo>
                <a:lnTo>
                  <a:pt x="9271" y="15671"/>
                </a:lnTo>
                <a:lnTo>
                  <a:pt x="9661" y="15622"/>
                </a:lnTo>
                <a:close/>
                <a:moveTo>
                  <a:pt x="10074" y="15768"/>
                </a:moveTo>
                <a:lnTo>
                  <a:pt x="10074" y="15841"/>
                </a:lnTo>
                <a:lnTo>
                  <a:pt x="10099" y="15939"/>
                </a:lnTo>
                <a:lnTo>
                  <a:pt x="10074" y="16060"/>
                </a:lnTo>
                <a:lnTo>
                  <a:pt x="10050" y="16182"/>
                </a:lnTo>
                <a:lnTo>
                  <a:pt x="9977" y="16304"/>
                </a:lnTo>
                <a:lnTo>
                  <a:pt x="9758" y="16279"/>
                </a:lnTo>
                <a:lnTo>
                  <a:pt x="9880" y="16012"/>
                </a:lnTo>
                <a:lnTo>
                  <a:pt x="9977" y="15890"/>
                </a:lnTo>
                <a:lnTo>
                  <a:pt x="10074" y="15768"/>
                </a:lnTo>
                <a:close/>
                <a:moveTo>
                  <a:pt x="6522" y="16571"/>
                </a:moveTo>
                <a:lnTo>
                  <a:pt x="6595" y="16620"/>
                </a:lnTo>
                <a:lnTo>
                  <a:pt x="6424" y="16888"/>
                </a:lnTo>
                <a:lnTo>
                  <a:pt x="6376" y="17034"/>
                </a:lnTo>
                <a:lnTo>
                  <a:pt x="6327" y="17180"/>
                </a:lnTo>
                <a:lnTo>
                  <a:pt x="6254" y="17082"/>
                </a:lnTo>
                <a:lnTo>
                  <a:pt x="6230" y="16985"/>
                </a:lnTo>
                <a:lnTo>
                  <a:pt x="6206" y="16912"/>
                </a:lnTo>
                <a:lnTo>
                  <a:pt x="6230" y="16815"/>
                </a:lnTo>
                <a:lnTo>
                  <a:pt x="6254" y="16839"/>
                </a:lnTo>
                <a:lnTo>
                  <a:pt x="6303" y="16839"/>
                </a:lnTo>
                <a:lnTo>
                  <a:pt x="6352" y="16815"/>
                </a:lnTo>
                <a:lnTo>
                  <a:pt x="6376" y="16766"/>
                </a:lnTo>
                <a:lnTo>
                  <a:pt x="6424" y="16596"/>
                </a:lnTo>
                <a:lnTo>
                  <a:pt x="6449" y="16596"/>
                </a:lnTo>
                <a:lnTo>
                  <a:pt x="6522" y="16571"/>
                </a:lnTo>
                <a:close/>
                <a:moveTo>
                  <a:pt x="7884" y="16693"/>
                </a:moveTo>
                <a:lnTo>
                  <a:pt x="7957" y="16717"/>
                </a:lnTo>
                <a:lnTo>
                  <a:pt x="7787" y="16985"/>
                </a:lnTo>
                <a:lnTo>
                  <a:pt x="7617" y="17253"/>
                </a:lnTo>
                <a:lnTo>
                  <a:pt x="7592" y="17326"/>
                </a:lnTo>
                <a:lnTo>
                  <a:pt x="7300" y="17326"/>
                </a:lnTo>
                <a:lnTo>
                  <a:pt x="7398" y="17107"/>
                </a:lnTo>
                <a:lnTo>
                  <a:pt x="7519" y="16888"/>
                </a:lnTo>
                <a:lnTo>
                  <a:pt x="7617" y="16717"/>
                </a:lnTo>
                <a:lnTo>
                  <a:pt x="7884" y="16693"/>
                </a:lnTo>
                <a:close/>
                <a:moveTo>
                  <a:pt x="8225" y="16717"/>
                </a:moveTo>
                <a:lnTo>
                  <a:pt x="8736" y="16742"/>
                </a:lnTo>
                <a:lnTo>
                  <a:pt x="8541" y="17034"/>
                </a:lnTo>
                <a:lnTo>
                  <a:pt x="8371" y="17326"/>
                </a:lnTo>
                <a:lnTo>
                  <a:pt x="7909" y="17326"/>
                </a:lnTo>
                <a:lnTo>
                  <a:pt x="7933" y="17277"/>
                </a:lnTo>
                <a:lnTo>
                  <a:pt x="8225" y="16717"/>
                </a:lnTo>
                <a:close/>
                <a:moveTo>
                  <a:pt x="9223" y="16742"/>
                </a:moveTo>
                <a:lnTo>
                  <a:pt x="8979" y="17350"/>
                </a:lnTo>
                <a:lnTo>
                  <a:pt x="8663" y="17350"/>
                </a:lnTo>
                <a:lnTo>
                  <a:pt x="8979" y="16742"/>
                </a:lnTo>
                <a:close/>
                <a:moveTo>
                  <a:pt x="9928" y="16742"/>
                </a:moveTo>
                <a:lnTo>
                  <a:pt x="9661" y="17253"/>
                </a:lnTo>
                <a:lnTo>
                  <a:pt x="9612" y="17350"/>
                </a:lnTo>
                <a:lnTo>
                  <a:pt x="9320" y="17350"/>
                </a:lnTo>
                <a:lnTo>
                  <a:pt x="9563" y="16742"/>
                </a:lnTo>
                <a:close/>
                <a:moveTo>
                  <a:pt x="10147" y="16839"/>
                </a:moveTo>
                <a:lnTo>
                  <a:pt x="10220" y="16961"/>
                </a:lnTo>
                <a:lnTo>
                  <a:pt x="10245" y="17107"/>
                </a:lnTo>
                <a:lnTo>
                  <a:pt x="10220" y="17228"/>
                </a:lnTo>
                <a:lnTo>
                  <a:pt x="10147" y="17350"/>
                </a:lnTo>
                <a:lnTo>
                  <a:pt x="9928" y="17350"/>
                </a:lnTo>
                <a:lnTo>
                  <a:pt x="9953" y="17277"/>
                </a:lnTo>
                <a:lnTo>
                  <a:pt x="10050" y="17082"/>
                </a:lnTo>
                <a:lnTo>
                  <a:pt x="10147" y="16839"/>
                </a:lnTo>
                <a:close/>
                <a:moveTo>
                  <a:pt x="6862" y="16693"/>
                </a:moveTo>
                <a:lnTo>
                  <a:pt x="7081" y="16717"/>
                </a:lnTo>
                <a:lnTo>
                  <a:pt x="7300" y="16717"/>
                </a:lnTo>
                <a:lnTo>
                  <a:pt x="7106" y="17009"/>
                </a:lnTo>
                <a:lnTo>
                  <a:pt x="6935" y="17326"/>
                </a:lnTo>
                <a:lnTo>
                  <a:pt x="6741" y="17350"/>
                </a:lnTo>
                <a:lnTo>
                  <a:pt x="6570" y="17399"/>
                </a:lnTo>
                <a:lnTo>
                  <a:pt x="6619" y="17204"/>
                </a:lnTo>
                <a:lnTo>
                  <a:pt x="6692" y="17034"/>
                </a:lnTo>
                <a:lnTo>
                  <a:pt x="6862" y="16693"/>
                </a:lnTo>
                <a:close/>
                <a:moveTo>
                  <a:pt x="6473" y="17618"/>
                </a:moveTo>
                <a:lnTo>
                  <a:pt x="6643" y="17691"/>
                </a:lnTo>
                <a:lnTo>
                  <a:pt x="6814" y="17715"/>
                </a:lnTo>
                <a:lnTo>
                  <a:pt x="6789" y="17910"/>
                </a:lnTo>
                <a:lnTo>
                  <a:pt x="6765" y="18080"/>
                </a:lnTo>
                <a:lnTo>
                  <a:pt x="6643" y="17983"/>
                </a:lnTo>
                <a:lnTo>
                  <a:pt x="6546" y="17861"/>
                </a:lnTo>
                <a:lnTo>
                  <a:pt x="6352" y="17642"/>
                </a:lnTo>
                <a:lnTo>
                  <a:pt x="6376" y="17618"/>
                </a:lnTo>
                <a:lnTo>
                  <a:pt x="6424" y="17642"/>
                </a:lnTo>
                <a:lnTo>
                  <a:pt x="6473" y="17618"/>
                </a:lnTo>
                <a:close/>
                <a:moveTo>
                  <a:pt x="7398" y="17739"/>
                </a:moveTo>
                <a:lnTo>
                  <a:pt x="7300" y="18031"/>
                </a:lnTo>
                <a:lnTo>
                  <a:pt x="7252" y="18177"/>
                </a:lnTo>
                <a:lnTo>
                  <a:pt x="7252" y="18299"/>
                </a:lnTo>
                <a:lnTo>
                  <a:pt x="7008" y="18202"/>
                </a:lnTo>
                <a:lnTo>
                  <a:pt x="7154" y="17739"/>
                </a:lnTo>
                <a:close/>
                <a:moveTo>
                  <a:pt x="8833" y="17715"/>
                </a:moveTo>
                <a:lnTo>
                  <a:pt x="8785" y="17837"/>
                </a:lnTo>
                <a:lnTo>
                  <a:pt x="8736" y="17983"/>
                </a:lnTo>
                <a:lnTo>
                  <a:pt x="8712" y="18104"/>
                </a:lnTo>
                <a:lnTo>
                  <a:pt x="8736" y="18153"/>
                </a:lnTo>
                <a:lnTo>
                  <a:pt x="8736" y="18202"/>
                </a:lnTo>
                <a:lnTo>
                  <a:pt x="8809" y="18250"/>
                </a:lnTo>
                <a:lnTo>
                  <a:pt x="8882" y="18250"/>
                </a:lnTo>
                <a:lnTo>
                  <a:pt x="8931" y="18226"/>
                </a:lnTo>
                <a:lnTo>
                  <a:pt x="9004" y="18153"/>
                </a:lnTo>
                <a:lnTo>
                  <a:pt x="9125" y="17958"/>
                </a:lnTo>
                <a:lnTo>
                  <a:pt x="9198" y="17739"/>
                </a:lnTo>
                <a:lnTo>
                  <a:pt x="9393" y="17739"/>
                </a:lnTo>
                <a:lnTo>
                  <a:pt x="9369" y="17861"/>
                </a:lnTo>
                <a:lnTo>
                  <a:pt x="9369" y="18007"/>
                </a:lnTo>
                <a:lnTo>
                  <a:pt x="9125" y="18153"/>
                </a:lnTo>
                <a:lnTo>
                  <a:pt x="8833" y="18275"/>
                </a:lnTo>
                <a:lnTo>
                  <a:pt x="8566" y="18372"/>
                </a:lnTo>
                <a:lnTo>
                  <a:pt x="8249" y="18421"/>
                </a:lnTo>
                <a:lnTo>
                  <a:pt x="8274" y="18275"/>
                </a:lnTo>
                <a:lnTo>
                  <a:pt x="8371" y="17983"/>
                </a:lnTo>
                <a:lnTo>
                  <a:pt x="8468" y="17715"/>
                </a:lnTo>
                <a:close/>
                <a:moveTo>
                  <a:pt x="8176" y="17715"/>
                </a:moveTo>
                <a:lnTo>
                  <a:pt x="8030" y="18056"/>
                </a:lnTo>
                <a:lnTo>
                  <a:pt x="7957" y="18250"/>
                </a:lnTo>
                <a:lnTo>
                  <a:pt x="7933" y="18445"/>
                </a:lnTo>
                <a:lnTo>
                  <a:pt x="7738" y="18421"/>
                </a:lnTo>
                <a:lnTo>
                  <a:pt x="7568" y="18396"/>
                </a:lnTo>
                <a:lnTo>
                  <a:pt x="7568" y="18226"/>
                </a:lnTo>
                <a:lnTo>
                  <a:pt x="7641" y="17983"/>
                </a:lnTo>
                <a:lnTo>
                  <a:pt x="7738" y="17715"/>
                </a:lnTo>
                <a:close/>
                <a:moveTo>
                  <a:pt x="8128" y="2094"/>
                </a:moveTo>
                <a:lnTo>
                  <a:pt x="7714" y="2142"/>
                </a:lnTo>
                <a:lnTo>
                  <a:pt x="7325" y="2191"/>
                </a:lnTo>
                <a:lnTo>
                  <a:pt x="6935" y="2264"/>
                </a:lnTo>
                <a:lnTo>
                  <a:pt x="6546" y="2386"/>
                </a:lnTo>
                <a:lnTo>
                  <a:pt x="6181" y="2507"/>
                </a:lnTo>
                <a:lnTo>
                  <a:pt x="5841" y="2653"/>
                </a:lnTo>
                <a:lnTo>
                  <a:pt x="5500" y="2824"/>
                </a:lnTo>
                <a:lnTo>
                  <a:pt x="5184" y="3018"/>
                </a:lnTo>
                <a:lnTo>
                  <a:pt x="4892" y="3237"/>
                </a:lnTo>
                <a:lnTo>
                  <a:pt x="4551" y="3554"/>
                </a:lnTo>
                <a:lnTo>
                  <a:pt x="4210" y="3918"/>
                </a:lnTo>
                <a:lnTo>
                  <a:pt x="3918" y="4332"/>
                </a:lnTo>
                <a:lnTo>
                  <a:pt x="3626" y="4746"/>
                </a:lnTo>
                <a:lnTo>
                  <a:pt x="3383" y="5159"/>
                </a:lnTo>
                <a:lnTo>
                  <a:pt x="3164" y="5549"/>
                </a:lnTo>
                <a:lnTo>
                  <a:pt x="3018" y="5889"/>
                </a:lnTo>
                <a:lnTo>
                  <a:pt x="2921" y="6157"/>
                </a:lnTo>
                <a:lnTo>
                  <a:pt x="2823" y="6595"/>
                </a:lnTo>
                <a:lnTo>
                  <a:pt x="2775" y="7057"/>
                </a:lnTo>
                <a:lnTo>
                  <a:pt x="2750" y="7495"/>
                </a:lnTo>
                <a:lnTo>
                  <a:pt x="2775" y="7958"/>
                </a:lnTo>
                <a:lnTo>
                  <a:pt x="2823" y="8396"/>
                </a:lnTo>
                <a:lnTo>
                  <a:pt x="2921" y="8834"/>
                </a:lnTo>
                <a:lnTo>
                  <a:pt x="3067" y="9272"/>
                </a:lnTo>
                <a:lnTo>
                  <a:pt x="3237" y="9685"/>
                </a:lnTo>
                <a:lnTo>
                  <a:pt x="3602" y="10367"/>
                </a:lnTo>
                <a:lnTo>
                  <a:pt x="3991" y="11024"/>
                </a:lnTo>
                <a:lnTo>
                  <a:pt x="4843" y="12337"/>
                </a:lnTo>
                <a:lnTo>
                  <a:pt x="5281" y="13019"/>
                </a:lnTo>
                <a:lnTo>
                  <a:pt x="5476" y="13384"/>
                </a:lnTo>
                <a:lnTo>
                  <a:pt x="5646" y="13724"/>
                </a:lnTo>
                <a:lnTo>
                  <a:pt x="5792" y="14089"/>
                </a:lnTo>
                <a:lnTo>
                  <a:pt x="5914" y="14454"/>
                </a:lnTo>
                <a:lnTo>
                  <a:pt x="5987" y="14844"/>
                </a:lnTo>
                <a:lnTo>
                  <a:pt x="5987" y="15282"/>
                </a:lnTo>
                <a:lnTo>
                  <a:pt x="5962" y="15379"/>
                </a:lnTo>
                <a:lnTo>
                  <a:pt x="5962" y="15428"/>
                </a:lnTo>
                <a:lnTo>
                  <a:pt x="5889" y="15525"/>
                </a:lnTo>
                <a:lnTo>
                  <a:pt x="5841" y="15647"/>
                </a:lnTo>
                <a:lnTo>
                  <a:pt x="5816" y="15768"/>
                </a:lnTo>
                <a:lnTo>
                  <a:pt x="5792" y="15914"/>
                </a:lnTo>
                <a:lnTo>
                  <a:pt x="5816" y="16036"/>
                </a:lnTo>
                <a:lnTo>
                  <a:pt x="5841" y="16158"/>
                </a:lnTo>
                <a:lnTo>
                  <a:pt x="5889" y="16279"/>
                </a:lnTo>
                <a:lnTo>
                  <a:pt x="5962" y="16377"/>
                </a:lnTo>
                <a:lnTo>
                  <a:pt x="5865" y="16474"/>
                </a:lnTo>
                <a:lnTo>
                  <a:pt x="5792" y="16620"/>
                </a:lnTo>
                <a:lnTo>
                  <a:pt x="5768" y="16766"/>
                </a:lnTo>
                <a:lnTo>
                  <a:pt x="5768" y="16912"/>
                </a:lnTo>
                <a:lnTo>
                  <a:pt x="5768" y="17058"/>
                </a:lnTo>
                <a:lnTo>
                  <a:pt x="5816" y="17204"/>
                </a:lnTo>
                <a:lnTo>
                  <a:pt x="5889" y="17350"/>
                </a:lnTo>
                <a:lnTo>
                  <a:pt x="5987" y="17472"/>
                </a:lnTo>
                <a:lnTo>
                  <a:pt x="5962" y="17496"/>
                </a:lnTo>
                <a:lnTo>
                  <a:pt x="5914" y="17618"/>
                </a:lnTo>
                <a:lnTo>
                  <a:pt x="5914" y="17715"/>
                </a:lnTo>
                <a:lnTo>
                  <a:pt x="5938" y="17837"/>
                </a:lnTo>
                <a:lnTo>
                  <a:pt x="5987" y="17934"/>
                </a:lnTo>
                <a:lnTo>
                  <a:pt x="6133" y="18129"/>
                </a:lnTo>
                <a:lnTo>
                  <a:pt x="6303" y="18299"/>
                </a:lnTo>
                <a:lnTo>
                  <a:pt x="6424" y="18421"/>
                </a:lnTo>
                <a:lnTo>
                  <a:pt x="6570" y="18518"/>
                </a:lnTo>
                <a:lnTo>
                  <a:pt x="6862" y="18688"/>
                </a:lnTo>
                <a:lnTo>
                  <a:pt x="7179" y="18810"/>
                </a:lnTo>
                <a:lnTo>
                  <a:pt x="7495" y="18859"/>
                </a:lnTo>
                <a:lnTo>
                  <a:pt x="7738" y="18883"/>
                </a:lnTo>
                <a:lnTo>
                  <a:pt x="7982" y="18883"/>
                </a:lnTo>
                <a:lnTo>
                  <a:pt x="8030" y="18956"/>
                </a:lnTo>
                <a:lnTo>
                  <a:pt x="8079" y="18980"/>
                </a:lnTo>
                <a:lnTo>
                  <a:pt x="8128" y="18980"/>
                </a:lnTo>
                <a:lnTo>
                  <a:pt x="8176" y="18956"/>
                </a:lnTo>
                <a:lnTo>
                  <a:pt x="8201" y="18907"/>
                </a:lnTo>
                <a:lnTo>
                  <a:pt x="8201" y="18883"/>
                </a:lnTo>
                <a:lnTo>
                  <a:pt x="8493" y="18834"/>
                </a:lnTo>
                <a:lnTo>
                  <a:pt x="8785" y="18761"/>
                </a:lnTo>
                <a:lnTo>
                  <a:pt x="9052" y="18664"/>
                </a:lnTo>
                <a:lnTo>
                  <a:pt x="9320" y="18542"/>
                </a:lnTo>
                <a:lnTo>
                  <a:pt x="9563" y="18396"/>
                </a:lnTo>
                <a:lnTo>
                  <a:pt x="9807" y="18226"/>
                </a:lnTo>
                <a:lnTo>
                  <a:pt x="10050" y="18056"/>
                </a:lnTo>
                <a:lnTo>
                  <a:pt x="10269" y="17837"/>
                </a:lnTo>
                <a:lnTo>
                  <a:pt x="10318" y="17764"/>
                </a:lnTo>
                <a:lnTo>
                  <a:pt x="10342" y="17691"/>
                </a:lnTo>
                <a:lnTo>
                  <a:pt x="10464" y="17593"/>
                </a:lnTo>
                <a:lnTo>
                  <a:pt x="10537" y="17447"/>
                </a:lnTo>
                <a:lnTo>
                  <a:pt x="10585" y="17301"/>
                </a:lnTo>
                <a:lnTo>
                  <a:pt x="10634" y="17107"/>
                </a:lnTo>
                <a:lnTo>
                  <a:pt x="10634" y="16936"/>
                </a:lnTo>
                <a:lnTo>
                  <a:pt x="10585" y="16742"/>
                </a:lnTo>
                <a:lnTo>
                  <a:pt x="10512" y="16596"/>
                </a:lnTo>
                <a:lnTo>
                  <a:pt x="10391" y="16474"/>
                </a:lnTo>
                <a:lnTo>
                  <a:pt x="10488" y="16255"/>
                </a:lnTo>
                <a:lnTo>
                  <a:pt x="10537" y="16036"/>
                </a:lnTo>
                <a:lnTo>
                  <a:pt x="10537" y="15817"/>
                </a:lnTo>
                <a:lnTo>
                  <a:pt x="10488" y="15574"/>
                </a:lnTo>
                <a:lnTo>
                  <a:pt x="10415" y="15476"/>
                </a:lnTo>
                <a:lnTo>
                  <a:pt x="10342" y="15379"/>
                </a:lnTo>
                <a:lnTo>
                  <a:pt x="10342" y="15306"/>
                </a:lnTo>
                <a:lnTo>
                  <a:pt x="10415" y="14965"/>
                </a:lnTo>
                <a:lnTo>
                  <a:pt x="10464" y="14625"/>
                </a:lnTo>
                <a:lnTo>
                  <a:pt x="10512" y="14284"/>
                </a:lnTo>
                <a:lnTo>
                  <a:pt x="10585" y="13943"/>
                </a:lnTo>
                <a:lnTo>
                  <a:pt x="10658" y="13700"/>
                </a:lnTo>
                <a:lnTo>
                  <a:pt x="10756" y="13457"/>
                </a:lnTo>
                <a:lnTo>
                  <a:pt x="10999" y="12994"/>
                </a:lnTo>
                <a:lnTo>
                  <a:pt x="11023" y="12970"/>
                </a:lnTo>
                <a:lnTo>
                  <a:pt x="11023" y="12946"/>
                </a:lnTo>
                <a:lnTo>
                  <a:pt x="11340" y="12459"/>
                </a:lnTo>
                <a:lnTo>
                  <a:pt x="11632" y="11972"/>
                </a:lnTo>
                <a:lnTo>
                  <a:pt x="12191" y="11194"/>
                </a:lnTo>
                <a:lnTo>
                  <a:pt x="12483" y="10780"/>
                </a:lnTo>
                <a:lnTo>
                  <a:pt x="12751" y="10367"/>
                </a:lnTo>
                <a:lnTo>
                  <a:pt x="12994" y="9953"/>
                </a:lnTo>
                <a:lnTo>
                  <a:pt x="13213" y="9515"/>
                </a:lnTo>
                <a:lnTo>
                  <a:pt x="13384" y="9053"/>
                </a:lnTo>
                <a:lnTo>
                  <a:pt x="13457" y="8809"/>
                </a:lnTo>
                <a:lnTo>
                  <a:pt x="13505" y="8590"/>
                </a:lnTo>
                <a:lnTo>
                  <a:pt x="13554" y="8152"/>
                </a:lnTo>
                <a:lnTo>
                  <a:pt x="13554" y="7714"/>
                </a:lnTo>
                <a:lnTo>
                  <a:pt x="13505" y="7276"/>
                </a:lnTo>
                <a:lnTo>
                  <a:pt x="13432" y="6838"/>
                </a:lnTo>
                <a:lnTo>
                  <a:pt x="13335" y="6400"/>
                </a:lnTo>
                <a:lnTo>
                  <a:pt x="13213" y="5962"/>
                </a:lnTo>
                <a:lnTo>
                  <a:pt x="12946" y="5135"/>
                </a:lnTo>
                <a:lnTo>
                  <a:pt x="12800" y="4770"/>
                </a:lnTo>
                <a:lnTo>
                  <a:pt x="12605" y="4429"/>
                </a:lnTo>
                <a:lnTo>
                  <a:pt x="12386" y="4113"/>
                </a:lnTo>
                <a:lnTo>
                  <a:pt x="12143" y="3797"/>
                </a:lnTo>
                <a:lnTo>
                  <a:pt x="12143" y="3773"/>
                </a:lnTo>
                <a:lnTo>
                  <a:pt x="12094" y="3675"/>
                </a:lnTo>
                <a:lnTo>
                  <a:pt x="12021" y="3602"/>
                </a:lnTo>
                <a:lnTo>
                  <a:pt x="11948" y="3554"/>
                </a:lnTo>
                <a:lnTo>
                  <a:pt x="11851" y="3505"/>
                </a:lnTo>
                <a:lnTo>
                  <a:pt x="11607" y="3286"/>
                </a:lnTo>
                <a:lnTo>
                  <a:pt x="11340" y="3091"/>
                </a:lnTo>
                <a:lnTo>
                  <a:pt x="11072" y="2897"/>
                </a:lnTo>
                <a:lnTo>
                  <a:pt x="10804" y="2726"/>
                </a:lnTo>
                <a:lnTo>
                  <a:pt x="10464" y="2556"/>
                </a:lnTo>
                <a:lnTo>
                  <a:pt x="10099" y="2386"/>
                </a:lnTo>
                <a:lnTo>
                  <a:pt x="9709" y="2264"/>
                </a:lnTo>
                <a:lnTo>
                  <a:pt x="9320" y="2191"/>
                </a:lnTo>
                <a:lnTo>
                  <a:pt x="8931" y="2142"/>
                </a:lnTo>
                <a:lnTo>
                  <a:pt x="8517" y="2094"/>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30" name="Google Shape;830;p39"/>
          <p:cNvSpPr/>
          <p:nvPr/>
        </p:nvSpPr>
        <p:spPr>
          <a:xfrm>
            <a:off x="400284" y="2642049"/>
            <a:ext cx="127109" cy="429713"/>
          </a:xfrm>
          <a:custGeom>
            <a:avLst/>
            <a:gdLst/>
            <a:ahLst/>
            <a:cxnLst/>
            <a:rect l="l" t="t" r="r" b="b"/>
            <a:pathLst>
              <a:path w="5816" h="19662" extrusionOk="0">
                <a:moveTo>
                  <a:pt x="2677" y="5694"/>
                </a:moveTo>
                <a:lnTo>
                  <a:pt x="2896" y="5719"/>
                </a:lnTo>
                <a:lnTo>
                  <a:pt x="3042" y="5719"/>
                </a:lnTo>
                <a:lnTo>
                  <a:pt x="2871" y="5792"/>
                </a:lnTo>
                <a:lnTo>
                  <a:pt x="2750" y="5865"/>
                </a:lnTo>
                <a:lnTo>
                  <a:pt x="2482" y="5986"/>
                </a:lnTo>
                <a:lnTo>
                  <a:pt x="2360" y="6059"/>
                </a:lnTo>
                <a:lnTo>
                  <a:pt x="2239" y="6157"/>
                </a:lnTo>
                <a:lnTo>
                  <a:pt x="2263" y="5719"/>
                </a:lnTo>
                <a:lnTo>
                  <a:pt x="2433" y="5694"/>
                </a:lnTo>
                <a:close/>
                <a:moveTo>
                  <a:pt x="3407" y="5767"/>
                </a:moveTo>
                <a:lnTo>
                  <a:pt x="3577" y="5792"/>
                </a:lnTo>
                <a:lnTo>
                  <a:pt x="3553" y="6838"/>
                </a:lnTo>
                <a:lnTo>
                  <a:pt x="3480" y="6789"/>
                </a:lnTo>
                <a:lnTo>
                  <a:pt x="3407" y="6789"/>
                </a:lnTo>
                <a:lnTo>
                  <a:pt x="3309" y="6814"/>
                </a:lnTo>
                <a:lnTo>
                  <a:pt x="3212" y="6838"/>
                </a:lnTo>
                <a:lnTo>
                  <a:pt x="3042" y="6935"/>
                </a:lnTo>
                <a:lnTo>
                  <a:pt x="2896" y="7033"/>
                </a:lnTo>
                <a:lnTo>
                  <a:pt x="2531" y="7227"/>
                </a:lnTo>
                <a:lnTo>
                  <a:pt x="2336" y="7349"/>
                </a:lnTo>
                <a:lnTo>
                  <a:pt x="2166" y="7471"/>
                </a:lnTo>
                <a:lnTo>
                  <a:pt x="2190" y="7106"/>
                </a:lnTo>
                <a:lnTo>
                  <a:pt x="2360" y="7033"/>
                </a:lnTo>
                <a:lnTo>
                  <a:pt x="2531" y="6960"/>
                </a:lnTo>
                <a:lnTo>
                  <a:pt x="2847" y="6765"/>
                </a:lnTo>
                <a:lnTo>
                  <a:pt x="3212" y="6595"/>
                </a:lnTo>
                <a:lnTo>
                  <a:pt x="3407" y="6473"/>
                </a:lnTo>
                <a:lnTo>
                  <a:pt x="3455" y="6400"/>
                </a:lnTo>
                <a:lnTo>
                  <a:pt x="3504" y="6327"/>
                </a:lnTo>
                <a:lnTo>
                  <a:pt x="3528" y="6254"/>
                </a:lnTo>
                <a:lnTo>
                  <a:pt x="3480" y="6181"/>
                </a:lnTo>
                <a:lnTo>
                  <a:pt x="3431" y="6108"/>
                </a:lnTo>
                <a:lnTo>
                  <a:pt x="3382" y="6084"/>
                </a:lnTo>
                <a:lnTo>
                  <a:pt x="3285" y="6084"/>
                </a:lnTo>
                <a:lnTo>
                  <a:pt x="3188" y="6108"/>
                </a:lnTo>
                <a:lnTo>
                  <a:pt x="2993" y="6181"/>
                </a:lnTo>
                <a:lnTo>
                  <a:pt x="2628" y="6400"/>
                </a:lnTo>
                <a:lnTo>
                  <a:pt x="2409" y="6522"/>
                </a:lnTo>
                <a:lnTo>
                  <a:pt x="2190" y="6643"/>
                </a:lnTo>
                <a:lnTo>
                  <a:pt x="2214" y="6497"/>
                </a:lnTo>
                <a:lnTo>
                  <a:pt x="2263" y="6497"/>
                </a:lnTo>
                <a:lnTo>
                  <a:pt x="2287" y="6473"/>
                </a:lnTo>
                <a:lnTo>
                  <a:pt x="2579" y="6327"/>
                </a:lnTo>
                <a:lnTo>
                  <a:pt x="2847" y="6157"/>
                </a:lnTo>
                <a:lnTo>
                  <a:pt x="3139" y="6059"/>
                </a:lnTo>
                <a:lnTo>
                  <a:pt x="3285" y="5986"/>
                </a:lnTo>
                <a:lnTo>
                  <a:pt x="3358" y="5962"/>
                </a:lnTo>
                <a:lnTo>
                  <a:pt x="3382" y="5889"/>
                </a:lnTo>
                <a:lnTo>
                  <a:pt x="3407" y="5840"/>
                </a:lnTo>
                <a:lnTo>
                  <a:pt x="3407" y="5767"/>
                </a:lnTo>
                <a:close/>
                <a:moveTo>
                  <a:pt x="4039" y="6303"/>
                </a:moveTo>
                <a:lnTo>
                  <a:pt x="4209" y="6327"/>
                </a:lnTo>
                <a:lnTo>
                  <a:pt x="4404" y="6351"/>
                </a:lnTo>
                <a:lnTo>
                  <a:pt x="4526" y="6351"/>
                </a:lnTo>
                <a:lnTo>
                  <a:pt x="4574" y="7884"/>
                </a:lnTo>
                <a:lnTo>
                  <a:pt x="4574" y="7884"/>
                </a:lnTo>
                <a:lnTo>
                  <a:pt x="4501" y="7860"/>
                </a:lnTo>
                <a:lnTo>
                  <a:pt x="4404" y="7860"/>
                </a:lnTo>
                <a:lnTo>
                  <a:pt x="4234" y="7884"/>
                </a:lnTo>
                <a:lnTo>
                  <a:pt x="4015" y="7909"/>
                </a:lnTo>
                <a:lnTo>
                  <a:pt x="4015" y="7471"/>
                </a:lnTo>
                <a:lnTo>
                  <a:pt x="4039" y="6303"/>
                </a:lnTo>
                <a:close/>
                <a:moveTo>
                  <a:pt x="3553" y="7179"/>
                </a:moveTo>
                <a:lnTo>
                  <a:pt x="3553" y="7495"/>
                </a:lnTo>
                <a:lnTo>
                  <a:pt x="3480" y="7495"/>
                </a:lnTo>
                <a:lnTo>
                  <a:pt x="3285" y="7544"/>
                </a:lnTo>
                <a:lnTo>
                  <a:pt x="3090" y="7617"/>
                </a:lnTo>
                <a:lnTo>
                  <a:pt x="2701" y="7811"/>
                </a:lnTo>
                <a:lnTo>
                  <a:pt x="2458" y="7957"/>
                </a:lnTo>
                <a:lnTo>
                  <a:pt x="2190" y="8128"/>
                </a:lnTo>
                <a:lnTo>
                  <a:pt x="2166" y="7860"/>
                </a:lnTo>
                <a:lnTo>
                  <a:pt x="2166" y="7811"/>
                </a:lnTo>
                <a:lnTo>
                  <a:pt x="2287" y="7811"/>
                </a:lnTo>
                <a:lnTo>
                  <a:pt x="2409" y="7787"/>
                </a:lnTo>
                <a:lnTo>
                  <a:pt x="2628" y="7690"/>
                </a:lnTo>
                <a:lnTo>
                  <a:pt x="3042" y="7471"/>
                </a:lnTo>
                <a:lnTo>
                  <a:pt x="3285" y="7349"/>
                </a:lnTo>
                <a:lnTo>
                  <a:pt x="3431" y="7276"/>
                </a:lnTo>
                <a:lnTo>
                  <a:pt x="3553" y="7179"/>
                </a:lnTo>
                <a:close/>
                <a:moveTo>
                  <a:pt x="3553" y="7957"/>
                </a:moveTo>
                <a:lnTo>
                  <a:pt x="3553" y="8249"/>
                </a:lnTo>
                <a:lnTo>
                  <a:pt x="3504" y="8274"/>
                </a:lnTo>
                <a:lnTo>
                  <a:pt x="3066" y="8468"/>
                </a:lnTo>
                <a:lnTo>
                  <a:pt x="2652" y="8687"/>
                </a:lnTo>
                <a:lnTo>
                  <a:pt x="2482" y="8784"/>
                </a:lnTo>
                <a:lnTo>
                  <a:pt x="2312" y="8882"/>
                </a:lnTo>
                <a:lnTo>
                  <a:pt x="2239" y="8955"/>
                </a:lnTo>
                <a:lnTo>
                  <a:pt x="2214" y="8468"/>
                </a:lnTo>
                <a:lnTo>
                  <a:pt x="2336" y="8468"/>
                </a:lnTo>
                <a:lnTo>
                  <a:pt x="2458" y="8420"/>
                </a:lnTo>
                <a:lnTo>
                  <a:pt x="2677" y="8322"/>
                </a:lnTo>
                <a:lnTo>
                  <a:pt x="3115" y="8128"/>
                </a:lnTo>
                <a:lnTo>
                  <a:pt x="3553" y="7957"/>
                </a:lnTo>
                <a:close/>
                <a:moveTo>
                  <a:pt x="3528" y="8784"/>
                </a:moveTo>
                <a:lnTo>
                  <a:pt x="3528" y="8955"/>
                </a:lnTo>
                <a:lnTo>
                  <a:pt x="3358" y="9003"/>
                </a:lnTo>
                <a:lnTo>
                  <a:pt x="3212" y="9076"/>
                </a:lnTo>
                <a:lnTo>
                  <a:pt x="2871" y="9247"/>
                </a:lnTo>
                <a:lnTo>
                  <a:pt x="2579" y="9441"/>
                </a:lnTo>
                <a:lnTo>
                  <a:pt x="2287" y="9660"/>
                </a:lnTo>
                <a:lnTo>
                  <a:pt x="2263" y="9247"/>
                </a:lnTo>
                <a:lnTo>
                  <a:pt x="2458" y="9247"/>
                </a:lnTo>
                <a:lnTo>
                  <a:pt x="2871" y="9052"/>
                </a:lnTo>
                <a:lnTo>
                  <a:pt x="3528" y="8784"/>
                </a:lnTo>
                <a:close/>
                <a:moveTo>
                  <a:pt x="4574" y="8371"/>
                </a:moveTo>
                <a:lnTo>
                  <a:pt x="4574" y="8565"/>
                </a:lnTo>
                <a:lnTo>
                  <a:pt x="4574" y="9076"/>
                </a:lnTo>
                <a:lnTo>
                  <a:pt x="4550" y="9587"/>
                </a:lnTo>
                <a:lnTo>
                  <a:pt x="4453" y="9563"/>
                </a:lnTo>
                <a:lnTo>
                  <a:pt x="4355" y="9563"/>
                </a:lnTo>
                <a:lnTo>
                  <a:pt x="3991" y="9660"/>
                </a:lnTo>
                <a:lnTo>
                  <a:pt x="4015" y="8371"/>
                </a:lnTo>
                <a:lnTo>
                  <a:pt x="4209" y="8395"/>
                </a:lnTo>
                <a:lnTo>
                  <a:pt x="4501" y="8395"/>
                </a:lnTo>
                <a:lnTo>
                  <a:pt x="4574" y="8371"/>
                </a:lnTo>
                <a:close/>
                <a:moveTo>
                  <a:pt x="3528" y="9393"/>
                </a:moveTo>
                <a:lnTo>
                  <a:pt x="3528" y="9660"/>
                </a:lnTo>
                <a:lnTo>
                  <a:pt x="3212" y="9806"/>
                </a:lnTo>
                <a:lnTo>
                  <a:pt x="2896" y="9952"/>
                </a:lnTo>
                <a:lnTo>
                  <a:pt x="2604" y="10098"/>
                </a:lnTo>
                <a:lnTo>
                  <a:pt x="2482" y="10196"/>
                </a:lnTo>
                <a:lnTo>
                  <a:pt x="2360" y="10293"/>
                </a:lnTo>
                <a:lnTo>
                  <a:pt x="2336" y="9977"/>
                </a:lnTo>
                <a:lnTo>
                  <a:pt x="2312" y="9806"/>
                </a:lnTo>
                <a:lnTo>
                  <a:pt x="2458" y="9782"/>
                </a:lnTo>
                <a:lnTo>
                  <a:pt x="2604" y="9758"/>
                </a:lnTo>
                <a:lnTo>
                  <a:pt x="2750" y="9709"/>
                </a:lnTo>
                <a:lnTo>
                  <a:pt x="2920" y="9636"/>
                </a:lnTo>
                <a:lnTo>
                  <a:pt x="3212" y="9514"/>
                </a:lnTo>
                <a:lnTo>
                  <a:pt x="3528" y="9393"/>
                </a:lnTo>
                <a:close/>
                <a:moveTo>
                  <a:pt x="3528" y="10123"/>
                </a:moveTo>
                <a:lnTo>
                  <a:pt x="3504" y="10415"/>
                </a:lnTo>
                <a:lnTo>
                  <a:pt x="3358" y="10439"/>
                </a:lnTo>
                <a:lnTo>
                  <a:pt x="3212" y="10488"/>
                </a:lnTo>
                <a:lnTo>
                  <a:pt x="2920" y="10609"/>
                </a:lnTo>
                <a:lnTo>
                  <a:pt x="2652" y="10755"/>
                </a:lnTo>
                <a:lnTo>
                  <a:pt x="2409" y="10901"/>
                </a:lnTo>
                <a:lnTo>
                  <a:pt x="2385" y="10585"/>
                </a:lnTo>
                <a:lnTo>
                  <a:pt x="2531" y="10536"/>
                </a:lnTo>
                <a:lnTo>
                  <a:pt x="2701" y="10488"/>
                </a:lnTo>
                <a:lnTo>
                  <a:pt x="3017" y="10342"/>
                </a:lnTo>
                <a:lnTo>
                  <a:pt x="3528" y="10123"/>
                </a:lnTo>
                <a:close/>
                <a:moveTo>
                  <a:pt x="4501" y="10098"/>
                </a:moveTo>
                <a:lnTo>
                  <a:pt x="4453" y="10780"/>
                </a:lnTo>
                <a:lnTo>
                  <a:pt x="4428" y="11072"/>
                </a:lnTo>
                <a:lnTo>
                  <a:pt x="4234" y="11072"/>
                </a:lnTo>
                <a:lnTo>
                  <a:pt x="3966" y="11096"/>
                </a:lnTo>
                <a:lnTo>
                  <a:pt x="3991" y="10123"/>
                </a:lnTo>
                <a:lnTo>
                  <a:pt x="4258" y="10123"/>
                </a:lnTo>
                <a:lnTo>
                  <a:pt x="4501" y="10098"/>
                </a:lnTo>
                <a:close/>
                <a:moveTo>
                  <a:pt x="3504" y="10780"/>
                </a:moveTo>
                <a:lnTo>
                  <a:pt x="3504" y="10877"/>
                </a:lnTo>
                <a:lnTo>
                  <a:pt x="3358" y="10901"/>
                </a:lnTo>
                <a:lnTo>
                  <a:pt x="3212" y="10950"/>
                </a:lnTo>
                <a:lnTo>
                  <a:pt x="3066" y="10999"/>
                </a:lnTo>
                <a:lnTo>
                  <a:pt x="2896" y="11096"/>
                </a:lnTo>
                <a:lnTo>
                  <a:pt x="2628" y="11266"/>
                </a:lnTo>
                <a:lnTo>
                  <a:pt x="2506" y="11364"/>
                </a:lnTo>
                <a:lnTo>
                  <a:pt x="2433" y="11461"/>
                </a:lnTo>
                <a:lnTo>
                  <a:pt x="2409" y="11169"/>
                </a:lnTo>
                <a:lnTo>
                  <a:pt x="2555" y="11145"/>
                </a:lnTo>
                <a:lnTo>
                  <a:pt x="2701" y="11096"/>
                </a:lnTo>
                <a:lnTo>
                  <a:pt x="2969" y="10974"/>
                </a:lnTo>
                <a:lnTo>
                  <a:pt x="3236" y="10877"/>
                </a:lnTo>
                <a:lnTo>
                  <a:pt x="3504" y="10780"/>
                </a:lnTo>
                <a:close/>
                <a:moveTo>
                  <a:pt x="3480" y="11364"/>
                </a:moveTo>
                <a:lnTo>
                  <a:pt x="3480" y="11437"/>
                </a:lnTo>
                <a:lnTo>
                  <a:pt x="3407" y="11461"/>
                </a:lnTo>
                <a:lnTo>
                  <a:pt x="3139" y="11583"/>
                </a:lnTo>
                <a:lnTo>
                  <a:pt x="2920" y="11753"/>
                </a:lnTo>
                <a:lnTo>
                  <a:pt x="2458" y="12118"/>
                </a:lnTo>
                <a:lnTo>
                  <a:pt x="2433" y="11656"/>
                </a:lnTo>
                <a:lnTo>
                  <a:pt x="2531" y="11680"/>
                </a:lnTo>
                <a:lnTo>
                  <a:pt x="2604" y="11680"/>
                </a:lnTo>
                <a:lnTo>
                  <a:pt x="2701" y="11656"/>
                </a:lnTo>
                <a:lnTo>
                  <a:pt x="2871" y="11607"/>
                </a:lnTo>
                <a:lnTo>
                  <a:pt x="3236" y="11437"/>
                </a:lnTo>
                <a:lnTo>
                  <a:pt x="3480" y="11364"/>
                </a:lnTo>
                <a:close/>
                <a:moveTo>
                  <a:pt x="3480" y="11899"/>
                </a:moveTo>
                <a:lnTo>
                  <a:pt x="3480" y="11972"/>
                </a:lnTo>
                <a:lnTo>
                  <a:pt x="3455" y="12118"/>
                </a:lnTo>
                <a:lnTo>
                  <a:pt x="3334" y="12167"/>
                </a:lnTo>
                <a:lnTo>
                  <a:pt x="3188" y="12240"/>
                </a:lnTo>
                <a:lnTo>
                  <a:pt x="2944" y="12361"/>
                </a:lnTo>
                <a:lnTo>
                  <a:pt x="2701" y="12483"/>
                </a:lnTo>
                <a:lnTo>
                  <a:pt x="2458" y="12629"/>
                </a:lnTo>
                <a:lnTo>
                  <a:pt x="2458" y="12313"/>
                </a:lnTo>
                <a:lnTo>
                  <a:pt x="2725" y="12240"/>
                </a:lnTo>
                <a:lnTo>
                  <a:pt x="2969" y="12142"/>
                </a:lnTo>
                <a:lnTo>
                  <a:pt x="3480" y="11899"/>
                </a:lnTo>
                <a:close/>
                <a:moveTo>
                  <a:pt x="3942" y="11558"/>
                </a:moveTo>
                <a:lnTo>
                  <a:pt x="4185" y="11583"/>
                </a:lnTo>
                <a:lnTo>
                  <a:pt x="4428" y="11583"/>
                </a:lnTo>
                <a:lnTo>
                  <a:pt x="4428" y="12824"/>
                </a:lnTo>
                <a:lnTo>
                  <a:pt x="4355" y="12824"/>
                </a:lnTo>
                <a:lnTo>
                  <a:pt x="4112" y="12872"/>
                </a:lnTo>
                <a:lnTo>
                  <a:pt x="3893" y="12921"/>
                </a:lnTo>
                <a:lnTo>
                  <a:pt x="3893" y="12921"/>
                </a:lnTo>
                <a:lnTo>
                  <a:pt x="3918" y="12167"/>
                </a:lnTo>
                <a:lnTo>
                  <a:pt x="3942" y="11558"/>
                </a:lnTo>
                <a:close/>
                <a:moveTo>
                  <a:pt x="3431" y="12580"/>
                </a:moveTo>
                <a:lnTo>
                  <a:pt x="3431" y="12702"/>
                </a:lnTo>
                <a:lnTo>
                  <a:pt x="3285" y="12726"/>
                </a:lnTo>
                <a:lnTo>
                  <a:pt x="3163" y="12799"/>
                </a:lnTo>
                <a:lnTo>
                  <a:pt x="2920" y="12945"/>
                </a:lnTo>
                <a:lnTo>
                  <a:pt x="2677" y="13091"/>
                </a:lnTo>
                <a:lnTo>
                  <a:pt x="2555" y="13189"/>
                </a:lnTo>
                <a:lnTo>
                  <a:pt x="2458" y="13286"/>
                </a:lnTo>
                <a:lnTo>
                  <a:pt x="2458" y="12945"/>
                </a:lnTo>
                <a:lnTo>
                  <a:pt x="2604" y="12945"/>
                </a:lnTo>
                <a:lnTo>
                  <a:pt x="2774" y="12897"/>
                </a:lnTo>
                <a:lnTo>
                  <a:pt x="3042" y="12775"/>
                </a:lnTo>
                <a:lnTo>
                  <a:pt x="3407" y="12580"/>
                </a:lnTo>
                <a:close/>
                <a:moveTo>
                  <a:pt x="3407" y="13213"/>
                </a:moveTo>
                <a:lnTo>
                  <a:pt x="3407" y="13432"/>
                </a:lnTo>
                <a:lnTo>
                  <a:pt x="3236" y="13529"/>
                </a:lnTo>
                <a:lnTo>
                  <a:pt x="3066" y="13651"/>
                </a:lnTo>
                <a:lnTo>
                  <a:pt x="2774" y="13821"/>
                </a:lnTo>
                <a:lnTo>
                  <a:pt x="2579" y="13919"/>
                </a:lnTo>
                <a:lnTo>
                  <a:pt x="2433" y="14065"/>
                </a:lnTo>
                <a:lnTo>
                  <a:pt x="2458" y="13529"/>
                </a:lnTo>
                <a:lnTo>
                  <a:pt x="2579" y="13529"/>
                </a:lnTo>
                <a:lnTo>
                  <a:pt x="2701" y="13505"/>
                </a:lnTo>
                <a:lnTo>
                  <a:pt x="2920" y="13408"/>
                </a:lnTo>
                <a:lnTo>
                  <a:pt x="3285" y="13262"/>
                </a:lnTo>
                <a:lnTo>
                  <a:pt x="3407" y="13213"/>
                </a:lnTo>
                <a:close/>
                <a:moveTo>
                  <a:pt x="3407" y="13894"/>
                </a:moveTo>
                <a:lnTo>
                  <a:pt x="3455" y="14235"/>
                </a:lnTo>
                <a:lnTo>
                  <a:pt x="3236" y="14284"/>
                </a:lnTo>
                <a:lnTo>
                  <a:pt x="3042" y="14357"/>
                </a:lnTo>
                <a:lnTo>
                  <a:pt x="2628" y="14478"/>
                </a:lnTo>
                <a:lnTo>
                  <a:pt x="2555" y="14527"/>
                </a:lnTo>
                <a:lnTo>
                  <a:pt x="2409" y="14600"/>
                </a:lnTo>
                <a:lnTo>
                  <a:pt x="2433" y="14308"/>
                </a:lnTo>
                <a:lnTo>
                  <a:pt x="2433" y="14211"/>
                </a:lnTo>
                <a:lnTo>
                  <a:pt x="2506" y="14259"/>
                </a:lnTo>
                <a:lnTo>
                  <a:pt x="2604" y="14284"/>
                </a:lnTo>
                <a:lnTo>
                  <a:pt x="2701" y="14284"/>
                </a:lnTo>
                <a:lnTo>
                  <a:pt x="2798" y="14235"/>
                </a:lnTo>
                <a:lnTo>
                  <a:pt x="2993" y="14162"/>
                </a:lnTo>
                <a:lnTo>
                  <a:pt x="3139" y="14065"/>
                </a:lnTo>
                <a:lnTo>
                  <a:pt x="3407" y="13894"/>
                </a:lnTo>
                <a:close/>
                <a:moveTo>
                  <a:pt x="3504" y="14551"/>
                </a:moveTo>
                <a:lnTo>
                  <a:pt x="3553" y="14697"/>
                </a:lnTo>
                <a:lnTo>
                  <a:pt x="3504" y="14722"/>
                </a:lnTo>
                <a:lnTo>
                  <a:pt x="3358" y="14795"/>
                </a:lnTo>
                <a:lnTo>
                  <a:pt x="3163" y="14892"/>
                </a:lnTo>
                <a:lnTo>
                  <a:pt x="2798" y="15038"/>
                </a:lnTo>
                <a:lnTo>
                  <a:pt x="2433" y="15184"/>
                </a:lnTo>
                <a:lnTo>
                  <a:pt x="2263" y="15281"/>
                </a:lnTo>
                <a:lnTo>
                  <a:pt x="2093" y="15403"/>
                </a:lnTo>
                <a:lnTo>
                  <a:pt x="2093" y="15403"/>
                </a:lnTo>
                <a:lnTo>
                  <a:pt x="2239" y="15160"/>
                </a:lnTo>
                <a:lnTo>
                  <a:pt x="2336" y="14989"/>
                </a:lnTo>
                <a:lnTo>
                  <a:pt x="2385" y="14819"/>
                </a:lnTo>
                <a:lnTo>
                  <a:pt x="2604" y="14819"/>
                </a:lnTo>
                <a:lnTo>
                  <a:pt x="2823" y="14722"/>
                </a:lnTo>
                <a:lnTo>
                  <a:pt x="3163" y="14649"/>
                </a:lnTo>
                <a:lnTo>
                  <a:pt x="3504" y="14551"/>
                </a:lnTo>
                <a:close/>
                <a:moveTo>
                  <a:pt x="3723" y="15014"/>
                </a:moveTo>
                <a:lnTo>
                  <a:pt x="3918" y="15306"/>
                </a:lnTo>
                <a:lnTo>
                  <a:pt x="3772" y="15330"/>
                </a:lnTo>
                <a:lnTo>
                  <a:pt x="3626" y="15379"/>
                </a:lnTo>
                <a:lnTo>
                  <a:pt x="3358" y="15525"/>
                </a:lnTo>
                <a:lnTo>
                  <a:pt x="3066" y="15695"/>
                </a:lnTo>
                <a:lnTo>
                  <a:pt x="2823" y="15841"/>
                </a:lnTo>
                <a:lnTo>
                  <a:pt x="2506" y="15987"/>
                </a:lnTo>
                <a:lnTo>
                  <a:pt x="2214" y="16084"/>
                </a:lnTo>
                <a:lnTo>
                  <a:pt x="1606" y="16303"/>
                </a:lnTo>
                <a:lnTo>
                  <a:pt x="1703" y="16084"/>
                </a:lnTo>
                <a:lnTo>
                  <a:pt x="1776" y="15890"/>
                </a:lnTo>
                <a:lnTo>
                  <a:pt x="1947" y="15646"/>
                </a:lnTo>
                <a:lnTo>
                  <a:pt x="1995" y="15646"/>
                </a:lnTo>
                <a:lnTo>
                  <a:pt x="2214" y="15622"/>
                </a:lnTo>
                <a:lnTo>
                  <a:pt x="2433" y="15573"/>
                </a:lnTo>
                <a:lnTo>
                  <a:pt x="2871" y="15427"/>
                </a:lnTo>
                <a:lnTo>
                  <a:pt x="3309" y="15257"/>
                </a:lnTo>
                <a:lnTo>
                  <a:pt x="3699" y="15038"/>
                </a:lnTo>
                <a:lnTo>
                  <a:pt x="3723" y="15014"/>
                </a:lnTo>
                <a:close/>
                <a:moveTo>
                  <a:pt x="4088" y="15549"/>
                </a:moveTo>
                <a:lnTo>
                  <a:pt x="4209" y="15719"/>
                </a:lnTo>
                <a:lnTo>
                  <a:pt x="3845" y="15865"/>
                </a:lnTo>
                <a:lnTo>
                  <a:pt x="3504" y="16011"/>
                </a:lnTo>
                <a:lnTo>
                  <a:pt x="2798" y="16328"/>
                </a:lnTo>
                <a:lnTo>
                  <a:pt x="2117" y="16620"/>
                </a:lnTo>
                <a:lnTo>
                  <a:pt x="1801" y="16790"/>
                </a:lnTo>
                <a:lnTo>
                  <a:pt x="1484" y="16984"/>
                </a:lnTo>
                <a:lnTo>
                  <a:pt x="1509" y="16790"/>
                </a:lnTo>
                <a:lnTo>
                  <a:pt x="1533" y="16595"/>
                </a:lnTo>
                <a:lnTo>
                  <a:pt x="1995" y="16595"/>
                </a:lnTo>
                <a:lnTo>
                  <a:pt x="2166" y="16547"/>
                </a:lnTo>
                <a:lnTo>
                  <a:pt x="2482" y="16449"/>
                </a:lnTo>
                <a:lnTo>
                  <a:pt x="2750" y="16328"/>
                </a:lnTo>
                <a:lnTo>
                  <a:pt x="3090" y="16182"/>
                </a:lnTo>
                <a:lnTo>
                  <a:pt x="3480" y="16011"/>
                </a:lnTo>
                <a:lnTo>
                  <a:pt x="3650" y="15914"/>
                </a:lnTo>
                <a:lnTo>
                  <a:pt x="3820" y="15792"/>
                </a:lnTo>
                <a:lnTo>
                  <a:pt x="3966" y="15671"/>
                </a:lnTo>
                <a:lnTo>
                  <a:pt x="4088" y="15549"/>
                </a:lnTo>
                <a:close/>
                <a:moveTo>
                  <a:pt x="4428" y="16060"/>
                </a:moveTo>
                <a:lnTo>
                  <a:pt x="4477" y="16206"/>
                </a:lnTo>
                <a:lnTo>
                  <a:pt x="4453" y="16206"/>
                </a:lnTo>
                <a:lnTo>
                  <a:pt x="4380" y="16230"/>
                </a:lnTo>
                <a:lnTo>
                  <a:pt x="4307" y="16279"/>
                </a:lnTo>
                <a:lnTo>
                  <a:pt x="4185" y="16352"/>
                </a:lnTo>
                <a:lnTo>
                  <a:pt x="4064" y="16474"/>
                </a:lnTo>
                <a:lnTo>
                  <a:pt x="3942" y="16571"/>
                </a:lnTo>
                <a:lnTo>
                  <a:pt x="3553" y="16790"/>
                </a:lnTo>
                <a:lnTo>
                  <a:pt x="3139" y="17009"/>
                </a:lnTo>
                <a:lnTo>
                  <a:pt x="2652" y="17228"/>
                </a:lnTo>
                <a:lnTo>
                  <a:pt x="2190" y="17422"/>
                </a:lnTo>
                <a:lnTo>
                  <a:pt x="1947" y="17520"/>
                </a:lnTo>
                <a:lnTo>
                  <a:pt x="1825" y="17568"/>
                </a:lnTo>
                <a:lnTo>
                  <a:pt x="1728" y="17641"/>
                </a:lnTo>
                <a:lnTo>
                  <a:pt x="1630" y="17520"/>
                </a:lnTo>
                <a:lnTo>
                  <a:pt x="1557" y="17325"/>
                </a:lnTo>
                <a:lnTo>
                  <a:pt x="1606" y="17325"/>
                </a:lnTo>
                <a:lnTo>
                  <a:pt x="2409" y="16984"/>
                </a:lnTo>
                <a:lnTo>
                  <a:pt x="3188" y="16644"/>
                </a:lnTo>
                <a:lnTo>
                  <a:pt x="3820" y="16401"/>
                </a:lnTo>
                <a:lnTo>
                  <a:pt x="4137" y="16255"/>
                </a:lnTo>
                <a:lnTo>
                  <a:pt x="4428" y="16060"/>
                </a:lnTo>
                <a:close/>
                <a:moveTo>
                  <a:pt x="4550" y="16571"/>
                </a:moveTo>
                <a:lnTo>
                  <a:pt x="4550" y="16717"/>
                </a:lnTo>
                <a:lnTo>
                  <a:pt x="4526" y="16863"/>
                </a:lnTo>
                <a:lnTo>
                  <a:pt x="4477" y="16863"/>
                </a:lnTo>
                <a:lnTo>
                  <a:pt x="4331" y="16911"/>
                </a:lnTo>
                <a:lnTo>
                  <a:pt x="4185" y="16984"/>
                </a:lnTo>
                <a:lnTo>
                  <a:pt x="3918" y="17179"/>
                </a:lnTo>
                <a:lnTo>
                  <a:pt x="3528" y="17422"/>
                </a:lnTo>
                <a:lnTo>
                  <a:pt x="3115" y="17617"/>
                </a:lnTo>
                <a:lnTo>
                  <a:pt x="2750" y="17763"/>
                </a:lnTo>
                <a:lnTo>
                  <a:pt x="2531" y="17909"/>
                </a:lnTo>
                <a:lnTo>
                  <a:pt x="2433" y="17958"/>
                </a:lnTo>
                <a:lnTo>
                  <a:pt x="2385" y="18031"/>
                </a:lnTo>
                <a:lnTo>
                  <a:pt x="2190" y="17958"/>
                </a:lnTo>
                <a:lnTo>
                  <a:pt x="1995" y="17885"/>
                </a:lnTo>
                <a:lnTo>
                  <a:pt x="2287" y="17787"/>
                </a:lnTo>
                <a:lnTo>
                  <a:pt x="2823" y="17568"/>
                </a:lnTo>
                <a:lnTo>
                  <a:pt x="3334" y="17349"/>
                </a:lnTo>
                <a:lnTo>
                  <a:pt x="3601" y="17228"/>
                </a:lnTo>
                <a:lnTo>
                  <a:pt x="3966" y="17057"/>
                </a:lnTo>
                <a:lnTo>
                  <a:pt x="4137" y="16936"/>
                </a:lnTo>
                <a:lnTo>
                  <a:pt x="4307" y="16838"/>
                </a:lnTo>
                <a:lnTo>
                  <a:pt x="4428" y="16717"/>
                </a:lnTo>
                <a:lnTo>
                  <a:pt x="4550" y="16571"/>
                </a:lnTo>
                <a:close/>
                <a:moveTo>
                  <a:pt x="4234" y="17422"/>
                </a:moveTo>
                <a:lnTo>
                  <a:pt x="4112" y="17544"/>
                </a:lnTo>
                <a:lnTo>
                  <a:pt x="3991" y="17641"/>
                </a:lnTo>
                <a:lnTo>
                  <a:pt x="3723" y="17812"/>
                </a:lnTo>
                <a:lnTo>
                  <a:pt x="3407" y="17958"/>
                </a:lnTo>
                <a:lnTo>
                  <a:pt x="3090" y="18031"/>
                </a:lnTo>
                <a:lnTo>
                  <a:pt x="3407" y="17860"/>
                </a:lnTo>
                <a:lnTo>
                  <a:pt x="3796" y="17690"/>
                </a:lnTo>
                <a:lnTo>
                  <a:pt x="4015" y="17568"/>
                </a:lnTo>
                <a:lnTo>
                  <a:pt x="4234" y="17422"/>
                </a:lnTo>
                <a:close/>
                <a:moveTo>
                  <a:pt x="3017" y="463"/>
                </a:moveTo>
                <a:lnTo>
                  <a:pt x="3528" y="633"/>
                </a:lnTo>
                <a:lnTo>
                  <a:pt x="3747" y="730"/>
                </a:lnTo>
                <a:lnTo>
                  <a:pt x="3869" y="803"/>
                </a:lnTo>
                <a:lnTo>
                  <a:pt x="3991" y="901"/>
                </a:lnTo>
                <a:lnTo>
                  <a:pt x="4112" y="1022"/>
                </a:lnTo>
                <a:lnTo>
                  <a:pt x="4209" y="1144"/>
                </a:lnTo>
                <a:lnTo>
                  <a:pt x="4307" y="1290"/>
                </a:lnTo>
                <a:lnTo>
                  <a:pt x="4380" y="1460"/>
                </a:lnTo>
                <a:lnTo>
                  <a:pt x="4477" y="1777"/>
                </a:lnTo>
                <a:lnTo>
                  <a:pt x="4550" y="2117"/>
                </a:lnTo>
                <a:lnTo>
                  <a:pt x="4574" y="2531"/>
                </a:lnTo>
                <a:lnTo>
                  <a:pt x="4355" y="2531"/>
                </a:lnTo>
                <a:lnTo>
                  <a:pt x="4137" y="2555"/>
                </a:lnTo>
                <a:lnTo>
                  <a:pt x="3893" y="2555"/>
                </a:lnTo>
                <a:lnTo>
                  <a:pt x="3796" y="2580"/>
                </a:lnTo>
                <a:lnTo>
                  <a:pt x="3674" y="2604"/>
                </a:lnTo>
                <a:lnTo>
                  <a:pt x="3650" y="2653"/>
                </a:lnTo>
                <a:lnTo>
                  <a:pt x="3626" y="2701"/>
                </a:lnTo>
                <a:lnTo>
                  <a:pt x="3626" y="2750"/>
                </a:lnTo>
                <a:lnTo>
                  <a:pt x="3626" y="2799"/>
                </a:lnTo>
                <a:lnTo>
                  <a:pt x="3723" y="2872"/>
                </a:lnTo>
                <a:lnTo>
                  <a:pt x="3845" y="2920"/>
                </a:lnTo>
                <a:lnTo>
                  <a:pt x="3966" y="2969"/>
                </a:lnTo>
                <a:lnTo>
                  <a:pt x="4088" y="2969"/>
                </a:lnTo>
                <a:lnTo>
                  <a:pt x="4331" y="2993"/>
                </a:lnTo>
                <a:lnTo>
                  <a:pt x="4453" y="2993"/>
                </a:lnTo>
                <a:lnTo>
                  <a:pt x="4574" y="2969"/>
                </a:lnTo>
                <a:lnTo>
                  <a:pt x="4526" y="3967"/>
                </a:lnTo>
                <a:lnTo>
                  <a:pt x="4526" y="4015"/>
                </a:lnTo>
                <a:lnTo>
                  <a:pt x="4453" y="3991"/>
                </a:lnTo>
                <a:lnTo>
                  <a:pt x="4380" y="4015"/>
                </a:lnTo>
                <a:lnTo>
                  <a:pt x="4185" y="4040"/>
                </a:lnTo>
                <a:lnTo>
                  <a:pt x="3991" y="4040"/>
                </a:lnTo>
                <a:lnTo>
                  <a:pt x="3869" y="4064"/>
                </a:lnTo>
                <a:lnTo>
                  <a:pt x="3723" y="4088"/>
                </a:lnTo>
                <a:lnTo>
                  <a:pt x="3674" y="4137"/>
                </a:lnTo>
                <a:lnTo>
                  <a:pt x="3626" y="4186"/>
                </a:lnTo>
                <a:lnTo>
                  <a:pt x="3601" y="4259"/>
                </a:lnTo>
                <a:lnTo>
                  <a:pt x="3626" y="4332"/>
                </a:lnTo>
                <a:lnTo>
                  <a:pt x="3674" y="4429"/>
                </a:lnTo>
                <a:lnTo>
                  <a:pt x="3747" y="4502"/>
                </a:lnTo>
                <a:lnTo>
                  <a:pt x="3869" y="4526"/>
                </a:lnTo>
                <a:lnTo>
                  <a:pt x="4015" y="4551"/>
                </a:lnTo>
                <a:lnTo>
                  <a:pt x="4282" y="4551"/>
                </a:lnTo>
                <a:lnTo>
                  <a:pt x="4526" y="4526"/>
                </a:lnTo>
                <a:lnTo>
                  <a:pt x="4526" y="5840"/>
                </a:lnTo>
                <a:lnTo>
                  <a:pt x="4477" y="5840"/>
                </a:lnTo>
                <a:lnTo>
                  <a:pt x="4039" y="5816"/>
                </a:lnTo>
                <a:lnTo>
                  <a:pt x="4039" y="5767"/>
                </a:lnTo>
                <a:lnTo>
                  <a:pt x="4015" y="5670"/>
                </a:lnTo>
                <a:lnTo>
                  <a:pt x="3966" y="5597"/>
                </a:lnTo>
                <a:lnTo>
                  <a:pt x="3918" y="5548"/>
                </a:lnTo>
                <a:lnTo>
                  <a:pt x="3845" y="5524"/>
                </a:lnTo>
                <a:lnTo>
                  <a:pt x="3820" y="5475"/>
                </a:lnTo>
                <a:lnTo>
                  <a:pt x="3772" y="5402"/>
                </a:lnTo>
                <a:lnTo>
                  <a:pt x="3699" y="5354"/>
                </a:lnTo>
                <a:lnTo>
                  <a:pt x="3601" y="5329"/>
                </a:lnTo>
                <a:lnTo>
                  <a:pt x="3358" y="5281"/>
                </a:lnTo>
                <a:lnTo>
                  <a:pt x="3017" y="5232"/>
                </a:lnTo>
                <a:lnTo>
                  <a:pt x="2677" y="5232"/>
                </a:lnTo>
                <a:lnTo>
                  <a:pt x="2360" y="5256"/>
                </a:lnTo>
                <a:lnTo>
                  <a:pt x="2239" y="5305"/>
                </a:lnTo>
                <a:lnTo>
                  <a:pt x="2117" y="5329"/>
                </a:lnTo>
                <a:lnTo>
                  <a:pt x="2044" y="5402"/>
                </a:lnTo>
                <a:lnTo>
                  <a:pt x="1971" y="5451"/>
                </a:lnTo>
                <a:lnTo>
                  <a:pt x="1971" y="5548"/>
                </a:lnTo>
                <a:lnTo>
                  <a:pt x="1995" y="5646"/>
                </a:lnTo>
                <a:lnTo>
                  <a:pt x="1874" y="6132"/>
                </a:lnTo>
                <a:lnTo>
                  <a:pt x="1801" y="6668"/>
                </a:lnTo>
                <a:lnTo>
                  <a:pt x="1752" y="7179"/>
                </a:lnTo>
                <a:lnTo>
                  <a:pt x="1752" y="7714"/>
                </a:lnTo>
                <a:lnTo>
                  <a:pt x="1776" y="8249"/>
                </a:lnTo>
                <a:lnTo>
                  <a:pt x="1825" y="8760"/>
                </a:lnTo>
                <a:lnTo>
                  <a:pt x="1898" y="9806"/>
                </a:lnTo>
                <a:lnTo>
                  <a:pt x="1995" y="10853"/>
                </a:lnTo>
                <a:lnTo>
                  <a:pt x="2068" y="11923"/>
                </a:lnTo>
                <a:lnTo>
                  <a:pt x="2068" y="12483"/>
                </a:lnTo>
                <a:lnTo>
                  <a:pt x="2068" y="13018"/>
                </a:lnTo>
                <a:lnTo>
                  <a:pt x="2020" y="14138"/>
                </a:lnTo>
                <a:lnTo>
                  <a:pt x="1995" y="14405"/>
                </a:lnTo>
                <a:lnTo>
                  <a:pt x="1971" y="14673"/>
                </a:lnTo>
                <a:lnTo>
                  <a:pt x="1874" y="14941"/>
                </a:lnTo>
                <a:lnTo>
                  <a:pt x="1752" y="15184"/>
                </a:lnTo>
                <a:lnTo>
                  <a:pt x="1533" y="15525"/>
                </a:lnTo>
                <a:lnTo>
                  <a:pt x="1411" y="15695"/>
                </a:lnTo>
                <a:lnTo>
                  <a:pt x="1338" y="15865"/>
                </a:lnTo>
                <a:lnTo>
                  <a:pt x="1192" y="16206"/>
                </a:lnTo>
                <a:lnTo>
                  <a:pt x="1119" y="16547"/>
                </a:lnTo>
                <a:lnTo>
                  <a:pt x="1095" y="16887"/>
                </a:lnTo>
                <a:lnTo>
                  <a:pt x="1095" y="17057"/>
                </a:lnTo>
                <a:lnTo>
                  <a:pt x="1095" y="17228"/>
                </a:lnTo>
                <a:lnTo>
                  <a:pt x="1144" y="17398"/>
                </a:lnTo>
                <a:lnTo>
                  <a:pt x="1192" y="17544"/>
                </a:lnTo>
                <a:lnTo>
                  <a:pt x="1265" y="17690"/>
                </a:lnTo>
                <a:lnTo>
                  <a:pt x="1338" y="17812"/>
                </a:lnTo>
                <a:lnTo>
                  <a:pt x="1436" y="17933"/>
                </a:lnTo>
                <a:lnTo>
                  <a:pt x="1533" y="18055"/>
                </a:lnTo>
                <a:lnTo>
                  <a:pt x="1655" y="18152"/>
                </a:lnTo>
                <a:lnTo>
                  <a:pt x="1776" y="18225"/>
                </a:lnTo>
                <a:lnTo>
                  <a:pt x="2068" y="18371"/>
                </a:lnTo>
                <a:lnTo>
                  <a:pt x="2360" y="18444"/>
                </a:lnTo>
                <a:lnTo>
                  <a:pt x="2677" y="18493"/>
                </a:lnTo>
                <a:lnTo>
                  <a:pt x="2993" y="18469"/>
                </a:lnTo>
                <a:lnTo>
                  <a:pt x="3334" y="18396"/>
                </a:lnTo>
                <a:lnTo>
                  <a:pt x="3626" y="18298"/>
                </a:lnTo>
                <a:lnTo>
                  <a:pt x="3893" y="18152"/>
                </a:lnTo>
                <a:lnTo>
                  <a:pt x="4137" y="17958"/>
                </a:lnTo>
                <a:lnTo>
                  <a:pt x="4355" y="17739"/>
                </a:lnTo>
                <a:lnTo>
                  <a:pt x="4526" y="17471"/>
                </a:lnTo>
                <a:lnTo>
                  <a:pt x="4647" y="17179"/>
                </a:lnTo>
                <a:lnTo>
                  <a:pt x="4745" y="16887"/>
                </a:lnTo>
                <a:lnTo>
                  <a:pt x="4769" y="16595"/>
                </a:lnTo>
                <a:lnTo>
                  <a:pt x="4769" y="16279"/>
                </a:lnTo>
                <a:lnTo>
                  <a:pt x="4720" y="15987"/>
                </a:lnTo>
                <a:lnTo>
                  <a:pt x="4623" y="15719"/>
                </a:lnTo>
                <a:lnTo>
                  <a:pt x="4428" y="15379"/>
                </a:lnTo>
                <a:lnTo>
                  <a:pt x="4234" y="15062"/>
                </a:lnTo>
                <a:lnTo>
                  <a:pt x="4039" y="14722"/>
                </a:lnTo>
                <a:lnTo>
                  <a:pt x="3966" y="14551"/>
                </a:lnTo>
                <a:lnTo>
                  <a:pt x="3918" y="14357"/>
                </a:lnTo>
                <a:lnTo>
                  <a:pt x="3869" y="14113"/>
                </a:lnTo>
                <a:lnTo>
                  <a:pt x="3845" y="13846"/>
                </a:lnTo>
                <a:lnTo>
                  <a:pt x="3869" y="13310"/>
                </a:lnTo>
                <a:lnTo>
                  <a:pt x="4015" y="13335"/>
                </a:lnTo>
                <a:lnTo>
                  <a:pt x="4137" y="13335"/>
                </a:lnTo>
                <a:lnTo>
                  <a:pt x="4428" y="13310"/>
                </a:lnTo>
                <a:lnTo>
                  <a:pt x="4477" y="14843"/>
                </a:lnTo>
                <a:lnTo>
                  <a:pt x="4477" y="14916"/>
                </a:lnTo>
                <a:lnTo>
                  <a:pt x="4501" y="14965"/>
                </a:lnTo>
                <a:lnTo>
                  <a:pt x="4550" y="15014"/>
                </a:lnTo>
                <a:lnTo>
                  <a:pt x="4599" y="15038"/>
                </a:lnTo>
                <a:lnTo>
                  <a:pt x="4720" y="15062"/>
                </a:lnTo>
                <a:lnTo>
                  <a:pt x="4818" y="15038"/>
                </a:lnTo>
                <a:lnTo>
                  <a:pt x="5012" y="15306"/>
                </a:lnTo>
                <a:lnTo>
                  <a:pt x="5134" y="15622"/>
                </a:lnTo>
                <a:lnTo>
                  <a:pt x="5256" y="15938"/>
                </a:lnTo>
                <a:lnTo>
                  <a:pt x="5304" y="16255"/>
                </a:lnTo>
                <a:lnTo>
                  <a:pt x="5353" y="16595"/>
                </a:lnTo>
                <a:lnTo>
                  <a:pt x="5329" y="16936"/>
                </a:lnTo>
                <a:lnTo>
                  <a:pt x="5304" y="17252"/>
                </a:lnTo>
                <a:lnTo>
                  <a:pt x="5231" y="17544"/>
                </a:lnTo>
                <a:lnTo>
                  <a:pt x="5158" y="17763"/>
                </a:lnTo>
                <a:lnTo>
                  <a:pt x="5085" y="17933"/>
                </a:lnTo>
                <a:lnTo>
                  <a:pt x="4988" y="18104"/>
                </a:lnTo>
                <a:lnTo>
                  <a:pt x="4866" y="18274"/>
                </a:lnTo>
                <a:lnTo>
                  <a:pt x="4745" y="18420"/>
                </a:lnTo>
                <a:lnTo>
                  <a:pt x="4599" y="18566"/>
                </a:lnTo>
                <a:lnTo>
                  <a:pt x="4453" y="18688"/>
                </a:lnTo>
                <a:lnTo>
                  <a:pt x="4282" y="18785"/>
                </a:lnTo>
                <a:lnTo>
                  <a:pt x="4112" y="18882"/>
                </a:lnTo>
                <a:lnTo>
                  <a:pt x="3942" y="18955"/>
                </a:lnTo>
                <a:lnTo>
                  <a:pt x="3747" y="19028"/>
                </a:lnTo>
                <a:lnTo>
                  <a:pt x="3553" y="19077"/>
                </a:lnTo>
                <a:lnTo>
                  <a:pt x="3163" y="19150"/>
                </a:lnTo>
                <a:lnTo>
                  <a:pt x="2750" y="19150"/>
                </a:lnTo>
                <a:lnTo>
                  <a:pt x="2409" y="19101"/>
                </a:lnTo>
                <a:lnTo>
                  <a:pt x="2044" y="19004"/>
                </a:lnTo>
                <a:lnTo>
                  <a:pt x="1728" y="18858"/>
                </a:lnTo>
                <a:lnTo>
                  <a:pt x="1436" y="18663"/>
                </a:lnTo>
                <a:lnTo>
                  <a:pt x="1168" y="18444"/>
                </a:lnTo>
                <a:lnTo>
                  <a:pt x="949" y="18152"/>
                </a:lnTo>
                <a:lnTo>
                  <a:pt x="754" y="17860"/>
                </a:lnTo>
                <a:lnTo>
                  <a:pt x="681" y="17690"/>
                </a:lnTo>
                <a:lnTo>
                  <a:pt x="633" y="17520"/>
                </a:lnTo>
                <a:lnTo>
                  <a:pt x="535" y="17203"/>
                </a:lnTo>
                <a:lnTo>
                  <a:pt x="511" y="16887"/>
                </a:lnTo>
                <a:lnTo>
                  <a:pt x="535" y="16547"/>
                </a:lnTo>
                <a:lnTo>
                  <a:pt x="608" y="16206"/>
                </a:lnTo>
                <a:lnTo>
                  <a:pt x="706" y="15890"/>
                </a:lnTo>
                <a:lnTo>
                  <a:pt x="827" y="15573"/>
                </a:lnTo>
                <a:lnTo>
                  <a:pt x="998" y="15281"/>
                </a:lnTo>
                <a:lnTo>
                  <a:pt x="1168" y="14989"/>
                </a:lnTo>
                <a:lnTo>
                  <a:pt x="1265" y="14989"/>
                </a:lnTo>
                <a:lnTo>
                  <a:pt x="1338" y="14965"/>
                </a:lnTo>
                <a:lnTo>
                  <a:pt x="1387" y="14916"/>
                </a:lnTo>
                <a:lnTo>
                  <a:pt x="1460" y="14819"/>
                </a:lnTo>
                <a:lnTo>
                  <a:pt x="1509" y="14673"/>
                </a:lnTo>
                <a:lnTo>
                  <a:pt x="1533" y="14503"/>
                </a:lnTo>
                <a:lnTo>
                  <a:pt x="1557" y="14308"/>
                </a:lnTo>
                <a:lnTo>
                  <a:pt x="1533" y="13943"/>
                </a:lnTo>
                <a:lnTo>
                  <a:pt x="1509" y="13675"/>
                </a:lnTo>
                <a:lnTo>
                  <a:pt x="1484" y="11631"/>
                </a:lnTo>
                <a:lnTo>
                  <a:pt x="1460" y="10317"/>
                </a:lnTo>
                <a:lnTo>
                  <a:pt x="1460" y="9003"/>
                </a:lnTo>
                <a:lnTo>
                  <a:pt x="1460" y="7690"/>
                </a:lnTo>
                <a:lnTo>
                  <a:pt x="1436" y="6400"/>
                </a:lnTo>
                <a:lnTo>
                  <a:pt x="1387" y="5451"/>
                </a:lnTo>
                <a:lnTo>
                  <a:pt x="1387" y="4478"/>
                </a:lnTo>
                <a:lnTo>
                  <a:pt x="1411" y="3529"/>
                </a:lnTo>
                <a:lnTo>
                  <a:pt x="1460" y="3066"/>
                </a:lnTo>
                <a:lnTo>
                  <a:pt x="1509" y="2580"/>
                </a:lnTo>
                <a:lnTo>
                  <a:pt x="1582" y="2166"/>
                </a:lnTo>
                <a:lnTo>
                  <a:pt x="1679" y="1752"/>
                </a:lnTo>
                <a:lnTo>
                  <a:pt x="1825" y="1339"/>
                </a:lnTo>
                <a:lnTo>
                  <a:pt x="1898" y="1144"/>
                </a:lnTo>
                <a:lnTo>
                  <a:pt x="2020" y="974"/>
                </a:lnTo>
                <a:lnTo>
                  <a:pt x="2117" y="828"/>
                </a:lnTo>
                <a:lnTo>
                  <a:pt x="2214" y="706"/>
                </a:lnTo>
                <a:lnTo>
                  <a:pt x="2336" y="633"/>
                </a:lnTo>
                <a:lnTo>
                  <a:pt x="2458" y="584"/>
                </a:lnTo>
                <a:lnTo>
                  <a:pt x="2725" y="511"/>
                </a:lnTo>
                <a:lnTo>
                  <a:pt x="3017" y="463"/>
                </a:lnTo>
                <a:close/>
                <a:moveTo>
                  <a:pt x="2579" y="1"/>
                </a:moveTo>
                <a:lnTo>
                  <a:pt x="2433" y="25"/>
                </a:lnTo>
                <a:lnTo>
                  <a:pt x="2190" y="98"/>
                </a:lnTo>
                <a:lnTo>
                  <a:pt x="1971" y="244"/>
                </a:lnTo>
                <a:lnTo>
                  <a:pt x="1825" y="366"/>
                </a:lnTo>
                <a:lnTo>
                  <a:pt x="1703" y="487"/>
                </a:lnTo>
                <a:lnTo>
                  <a:pt x="1582" y="633"/>
                </a:lnTo>
                <a:lnTo>
                  <a:pt x="1484" y="803"/>
                </a:lnTo>
                <a:lnTo>
                  <a:pt x="1314" y="1144"/>
                </a:lnTo>
                <a:lnTo>
                  <a:pt x="1192" y="1509"/>
                </a:lnTo>
                <a:lnTo>
                  <a:pt x="1071" y="1996"/>
                </a:lnTo>
                <a:lnTo>
                  <a:pt x="973" y="2507"/>
                </a:lnTo>
                <a:lnTo>
                  <a:pt x="900" y="3018"/>
                </a:lnTo>
                <a:lnTo>
                  <a:pt x="852" y="3553"/>
                </a:lnTo>
                <a:lnTo>
                  <a:pt x="852" y="4064"/>
                </a:lnTo>
                <a:lnTo>
                  <a:pt x="827" y="4575"/>
                </a:lnTo>
                <a:lnTo>
                  <a:pt x="852" y="5621"/>
                </a:lnTo>
                <a:lnTo>
                  <a:pt x="925" y="8347"/>
                </a:lnTo>
                <a:lnTo>
                  <a:pt x="925" y="9685"/>
                </a:lnTo>
                <a:lnTo>
                  <a:pt x="925" y="11047"/>
                </a:lnTo>
                <a:lnTo>
                  <a:pt x="925" y="11996"/>
                </a:lnTo>
                <a:lnTo>
                  <a:pt x="949" y="12945"/>
                </a:lnTo>
                <a:lnTo>
                  <a:pt x="949" y="14040"/>
                </a:lnTo>
                <a:lnTo>
                  <a:pt x="949" y="14478"/>
                </a:lnTo>
                <a:lnTo>
                  <a:pt x="925" y="14576"/>
                </a:lnTo>
                <a:lnTo>
                  <a:pt x="925" y="14624"/>
                </a:lnTo>
                <a:lnTo>
                  <a:pt x="900" y="14722"/>
                </a:lnTo>
                <a:lnTo>
                  <a:pt x="754" y="14843"/>
                </a:lnTo>
                <a:lnTo>
                  <a:pt x="608" y="14989"/>
                </a:lnTo>
                <a:lnTo>
                  <a:pt x="487" y="15135"/>
                </a:lnTo>
                <a:lnTo>
                  <a:pt x="389" y="15306"/>
                </a:lnTo>
                <a:lnTo>
                  <a:pt x="292" y="15476"/>
                </a:lnTo>
                <a:lnTo>
                  <a:pt x="219" y="15671"/>
                </a:lnTo>
                <a:lnTo>
                  <a:pt x="146" y="15865"/>
                </a:lnTo>
                <a:lnTo>
                  <a:pt x="97" y="16060"/>
                </a:lnTo>
                <a:lnTo>
                  <a:pt x="24" y="16498"/>
                </a:lnTo>
                <a:lnTo>
                  <a:pt x="0" y="16911"/>
                </a:lnTo>
                <a:lnTo>
                  <a:pt x="24" y="17301"/>
                </a:lnTo>
                <a:lnTo>
                  <a:pt x="97" y="17666"/>
                </a:lnTo>
                <a:lnTo>
                  <a:pt x="170" y="17885"/>
                </a:lnTo>
                <a:lnTo>
                  <a:pt x="243" y="18079"/>
                </a:lnTo>
                <a:lnTo>
                  <a:pt x="341" y="18274"/>
                </a:lnTo>
                <a:lnTo>
                  <a:pt x="462" y="18444"/>
                </a:lnTo>
                <a:lnTo>
                  <a:pt x="584" y="18615"/>
                </a:lnTo>
                <a:lnTo>
                  <a:pt x="730" y="18761"/>
                </a:lnTo>
                <a:lnTo>
                  <a:pt x="900" y="18907"/>
                </a:lnTo>
                <a:lnTo>
                  <a:pt x="1046" y="19053"/>
                </a:lnTo>
                <a:lnTo>
                  <a:pt x="1241" y="19174"/>
                </a:lnTo>
                <a:lnTo>
                  <a:pt x="1411" y="19272"/>
                </a:lnTo>
                <a:lnTo>
                  <a:pt x="1801" y="19442"/>
                </a:lnTo>
                <a:lnTo>
                  <a:pt x="2214" y="19564"/>
                </a:lnTo>
                <a:lnTo>
                  <a:pt x="2628" y="19637"/>
                </a:lnTo>
                <a:lnTo>
                  <a:pt x="2871" y="19661"/>
                </a:lnTo>
                <a:lnTo>
                  <a:pt x="3090" y="19661"/>
                </a:lnTo>
                <a:lnTo>
                  <a:pt x="3334" y="19637"/>
                </a:lnTo>
                <a:lnTo>
                  <a:pt x="3553" y="19612"/>
                </a:lnTo>
                <a:lnTo>
                  <a:pt x="3772" y="19539"/>
                </a:lnTo>
                <a:lnTo>
                  <a:pt x="3991" y="19466"/>
                </a:lnTo>
                <a:lnTo>
                  <a:pt x="4209" y="19393"/>
                </a:lnTo>
                <a:lnTo>
                  <a:pt x="4404" y="19272"/>
                </a:lnTo>
                <a:lnTo>
                  <a:pt x="4599" y="19150"/>
                </a:lnTo>
                <a:lnTo>
                  <a:pt x="4793" y="19028"/>
                </a:lnTo>
                <a:lnTo>
                  <a:pt x="4964" y="18882"/>
                </a:lnTo>
                <a:lnTo>
                  <a:pt x="5110" y="18712"/>
                </a:lnTo>
                <a:lnTo>
                  <a:pt x="5256" y="18542"/>
                </a:lnTo>
                <a:lnTo>
                  <a:pt x="5377" y="18347"/>
                </a:lnTo>
                <a:lnTo>
                  <a:pt x="5499" y="18152"/>
                </a:lnTo>
                <a:lnTo>
                  <a:pt x="5596" y="17933"/>
                </a:lnTo>
                <a:lnTo>
                  <a:pt x="5669" y="17714"/>
                </a:lnTo>
                <a:lnTo>
                  <a:pt x="5742" y="17520"/>
                </a:lnTo>
                <a:lnTo>
                  <a:pt x="5767" y="17276"/>
                </a:lnTo>
                <a:lnTo>
                  <a:pt x="5791" y="17057"/>
                </a:lnTo>
                <a:lnTo>
                  <a:pt x="5815" y="16814"/>
                </a:lnTo>
                <a:lnTo>
                  <a:pt x="5815" y="16571"/>
                </a:lnTo>
                <a:lnTo>
                  <a:pt x="5791" y="16352"/>
                </a:lnTo>
                <a:lnTo>
                  <a:pt x="5767" y="16109"/>
                </a:lnTo>
                <a:lnTo>
                  <a:pt x="5718" y="15865"/>
                </a:lnTo>
                <a:lnTo>
                  <a:pt x="5645" y="15646"/>
                </a:lnTo>
                <a:lnTo>
                  <a:pt x="5572" y="15427"/>
                </a:lnTo>
                <a:lnTo>
                  <a:pt x="5475" y="15208"/>
                </a:lnTo>
                <a:lnTo>
                  <a:pt x="5377" y="15014"/>
                </a:lnTo>
                <a:lnTo>
                  <a:pt x="5256" y="14819"/>
                </a:lnTo>
                <a:lnTo>
                  <a:pt x="5110" y="14649"/>
                </a:lnTo>
                <a:lnTo>
                  <a:pt x="4939" y="14478"/>
                </a:lnTo>
                <a:lnTo>
                  <a:pt x="4939" y="12434"/>
                </a:lnTo>
                <a:lnTo>
                  <a:pt x="4939" y="11412"/>
                </a:lnTo>
                <a:lnTo>
                  <a:pt x="4988" y="10415"/>
                </a:lnTo>
                <a:lnTo>
                  <a:pt x="5061" y="9222"/>
                </a:lnTo>
                <a:lnTo>
                  <a:pt x="5085" y="8614"/>
                </a:lnTo>
                <a:lnTo>
                  <a:pt x="5085" y="8006"/>
                </a:lnTo>
                <a:lnTo>
                  <a:pt x="5061" y="6668"/>
                </a:lnTo>
                <a:lnTo>
                  <a:pt x="5037" y="5986"/>
                </a:lnTo>
                <a:lnTo>
                  <a:pt x="5012" y="5329"/>
                </a:lnTo>
                <a:lnTo>
                  <a:pt x="5037" y="4088"/>
                </a:lnTo>
                <a:lnTo>
                  <a:pt x="5085" y="2872"/>
                </a:lnTo>
                <a:lnTo>
                  <a:pt x="5085" y="2482"/>
                </a:lnTo>
                <a:lnTo>
                  <a:pt x="5061" y="2117"/>
                </a:lnTo>
                <a:lnTo>
                  <a:pt x="5012" y="1752"/>
                </a:lnTo>
                <a:lnTo>
                  <a:pt x="4915" y="1412"/>
                </a:lnTo>
                <a:lnTo>
                  <a:pt x="4793" y="1120"/>
                </a:lnTo>
                <a:lnTo>
                  <a:pt x="4623" y="852"/>
                </a:lnTo>
                <a:lnTo>
                  <a:pt x="4404" y="584"/>
                </a:lnTo>
                <a:lnTo>
                  <a:pt x="4137" y="366"/>
                </a:lnTo>
                <a:lnTo>
                  <a:pt x="3869" y="195"/>
                </a:lnTo>
                <a:lnTo>
                  <a:pt x="3723" y="122"/>
                </a:lnTo>
                <a:lnTo>
                  <a:pt x="3577" y="74"/>
                </a:lnTo>
                <a:lnTo>
                  <a:pt x="3407" y="25"/>
                </a:lnTo>
                <a:lnTo>
                  <a:pt x="3090" y="25"/>
                </a:lnTo>
                <a:lnTo>
                  <a:pt x="2944" y="49"/>
                </a:lnTo>
                <a:lnTo>
                  <a:pt x="2823" y="25"/>
                </a:lnTo>
                <a:lnTo>
                  <a:pt x="2701"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31" name="Google Shape;831;p39"/>
          <p:cNvSpPr/>
          <p:nvPr/>
        </p:nvSpPr>
        <p:spPr>
          <a:xfrm>
            <a:off x="913425" y="2626095"/>
            <a:ext cx="274958" cy="460550"/>
          </a:xfrm>
          <a:custGeom>
            <a:avLst/>
            <a:gdLst/>
            <a:ahLst/>
            <a:cxnLst/>
            <a:rect l="l" t="t" r="r" b="b"/>
            <a:pathLst>
              <a:path w="12581" h="21073" extrusionOk="0">
                <a:moveTo>
                  <a:pt x="6108" y="1217"/>
                </a:moveTo>
                <a:lnTo>
                  <a:pt x="5889" y="1241"/>
                </a:lnTo>
                <a:lnTo>
                  <a:pt x="5694" y="1314"/>
                </a:lnTo>
                <a:lnTo>
                  <a:pt x="5621" y="1339"/>
                </a:lnTo>
                <a:lnTo>
                  <a:pt x="5548" y="1412"/>
                </a:lnTo>
                <a:lnTo>
                  <a:pt x="5500" y="1485"/>
                </a:lnTo>
                <a:lnTo>
                  <a:pt x="5475" y="1558"/>
                </a:lnTo>
                <a:lnTo>
                  <a:pt x="5500" y="1631"/>
                </a:lnTo>
                <a:lnTo>
                  <a:pt x="5548" y="1704"/>
                </a:lnTo>
                <a:lnTo>
                  <a:pt x="5597" y="1752"/>
                </a:lnTo>
                <a:lnTo>
                  <a:pt x="5670" y="1801"/>
                </a:lnTo>
                <a:lnTo>
                  <a:pt x="5816" y="1850"/>
                </a:lnTo>
                <a:lnTo>
                  <a:pt x="5986" y="1874"/>
                </a:lnTo>
                <a:lnTo>
                  <a:pt x="6132" y="1898"/>
                </a:lnTo>
                <a:lnTo>
                  <a:pt x="6497" y="1923"/>
                </a:lnTo>
                <a:lnTo>
                  <a:pt x="6862" y="1923"/>
                </a:lnTo>
                <a:lnTo>
                  <a:pt x="6984" y="1898"/>
                </a:lnTo>
                <a:lnTo>
                  <a:pt x="7057" y="1850"/>
                </a:lnTo>
                <a:lnTo>
                  <a:pt x="7130" y="1777"/>
                </a:lnTo>
                <a:lnTo>
                  <a:pt x="7179" y="1679"/>
                </a:lnTo>
                <a:lnTo>
                  <a:pt x="7179" y="1582"/>
                </a:lnTo>
                <a:lnTo>
                  <a:pt x="7154" y="1485"/>
                </a:lnTo>
                <a:lnTo>
                  <a:pt x="7106" y="1412"/>
                </a:lnTo>
                <a:lnTo>
                  <a:pt x="7033" y="1339"/>
                </a:lnTo>
                <a:lnTo>
                  <a:pt x="6935" y="1290"/>
                </a:lnTo>
                <a:lnTo>
                  <a:pt x="6862" y="1241"/>
                </a:lnTo>
                <a:lnTo>
                  <a:pt x="6668" y="1217"/>
                </a:lnTo>
                <a:close/>
                <a:moveTo>
                  <a:pt x="11948" y="1485"/>
                </a:moveTo>
                <a:lnTo>
                  <a:pt x="12021" y="1850"/>
                </a:lnTo>
                <a:lnTo>
                  <a:pt x="12061" y="2174"/>
                </a:lnTo>
                <a:lnTo>
                  <a:pt x="12045" y="2142"/>
                </a:lnTo>
                <a:lnTo>
                  <a:pt x="12021" y="2093"/>
                </a:lnTo>
                <a:lnTo>
                  <a:pt x="11948" y="2044"/>
                </a:lnTo>
                <a:lnTo>
                  <a:pt x="11875" y="2044"/>
                </a:lnTo>
                <a:lnTo>
                  <a:pt x="11559" y="2190"/>
                </a:lnTo>
                <a:lnTo>
                  <a:pt x="11267" y="2361"/>
                </a:lnTo>
                <a:lnTo>
                  <a:pt x="11048" y="2507"/>
                </a:lnTo>
                <a:lnTo>
                  <a:pt x="10829" y="2653"/>
                </a:lnTo>
                <a:lnTo>
                  <a:pt x="10220" y="2653"/>
                </a:lnTo>
                <a:lnTo>
                  <a:pt x="9612" y="2628"/>
                </a:lnTo>
                <a:lnTo>
                  <a:pt x="9636" y="2628"/>
                </a:lnTo>
                <a:lnTo>
                  <a:pt x="10342" y="2288"/>
                </a:lnTo>
                <a:lnTo>
                  <a:pt x="11072" y="1996"/>
                </a:lnTo>
                <a:lnTo>
                  <a:pt x="11291" y="1898"/>
                </a:lnTo>
                <a:lnTo>
                  <a:pt x="11534" y="1777"/>
                </a:lnTo>
                <a:lnTo>
                  <a:pt x="11753" y="1655"/>
                </a:lnTo>
                <a:lnTo>
                  <a:pt x="11948" y="1485"/>
                </a:lnTo>
                <a:close/>
                <a:moveTo>
                  <a:pt x="12070" y="2239"/>
                </a:moveTo>
                <a:lnTo>
                  <a:pt x="12070" y="2653"/>
                </a:lnTo>
                <a:lnTo>
                  <a:pt x="12070" y="3042"/>
                </a:lnTo>
                <a:lnTo>
                  <a:pt x="11948" y="3042"/>
                </a:lnTo>
                <a:lnTo>
                  <a:pt x="11826" y="3091"/>
                </a:lnTo>
                <a:lnTo>
                  <a:pt x="11583" y="3212"/>
                </a:lnTo>
                <a:lnTo>
                  <a:pt x="11145" y="3456"/>
                </a:lnTo>
                <a:lnTo>
                  <a:pt x="11169" y="2993"/>
                </a:lnTo>
                <a:lnTo>
                  <a:pt x="11194" y="2896"/>
                </a:lnTo>
                <a:lnTo>
                  <a:pt x="11194" y="2774"/>
                </a:lnTo>
                <a:lnTo>
                  <a:pt x="11291" y="2726"/>
                </a:lnTo>
                <a:lnTo>
                  <a:pt x="11656" y="2531"/>
                </a:lnTo>
                <a:lnTo>
                  <a:pt x="11997" y="2336"/>
                </a:lnTo>
                <a:lnTo>
                  <a:pt x="12045" y="2263"/>
                </a:lnTo>
                <a:lnTo>
                  <a:pt x="12070" y="2239"/>
                </a:lnTo>
                <a:close/>
                <a:moveTo>
                  <a:pt x="12045" y="3334"/>
                </a:moveTo>
                <a:lnTo>
                  <a:pt x="11997" y="3918"/>
                </a:lnTo>
                <a:lnTo>
                  <a:pt x="11972" y="4015"/>
                </a:lnTo>
                <a:lnTo>
                  <a:pt x="11705" y="4161"/>
                </a:lnTo>
                <a:lnTo>
                  <a:pt x="11413" y="4307"/>
                </a:lnTo>
                <a:lnTo>
                  <a:pt x="11121" y="4429"/>
                </a:lnTo>
                <a:lnTo>
                  <a:pt x="11145" y="3772"/>
                </a:lnTo>
                <a:lnTo>
                  <a:pt x="11388" y="3675"/>
                </a:lnTo>
                <a:lnTo>
                  <a:pt x="11607" y="3553"/>
                </a:lnTo>
                <a:lnTo>
                  <a:pt x="11826" y="3456"/>
                </a:lnTo>
                <a:lnTo>
                  <a:pt x="11924" y="3407"/>
                </a:lnTo>
                <a:lnTo>
                  <a:pt x="12045" y="3334"/>
                </a:lnTo>
                <a:close/>
                <a:moveTo>
                  <a:pt x="11972" y="4405"/>
                </a:moveTo>
                <a:lnTo>
                  <a:pt x="11948" y="4867"/>
                </a:lnTo>
                <a:lnTo>
                  <a:pt x="11875" y="4891"/>
                </a:lnTo>
                <a:lnTo>
                  <a:pt x="11705" y="5013"/>
                </a:lnTo>
                <a:lnTo>
                  <a:pt x="11510" y="5110"/>
                </a:lnTo>
                <a:lnTo>
                  <a:pt x="11121" y="5281"/>
                </a:lnTo>
                <a:lnTo>
                  <a:pt x="11121" y="4672"/>
                </a:lnTo>
                <a:lnTo>
                  <a:pt x="11315" y="4648"/>
                </a:lnTo>
                <a:lnTo>
                  <a:pt x="11461" y="4599"/>
                </a:lnTo>
                <a:lnTo>
                  <a:pt x="11729" y="4526"/>
                </a:lnTo>
                <a:lnTo>
                  <a:pt x="11972" y="4405"/>
                </a:lnTo>
                <a:close/>
                <a:moveTo>
                  <a:pt x="11948" y="5208"/>
                </a:moveTo>
                <a:lnTo>
                  <a:pt x="11948" y="5646"/>
                </a:lnTo>
                <a:lnTo>
                  <a:pt x="11851" y="5694"/>
                </a:lnTo>
                <a:lnTo>
                  <a:pt x="11753" y="5743"/>
                </a:lnTo>
                <a:lnTo>
                  <a:pt x="11559" y="5865"/>
                </a:lnTo>
                <a:lnTo>
                  <a:pt x="11096" y="6157"/>
                </a:lnTo>
                <a:lnTo>
                  <a:pt x="11096" y="5524"/>
                </a:lnTo>
                <a:lnTo>
                  <a:pt x="11340" y="5475"/>
                </a:lnTo>
                <a:lnTo>
                  <a:pt x="11559" y="5402"/>
                </a:lnTo>
                <a:lnTo>
                  <a:pt x="11753" y="5329"/>
                </a:lnTo>
                <a:lnTo>
                  <a:pt x="11948" y="5208"/>
                </a:lnTo>
                <a:close/>
                <a:moveTo>
                  <a:pt x="11948" y="6059"/>
                </a:moveTo>
                <a:lnTo>
                  <a:pt x="11948" y="6400"/>
                </a:lnTo>
                <a:lnTo>
                  <a:pt x="11948" y="6424"/>
                </a:lnTo>
                <a:lnTo>
                  <a:pt x="11826" y="6473"/>
                </a:lnTo>
                <a:lnTo>
                  <a:pt x="11705" y="6546"/>
                </a:lnTo>
                <a:lnTo>
                  <a:pt x="11461" y="6716"/>
                </a:lnTo>
                <a:lnTo>
                  <a:pt x="11096" y="6911"/>
                </a:lnTo>
                <a:lnTo>
                  <a:pt x="11096" y="6351"/>
                </a:lnTo>
                <a:lnTo>
                  <a:pt x="11364" y="6303"/>
                </a:lnTo>
                <a:lnTo>
                  <a:pt x="11607" y="6205"/>
                </a:lnTo>
                <a:lnTo>
                  <a:pt x="11948" y="6059"/>
                </a:lnTo>
                <a:close/>
                <a:moveTo>
                  <a:pt x="11948" y="6741"/>
                </a:moveTo>
                <a:lnTo>
                  <a:pt x="11924" y="7252"/>
                </a:lnTo>
                <a:lnTo>
                  <a:pt x="11729" y="7398"/>
                </a:lnTo>
                <a:lnTo>
                  <a:pt x="11413" y="7617"/>
                </a:lnTo>
                <a:lnTo>
                  <a:pt x="11242" y="7714"/>
                </a:lnTo>
                <a:lnTo>
                  <a:pt x="11096" y="7836"/>
                </a:lnTo>
                <a:lnTo>
                  <a:pt x="11096" y="7203"/>
                </a:lnTo>
                <a:lnTo>
                  <a:pt x="11218" y="7179"/>
                </a:lnTo>
                <a:lnTo>
                  <a:pt x="11315" y="7130"/>
                </a:lnTo>
                <a:lnTo>
                  <a:pt x="11559" y="7008"/>
                </a:lnTo>
                <a:lnTo>
                  <a:pt x="11753" y="6887"/>
                </a:lnTo>
                <a:lnTo>
                  <a:pt x="11948" y="6741"/>
                </a:lnTo>
                <a:close/>
                <a:moveTo>
                  <a:pt x="11924" y="7738"/>
                </a:moveTo>
                <a:lnTo>
                  <a:pt x="11924" y="8103"/>
                </a:lnTo>
                <a:lnTo>
                  <a:pt x="11851" y="8128"/>
                </a:lnTo>
                <a:lnTo>
                  <a:pt x="11705" y="8201"/>
                </a:lnTo>
                <a:lnTo>
                  <a:pt x="11559" y="8274"/>
                </a:lnTo>
                <a:lnTo>
                  <a:pt x="11291" y="8468"/>
                </a:lnTo>
                <a:lnTo>
                  <a:pt x="11096" y="8639"/>
                </a:lnTo>
                <a:lnTo>
                  <a:pt x="11096" y="8176"/>
                </a:lnTo>
                <a:lnTo>
                  <a:pt x="11291" y="8103"/>
                </a:lnTo>
                <a:lnTo>
                  <a:pt x="11486" y="8006"/>
                </a:lnTo>
                <a:lnTo>
                  <a:pt x="11851" y="7787"/>
                </a:lnTo>
                <a:lnTo>
                  <a:pt x="11924" y="7738"/>
                </a:lnTo>
                <a:close/>
                <a:moveTo>
                  <a:pt x="11924" y="8468"/>
                </a:moveTo>
                <a:lnTo>
                  <a:pt x="11924" y="9101"/>
                </a:lnTo>
                <a:lnTo>
                  <a:pt x="11705" y="9247"/>
                </a:lnTo>
                <a:lnTo>
                  <a:pt x="11486" y="9393"/>
                </a:lnTo>
                <a:lnTo>
                  <a:pt x="11291" y="9539"/>
                </a:lnTo>
                <a:lnTo>
                  <a:pt x="11096" y="9685"/>
                </a:lnTo>
                <a:lnTo>
                  <a:pt x="11096" y="8955"/>
                </a:lnTo>
                <a:lnTo>
                  <a:pt x="11169" y="8931"/>
                </a:lnTo>
                <a:lnTo>
                  <a:pt x="11267" y="8906"/>
                </a:lnTo>
                <a:lnTo>
                  <a:pt x="11413" y="8809"/>
                </a:lnTo>
                <a:lnTo>
                  <a:pt x="11680" y="8663"/>
                </a:lnTo>
                <a:lnTo>
                  <a:pt x="11924" y="8468"/>
                </a:lnTo>
                <a:close/>
                <a:moveTo>
                  <a:pt x="11924" y="9539"/>
                </a:moveTo>
                <a:lnTo>
                  <a:pt x="11924" y="9782"/>
                </a:lnTo>
                <a:lnTo>
                  <a:pt x="11851" y="9806"/>
                </a:lnTo>
                <a:lnTo>
                  <a:pt x="11778" y="9831"/>
                </a:lnTo>
                <a:lnTo>
                  <a:pt x="11632" y="9952"/>
                </a:lnTo>
                <a:lnTo>
                  <a:pt x="11510" y="10074"/>
                </a:lnTo>
                <a:lnTo>
                  <a:pt x="11388" y="10171"/>
                </a:lnTo>
                <a:lnTo>
                  <a:pt x="11242" y="10269"/>
                </a:lnTo>
                <a:lnTo>
                  <a:pt x="11169" y="10342"/>
                </a:lnTo>
                <a:lnTo>
                  <a:pt x="11096" y="10415"/>
                </a:lnTo>
                <a:lnTo>
                  <a:pt x="11096" y="9904"/>
                </a:lnTo>
                <a:lnTo>
                  <a:pt x="11218" y="9879"/>
                </a:lnTo>
                <a:lnTo>
                  <a:pt x="11364" y="9831"/>
                </a:lnTo>
                <a:lnTo>
                  <a:pt x="11607" y="9709"/>
                </a:lnTo>
                <a:lnTo>
                  <a:pt x="11924" y="9539"/>
                </a:lnTo>
                <a:close/>
                <a:moveTo>
                  <a:pt x="11924" y="10220"/>
                </a:moveTo>
                <a:lnTo>
                  <a:pt x="11924" y="10658"/>
                </a:lnTo>
                <a:lnTo>
                  <a:pt x="11753" y="10755"/>
                </a:lnTo>
                <a:lnTo>
                  <a:pt x="11583" y="10853"/>
                </a:lnTo>
                <a:lnTo>
                  <a:pt x="11340" y="10999"/>
                </a:lnTo>
                <a:lnTo>
                  <a:pt x="11096" y="11145"/>
                </a:lnTo>
                <a:lnTo>
                  <a:pt x="11096" y="10536"/>
                </a:lnTo>
                <a:lnTo>
                  <a:pt x="11145" y="10585"/>
                </a:lnTo>
                <a:lnTo>
                  <a:pt x="11340" y="10585"/>
                </a:lnTo>
                <a:lnTo>
                  <a:pt x="11486" y="10512"/>
                </a:lnTo>
                <a:lnTo>
                  <a:pt x="11607" y="10463"/>
                </a:lnTo>
                <a:lnTo>
                  <a:pt x="11753" y="10342"/>
                </a:lnTo>
                <a:lnTo>
                  <a:pt x="11924" y="10220"/>
                </a:lnTo>
                <a:close/>
                <a:moveTo>
                  <a:pt x="11924" y="11047"/>
                </a:moveTo>
                <a:lnTo>
                  <a:pt x="11924" y="11364"/>
                </a:lnTo>
                <a:lnTo>
                  <a:pt x="11778" y="11412"/>
                </a:lnTo>
                <a:lnTo>
                  <a:pt x="11632" y="11485"/>
                </a:lnTo>
                <a:lnTo>
                  <a:pt x="11364" y="11656"/>
                </a:lnTo>
                <a:lnTo>
                  <a:pt x="11096" y="11826"/>
                </a:lnTo>
                <a:lnTo>
                  <a:pt x="11096" y="11461"/>
                </a:lnTo>
                <a:lnTo>
                  <a:pt x="11242" y="11437"/>
                </a:lnTo>
                <a:lnTo>
                  <a:pt x="11364" y="11364"/>
                </a:lnTo>
                <a:lnTo>
                  <a:pt x="11632" y="11218"/>
                </a:lnTo>
                <a:lnTo>
                  <a:pt x="11924" y="11047"/>
                </a:lnTo>
                <a:close/>
                <a:moveTo>
                  <a:pt x="11924" y="11753"/>
                </a:moveTo>
                <a:lnTo>
                  <a:pt x="11924" y="12191"/>
                </a:lnTo>
                <a:lnTo>
                  <a:pt x="11705" y="12288"/>
                </a:lnTo>
                <a:lnTo>
                  <a:pt x="11534" y="12386"/>
                </a:lnTo>
                <a:lnTo>
                  <a:pt x="11315" y="12483"/>
                </a:lnTo>
                <a:lnTo>
                  <a:pt x="11096" y="12605"/>
                </a:lnTo>
                <a:lnTo>
                  <a:pt x="11096" y="12215"/>
                </a:lnTo>
                <a:lnTo>
                  <a:pt x="11267" y="12142"/>
                </a:lnTo>
                <a:lnTo>
                  <a:pt x="11413" y="12045"/>
                </a:lnTo>
                <a:lnTo>
                  <a:pt x="11680" y="11875"/>
                </a:lnTo>
                <a:lnTo>
                  <a:pt x="11924" y="11753"/>
                </a:lnTo>
                <a:close/>
                <a:moveTo>
                  <a:pt x="11924" y="12580"/>
                </a:moveTo>
                <a:lnTo>
                  <a:pt x="11924" y="12848"/>
                </a:lnTo>
                <a:lnTo>
                  <a:pt x="11705" y="13043"/>
                </a:lnTo>
                <a:lnTo>
                  <a:pt x="11388" y="13262"/>
                </a:lnTo>
                <a:lnTo>
                  <a:pt x="11096" y="13481"/>
                </a:lnTo>
                <a:lnTo>
                  <a:pt x="11096" y="12872"/>
                </a:lnTo>
                <a:lnTo>
                  <a:pt x="11242" y="12848"/>
                </a:lnTo>
                <a:lnTo>
                  <a:pt x="11364" y="12824"/>
                </a:lnTo>
                <a:lnTo>
                  <a:pt x="11632" y="12702"/>
                </a:lnTo>
                <a:lnTo>
                  <a:pt x="11924" y="12580"/>
                </a:lnTo>
                <a:close/>
                <a:moveTo>
                  <a:pt x="11948" y="13237"/>
                </a:moveTo>
                <a:lnTo>
                  <a:pt x="11948" y="13821"/>
                </a:lnTo>
                <a:lnTo>
                  <a:pt x="11753" y="13919"/>
                </a:lnTo>
                <a:lnTo>
                  <a:pt x="11559" y="14065"/>
                </a:lnTo>
                <a:lnTo>
                  <a:pt x="11340" y="14211"/>
                </a:lnTo>
                <a:lnTo>
                  <a:pt x="11121" y="14357"/>
                </a:lnTo>
                <a:lnTo>
                  <a:pt x="11121" y="13602"/>
                </a:lnTo>
                <a:lnTo>
                  <a:pt x="11291" y="13529"/>
                </a:lnTo>
                <a:lnTo>
                  <a:pt x="11486" y="13481"/>
                </a:lnTo>
                <a:lnTo>
                  <a:pt x="11656" y="13383"/>
                </a:lnTo>
                <a:lnTo>
                  <a:pt x="11826" y="13310"/>
                </a:lnTo>
                <a:lnTo>
                  <a:pt x="11948" y="13237"/>
                </a:lnTo>
                <a:close/>
                <a:moveTo>
                  <a:pt x="11948" y="14211"/>
                </a:moveTo>
                <a:lnTo>
                  <a:pt x="11948" y="14357"/>
                </a:lnTo>
                <a:lnTo>
                  <a:pt x="11778" y="14454"/>
                </a:lnTo>
                <a:lnTo>
                  <a:pt x="11607" y="14551"/>
                </a:lnTo>
                <a:lnTo>
                  <a:pt x="11364" y="14722"/>
                </a:lnTo>
                <a:lnTo>
                  <a:pt x="11121" y="14916"/>
                </a:lnTo>
                <a:lnTo>
                  <a:pt x="11121" y="14649"/>
                </a:lnTo>
                <a:lnTo>
                  <a:pt x="11242" y="14600"/>
                </a:lnTo>
                <a:lnTo>
                  <a:pt x="11388" y="14551"/>
                </a:lnTo>
                <a:lnTo>
                  <a:pt x="11632" y="14405"/>
                </a:lnTo>
                <a:lnTo>
                  <a:pt x="11948" y="14211"/>
                </a:lnTo>
                <a:close/>
                <a:moveTo>
                  <a:pt x="11972" y="14722"/>
                </a:moveTo>
                <a:lnTo>
                  <a:pt x="11997" y="15379"/>
                </a:lnTo>
                <a:lnTo>
                  <a:pt x="11753" y="15500"/>
                </a:lnTo>
                <a:lnTo>
                  <a:pt x="11534" y="15622"/>
                </a:lnTo>
                <a:lnTo>
                  <a:pt x="11315" y="15768"/>
                </a:lnTo>
                <a:lnTo>
                  <a:pt x="11121" y="15938"/>
                </a:lnTo>
                <a:lnTo>
                  <a:pt x="11121" y="15257"/>
                </a:lnTo>
                <a:lnTo>
                  <a:pt x="11413" y="15062"/>
                </a:lnTo>
                <a:lnTo>
                  <a:pt x="11680" y="14868"/>
                </a:lnTo>
                <a:lnTo>
                  <a:pt x="11972" y="14722"/>
                </a:lnTo>
                <a:close/>
                <a:moveTo>
                  <a:pt x="11997" y="15792"/>
                </a:moveTo>
                <a:lnTo>
                  <a:pt x="11997" y="16060"/>
                </a:lnTo>
                <a:lnTo>
                  <a:pt x="11510" y="16376"/>
                </a:lnTo>
                <a:lnTo>
                  <a:pt x="11315" y="16498"/>
                </a:lnTo>
                <a:lnTo>
                  <a:pt x="11121" y="16644"/>
                </a:lnTo>
                <a:lnTo>
                  <a:pt x="11121" y="16206"/>
                </a:lnTo>
                <a:lnTo>
                  <a:pt x="11413" y="16109"/>
                </a:lnTo>
                <a:lnTo>
                  <a:pt x="11680" y="15963"/>
                </a:lnTo>
                <a:lnTo>
                  <a:pt x="11997" y="15792"/>
                </a:lnTo>
                <a:close/>
                <a:moveTo>
                  <a:pt x="8736" y="3042"/>
                </a:moveTo>
                <a:lnTo>
                  <a:pt x="9782" y="3115"/>
                </a:lnTo>
                <a:lnTo>
                  <a:pt x="10804" y="3115"/>
                </a:lnTo>
                <a:lnTo>
                  <a:pt x="10707" y="4818"/>
                </a:lnTo>
                <a:lnTo>
                  <a:pt x="10634" y="6522"/>
                </a:lnTo>
                <a:lnTo>
                  <a:pt x="10610" y="8225"/>
                </a:lnTo>
                <a:lnTo>
                  <a:pt x="10610" y="9928"/>
                </a:lnTo>
                <a:lnTo>
                  <a:pt x="10658" y="13335"/>
                </a:lnTo>
                <a:lnTo>
                  <a:pt x="10658" y="15038"/>
                </a:lnTo>
                <a:lnTo>
                  <a:pt x="10683" y="16741"/>
                </a:lnTo>
                <a:lnTo>
                  <a:pt x="10245" y="16741"/>
                </a:lnTo>
                <a:lnTo>
                  <a:pt x="9831" y="16717"/>
                </a:lnTo>
                <a:lnTo>
                  <a:pt x="9393" y="16717"/>
                </a:lnTo>
                <a:lnTo>
                  <a:pt x="8979" y="16693"/>
                </a:lnTo>
                <a:lnTo>
                  <a:pt x="7714" y="16717"/>
                </a:lnTo>
                <a:lnTo>
                  <a:pt x="6424" y="16717"/>
                </a:lnTo>
                <a:lnTo>
                  <a:pt x="5232" y="16668"/>
                </a:lnTo>
                <a:lnTo>
                  <a:pt x="4016" y="16644"/>
                </a:lnTo>
                <a:lnTo>
                  <a:pt x="2434" y="16644"/>
                </a:lnTo>
                <a:lnTo>
                  <a:pt x="1899" y="16668"/>
                </a:lnTo>
                <a:lnTo>
                  <a:pt x="1923" y="16620"/>
                </a:lnTo>
                <a:lnTo>
                  <a:pt x="1923" y="16644"/>
                </a:lnTo>
                <a:lnTo>
                  <a:pt x="1947" y="16620"/>
                </a:lnTo>
                <a:lnTo>
                  <a:pt x="1923" y="16571"/>
                </a:lnTo>
                <a:lnTo>
                  <a:pt x="1899" y="16376"/>
                </a:lnTo>
                <a:lnTo>
                  <a:pt x="1899" y="16060"/>
                </a:lnTo>
                <a:lnTo>
                  <a:pt x="1923" y="15744"/>
                </a:lnTo>
                <a:lnTo>
                  <a:pt x="1996" y="14040"/>
                </a:lnTo>
                <a:lnTo>
                  <a:pt x="2020" y="12751"/>
                </a:lnTo>
                <a:lnTo>
                  <a:pt x="2045" y="11485"/>
                </a:lnTo>
                <a:lnTo>
                  <a:pt x="2045" y="8955"/>
                </a:lnTo>
                <a:lnTo>
                  <a:pt x="2045" y="5646"/>
                </a:lnTo>
                <a:lnTo>
                  <a:pt x="1996" y="3918"/>
                </a:lnTo>
                <a:lnTo>
                  <a:pt x="1972" y="3334"/>
                </a:lnTo>
                <a:lnTo>
                  <a:pt x="1947" y="3066"/>
                </a:lnTo>
                <a:lnTo>
                  <a:pt x="2458" y="3139"/>
                </a:lnTo>
                <a:lnTo>
                  <a:pt x="2994" y="3188"/>
                </a:lnTo>
                <a:lnTo>
                  <a:pt x="3505" y="3212"/>
                </a:lnTo>
                <a:lnTo>
                  <a:pt x="4040" y="3212"/>
                </a:lnTo>
                <a:lnTo>
                  <a:pt x="5110" y="3164"/>
                </a:lnTo>
                <a:lnTo>
                  <a:pt x="6157" y="3115"/>
                </a:lnTo>
                <a:lnTo>
                  <a:pt x="7446" y="3066"/>
                </a:lnTo>
                <a:lnTo>
                  <a:pt x="8103" y="3042"/>
                </a:lnTo>
                <a:close/>
                <a:moveTo>
                  <a:pt x="6595" y="18177"/>
                </a:moveTo>
                <a:lnTo>
                  <a:pt x="6716" y="18225"/>
                </a:lnTo>
                <a:lnTo>
                  <a:pt x="6814" y="18323"/>
                </a:lnTo>
                <a:lnTo>
                  <a:pt x="6887" y="18493"/>
                </a:lnTo>
                <a:lnTo>
                  <a:pt x="6911" y="18590"/>
                </a:lnTo>
                <a:lnTo>
                  <a:pt x="6935" y="18712"/>
                </a:lnTo>
                <a:lnTo>
                  <a:pt x="6935" y="18834"/>
                </a:lnTo>
                <a:lnTo>
                  <a:pt x="6911" y="18955"/>
                </a:lnTo>
                <a:lnTo>
                  <a:pt x="6887" y="19053"/>
                </a:lnTo>
                <a:lnTo>
                  <a:pt x="6838" y="19174"/>
                </a:lnTo>
                <a:lnTo>
                  <a:pt x="6765" y="19272"/>
                </a:lnTo>
                <a:lnTo>
                  <a:pt x="6692" y="19345"/>
                </a:lnTo>
                <a:lnTo>
                  <a:pt x="6570" y="19418"/>
                </a:lnTo>
                <a:lnTo>
                  <a:pt x="6424" y="19442"/>
                </a:lnTo>
                <a:lnTo>
                  <a:pt x="6278" y="19442"/>
                </a:lnTo>
                <a:lnTo>
                  <a:pt x="6132" y="19393"/>
                </a:lnTo>
                <a:lnTo>
                  <a:pt x="6011" y="19345"/>
                </a:lnTo>
                <a:lnTo>
                  <a:pt x="5913" y="19247"/>
                </a:lnTo>
                <a:lnTo>
                  <a:pt x="5816" y="19126"/>
                </a:lnTo>
                <a:lnTo>
                  <a:pt x="5792" y="19004"/>
                </a:lnTo>
                <a:lnTo>
                  <a:pt x="5792" y="18858"/>
                </a:lnTo>
                <a:lnTo>
                  <a:pt x="5816" y="18688"/>
                </a:lnTo>
                <a:lnTo>
                  <a:pt x="5865" y="18566"/>
                </a:lnTo>
                <a:lnTo>
                  <a:pt x="5938" y="18420"/>
                </a:lnTo>
                <a:lnTo>
                  <a:pt x="6011" y="18323"/>
                </a:lnTo>
                <a:lnTo>
                  <a:pt x="6108" y="18250"/>
                </a:lnTo>
                <a:lnTo>
                  <a:pt x="6157" y="18274"/>
                </a:lnTo>
                <a:lnTo>
                  <a:pt x="6230" y="18250"/>
                </a:lnTo>
                <a:lnTo>
                  <a:pt x="6351" y="18225"/>
                </a:lnTo>
                <a:lnTo>
                  <a:pt x="6376" y="18225"/>
                </a:lnTo>
                <a:lnTo>
                  <a:pt x="6424" y="18201"/>
                </a:lnTo>
                <a:lnTo>
                  <a:pt x="6473" y="18177"/>
                </a:lnTo>
                <a:close/>
                <a:moveTo>
                  <a:pt x="6497" y="17690"/>
                </a:moveTo>
                <a:lnTo>
                  <a:pt x="6303" y="17714"/>
                </a:lnTo>
                <a:lnTo>
                  <a:pt x="6205" y="17763"/>
                </a:lnTo>
                <a:lnTo>
                  <a:pt x="6132" y="17812"/>
                </a:lnTo>
                <a:lnTo>
                  <a:pt x="6011" y="17836"/>
                </a:lnTo>
                <a:lnTo>
                  <a:pt x="5913" y="17860"/>
                </a:lnTo>
                <a:lnTo>
                  <a:pt x="5816" y="17933"/>
                </a:lnTo>
                <a:lnTo>
                  <a:pt x="5719" y="17982"/>
                </a:lnTo>
                <a:lnTo>
                  <a:pt x="5621" y="18079"/>
                </a:lnTo>
                <a:lnTo>
                  <a:pt x="5548" y="18177"/>
                </a:lnTo>
                <a:lnTo>
                  <a:pt x="5475" y="18274"/>
                </a:lnTo>
                <a:lnTo>
                  <a:pt x="5427" y="18396"/>
                </a:lnTo>
                <a:lnTo>
                  <a:pt x="5354" y="18639"/>
                </a:lnTo>
                <a:lnTo>
                  <a:pt x="5329" y="18882"/>
                </a:lnTo>
                <a:lnTo>
                  <a:pt x="5329" y="19028"/>
                </a:lnTo>
                <a:lnTo>
                  <a:pt x="5354" y="19150"/>
                </a:lnTo>
                <a:lnTo>
                  <a:pt x="5378" y="19272"/>
                </a:lnTo>
                <a:lnTo>
                  <a:pt x="5427" y="19393"/>
                </a:lnTo>
                <a:lnTo>
                  <a:pt x="5500" y="19491"/>
                </a:lnTo>
                <a:lnTo>
                  <a:pt x="5573" y="19588"/>
                </a:lnTo>
                <a:lnTo>
                  <a:pt x="5670" y="19661"/>
                </a:lnTo>
                <a:lnTo>
                  <a:pt x="5767" y="19734"/>
                </a:lnTo>
                <a:lnTo>
                  <a:pt x="5889" y="19807"/>
                </a:lnTo>
                <a:lnTo>
                  <a:pt x="5986" y="19856"/>
                </a:lnTo>
                <a:lnTo>
                  <a:pt x="6108" y="19880"/>
                </a:lnTo>
                <a:lnTo>
                  <a:pt x="6254" y="19904"/>
                </a:lnTo>
                <a:lnTo>
                  <a:pt x="6376" y="19904"/>
                </a:lnTo>
                <a:lnTo>
                  <a:pt x="6497" y="19880"/>
                </a:lnTo>
                <a:lnTo>
                  <a:pt x="6619" y="19856"/>
                </a:lnTo>
                <a:lnTo>
                  <a:pt x="6765" y="19807"/>
                </a:lnTo>
                <a:lnTo>
                  <a:pt x="6935" y="19710"/>
                </a:lnTo>
                <a:lnTo>
                  <a:pt x="7081" y="19564"/>
                </a:lnTo>
                <a:lnTo>
                  <a:pt x="7203" y="19393"/>
                </a:lnTo>
                <a:lnTo>
                  <a:pt x="7276" y="19199"/>
                </a:lnTo>
                <a:lnTo>
                  <a:pt x="7325" y="19004"/>
                </a:lnTo>
                <a:lnTo>
                  <a:pt x="7349" y="18785"/>
                </a:lnTo>
                <a:lnTo>
                  <a:pt x="7349" y="18566"/>
                </a:lnTo>
                <a:lnTo>
                  <a:pt x="7300" y="18371"/>
                </a:lnTo>
                <a:lnTo>
                  <a:pt x="7252" y="18201"/>
                </a:lnTo>
                <a:lnTo>
                  <a:pt x="7154" y="18031"/>
                </a:lnTo>
                <a:lnTo>
                  <a:pt x="7008" y="17885"/>
                </a:lnTo>
                <a:lnTo>
                  <a:pt x="6862" y="17763"/>
                </a:lnTo>
                <a:lnTo>
                  <a:pt x="6692" y="17714"/>
                </a:lnTo>
                <a:lnTo>
                  <a:pt x="6497" y="17690"/>
                </a:lnTo>
                <a:close/>
                <a:moveTo>
                  <a:pt x="2531" y="463"/>
                </a:moveTo>
                <a:lnTo>
                  <a:pt x="3018" y="487"/>
                </a:lnTo>
                <a:lnTo>
                  <a:pt x="3943" y="536"/>
                </a:lnTo>
                <a:lnTo>
                  <a:pt x="4867" y="560"/>
                </a:lnTo>
                <a:lnTo>
                  <a:pt x="7860" y="585"/>
                </a:lnTo>
                <a:lnTo>
                  <a:pt x="9588" y="560"/>
                </a:lnTo>
                <a:lnTo>
                  <a:pt x="9344" y="755"/>
                </a:lnTo>
                <a:lnTo>
                  <a:pt x="9223" y="852"/>
                </a:lnTo>
                <a:lnTo>
                  <a:pt x="9150" y="974"/>
                </a:lnTo>
                <a:lnTo>
                  <a:pt x="9150" y="998"/>
                </a:lnTo>
                <a:lnTo>
                  <a:pt x="9150" y="1023"/>
                </a:lnTo>
                <a:lnTo>
                  <a:pt x="9174" y="1047"/>
                </a:lnTo>
                <a:lnTo>
                  <a:pt x="9223" y="1047"/>
                </a:lnTo>
                <a:lnTo>
                  <a:pt x="9393" y="998"/>
                </a:lnTo>
                <a:lnTo>
                  <a:pt x="9563" y="901"/>
                </a:lnTo>
                <a:lnTo>
                  <a:pt x="9855" y="682"/>
                </a:lnTo>
                <a:lnTo>
                  <a:pt x="10099" y="560"/>
                </a:lnTo>
                <a:lnTo>
                  <a:pt x="10512" y="585"/>
                </a:lnTo>
                <a:lnTo>
                  <a:pt x="10902" y="609"/>
                </a:lnTo>
                <a:lnTo>
                  <a:pt x="10707" y="682"/>
                </a:lnTo>
                <a:lnTo>
                  <a:pt x="10512" y="804"/>
                </a:lnTo>
                <a:lnTo>
                  <a:pt x="10172" y="998"/>
                </a:lnTo>
                <a:lnTo>
                  <a:pt x="9880" y="1168"/>
                </a:lnTo>
                <a:lnTo>
                  <a:pt x="9588" y="1339"/>
                </a:lnTo>
                <a:lnTo>
                  <a:pt x="9344" y="1558"/>
                </a:lnTo>
                <a:lnTo>
                  <a:pt x="9223" y="1679"/>
                </a:lnTo>
                <a:lnTo>
                  <a:pt x="9101" y="1801"/>
                </a:lnTo>
                <a:lnTo>
                  <a:pt x="9101" y="1825"/>
                </a:lnTo>
                <a:lnTo>
                  <a:pt x="9125" y="1850"/>
                </a:lnTo>
                <a:lnTo>
                  <a:pt x="9125" y="1874"/>
                </a:lnTo>
                <a:lnTo>
                  <a:pt x="9150" y="1874"/>
                </a:lnTo>
                <a:lnTo>
                  <a:pt x="9466" y="1777"/>
                </a:lnTo>
                <a:lnTo>
                  <a:pt x="9782" y="1631"/>
                </a:lnTo>
                <a:lnTo>
                  <a:pt x="10366" y="1314"/>
                </a:lnTo>
                <a:lnTo>
                  <a:pt x="10610" y="1217"/>
                </a:lnTo>
                <a:lnTo>
                  <a:pt x="10877" y="1096"/>
                </a:lnTo>
                <a:lnTo>
                  <a:pt x="11121" y="950"/>
                </a:lnTo>
                <a:lnTo>
                  <a:pt x="11242" y="877"/>
                </a:lnTo>
                <a:lnTo>
                  <a:pt x="11315" y="804"/>
                </a:lnTo>
                <a:lnTo>
                  <a:pt x="11340" y="731"/>
                </a:lnTo>
                <a:lnTo>
                  <a:pt x="11486" y="804"/>
                </a:lnTo>
                <a:lnTo>
                  <a:pt x="11607" y="925"/>
                </a:lnTo>
                <a:lnTo>
                  <a:pt x="11729" y="1047"/>
                </a:lnTo>
                <a:lnTo>
                  <a:pt x="11802" y="1193"/>
                </a:lnTo>
                <a:lnTo>
                  <a:pt x="11486" y="1387"/>
                </a:lnTo>
                <a:lnTo>
                  <a:pt x="11169" y="1558"/>
                </a:lnTo>
                <a:lnTo>
                  <a:pt x="10853" y="1704"/>
                </a:lnTo>
                <a:lnTo>
                  <a:pt x="10488" y="1850"/>
                </a:lnTo>
                <a:lnTo>
                  <a:pt x="10220" y="1971"/>
                </a:lnTo>
                <a:lnTo>
                  <a:pt x="9928" y="2093"/>
                </a:lnTo>
                <a:lnTo>
                  <a:pt x="9807" y="2190"/>
                </a:lnTo>
                <a:lnTo>
                  <a:pt x="9709" y="2288"/>
                </a:lnTo>
                <a:lnTo>
                  <a:pt x="9612" y="2385"/>
                </a:lnTo>
                <a:lnTo>
                  <a:pt x="9515" y="2507"/>
                </a:lnTo>
                <a:lnTo>
                  <a:pt x="9515" y="2580"/>
                </a:lnTo>
                <a:lnTo>
                  <a:pt x="9539" y="2628"/>
                </a:lnTo>
                <a:lnTo>
                  <a:pt x="8931" y="2580"/>
                </a:lnTo>
                <a:lnTo>
                  <a:pt x="7641" y="2580"/>
                </a:lnTo>
                <a:lnTo>
                  <a:pt x="6327" y="2653"/>
                </a:lnTo>
                <a:lnTo>
                  <a:pt x="5135" y="2701"/>
                </a:lnTo>
                <a:lnTo>
                  <a:pt x="3967" y="2726"/>
                </a:lnTo>
                <a:lnTo>
                  <a:pt x="3359" y="2726"/>
                </a:lnTo>
                <a:lnTo>
                  <a:pt x="2775" y="2701"/>
                </a:lnTo>
                <a:lnTo>
                  <a:pt x="2166" y="2653"/>
                </a:lnTo>
                <a:lnTo>
                  <a:pt x="1582" y="2604"/>
                </a:lnTo>
                <a:lnTo>
                  <a:pt x="1509" y="2604"/>
                </a:lnTo>
                <a:lnTo>
                  <a:pt x="1436" y="2628"/>
                </a:lnTo>
                <a:lnTo>
                  <a:pt x="1412" y="2701"/>
                </a:lnTo>
                <a:lnTo>
                  <a:pt x="1388" y="2774"/>
                </a:lnTo>
                <a:lnTo>
                  <a:pt x="1388" y="2847"/>
                </a:lnTo>
                <a:lnTo>
                  <a:pt x="1412" y="2896"/>
                </a:lnTo>
                <a:lnTo>
                  <a:pt x="1461" y="2969"/>
                </a:lnTo>
                <a:lnTo>
                  <a:pt x="1534" y="2993"/>
                </a:lnTo>
                <a:lnTo>
                  <a:pt x="1558" y="3212"/>
                </a:lnTo>
                <a:lnTo>
                  <a:pt x="1558" y="3553"/>
                </a:lnTo>
                <a:lnTo>
                  <a:pt x="1534" y="4453"/>
                </a:lnTo>
                <a:lnTo>
                  <a:pt x="1509" y="5402"/>
                </a:lnTo>
                <a:lnTo>
                  <a:pt x="1485" y="6108"/>
                </a:lnTo>
                <a:lnTo>
                  <a:pt x="1461" y="6668"/>
                </a:lnTo>
                <a:lnTo>
                  <a:pt x="1461" y="7227"/>
                </a:lnTo>
                <a:lnTo>
                  <a:pt x="1485" y="8371"/>
                </a:lnTo>
                <a:lnTo>
                  <a:pt x="1509" y="9490"/>
                </a:lnTo>
                <a:lnTo>
                  <a:pt x="1534" y="10634"/>
                </a:lnTo>
                <a:lnTo>
                  <a:pt x="1485" y="13043"/>
                </a:lnTo>
                <a:lnTo>
                  <a:pt x="1461" y="14235"/>
                </a:lnTo>
                <a:lnTo>
                  <a:pt x="1412" y="15427"/>
                </a:lnTo>
                <a:lnTo>
                  <a:pt x="1363" y="16084"/>
                </a:lnTo>
                <a:lnTo>
                  <a:pt x="1339" y="16255"/>
                </a:lnTo>
                <a:lnTo>
                  <a:pt x="1363" y="16425"/>
                </a:lnTo>
                <a:lnTo>
                  <a:pt x="1388" y="16571"/>
                </a:lnTo>
                <a:lnTo>
                  <a:pt x="1436" y="16693"/>
                </a:lnTo>
                <a:lnTo>
                  <a:pt x="1509" y="16766"/>
                </a:lnTo>
                <a:lnTo>
                  <a:pt x="1461" y="16863"/>
                </a:lnTo>
                <a:lnTo>
                  <a:pt x="1436" y="16960"/>
                </a:lnTo>
                <a:lnTo>
                  <a:pt x="1485" y="17058"/>
                </a:lnTo>
                <a:lnTo>
                  <a:pt x="1534" y="17082"/>
                </a:lnTo>
                <a:lnTo>
                  <a:pt x="1582" y="17106"/>
                </a:lnTo>
                <a:lnTo>
                  <a:pt x="1874" y="17131"/>
                </a:lnTo>
                <a:lnTo>
                  <a:pt x="2191" y="17155"/>
                </a:lnTo>
                <a:lnTo>
                  <a:pt x="2799" y="17179"/>
                </a:lnTo>
                <a:lnTo>
                  <a:pt x="4016" y="17131"/>
                </a:lnTo>
                <a:lnTo>
                  <a:pt x="5329" y="17155"/>
                </a:lnTo>
                <a:lnTo>
                  <a:pt x="6619" y="17204"/>
                </a:lnTo>
                <a:lnTo>
                  <a:pt x="7252" y="17228"/>
                </a:lnTo>
                <a:lnTo>
                  <a:pt x="7884" y="17228"/>
                </a:lnTo>
                <a:lnTo>
                  <a:pt x="9150" y="17179"/>
                </a:lnTo>
                <a:lnTo>
                  <a:pt x="9661" y="17179"/>
                </a:lnTo>
                <a:lnTo>
                  <a:pt x="10172" y="17204"/>
                </a:lnTo>
                <a:lnTo>
                  <a:pt x="10683" y="17204"/>
                </a:lnTo>
                <a:lnTo>
                  <a:pt x="10926" y="17179"/>
                </a:lnTo>
                <a:lnTo>
                  <a:pt x="11194" y="17155"/>
                </a:lnTo>
                <a:lnTo>
                  <a:pt x="11242" y="17131"/>
                </a:lnTo>
                <a:lnTo>
                  <a:pt x="11291" y="17082"/>
                </a:lnTo>
                <a:lnTo>
                  <a:pt x="11340" y="17033"/>
                </a:lnTo>
                <a:lnTo>
                  <a:pt x="11364" y="16985"/>
                </a:lnTo>
                <a:lnTo>
                  <a:pt x="11364" y="16887"/>
                </a:lnTo>
                <a:lnTo>
                  <a:pt x="11315" y="16766"/>
                </a:lnTo>
                <a:lnTo>
                  <a:pt x="11632" y="16620"/>
                </a:lnTo>
                <a:lnTo>
                  <a:pt x="11997" y="16449"/>
                </a:lnTo>
                <a:lnTo>
                  <a:pt x="11997" y="16960"/>
                </a:lnTo>
                <a:lnTo>
                  <a:pt x="11997" y="17058"/>
                </a:lnTo>
                <a:lnTo>
                  <a:pt x="11826" y="17106"/>
                </a:lnTo>
                <a:lnTo>
                  <a:pt x="11656" y="17155"/>
                </a:lnTo>
                <a:lnTo>
                  <a:pt x="11315" y="17301"/>
                </a:lnTo>
                <a:lnTo>
                  <a:pt x="11121" y="17398"/>
                </a:lnTo>
                <a:lnTo>
                  <a:pt x="10926" y="17495"/>
                </a:lnTo>
                <a:lnTo>
                  <a:pt x="10731" y="17617"/>
                </a:lnTo>
                <a:lnTo>
                  <a:pt x="10585" y="17763"/>
                </a:lnTo>
                <a:lnTo>
                  <a:pt x="10585" y="17787"/>
                </a:lnTo>
                <a:lnTo>
                  <a:pt x="10610" y="17812"/>
                </a:lnTo>
                <a:lnTo>
                  <a:pt x="10683" y="17836"/>
                </a:lnTo>
                <a:lnTo>
                  <a:pt x="10780" y="17836"/>
                </a:lnTo>
                <a:lnTo>
                  <a:pt x="10950" y="17787"/>
                </a:lnTo>
                <a:lnTo>
                  <a:pt x="11267" y="17666"/>
                </a:lnTo>
                <a:lnTo>
                  <a:pt x="11632" y="17520"/>
                </a:lnTo>
                <a:lnTo>
                  <a:pt x="11997" y="17422"/>
                </a:lnTo>
                <a:lnTo>
                  <a:pt x="11997" y="17739"/>
                </a:lnTo>
                <a:lnTo>
                  <a:pt x="11875" y="17763"/>
                </a:lnTo>
                <a:lnTo>
                  <a:pt x="11778" y="17836"/>
                </a:lnTo>
                <a:lnTo>
                  <a:pt x="11559" y="17958"/>
                </a:lnTo>
                <a:lnTo>
                  <a:pt x="11340" y="18055"/>
                </a:lnTo>
                <a:lnTo>
                  <a:pt x="11145" y="18201"/>
                </a:lnTo>
                <a:lnTo>
                  <a:pt x="10926" y="18323"/>
                </a:lnTo>
                <a:lnTo>
                  <a:pt x="10731" y="18420"/>
                </a:lnTo>
                <a:lnTo>
                  <a:pt x="10707" y="18444"/>
                </a:lnTo>
                <a:lnTo>
                  <a:pt x="10707" y="18493"/>
                </a:lnTo>
                <a:lnTo>
                  <a:pt x="10731" y="18517"/>
                </a:lnTo>
                <a:lnTo>
                  <a:pt x="10975" y="18517"/>
                </a:lnTo>
                <a:lnTo>
                  <a:pt x="11194" y="18493"/>
                </a:lnTo>
                <a:lnTo>
                  <a:pt x="11413" y="18444"/>
                </a:lnTo>
                <a:lnTo>
                  <a:pt x="11632" y="18371"/>
                </a:lnTo>
                <a:lnTo>
                  <a:pt x="11802" y="18298"/>
                </a:lnTo>
                <a:lnTo>
                  <a:pt x="11997" y="18225"/>
                </a:lnTo>
                <a:lnTo>
                  <a:pt x="11997" y="18590"/>
                </a:lnTo>
                <a:lnTo>
                  <a:pt x="11778" y="18663"/>
                </a:lnTo>
                <a:lnTo>
                  <a:pt x="11534" y="18736"/>
                </a:lnTo>
                <a:lnTo>
                  <a:pt x="10999" y="18907"/>
                </a:lnTo>
                <a:lnTo>
                  <a:pt x="10731" y="19004"/>
                </a:lnTo>
                <a:lnTo>
                  <a:pt x="10488" y="19150"/>
                </a:lnTo>
                <a:lnTo>
                  <a:pt x="10464" y="19174"/>
                </a:lnTo>
                <a:lnTo>
                  <a:pt x="10464" y="19199"/>
                </a:lnTo>
                <a:lnTo>
                  <a:pt x="10464" y="19247"/>
                </a:lnTo>
                <a:lnTo>
                  <a:pt x="10488" y="19247"/>
                </a:lnTo>
                <a:lnTo>
                  <a:pt x="10634" y="19272"/>
                </a:lnTo>
                <a:lnTo>
                  <a:pt x="10756" y="19272"/>
                </a:lnTo>
                <a:lnTo>
                  <a:pt x="11023" y="19247"/>
                </a:lnTo>
                <a:lnTo>
                  <a:pt x="11267" y="19199"/>
                </a:lnTo>
                <a:lnTo>
                  <a:pt x="11510" y="19126"/>
                </a:lnTo>
                <a:lnTo>
                  <a:pt x="11753" y="19077"/>
                </a:lnTo>
                <a:lnTo>
                  <a:pt x="12021" y="19028"/>
                </a:lnTo>
                <a:lnTo>
                  <a:pt x="12021" y="19223"/>
                </a:lnTo>
                <a:lnTo>
                  <a:pt x="11364" y="19515"/>
                </a:lnTo>
                <a:lnTo>
                  <a:pt x="11048" y="19685"/>
                </a:lnTo>
                <a:lnTo>
                  <a:pt x="10902" y="19783"/>
                </a:lnTo>
                <a:lnTo>
                  <a:pt x="10780" y="19904"/>
                </a:lnTo>
                <a:lnTo>
                  <a:pt x="10756" y="19929"/>
                </a:lnTo>
                <a:lnTo>
                  <a:pt x="10756" y="19953"/>
                </a:lnTo>
                <a:lnTo>
                  <a:pt x="10780" y="19977"/>
                </a:lnTo>
                <a:lnTo>
                  <a:pt x="10804" y="19977"/>
                </a:lnTo>
                <a:lnTo>
                  <a:pt x="11121" y="19953"/>
                </a:lnTo>
                <a:lnTo>
                  <a:pt x="11413" y="19880"/>
                </a:lnTo>
                <a:lnTo>
                  <a:pt x="11729" y="19758"/>
                </a:lnTo>
                <a:lnTo>
                  <a:pt x="12021" y="19637"/>
                </a:lnTo>
                <a:lnTo>
                  <a:pt x="12021" y="19856"/>
                </a:lnTo>
                <a:lnTo>
                  <a:pt x="11972" y="19977"/>
                </a:lnTo>
                <a:lnTo>
                  <a:pt x="11899" y="20099"/>
                </a:lnTo>
                <a:lnTo>
                  <a:pt x="11753" y="20099"/>
                </a:lnTo>
                <a:lnTo>
                  <a:pt x="11607" y="20123"/>
                </a:lnTo>
                <a:lnTo>
                  <a:pt x="11315" y="20221"/>
                </a:lnTo>
                <a:lnTo>
                  <a:pt x="10926" y="20342"/>
                </a:lnTo>
                <a:lnTo>
                  <a:pt x="10731" y="20415"/>
                </a:lnTo>
                <a:lnTo>
                  <a:pt x="10537" y="20537"/>
                </a:lnTo>
                <a:lnTo>
                  <a:pt x="10512" y="20561"/>
                </a:lnTo>
                <a:lnTo>
                  <a:pt x="9928" y="20537"/>
                </a:lnTo>
                <a:lnTo>
                  <a:pt x="9344" y="20513"/>
                </a:lnTo>
                <a:lnTo>
                  <a:pt x="8541" y="20513"/>
                </a:lnTo>
                <a:lnTo>
                  <a:pt x="7738" y="20537"/>
                </a:lnTo>
                <a:lnTo>
                  <a:pt x="6084" y="20561"/>
                </a:lnTo>
                <a:lnTo>
                  <a:pt x="4429" y="20561"/>
                </a:lnTo>
                <a:lnTo>
                  <a:pt x="2848" y="20513"/>
                </a:lnTo>
                <a:lnTo>
                  <a:pt x="1753" y="20513"/>
                </a:lnTo>
                <a:lnTo>
                  <a:pt x="1631" y="20464"/>
                </a:lnTo>
                <a:lnTo>
                  <a:pt x="1339" y="20342"/>
                </a:lnTo>
                <a:lnTo>
                  <a:pt x="1193" y="20269"/>
                </a:lnTo>
                <a:lnTo>
                  <a:pt x="1023" y="20172"/>
                </a:lnTo>
                <a:lnTo>
                  <a:pt x="901" y="20050"/>
                </a:lnTo>
                <a:lnTo>
                  <a:pt x="779" y="19929"/>
                </a:lnTo>
                <a:lnTo>
                  <a:pt x="731" y="19807"/>
                </a:lnTo>
                <a:lnTo>
                  <a:pt x="682" y="19661"/>
                </a:lnTo>
                <a:lnTo>
                  <a:pt x="609" y="19393"/>
                </a:lnTo>
                <a:lnTo>
                  <a:pt x="585" y="19101"/>
                </a:lnTo>
                <a:lnTo>
                  <a:pt x="560" y="18834"/>
                </a:lnTo>
                <a:lnTo>
                  <a:pt x="536" y="17131"/>
                </a:lnTo>
                <a:lnTo>
                  <a:pt x="560" y="15427"/>
                </a:lnTo>
                <a:lnTo>
                  <a:pt x="536" y="13091"/>
                </a:lnTo>
                <a:lnTo>
                  <a:pt x="487" y="9247"/>
                </a:lnTo>
                <a:lnTo>
                  <a:pt x="463" y="5402"/>
                </a:lnTo>
                <a:lnTo>
                  <a:pt x="463" y="3967"/>
                </a:lnTo>
                <a:lnTo>
                  <a:pt x="487" y="3139"/>
                </a:lnTo>
                <a:lnTo>
                  <a:pt x="536" y="2653"/>
                </a:lnTo>
                <a:lnTo>
                  <a:pt x="585" y="2142"/>
                </a:lnTo>
                <a:lnTo>
                  <a:pt x="682" y="1655"/>
                </a:lnTo>
                <a:lnTo>
                  <a:pt x="828" y="1168"/>
                </a:lnTo>
                <a:lnTo>
                  <a:pt x="901" y="1023"/>
                </a:lnTo>
                <a:lnTo>
                  <a:pt x="1023" y="852"/>
                </a:lnTo>
                <a:lnTo>
                  <a:pt x="1217" y="731"/>
                </a:lnTo>
                <a:lnTo>
                  <a:pt x="1461" y="609"/>
                </a:lnTo>
                <a:lnTo>
                  <a:pt x="1753" y="536"/>
                </a:lnTo>
                <a:lnTo>
                  <a:pt x="2118" y="487"/>
                </a:lnTo>
                <a:lnTo>
                  <a:pt x="2531" y="463"/>
                </a:lnTo>
                <a:close/>
                <a:moveTo>
                  <a:pt x="2507" y="1"/>
                </a:moveTo>
                <a:lnTo>
                  <a:pt x="2045" y="25"/>
                </a:lnTo>
                <a:lnTo>
                  <a:pt x="1655" y="98"/>
                </a:lnTo>
                <a:lnTo>
                  <a:pt x="1315" y="171"/>
                </a:lnTo>
                <a:lnTo>
                  <a:pt x="1023" y="317"/>
                </a:lnTo>
                <a:lnTo>
                  <a:pt x="804" y="463"/>
                </a:lnTo>
                <a:lnTo>
                  <a:pt x="609" y="633"/>
                </a:lnTo>
                <a:lnTo>
                  <a:pt x="463" y="828"/>
                </a:lnTo>
                <a:lnTo>
                  <a:pt x="366" y="1023"/>
                </a:lnTo>
                <a:lnTo>
                  <a:pt x="293" y="1241"/>
                </a:lnTo>
                <a:lnTo>
                  <a:pt x="220" y="1436"/>
                </a:lnTo>
                <a:lnTo>
                  <a:pt x="195" y="1655"/>
                </a:lnTo>
                <a:lnTo>
                  <a:pt x="147" y="2020"/>
                </a:lnTo>
                <a:lnTo>
                  <a:pt x="122" y="2312"/>
                </a:lnTo>
                <a:lnTo>
                  <a:pt x="74" y="2823"/>
                </a:lnTo>
                <a:lnTo>
                  <a:pt x="25" y="3334"/>
                </a:lnTo>
                <a:lnTo>
                  <a:pt x="1" y="4356"/>
                </a:lnTo>
                <a:lnTo>
                  <a:pt x="25" y="5354"/>
                </a:lnTo>
                <a:lnTo>
                  <a:pt x="49" y="6376"/>
                </a:lnTo>
                <a:lnTo>
                  <a:pt x="49" y="7544"/>
                </a:lnTo>
                <a:lnTo>
                  <a:pt x="49" y="8736"/>
                </a:lnTo>
                <a:lnTo>
                  <a:pt x="1" y="11072"/>
                </a:lnTo>
                <a:lnTo>
                  <a:pt x="25" y="12264"/>
                </a:lnTo>
                <a:lnTo>
                  <a:pt x="49" y="13432"/>
                </a:lnTo>
                <a:lnTo>
                  <a:pt x="98" y="14624"/>
                </a:lnTo>
                <a:lnTo>
                  <a:pt x="98" y="15817"/>
                </a:lnTo>
                <a:lnTo>
                  <a:pt x="98" y="16693"/>
                </a:lnTo>
                <a:lnTo>
                  <a:pt x="98" y="17568"/>
                </a:lnTo>
                <a:lnTo>
                  <a:pt x="122" y="18444"/>
                </a:lnTo>
                <a:lnTo>
                  <a:pt x="171" y="19345"/>
                </a:lnTo>
                <a:lnTo>
                  <a:pt x="195" y="19612"/>
                </a:lnTo>
                <a:lnTo>
                  <a:pt x="244" y="19880"/>
                </a:lnTo>
                <a:lnTo>
                  <a:pt x="341" y="20123"/>
                </a:lnTo>
                <a:lnTo>
                  <a:pt x="463" y="20367"/>
                </a:lnTo>
                <a:lnTo>
                  <a:pt x="633" y="20561"/>
                </a:lnTo>
                <a:lnTo>
                  <a:pt x="804" y="20732"/>
                </a:lnTo>
                <a:lnTo>
                  <a:pt x="925" y="20805"/>
                </a:lnTo>
                <a:lnTo>
                  <a:pt x="1047" y="20853"/>
                </a:lnTo>
                <a:lnTo>
                  <a:pt x="1169" y="20902"/>
                </a:lnTo>
                <a:lnTo>
                  <a:pt x="1315" y="20926"/>
                </a:lnTo>
                <a:lnTo>
                  <a:pt x="2994" y="20951"/>
                </a:lnTo>
                <a:lnTo>
                  <a:pt x="4186" y="20975"/>
                </a:lnTo>
                <a:lnTo>
                  <a:pt x="4964" y="20999"/>
                </a:lnTo>
                <a:lnTo>
                  <a:pt x="5938" y="21024"/>
                </a:lnTo>
                <a:lnTo>
                  <a:pt x="6911" y="21024"/>
                </a:lnTo>
                <a:lnTo>
                  <a:pt x="8833" y="20999"/>
                </a:lnTo>
                <a:lnTo>
                  <a:pt x="9198" y="20999"/>
                </a:lnTo>
                <a:lnTo>
                  <a:pt x="9588" y="21024"/>
                </a:lnTo>
                <a:lnTo>
                  <a:pt x="10366" y="21072"/>
                </a:lnTo>
                <a:lnTo>
                  <a:pt x="10756" y="21072"/>
                </a:lnTo>
                <a:lnTo>
                  <a:pt x="11145" y="21048"/>
                </a:lnTo>
                <a:lnTo>
                  <a:pt x="11315" y="20999"/>
                </a:lnTo>
                <a:lnTo>
                  <a:pt x="11510" y="20951"/>
                </a:lnTo>
                <a:lnTo>
                  <a:pt x="11680" y="20902"/>
                </a:lnTo>
                <a:lnTo>
                  <a:pt x="11851" y="20805"/>
                </a:lnTo>
                <a:lnTo>
                  <a:pt x="12021" y="20683"/>
                </a:lnTo>
                <a:lnTo>
                  <a:pt x="12167" y="20513"/>
                </a:lnTo>
                <a:lnTo>
                  <a:pt x="12264" y="20318"/>
                </a:lnTo>
                <a:lnTo>
                  <a:pt x="12362" y="20075"/>
                </a:lnTo>
                <a:lnTo>
                  <a:pt x="12435" y="19807"/>
                </a:lnTo>
                <a:lnTo>
                  <a:pt x="12483" y="19515"/>
                </a:lnTo>
                <a:lnTo>
                  <a:pt x="12532" y="19223"/>
                </a:lnTo>
                <a:lnTo>
                  <a:pt x="12556" y="18907"/>
                </a:lnTo>
                <a:lnTo>
                  <a:pt x="12580" y="18298"/>
                </a:lnTo>
                <a:lnTo>
                  <a:pt x="12580" y="17739"/>
                </a:lnTo>
                <a:lnTo>
                  <a:pt x="12556" y="16960"/>
                </a:lnTo>
                <a:lnTo>
                  <a:pt x="12532" y="15573"/>
                </a:lnTo>
                <a:lnTo>
                  <a:pt x="12508" y="14186"/>
                </a:lnTo>
                <a:lnTo>
                  <a:pt x="12483" y="13286"/>
                </a:lnTo>
                <a:lnTo>
                  <a:pt x="12459" y="12118"/>
                </a:lnTo>
                <a:lnTo>
                  <a:pt x="12459" y="9441"/>
                </a:lnTo>
                <a:lnTo>
                  <a:pt x="12459" y="6960"/>
                </a:lnTo>
                <a:lnTo>
                  <a:pt x="12435" y="5500"/>
                </a:lnTo>
                <a:lnTo>
                  <a:pt x="12435" y="4794"/>
                </a:lnTo>
                <a:lnTo>
                  <a:pt x="12483" y="4113"/>
                </a:lnTo>
                <a:lnTo>
                  <a:pt x="12532" y="3431"/>
                </a:lnTo>
                <a:lnTo>
                  <a:pt x="12556" y="2726"/>
                </a:lnTo>
                <a:lnTo>
                  <a:pt x="12556" y="2336"/>
                </a:lnTo>
                <a:lnTo>
                  <a:pt x="12532" y="1898"/>
                </a:lnTo>
                <a:lnTo>
                  <a:pt x="12435" y="1509"/>
                </a:lnTo>
                <a:lnTo>
                  <a:pt x="12386" y="1314"/>
                </a:lnTo>
                <a:lnTo>
                  <a:pt x="12313" y="1120"/>
                </a:lnTo>
                <a:lnTo>
                  <a:pt x="12240" y="950"/>
                </a:lnTo>
                <a:lnTo>
                  <a:pt x="12143" y="779"/>
                </a:lnTo>
                <a:lnTo>
                  <a:pt x="12021" y="633"/>
                </a:lnTo>
                <a:lnTo>
                  <a:pt x="11899" y="512"/>
                </a:lnTo>
                <a:lnTo>
                  <a:pt x="11729" y="414"/>
                </a:lnTo>
                <a:lnTo>
                  <a:pt x="11559" y="317"/>
                </a:lnTo>
                <a:lnTo>
                  <a:pt x="11364" y="268"/>
                </a:lnTo>
                <a:lnTo>
                  <a:pt x="11145" y="220"/>
                </a:lnTo>
                <a:lnTo>
                  <a:pt x="11096" y="171"/>
                </a:lnTo>
                <a:lnTo>
                  <a:pt x="10999" y="147"/>
                </a:lnTo>
                <a:lnTo>
                  <a:pt x="10634" y="122"/>
                </a:lnTo>
                <a:lnTo>
                  <a:pt x="10269" y="98"/>
                </a:lnTo>
                <a:lnTo>
                  <a:pt x="9515" y="98"/>
                </a:lnTo>
                <a:lnTo>
                  <a:pt x="8030" y="122"/>
                </a:lnTo>
                <a:lnTo>
                  <a:pt x="4867" y="98"/>
                </a:lnTo>
                <a:lnTo>
                  <a:pt x="3943" y="74"/>
                </a:lnTo>
                <a:lnTo>
                  <a:pt x="3018" y="25"/>
                </a:lnTo>
                <a:lnTo>
                  <a:pt x="2507"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32" name="Google Shape;832;p39"/>
          <p:cNvSpPr/>
          <p:nvPr/>
        </p:nvSpPr>
        <p:spPr>
          <a:xfrm>
            <a:off x="1461139" y="2626095"/>
            <a:ext cx="360039" cy="460550"/>
          </a:xfrm>
          <a:custGeom>
            <a:avLst/>
            <a:gdLst/>
            <a:ahLst/>
            <a:cxnLst/>
            <a:rect l="l" t="t" r="r" b="b"/>
            <a:pathLst>
              <a:path w="16474" h="21073" extrusionOk="0">
                <a:moveTo>
                  <a:pt x="15330" y="779"/>
                </a:moveTo>
                <a:lnTo>
                  <a:pt x="15525" y="950"/>
                </a:lnTo>
                <a:lnTo>
                  <a:pt x="15671" y="1120"/>
                </a:lnTo>
                <a:lnTo>
                  <a:pt x="15428" y="1266"/>
                </a:lnTo>
                <a:lnTo>
                  <a:pt x="15209" y="1387"/>
                </a:lnTo>
                <a:lnTo>
                  <a:pt x="14917" y="1582"/>
                </a:lnTo>
                <a:lnTo>
                  <a:pt x="14625" y="1777"/>
                </a:lnTo>
                <a:lnTo>
                  <a:pt x="14187" y="1777"/>
                </a:lnTo>
                <a:lnTo>
                  <a:pt x="13773" y="1752"/>
                </a:lnTo>
                <a:lnTo>
                  <a:pt x="14235" y="1460"/>
                </a:lnTo>
                <a:lnTo>
                  <a:pt x="14819" y="1120"/>
                </a:lnTo>
                <a:lnTo>
                  <a:pt x="15038" y="1023"/>
                </a:lnTo>
                <a:lnTo>
                  <a:pt x="15160" y="974"/>
                </a:lnTo>
                <a:lnTo>
                  <a:pt x="15257" y="925"/>
                </a:lnTo>
                <a:lnTo>
                  <a:pt x="15330" y="852"/>
                </a:lnTo>
                <a:lnTo>
                  <a:pt x="15330" y="779"/>
                </a:lnTo>
                <a:close/>
                <a:moveTo>
                  <a:pt x="15817" y="1485"/>
                </a:moveTo>
                <a:lnTo>
                  <a:pt x="15890" y="1679"/>
                </a:lnTo>
                <a:lnTo>
                  <a:pt x="15914" y="1898"/>
                </a:lnTo>
                <a:lnTo>
                  <a:pt x="15744" y="1971"/>
                </a:lnTo>
                <a:lnTo>
                  <a:pt x="15574" y="2044"/>
                </a:lnTo>
                <a:lnTo>
                  <a:pt x="15257" y="2215"/>
                </a:lnTo>
                <a:lnTo>
                  <a:pt x="15111" y="2312"/>
                </a:lnTo>
                <a:lnTo>
                  <a:pt x="14941" y="2409"/>
                </a:lnTo>
                <a:lnTo>
                  <a:pt x="14941" y="2409"/>
                </a:lnTo>
                <a:lnTo>
                  <a:pt x="14965" y="2117"/>
                </a:lnTo>
                <a:lnTo>
                  <a:pt x="14990" y="1996"/>
                </a:lnTo>
                <a:lnTo>
                  <a:pt x="14990" y="1898"/>
                </a:lnTo>
                <a:lnTo>
                  <a:pt x="15209" y="1777"/>
                </a:lnTo>
                <a:lnTo>
                  <a:pt x="15525" y="1631"/>
                </a:lnTo>
                <a:lnTo>
                  <a:pt x="15817" y="1485"/>
                </a:lnTo>
                <a:close/>
                <a:moveTo>
                  <a:pt x="15963" y="2239"/>
                </a:moveTo>
                <a:lnTo>
                  <a:pt x="15963" y="2774"/>
                </a:lnTo>
                <a:lnTo>
                  <a:pt x="15914" y="2799"/>
                </a:lnTo>
                <a:lnTo>
                  <a:pt x="15695" y="2896"/>
                </a:lnTo>
                <a:lnTo>
                  <a:pt x="15476" y="2993"/>
                </a:lnTo>
                <a:lnTo>
                  <a:pt x="14917" y="3285"/>
                </a:lnTo>
                <a:lnTo>
                  <a:pt x="14941" y="2774"/>
                </a:lnTo>
                <a:lnTo>
                  <a:pt x="15233" y="2604"/>
                </a:lnTo>
                <a:lnTo>
                  <a:pt x="15525" y="2409"/>
                </a:lnTo>
                <a:lnTo>
                  <a:pt x="15744" y="2312"/>
                </a:lnTo>
                <a:lnTo>
                  <a:pt x="15963" y="2239"/>
                </a:lnTo>
                <a:close/>
                <a:moveTo>
                  <a:pt x="15939" y="3115"/>
                </a:moveTo>
                <a:lnTo>
                  <a:pt x="15914" y="3577"/>
                </a:lnTo>
                <a:lnTo>
                  <a:pt x="15647" y="3699"/>
                </a:lnTo>
                <a:lnTo>
                  <a:pt x="15403" y="3821"/>
                </a:lnTo>
                <a:lnTo>
                  <a:pt x="14917" y="4113"/>
                </a:lnTo>
                <a:lnTo>
                  <a:pt x="14917" y="3553"/>
                </a:lnTo>
                <a:lnTo>
                  <a:pt x="15087" y="3504"/>
                </a:lnTo>
                <a:lnTo>
                  <a:pt x="15233" y="3431"/>
                </a:lnTo>
                <a:lnTo>
                  <a:pt x="15549" y="3285"/>
                </a:lnTo>
                <a:lnTo>
                  <a:pt x="15744" y="3212"/>
                </a:lnTo>
                <a:lnTo>
                  <a:pt x="15939" y="3115"/>
                </a:lnTo>
                <a:close/>
                <a:moveTo>
                  <a:pt x="15866" y="3942"/>
                </a:moveTo>
                <a:lnTo>
                  <a:pt x="15841" y="4429"/>
                </a:lnTo>
                <a:lnTo>
                  <a:pt x="15574" y="4575"/>
                </a:lnTo>
                <a:lnTo>
                  <a:pt x="15330" y="4697"/>
                </a:lnTo>
                <a:lnTo>
                  <a:pt x="15136" y="4818"/>
                </a:lnTo>
                <a:lnTo>
                  <a:pt x="14965" y="4964"/>
                </a:lnTo>
                <a:lnTo>
                  <a:pt x="14892" y="5013"/>
                </a:lnTo>
                <a:lnTo>
                  <a:pt x="14917" y="4405"/>
                </a:lnTo>
                <a:lnTo>
                  <a:pt x="15160" y="4307"/>
                </a:lnTo>
                <a:lnTo>
                  <a:pt x="15403" y="4186"/>
                </a:lnTo>
                <a:lnTo>
                  <a:pt x="15647" y="4064"/>
                </a:lnTo>
                <a:lnTo>
                  <a:pt x="15866" y="3942"/>
                </a:lnTo>
                <a:close/>
                <a:moveTo>
                  <a:pt x="15841" y="4794"/>
                </a:moveTo>
                <a:lnTo>
                  <a:pt x="15841" y="5329"/>
                </a:lnTo>
                <a:lnTo>
                  <a:pt x="15525" y="5500"/>
                </a:lnTo>
                <a:lnTo>
                  <a:pt x="15209" y="5670"/>
                </a:lnTo>
                <a:lnTo>
                  <a:pt x="14892" y="5865"/>
                </a:lnTo>
                <a:lnTo>
                  <a:pt x="14892" y="5256"/>
                </a:lnTo>
                <a:lnTo>
                  <a:pt x="15038" y="5208"/>
                </a:lnTo>
                <a:lnTo>
                  <a:pt x="15403" y="5013"/>
                </a:lnTo>
                <a:lnTo>
                  <a:pt x="15622" y="4891"/>
                </a:lnTo>
                <a:lnTo>
                  <a:pt x="15841" y="4794"/>
                </a:lnTo>
                <a:close/>
                <a:moveTo>
                  <a:pt x="15841" y="5694"/>
                </a:moveTo>
                <a:lnTo>
                  <a:pt x="15841" y="6230"/>
                </a:lnTo>
                <a:lnTo>
                  <a:pt x="15598" y="6376"/>
                </a:lnTo>
                <a:lnTo>
                  <a:pt x="15379" y="6497"/>
                </a:lnTo>
                <a:lnTo>
                  <a:pt x="15136" y="6668"/>
                </a:lnTo>
                <a:lnTo>
                  <a:pt x="15014" y="6765"/>
                </a:lnTo>
                <a:lnTo>
                  <a:pt x="14892" y="6862"/>
                </a:lnTo>
                <a:lnTo>
                  <a:pt x="14892" y="6181"/>
                </a:lnTo>
                <a:lnTo>
                  <a:pt x="15087" y="6108"/>
                </a:lnTo>
                <a:lnTo>
                  <a:pt x="15282" y="6011"/>
                </a:lnTo>
                <a:lnTo>
                  <a:pt x="15841" y="5694"/>
                </a:lnTo>
                <a:close/>
                <a:moveTo>
                  <a:pt x="15817" y="6692"/>
                </a:moveTo>
                <a:lnTo>
                  <a:pt x="15817" y="7179"/>
                </a:lnTo>
                <a:lnTo>
                  <a:pt x="15282" y="7422"/>
                </a:lnTo>
                <a:lnTo>
                  <a:pt x="15087" y="7495"/>
                </a:lnTo>
                <a:lnTo>
                  <a:pt x="14892" y="7592"/>
                </a:lnTo>
                <a:lnTo>
                  <a:pt x="14892" y="7057"/>
                </a:lnTo>
                <a:lnTo>
                  <a:pt x="15038" y="7033"/>
                </a:lnTo>
                <a:lnTo>
                  <a:pt x="15184" y="6984"/>
                </a:lnTo>
                <a:lnTo>
                  <a:pt x="15476" y="6838"/>
                </a:lnTo>
                <a:lnTo>
                  <a:pt x="15817" y="6692"/>
                </a:lnTo>
                <a:close/>
                <a:moveTo>
                  <a:pt x="15817" y="7617"/>
                </a:moveTo>
                <a:lnTo>
                  <a:pt x="15817" y="8079"/>
                </a:lnTo>
                <a:lnTo>
                  <a:pt x="15355" y="8298"/>
                </a:lnTo>
                <a:lnTo>
                  <a:pt x="15136" y="8420"/>
                </a:lnTo>
                <a:lnTo>
                  <a:pt x="14917" y="8566"/>
                </a:lnTo>
                <a:lnTo>
                  <a:pt x="14892" y="7933"/>
                </a:lnTo>
                <a:lnTo>
                  <a:pt x="15111" y="7884"/>
                </a:lnTo>
                <a:lnTo>
                  <a:pt x="15330" y="7811"/>
                </a:lnTo>
                <a:lnTo>
                  <a:pt x="15817" y="7617"/>
                </a:lnTo>
                <a:close/>
                <a:moveTo>
                  <a:pt x="15817" y="8420"/>
                </a:moveTo>
                <a:lnTo>
                  <a:pt x="15817" y="8931"/>
                </a:lnTo>
                <a:lnTo>
                  <a:pt x="15720" y="8955"/>
                </a:lnTo>
                <a:lnTo>
                  <a:pt x="15598" y="9004"/>
                </a:lnTo>
                <a:lnTo>
                  <a:pt x="15452" y="9101"/>
                </a:lnTo>
                <a:lnTo>
                  <a:pt x="15184" y="9271"/>
                </a:lnTo>
                <a:lnTo>
                  <a:pt x="15038" y="9368"/>
                </a:lnTo>
                <a:lnTo>
                  <a:pt x="14917" y="9490"/>
                </a:lnTo>
                <a:lnTo>
                  <a:pt x="14917" y="8882"/>
                </a:lnTo>
                <a:lnTo>
                  <a:pt x="15160" y="8760"/>
                </a:lnTo>
                <a:lnTo>
                  <a:pt x="15817" y="8420"/>
                </a:lnTo>
                <a:close/>
                <a:moveTo>
                  <a:pt x="15817" y="9295"/>
                </a:moveTo>
                <a:lnTo>
                  <a:pt x="15817" y="9782"/>
                </a:lnTo>
                <a:lnTo>
                  <a:pt x="15574" y="9904"/>
                </a:lnTo>
                <a:lnTo>
                  <a:pt x="15355" y="10025"/>
                </a:lnTo>
                <a:lnTo>
                  <a:pt x="15136" y="10147"/>
                </a:lnTo>
                <a:lnTo>
                  <a:pt x="14917" y="10269"/>
                </a:lnTo>
                <a:lnTo>
                  <a:pt x="14917" y="9782"/>
                </a:lnTo>
                <a:lnTo>
                  <a:pt x="15111" y="9709"/>
                </a:lnTo>
                <a:lnTo>
                  <a:pt x="15282" y="9612"/>
                </a:lnTo>
                <a:lnTo>
                  <a:pt x="15622" y="9393"/>
                </a:lnTo>
                <a:lnTo>
                  <a:pt x="15817" y="9295"/>
                </a:lnTo>
                <a:close/>
                <a:moveTo>
                  <a:pt x="15817" y="10244"/>
                </a:moveTo>
                <a:lnTo>
                  <a:pt x="15817" y="10634"/>
                </a:lnTo>
                <a:lnTo>
                  <a:pt x="15574" y="10804"/>
                </a:lnTo>
                <a:lnTo>
                  <a:pt x="15403" y="10950"/>
                </a:lnTo>
                <a:lnTo>
                  <a:pt x="14941" y="11242"/>
                </a:lnTo>
                <a:lnTo>
                  <a:pt x="14917" y="10682"/>
                </a:lnTo>
                <a:lnTo>
                  <a:pt x="15087" y="10609"/>
                </a:lnTo>
                <a:lnTo>
                  <a:pt x="15257" y="10536"/>
                </a:lnTo>
                <a:lnTo>
                  <a:pt x="15549" y="10366"/>
                </a:lnTo>
                <a:lnTo>
                  <a:pt x="15817" y="10244"/>
                </a:lnTo>
                <a:close/>
                <a:moveTo>
                  <a:pt x="15817" y="11145"/>
                </a:moveTo>
                <a:lnTo>
                  <a:pt x="15817" y="11850"/>
                </a:lnTo>
                <a:lnTo>
                  <a:pt x="15622" y="11972"/>
                </a:lnTo>
                <a:lnTo>
                  <a:pt x="15501" y="12069"/>
                </a:lnTo>
                <a:lnTo>
                  <a:pt x="14965" y="12459"/>
                </a:lnTo>
                <a:lnTo>
                  <a:pt x="14941" y="11656"/>
                </a:lnTo>
                <a:lnTo>
                  <a:pt x="15111" y="11583"/>
                </a:lnTo>
                <a:lnTo>
                  <a:pt x="15282" y="11485"/>
                </a:lnTo>
                <a:lnTo>
                  <a:pt x="15598" y="11291"/>
                </a:lnTo>
                <a:lnTo>
                  <a:pt x="15817" y="11145"/>
                </a:lnTo>
                <a:close/>
                <a:moveTo>
                  <a:pt x="15817" y="12337"/>
                </a:moveTo>
                <a:lnTo>
                  <a:pt x="15817" y="13091"/>
                </a:lnTo>
                <a:lnTo>
                  <a:pt x="15549" y="13237"/>
                </a:lnTo>
                <a:lnTo>
                  <a:pt x="15282" y="13432"/>
                </a:lnTo>
                <a:lnTo>
                  <a:pt x="15136" y="13529"/>
                </a:lnTo>
                <a:lnTo>
                  <a:pt x="14965" y="13651"/>
                </a:lnTo>
                <a:lnTo>
                  <a:pt x="14965" y="12872"/>
                </a:lnTo>
                <a:lnTo>
                  <a:pt x="15136" y="12775"/>
                </a:lnTo>
                <a:lnTo>
                  <a:pt x="15282" y="12702"/>
                </a:lnTo>
                <a:lnTo>
                  <a:pt x="15574" y="12507"/>
                </a:lnTo>
                <a:lnTo>
                  <a:pt x="15817" y="12337"/>
                </a:lnTo>
                <a:close/>
                <a:moveTo>
                  <a:pt x="15817" y="13481"/>
                </a:moveTo>
                <a:lnTo>
                  <a:pt x="15841" y="13919"/>
                </a:lnTo>
                <a:lnTo>
                  <a:pt x="15452" y="14138"/>
                </a:lnTo>
                <a:lnTo>
                  <a:pt x="15087" y="14405"/>
                </a:lnTo>
                <a:lnTo>
                  <a:pt x="14990" y="14478"/>
                </a:lnTo>
                <a:lnTo>
                  <a:pt x="14965" y="13992"/>
                </a:lnTo>
                <a:lnTo>
                  <a:pt x="15209" y="13870"/>
                </a:lnTo>
                <a:lnTo>
                  <a:pt x="15403" y="13748"/>
                </a:lnTo>
                <a:lnTo>
                  <a:pt x="15817" y="13481"/>
                </a:lnTo>
                <a:close/>
                <a:moveTo>
                  <a:pt x="15841" y="14381"/>
                </a:moveTo>
                <a:lnTo>
                  <a:pt x="15866" y="14795"/>
                </a:lnTo>
                <a:lnTo>
                  <a:pt x="15720" y="14868"/>
                </a:lnTo>
                <a:lnTo>
                  <a:pt x="15598" y="14965"/>
                </a:lnTo>
                <a:lnTo>
                  <a:pt x="15355" y="15135"/>
                </a:lnTo>
                <a:lnTo>
                  <a:pt x="14990" y="15354"/>
                </a:lnTo>
                <a:lnTo>
                  <a:pt x="14990" y="14941"/>
                </a:lnTo>
                <a:lnTo>
                  <a:pt x="15160" y="14843"/>
                </a:lnTo>
                <a:lnTo>
                  <a:pt x="15330" y="14722"/>
                </a:lnTo>
                <a:lnTo>
                  <a:pt x="15622" y="14503"/>
                </a:lnTo>
                <a:lnTo>
                  <a:pt x="15841" y="14381"/>
                </a:lnTo>
                <a:close/>
                <a:moveTo>
                  <a:pt x="15866" y="15330"/>
                </a:moveTo>
                <a:lnTo>
                  <a:pt x="15890" y="15865"/>
                </a:lnTo>
                <a:lnTo>
                  <a:pt x="15866" y="15865"/>
                </a:lnTo>
                <a:lnTo>
                  <a:pt x="15695" y="15914"/>
                </a:lnTo>
                <a:lnTo>
                  <a:pt x="15549" y="15963"/>
                </a:lnTo>
                <a:lnTo>
                  <a:pt x="15257" y="16157"/>
                </a:lnTo>
                <a:lnTo>
                  <a:pt x="15014" y="16279"/>
                </a:lnTo>
                <a:lnTo>
                  <a:pt x="14990" y="15768"/>
                </a:lnTo>
                <a:lnTo>
                  <a:pt x="15136" y="15719"/>
                </a:lnTo>
                <a:lnTo>
                  <a:pt x="15282" y="15646"/>
                </a:lnTo>
                <a:lnTo>
                  <a:pt x="15574" y="15500"/>
                </a:lnTo>
                <a:lnTo>
                  <a:pt x="15866" y="15330"/>
                </a:lnTo>
                <a:close/>
                <a:moveTo>
                  <a:pt x="15890" y="16230"/>
                </a:moveTo>
                <a:lnTo>
                  <a:pt x="15890" y="16644"/>
                </a:lnTo>
                <a:lnTo>
                  <a:pt x="15793" y="16644"/>
                </a:lnTo>
                <a:lnTo>
                  <a:pt x="15598" y="16717"/>
                </a:lnTo>
                <a:lnTo>
                  <a:pt x="15403" y="16790"/>
                </a:lnTo>
                <a:lnTo>
                  <a:pt x="15184" y="16887"/>
                </a:lnTo>
                <a:lnTo>
                  <a:pt x="15014" y="17009"/>
                </a:lnTo>
                <a:lnTo>
                  <a:pt x="15014" y="16644"/>
                </a:lnTo>
                <a:lnTo>
                  <a:pt x="15160" y="16595"/>
                </a:lnTo>
                <a:lnTo>
                  <a:pt x="15306" y="16522"/>
                </a:lnTo>
                <a:lnTo>
                  <a:pt x="15598" y="16401"/>
                </a:lnTo>
                <a:lnTo>
                  <a:pt x="15890" y="16230"/>
                </a:lnTo>
                <a:close/>
                <a:moveTo>
                  <a:pt x="12629" y="2166"/>
                </a:moveTo>
                <a:lnTo>
                  <a:pt x="13627" y="2239"/>
                </a:lnTo>
                <a:lnTo>
                  <a:pt x="14600" y="2239"/>
                </a:lnTo>
                <a:lnTo>
                  <a:pt x="14527" y="3285"/>
                </a:lnTo>
                <a:lnTo>
                  <a:pt x="14479" y="4380"/>
                </a:lnTo>
                <a:lnTo>
                  <a:pt x="14454" y="4380"/>
                </a:lnTo>
                <a:lnTo>
                  <a:pt x="14430" y="4405"/>
                </a:lnTo>
                <a:lnTo>
                  <a:pt x="14454" y="4429"/>
                </a:lnTo>
                <a:lnTo>
                  <a:pt x="14479" y="4429"/>
                </a:lnTo>
                <a:lnTo>
                  <a:pt x="14430" y="6059"/>
                </a:lnTo>
                <a:lnTo>
                  <a:pt x="14430" y="7738"/>
                </a:lnTo>
                <a:lnTo>
                  <a:pt x="14430" y="9441"/>
                </a:lnTo>
                <a:lnTo>
                  <a:pt x="14454" y="11169"/>
                </a:lnTo>
                <a:lnTo>
                  <a:pt x="14527" y="14527"/>
                </a:lnTo>
                <a:lnTo>
                  <a:pt x="14552" y="16109"/>
                </a:lnTo>
                <a:lnTo>
                  <a:pt x="14552" y="17617"/>
                </a:lnTo>
                <a:lnTo>
                  <a:pt x="14138" y="17617"/>
                </a:lnTo>
                <a:lnTo>
                  <a:pt x="13724" y="17593"/>
                </a:lnTo>
                <a:lnTo>
                  <a:pt x="13286" y="17593"/>
                </a:lnTo>
                <a:lnTo>
                  <a:pt x="12873" y="17568"/>
                </a:lnTo>
                <a:lnTo>
                  <a:pt x="9637" y="17593"/>
                </a:lnTo>
                <a:lnTo>
                  <a:pt x="6425" y="17593"/>
                </a:lnTo>
                <a:lnTo>
                  <a:pt x="5232" y="17544"/>
                </a:lnTo>
                <a:lnTo>
                  <a:pt x="4016" y="17520"/>
                </a:lnTo>
                <a:lnTo>
                  <a:pt x="2434" y="17520"/>
                </a:lnTo>
                <a:lnTo>
                  <a:pt x="1899" y="17544"/>
                </a:lnTo>
                <a:lnTo>
                  <a:pt x="1923" y="17495"/>
                </a:lnTo>
                <a:lnTo>
                  <a:pt x="1923" y="17447"/>
                </a:lnTo>
                <a:lnTo>
                  <a:pt x="1899" y="17252"/>
                </a:lnTo>
                <a:lnTo>
                  <a:pt x="1899" y="16936"/>
                </a:lnTo>
                <a:lnTo>
                  <a:pt x="1899" y="16620"/>
                </a:lnTo>
                <a:lnTo>
                  <a:pt x="1972" y="14040"/>
                </a:lnTo>
                <a:lnTo>
                  <a:pt x="2021" y="12751"/>
                </a:lnTo>
                <a:lnTo>
                  <a:pt x="2021" y="11485"/>
                </a:lnTo>
                <a:lnTo>
                  <a:pt x="2045" y="8955"/>
                </a:lnTo>
                <a:lnTo>
                  <a:pt x="2021" y="5208"/>
                </a:lnTo>
                <a:lnTo>
                  <a:pt x="1996" y="3164"/>
                </a:lnTo>
                <a:lnTo>
                  <a:pt x="1972" y="2507"/>
                </a:lnTo>
                <a:lnTo>
                  <a:pt x="1948" y="2190"/>
                </a:lnTo>
                <a:lnTo>
                  <a:pt x="2459" y="2263"/>
                </a:lnTo>
                <a:lnTo>
                  <a:pt x="2970" y="2312"/>
                </a:lnTo>
                <a:lnTo>
                  <a:pt x="3505" y="2336"/>
                </a:lnTo>
                <a:lnTo>
                  <a:pt x="4040" y="2336"/>
                </a:lnTo>
                <a:lnTo>
                  <a:pt x="5111" y="2288"/>
                </a:lnTo>
                <a:lnTo>
                  <a:pt x="6133" y="2239"/>
                </a:lnTo>
                <a:lnTo>
                  <a:pt x="7398" y="2215"/>
                </a:lnTo>
                <a:lnTo>
                  <a:pt x="9393" y="2190"/>
                </a:lnTo>
                <a:lnTo>
                  <a:pt x="11364" y="2166"/>
                </a:lnTo>
                <a:close/>
                <a:moveTo>
                  <a:pt x="15890" y="16912"/>
                </a:moveTo>
                <a:lnTo>
                  <a:pt x="15890" y="16960"/>
                </a:lnTo>
                <a:lnTo>
                  <a:pt x="15890" y="17350"/>
                </a:lnTo>
                <a:lnTo>
                  <a:pt x="15768" y="17350"/>
                </a:lnTo>
                <a:lnTo>
                  <a:pt x="15671" y="17398"/>
                </a:lnTo>
                <a:lnTo>
                  <a:pt x="15452" y="17520"/>
                </a:lnTo>
                <a:lnTo>
                  <a:pt x="15209" y="17666"/>
                </a:lnTo>
                <a:lnTo>
                  <a:pt x="15136" y="17593"/>
                </a:lnTo>
                <a:lnTo>
                  <a:pt x="15087" y="17568"/>
                </a:lnTo>
                <a:lnTo>
                  <a:pt x="15014" y="17544"/>
                </a:lnTo>
                <a:lnTo>
                  <a:pt x="15014" y="17301"/>
                </a:lnTo>
                <a:lnTo>
                  <a:pt x="15233" y="17228"/>
                </a:lnTo>
                <a:lnTo>
                  <a:pt x="15452" y="17131"/>
                </a:lnTo>
                <a:lnTo>
                  <a:pt x="15890" y="16912"/>
                </a:lnTo>
                <a:close/>
                <a:moveTo>
                  <a:pt x="8469" y="18663"/>
                </a:moveTo>
                <a:lnTo>
                  <a:pt x="8590" y="18712"/>
                </a:lnTo>
                <a:lnTo>
                  <a:pt x="8663" y="18809"/>
                </a:lnTo>
                <a:lnTo>
                  <a:pt x="8761" y="18980"/>
                </a:lnTo>
                <a:lnTo>
                  <a:pt x="8785" y="19077"/>
                </a:lnTo>
                <a:lnTo>
                  <a:pt x="8785" y="19199"/>
                </a:lnTo>
                <a:lnTo>
                  <a:pt x="8785" y="19320"/>
                </a:lnTo>
                <a:lnTo>
                  <a:pt x="8785" y="19442"/>
                </a:lnTo>
                <a:lnTo>
                  <a:pt x="8761" y="19539"/>
                </a:lnTo>
                <a:lnTo>
                  <a:pt x="8712" y="19661"/>
                </a:lnTo>
                <a:lnTo>
                  <a:pt x="8639" y="19758"/>
                </a:lnTo>
                <a:lnTo>
                  <a:pt x="8542" y="19831"/>
                </a:lnTo>
                <a:lnTo>
                  <a:pt x="8420" y="19904"/>
                </a:lnTo>
                <a:lnTo>
                  <a:pt x="8274" y="19929"/>
                </a:lnTo>
                <a:lnTo>
                  <a:pt x="8128" y="19929"/>
                </a:lnTo>
                <a:lnTo>
                  <a:pt x="8006" y="19880"/>
                </a:lnTo>
                <a:lnTo>
                  <a:pt x="7860" y="19831"/>
                </a:lnTo>
                <a:lnTo>
                  <a:pt x="7763" y="19734"/>
                </a:lnTo>
                <a:lnTo>
                  <a:pt x="7690" y="19612"/>
                </a:lnTo>
                <a:lnTo>
                  <a:pt x="7641" y="19491"/>
                </a:lnTo>
                <a:lnTo>
                  <a:pt x="7641" y="19345"/>
                </a:lnTo>
                <a:lnTo>
                  <a:pt x="7666" y="19174"/>
                </a:lnTo>
                <a:lnTo>
                  <a:pt x="7714" y="19053"/>
                </a:lnTo>
                <a:lnTo>
                  <a:pt x="7787" y="18907"/>
                </a:lnTo>
                <a:lnTo>
                  <a:pt x="7885" y="18809"/>
                </a:lnTo>
                <a:lnTo>
                  <a:pt x="7958" y="18736"/>
                </a:lnTo>
                <a:lnTo>
                  <a:pt x="8031" y="18761"/>
                </a:lnTo>
                <a:lnTo>
                  <a:pt x="8104" y="18736"/>
                </a:lnTo>
                <a:lnTo>
                  <a:pt x="8201" y="18712"/>
                </a:lnTo>
                <a:lnTo>
                  <a:pt x="8250" y="18712"/>
                </a:lnTo>
                <a:lnTo>
                  <a:pt x="8298" y="18688"/>
                </a:lnTo>
                <a:lnTo>
                  <a:pt x="8323" y="18663"/>
                </a:lnTo>
                <a:close/>
                <a:moveTo>
                  <a:pt x="8347" y="18177"/>
                </a:moveTo>
                <a:lnTo>
                  <a:pt x="8152" y="18201"/>
                </a:lnTo>
                <a:lnTo>
                  <a:pt x="8055" y="18250"/>
                </a:lnTo>
                <a:lnTo>
                  <a:pt x="7982" y="18298"/>
                </a:lnTo>
                <a:lnTo>
                  <a:pt x="7885" y="18323"/>
                </a:lnTo>
                <a:lnTo>
                  <a:pt x="7763" y="18347"/>
                </a:lnTo>
                <a:lnTo>
                  <a:pt x="7666" y="18420"/>
                </a:lnTo>
                <a:lnTo>
                  <a:pt x="7568" y="18469"/>
                </a:lnTo>
                <a:lnTo>
                  <a:pt x="7471" y="18566"/>
                </a:lnTo>
                <a:lnTo>
                  <a:pt x="7398" y="18663"/>
                </a:lnTo>
                <a:lnTo>
                  <a:pt x="7349" y="18761"/>
                </a:lnTo>
                <a:lnTo>
                  <a:pt x="7276" y="18882"/>
                </a:lnTo>
                <a:lnTo>
                  <a:pt x="7228" y="19126"/>
                </a:lnTo>
                <a:lnTo>
                  <a:pt x="7179" y="19369"/>
                </a:lnTo>
                <a:lnTo>
                  <a:pt x="7179" y="19515"/>
                </a:lnTo>
                <a:lnTo>
                  <a:pt x="7203" y="19637"/>
                </a:lnTo>
                <a:lnTo>
                  <a:pt x="7252" y="19758"/>
                </a:lnTo>
                <a:lnTo>
                  <a:pt x="7301" y="19880"/>
                </a:lnTo>
                <a:lnTo>
                  <a:pt x="7349" y="19977"/>
                </a:lnTo>
                <a:lnTo>
                  <a:pt x="7447" y="20075"/>
                </a:lnTo>
                <a:lnTo>
                  <a:pt x="7520" y="20148"/>
                </a:lnTo>
                <a:lnTo>
                  <a:pt x="7641" y="20221"/>
                </a:lnTo>
                <a:lnTo>
                  <a:pt x="7739" y="20294"/>
                </a:lnTo>
                <a:lnTo>
                  <a:pt x="7860" y="20342"/>
                </a:lnTo>
                <a:lnTo>
                  <a:pt x="7982" y="20367"/>
                </a:lnTo>
                <a:lnTo>
                  <a:pt x="8104" y="20391"/>
                </a:lnTo>
                <a:lnTo>
                  <a:pt x="8225" y="20391"/>
                </a:lnTo>
                <a:lnTo>
                  <a:pt x="8371" y="20367"/>
                </a:lnTo>
                <a:lnTo>
                  <a:pt x="8493" y="20342"/>
                </a:lnTo>
                <a:lnTo>
                  <a:pt x="8615" y="20294"/>
                </a:lnTo>
                <a:lnTo>
                  <a:pt x="8809" y="20196"/>
                </a:lnTo>
                <a:lnTo>
                  <a:pt x="8955" y="20050"/>
                </a:lnTo>
                <a:lnTo>
                  <a:pt x="9053" y="19880"/>
                </a:lnTo>
                <a:lnTo>
                  <a:pt x="9150" y="19685"/>
                </a:lnTo>
                <a:lnTo>
                  <a:pt x="9199" y="19491"/>
                </a:lnTo>
                <a:lnTo>
                  <a:pt x="9199" y="19272"/>
                </a:lnTo>
                <a:lnTo>
                  <a:pt x="9199" y="19053"/>
                </a:lnTo>
                <a:lnTo>
                  <a:pt x="9174" y="18858"/>
                </a:lnTo>
                <a:lnTo>
                  <a:pt x="9101" y="18688"/>
                </a:lnTo>
                <a:lnTo>
                  <a:pt x="9004" y="18517"/>
                </a:lnTo>
                <a:lnTo>
                  <a:pt x="8882" y="18371"/>
                </a:lnTo>
                <a:lnTo>
                  <a:pt x="8712" y="18250"/>
                </a:lnTo>
                <a:lnTo>
                  <a:pt x="8542" y="18201"/>
                </a:lnTo>
                <a:lnTo>
                  <a:pt x="8347" y="18177"/>
                </a:lnTo>
                <a:close/>
                <a:moveTo>
                  <a:pt x="2532" y="463"/>
                </a:moveTo>
                <a:lnTo>
                  <a:pt x="3018" y="487"/>
                </a:lnTo>
                <a:lnTo>
                  <a:pt x="3943" y="536"/>
                </a:lnTo>
                <a:lnTo>
                  <a:pt x="4843" y="560"/>
                </a:lnTo>
                <a:lnTo>
                  <a:pt x="8298" y="585"/>
                </a:lnTo>
                <a:lnTo>
                  <a:pt x="11729" y="585"/>
                </a:lnTo>
                <a:lnTo>
                  <a:pt x="13554" y="560"/>
                </a:lnTo>
                <a:lnTo>
                  <a:pt x="13530" y="585"/>
                </a:lnTo>
                <a:lnTo>
                  <a:pt x="13530" y="633"/>
                </a:lnTo>
                <a:lnTo>
                  <a:pt x="13505" y="658"/>
                </a:lnTo>
                <a:lnTo>
                  <a:pt x="13530" y="682"/>
                </a:lnTo>
                <a:lnTo>
                  <a:pt x="13554" y="706"/>
                </a:lnTo>
                <a:lnTo>
                  <a:pt x="13627" y="731"/>
                </a:lnTo>
                <a:lnTo>
                  <a:pt x="13724" y="731"/>
                </a:lnTo>
                <a:lnTo>
                  <a:pt x="13846" y="706"/>
                </a:lnTo>
                <a:lnTo>
                  <a:pt x="14065" y="633"/>
                </a:lnTo>
                <a:lnTo>
                  <a:pt x="14260" y="560"/>
                </a:lnTo>
                <a:lnTo>
                  <a:pt x="14892" y="609"/>
                </a:lnTo>
                <a:lnTo>
                  <a:pt x="14917" y="609"/>
                </a:lnTo>
                <a:lnTo>
                  <a:pt x="15063" y="658"/>
                </a:lnTo>
                <a:lnTo>
                  <a:pt x="14965" y="682"/>
                </a:lnTo>
                <a:lnTo>
                  <a:pt x="14844" y="731"/>
                </a:lnTo>
                <a:lnTo>
                  <a:pt x="14625" y="852"/>
                </a:lnTo>
                <a:lnTo>
                  <a:pt x="14260" y="1096"/>
                </a:lnTo>
                <a:lnTo>
                  <a:pt x="13749" y="1387"/>
                </a:lnTo>
                <a:lnTo>
                  <a:pt x="13505" y="1558"/>
                </a:lnTo>
                <a:lnTo>
                  <a:pt x="13286" y="1728"/>
                </a:lnTo>
                <a:lnTo>
                  <a:pt x="12824" y="1704"/>
                </a:lnTo>
                <a:lnTo>
                  <a:pt x="9564" y="1704"/>
                </a:lnTo>
                <a:lnTo>
                  <a:pt x="7593" y="1728"/>
                </a:lnTo>
                <a:lnTo>
                  <a:pt x="6327" y="1777"/>
                </a:lnTo>
                <a:lnTo>
                  <a:pt x="5135" y="1825"/>
                </a:lnTo>
                <a:lnTo>
                  <a:pt x="3943" y="1850"/>
                </a:lnTo>
                <a:lnTo>
                  <a:pt x="3359" y="1850"/>
                </a:lnTo>
                <a:lnTo>
                  <a:pt x="2751" y="1825"/>
                </a:lnTo>
                <a:lnTo>
                  <a:pt x="2167" y="1777"/>
                </a:lnTo>
                <a:lnTo>
                  <a:pt x="1583" y="1728"/>
                </a:lnTo>
                <a:lnTo>
                  <a:pt x="1510" y="1728"/>
                </a:lnTo>
                <a:lnTo>
                  <a:pt x="1437" y="1752"/>
                </a:lnTo>
                <a:lnTo>
                  <a:pt x="1412" y="1825"/>
                </a:lnTo>
                <a:lnTo>
                  <a:pt x="1388" y="1898"/>
                </a:lnTo>
                <a:lnTo>
                  <a:pt x="1388" y="1971"/>
                </a:lnTo>
                <a:lnTo>
                  <a:pt x="1412" y="2020"/>
                </a:lnTo>
                <a:lnTo>
                  <a:pt x="1461" y="2093"/>
                </a:lnTo>
                <a:lnTo>
                  <a:pt x="1534" y="2117"/>
                </a:lnTo>
                <a:lnTo>
                  <a:pt x="1534" y="2385"/>
                </a:lnTo>
                <a:lnTo>
                  <a:pt x="1558" y="2823"/>
                </a:lnTo>
                <a:lnTo>
                  <a:pt x="1534" y="4015"/>
                </a:lnTo>
                <a:lnTo>
                  <a:pt x="1510" y="5281"/>
                </a:lnTo>
                <a:lnTo>
                  <a:pt x="1485" y="6108"/>
                </a:lnTo>
                <a:lnTo>
                  <a:pt x="1461" y="6668"/>
                </a:lnTo>
                <a:lnTo>
                  <a:pt x="1437" y="7227"/>
                </a:lnTo>
                <a:lnTo>
                  <a:pt x="1461" y="8371"/>
                </a:lnTo>
                <a:lnTo>
                  <a:pt x="1510" y="9490"/>
                </a:lnTo>
                <a:lnTo>
                  <a:pt x="1510" y="10634"/>
                </a:lnTo>
                <a:lnTo>
                  <a:pt x="1485" y="13481"/>
                </a:lnTo>
                <a:lnTo>
                  <a:pt x="1461" y="14965"/>
                </a:lnTo>
                <a:lnTo>
                  <a:pt x="1412" y="16303"/>
                </a:lnTo>
                <a:lnTo>
                  <a:pt x="1339" y="16960"/>
                </a:lnTo>
                <a:lnTo>
                  <a:pt x="1339" y="17131"/>
                </a:lnTo>
                <a:lnTo>
                  <a:pt x="1364" y="17301"/>
                </a:lnTo>
                <a:lnTo>
                  <a:pt x="1388" y="17447"/>
                </a:lnTo>
                <a:lnTo>
                  <a:pt x="1437" y="17568"/>
                </a:lnTo>
                <a:lnTo>
                  <a:pt x="1485" y="17641"/>
                </a:lnTo>
                <a:lnTo>
                  <a:pt x="1437" y="17739"/>
                </a:lnTo>
                <a:lnTo>
                  <a:pt x="1437" y="17836"/>
                </a:lnTo>
                <a:lnTo>
                  <a:pt x="1485" y="17933"/>
                </a:lnTo>
                <a:lnTo>
                  <a:pt x="1510" y="17958"/>
                </a:lnTo>
                <a:lnTo>
                  <a:pt x="1583" y="17982"/>
                </a:lnTo>
                <a:lnTo>
                  <a:pt x="1875" y="18006"/>
                </a:lnTo>
                <a:lnTo>
                  <a:pt x="2167" y="18031"/>
                </a:lnTo>
                <a:lnTo>
                  <a:pt x="2799" y="18055"/>
                </a:lnTo>
                <a:lnTo>
                  <a:pt x="4016" y="18006"/>
                </a:lnTo>
                <a:lnTo>
                  <a:pt x="7252" y="18031"/>
                </a:lnTo>
                <a:lnTo>
                  <a:pt x="9247" y="18055"/>
                </a:lnTo>
                <a:lnTo>
                  <a:pt x="10488" y="18079"/>
                </a:lnTo>
                <a:lnTo>
                  <a:pt x="11145" y="18104"/>
                </a:lnTo>
                <a:lnTo>
                  <a:pt x="11778" y="18104"/>
                </a:lnTo>
                <a:lnTo>
                  <a:pt x="13043" y="18055"/>
                </a:lnTo>
                <a:lnTo>
                  <a:pt x="13481" y="18055"/>
                </a:lnTo>
                <a:lnTo>
                  <a:pt x="13919" y="18079"/>
                </a:lnTo>
                <a:lnTo>
                  <a:pt x="14333" y="18104"/>
                </a:lnTo>
                <a:lnTo>
                  <a:pt x="14771" y="18079"/>
                </a:lnTo>
                <a:lnTo>
                  <a:pt x="14819" y="18079"/>
                </a:lnTo>
                <a:lnTo>
                  <a:pt x="14844" y="18055"/>
                </a:lnTo>
                <a:lnTo>
                  <a:pt x="15063" y="18031"/>
                </a:lnTo>
                <a:lnTo>
                  <a:pt x="15136" y="18006"/>
                </a:lnTo>
                <a:lnTo>
                  <a:pt x="15184" y="17958"/>
                </a:lnTo>
                <a:lnTo>
                  <a:pt x="15209" y="17909"/>
                </a:lnTo>
                <a:lnTo>
                  <a:pt x="15233" y="17860"/>
                </a:lnTo>
                <a:lnTo>
                  <a:pt x="15598" y="17690"/>
                </a:lnTo>
                <a:lnTo>
                  <a:pt x="15744" y="17617"/>
                </a:lnTo>
                <a:lnTo>
                  <a:pt x="15890" y="17520"/>
                </a:lnTo>
                <a:lnTo>
                  <a:pt x="15890" y="17909"/>
                </a:lnTo>
                <a:lnTo>
                  <a:pt x="15744" y="18006"/>
                </a:lnTo>
                <a:lnTo>
                  <a:pt x="15598" y="18104"/>
                </a:lnTo>
                <a:lnTo>
                  <a:pt x="15257" y="18250"/>
                </a:lnTo>
                <a:lnTo>
                  <a:pt x="14917" y="18371"/>
                </a:lnTo>
                <a:lnTo>
                  <a:pt x="14235" y="18566"/>
                </a:lnTo>
                <a:lnTo>
                  <a:pt x="13919" y="18688"/>
                </a:lnTo>
                <a:lnTo>
                  <a:pt x="13773" y="18761"/>
                </a:lnTo>
                <a:lnTo>
                  <a:pt x="13627" y="18858"/>
                </a:lnTo>
                <a:lnTo>
                  <a:pt x="13578" y="18931"/>
                </a:lnTo>
                <a:lnTo>
                  <a:pt x="13578" y="18980"/>
                </a:lnTo>
                <a:lnTo>
                  <a:pt x="13603" y="19053"/>
                </a:lnTo>
                <a:lnTo>
                  <a:pt x="13676" y="19053"/>
                </a:lnTo>
                <a:lnTo>
                  <a:pt x="14016" y="19028"/>
                </a:lnTo>
                <a:lnTo>
                  <a:pt x="14357" y="18980"/>
                </a:lnTo>
                <a:lnTo>
                  <a:pt x="15038" y="18785"/>
                </a:lnTo>
                <a:lnTo>
                  <a:pt x="15476" y="18663"/>
                </a:lnTo>
                <a:lnTo>
                  <a:pt x="15695" y="18566"/>
                </a:lnTo>
                <a:lnTo>
                  <a:pt x="15890" y="18469"/>
                </a:lnTo>
                <a:lnTo>
                  <a:pt x="15890" y="18785"/>
                </a:lnTo>
                <a:lnTo>
                  <a:pt x="15622" y="18858"/>
                </a:lnTo>
                <a:lnTo>
                  <a:pt x="15355" y="18931"/>
                </a:lnTo>
                <a:lnTo>
                  <a:pt x="14844" y="19101"/>
                </a:lnTo>
                <a:lnTo>
                  <a:pt x="14527" y="19223"/>
                </a:lnTo>
                <a:lnTo>
                  <a:pt x="14235" y="19320"/>
                </a:lnTo>
                <a:lnTo>
                  <a:pt x="13943" y="19466"/>
                </a:lnTo>
                <a:lnTo>
                  <a:pt x="13676" y="19637"/>
                </a:lnTo>
                <a:lnTo>
                  <a:pt x="13676" y="19685"/>
                </a:lnTo>
                <a:lnTo>
                  <a:pt x="13676" y="19710"/>
                </a:lnTo>
                <a:lnTo>
                  <a:pt x="13700" y="19734"/>
                </a:lnTo>
                <a:lnTo>
                  <a:pt x="13724" y="19734"/>
                </a:lnTo>
                <a:lnTo>
                  <a:pt x="14041" y="19685"/>
                </a:lnTo>
                <a:lnTo>
                  <a:pt x="14333" y="19612"/>
                </a:lnTo>
                <a:lnTo>
                  <a:pt x="14917" y="19442"/>
                </a:lnTo>
                <a:lnTo>
                  <a:pt x="15403" y="19320"/>
                </a:lnTo>
                <a:lnTo>
                  <a:pt x="15671" y="19247"/>
                </a:lnTo>
                <a:lnTo>
                  <a:pt x="15914" y="19150"/>
                </a:lnTo>
                <a:lnTo>
                  <a:pt x="15914" y="19466"/>
                </a:lnTo>
                <a:lnTo>
                  <a:pt x="15647" y="19515"/>
                </a:lnTo>
                <a:lnTo>
                  <a:pt x="15379" y="19612"/>
                </a:lnTo>
                <a:lnTo>
                  <a:pt x="14892" y="19831"/>
                </a:lnTo>
                <a:lnTo>
                  <a:pt x="14381" y="20050"/>
                </a:lnTo>
                <a:lnTo>
                  <a:pt x="13895" y="20294"/>
                </a:lnTo>
                <a:lnTo>
                  <a:pt x="13895" y="20318"/>
                </a:lnTo>
                <a:lnTo>
                  <a:pt x="13919" y="20342"/>
                </a:lnTo>
                <a:lnTo>
                  <a:pt x="14162" y="20342"/>
                </a:lnTo>
                <a:lnTo>
                  <a:pt x="14430" y="20294"/>
                </a:lnTo>
                <a:lnTo>
                  <a:pt x="14673" y="20245"/>
                </a:lnTo>
                <a:lnTo>
                  <a:pt x="14941" y="20172"/>
                </a:lnTo>
                <a:lnTo>
                  <a:pt x="15428" y="20026"/>
                </a:lnTo>
                <a:lnTo>
                  <a:pt x="15914" y="19831"/>
                </a:lnTo>
                <a:lnTo>
                  <a:pt x="15914" y="19856"/>
                </a:lnTo>
                <a:lnTo>
                  <a:pt x="15817" y="20050"/>
                </a:lnTo>
                <a:lnTo>
                  <a:pt x="15720" y="20196"/>
                </a:lnTo>
                <a:lnTo>
                  <a:pt x="15598" y="20294"/>
                </a:lnTo>
                <a:lnTo>
                  <a:pt x="15452" y="20391"/>
                </a:lnTo>
                <a:lnTo>
                  <a:pt x="15282" y="20440"/>
                </a:lnTo>
                <a:lnTo>
                  <a:pt x="15111" y="20488"/>
                </a:lnTo>
                <a:lnTo>
                  <a:pt x="14746" y="20537"/>
                </a:lnTo>
                <a:lnTo>
                  <a:pt x="14381" y="20561"/>
                </a:lnTo>
                <a:lnTo>
                  <a:pt x="13992" y="20561"/>
                </a:lnTo>
                <a:lnTo>
                  <a:pt x="13213" y="20513"/>
                </a:lnTo>
                <a:lnTo>
                  <a:pt x="12410" y="20513"/>
                </a:lnTo>
                <a:lnTo>
                  <a:pt x="11632" y="20537"/>
                </a:lnTo>
                <a:lnTo>
                  <a:pt x="8006" y="20561"/>
                </a:lnTo>
                <a:lnTo>
                  <a:pt x="4405" y="20561"/>
                </a:lnTo>
                <a:lnTo>
                  <a:pt x="2848" y="20513"/>
                </a:lnTo>
                <a:lnTo>
                  <a:pt x="1753" y="20513"/>
                </a:lnTo>
                <a:lnTo>
                  <a:pt x="1631" y="20464"/>
                </a:lnTo>
                <a:lnTo>
                  <a:pt x="1339" y="20342"/>
                </a:lnTo>
                <a:lnTo>
                  <a:pt x="1169" y="20269"/>
                </a:lnTo>
                <a:lnTo>
                  <a:pt x="1023" y="20172"/>
                </a:lnTo>
                <a:lnTo>
                  <a:pt x="877" y="20050"/>
                </a:lnTo>
                <a:lnTo>
                  <a:pt x="780" y="19929"/>
                </a:lnTo>
                <a:lnTo>
                  <a:pt x="707" y="19807"/>
                </a:lnTo>
                <a:lnTo>
                  <a:pt x="658" y="19661"/>
                </a:lnTo>
                <a:lnTo>
                  <a:pt x="609" y="19393"/>
                </a:lnTo>
                <a:lnTo>
                  <a:pt x="561" y="19101"/>
                </a:lnTo>
                <a:lnTo>
                  <a:pt x="561" y="18834"/>
                </a:lnTo>
                <a:lnTo>
                  <a:pt x="536" y="17131"/>
                </a:lnTo>
                <a:lnTo>
                  <a:pt x="561" y="15427"/>
                </a:lnTo>
                <a:lnTo>
                  <a:pt x="536" y="13091"/>
                </a:lnTo>
                <a:lnTo>
                  <a:pt x="488" y="9247"/>
                </a:lnTo>
                <a:lnTo>
                  <a:pt x="463" y="5402"/>
                </a:lnTo>
                <a:lnTo>
                  <a:pt x="463" y="3967"/>
                </a:lnTo>
                <a:lnTo>
                  <a:pt x="488" y="3139"/>
                </a:lnTo>
                <a:lnTo>
                  <a:pt x="512" y="2653"/>
                </a:lnTo>
                <a:lnTo>
                  <a:pt x="585" y="2142"/>
                </a:lnTo>
                <a:lnTo>
                  <a:pt x="682" y="1655"/>
                </a:lnTo>
                <a:lnTo>
                  <a:pt x="828" y="1168"/>
                </a:lnTo>
                <a:lnTo>
                  <a:pt x="901" y="1023"/>
                </a:lnTo>
                <a:lnTo>
                  <a:pt x="1023" y="852"/>
                </a:lnTo>
                <a:lnTo>
                  <a:pt x="1218" y="731"/>
                </a:lnTo>
                <a:lnTo>
                  <a:pt x="1461" y="609"/>
                </a:lnTo>
                <a:lnTo>
                  <a:pt x="1753" y="536"/>
                </a:lnTo>
                <a:lnTo>
                  <a:pt x="2118" y="487"/>
                </a:lnTo>
                <a:lnTo>
                  <a:pt x="2532" y="463"/>
                </a:lnTo>
                <a:close/>
                <a:moveTo>
                  <a:pt x="2483" y="1"/>
                </a:moveTo>
                <a:lnTo>
                  <a:pt x="2021" y="25"/>
                </a:lnTo>
                <a:lnTo>
                  <a:pt x="1631" y="98"/>
                </a:lnTo>
                <a:lnTo>
                  <a:pt x="1315" y="171"/>
                </a:lnTo>
                <a:lnTo>
                  <a:pt x="1023" y="317"/>
                </a:lnTo>
                <a:lnTo>
                  <a:pt x="804" y="463"/>
                </a:lnTo>
                <a:lnTo>
                  <a:pt x="609" y="633"/>
                </a:lnTo>
                <a:lnTo>
                  <a:pt x="463" y="828"/>
                </a:lnTo>
                <a:lnTo>
                  <a:pt x="366" y="1023"/>
                </a:lnTo>
                <a:lnTo>
                  <a:pt x="269" y="1241"/>
                </a:lnTo>
                <a:lnTo>
                  <a:pt x="220" y="1436"/>
                </a:lnTo>
                <a:lnTo>
                  <a:pt x="196" y="1655"/>
                </a:lnTo>
                <a:lnTo>
                  <a:pt x="147" y="2020"/>
                </a:lnTo>
                <a:lnTo>
                  <a:pt x="123" y="2312"/>
                </a:lnTo>
                <a:lnTo>
                  <a:pt x="74" y="2823"/>
                </a:lnTo>
                <a:lnTo>
                  <a:pt x="25" y="3334"/>
                </a:lnTo>
                <a:lnTo>
                  <a:pt x="1" y="4356"/>
                </a:lnTo>
                <a:lnTo>
                  <a:pt x="1" y="5354"/>
                </a:lnTo>
                <a:lnTo>
                  <a:pt x="25" y="6376"/>
                </a:lnTo>
                <a:lnTo>
                  <a:pt x="50" y="7544"/>
                </a:lnTo>
                <a:lnTo>
                  <a:pt x="25" y="8736"/>
                </a:lnTo>
                <a:lnTo>
                  <a:pt x="1" y="11072"/>
                </a:lnTo>
                <a:lnTo>
                  <a:pt x="1" y="12264"/>
                </a:lnTo>
                <a:lnTo>
                  <a:pt x="50" y="13432"/>
                </a:lnTo>
                <a:lnTo>
                  <a:pt x="74" y="14624"/>
                </a:lnTo>
                <a:lnTo>
                  <a:pt x="98" y="15817"/>
                </a:lnTo>
                <a:lnTo>
                  <a:pt x="74" y="16693"/>
                </a:lnTo>
                <a:lnTo>
                  <a:pt x="98" y="17568"/>
                </a:lnTo>
                <a:lnTo>
                  <a:pt x="123" y="18444"/>
                </a:lnTo>
                <a:lnTo>
                  <a:pt x="171" y="19345"/>
                </a:lnTo>
                <a:lnTo>
                  <a:pt x="196" y="19612"/>
                </a:lnTo>
                <a:lnTo>
                  <a:pt x="244" y="19880"/>
                </a:lnTo>
                <a:lnTo>
                  <a:pt x="342" y="20123"/>
                </a:lnTo>
                <a:lnTo>
                  <a:pt x="463" y="20367"/>
                </a:lnTo>
                <a:lnTo>
                  <a:pt x="609" y="20561"/>
                </a:lnTo>
                <a:lnTo>
                  <a:pt x="804" y="20732"/>
                </a:lnTo>
                <a:lnTo>
                  <a:pt x="926" y="20805"/>
                </a:lnTo>
                <a:lnTo>
                  <a:pt x="1047" y="20853"/>
                </a:lnTo>
                <a:lnTo>
                  <a:pt x="1169" y="20902"/>
                </a:lnTo>
                <a:lnTo>
                  <a:pt x="1315" y="20926"/>
                </a:lnTo>
                <a:lnTo>
                  <a:pt x="2970" y="20951"/>
                </a:lnTo>
                <a:lnTo>
                  <a:pt x="4162" y="20975"/>
                </a:lnTo>
                <a:lnTo>
                  <a:pt x="4965" y="20999"/>
                </a:lnTo>
                <a:lnTo>
                  <a:pt x="5622" y="21024"/>
                </a:lnTo>
                <a:lnTo>
                  <a:pt x="11145" y="21024"/>
                </a:lnTo>
                <a:lnTo>
                  <a:pt x="12727" y="20999"/>
                </a:lnTo>
                <a:lnTo>
                  <a:pt x="13092" y="20999"/>
                </a:lnTo>
                <a:lnTo>
                  <a:pt x="13481" y="21024"/>
                </a:lnTo>
                <a:lnTo>
                  <a:pt x="14260" y="21072"/>
                </a:lnTo>
                <a:lnTo>
                  <a:pt x="14649" y="21072"/>
                </a:lnTo>
                <a:lnTo>
                  <a:pt x="15014" y="21048"/>
                </a:lnTo>
                <a:lnTo>
                  <a:pt x="15209" y="20999"/>
                </a:lnTo>
                <a:lnTo>
                  <a:pt x="15379" y="20951"/>
                </a:lnTo>
                <a:lnTo>
                  <a:pt x="15574" y="20902"/>
                </a:lnTo>
                <a:lnTo>
                  <a:pt x="15744" y="20805"/>
                </a:lnTo>
                <a:lnTo>
                  <a:pt x="15890" y="20683"/>
                </a:lnTo>
                <a:lnTo>
                  <a:pt x="16036" y="20513"/>
                </a:lnTo>
                <a:lnTo>
                  <a:pt x="16158" y="20318"/>
                </a:lnTo>
                <a:lnTo>
                  <a:pt x="16255" y="20075"/>
                </a:lnTo>
                <a:lnTo>
                  <a:pt x="16328" y="19807"/>
                </a:lnTo>
                <a:lnTo>
                  <a:pt x="16377" y="19515"/>
                </a:lnTo>
                <a:lnTo>
                  <a:pt x="16425" y="19223"/>
                </a:lnTo>
                <a:lnTo>
                  <a:pt x="16450" y="18907"/>
                </a:lnTo>
                <a:lnTo>
                  <a:pt x="16474" y="18298"/>
                </a:lnTo>
                <a:lnTo>
                  <a:pt x="16450" y="17739"/>
                </a:lnTo>
                <a:lnTo>
                  <a:pt x="16425" y="16960"/>
                </a:lnTo>
                <a:lnTo>
                  <a:pt x="16425" y="15573"/>
                </a:lnTo>
                <a:lnTo>
                  <a:pt x="16377" y="14186"/>
                </a:lnTo>
                <a:lnTo>
                  <a:pt x="16352" y="13286"/>
                </a:lnTo>
                <a:lnTo>
                  <a:pt x="16352" y="12118"/>
                </a:lnTo>
                <a:lnTo>
                  <a:pt x="16328" y="9441"/>
                </a:lnTo>
                <a:lnTo>
                  <a:pt x="16328" y="6960"/>
                </a:lnTo>
                <a:lnTo>
                  <a:pt x="16328" y="5500"/>
                </a:lnTo>
                <a:lnTo>
                  <a:pt x="16328" y="4794"/>
                </a:lnTo>
                <a:lnTo>
                  <a:pt x="16352" y="4113"/>
                </a:lnTo>
                <a:lnTo>
                  <a:pt x="16401" y="3431"/>
                </a:lnTo>
                <a:lnTo>
                  <a:pt x="16450" y="2726"/>
                </a:lnTo>
                <a:lnTo>
                  <a:pt x="16450" y="2336"/>
                </a:lnTo>
                <a:lnTo>
                  <a:pt x="16401" y="1898"/>
                </a:lnTo>
                <a:lnTo>
                  <a:pt x="16328" y="1509"/>
                </a:lnTo>
                <a:lnTo>
                  <a:pt x="16279" y="1314"/>
                </a:lnTo>
                <a:lnTo>
                  <a:pt x="16206" y="1120"/>
                </a:lnTo>
                <a:lnTo>
                  <a:pt x="16133" y="950"/>
                </a:lnTo>
                <a:lnTo>
                  <a:pt x="16036" y="779"/>
                </a:lnTo>
                <a:lnTo>
                  <a:pt x="15914" y="633"/>
                </a:lnTo>
                <a:lnTo>
                  <a:pt x="15768" y="512"/>
                </a:lnTo>
                <a:lnTo>
                  <a:pt x="15622" y="414"/>
                </a:lnTo>
                <a:lnTo>
                  <a:pt x="15452" y="317"/>
                </a:lnTo>
                <a:lnTo>
                  <a:pt x="15257" y="268"/>
                </a:lnTo>
                <a:lnTo>
                  <a:pt x="15038" y="220"/>
                </a:lnTo>
                <a:lnTo>
                  <a:pt x="14965" y="171"/>
                </a:lnTo>
                <a:lnTo>
                  <a:pt x="14892" y="147"/>
                </a:lnTo>
                <a:lnTo>
                  <a:pt x="14527" y="122"/>
                </a:lnTo>
                <a:lnTo>
                  <a:pt x="14138" y="98"/>
                </a:lnTo>
                <a:lnTo>
                  <a:pt x="13408" y="98"/>
                </a:lnTo>
                <a:lnTo>
                  <a:pt x="11924" y="122"/>
                </a:lnTo>
                <a:lnTo>
                  <a:pt x="8396" y="122"/>
                </a:lnTo>
                <a:lnTo>
                  <a:pt x="4843" y="98"/>
                </a:lnTo>
                <a:lnTo>
                  <a:pt x="3943" y="74"/>
                </a:lnTo>
                <a:lnTo>
                  <a:pt x="3018" y="25"/>
                </a:lnTo>
                <a:lnTo>
                  <a:pt x="2483"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33" name="Google Shape;833;p39"/>
          <p:cNvSpPr/>
          <p:nvPr/>
        </p:nvSpPr>
        <p:spPr>
          <a:xfrm>
            <a:off x="2592213" y="2704269"/>
            <a:ext cx="434499" cy="242503"/>
          </a:xfrm>
          <a:custGeom>
            <a:avLst/>
            <a:gdLst/>
            <a:ahLst/>
            <a:cxnLst/>
            <a:rect l="l" t="t" r="r" b="b"/>
            <a:pathLst>
              <a:path w="19881" h="11096" extrusionOk="0">
                <a:moveTo>
                  <a:pt x="9636" y="1120"/>
                </a:moveTo>
                <a:lnTo>
                  <a:pt x="10099" y="1144"/>
                </a:lnTo>
                <a:lnTo>
                  <a:pt x="10561" y="1168"/>
                </a:lnTo>
                <a:lnTo>
                  <a:pt x="10537" y="1412"/>
                </a:lnTo>
                <a:lnTo>
                  <a:pt x="10512" y="1631"/>
                </a:lnTo>
                <a:lnTo>
                  <a:pt x="9685" y="1631"/>
                </a:lnTo>
                <a:lnTo>
                  <a:pt x="9661" y="1387"/>
                </a:lnTo>
                <a:lnTo>
                  <a:pt x="9636" y="1120"/>
                </a:lnTo>
                <a:close/>
                <a:moveTo>
                  <a:pt x="9198" y="1120"/>
                </a:moveTo>
                <a:lnTo>
                  <a:pt x="9223" y="1217"/>
                </a:lnTo>
                <a:lnTo>
                  <a:pt x="9223" y="1436"/>
                </a:lnTo>
                <a:lnTo>
                  <a:pt x="9223" y="1679"/>
                </a:lnTo>
                <a:lnTo>
                  <a:pt x="8785" y="1752"/>
                </a:lnTo>
                <a:lnTo>
                  <a:pt x="8347" y="1825"/>
                </a:lnTo>
                <a:lnTo>
                  <a:pt x="8298" y="1825"/>
                </a:lnTo>
                <a:lnTo>
                  <a:pt x="8225" y="1801"/>
                </a:lnTo>
                <a:lnTo>
                  <a:pt x="8128" y="1509"/>
                </a:lnTo>
                <a:lnTo>
                  <a:pt x="8055" y="1241"/>
                </a:lnTo>
                <a:lnTo>
                  <a:pt x="8468" y="1193"/>
                </a:lnTo>
                <a:lnTo>
                  <a:pt x="8882" y="1144"/>
                </a:lnTo>
                <a:lnTo>
                  <a:pt x="9198" y="1120"/>
                </a:lnTo>
                <a:close/>
                <a:moveTo>
                  <a:pt x="11023" y="1217"/>
                </a:moveTo>
                <a:lnTo>
                  <a:pt x="11583" y="1290"/>
                </a:lnTo>
                <a:lnTo>
                  <a:pt x="12118" y="1412"/>
                </a:lnTo>
                <a:lnTo>
                  <a:pt x="12045" y="1655"/>
                </a:lnTo>
                <a:lnTo>
                  <a:pt x="11997" y="1850"/>
                </a:lnTo>
                <a:lnTo>
                  <a:pt x="11486" y="1752"/>
                </a:lnTo>
                <a:lnTo>
                  <a:pt x="10975" y="1679"/>
                </a:lnTo>
                <a:lnTo>
                  <a:pt x="10999" y="1436"/>
                </a:lnTo>
                <a:lnTo>
                  <a:pt x="11023" y="1217"/>
                </a:lnTo>
                <a:close/>
                <a:moveTo>
                  <a:pt x="7665" y="1339"/>
                </a:moveTo>
                <a:lnTo>
                  <a:pt x="7714" y="1655"/>
                </a:lnTo>
                <a:lnTo>
                  <a:pt x="7811" y="1996"/>
                </a:lnTo>
                <a:lnTo>
                  <a:pt x="7446" y="2117"/>
                </a:lnTo>
                <a:lnTo>
                  <a:pt x="7082" y="2263"/>
                </a:lnTo>
                <a:lnTo>
                  <a:pt x="6984" y="2117"/>
                </a:lnTo>
                <a:lnTo>
                  <a:pt x="6887" y="1971"/>
                </a:lnTo>
                <a:lnTo>
                  <a:pt x="6765" y="1825"/>
                </a:lnTo>
                <a:lnTo>
                  <a:pt x="6668" y="1679"/>
                </a:lnTo>
                <a:lnTo>
                  <a:pt x="6644" y="1631"/>
                </a:lnTo>
                <a:lnTo>
                  <a:pt x="7155" y="1460"/>
                </a:lnTo>
                <a:lnTo>
                  <a:pt x="7665" y="1339"/>
                </a:lnTo>
                <a:close/>
                <a:moveTo>
                  <a:pt x="12532" y="1509"/>
                </a:moveTo>
                <a:lnTo>
                  <a:pt x="13067" y="1655"/>
                </a:lnTo>
                <a:lnTo>
                  <a:pt x="13627" y="1825"/>
                </a:lnTo>
                <a:lnTo>
                  <a:pt x="14211" y="2044"/>
                </a:lnTo>
                <a:lnTo>
                  <a:pt x="14065" y="2263"/>
                </a:lnTo>
                <a:lnTo>
                  <a:pt x="13870" y="2555"/>
                </a:lnTo>
                <a:lnTo>
                  <a:pt x="13262" y="2263"/>
                </a:lnTo>
                <a:lnTo>
                  <a:pt x="13165" y="2215"/>
                </a:lnTo>
                <a:lnTo>
                  <a:pt x="12824" y="2093"/>
                </a:lnTo>
                <a:lnTo>
                  <a:pt x="12459" y="1996"/>
                </a:lnTo>
                <a:lnTo>
                  <a:pt x="12483" y="1655"/>
                </a:lnTo>
                <a:lnTo>
                  <a:pt x="12532" y="1509"/>
                </a:lnTo>
                <a:close/>
                <a:moveTo>
                  <a:pt x="6254" y="1777"/>
                </a:moveTo>
                <a:lnTo>
                  <a:pt x="6425" y="2117"/>
                </a:lnTo>
                <a:lnTo>
                  <a:pt x="6522" y="2288"/>
                </a:lnTo>
                <a:lnTo>
                  <a:pt x="6668" y="2458"/>
                </a:lnTo>
                <a:lnTo>
                  <a:pt x="6035" y="2774"/>
                </a:lnTo>
                <a:lnTo>
                  <a:pt x="5427" y="3115"/>
                </a:lnTo>
                <a:lnTo>
                  <a:pt x="5305" y="3018"/>
                </a:lnTo>
                <a:lnTo>
                  <a:pt x="5184" y="2896"/>
                </a:lnTo>
                <a:lnTo>
                  <a:pt x="5086" y="2774"/>
                </a:lnTo>
                <a:lnTo>
                  <a:pt x="4989" y="2653"/>
                </a:lnTo>
                <a:lnTo>
                  <a:pt x="4843" y="2385"/>
                </a:lnTo>
                <a:lnTo>
                  <a:pt x="5476" y="2093"/>
                </a:lnTo>
                <a:lnTo>
                  <a:pt x="6254" y="1777"/>
                </a:lnTo>
                <a:close/>
                <a:moveTo>
                  <a:pt x="14503" y="2166"/>
                </a:moveTo>
                <a:lnTo>
                  <a:pt x="15087" y="2434"/>
                </a:lnTo>
                <a:lnTo>
                  <a:pt x="15671" y="2726"/>
                </a:lnTo>
                <a:lnTo>
                  <a:pt x="15622" y="2774"/>
                </a:lnTo>
                <a:lnTo>
                  <a:pt x="15427" y="3018"/>
                </a:lnTo>
                <a:lnTo>
                  <a:pt x="15306" y="3164"/>
                </a:lnTo>
                <a:lnTo>
                  <a:pt x="15209" y="3310"/>
                </a:lnTo>
                <a:lnTo>
                  <a:pt x="14698" y="2993"/>
                </a:lnTo>
                <a:lnTo>
                  <a:pt x="14187" y="2701"/>
                </a:lnTo>
                <a:lnTo>
                  <a:pt x="14406" y="2336"/>
                </a:lnTo>
                <a:lnTo>
                  <a:pt x="14503" y="2166"/>
                </a:lnTo>
                <a:close/>
                <a:moveTo>
                  <a:pt x="4502" y="2555"/>
                </a:moveTo>
                <a:lnTo>
                  <a:pt x="4624" y="2847"/>
                </a:lnTo>
                <a:lnTo>
                  <a:pt x="4794" y="3115"/>
                </a:lnTo>
                <a:lnTo>
                  <a:pt x="4916" y="3237"/>
                </a:lnTo>
                <a:lnTo>
                  <a:pt x="5038" y="3358"/>
                </a:lnTo>
                <a:lnTo>
                  <a:pt x="4381" y="3821"/>
                </a:lnTo>
                <a:lnTo>
                  <a:pt x="4332" y="3869"/>
                </a:lnTo>
                <a:lnTo>
                  <a:pt x="4259" y="3821"/>
                </a:lnTo>
                <a:lnTo>
                  <a:pt x="3943" y="3626"/>
                </a:lnTo>
                <a:lnTo>
                  <a:pt x="3675" y="3407"/>
                </a:lnTo>
                <a:lnTo>
                  <a:pt x="3529" y="3237"/>
                </a:lnTo>
                <a:lnTo>
                  <a:pt x="3821" y="2993"/>
                </a:lnTo>
                <a:lnTo>
                  <a:pt x="4162" y="2774"/>
                </a:lnTo>
                <a:lnTo>
                  <a:pt x="4502" y="2555"/>
                </a:lnTo>
                <a:close/>
                <a:moveTo>
                  <a:pt x="16036" y="2945"/>
                </a:moveTo>
                <a:lnTo>
                  <a:pt x="16547" y="3237"/>
                </a:lnTo>
                <a:lnTo>
                  <a:pt x="17033" y="3577"/>
                </a:lnTo>
                <a:lnTo>
                  <a:pt x="16766" y="3796"/>
                </a:lnTo>
                <a:lnTo>
                  <a:pt x="16571" y="3967"/>
                </a:lnTo>
                <a:lnTo>
                  <a:pt x="16352" y="4186"/>
                </a:lnTo>
                <a:lnTo>
                  <a:pt x="15963" y="3869"/>
                </a:lnTo>
                <a:lnTo>
                  <a:pt x="15573" y="3577"/>
                </a:lnTo>
                <a:lnTo>
                  <a:pt x="15744" y="3310"/>
                </a:lnTo>
                <a:lnTo>
                  <a:pt x="15938" y="3066"/>
                </a:lnTo>
                <a:lnTo>
                  <a:pt x="16036" y="2945"/>
                </a:lnTo>
                <a:close/>
                <a:moveTo>
                  <a:pt x="8736" y="5645"/>
                </a:moveTo>
                <a:lnTo>
                  <a:pt x="8833" y="5743"/>
                </a:lnTo>
                <a:lnTo>
                  <a:pt x="8809" y="5791"/>
                </a:lnTo>
                <a:lnTo>
                  <a:pt x="8736" y="5645"/>
                </a:lnTo>
                <a:close/>
                <a:moveTo>
                  <a:pt x="9831" y="3407"/>
                </a:moveTo>
                <a:lnTo>
                  <a:pt x="9588" y="3431"/>
                </a:lnTo>
                <a:lnTo>
                  <a:pt x="9369" y="3456"/>
                </a:lnTo>
                <a:lnTo>
                  <a:pt x="9150" y="3529"/>
                </a:lnTo>
                <a:lnTo>
                  <a:pt x="8931" y="3602"/>
                </a:lnTo>
                <a:lnTo>
                  <a:pt x="8736" y="3723"/>
                </a:lnTo>
                <a:lnTo>
                  <a:pt x="8517" y="3894"/>
                </a:lnTo>
                <a:lnTo>
                  <a:pt x="8298" y="4113"/>
                </a:lnTo>
                <a:lnTo>
                  <a:pt x="8128" y="4356"/>
                </a:lnTo>
                <a:lnTo>
                  <a:pt x="7982" y="4648"/>
                </a:lnTo>
                <a:lnTo>
                  <a:pt x="7884" y="4940"/>
                </a:lnTo>
                <a:lnTo>
                  <a:pt x="7811" y="5232"/>
                </a:lnTo>
                <a:lnTo>
                  <a:pt x="7787" y="5524"/>
                </a:lnTo>
                <a:lnTo>
                  <a:pt x="7811" y="5791"/>
                </a:lnTo>
                <a:lnTo>
                  <a:pt x="7909" y="6035"/>
                </a:lnTo>
                <a:lnTo>
                  <a:pt x="8006" y="6254"/>
                </a:lnTo>
                <a:lnTo>
                  <a:pt x="8152" y="6424"/>
                </a:lnTo>
                <a:lnTo>
                  <a:pt x="8322" y="6594"/>
                </a:lnTo>
                <a:lnTo>
                  <a:pt x="8420" y="6740"/>
                </a:lnTo>
                <a:lnTo>
                  <a:pt x="8541" y="6862"/>
                </a:lnTo>
                <a:lnTo>
                  <a:pt x="8663" y="6959"/>
                </a:lnTo>
                <a:lnTo>
                  <a:pt x="8809" y="7057"/>
                </a:lnTo>
                <a:lnTo>
                  <a:pt x="8955" y="7130"/>
                </a:lnTo>
                <a:lnTo>
                  <a:pt x="9125" y="7203"/>
                </a:lnTo>
                <a:lnTo>
                  <a:pt x="9296" y="7251"/>
                </a:lnTo>
                <a:lnTo>
                  <a:pt x="9466" y="7276"/>
                </a:lnTo>
                <a:lnTo>
                  <a:pt x="9636" y="7276"/>
                </a:lnTo>
                <a:lnTo>
                  <a:pt x="9807" y="7251"/>
                </a:lnTo>
                <a:lnTo>
                  <a:pt x="9953" y="7227"/>
                </a:lnTo>
                <a:lnTo>
                  <a:pt x="10099" y="7178"/>
                </a:lnTo>
                <a:lnTo>
                  <a:pt x="10245" y="7105"/>
                </a:lnTo>
                <a:lnTo>
                  <a:pt x="10391" y="7032"/>
                </a:lnTo>
                <a:lnTo>
                  <a:pt x="10512" y="6959"/>
                </a:lnTo>
                <a:lnTo>
                  <a:pt x="10634" y="6838"/>
                </a:lnTo>
                <a:lnTo>
                  <a:pt x="10683" y="6838"/>
                </a:lnTo>
                <a:lnTo>
                  <a:pt x="10902" y="6667"/>
                </a:lnTo>
                <a:lnTo>
                  <a:pt x="11121" y="6473"/>
                </a:lnTo>
                <a:lnTo>
                  <a:pt x="11291" y="6254"/>
                </a:lnTo>
                <a:lnTo>
                  <a:pt x="11413" y="5986"/>
                </a:lnTo>
                <a:lnTo>
                  <a:pt x="11510" y="5718"/>
                </a:lnTo>
                <a:lnTo>
                  <a:pt x="11583" y="5427"/>
                </a:lnTo>
                <a:lnTo>
                  <a:pt x="11607" y="5159"/>
                </a:lnTo>
                <a:lnTo>
                  <a:pt x="11583" y="4891"/>
                </a:lnTo>
                <a:lnTo>
                  <a:pt x="11559" y="4697"/>
                </a:lnTo>
                <a:lnTo>
                  <a:pt x="11534" y="4745"/>
                </a:lnTo>
                <a:lnTo>
                  <a:pt x="11486" y="4818"/>
                </a:lnTo>
                <a:lnTo>
                  <a:pt x="11413" y="4891"/>
                </a:lnTo>
                <a:lnTo>
                  <a:pt x="11340" y="4964"/>
                </a:lnTo>
                <a:lnTo>
                  <a:pt x="11242" y="5013"/>
                </a:lnTo>
                <a:lnTo>
                  <a:pt x="11145" y="5062"/>
                </a:lnTo>
                <a:lnTo>
                  <a:pt x="11048" y="5086"/>
                </a:lnTo>
                <a:lnTo>
                  <a:pt x="10950" y="5086"/>
                </a:lnTo>
                <a:lnTo>
                  <a:pt x="10780" y="5062"/>
                </a:lnTo>
                <a:lnTo>
                  <a:pt x="10610" y="5013"/>
                </a:lnTo>
                <a:lnTo>
                  <a:pt x="10537" y="4964"/>
                </a:lnTo>
                <a:lnTo>
                  <a:pt x="10488" y="4916"/>
                </a:lnTo>
                <a:lnTo>
                  <a:pt x="10391" y="4770"/>
                </a:lnTo>
                <a:lnTo>
                  <a:pt x="10318" y="4624"/>
                </a:lnTo>
                <a:lnTo>
                  <a:pt x="10293" y="4453"/>
                </a:lnTo>
                <a:lnTo>
                  <a:pt x="10293" y="4356"/>
                </a:lnTo>
                <a:lnTo>
                  <a:pt x="10318" y="4259"/>
                </a:lnTo>
                <a:lnTo>
                  <a:pt x="10366" y="4161"/>
                </a:lnTo>
                <a:lnTo>
                  <a:pt x="10415" y="4088"/>
                </a:lnTo>
                <a:lnTo>
                  <a:pt x="10561" y="3942"/>
                </a:lnTo>
                <a:lnTo>
                  <a:pt x="10731" y="3845"/>
                </a:lnTo>
                <a:lnTo>
                  <a:pt x="10756" y="3821"/>
                </a:lnTo>
                <a:lnTo>
                  <a:pt x="10829" y="3772"/>
                </a:lnTo>
                <a:lnTo>
                  <a:pt x="10877" y="3748"/>
                </a:lnTo>
                <a:lnTo>
                  <a:pt x="10707" y="3650"/>
                </a:lnTo>
                <a:lnTo>
                  <a:pt x="10512" y="3553"/>
                </a:lnTo>
                <a:lnTo>
                  <a:pt x="10269" y="3480"/>
                </a:lnTo>
                <a:lnTo>
                  <a:pt x="10050" y="3431"/>
                </a:lnTo>
                <a:lnTo>
                  <a:pt x="9831" y="3407"/>
                </a:lnTo>
                <a:close/>
                <a:moveTo>
                  <a:pt x="10050" y="2215"/>
                </a:moveTo>
                <a:lnTo>
                  <a:pt x="10391" y="2239"/>
                </a:lnTo>
                <a:lnTo>
                  <a:pt x="10439" y="2385"/>
                </a:lnTo>
                <a:lnTo>
                  <a:pt x="10488" y="2580"/>
                </a:lnTo>
                <a:lnTo>
                  <a:pt x="10512" y="2677"/>
                </a:lnTo>
                <a:lnTo>
                  <a:pt x="10585" y="2774"/>
                </a:lnTo>
                <a:lnTo>
                  <a:pt x="10610" y="2799"/>
                </a:lnTo>
                <a:lnTo>
                  <a:pt x="10683" y="2799"/>
                </a:lnTo>
                <a:lnTo>
                  <a:pt x="10707" y="2774"/>
                </a:lnTo>
                <a:lnTo>
                  <a:pt x="10780" y="2653"/>
                </a:lnTo>
                <a:lnTo>
                  <a:pt x="10829" y="2531"/>
                </a:lnTo>
                <a:lnTo>
                  <a:pt x="10829" y="2409"/>
                </a:lnTo>
                <a:lnTo>
                  <a:pt x="10829" y="2263"/>
                </a:lnTo>
                <a:lnTo>
                  <a:pt x="11291" y="2336"/>
                </a:lnTo>
                <a:lnTo>
                  <a:pt x="11315" y="2482"/>
                </a:lnTo>
                <a:lnTo>
                  <a:pt x="11388" y="2604"/>
                </a:lnTo>
                <a:lnTo>
                  <a:pt x="11461" y="2653"/>
                </a:lnTo>
                <a:lnTo>
                  <a:pt x="11559" y="2677"/>
                </a:lnTo>
                <a:lnTo>
                  <a:pt x="11607" y="2677"/>
                </a:lnTo>
                <a:lnTo>
                  <a:pt x="11656" y="2653"/>
                </a:lnTo>
                <a:lnTo>
                  <a:pt x="11680" y="2604"/>
                </a:lnTo>
                <a:lnTo>
                  <a:pt x="11705" y="2555"/>
                </a:lnTo>
                <a:lnTo>
                  <a:pt x="11729" y="2434"/>
                </a:lnTo>
                <a:lnTo>
                  <a:pt x="12264" y="2580"/>
                </a:lnTo>
                <a:lnTo>
                  <a:pt x="12191" y="2677"/>
                </a:lnTo>
                <a:lnTo>
                  <a:pt x="12143" y="2774"/>
                </a:lnTo>
                <a:lnTo>
                  <a:pt x="12118" y="2896"/>
                </a:lnTo>
                <a:lnTo>
                  <a:pt x="12118" y="2969"/>
                </a:lnTo>
                <a:lnTo>
                  <a:pt x="12118" y="3018"/>
                </a:lnTo>
                <a:lnTo>
                  <a:pt x="12143" y="3066"/>
                </a:lnTo>
                <a:lnTo>
                  <a:pt x="12216" y="3091"/>
                </a:lnTo>
                <a:lnTo>
                  <a:pt x="12264" y="3091"/>
                </a:lnTo>
                <a:lnTo>
                  <a:pt x="12289" y="3066"/>
                </a:lnTo>
                <a:lnTo>
                  <a:pt x="12362" y="2993"/>
                </a:lnTo>
                <a:lnTo>
                  <a:pt x="12483" y="2847"/>
                </a:lnTo>
                <a:lnTo>
                  <a:pt x="12581" y="2726"/>
                </a:lnTo>
                <a:lnTo>
                  <a:pt x="12654" y="2750"/>
                </a:lnTo>
                <a:lnTo>
                  <a:pt x="12800" y="2750"/>
                </a:lnTo>
                <a:lnTo>
                  <a:pt x="13092" y="2872"/>
                </a:lnTo>
                <a:lnTo>
                  <a:pt x="13165" y="2945"/>
                </a:lnTo>
                <a:lnTo>
                  <a:pt x="12946" y="3066"/>
                </a:lnTo>
                <a:lnTo>
                  <a:pt x="12751" y="3212"/>
                </a:lnTo>
                <a:lnTo>
                  <a:pt x="12581" y="3383"/>
                </a:lnTo>
                <a:lnTo>
                  <a:pt x="12508" y="3480"/>
                </a:lnTo>
                <a:lnTo>
                  <a:pt x="12483" y="3577"/>
                </a:lnTo>
                <a:lnTo>
                  <a:pt x="12483" y="3650"/>
                </a:lnTo>
                <a:lnTo>
                  <a:pt x="12508" y="3699"/>
                </a:lnTo>
                <a:lnTo>
                  <a:pt x="12556" y="3748"/>
                </a:lnTo>
                <a:lnTo>
                  <a:pt x="12629" y="3748"/>
                </a:lnTo>
                <a:lnTo>
                  <a:pt x="12727" y="3699"/>
                </a:lnTo>
                <a:lnTo>
                  <a:pt x="12824" y="3650"/>
                </a:lnTo>
                <a:lnTo>
                  <a:pt x="12994" y="3529"/>
                </a:lnTo>
                <a:lnTo>
                  <a:pt x="13335" y="3310"/>
                </a:lnTo>
                <a:lnTo>
                  <a:pt x="13408" y="3602"/>
                </a:lnTo>
                <a:lnTo>
                  <a:pt x="13457" y="3845"/>
                </a:lnTo>
                <a:lnTo>
                  <a:pt x="13481" y="3991"/>
                </a:lnTo>
                <a:lnTo>
                  <a:pt x="13213" y="4015"/>
                </a:lnTo>
                <a:lnTo>
                  <a:pt x="12970" y="4064"/>
                </a:lnTo>
                <a:lnTo>
                  <a:pt x="12873" y="4137"/>
                </a:lnTo>
                <a:lnTo>
                  <a:pt x="12775" y="4186"/>
                </a:lnTo>
                <a:lnTo>
                  <a:pt x="12702" y="4283"/>
                </a:lnTo>
                <a:lnTo>
                  <a:pt x="12678" y="4380"/>
                </a:lnTo>
                <a:lnTo>
                  <a:pt x="12678" y="4429"/>
                </a:lnTo>
                <a:lnTo>
                  <a:pt x="12702" y="4453"/>
                </a:lnTo>
                <a:lnTo>
                  <a:pt x="12800" y="4502"/>
                </a:lnTo>
                <a:lnTo>
                  <a:pt x="12897" y="4502"/>
                </a:lnTo>
                <a:lnTo>
                  <a:pt x="13116" y="4478"/>
                </a:lnTo>
                <a:lnTo>
                  <a:pt x="13530" y="4429"/>
                </a:lnTo>
                <a:lnTo>
                  <a:pt x="13554" y="4891"/>
                </a:lnTo>
                <a:lnTo>
                  <a:pt x="13554" y="5354"/>
                </a:lnTo>
                <a:lnTo>
                  <a:pt x="13432" y="5354"/>
                </a:lnTo>
                <a:lnTo>
                  <a:pt x="13092" y="5329"/>
                </a:lnTo>
                <a:lnTo>
                  <a:pt x="12897" y="5305"/>
                </a:lnTo>
                <a:lnTo>
                  <a:pt x="12727" y="5329"/>
                </a:lnTo>
                <a:lnTo>
                  <a:pt x="12654" y="5354"/>
                </a:lnTo>
                <a:lnTo>
                  <a:pt x="12629" y="5402"/>
                </a:lnTo>
                <a:lnTo>
                  <a:pt x="12605" y="5451"/>
                </a:lnTo>
                <a:lnTo>
                  <a:pt x="12654" y="5524"/>
                </a:lnTo>
                <a:lnTo>
                  <a:pt x="12800" y="5621"/>
                </a:lnTo>
                <a:lnTo>
                  <a:pt x="12946" y="5670"/>
                </a:lnTo>
                <a:lnTo>
                  <a:pt x="13116" y="5718"/>
                </a:lnTo>
                <a:lnTo>
                  <a:pt x="13286" y="5743"/>
                </a:lnTo>
                <a:lnTo>
                  <a:pt x="13530" y="5767"/>
                </a:lnTo>
                <a:lnTo>
                  <a:pt x="13505" y="6059"/>
                </a:lnTo>
                <a:lnTo>
                  <a:pt x="13457" y="6424"/>
                </a:lnTo>
                <a:lnTo>
                  <a:pt x="13189" y="6302"/>
                </a:lnTo>
                <a:lnTo>
                  <a:pt x="12897" y="6205"/>
                </a:lnTo>
                <a:lnTo>
                  <a:pt x="12727" y="6181"/>
                </a:lnTo>
                <a:lnTo>
                  <a:pt x="12459" y="6181"/>
                </a:lnTo>
                <a:lnTo>
                  <a:pt x="12313" y="6205"/>
                </a:lnTo>
                <a:lnTo>
                  <a:pt x="12264" y="6254"/>
                </a:lnTo>
                <a:lnTo>
                  <a:pt x="12264" y="6302"/>
                </a:lnTo>
                <a:lnTo>
                  <a:pt x="12289" y="6327"/>
                </a:lnTo>
                <a:lnTo>
                  <a:pt x="12435" y="6424"/>
                </a:lnTo>
                <a:lnTo>
                  <a:pt x="12581" y="6497"/>
                </a:lnTo>
                <a:lnTo>
                  <a:pt x="12873" y="6667"/>
                </a:lnTo>
                <a:lnTo>
                  <a:pt x="13116" y="6765"/>
                </a:lnTo>
                <a:lnTo>
                  <a:pt x="13359" y="6862"/>
                </a:lnTo>
                <a:lnTo>
                  <a:pt x="13213" y="7203"/>
                </a:lnTo>
                <a:lnTo>
                  <a:pt x="13067" y="7519"/>
                </a:lnTo>
                <a:lnTo>
                  <a:pt x="12824" y="7397"/>
                </a:lnTo>
                <a:lnTo>
                  <a:pt x="12581" y="7300"/>
                </a:lnTo>
                <a:lnTo>
                  <a:pt x="12264" y="7130"/>
                </a:lnTo>
                <a:lnTo>
                  <a:pt x="11972" y="6984"/>
                </a:lnTo>
                <a:lnTo>
                  <a:pt x="11924" y="6984"/>
                </a:lnTo>
                <a:lnTo>
                  <a:pt x="11899" y="7008"/>
                </a:lnTo>
                <a:lnTo>
                  <a:pt x="11875" y="7057"/>
                </a:lnTo>
                <a:lnTo>
                  <a:pt x="11899" y="7081"/>
                </a:lnTo>
                <a:lnTo>
                  <a:pt x="11972" y="7251"/>
                </a:lnTo>
                <a:lnTo>
                  <a:pt x="12070" y="7373"/>
                </a:lnTo>
                <a:lnTo>
                  <a:pt x="12191" y="7470"/>
                </a:lnTo>
                <a:lnTo>
                  <a:pt x="12337" y="7592"/>
                </a:lnTo>
                <a:lnTo>
                  <a:pt x="12556" y="7738"/>
                </a:lnTo>
                <a:lnTo>
                  <a:pt x="12824" y="7884"/>
                </a:lnTo>
                <a:lnTo>
                  <a:pt x="12605" y="8127"/>
                </a:lnTo>
                <a:lnTo>
                  <a:pt x="12410" y="8322"/>
                </a:lnTo>
                <a:lnTo>
                  <a:pt x="12410" y="8225"/>
                </a:lnTo>
                <a:lnTo>
                  <a:pt x="12386" y="8176"/>
                </a:lnTo>
                <a:lnTo>
                  <a:pt x="12313" y="8103"/>
                </a:lnTo>
                <a:lnTo>
                  <a:pt x="12045" y="7933"/>
                </a:lnTo>
                <a:lnTo>
                  <a:pt x="11899" y="7835"/>
                </a:lnTo>
                <a:lnTo>
                  <a:pt x="11778" y="7738"/>
                </a:lnTo>
                <a:lnTo>
                  <a:pt x="11680" y="7616"/>
                </a:lnTo>
                <a:lnTo>
                  <a:pt x="11583" y="7519"/>
                </a:lnTo>
                <a:lnTo>
                  <a:pt x="11437" y="7446"/>
                </a:lnTo>
                <a:lnTo>
                  <a:pt x="11388" y="7422"/>
                </a:lnTo>
                <a:lnTo>
                  <a:pt x="11291" y="7422"/>
                </a:lnTo>
                <a:lnTo>
                  <a:pt x="11267" y="7446"/>
                </a:lnTo>
                <a:lnTo>
                  <a:pt x="11267" y="7519"/>
                </a:lnTo>
                <a:lnTo>
                  <a:pt x="11267" y="7592"/>
                </a:lnTo>
                <a:lnTo>
                  <a:pt x="11340" y="7738"/>
                </a:lnTo>
                <a:lnTo>
                  <a:pt x="11437" y="7860"/>
                </a:lnTo>
                <a:lnTo>
                  <a:pt x="11534" y="7981"/>
                </a:lnTo>
                <a:lnTo>
                  <a:pt x="11656" y="8127"/>
                </a:lnTo>
                <a:lnTo>
                  <a:pt x="11826" y="8273"/>
                </a:lnTo>
                <a:lnTo>
                  <a:pt x="11972" y="8371"/>
                </a:lnTo>
                <a:lnTo>
                  <a:pt x="12167" y="8444"/>
                </a:lnTo>
                <a:lnTo>
                  <a:pt x="12240" y="8468"/>
                </a:lnTo>
                <a:lnTo>
                  <a:pt x="12289" y="8444"/>
                </a:lnTo>
                <a:lnTo>
                  <a:pt x="12021" y="8663"/>
                </a:lnTo>
                <a:lnTo>
                  <a:pt x="11705" y="8833"/>
                </a:lnTo>
                <a:lnTo>
                  <a:pt x="11388" y="9003"/>
                </a:lnTo>
                <a:lnTo>
                  <a:pt x="11048" y="9125"/>
                </a:lnTo>
                <a:lnTo>
                  <a:pt x="11072" y="9028"/>
                </a:lnTo>
                <a:lnTo>
                  <a:pt x="11072" y="8979"/>
                </a:lnTo>
                <a:lnTo>
                  <a:pt x="11048" y="8906"/>
                </a:lnTo>
                <a:lnTo>
                  <a:pt x="10999" y="8736"/>
                </a:lnTo>
                <a:lnTo>
                  <a:pt x="10926" y="8565"/>
                </a:lnTo>
                <a:lnTo>
                  <a:pt x="10853" y="8225"/>
                </a:lnTo>
                <a:lnTo>
                  <a:pt x="10780" y="7957"/>
                </a:lnTo>
                <a:lnTo>
                  <a:pt x="10731" y="7835"/>
                </a:lnTo>
                <a:lnTo>
                  <a:pt x="10683" y="7811"/>
                </a:lnTo>
                <a:lnTo>
                  <a:pt x="10634" y="7762"/>
                </a:lnTo>
                <a:lnTo>
                  <a:pt x="10585" y="7762"/>
                </a:lnTo>
                <a:lnTo>
                  <a:pt x="10537" y="7787"/>
                </a:lnTo>
                <a:lnTo>
                  <a:pt x="10488" y="7835"/>
                </a:lnTo>
                <a:lnTo>
                  <a:pt x="10464" y="7908"/>
                </a:lnTo>
                <a:lnTo>
                  <a:pt x="10439" y="8030"/>
                </a:lnTo>
                <a:lnTo>
                  <a:pt x="10464" y="8176"/>
                </a:lnTo>
                <a:lnTo>
                  <a:pt x="10464" y="8322"/>
                </a:lnTo>
                <a:lnTo>
                  <a:pt x="10561" y="8736"/>
                </a:lnTo>
                <a:lnTo>
                  <a:pt x="10610" y="8930"/>
                </a:lnTo>
                <a:lnTo>
                  <a:pt x="10707" y="9125"/>
                </a:lnTo>
                <a:lnTo>
                  <a:pt x="10731" y="9174"/>
                </a:lnTo>
                <a:lnTo>
                  <a:pt x="10780" y="9198"/>
                </a:lnTo>
                <a:lnTo>
                  <a:pt x="10391" y="9247"/>
                </a:lnTo>
                <a:lnTo>
                  <a:pt x="10147" y="9271"/>
                </a:lnTo>
                <a:lnTo>
                  <a:pt x="9636" y="9271"/>
                </a:lnTo>
                <a:lnTo>
                  <a:pt x="9393" y="9247"/>
                </a:lnTo>
                <a:lnTo>
                  <a:pt x="9442" y="9198"/>
                </a:lnTo>
                <a:lnTo>
                  <a:pt x="9490" y="9149"/>
                </a:lnTo>
                <a:lnTo>
                  <a:pt x="9588" y="8833"/>
                </a:lnTo>
                <a:lnTo>
                  <a:pt x="9661" y="8517"/>
                </a:lnTo>
                <a:lnTo>
                  <a:pt x="9685" y="8371"/>
                </a:lnTo>
                <a:lnTo>
                  <a:pt x="9661" y="8225"/>
                </a:lnTo>
                <a:lnTo>
                  <a:pt x="9612" y="7957"/>
                </a:lnTo>
                <a:lnTo>
                  <a:pt x="9588" y="7908"/>
                </a:lnTo>
                <a:lnTo>
                  <a:pt x="9515" y="7908"/>
                </a:lnTo>
                <a:lnTo>
                  <a:pt x="9490" y="7957"/>
                </a:lnTo>
                <a:lnTo>
                  <a:pt x="9442" y="8054"/>
                </a:lnTo>
                <a:lnTo>
                  <a:pt x="9393" y="8176"/>
                </a:lnTo>
                <a:lnTo>
                  <a:pt x="9296" y="8419"/>
                </a:lnTo>
                <a:lnTo>
                  <a:pt x="9198" y="8711"/>
                </a:lnTo>
                <a:lnTo>
                  <a:pt x="9125" y="9003"/>
                </a:lnTo>
                <a:lnTo>
                  <a:pt x="9125" y="9052"/>
                </a:lnTo>
                <a:lnTo>
                  <a:pt x="9150" y="9125"/>
                </a:lnTo>
                <a:lnTo>
                  <a:pt x="9174" y="9174"/>
                </a:lnTo>
                <a:lnTo>
                  <a:pt x="9223" y="9222"/>
                </a:lnTo>
                <a:lnTo>
                  <a:pt x="8931" y="9149"/>
                </a:lnTo>
                <a:lnTo>
                  <a:pt x="8614" y="9052"/>
                </a:lnTo>
                <a:lnTo>
                  <a:pt x="8322" y="8930"/>
                </a:lnTo>
                <a:lnTo>
                  <a:pt x="8055" y="8809"/>
                </a:lnTo>
                <a:lnTo>
                  <a:pt x="8103" y="8663"/>
                </a:lnTo>
                <a:lnTo>
                  <a:pt x="8152" y="8492"/>
                </a:lnTo>
                <a:lnTo>
                  <a:pt x="8249" y="8346"/>
                </a:lnTo>
                <a:lnTo>
                  <a:pt x="8347" y="8200"/>
                </a:lnTo>
                <a:lnTo>
                  <a:pt x="8541" y="7884"/>
                </a:lnTo>
                <a:lnTo>
                  <a:pt x="8541" y="7835"/>
                </a:lnTo>
                <a:lnTo>
                  <a:pt x="8517" y="7762"/>
                </a:lnTo>
                <a:lnTo>
                  <a:pt x="8468" y="7738"/>
                </a:lnTo>
                <a:lnTo>
                  <a:pt x="8420" y="7738"/>
                </a:lnTo>
                <a:lnTo>
                  <a:pt x="8249" y="7811"/>
                </a:lnTo>
                <a:lnTo>
                  <a:pt x="8128" y="7933"/>
                </a:lnTo>
                <a:lnTo>
                  <a:pt x="8006" y="8054"/>
                </a:lnTo>
                <a:lnTo>
                  <a:pt x="7909" y="8200"/>
                </a:lnTo>
                <a:lnTo>
                  <a:pt x="7787" y="8371"/>
                </a:lnTo>
                <a:lnTo>
                  <a:pt x="7690" y="8590"/>
                </a:lnTo>
                <a:lnTo>
                  <a:pt x="7446" y="8419"/>
                </a:lnTo>
                <a:lnTo>
                  <a:pt x="7203" y="8200"/>
                </a:lnTo>
                <a:lnTo>
                  <a:pt x="7276" y="8030"/>
                </a:lnTo>
                <a:lnTo>
                  <a:pt x="7398" y="7884"/>
                </a:lnTo>
                <a:lnTo>
                  <a:pt x="7592" y="7592"/>
                </a:lnTo>
                <a:lnTo>
                  <a:pt x="7811" y="7300"/>
                </a:lnTo>
                <a:lnTo>
                  <a:pt x="7811" y="7251"/>
                </a:lnTo>
                <a:lnTo>
                  <a:pt x="7811" y="7203"/>
                </a:lnTo>
                <a:lnTo>
                  <a:pt x="7763" y="7154"/>
                </a:lnTo>
                <a:lnTo>
                  <a:pt x="7714" y="7154"/>
                </a:lnTo>
                <a:lnTo>
                  <a:pt x="7519" y="7251"/>
                </a:lnTo>
                <a:lnTo>
                  <a:pt x="7349" y="7349"/>
                </a:lnTo>
                <a:lnTo>
                  <a:pt x="7203" y="7470"/>
                </a:lnTo>
                <a:lnTo>
                  <a:pt x="7057" y="7616"/>
                </a:lnTo>
                <a:lnTo>
                  <a:pt x="6984" y="7738"/>
                </a:lnTo>
                <a:lnTo>
                  <a:pt x="6887" y="7860"/>
                </a:lnTo>
                <a:lnTo>
                  <a:pt x="6717" y="7616"/>
                </a:lnTo>
                <a:lnTo>
                  <a:pt x="6571" y="7349"/>
                </a:lnTo>
                <a:lnTo>
                  <a:pt x="6790" y="7154"/>
                </a:lnTo>
                <a:lnTo>
                  <a:pt x="7057" y="6935"/>
                </a:lnTo>
                <a:lnTo>
                  <a:pt x="7203" y="6813"/>
                </a:lnTo>
                <a:lnTo>
                  <a:pt x="7301" y="6692"/>
                </a:lnTo>
                <a:lnTo>
                  <a:pt x="7301" y="6643"/>
                </a:lnTo>
                <a:lnTo>
                  <a:pt x="7082" y="6643"/>
                </a:lnTo>
                <a:lnTo>
                  <a:pt x="6863" y="6716"/>
                </a:lnTo>
                <a:lnTo>
                  <a:pt x="6668" y="6789"/>
                </a:lnTo>
                <a:lnTo>
                  <a:pt x="6498" y="6886"/>
                </a:lnTo>
                <a:lnTo>
                  <a:pt x="6425" y="6935"/>
                </a:lnTo>
                <a:lnTo>
                  <a:pt x="6400" y="6862"/>
                </a:lnTo>
                <a:lnTo>
                  <a:pt x="6327" y="6473"/>
                </a:lnTo>
                <a:lnTo>
                  <a:pt x="6644" y="6278"/>
                </a:lnTo>
                <a:lnTo>
                  <a:pt x="6936" y="6083"/>
                </a:lnTo>
                <a:lnTo>
                  <a:pt x="7082" y="5986"/>
                </a:lnTo>
                <a:lnTo>
                  <a:pt x="7179" y="5840"/>
                </a:lnTo>
                <a:lnTo>
                  <a:pt x="7179" y="5791"/>
                </a:lnTo>
                <a:lnTo>
                  <a:pt x="6960" y="5791"/>
                </a:lnTo>
                <a:lnTo>
                  <a:pt x="6790" y="5816"/>
                </a:lnTo>
                <a:lnTo>
                  <a:pt x="6619" y="5864"/>
                </a:lnTo>
                <a:lnTo>
                  <a:pt x="6449" y="5937"/>
                </a:lnTo>
                <a:lnTo>
                  <a:pt x="6279" y="5986"/>
                </a:lnTo>
                <a:lnTo>
                  <a:pt x="6279" y="5718"/>
                </a:lnTo>
                <a:lnTo>
                  <a:pt x="6303" y="5451"/>
                </a:lnTo>
                <a:lnTo>
                  <a:pt x="6498" y="5329"/>
                </a:lnTo>
                <a:lnTo>
                  <a:pt x="6692" y="5232"/>
                </a:lnTo>
                <a:lnTo>
                  <a:pt x="6984" y="5062"/>
                </a:lnTo>
                <a:lnTo>
                  <a:pt x="7106" y="4964"/>
                </a:lnTo>
                <a:lnTo>
                  <a:pt x="7203" y="4818"/>
                </a:lnTo>
                <a:lnTo>
                  <a:pt x="7228" y="4794"/>
                </a:lnTo>
                <a:lnTo>
                  <a:pt x="7203" y="4770"/>
                </a:lnTo>
                <a:lnTo>
                  <a:pt x="7203" y="4721"/>
                </a:lnTo>
                <a:lnTo>
                  <a:pt x="7155" y="4721"/>
                </a:lnTo>
                <a:lnTo>
                  <a:pt x="7009" y="4697"/>
                </a:lnTo>
                <a:lnTo>
                  <a:pt x="6838" y="4721"/>
                </a:lnTo>
                <a:lnTo>
                  <a:pt x="6692" y="4770"/>
                </a:lnTo>
                <a:lnTo>
                  <a:pt x="6546" y="4818"/>
                </a:lnTo>
                <a:lnTo>
                  <a:pt x="6376" y="4891"/>
                </a:lnTo>
                <a:lnTo>
                  <a:pt x="6522" y="4356"/>
                </a:lnTo>
                <a:lnTo>
                  <a:pt x="6522" y="4332"/>
                </a:lnTo>
                <a:lnTo>
                  <a:pt x="6741" y="4283"/>
                </a:lnTo>
                <a:lnTo>
                  <a:pt x="7057" y="4210"/>
                </a:lnTo>
                <a:lnTo>
                  <a:pt x="7203" y="4161"/>
                </a:lnTo>
                <a:lnTo>
                  <a:pt x="7276" y="4113"/>
                </a:lnTo>
                <a:lnTo>
                  <a:pt x="7325" y="4064"/>
                </a:lnTo>
                <a:lnTo>
                  <a:pt x="7349" y="4015"/>
                </a:lnTo>
                <a:lnTo>
                  <a:pt x="7325" y="3942"/>
                </a:lnTo>
                <a:lnTo>
                  <a:pt x="7276" y="3894"/>
                </a:lnTo>
                <a:lnTo>
                  <a:pt x="7203" y="3869"/>
                </a:lnTo>
                <a:lnTo>
                  <a:pt x="7057" y="3845"/>
                </a:lnTo>
                <a:lnTo>
                  <a:pt x="6717" y="3845"/>
                </a:lnTo>
                <a:lnTo>
                  <a:pt x="6887" y="3577"/>
                </a:lnTo>
                <a:lnTo>
                  <a:pt x="7106" y="3310"/>
                </a:lnTo>
                <a:lnTo>
                  <a:pt x="7203" y="3188"/>
                </a:lnTo>
                <a:lnTo>
                  <a:pt x="7228" y="3188"/>
                </a:lnTo>
                <a:lnTo>
                  <a:pt x="7398" y="3237"/>
                </a:lnTo>
                <a:lnTo>
                  <a:pt x="7568" y="3285"/>
                </a:lnTo>
                <a:lnTo>
                  <a:pt x="7738" y="3310"/>
                </a:lnTo>
                <a:lnTo>
                  <a:pt x="7933" y="3334"/>
                </a:lnTo>
                <a:lnTo>
                  <a:pt x="7982" y="3310"/>
                </a:lnTo>
                <a:lnTo>
                  <a:pt x="8006" y="3285"/>
                </a:lnTo>
                <a:lnTo>
                  <a:pt x="8030" y="3237"/>
                </a:lnTo>
                <a:lnTo>
                  <a:pt x="8006" y="3164"/>
                </a:lnTo>
                <a:lnTo>
                  <a:pt x="7933" y="3091"/>
                </a:lnTo>
                <a:lnTo>
                  <a:pt x="7860" y="2993"/>
                </a:lnTo>
                <a:lnTo>
                  <a:pt x="7763" y="2920"/>
                </a:lnTo>
                <a:lnTo>
                  <a:pt x="7641" y="2872"/>
                </a:lnTo>
                <a:lnTo>
                  <a:pt x="7982" y="2653"/>
                </a:lnTo>
                <a:lnTo>
                  <a:pt x="8006" y="2604"/>
                </a:lnTo>
                <a:lnTo>
                  <a:pt x="8006" y="2555"/>
                </a:lnTo>
                <a:lnTo>
                  <a:pt x="8322" y="2458"/>
                </a:lnTo>
                <a:lnTo>
                  <a:pt x="8371" y="2531"/>
                </a:lnTo>
                <a:lnTo>
                  <a:pt x="8468" y="2628"/>
                </a:lnTo>
                <a:lnTo>
                  <a:pt x="8590" y="2701"/>
                </a:lnTo>
                <a:lnTo>
                  <a:pt x="8687" y="2750"/>
                </a:lnTo>
                <a:lnTo>
                  <a:pt x="8809" y="2823"/>
                </a:lnTo>
                <a:lnTo>
                  <a:pt x="8833" y="2823"/>
                </a:lnTo>
                <a:lnTo>
                  <a:pt x="8858" y="2799"/>
                </a:lnTo>
                <a:lnTo>
                  <a:pt x="8882" y="2774"/>
                </a:lnTo>
                <a:lnTo>
                  <a:pt x="8882" y="2750"/>
                </a:lnTo>
                <a:lnTo>
                  <a:pt x="8833" y="2653"/>
                </a:lnTo>
                <a:lnTo>
                  <a:pt x="8809" y="2531"/>
                </a:lnTo>
                <a:lnTo>
                  <a:pt x="8712" y="2361"/>
                </a:lnTo>
                <a:lnTo>
                  <a:pt x="9296" y="2263"/>
                </a:lnTo>
                <a:lnTo>
                  <a:pt x="9296" y="2288"/>
                </a:lnTo>
                <a:lnTo>
                  <a:pt x="9369" y="2482"/>
                </a:lnTo>
                <a:lnTo>
                  <a:pt x="9393" y="2555"/>
                </a:lnTo>
                <a:lnTo>
                  <a:pt x="9466" y="2628"/>
                </a:lnTo>
                <a:lnTo>
                  <a:pt x="9563" y="2677"/>
                </a:lnTo>
                <a:lnTo>
                  <a:pt x="9636" y="2653"/>
                </a:lnTo>
                <a:lnTo>
                  <a:pt x="9709" y="2604"/>
                </a:lnTo>
                <a:lnTo>
                  <a:pt x="9734" y="2531"/>
                </a:lnTo>
                <a:lnTo>
                  <a:pt x="9734" y="2385"/>
                </a:lnTo>
                <a:lnTo>
                  <a:pt x="9709" y="2239"/>
                </a:lnTo>
                <a:lnTo>
                  <a:pt x="10050" y="2215"/>
                </a:lnTo>
                <a:close/>
                <a:moveTo>
                  <a:pt x="6595" y="3139"/>
                </a:moveTo>
                <a:lnTo>
                  <a:pt x="6449" y="3334"/>
                </a:lnTo>
                <a:lnTo>
                  <a:pt x="6327" y="3529"/>
                </a:lnTo>
                <a:lnTo>
                  <a:pt x="6206" y="3772"/>
                </a:lnTo>
                <a:lnTo>
                  <a:pt x="6084" y="4015"/>
                </a:lnTo>
                <a:lnTo>
                  <a:pt x="6035" y="4064"/>
                </a:lnTo>
                <a:lnTo>
                  <a:pt x="6011" y="4113"/>
                </a:lnTo>
                <a:lnTo>
                  <a:pt x="5987" y="4186"/>
                </a:lnTo>
                <a:lnTo>
                  <a:pt x="6011" y="4234"/>
                </a:lnTo>
                <a:lnTo>
                  <a:pt x="5889" y="4648"/>
                </a:lnTo>
                <a:lnTo>
                  <a:pt x="5816" y="5086"/>
                </a:lnTo>
                <a:lnTo>
                  <a:pt x="5768" y="5500"/>
                </a:lnTo>
                <a:lnTo>
                  <a:pt x="5743" y="5937"/>
                </a:lnTo>
                <a:lnTo>
                  <a:pt x="5768" y="6327"/>
                </a:lnTo>
                <a:lnTo>
                  <a:pt x="5816" y="6692"/>
                </a:lnTo>
                <a:lnTo>
                  <a:pt x="5889" y="7081"/>
                </a:lnTo>
                <a:lnTo>
                  <a:pt x="6011" y="7446"/>
                </a:lnTo>
                <a:lnTo>
                  <a:pt x="6011" y="7470"/>
                </a:lnTo>
                <a:lnTo>
                  <a:pt x="6011" y="7543"/>
                </a:lnTo>
                <a:lnTo>
                  <a:pt x="6084" y="7616"/>
                </a:lnTo>
                <a:lnTo>
                  <a:pt x="6206" y="7860"/>
                </a:lnTo>
                <a:lnTo>
                  <a:pt x="6352" y="8103"/>
                </a:lnTo>
                <a:lnTo>
                  <a:pt x="6571" y="8371"/>
                </a:lnTo>
                <a:lnTo>
                  <a:pt x="6790" y="8614"/>
                </a:lnTo>
                <a:lnTo>
                  <a:pt x="7057" y="8809"/>
                </a:lnTo>
                <a:lnTo>
                  <a:pt x="7325" y="9028"/>
                </a:lnTo>
                <a:lnTo>
                  <a:pt x="7617" y="9198"/>
                </a:lnTo>
                <a:lnTo>
                  <a:pt x="7909" y="9344"/>
                </a:lnTo>
                <a:lnTo>
                  <a:pt x="8201" y="9490"/>
                </a:lnTo>
                <a:lnTo>
                  <a:pt x="8517" y="9612"/>
                </a:lnTo>
                <a:lnTo>
                  <a:pt x="8833" y="9709"/>
                </a:lnTo>
                <a:lnTo>
                  <a:pt x="9150" y="9782"/>
                </a:lnTo>
                <a:lnTo>
                  <a:pt x="9466" y="9831"/>
                </a:lnTo>
                <a:lnTo>
                  <a:pt x="10123" y="9831"/>
                </a:lnTo>
                <a:lnTo>
                  <a:pt x="10439" y="9806"/>
                </a:lnTo>
                <a:lnTo>
                  <a:pt x="10756" y="9758"/>
                </a:lnTo>
                <a:lnTo>
                  <a:pt x="11072" y="9685"/>
                </a:lnTo>
                <a:lnTo>
                  <a:pt x="11388" y="9612"/>
                </a:lnTo>
                <a:lnTo>
                  <a:pt x="11680" y="9490"/>
                </a:lnTo>
                <a:lnTo>
                  <a:pt x="11972" y="9344"/>
                </a:lnTo>
                <a:lnTo>
                  <a:pt x="12264" y="9174"/>
                </a:lnTo>
                <a:lnTo>
                  <a:pt x="12532" y="9003"/>
                </a:lnTo>
                <a:lnTo>
                  <a:pt x="12775" y="8784"/>
                </a:lnTo>
                <a:lnTo>
                  <a:pt x="13019" y="8565"/>
                </a:lnTo>
                <a:lnTo>
                  <a:pt x="13213" y="8298"/>
                </a:lnTo>
                <a:lnTo>
                  <a:pt x="13432" y="8006"/>
                </a:lnTo>
                <a:lnTo>
                  <a:pt x="13627" y="7689"/>
                </a:lnTo>
                <a:lnTo>
                  <a:pt x="13773" y="7373"/>
                </a:lnTo>
                <a:lnTo>
                  <a:pt x="13895" y="7032"/>
                </a:lnTo>
                <a:lnTo>
                  <a:pt x="13968" y="6667"/>
                </a:lnTo>
                <a:lnTo>
                  <a:pt x="14041" y="6327"/>
                </a:lnTo>
                <a:lnTo>
                  <a:pt x="14089" y="5962"/>
                </a:lnTo>
                <a:lnTo>
                  <a:pt x="14114" y="5597"/>
                </a:lnTo>
                <a:lnTo>
                  <a:pt x="14114" y="5524"/>
                </a:lnTo>
                <a:lnTo>
                  <a:pt x="14114" y="5159"/>
                </a:lnTo>
                <a:lnTo>
                  <a:pt x="14114" y="4794"/>
                </a:lnTo>
                <a:lnTo>
                  <a:pt x="14041" y="4040"/>
                </a:lnTo>
                <a:lnTo>
                  <a:pt x="13992" y="3699"/>
                </a:lnTo>
                <a:lnTo>
                  <a:pt x="13895" y="3310"/>
                </a:lnTo>
                <a:lnTo>
                  <a:pt x="13968" y="3285"/>
                </a:lnTo>
                <a:lnTo>
                  <a:pt x="14649" y="3650"/>
                </a:lnTo>
                <a:lnTo>
                  <a:pt x="15184" y="3991"/>
                </a:lnTo>
                <a:lnTo>
                  <a:pt x="15671" y="4356"/>
                </a:lnTo>
                <a:lnTo>
                  <a:pt x="16157" y="4770"/>
                </a:lnTo>
                <a:lnTo>
                  <a:pt x="16620" y="5183"/>
                </a:lnTo>
                <a:lnTo>
                  <a:pt x="17058" y="5645"/>
                </a:lnTo>
                <a:lnTo>
                  <a:pt x="17471" y="6108"/>
                </a:lnTo>
                <a:lnTo>
                  <a:pt x="17861" y="6594"/>
                </a:lnTo>
                <a:lnTo>
                  <a:pt x="18226" y="7081"/>
                </a:lnTo>
                <a:lnTo>
                  <a:pt x="17788" y="7519"/>
                </a:lnTo>
                <a:lnTo>
                  <a:pt x="17350" y="7933"/>
                </a:lnTo>
                <a:lnTo>
                  <a:pt x="16887" y="8322"/>
                </a:lnTo>
                <a:lnTo>
                  <a:pt x="16425" y="8687"/>
                </a:lnTo>
                <a:lnTo>
                  <a:pt x="15938" y="9052"/>
                </a:lnTo>
                <a:lnTo>
                  <a:pt x="15427" y="9368"/>
                </a:lnTo>
                <a:lnTo>
                  <a:pt x="14892" y="9660"/>
                </a:lnTo>
                <a:lnTo>
                  <a:pt x="14333" y="9904"/>
                </a:lnTo>
                <a:lnTo>
                  <a:pt x="13773" y="10098"/>
                </a:lnTo>
                <a:lnTo>
                  <a:pt x="13213" y="10244"/>
                </a:lnTo>
                <a:lnTo>
                  <a:pt x="12654" y="10366"/>
                </a:lnTo>
                <a:lnTo>
                  <a:pt x="12070" y="10463"/>
                </a:lnTo>
                <a:lnTo>
                  <a:pt x="11510" y="10536"/>
                </a:lnTo>
                <a:lnTo>
                  <a:pt x="10926" y="10561"/>
                </a:lnTo>
                <a:lnTo>
                  <a:pt x="10342" y="10585"/>
                </a:lnTo>
                <a:lnTo>
                  <a:pt x="9758" y="10561"/>
                </a:lnTo>
                <a:lnTo>
                  <a:pt x="9174" y="10536"/>
                </a:lnTo>
                <a:lnTo>
                  <a:pt x="8614" y="10463"/>
                </a:lnTo>
                <a:lnTo>
                  <a:pt x="8030" y="10366"/>
                </a:lnTo>
                <a:lnTo>
                  <a:pt x="7471" y="10244"/>
                </a:lnTo>
                <a:lnTo>
                  <a:pt x="6911" y="10098"/>
                </a:lnTo>
                <a:lnTo>
                  <a:pt x="6352" y="9952"/>
                </a:lnTo>
                <a:lnTo>
                  <a:pt x="5792" y="9758"/>
                </a:lnTo>
                <a:lnTo>
                  <a:pt x="5257" y="9563"/>
                </a:lnTo>
                <a:lnTo>
                  <a:pt x="4648" y="9320"/>
                </a:lnTo>
                <a:lnTo>
                  <a:pt x="4040" y="9028"/>
                </a:lnTo>
                <a:lnTo>
                  <a:pt x="3748" y="8857"/>
                </a:lnTo>
                <a:lnTo>
                  <a:pt x="3456" y="8687"/>
                </a:lnTo>
                <a:lnTo>
                  <a:pt x="3188" y="8492"/>
                </a:lnTo>
                <a:lnTo>
                  <a:pt x="2921" y="8298"/>
                </a:lnTo>
                <a:lnTo>
                  <a:pt x="2750" y="8152"/>
                </a:lnTo>
                <a:lnTo>
                  <a:pt x="2604" y="8006"/>
                </a:lnTo>
                <a:lnTo>
                  <a:pt x="2337" y="7665"/>
                </a:lnTo>
                <a:lnTo>
                  <a:pt x="2069" y="7324"/>
                </a:lnTo>
                <a:lnTo>
                  <a:pt x="1899" y="7178"/>
                </a:lnTo>
                <a:lnTo>
                  <a:pt x="1753" y="7057"/>
                </a:lnTo>
                <a:lnTo>
                  <a:pt x="1874" y="7008"/>
                </a:lnTo>
                <a:lnTo>
                  <a:pt x="1972" y="6935"/>
                </a:lnTo>
                <a:lnTo>
                  <a:pt x="1996" y="6911"/>
                </a:lnTo>
                <a:lnTo>
                  <a:pt x="1996" y="6862"/>
                </a:lnTo>
                <a:lnTo>
                  <a:pt x="1996" y="6813"/>
                </a:lnTo>
                <a:lnTo>
                  <a:pt x="1972" y="6789"/>
                </a:lnTo>
                <a:lnTo>
                  <a:pt x="1947" y="6765"/>
                </a:lnTo>
                <a:lnTo>
                  <a:pt x="2239" y="6400"/>
                </a:lnTo>
                <a:lnTo>
                  <a:pt x="2531" y="6083"/>
                </a:lnTo>
                <a:lnTo>
                  <a:pt x="2872" y="5743"/>
                </a:lnTo>
                <a:lnTo>
                  <a:pt x="3213" y="5451"/>
                </a:lnTo>
                <a:lnTo>
                  <a:pt x="3943" y="4867"/>
                </a:lnTo>
                <a:lnTo>
                  <a:pt x="4673" y="4332"/>
                </a:lnTo>
                <a:lnTo>
                  <a:pt x="5135" y="4015"/>
                </a:lnTo>
                <a:lnTo>
                  <a:pt x="5622" y="3699"/>
                </a:lnTo>
                <a:lnTo>
                  <a:pt x="6108" y="3407"/>
                </a:lnTo>
                <a:lnTo>
                  <a:pt x="6595" y="3139"/>
                </a:lnTo>
                <a:close/>
                <a:moveTo>
                  <a:pt x="10853" y="0"/>
                </a:moveTo>
                <a:lnTo>
                  <a:pt x="10780" y="49"/>
                </a:lnTo>
                <a:lnTo>
                  <a:pt x="10707" y="171"/>
                </a:lnTo>
                <a:lnTo>
                  <a:pt x="10658" y="317"/>
                </a:lnTo>
                <a:lnTo>
                  <a:pt x="10634" y="487"/>
                </a:lnTo>
                <a:lnTo>
                  <a:pt x="10634" y="657"/>
                </a:lnTo>
                <a:lnTo>
                  <a:pt x="10099" y="633"/>
                </a:lnTo>
                <a:lnTo>
                  <a:pt x="9588" y="633"/>
                </a:lnTo>
                <a:lnTo>
                  <a:pt x="9539" y="390"/>
                </a:lnTo>
                <a:lnTo>
                  <a:pt x="9442" y="195"/>
                </a:lnTo>
                <a:lnTo>
                  <a:pt x="9393" y="146"/>
                </a:lnTo>
                <a:lnTo>
                  <a:pt x="9344" y="146"/>
                </a:lnTo>
                <a:lnTo>
                  <a:pt x="9271" y="171"/>
                </a:lnTo>
                <a:lnTo>
                  <a:pt x="9247" y="219"/>
                </a:lnTo>
                <a:lnTo>
                  <a:pt x="9198" y="414"/>
                </a:lnTo>
                <a:lnTo>
                  <a:pt x="9198" y="633"/>
                </a:lnTo>
                <a:lnTo>
                  <a:pt x="8687" y="657"/>
                </a:lnTo>
                <a:lnTo>
                  <a:pt x="8298" y="706"/>
                </a:lnTo>
                <a:lnTo>
                  <a:pt x="7933" y="779"/>
                </a:lnTo>
                <a:lnTo>
                  <a:pt x="7763" y="171"/>
                </a:lnTo>
                <a:lnTo>
                  <a:pt x="7763" y="146"/>
                </a:lnTo>
                <a:lnTo>
                  <a:pt x="7690" y="146"/>
                </a:lnTo>
                <a:lnTo>
                  <a:pt x="7617" y="317"/>
                </a:lnTo>
                <a:lnTo>
                  <a:pt x="7568" y="487"/>
                </a:lnTo>
                <a:lnTo>
                  <a:pt x="7568" y="657"/>
                </a:lnTo>
                <a:lnTo>
                  <a:pt x="7592" y="852"/>
                </a:lnTo>
                <a:lnTo>
                  <a:pt x="7009" y="998"/>
                </a:lnTo>
                <a:lnTo>
                  <a:pt x="6449" y="1168"/>
                </a:lnTo>
                <a:lnTo>
                  <a:pt x="6376" y="925"/>
                </a:lnTo>
                <a:lnTo>
                  <a:pt x="6327" y="682"/>
                </a:lnTo>
                <a:lnTo>
                  <a:pt x="6303" y="633"/>
                </a:lnTo>
                <a:lnTo>
                  <a:pt x="6230" y="609"/>
                </a:lnTo>
                <a:lnTo>
                  <a:pt x="6181" y="633"/>
                </a:lnTo>
                <a:lnTo>
                  <a:pt x="6157" y="682"/>
                </a:lnTo>
                <a:lnTo>
                  <a:pt x="6108" y="828"/>
                </a:lnTo>
                <a:lnTo>
                  <a:pt x="6084" y="998"/>
                </a:lnTo>
                <a:lnTo>
                  <a:pt x="6084" y="1144"/>
                </a:lnTo>
                <a:lnTo>
                  <a:pt x="6108" y="1290"/>
                </a:lnTo>
                <a:lnTo>
                  <a:pt x="5597" y="1509"/>
                </a:lnTo>
                <a:lnTo>
                  <a:pt x="5111" y="1728"/>
                </a:lnTo>
                <a:lnTo>
                  <a:pt x="4673" y="1947"/>
                </a:lnTo>
                <a:lnTo>
                  <a:pt x="4527" y="1631"/>
                </a:lnTo>
                <a:lnTo>
                  <a:pt x="4502" y="1631"/>
                </a:lnTo>
                <a:lnTo>
                  <a:pt x="4478" y="1606"/>
                </a:lnTo>
                <a:lnTo>
                  <a:pt x="4454" y="1631"/>
                </a:lnTo>
                <a:lnTo>
                  <a:pt x="4429" y="1655"/>
                </a:lnTo>
                <a:lnTo>
                  <a:pt x="4405" y="1874"/>
                </a:lnTo>
                <a:lnTo>
                  <a:pt x="4405" y="2093"/>
                </a:lnTo>
                <a:lnTo>
                  <a:pt x="3918" y="2385"/>
                </a:lnTo>
                <a:lnTo>
                  <a:pt x="3480" y="2701"/>
                </a:lnTo>
                <a:lnTo>
                  <a:pt x="3286" y="2872"/>
                </a:lnTo>
                <a:lnTo>
                  <a:pt x="3188" y="2628"/>
                </a:lnTo>
                <a:lnTo>
                  <a:pt x="3140" y="2531"/>
                </a:lnTo>
                <a:lnTo>
                  <a:pt x="3067" y="2434"/>
                </a:lnTo>
                <a:lnTo>
                  <a:pt x="3042" y="2434"/>
                </a:lnTo>
                <a:lnTo>
                  <a:pt x="2969" y="2482"/>
                </a:lnTo>
                <a:lnTo>
                  <a:pt x="2896" y="2555"/>
                </a:lnTo>
                <a:lnTo>
                  <a:pt x="2872" y="2653"/>
                </a:lnTo>
                <a:lnTo>
                  <a:pt x="2848" y="2726"/>
                </a:lnTo>
                <a:lnTo>
                  <a:pt x="2872" y="2823"/>
                </a:lnTo>
                <a:lnTo>
                  <a:pt x="2896" y="2920"/>
                </a:lnTo>
                <a:lnTo>
                  <a:pt x="2969" y="3139"/>
                </a:lnTo>
                <a:lnTo>
                  <a:pt x="2823" y="3285"/>
                </a:lnTo>
                <a:lnTo>
                  <a:pt x="2702" y="3456"/>
                </a:lnTo>
                <a:lnTo>
                  <a:pt x="2604" y="3650"/>
                </a:lnTo>
                <a:lnTo>
                  <a:pt x="2531" y="3845"/>
                </a:lnTo>
                <a:lnTo>
                  <a:pt x="2531" y="3894"/>
                </a:lnTo>
                <a:lnTo>
                  <a:pt x="2556" y="3942"/>
                </a:lnTo>
                <a:lnTo>
                  <a:pt x="2604" y="3991"/>
                </a:lnTo>
                <a:lnTo>
                  <a:pt x="2677" y="4015"/>
                </a:lnTo>
                <a:lnTo>
                  <a:pt x="2726" y="3991"/>
                </a:lnTo>
                <a:lnTo>
                  <a:pt x="2775" y="3967"/>
                </a:lnTo>
                <a:lnTo>
                  <a:pt x="3213" y="3529"/>
                </a:lnTo>
                <a:lnTo>
                  <a:pt x="3237" y="3577"/>
                </a:lnTo>
                <a:lnTo>
                  <a:pt x="3359" y="3723"/>
                </a:lnTo>
                <a:lnTo>
                  <a:pt x="3529" y="3869"/>
                </a:lnTo>
                <a:lnTo>
                  <a:pt x="3699" y="4040"/>
                </a:lnTo>
                <a:lnTo>
                  <a:pt x="3918" y="4161"/>
                </a:lnTo>
                <a:lnTo>
                  <a:pt x="3261" y="4672"/>
                </a:lnTo>
                <a:lnTo>
                  <a:pt x="3213" y="4648"/>
                </a:lnTo>
                <a:lnTo>
                  <a:pt x="2945" y="4575"/>
                </a:lnTo>
                <a:lnTo>
                  <a:pt x="2702" y="4478"/>
                </a:lnTo>
                <a:lnTo>
                  <a:pt x="2458" y="4356"/>
                </a:lnTo>
                <a:lnTo>
                  <a:pt x="2239" y="4186"/>
                </a:lnTo>
                <a:lnTo>
                  <a:pt x="2020" y="3991"/>
                </a:lnTo>
                <a:lnTo>
                  <a:pt x="1874" y="3772"/>
                </a:lnTo>
                <a:lnTo>
                  <a:pt x="1728" y="3529"/>
                </a:lnTo>
                <a:lnTo>
                  <a:pt x="1631" y="3285"/>
                </a:lnTo>
                <a:lnTo>
                  <a:pt x="1607" y="3237"/>
                </a:lnTo>
                <a:lnTo>
                  <a:pt x="1534" y="3237"/>
                </a:lnTo>
                <a:lnTo>
                  <a:pt x="1509" y="3285"/>
                </a:lnTo>
                <a:lnTo>
                  <a:pt x="1485" y="3407"/>
                </a:lnTo>
                <a:lnTo>
                  <a:pt x="1461" y="3553"/>
                </a:lnTo>
                <a:lnTo>
                  <a:pt x="1485" y="3699"/>
                </a:lnTo>
                <a:lnTo>
                  <a:pt x="1534" y="3845"/>
                </a:lnTo>
                <a:lnTo>
                  <a:pt x="1582" y="3967"/>
                </a:lnTo>
                <a:lnTo>
                  <a:pt x="1655" y="4113"/>
                </a:lnTo>
                <a:lnTo>
                  <a:pt x="1826" y="4380"/>
                </a:lnTo>
                <a:lnTo>
                  <a:pt x="2045" y="4599"/>
                </a:lnTo>
                <a:lnTo>
                  <a:pt x="2288" y="4794"/>
                </a:lnTo>
                <a:lnTo>
                  <a:pt x="2580" y="4940"/>
                </a:lnTo>
                <a:lnTo>
                  <a:pt x="2702" y="4989"/>
                </a:lnTo>
                <a:lnTo>
                  <a:pt x="2848" y="5037"/>
                </a:lnTo>
                <a:lnTo>
                  <a:pt x="2410" y="5427"/>
                </a:lnTo>
                <a:lnTo>
                  <a:pt x="2239" y="5621"/>
                </a:lnTo>
                <a:lnTo>
                  <a:pt x="2142" y="5573"/>
                </a:lnTo>
                <a:lnTo>
                  <a:pt x="2045" y="5524"/>
                </a:lnTo>
                <a:lnTo>
                  <a:pt x="1850" y="5475"/>
                </a:lnTo>
                <a:lnTo>
                  <a:pt x="1631" y="5451"/>
                </a:lnTo>
                <a:lnTo>
                  <a:pt x="1436" y="5402"/>
                </a:lnTo>
                <a:lnTo>
                  <a:pt x="1144" y="5305"/>
                </a:lnTo>
                <a:lnTo>
                  <a:pt x="877" y="5159"/>
                </a:lnTo>
                <a:lnTo>
                  <a:pt x="779" y="5062"/>
                </a:lnTo>
                <a:lnTo>
                  <a:pt x="682" y="4964"/>
                </a:lnTo>
                <a:lnTo>
                  <a:pt x="585" y="4891"/>
                </a:lnTo>
                <a:lnTo>
                  <a:pt x="487" y="4818"/>
                </a:lnTo>
                <a:lnTo>
                  <a:pt x="414" y="4818"/>
                </a:lnTo>
                <a:lnTo>
                  <a:pt x="390" y="4891"/>
                </a:lnTo>
                <a:lnTo>
                  <a:pt x="390" y="4964"/>
                </a:lnTo>
                <a:lnTo>
                  <a:pt x="390" y="5110"/>
                </a:lnTo>
                <a:lnTo>
                  <a:pt x="439" y="5232"/>
                </a:lnTo>
                <a:lnTo>
                  <a:pt x="536" y="5354"/>
                </a:lnTo>
                <a:lnTo>
                  <a:pt x="658" y="5475"/>
                </a:lnTo>
                <a:lnTo>
                  <a:pt x="779" y="5573"/>
                </a:lnTo>
                <a:lnTo>
                  <a:pt x="1023" y="5718"/>
                </a:lnTo>
                <a:lnTo>
                  <a:pt x="1193" y="5791"/>
                </a:lnTo>
                <a:lnTo>
                  <a:pt x="1412" y="5864"/>
                </a:lnTo>
                <a:lnTo>
                  <a:pt x="1655" y="5937"/>
                </a:lnTo>
                <a:lnTo>
                  <a:pt x="1899" y="5962"/>
                </a:lnTo>
                <a:lnTo>
                  <a:pt x="1777" y="6108"/>
                </a:lnTo>
                <a:lnTo>
                  <a:pt x="1655" y="6278"/>
                </a:lnTo>
                <a:lnTo>
                  <a:pt x="1558" y="6473"/>
                </a:lnTo>
                <a:lnTo>
                  <a:pt x="1485" y="6643"/>
                </a:lnTo>
                <a:lnTo>
                  <a:pt x="1144" y="6643"/>
                </a:lnTo>
                <a:lnTo>
                  <a:pt x="877" y="6594"/>
                </a:lnTo>
                <a:lnTo>
                  <a:pt x="609" y="6521"/>
                </a:lnTo>
                <a:lnTo>
                  <a:pt x="366" y="6400"/>
                </a:lnTo>
                <a:lnTo>
                  <a:pt x="122" y="6229"/>
                </a:lnTo>
                <a:lnTo>
                  <a:pt x="49" y="6229"/>
                </a:lnTo>
                <a:lnTo>
                  <a:pt x="1" y="6254"/>
                </a:lnTo>
                <a:lnTo>
                  <a:pt x="1" y="6302"/>
                </a:lnTo>
                <a:lnTo>
                  <a:pt x="74" y="6424"/>
                </a:lnTo>
                <a:lnTo>
                  <a:pt x="147" y="6546"/>
                </a:lnTo>
                <a:lnTo>
                  <a:pt x="220" y="6643"/>
                </a:lnTo>
                <a:lnTo>
                  <a:pt x="317" y="6740"/>
                </a:lnTo>
                <a:lnTo>
                  <a:pt x="439" y="6813"/>
                </a:lnTo>
                <a:lnTo>
                  <a:pt x="560" y="6862"/>
                </a:lnTo>
                <a:lnTo>
                  <a:pt x="804" y="6984"/>
                </a:lnTo>
                <a:lnTo>
                  <a:pt x="1071" y="7032"/>
                </a:lnTo>
                <a:lnTo>
                  <a:pt x="1363" y="7081"/>
                </a:lnTo>
                <a:lnTo>
                  <a:pt x="1680" y="7568"/>
                </a:lnTo>
                <a:lnTo>
                  <a:pt x="2020" y="8006"/>
                </a:lnTo>
                <a:lnTo>
                  <a:pt x="2410" y="8419"/>
                </a:lnTo>
                <a:lnTo>
                  <a:pt x="2848" y="8784"/>
                </a:lnTo>
                <a:lnTo>
                  <a:pt x="3286" y="9125"/>
                </a:lnTo>
                <a:lnTo>
                  <a:pt x="3772" y="9417"/>
                </a:lnTo>
                <a:lnTo>
                  <a:pt x="4283" y="9685"/>
                </a:lnTo>
                <a:lnTo>
                  <a:pt x="4819" y="9928"/>
                </a:lnTo>
                <a:lnTo>
                  <a:pt x="5403" y="10147"/>
                </a:lnTo>
                <a:lnTo>
                  <a:pt x="5987" y="10342"/>
                </a:lnTo>
                <a:lnTo>
                  <a:pt x="6571" y="10536"/>
                </a:lnTo>
                <a:lnTo>
                  <a:pt x="7155" y="10682"/>
                </a:lnTo>
                <a:lnTo>
                  <a:pt x="7763" y="10828"/>
                </a:lnTo>
                <a:lnTo>
                  <a:pt x="8371" y="10926"/>
                </a:lnTo>
                <a:lnTo>
                  <a:pt x="8979" y="11023"/>
                </a:lnTo>
                <a:lnTo>
                  <a:pt x="9612" y="11072"/>
                </a:lnTo>
                <a:lnTo>
                  <a:pt x="10220" y="11096"/>
                </a:lnTo>
                <a:lnTo>
                  <a:pt x="10829" y="11072"/>
                </a:lnTo>
                <a:lnTo>
                  <a:pt x="11461" y="11047"/>
                </a:lnTo>
                <a:lnTo>
                  <a:pt x="12070" y="10974"/>
                </a:lnTo>
                <a:lnTo>
                  <a:pt x="12678" y="10877"/>
                </a:lnTo>
                <a:lnTo>
                  <a:pt x="13286" y="10755"/>
                </a:lnTo>
                <a:lnTo>
                  <a:pt x="13870" y="10585"/>
                </a:lnTo>
                <a:lnTo>
                  <a:pt x="14454" y="10390"/>
                </a:lnTo>
                <a:lnTo>
                  <a:pt x="15063" y="10147"/>
                </a:lnTo>
                <a:lnTo>
                  <a:pt x="15622" y="9831"/>
                </a:lnTo>
                <a:lnTo>
                  <a:pt x="16182" y="9514"/>
                </a:lnTo>
                <a:lnTo>
                  <a:pt x="16693" y="9149"/>
                </a:lnTo>
                <a:lnTo>
                  <a:pt x="17204" y="8736"/>
                </a:lnTo>
                <a:lnTo>
                  <a:pt x="17690" y="8322"/>
                </a:lnTo>
                <a:lnTo>
                  <a:pt x="18153" y="7884"/>
                </a:lnTo>
                <a:lnTo>
                  <a:pt x="18615" y="7446"/>
                </a:lnTo>
                <a:lnTo>
                  <a:pt x="18639" y="7397"/>
                </a:lnTo>
                <a:lnTo>
                  <a:pt x="18761" y="7373"/>
                </a:lnTo>
                <a:lnTo>
                  <a:pt x="18858" y="7300"/>
                </a:lnTo>
                <a:lnTo>
                  <a:pt x="19029" y="7300"/>
                </a:lnTo>
                <a:lnTo>
                  <a:pt x="19175" y="7276"/>
                </a:lnTo>
                <a:lnTo>
                  <a:pt x="19321" y="7227"/>
                </a:lnTo>
                <a:lnTo>
                  <a:pt x="19467" y="7178"/>
                </a:lnTo>
                <a:lnTo>
                  <a:pt x="19613" y="7105"/>
                </a:lnTo>
                <a:lnTo>
                  <a:pt x="19734" y="7008"/>
                </a:lnTo>
                <a:lnTo>
                  <a:pt x="19807" y="6886"/>
                </a:lnTo>
                <a:lnTo>
                  <a:pt x="19880" y="6765"/>
                </a:lnTo>
                <a:lnTo>
                  <a:pt x="19880" y="6716"/>
                </a:lnTo>
                <a:lnTo>
                  <a:pt x="19880" y="6667"/>
                </a:lnTo>
                <a:lnTo>
                  <a:pt x="19832" y="6619"/>
                </a:lnTo>
                <a:lnTo>
                  <a:pt x="19807" y="6570"/>
                </a:lnTo>
                <a:lnTo>
                  <a:pt x="19710" y="6546"/>
                </a:lnTo>
                <a:lnTo>
                  <a:pt x="19661" y="6546"/>
                </a:lnTo>
                <a:lnTo>
                  <a:pt x="19613" y="6570"/>
                </a:lnTo>
                <a:lnTo>
                  <a:pt x="19467" y="6643"/>
                </a:lnTo>
                <a:lnTo>
                  <a:pt x="19369" y="6716"/>
                </a:lnTo>
                <a:lnTo>
                  <a:pt x="19248" y="6789"/>
                </a:lnTo>
                <a:lnTo>
                  <a:pt x="19102" y="6862"/>
                </a:lnTo>
                <a:lnTo>
                  <a:pt x="18858" y="6911"/>
                </a:lnTo>
                <a:lnTo>
                  <a:pt x="18566" y="6521"/>
                </a:lnTo>
                <a:lnTo>
                  <a:pt x="18250" y="6132"/>
                </a:lnTo>
                <a:lnTo>
                  <a:pt x="18420" y="6108"/>
                </a:lnTo>
                <a:lnTo>
                  <a:pt x="18664" y="6059"/>
                </a:lnTo>
                <a:lnTo>
                  <a:pt x="18956" y="5962"/>
                </a:lnTo>
                <a:lnTo>
                  <a:pt x="19077" y="5889"/>
                </a:lnTo>
                <a:lnTo>
                  <a:pt x="19199" y="5816"/>
                </a:lnTo>
                <a:lnTo>
                  <a:pt x="19272" y="5718"/>
                </a:lnTo>
                <a:lnTo>
                  <a:pt x="19321" y="5597"/>
                </a:lnTo>
                <a:lnTo>
                  <a:pt x="19321" y="5548"/>
                </a:lnTo>
                <a:lnTo>
                  <a:pt x="19321" y="5500"/>
                </a:lnTo>
                <a:lnTo>
                  <a:pt x="19296" y="5475"/>
                </a:lnTo>
                <a:lnTo>
                  <a:pt x="19248" y="5451"/>
                </a:lnTo>
                <a:lnTo>
                  <a:pt x="19150" y="5451"/>
                </a:lnTo>
                <a:lnTo>
                  <a:pt x="19053" y="5475"/>
                </a:lnTo>
                <a:lnTo>
                  <a:pt x="18858" y="5548"/>
                </a:lnTo>
                <a:lnTo>
                  <a:pt x="18688" y="5621"/>
                </a:lnTo>
                <a:lnTo>
                  <a:pt x="18493" y="5718"/>
                </a:lnTo>
                <a:lnTo>
                  <a:pt x="18226" y="5767"/>
                </a:lnTo>
                <a:lnTo>
                  <a:pt x="17958" y="5791"/>
                </a:lnTo>
                <a:lnTo>
                  <a:pt x="17496" y="5281"/>
                </a:lnTo>
                <a:lnTo>
                  <a:pt x="17690" y="5281"/>
                </a:lnTo>
                <a:lnTo>
                  <a:pt x="17885" y="5256"/>
                </a:lnTo>
                <a:lnTo>
                  <a:pt x="18080" y="5208"/>
                </a:lnTo>
                <a:lnTo>
                  <a:pt x="18274" y="5135"/>
                </a:lnTo>
                <a:lnTo>
                  <a:pt x="18591" y="4964"/>
                </a:lnTo>
                <a:lnTo>
                  <a:pt x="18761" y="4867"/>
                </a:lnTo>
                <a:lnTo>
                  <a:pt x="18931" y="4745"/>
                </a:lnTo>
                <a:lnTo>
                  <a:pt x="19077" y="4599"/>
                </a:lnTo>
                <a:lnTo>
                  <a:pt x="19199" y="4453"/>
                </a:lnTo>
                <a:lnTo>
                  <a:pt x="19272" y="4307"/>
                </a:lnTo>
                <a:lnTo>
                  <a:pt x="19296" y="4234"/>
                </a:lnTo>
                <a:lnTo>
                  <a:pt x="19296" y="4137"/>
                </a:lnTo>
                <a:lnTo>
                  <a:pt x="19296" y="4088"/>
                </a:lnTo>
                <a:lnTo>
                  <a:pt x="19272" y="4064"/>
                </a:lnTo>
                <a:lnTo>
                  <a:pt x="19199" y="4064"/>
                </a:lnTo>
                <a:lnTo>
                  <a:pt x="19077" y="4088"/>
                </a:lnTo>
                <a:lnTo>
                  <a:pt x="18956" y="4137"/>
                </a:lnTo>
                <a:lnTo>
                  <a:pt x="18737" y="4307"/>
                </a:lnTo>
                <a:lnTo>
                  <a:pt x="18518" y="4478"/>
                </a:lnTo>
                <a:lnTo>
                  <a:pt x="18323" y="4648"/>
                </a:lnTo>
                <a:lnTo>
                  <a:pt x="18031" y="4794"/>
                </a:lnTo>
                <a:lnTo>
                  <a:pt x="17763" y="4867"/>
                </a:lnTo>
                <a:lnTo>
                  <a:pt x="17447" y="4916"/>
                </a:lnTo>
                <a:lnTo>
                  <a:pt x="17155" y="4916"/>
                </a:lnTo>
                <a:lnTo>
                  <a:pt x="16620" y="4429"/>
                </a:lnTo>
                <a:lnTo>
                  <a:pt x="16839" y="4186"/>
                </a:lnTo>
                <a:lnTo>
                  <a:pt x="17058" y="3967"/>
                </a:lnTo>
                <a:lnTo>
                  <a:pt x="17277" y="3748"/>
                </a:lnTo>
                <a:lnTo>
                  <a:pt x="17593" y="3918"/>
                </a:lnTo>
                <a:lnTo>
                  <a:pt x="17909" y="4088"/>
                </a:lnTo>
                <a:lnTo>
                  <a:pt x="18031" y="4113"/>
                </a:lnTo>
                <a:lnTo>
                  <a:pt x="18128" y="4113"/>
                </a:lnTo>
                <a:lnTo>
                  <a:pt x="18201" y="4040"/>
                </a:lnTo>
                <a:lnTo>
                  <a:pt x="18274" y="3967"/>
                </a:lnTo>
                <a:lnTo>
                  <a:pt x="18299" y="3894"/>
                </a:lnTo>
                <a:lnTo>
                  <a:pt x="18299" y="3796"/>
                </a:lnTo>
                <a:lnTo>
                  <a:pt x="18250" y="3723"/>
                </a:lnTo>
                <a:lnTo>
                  <a:pt x="18177" y="3650"/>
                </a:lnTo>
                <a:lnTo>
                  <a:pt x="17885" y="3504"/>
                </a:lnTo>
                <a:lnTo>
                  <a:pt x="17593" y="3358"/>
                </a:lnTo>
                <a:lnTo>
                  <a:pt x="17690" y="3212"/>
                </a:lnTo>
                <a:lnTo>
                  <a:pt x="17763" y="3042"/>
                </a:lnTo>
                <a:lnTo>
                  <a:pt x="17763" y="3018"/>
                </a:lnTo>
                <a:lnTo>
                  <a:pt x="17739" y="2993"/>
                </a:lnTo>
                <a:lnTo>
                  <a:pt x="17690" y="2993"/>
                </a:lnTo>
                <a:lnTo>
                  <a:pt x="17423" y="3237"/>
                </a:lnTo>
                <a:lnTo>
                  <a:pt x="16376" y="2555"/>
                </a:lnTo>
                <a:lnTo>
                  <a:pt x="16693" y="2190"/>
                </a:lnTo>
                <a:lnTo>
                  <a:pt x="16717" y="2142"/>
                </a:lnTo>
                <a:lnTo>
                  <a:pt x="16693" y="2069"/>
                </a:lnTo>
                <a:lnTo>
                  <a:pt x="16668" y="2044"/>
                </a:lnTo>
                <a:lnTo>
                  <a:pt x="16595" y="2020"/>
                </a:lnTo>
                <a:lnTo>
                  <a:pt x="16449" y="2093"/>
                </a:lnTo>
                <a:lnTo>
                  <a:pt x="16303" y="2166"/>
                </a:lnTo>
                <a:lnTo>
                  <a:pt x="16036" y="2361"/>
                </a:lnTo>
                <a:lnTo>
                  <a:pt x="15914" y="2288"/>
                </a:lnTo>
                <a:lnTo>
                  <a:pt x="15354" y="2020"/>
                </a:lnTo>
                <a:lnTo>
                  <a:pt x="14795" y="1752"/>
                </a:lnTo>
                <a:lnTo>
                  <a:pt x="15087" y="1290"/>
                </a:lnTo>
                <a:lnTo>
                  <a:pt x="15087" y="1266"/>
                </a:lnTo>
                <a:lnTo>
                  <a:pt x="15063" y="1266"/>
                </a:lnTo>
                <a:lnTo>
                  <a:pt x="14795" y="1436"/>
                </a:lnTo>
                <a:lnTo>
                  <a:pt x="14552" y="1655"/>
                </a:lnTo>
                <a:lnTo>
                  <a:pt x="14089" y="1460"/>
                </a:lnTo>
                <a:lnTo>
                  <a:pt x="13603" y="1290"/>
                </a:lnTo>
                <a:lnTo>
                  <a:pt x="13140" y="1144"/>
                </a:lnTo>
                <a:lnTo>
                  <a:pt x="12702" y="1022"/>
                </a:lnTo>
                <a:lnTo>
                  <a:pt x="12775" y="706"/>
                </a:lnTo>
                <a:lnTo>
                  <a:pt x="12800" y="536"/>
                </a:lnTo>
                <a:lnTo>
                  <a:pt x="12800" y="365"/>
                </a:lnTo>
                <a:lnTo>
                  <a:pt x="12775" y="317"/>
                </a:lnTo>
                <a:lnTo>
                  <a:pt x="12751" y="292"/>
                </a:lnTo>
                <a:lnTo>
                  <a:pt x="12702" y="292"/>
                </a:lnTo>
                <a:lnTo>
                  <a:pt x="12654" y="341"/>
                </a:lnTo>
                <a:lnTo>
                  <a:pt x="12532" y="560"/>
                </a:lnTo>
                <a:lnTo>
                  <a:pt x="12337" y="925"/>
                </a:lnTo>
                <a:lnTo>
                  <a:pt x="11705" y="803"/>
                </a:lnTo>
                <a:lnTo>
                  <a:pt x="11072" y="706"/>
                </a:lnTo>
                <a:lnTo>
                  <a:pt x="11072" y="511"/>
                </a:lnTo>
                <a:lnTo>
                  <a:pt x="11072" y="317"/>
                </a:lnTo>
                <a:lnTo>
                  <a:pt x="11072" y="244"/>
                </a:lnTo>
                <a:lnTo>
                  <a:pt x="11048" y="146"/>
                </a:lnTo>
                <a:lnTo>
                  <a:pt x="10999" y="73"/>
                </a:lnTo>
                <a:lnTo>
                  <a:pt x="10950" y="25"/>
                </a:lnTo>
                <a:lnTo>
                  <a:pt x="1090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34" name="Google Shape;834;p39"/>
          <p:cNvSpPr/>
          <p:nvPr/>
        </p:nvSpPr>
        <p:spPr>
          <a:xfrm>
            <a:off x="2013116" y="2653741"/>
            <a:ext cx="421736" cy="398876"/>
          </a:xfrm>
          <a:custGeom>
            <a:avLst/>
            <a:gdLst/>
            <a:ahLst/>
            <a:cxnLst/>
            <a:rect l="l" t="t" r="r" b="b"/>
            <a:pathLst>
              <a:path w="19297" h="18251" extrusionOk="0">
                <a:moveTo>
                  <a:pt x="18396" y="828"/>
                </a:moveTo>
                <a:lnTo>
                  <a:pt x="18761" y="877"/>
                </a:lnTo>
                <a:lnTo>
                  <a:pt x="18737" y="1242"/>
                </a:lnTo>
                <a:lnTo>
                  <a:pt x="18615" y="1266"/>
                </a:lnTo>
                <a:lnTo>
                  <a:pt x="18493" y="1315"/>
                </a:lnTo>
                <a:lnTo>
                  <a:pt x="18274" y="1436"/>
                </a:lnTo>
                <a:lnTo>
                  <a:pt x="18007" y="1582"/>
                </a:lnTo>
                <a:lnTo>
                  <a:pt x="17739" y="1777"/>
                </a:lnTo>
                <a:lnTo>
                  <a:pt x="17642" y="1850"/>
                </a:lnTo>
                <a:lnTo>
                  <a:pt x="17618" y="1801"/>
                </a:lnTo>
                <a:lnTo>
                  <a:pt x="17545" y="1704"/>
                </a:lnTo>
                <a:lnTo>
                  <a:pt x="17496" y="1680"/>
                </a:lnTo>
                <a:lnTo>
                  <a:pt x="17423" y="1655"/>
                </a:lnTo>
                <a:lnTo>
                  <a:pt x="17131" y="1631"/>
                </a:lnTo>
                <a:lnTo>
                  <a:pt x="17301" y="1509"/>
                </a:lnTo>
                <a:lnTo>
                  <a:pt x="17472" y="1388"/>
                </a:lnTo>
                <a:lnTo>
                  <a:pt x="17837" y="1144"/>
                </a:lnTo>
                <a:lnTo>
                  <a:pt x="18104" y="974"/>
                </a:lnTo>
                <a:lnTo>
                  <a:pt x="18250" y="901"/>
                </a:lnTo>
                <a:lnTo>
                  <a:pt x="18396" y="828"/>
                </a:lnTo>
                <a:close/>
                <a:moveTo>
                  <a:pt x="18712" y="1582"/>
                </a:moveTo>
                <a:lnTo>
                  <a:pt x="18688" y="2385"/>
                </a:lnTo>
                <a:lnTo>
                  <a:pt x="18688" y="3164"/>
                </a:lnTo>
                <a:lnTo>
                  <a:pt x="18469" y="3334"/>
                </a:lnTo>
                <a:lnTo>
                  <a:pt x="18250" y="3529"/>
                </a:lnTo>
                <a:lnTo>
                  <a:pt x="17982" y="3748"/>
                </a:lnTo>
                <a:lnTo>
                  <a:pt x="17861" y="3870"/>
                </a:lnTo>
                <a:lnTo>
                  <a:pt x="17764" y="4016"/>
                </a:lnTo>
                <a:lnTo>
                  <a:pt x="17739" y="3407"/>
                </a:lnTo>
                <a:lnTo>
                  <a:pt x="17739" y="3334"/>
                </a:lnTo>
                <a:lnTo>
                  <a:pt x="17958" y="3140"/>
                </a:lnTo>
                <a:lnTo>
                  <a:pt x="18177" y="2945"/>
                </a:lnTo>
                <a:lnTo>
                  <a:pt x="18493" y="2653"/>
                </a:lnTo>
                <a:lnTo>
                  <a:pt x="18615" y="2531"/>
                </a:lnTo>
                <a:lnTo>
                  <a:pt x="18664" y="2458"/>
                </a:lnTo>
                <a:lnTo>
                  <a:pt x="18688" y="2361"/>
                </a:lnTo>
                <a:lnTo>
                  <a:pt x="18664" y="2312"/>
                </a:lnTo>
                <a:lnTo>
                  <a:pt x="18615" y="2288"/>
                </a:lnTo>
                <a:lnTo>
                  <a:pt x="18518" y="2264"/>
                </a:lnTo>
                <a:lnTo>
                  <a:pt x="18445" y="2288"/>
                </a:lnTo>
                <a:lnTo>
                  <a:pt x="18347" y="2312"/>
                </a:lnTo>
                <a:lnTo>
                  <a:pt x="18274" y="2385"/>
                </a:lnTo>
                <a:lnTo>
                  <a:pt x="18128" y="2531"/>
                </a:lnTo>
                <a:lnTo>
                  <a:pt x="18007" y="2653"/>
                </a:lnTo>
                <a:lnTo>
                  <a:pt x="17739" y="2945"/>
                </a:lnTo>
                <a:lnTo>
                  <a:pt x="17739" y="2531"/>
                </a:lnTo>
                <a:lnTo>
                  <a:pt x="17691" y="2118"/>
                </a:lnTo>
                <a:lnTo>
                  <a:pt x="17788" y="2069"/>
                </a:lnTo>
                <a:lnTo>
                  <a:pt x="18055" y="1947"/>
                </a:lnTo>
                <a:lnTo>
                  <a:pt x="18323" y="1777"/>
                </a:lnTo>
                <a:lnTo>
                  <a:pt x="18518" y="1680"/>
                </a:lnTo>
                <a:lnTo>
                  <a:pt x="18712" y="1582"/>
                </a:lnTo>
                <a:close/>
                <a:moveTo>
                  <a:pt x="18688" y="3529"/>
                </a:moveTo>
                <a:lnTo>
                  <a:pt x="18688" y="3894"/>
                </a:lnTo>
                <a:lnTo>
                  <a:pt x="18664" y="4843"/>
                </a:lnTo>
                <a:lnTo>
                  <a:pt x="18639" y="4843"/>
                </a:lnTo>
                <a:lnTo>
                  <a:pt x="18518" y="4916"/>
                </a:lnTo>
                <a:lnTo>
                  <a:pt x="18396" y="5038"/>
                </a:lnTo>
                <a:lnTo>
                  <a:pt x="18177" y="5305"/>
                </a:lnTo>
                <a:lnTo>
                  <a:pt x="17982" y="5451"/>
                </a:lnTo>
                <a:lnTo>
                  <a:pt x="17788" y="5597"/>
                </a:lnTo>
                <a:lnTo>
                  <a:pt x="17788" y="5013"/>
                </a:lnTo>
                <a:lnTo>
                  <a:pt x="18128" y="4819"/>
                </a:lnTo>
                <a:lnTo>
                  <a:pt x="18274" y="4746"/>
                </a:lnTo>
                <a:lnTo>
                  <a:pt x="18445" y="4673"/>
                </a:lnTo>
                <a:lnTo>
                  <a:pt x="18591" y="4575"/>
                </a:lnTo>
                <a:lnTo>
                  <a:pt x="18639" y="4527"/>
                </a:lnTo>
                <a:lnTo>
                  <a:pt x="18664" y="4454"/>
                </a:lnTo>
                <a:lnTo>
                  <a:pt x="18664" y="4429"/>
                </a:lnTo>
                <a:lnTo>
                  <a:pt x="18639" y="4381"/>
                </a:lnTo>
                <a:lnTo>
                  <a:pt x="18566" y="4332"/>
                </a:lnTo>
                <a:lnTo>
                  <a:pt x="18420" y="4332"/>
                </a:lnTo>
                <a:lnTo>
                  <a:pt x="18347" y="4356"/>
                </a:lnTo>
                <a:lnTo>
                  <a:pt x="18177" y="4429"/>
                </a:lnTo>
                <a:lnTo>
                  <a:pt x="18031" y="4502"/>
                </a:lnTo>
                <a:lnTo>
                  <a:pt x="17788" y="4673"/>
                </a:lnTo>
                <a:lnTo>
                  <a:pt x="17764" y="4137"/>
                </a:lnTo>
                <a:lnTo>
                  <a:pt x="17958" y="4040"/>
                </a:lnTo>
                <a:lnTo>
                  <a:pt x="18128" y="3943"/>
                </a:lnTo>
                <a:lnTo>
                  <a:pt x="18445" y="3699"/>
                </a:lnTo>
                <a:lnTo>
                  <a:pt x="18688" y="3529"/>
                </a:lnTo>
                <a:close/>
                <a:moveTo>
                  <a:pt x="18664" y="5305"/>
                </a:moveTo>
                <a:lnTo>
                  <a:pt x="18639" y="6011"/>
                </a:lnTo>
                <a:lnTo>
                  <a:pt x="18396" y="6108"/>
                </a:lnTo>
                <a:lnTo>
                  <a:pt x="18177" y="6230"/>
                </a:lnTo>
                <a:lnTo>
                  <a:pt x="17982" y="6376"/>
                </a:lnTo>
                <a:lnTo>
                  <a:pt x="17764" y="6522"/>
                </a:lnTo>
                <a:lnTo>
                  <a:pt x="17764" y="6522"/>
                </a:lnTo>
                <a:lnTo>
                  <a:pt x="17788" y="5865"/>
                </a:lnTo>
                <a:lnTo>
                  <a:pt x="17934" y="5816"/>
                </a:lnTo>
                <a:lnTo>
                  <a:pt x="18080" y="5743"/>
                </a:lnTo>
                <a:lnTo>
                  <a:pt x="18201" y="5670"/>
                </a:lnTo>
                <a:lnTo>
                  <a:pt x="18323" y="5597"/>
                </a:lnTo>
                <a:lnTo>
                  <a:pt x="18493" y="5476"/>
                </a:lnTo>
                <a:lnTo>
                  <a:pt x="18664" y="5305"/>
                </a:lnTo>
                <a:close/>
                <a:moveTo>
                  <a:pt x="18615" y="6425"/>
                </a:moveTo>
                <a:lnTo>
                  <a:pt x="18615" y="6473"/>
                </a:lnTo>
                <a:lnTo>
                  <a:pt x="18518" y="6498"/>
                </a:lnTo>
                <a:lnTo>
                  <a:pt x="18420" y="6546"/>
                </a:lnTo>
                <a:lnTo>
                  <a:pt x="18250" y="6668"/>
                </a:lnTo>
                <a:lnTo>
                  <a:pt x="18104" y="6765"/>
                </a:lnTo>
                <a:lnTo>
                  <a:pt x="17982" y="6887"/>
                </a:lnTo>
                <a:lnTo>
                  <a:pt x="17739" y="7155"/>
                </a:lnTo>
                <a:lnTo>
                  <a:pt x="17764" y="6717"/>
                </a:lnTo>
                <a:lnTo>
                  <a:pt x="17982" y="6668"/>
                </a:lnTo>
                <a:lnTo>
                  <a:pt x="18201" y="6595"/>
                </a:lnTo>
                <a:lnTo>
                  <a:pt x="18615" y="6425"/>
                </a:lnTo>
                <a:close/>
                <a:moveTo>
                  <a:pt x="18615" y="6838"/>
                </a:moveTo>
                <a:lnTo>
                  <a:pt x="18591" y="7349"/>
                </a:lnTo>
                <a:lnTo>
                  <a:pt x="18591" y="7666"/>
                </a:lnTo>
                <a:lnTo>
                  <a:pt x="18420" y="7787"/>
                </a:lnTo>
                <a:lnTo>
                  <a:pt x="18250" y="7909"/>
                </a:lnTo>
                <a:lnTo>
                  <a:pt x="17958" y="8103"/>
                </a:lnTo>
                <a:lnTo>
                  <a:pt x="17666" y="8322"/>
                </a:lnTo>
                <a:lnTo>
                  <a:pt x="17715" y="7739"/>
                </a:lnTo>
                <a:lnTo>
                  <a:pt x="17739" y="7349"/>
                </a:lnTo>
                <a:lnTo>
                  <a:pt x="18080" y="7155"/>
                </a:lnTo>
                <a:lnTo>
                  <a:pt x="18420" y="6960"/>
                </a:lnTo>
                <a:lnTo>
                  <a:pt x="18615" y="6838"/>
                </a:lnTo>
                <a:close/>
                <a:moveTo>
                  <a:pt x="18566" y="8103"/>
                </a:moveTo>
                <a:lnTo>
                  <a:pt x="18542" y="8420"/>
                </a:lnTo>
                <a:lnTo>
                  <a:pt x="18420" y="8493"/>
                </a:lnTo>
                <a:lnTo>
                  <a:pt x="18274" y="8566"/>
                </a:lnTo>
                <a:lnTo>
                  <a:pt x="18055" y="8785"/>
                </a:lnTo>
                <a:lnTo>
                  <a:pt x="17812" y="9004"/>
                </a:lnTo>
                <a:lnTo>
                  <a:pt x="17593" y="9247"/>
                </a:lnTo>
                <a:lnTo>
                  <a:pt x="17642" y="8566"/>
                </a:lnTo>
                <a:lnTo>
                  <a:pt x="18031" y="8395"/>
                </a:lnTo>
                <a:lnTo>
                  <a:pt x="18420" y="8201"/>
                </a:lnTo>
                <a:lnTo>
                  <a:pt x="18566" y="8103"/>
                </a:lnTo>
                <a:close/>
                <a:moveTo>
                  <a:pt x="18542" y="8809"/>
                </a:moveTo>
                <a:lnTo>
                  <a:pt x="18542" y="9077"/>
                </a:lnTo>
                <a:lnTo>
                  <a:pt x="18299" y="9271"/>
                </a:lnTo>
                <a:lnTo>
                  <a:pt x="17934" y="9588"/>
                </a:lnTo>
                <a:lnTo>
                  <a:pt x="17593" y="9928"/>
                </a:lnTo>
                <a:lnTo>
                  <a:pt x="17569" y="9953"/>
                </a:lnTo>
                <a:lnTo>
                  <a:pt x="17569" y="9977"/>
                </a:lnTo>
                <a:lnTo>
                  <a:pt x="17593" y="10001"/>
                </a:lnTo>
                <a:lnTo>
                  <a:pt x="17642" y="10001"/>
                </a:lnTo>
                <a:lnTo>
                  <a:pt x="18080" y="9831"/>
                </a:lnTo>
                <a:lnTo>
                  <a:pt x="18274" y="9709"/>
                </a:lnTo>
                <a:lnTo>
                  <a:pt x="18493" y="9588"/>
                </a:lnTo>
                <a:lnTo>
                  <a:pt x="18518" y="9563"/>
                </a:lnTo>
                <a:lnTo>
                  <a:pt x="18518" y="9977"/>
                </a:lnTo>
                <a:lnTo>
                  <a:pt x="18396" y="10026"/>
                </a:lnTo>
                <a:lnTo>
                  <a:pt x="18274" y="10074"/>
                </a:lnTo>
                <a:lnTo>
                  <a:pt x="18080" y="10220"/>
                </a:lnTo>
                <a:lnTo>
                  <a:pt x="17788" y="10464"/>
                </a:lnTo>
                <a:lnTo>
                  <a:pt x="17520" y="10731"/>
                </a:lnTo>
                <a:lnTo>
                  <a:pt x="17520" y="10245"/>
                </a:lnTo>
                <a:lnTo>
                  <a:pt x="17569" y="9490"/>
                </a:lnTo>
                <a:lnTo>
                  <a:pt x="17837" y="9344"/>
                </a:lnTo>
                <a:lnTo>
                  <a:pt x="18104" y="9150"/>
                </a:lnTo>
                <a:lnTo>
                  <a:pt x="18274" y="8979"/>
                </a:lnTo>
                <a:lnTo>
                  <a:pt x="18469" y="8833"/>
                </a:lnTo>
                <a:lnTo>
                  <a:pt x="18542" y="8809"/>
                </a:lnTo>
                <a:close/>
                <a:moveTo>
                  <a:pt x="18518" y="10342"/>
                </a:moveTo>
                <a:lnTo>
                  <a:pt x="18518" y="10975"/>
                </a:lnTo>
                <a:lnTo>
                  <a:pt x="18347" y="11096"/>
                </a:lnTo>
                <a:lnTo>
                  <a:pt x="18201" y="11194"/>
                </a:lnTo>
                <a:lnTo>
                  <a:pt x="17861" y="11486"/>
                </a:lnTo>
                <a:lnTo>
                  <a:pt x="17715" y="11632"/>
                </a:lnTo>
                <a:lnTo>
                  <a:pt x="17569" y="11802"/>
                </a:lnTo>
                <a:lnTo>
                  <a:pt x="17545" y="11559"/>
                </a:lnTo>
                <a:lnTo>
                  <a:pt x="17520" y="11048"/>
                </a:lnTo>
                <a:lnTo>
                  <a:pt x="17691" y="10975"/>
                </a:lnTo>
                <a:lnTo>
                  <a:pt x="17837" y="10877"/>
                </a:lnTo>
                <a:lnTo>
                  <a:pt x="18128" y="10634"/>
                </a:lnTo>
                <a:lnTo>
                  <a:pt x="18518" y="10342"/>
                </a:lnTo>
                <a:close/>
                <a:moveTo>
                  <a:pt x="18518" y="11413"/>
                </a:moveTo>
                <a:lnTo>
                  <a:pt x="18542" y="11802"/>
                </a:lnTo>
                <a:lnTo>
                  <a:pt x="18347" y="11899"/>
                </a:lnTo>
                <a:lnTo>
                  <a:pt x="18177" y="12021"/>
                </a:lnTo>
                <a:lnTo>
                  <a:pt x="17837" y="12289"/>
                </a:lnTo>
                <a:lnTo>
                  <a:pt x="17764" y="12240"/>
                </a:lnTo>
                <a:lnTo>
                  <a:pt x="17642" y="12240"/>
                </a:lnTo>
                <a:lnTo>
                  <a:pt x="17593" y="12021"/>
                </a:lnTo>
                <a:lnTo>
                  <a:pt x="18299" y="11559"/>
                </a:lnTo>
                <a:lnTo>
                  <a:pt x="18518" y="11413"/>
                </a:lnTo>
                <a:close/>
                <a:moveTo>
                  <a:pt x="2093" y="1899"/>
                </a:moveTo>
                <a:lnTo>
                  <a:pt x="2385" y="1972"/>
                </a:lnTo>
                <a:lnTo>
                  <a:pt x="2702" y="1996"/>
                </a:lnTo>
                <a:lnTo>
                  <a:pt x="3334" y="2045"/>
                </a:lnTo>
                <a:lnTo>
                  <a:pt x="4356" y="2093"/>
                </a:lnTo>
                <a:lnTo>
                  <a:pt x="5354" y="2118"/>
                </a:lnTo>
                <a:lnTo>
                  <a:pt x="6376" y="2118"/>
                </a:lnTo>
                <a:lnTo>
                  <a:pt x="7398" y="2093"/>
                </a:lnTo>
                <a:lnTo>
                  <a:pt x="9466" y="2020"/>
                </a:lnTo>
                <a:lnTo>
                  <a:pt x="11413" y="1972"/>
                </a:lnTo>
                <a:lnTo>
                  <a:pt x="13359" y="1947"/>
                </a:lnTo>
                <a:lnTo>
                  <a:pt x="14357" y="1947"/>
                </a:lnTo>
                <a:lnTo>
                  <a:pt x="15330" y="1996"/>
                </a:lnTo>
                <a:lnTo>
                  <a:pt x="16304" y="2045"/>
                </a:lnTo>
                <a:lnTo>
                  <a:pt x="17277" y="2142"/>
                </a:lnTo>
                <a:lnTo>
                  <a:pt x="17253" y="2483"/>
                </a:lnTo>
                <a:lnTo>
                  <a:pt x="17228" y="2823"/>
                </a:lnTo>
                <a:lnTo>
                  <a:pt x="17228" y="3529"/>
                </a:lnTo>
                <a:lnTo>
                  <a:pt x="17277" y="4210"/>
                </a:lnTo>
                <a:lnTo>
                  <a:pt x="17301" y="4892"/>
                </a:lnTo>
                <a:lnTo>
                  <a:pt x="17301" y="5646"/>
                </a:lnTo>
                <a:lnTo>
                  <a:pt x="17277" y="6376"/>
                </a:lnTo>
                <a:lnTo>
                  <a:pt x="17180" y="7885"/>
                </a:lnTo>
                <a:lnTo>
                  <a:pt x="17082" y="9125"/>
                </a:lnTo>
                <a:lnTo>
                  <a:pt x="17034" y="9758"/>
                </a:lnTo>
                <a:lnTo>
                  <a:pt x="17009" y="10391"/>
                </a:lnTo>
                <a:lnTo>
                  <a:pt x="16985" y="10829"/>
                </a:lnTo>
                <a:lnTo>
                  <a:pt x="16961" y="11291"/>
                </a:lnTo>
                <a:lnTo>
                  <a:pt x="16985" y="11778"/>
                </a:lnTo>
                <a:lnTo>
                  <a:pt x="17009" y="12021"/>
                </a:lnTo>
                <a:lnTo>
                  <a:pt x="17058" y="12240"/>
                </a:lnTo>
                <a:lnTo>
                  <a:pt x="9539" y="12240"/>
                </a:lnTo>
                <a:lnTo>
                  <a:pt x="8566" y="12264"/>
                </a:lnTo>
                <a:lnTo>
                  <a:pt x="7568" y="12289"/>
                </a:lnTo>
                <a:lnTo>
                  <a:pt x="5622" y="12386"/>
                </a:lnTo>
                <a:lnTo>
                  <a:pt x="5086" y="12410"/>
                </a:lnTo>
                <a:lnTo>
                  <a:pt x="4551" y="12410"/>
                </a:lnTo>
                <a:lnTo>
                  <a:pt x="4040" y="12362"/>
                </a:lnTo>
                <a:lnTo>
                  <a:pt x="3529" y="12313"/>
                </a:lnTo>
                <a:lnTo>
                  <a:pt x="2994" y="12216"/>
                </a:lnTo>
                <a:lnTo>
                  <a:pt x="2702" y="12191"/>
                </a:lnTo>
                <a:lnTo>
                  <a:pt x="2434" y="12216"/>
                </a:lnTo>
                <a:lnTo>
                  <a:pt x="2385" y="11997"/>
                </a:lnTo>
                <a:lnTo>
                  <a:pt x="2361" y="11753"/>
                </a:lnTo>
                <a:lnTo>
                  <a:pt x="2337" y="11267"/>
                </a:lnTo>
                <a:lnTo>
                  <a:pt x="2361" y="10318"/>
                </a:lnTo>
                <a:lnTo>
                  <a:pt x="2361" y="9661"/>
                </a:lnTo>
                <a:lnTo>
                  <a:pt x="2337" y="8979"/>
                </a:lnTo>
                <a:lnTo>
                  <a:pt x="2312" y="7666"/>
                </a:lnTo>
                <a:lnTo>
                  <a:pt x="2312" y="6887"/>
                </a:lnTo>
                <a:lnTo>
                  <a:pt x="2288" y="6084"/>
                </a:lnTo>
                <a:lnTo>
                  <a:pt x="2239" y="4527"/>
                </a:lnTo>
                <a:lnTo>
                  <a:pt x="2215" y="2896"/>
                </a:lnTo>
                <a:lnTo>
                  <a:pt x="2215" y="2385"/>
                </a:lnTo>
                <a:lnTo>
                  <a:pt x="2166" y="2118"/>
                </a:lnTo>
                <a:lnTo>
                  <a:pt x="2142" y="2020"/>
                </a:lnTo>
                <a:lnTo>
                  <a:pt x="2093" y="1899"/>
                </a:lnTo>
                <a:close/>
                <a:moveTo>
                  <a:pt x="18566" y="12118"/>
                </a:moveTo>
                <a:lnTo>
                  <a:pt x="18591" y="12264"/>
                </a:lnTo>
                <a:lnTo>
                  <a:pt x="18420" y="12313"/>
                </a:lnTo>
                <a:lnTo>
                  <a:pt x="18274" y="12410"/>
                </a:lnTo>
                <a:lnTo>
                  <a:pt x="17958" y="12581"/>
                </a:lnTo>
                <a:lnTo>
                  <a:pt x="17885" y="12629"/>
                </a:lnTo>
                <a:lnTo>
                  <a:pt x="17909" y="12532"/>
                </a:lnTo>
                <a:lnTo>
                  <a:pt x="17909" y="12435"/>
                </a:lnTo>
                <a:lnTo>
                  <a:pt x="18250" y="12264"/>
                </a:lnTo>
                <a:lnTo>
                  <a:pt x="18566" y="12118"/>
                </a:lnTo>
                <a:close/>
                <a:moveTo>
                  <a:pt x="8761" y="512"/>
                </a:moveTo>
                <a:lnTo>
                  <a:pt x="10318" y="585"/>
                </a:lnTo>
                <a:lnTo>
                  <a:pt x="13432" y="755"/>
                </a:lnTo>
                <a:lnTo>
                  <a:pt x="14138" y="779"/>
                </a:lnTo>
                <a:lnTo>
                  <a:pt x="14844" y="804"/>
                </a:lnTo>
                <a:lnTo>
                  <a:pt x="16279" y="779"/>
                </a:lnTo>
                <a:lnTo>
                  <a:pt x="17034" y="755"/>
                </a:lnTo>
                <a:lnTo>
                  <a:pt x="17034" y="755"/>
                </a:lnTo>
                <a:lnTo>
                  <a:pt x="16912" y="852"/>
                </a:lnTo>
                <a:lnTo>
                  <a:pt x="16790" y="950"/>
                </a:lnTo>
                <a:lnTo>
                  <a:pt x="16790" y="998"/>
                </a:lnTo>
                <a:lnTo>
                  <a:pt x="16790" y="1023"/>
                </a:lnTo>
                <a:lnTo>
                  <a:pt x="16815" y="1047"/>
                </a:lnTo>
                <a:lnTo>
                  <a:pt x="16863" y="1047"/>
                </a:lnTo>
                <a:lnTo>
                  <a:pt x="17131" y="901"/>
                </a:lnTo>
                <a:lnTo>
                  <a:pt x="17399" y="755"/>
                </a:lnTo>
                <a:lnTo>
                  <a:pt x="17837" y="779"/>
                </a:lnTo>
                <a:lnTo>
                  <a:pt x="17593" y="925"/>
                </a:lnTo>
                <a:lnTo>
                  <a:pt x="17399" y="1071"/>
                </a:lnTo>
                <a:lnTo>
                  <a:pt x="17228" y="1217"/>
                </a:lnTo>
                <a:lnTo>
                  <a:pt x="17082" y="1412"/>
                </a:lnTo>
                <a:lnTo>
                  <a:pt x="17034" y="1509"/>
                </a:lnTo>
                <a:lnTo>
                  <a:pt x="17009" y="1631"/>
                </a:lnTo>
                <a:lnTo>
                  <a:pt x="16060" y="1558"/>
                </a:lnTo>
                <a:lnTo>
                  <a:pt x="15111" y="1509"/>
                </a:lnTo>
                <a:lnTo>
                  <a:pt x="14162" y="1461"/>
                </a:lnTo>
                <a:lnTo>
                  <a:pt x="13238" y="1461"/>
                </a:lnTo>
                <a:lnTo>
                  <a:pt x="11340" y="1485"/>
                </a:lnTo>
                <a:lnTo>
                  <a:pt x="9466" y="1558"/>
                </a:lnTo>
                <a:lnTo>
                  <a:pt x="7495" y="1631"/>
                </a:lnTo>
                <a:lnTo>
                  <a:pt x="5549" y="1655"/>
                </a:lnTo>
                <a:lnTo>
                  <a:pt x="4527" y="1631"/>
                </a:lnTo>
                <a:lnTo>
                  <a:pt x="3505" y="1607"/>
                </a:lnTo>
                <a:lnTo>
                  <a:pt x="3140" y="1558"/>
                </a:lnTo>
                <a:lnTo>
                  <a:pt x="2726" y="1509"/>
                </a:lnTo>
                <a:lnTo>
                  <a:pt x="2312" y="1509"/>
                </a:lnTo>
                <a:lnTo>
                  <a:pt x="2118" y="1534"/>
                </a:lnTo>
                <a:lnTo>
                  <a:pt x="1948" y="1582"/>
                </a:lnTo>
                <a:lnTo>
                  <a:pt x="1899" y="1607"/>
                </a:lnTo>
                <a:lnTo>
                  <a:pt x="1850" y="1631"/>
                </a:lnTo>
                <a:lnTo>
                  <a:pt x="1850" y="1704"/>
                </a:lnTo>
                <a:lnTo>
                  <a:pt x="1850" y="1777"/>
                </a:lnTo>
                <a:lnTo>
                  <a:pt x="1899" y="1826"/>
                </a:lnTo>
                <a:lnTo>
                  <a:pt x="1850" y="1947"/>
                </a:lnTo>
                <a:lnTo>
                  <a:pt x="1802" y="2069"/>
                </a:lnTo>
                <a:lnTo>
                  <a:pt x="1777" y="2215"/>
                </a:lnTo>
                <a:lnTo>
                  <a:pt x="1753" y="2337"/>
                </a:lnTo>
                <a:lnTo>
                  <a:pt x="1753" y="2604"/>
                </a:lnTo>
                <a:lnTo>
                  <a:pt x="1753" y="2896"/>
                </a:lnTo>
                <a:lnTo>
                  <a:pt x="1753" y="4527"/>
                </a:lnTo>
                <a:lnTo>
                  <a:pt x="1802" y="6181"/>
                </a:lnTo>
                <a:lnTo>
                  <a:pt x="1826" y="7009"/>
                </a:lnTo>
                <a:lnTo>
                  <a:pt x="1826" y="7836"/>
                </a:lnTo>
                <a:lnTo>
                  <a:pt x="1875" y="9223"/>
                </a:lnTo>
                <a:lnTo>
                  <a:pt x="1875" y="9904"/>
                </a:lnTo>
                <a:lnTo>
                  <a:pt x="1875" y="10585"/>
                </a:lnTo>
                <a:lnTo>
                  <a:pt x="1850" y="11048"/>
                </a:lnTo>
                <a:lnTo>
                  <a:pt x="1826" y="11583"/>
                </a:lnTo>
                <a:lnTo>
                  <a:pt x="1826" y="11851"/>
                </a:lnTo>
                <a:lnTo>
                  <a:pt x="1875" y="12094"/>
                </a:lnTo>
                <a:lnTo>
                  <a:pt x="1948" y="12337"/>
                </a:lnTo>
                <a:lnTo>
                  <a:pt x="2045" y="12532"/>
                </a:lnTo>
                <a:lnTo>
                  <a:pt x="2118" y="12605"/>
                </a:lnTo>
                <a:lnTo>
                  <a:pt x="2215" y="12654"/>
                </a:lnTo>
                <a:lnTo>
                  <a:pt x="2312" y="12629"/>
                </a:lnTo>
                <a:lnTo>
                  <a:pt x="2385" y="12581"/>
                </a:lnTo>
                <a:lnTo>
                  <a:pt x="2677" y="12654"/>
                </a:lnTo>
                <a:lnTo>
                  <a:pt x="2969" y="12678"/>
                </a:lnTo>
                <a:lnTo>
                  <a:pt x="3553" y="12775"/>
                </a:lnTo>
                <a:lnTo>
                  <a:pt x="4040" y="12824"/>
                </a:lnTo>
                <a:lnTo>
                  <a:pt x="4502" y="12873"/>
                </a:lnTo>
                <a:lnTo>
                  <a:pt x="5427" y="12873"/>
                </a:lnTo>
                <a:lnTo>
                  <a:pt x="6449" y="12848"/>
                </a:lnTo>
                <a:lnTo>
                  <a:pt x="7495" y="12800"/>
                </a:lnTo>
                <a:lnTo>
                  <a:pt x="8517" y="12751"/>
                </a:lnTo>
                <a:lnTo>
                  <a:pt x="9539" y="12727"/>
                </a:lnTo>
                <a:lnTo>
                  <a:pt x="17277" y="12727"/>
                </a:lnTo>
                <a:lnTo>
                  <a:pt x="17350" y="12775"/>
                </a:lnTo>
                <a:lnTo>
                  <a:pt x="17496" y="12775"/>
                </a:lnTo>
                <a:lnTo>
                  <a:pt x="17569" y="12727"/>
                </a:lnTo>
                <a:lnTo>
                  <a:pt x="17715" y="12727"/>
                </a:lnTo>
                <a:lnTo>
                  <a:pt x="17569" y="12824"/>
                </a:lnTo>
                <a:lnTo>
                  <a:pt x="17423" y="12946"/>
                </a:lnTo>
                <a:lnTo>
                  <a:pt x="17301" y="13092"/>
                </a:lnTo>
                <a:lnTo>
                  <a:pt x="17180" y="13238"/>
                </a:lnTo>
                <a:lnTo>
                  <a:pt x="17180" y="13262"/>
                </a:lnTo>
                <a:lnTo>
                  <a:pt x="17180" y="13286"/>
                </a:lnTo>
                <a:lnTo>
                  <a:pt x="17204" y="13311"/>
                </a:lnTo>
                <a:lnTo>
                  <a:pt x="17253" y="13311"/>
                </a:lnTo>
                <a:lnTo>
                  <a:pt x="17472" y="13262"/>
                </a:lnTo>
                <a:lnTo>
                  <a:pt x="17666" y="13189"/>
                </a:lnTo>
                <a:lnTo>
                  <a:pt x="18055" y="12994"/>
                </a:lnTo>
                <a:lnTo>
                  <a:pt x="18347" y="12848"/>
                </a:lnTo>
                <a:lnTo>
                  <a:pt x="18615" y="12727"/>
                </a:lnTo>
                <a:lnTo>
                  <a:pt x="18664" y="12946"/>
                </a:lnTo>
                <a:lnTo>
                  <a:pt x="18396" y="13092"/>
                </a:lnTo>
                <a:lnTo>
                  <a:pt x="17982" y="13335"/>
                </a:lnTo>
                <a:lnTo>
                  <a:pt x="17593" y="13603"/>
                </a:lnTo>
                <a:lnTo>
                  <a:pt x="17545" y="13627"/>
                </a:lnTo>
                <a:lnTo>
                  <a:pt x="17545" y="13676"/>
                </a:lnTo>
                <a:lnTo>
                  <a:pt x="17569" y="13700"/>
                </a:lnTo>
                <a:lnTo>
                  <a:pt x="17618" y="13724"/>
                </a:lnTo>
                <a:lnTo>
                  <a:pt x="17861" y="13700"/>
                </a:lnTo>
                <a:lnTo>
                  <a:pt x="18080" y="13651"/>
                </a:lnTo>
                <a:lnTo>
                  <a:pt x="18274" y="13578"/>
                </a:lnTo>
                <a:lnTo>
                  <a:pt x="18493" y="13457"/>
                </a:lnTo>
                <a:lnTo>
                  <a:pt x="18712" y="13335"/>
                </a:lnTo>
                <a:lnTo>
                  <a:pt x="18785" y="13724"/>
                </a:lnTo>
                <a:lnTo>
                  <a:pt x="18250" y="13773"/>
                </a:lnTo>
                <a:lnTo>
                  <a:pt x="17739" y="13797"/>
                </a:lnTo>
                <a:lnTo>
                  <a:pt x="17204" y="13773"/>
                </a:lnTo>
                <a:lnTo>
                  <a:pt x="16669" y="13724"/>
                </a:lnTo>
                <a:lnTo>
                  <a:pt x="15622" y="13603"/>
                </a:lnTo>
                <a:lnTo>
                  <a:pt x="15087" y="13554"/>
                </a:lnTo>
                <a:lnTo>
                  <a:pt x="14576" y="13530"/>
                </a:lnTo>
                <a:lnTo>
                  <a:pt x="12118" y="13530"/>
                </a:lnTo>
                <a:lnTo>
                  <a:pt x="9661" y="13554"/>
                </a:lnTo>
                <a:lnTo>
                  <a:pt x="8469" y="13578"/>
                </a:lnTo>
                <a:lnTo>
                  <a:pt x="7301" y="13627"/>
                </a:lnTo>
                <a:lnTo>
                  <a:pt x="4916" y="13773"/>
                </a:lnTo>
                <a:lnTo>
                  <a:pt x="3772" y="13822"/>
                </a:lnTo>
                <a:lnTo>
                  <a:pt x="2629" y="13846"/>
                </a:lnTo>
                <a:lnTo>
                  <a:pt x="2020" y="13822"/>
                </a:lnTo>
                <a:lnTo>
                  <a:pt x="1412" y="13797"/>
                </a:lnTo>
                <a:lnTo>
                  <a:pt x="1145" y="13773"/>
                </a:lnTo>
                <a:lnTo>
                  <a:pt x="853" y="13749"/>
                </a:lnTo>
                <a:lnTo>
                  <a:pt x="853" y="13724"/>
                </a:lnTo>
                <a:lnTo>
                  <a:pt x="731" y="13408"/>
                </a:lnTo>
                <a:lnTo>
                  <a:pt x="658" y="13092"/>
                </a:lnTo>
                <a:lnTo>
                  <a:pt x="585" y="12775"/>
                </a:lnTo>
                <a:lnTo>
                  <a:pt x="561" y="12435"/>
                </a:lnTo>
                <a:lnTo>
                  <a:pt x="561" y="11753"/>
                </a:lnTo>
                <a:lnTo>
                  <a:pt x="561" y="11121"/>
                </a:lnTo>
                <a:lnTo>
                  <a:pt x="561" y="9320"/>
                </a:lnTo>
                <a:lnTo>
                  <a:pt x="561" y="8420"/>
                </a:lnTo>
                <a:lnTo>
                  <a:pt x="585" y="7495"/>
                </a:lnTo>
                <a:lnTo>
                  <a:pt x="658" y="5792"/>
                </a:lnTo>
                <a:lnTo>
                  <a:pt x="731" y="4064"/>
                </a:lnTo>
                <a:lnTo>
                  <a:pt x="755" y="3188"/>
                </a:lnTo>
                <a:lnTo>
                  <a:pt x="755" y="2337"/>
                </a:lnTo>
                <a:lnTo>
                  <a:pt x="731" y="1485"/>
                </a:lnTo>
                <a:lnTo>
                  <a:pt x="707" y="609"/>
                </a:lnTo>
                <a:lnTo>
                  <a:pt x="804" y="682"/>
                </a:lnTo>
                <a:lnTo>
                  <a:pt x="950" y="755"/>
                </a:lnTo>
                <a:lnTo>
                  <a:pt x="1072" y="804"/>
                </a:lnTo>
                <a:lnTo>
                  <a:pt x="1242" y="852"/>
                </a:lnTo>
                <a:lnTo>
                  <a:pt x="1583" y="901"/>
                </a:lnTo>
                <a:lnTo>
                  <a:pt x="1948" y="925"/>
                </a:lnTo>
                <a:lnTo>
                  <a:pt x="2312" y="901"/>
                </a:lnTo>
                <a:lnTo>
                  <a:pt x="2653" y="901"/>
                </a:lnTo>
                <a:lnTo>
                  <a:pt x="3164" y="852"/>
                </a:lnTo>
                <a:lnTo>
                  <a:pt x="4162" y="755"/>
                </a:lnTo>
                <a:lnTo>
                  <a:pt x="5184" y="633"/>
                </a:lnTo>
                <a:lnTo>
                  <a:pt x="6181" y="560"/>
                </a:lnTo>
                <a:lnTo>
                  <a:pt x="6692" y="512"/>
                </a:lnTo>
                <a:close/>
                <a:moveTo>
                  <a:pt x="11096" y="14016"/>
                </a:moveTo>
                <a:lnTo>
                  <a:pt x="11096" y="14187"/>
                </a:lnTo>
                <a:lnTo>
                  <a:pt x="10926" y="14260"/>
                </a:lnTo>
                <a:lnTo>
                  <a:pt x="10780" y="14357"/>
                </a:lnTo>
                <a:lnTo>
                  <a:pt x="10488" y="14552"/>
                </a:lnTo>
                <a:lnTo>
                  <a:pt x="10293" y="14698"/>
                </a:lnTo>
                <a:lnTo>
                  <a:pt x="10123" y="14868"/>
                </a:lnTo>
                <a:lnTo>
                  <a:pt x="9953" y="15038"/>
                </a:lnTo>
                <a:lnTo>
                  <a:pt x="9807" y="15233"/>
                </a:lnTo>
                <a:lnTo>
                  <a:pt x="9807" y="15282"/>
                </a:lnTo>
                <a:lnTo>
                  <a:pt x="9831" y="15330"/>
                </a:lnTo>
                <a:lnTo>
                  <a:pt x="9856" y="15379"/>
                </a:lnTo>
                <a:lnTo>
                  <a:pt x="9929" y="15379"/>
                </a:lnTo>
                <a:lnTo>
                  <a:pt x="10099" y="15282"/>
                </a:lnTo>
                <a:lnTo>
                  <a:pt x="10245" y="15184"/>
                </a:lnTo>
                <a:lnTo>
                  <a:pt x="10537" y="14941"/>
                </a:lnTo>
                <a:lnTo>
                  <a:pt x="10804" y="14771"/>
                </a:lnTo>
                <a:lnTo>
                  <a:pt x="11072" y="14600"/>
                </a:lnTo>
                <a:lnTo>
                  <a:pt x="11072" y="14600"/>
                </a:lnTo>
                <a:lnTo>
                  <a:pt x="11048" y="15087"/>
                </a:lnTo>
                <a:lnTo>
                  <a:pt x="10926" y="15136"/>
                </a:lnTo>
                <a:lnTo>
                  <a:pt x="10804" y="15209"/>
                </a:lnTo>
                <a:lnTo>
                  <a:pt x="10585" y="15330"/>
                </a:lnTo>
                <a:lnTo>
                  <a:pt x="10439" y="15403"/>
                </a:lnTo>
                <a:lnTo>
                  <a:pt x="10269" y="15525"/>
                </a:lnTo>
                <a:lnTo>
                  <a:pt x="10123" y="15647"/>
                </a:lnTo>
                <a:lnTo>
                  <a:pt x="10074" y="15695"/>
                </a:lnTo>
                <a:lnTo>
                  <a:pt x="10050" y="15793"/>
                </a:lnTo>
                <a:lnTo>
                  <a:pt x="10050" y="15817"/>
                </a:lnTo>
                <a:lnTo>
                  <a:pt x="10074" y="15841"/>
                </a:lnTo>
                <a:lnTo>
                  <a:pt x="10245" y="15841"/>
                </a:lnTo>
                <a:lnTo>
                  <a:pt x="10391" y="15817"/>
                </a:lnTo>
                <a:lnTo>
                  <a:pt x="10683" y="15671"/>
                </a:lnTo>
                <a:lnTo>
                  <a:pt x="11023" y="15501"/>
                </a:lnTo>
                <a:lnTo>
                  <a:pt x="10999" y="15841"/>
                </a:lnTo>
                <a:lnTo>
                  <a:pt x="10756" y="15987"/>
                </a:lnTo>
                <a:lnTo>
                  <a:pt x="10610" y="16085"/>
                </a:lnTo>
                <a:lnTo>
                  <a:pt x="10464" y="16206"/>
                </a:lnTo>
                <a:lnTo>
                  <a:pt x="10342" y="16352"/>
                </a:lnTo>
                <a:lnTo>
                  <a:pt x="10196" y="16474"/>
                </a:lnTo>
                <a:lnTo>
                  <a:pt x="10172" y="16498"/>
                </a:lnTo>
                <a:lnTo>
                  <a:pt x="10172" y="16522"/>
                </a:lnTo>
                <a:lnTo>
                  <a:pt x="10196" y="16547"/>
                </a:lnTo>
                <a:lnTo>
                  <a:pt x="10245" y="16547"/>
                </a:lnTo>
                <a:lnTo>
                  <a:pt x="10537" y="16425"/>
                </a:lnTo>
                <a:lnTo>
                  <a:pt x="10804" y="16303"/>
                </a:lnTo>
                <a:lnTo>
                  <a:pt x="10975" y="16230"/>
                </a:lnTo>
                <a:lnTo>
                  <a:pt x="10975" y="16449"/>
                </a:lnTo>
                <a:lnTo>
                  <a:pt x="10902" y="16474"/>
                </a:lnTo>
                <a:lnTo>
                  <a:pt x="10756" y="16547"/>
                </a:lnTo>
                <a:lnTo>
                  <a:pt x="10634" y="16620"/>
                </a:lnTo>
                <a:lnTo>
                  <a:pt x="10415" y="16814"/>
                </a:lnTo>
                <a:lnTo>
                  <a:pt x="10391" y="16863"/>
                </a:lnTo>
                <a:lnTo>
                  <a:pt x="10391" y="16887"/>
                </a:lnTo>
                <a:lnTo>
                  <a:pt x="10391" y="16960"/>
                </a:lnTo>
                <a:lnTo>
                  <a:pt x="10464" y="16985"/>
                </a:lnTo>
                <a:lnTo>
                  <a:pt x="10537" y="16985"/>
                </a:lnTo>
                <a:lnTo>
                  <a:pt x="10780" y="16887"/>
                </a:lnTo>
                <a:lnTo>
                  <a:pt x="11023" y="16790"/>
                </a:lnTo>
                <a:lnTo>
                  <a:pt x="11048" y="16887"/>
                </a:lnTo>
                <a:lnTo>
                  <a:pt x="10926" y="16960"/>
                </a:lnTo>
                <a:lnTo>
                  <a:pt x="10829" y="17058"/>
                </a:lnTo>
                <a:lnTo>
                  <a:pt x="10585" y="17252"/>
                </a:lnTo>
                <a:lnTo>
                  <a:pt x="10561" y="17277"/>
                </a:lnTo>
                <a:lnTo>
                  <a:pt x="10561" y="17301"/>
                </a:lnTo>
                <a:lnTo>
                  <a:pt x="10585" y="17325"/>
                </a:lnTo>
                <a:lnTo>
                  <a:pt x="10610" y="17325"/>
                </a:lnTo>
                <a:lnTo>
                  <a:pt x="10780" y="17301"/>
                </a:lnTo>
                <a:lnTo>
                  <a:pt x="10950" y="17252"/>
                </a:lnTo>
                <a:lnTo>
                  <a:pt x="11096" y="17179"/>
                </a:lnTo>
                <a:lnTo>
                  <a:pt x="11242" y="17082"/>
                </a:lnTo>
                <a:lnTo>
                  <a:pt x="11388" y="17155"/>
                </a:lnTo>
                <a:lnTo>
                  <a:pt x="11534" y="17179"/>
                </a:lnTo>
                <a:lnTo>
                  <a:pt x="11705" y="17204"/>
                </a:lnTo>
                <a:lnTo>
                  <a:pt x="11875" y="17204"/>
                </a:lnTo>
                <a:lnTo>
                  <a:pt x="12216" y="17179"/>
                </a:lnTo>
                <a:lnTo>
                  <a:pt x="12508" y="17155"/>
                </a:lnTo>
                <a:lnTo>
                  <a:pt x="12897" y="17179"/>
                </a:lnTo>
                <a:lnTo>
                  <a:pt x="13067" y="17179"/>
                </a:lnTo>
                <a:lnTo>
                  <a:pt x="13262" y="17228"/>
                </a:lnTo>
                <a:lnTo>
                  <a:pt x="13432" y="17277"/>
                </a:lnTo>
                <a:lnTo>
                  <a:pt x="13554" y="17374"/>
                </a:lnTo>
                <a:lnTo>
                  <a:pt x="13676" y="17496"/>
                </a:lnTo>
                <a:lnTo>
                  <a:pt x="13773" y="17617"/>
                </a:lnTo>
                <a:lnTo>
                  <a:pt x="13530" y="17593"/>
                </a:lnTo>
                <a:lnTo>
                  <a:pt x="12556" y="17593"/>
                </a:lnTo>
                <a:lnTo>
                  <a:pt x="11826" y="17642"/>
                </a:lnTo>
                <a:lnTo>
                  <a:pt x="10366" y="17715"/>
                </a:lnTo>
                <a:lnTo>
                  <a:pt x="9637" y="17739"/>
                </a:lnTo>
                <a:lnTo>
                  <a:pt x="8907" y="17763"/>
                </a:lnTo>
                <a:lnTo>
                  <a:pt x="7763" y="17788"/>
                </a:lnTo>
                <a:lnTo>
                  <a:pt x="6644" y="17788"/>
                </a:lnTo>
                <a:lnTo>
                  <a:pt x="6181" y="17739"/>
                </a:lnTo>
                <a:lnTo>
                  <a:pt x="5816" y="17715"/>
                </a:lnTo>
                <a:lnTo>
                  <a:pt x="5500" y="17690"/>
                </a:lnTo>
                <a:lnTo>
                  <a:pt x="5597" y="17544"/>
                </a:lnTo>
                <a:lnTo>
                  <a:pt x="5743" y="17447"/>
                </a:lnTo>
                <a:lnTo>
                  <a:pt x="5865" y="17350"/>
                </a:lnTo>
                <a:lnTo>
                  <a:pt x="6035" y="17277"/>
                </a:lnTo>
                <a:lnTo>
                  <a:pt x="6206" y="17228"/>
                </a:lnTo>
                <a:lnTo>
                  <a:pt x="6376" y="17179"/>
                </a:lnTo>
                <a:lnTo>
                  <a:pt x="6765" y="17155"/>
                </a:lnTo>
                <a:lnTo>
                  <a:pt x="7057" y="17179"/>
                </a:lnTo>
                <a:lnTo>
                  <a:pt x="7374" y="17204"/>
                </a:lnTo>
                <a:lnTo>
                  <a:pt x="7544" y="17179"/>
                </a:lnTo>
                <a:lnTo>
                  <a:pt x="7690" y="17179"/>
                </a:lnTo>
                <a:lnTo>
                  <a:pt x="7836" y="17131"/>
                </a:lnTo>
                <a:lnTo>
                  <a:pt x="7958" y="17058"/>
                </a:lnTo>
                <a:lnTo>
                  <a:pt x="7982" y="17009"/>
                </a:lnTo>
                <a:lnTo>
                  <a:pt x="8055" y="17033"/>
                </a:lnTo>
                <a:lnTo>
                  <a:pt x="8128" y="17033"/>
                </a:lnTo>
                <a:lnTo>
                  <a:pt x="8177" y="17009"/>
                </a:lnTo>
                <a:lnTo>
                  <a:pt x="8225" y="16960"/>
                </a:lnTo>
                <a:lnTo>
                  <a:pt x="8274" y="16887"/>
                </a:lnTo>
                <a:lnTo>
                  <a:pt x="8298" y="16766"/>
                </a:lnTo>
                <a:lnTo>
                  <a:pt x="8298" y="16668"/>
                </a:lnTo>
                <a:lnTo>
                  <a:pt x="8298" y="16620"/>
                </a:lnTo>
                <a:lnTo>
                  <a:pt x="8274" y="16595"/>
                </a:lnTo>
                <a:lnTo>
                  <a:pt x="8298" y="16303"/>
                </a:lnTo>
                <a:lnTo>
                  <a:pt x="8298" y="15768"/>
                </a:lnTo>
                <a:lnTo>
                  <a:pt x="8298" y="15233"/>
                </a:lnTo>
                <a:lnTo>
                  <a:pt x="8298" y="14965"/>
                </a:lnTo>
                <a:lnTo>
                  <a:pt x="8323" y="14649"/>
                </a:lnTo>
                <a:lnTo>
                  <a:pt x="8323" y="14333"/>
                </a:lnTo>
                <a:lnTo>
                  <a:pt x="8323" y="14187"/>
                </a:lnTo>
                <a:lnTo>
                  <a:pt x="8298" y="14065"/>
                </a:lnTo>
                <a:lnTo>
                  <a:pt x="9101" y="14041"/>
                </a:lnTo>
                <a:lnTo>
                  <a:pt x="9101" y="14041"/>
                </a:lnTo>
                <a:lnTo>
                  <a:pt x="8980" y="14138"/>
                </a:lnTo>
                <a:lnTo>
                  <a:pt x="8834" y="14260"/>
                </a:lnTo>
                <a:lnTo>
                  <a:pt x="8688" y="14406"/>
                </a:lnTo>
                <a:lnTo>
                  <a:pt x="8663" y="14454"/>
                </a:lnTo>
                <a:lnTo>
                  <a:pt x="8639" y="14503"/>
                </a:lnTo>
                <a:lnTo>
                  <a:pt x="8615" y="14600"/>
                </a:lnTo>
                <a:lnTo>
                  <a:pt x="8615" y="14649"/>
                </a:lnTo>
                <a:lnTo>
                  <a:pt x="8639" y="14673"/>
                </a:lnTo>
                <a:lnTo>
                  <a:pt x="8761" y="14673"/>
                </a:lnTo>
                <a:lnTo>
                  <a:pt x="8858" y="14649"/>
                </a:lnTo>
                <a:lnTo>
                  <a:pt x="9028" y="14527"/>
                </a:lnTo>
                <a:lnTo>
                  <a:pt x="9199" y="14406"/>
                </a:lnTo>
                <a:lnTo>
                  <a:pt x="9466" y="14235"/>
                </a:lnTo>
                <a:lnTo>
                  <a:pt x="9710" y="14016"/>
                </a:lnTo>
                <a:lnTo>
                  <a:pt x="9953" y="14016"/>
                </a:lnTo>
                <a:lnTo>
                  <a:pt x="9734" y="14211"/>
                </a:lnTo>
                <a:lnTo>
                  <a:pt x="9539" y="14406"/>
                </a:lnTo>
                <a:lnTo>
                  <a:pt x="9345" y="14625"/>
                </a:lnTo>
                <a:lnTo>
                  <a:pt x="9199" y="14868"/>
                </a:lnTo>
                <a:lnTo>
                  <a:pt x="9199" y="14892"/>
                </a:lnTo>
                <a:lnTo>
                  <a:pt x="9199" y="14917"/>
                </a:lnTo>
                <a:lnTo>
                  <a:pt x="9223" y="14941"/>
                </a:lnTo>
                <a:lnTo>
                  <a:pt x="9272" y="14941"/>
                </a:lnTo>
                <a:lnTo>
                  <a:pt x="9393" y="14892"/>
                </a:lnTo>
                <a:lnTo>
                  <a:pt x="9515" y="14844"/>
                </a:lnTo>
                <a:lnTo>
                  <a:pt x="9758" y="14698"/>
                </a:lnTo>
                <a:lnTo>
                  <a:pt x="10196" y="14357"/>
                </a:lnTo>
                <a:lnTo>
                  <a:pt x="10464" y="14235"/>
                </a:lnTo>
                <a:lnTo>
                  <a:pt x="10658" y="14138"/>
                </a:lnTo>
                <a:lnTo>
                  <a:pt x="10804" y="14016"/>
                </a:lnTo>
                <a:close/>
                <a:moveTo>
                  <a:pt x="6936" y="1"/>
                </a:moveTo>
                <a:lnTo>
                  <a:pt x="5914" y="74"/>
                </a:lnTo>
                <a:lnTo>
                  <a:pt x="4892" y="147"/>
                </a:lnTo>
                <a:lnTo>
                  <a:pt x="3870" y="268"/>
                </a:lnTo>
                <a:lnTo>
                  <a:pt x="2945" y="366"/>
                </a:lnTo>
                <a:lnTo>
                  <a:pt x="2483" y="390"/>
                </a:lnTo>
                <a:lnTo>
                  <a:pt x="1680" y="390"/>
                </a:lnTo>
                <a:lnTo>
                  <a:pt x="1339" y="317"/>
                </a:lnTo>
                <a:lnTo>
                  <a:pt x="658" y="195"/>
                </a:lnTo>
                <a:lnTo>
                  <a:pt x="634" y="147"/>
                </a:lnTo>
                <a:lnTo>
                  <a:pt x="585" y="122"/>
                </a:lnTo>
                <a:lnTo>
                  <a:pt x="512" y="98"/>
                </a:lnTo>
                <a:lnTo>
                  <a:pt x="463" y="98"/>
                </a:lnTo>
                <a:lnTo>
                  <a:pt x="390" y="122"/>
                </a:lnTo>
                <a:lnTo>
                  <a:pt x="342" y="147"/>
                </a:lnTo>
                <a:lnTo>
                  <a:pt x="317" y="220"/>
                </a:lnTo>
                <a:lnTo>
                  <a:pt x="293" y="293"/>
                </a:lnTo>
                <a:lnTo>
                  <a:pt x="244" y="1169"/>
                </a:lnTo>
                <a:lnTo>
                  <a:pt x="220" y="2069"/>
                </a:lnTo>
                <a:lnTo>
                  <a:pt x="196" y="3821"/>
                </a:lnTo>
                <a:lnTo>
                  <a:pt x="171" y="4794"/>
                </a:lnTo>
                <a:lnTo>
                  <a:pt x="123" y="5768"/>
                </a:lnTo>
                <a:lnTo>
                  <a:pt x="25" y="7690"/>
                </a:lnTo>
                <a:lnTo>
                  <a:pt x="1" y="8614"/>
                </a:lnTo>
                <a:lnTo>
                  <a:pt x="1" y="9539"/>
                </a:lnTo>
                <a:lnTo>
                  <a:pt x="25" y="11364"/>
                </a:lnTo>
                <a:lnTo>
                  <a:pt x="1" y="11997"/>
                </a:lnTo>
                <a:lnTo>
                  <a:pt x="1" y="12362"/>
                </a:lnTo>
                <a:lnTo>
                  <a:pt x="25" y="12702"/>
                </a:lnTo>
                <a:lnTo>
                  <a:pt x="50" y="13067"/>
                </a:lnTo>
                <a:lnTo>
                  <a:pt x="123" y="13408"/>
                </a:lnTo>
                <a:lnTo>
                  <a:pt x="244" y="13700"/>
                </a:lnTo>
                <a:lnTo>
                  <a:pt x="317" y="13846"/>
                </a:lnTo>
                <a:lnTo>
                  <a:pt x="390" y="13968"/>
                </a:lnTo>
                <a:lnTo>
                  <a:pt x="463" y="14065"/>
                </a:lnTo>
                <a:lnTo>
                  <a:pt x="561" y="14089"/>
                </a:lnTo>
                <a:lnTo>
                  <a:pt x="634" y="14089"/>
                </a:lnTo>
                <a:lnTo>
                  <a:pt x="731" y="14065"/>
                </a:lnTo>
                <a:lnTo>
                  <a:pt x="901" y="14138"/>
                </a:lnTo>
                <a:lnTo>
                  <a:pt x="1072" y="14162"/>
                </a:lnTo>
                <a:lnTo>
                  <a:pt x="1412" y="14211"/>
                </a:lnTo>
                <a:lnTo>
                  <a:pt x="2093" y="14260"/>
                </a:lnTo>
                <a:lnTo>
                  <a:pt x="2726" y="14308"/>
                </a:lnTo>
                <a:lnTo>
                  <a:pt x="3334" y="14308"/>
                </a:lnTo>
                <a:lnTo>
                  <a:pt x="3943" y="14284"/>
                </a:lnTo>
                <a:lnTo>
                  <a:pt x="4551" y="14260"/>
                </a:lnTo>
                <a:lnTo>
                  <a:pt x="7958" y="14089"/>
                </a:lnTo>
                <a:lnTo>
                  <a:pt x="7958" y="14089"/>
                </a:lnTo>
                <a:lnTo>
                  <a:pt x="7909" y="14211"/>
                </a:lnTo>
                <a:lnTo>
                  <a:pt x="7885" y="14357"/>
                </a:lnTo>
                <a:lnTo>
                  <a:pt x="7860" y="14673"/>
                </a:lnTo>
                <a:lnTo>
                  <a:pt x="7860" y="15233"/>
                </a:lnTo>
                <a:lnTo>
                  <a:pt x="7860" y="15768"/>
                </a:lnTo>
                <a:lnTo>
                  <a:pt x="7836" y="16303"/>
                </a:lnTo>
                <a:lnTo>
                  <a:pt x="7812" y="16547"/>
                </a:lnTo>
                <a:lnTo>
                  <a:pt x="7812" y="16668"/>
                </a:lnTo>
                <a:lnTo>
                  <a:pt x="7812" y="16790"/>
                </a:lnTo>
                <a:lnTo>
                  <a:pt x="7666" y="16741"/>
                </a:lnTo>
                <a:lnTo>
                  <a:pt x="7471" y="16693"/>
                </a:lnTo>
                <a:lnTo>
                  <a:pt x="7276" y="16693"/>
                </a:lnTo>
                <a:lnTo>
                  <a:pt x="7057" y="16668"/>
                </a:lnTo>
                <a:lnTo>
                  <a:pt x="6644" y="16693"/>
                </a:lnTo>
                <a:lnTo>
                  <a:pt x="6303" y="16741"/>
                </a:lnTo>
                <a:lnTo>
                  <a:pt x="6060" y="16790"/>
                </a:lnTo>
                <a:lnTo>
                  <a:pt x="5841" y="16863"/>
                </a:lnTo>
                <a:lnTo>
                  <a:pt x="5646" y="16936"/>
                </a:lnTo>
                <a:lnTo>
                  <a:pt x="5451" y="17058"/>
                </a:lnTo>
                <a:lnTo>
                  <a:pt x="5281" y="17204"/>
                </a:lnTo>
                <a:lnTo>
                  <a:pt x="5135" y="17374"/>
                </a:lnTo>
                <a:lnTo>
                  <a:pt x="5038" y="17569"/>
                </a:lnTo>
                <a:lnTo>
                  <a:pt x="4940" y="17812"/>
                </a:lnTo>
                <a:lnTo>
                  <a:pt x="4940" y="17885"/>
                </a:lnTo>
                <a:lnTo>
                  <a:pt x="4940" y="17958"/>
                </a:lnTo>
                <a:lnTo>
                  <a:pt x="4989" y="18031"/>
                </a:lnTo>
                <a:lnTo>
                  <a:pt x="5038" y="18055"/>
                </a:lnTo>
                <a:lnTo>
                  <a:pt x="5111" y="18080"/>
                </a:lnTo>
                <a:lnTo>
                  <a:pt x="5184" y="18080"/>
                </a:lnTo>
                <a:lnTo>
                  <a:pt x="5257" y="18055"/>
                </a:lnTo>
                <a:lnTo>
                  <a:pt x="5330" y="18007"/>
                </a:lnTo>
                <a:lnTo>
                  <a:pt x="5451" y="18080"/>
                </a:lnTo>
                <a:lnTo>
                  <a:pt x="5597" y="18128"/>
                </a:lnTo>
                <a:lnTo>
                  <a:pt x="5743" y="18177"/>
                </a:lnTo>
                <a:lnTo>
                  <a:pt x="5914" y="18201"/>
                </a:lnTo>
                <a:lnTo>
                  <a:pt x="6254" y="18226"/>
                </a:lnTo>
                <a:lnTo>
                  <a:pt x="6498" y="18226"/>
                </a:lnTo>
                <a:lnTo>
                  <a:pt x="7082" y="18250"/>
                </a:lnTo>
                <a:lnTo>
                  <a:pt x="7641" y="18250"/>
                </a:lnTo>
                <a:lnTo>
                  <a:pt x="8785" y="18226"/>
                </a:lnTo>
                <a:lnTo>
                  <a:pt x="10147" y="18201"/>
                </a:lnTo>
                <a:lnTo>
                  <a:pt x="11486" y="18128"/>
                </a:lnTo>
                <a:lnTo>
                  <a:pt x="12994" y="18080"/>
                </a:lnTo>
                <a:lnTo>
                  <a:pt x="13238" y="18080"/>
                </a:lnTo>
                <a:lnTo>
                  <a:pt x="13505" y="18104"/>
                </a:lnTo>
                <a:lnTo>
                  <a:pt x="13773" y="18080"/>
                </a:lnTo>
                <a:lnTo>
                  <a:pt x="13919" y="18080"/>
                </a:lnTo>
                <a:lnTo>
                  <a:pt x="14016" y="18031"/>
                </a:lnTo>
                <a:lnTo>
                  <a:pt x="14089" y="18080"/>
                </a:lnTo>
                <a:lnTo>
                  <a:pt x="14235" y="18080"/>
                </a:lnTo>
                <a:lnTo>
                  <a:pt x="14284" y="18055"/>
                </a:lnTo>
                <a:lnTo>
                  <a:pt x="14333" y="18007"/>
                </a:lnTo>
                <a:lnTo>
                  <a:pt x="14381" y="17958"/>
                </a:lnTo>
                <a:lnTo>
                  <a:pt x="14406" y="17885"/>
                </a:lnTo>
                <a:lnTo>
                  <a:pt x="14381" y="17812"/>
                </a:lnTo>
                <a:lnTo>
                  <a:pt x="14308" y="17569"/>
                </a:lnTo>
                <a:lnTo>
                  <a:pt x="14211" y="17374"/>
                </a:lnTo>
                <a:lnTo>
                  <a:pt x="14065" y="17179"/>
                </a:lnTo>
                <a:lnTo>
                  <a:pt x="13895" y="17033"/>
                </a:lnTo>
                <a:lnTo>
                  <a:pt x="13700" y="16912"/>
                </a:lnTo>
                <a:lnTo>
                  <a:pt x="13505" y="16814"/>
                </a:lnTo>
                <a:lnTo>
                  <a:pt x="13262" y="16741"/>
                </a:lnTo>
                <a:lnTo>
                  <a:pt x="13043" y="16693"/>
                </a:lnTo>
                <a:lnTo>
                  <a:pt x="12581" y="16693"/>
                </a:lnTo>
                <a:lnTo>
                  <a:pt x="12118" y="16766"/>
                </a:lnTo>
                <a:lnTo>
                  <a:pt x="11802" y="16790"/>
                </a:lnTo>
                <a:lnTo>
                  <a:pt x="11486" y="16814"/>
                </a:lnTo>
                <a:lnTo>
                  <a:pt x="11461" y="16620"/>
                </a:lnTo>
                <a:lnTo>
                  <a:pt x="11510" y="16571"/>
                </a:lnTo>
                <a:lnTo>
                  <a:pt x="11534" y="16498"/>
                </a:lnTo>
                <a:lnTo>
                  <a:pt x="11534" y="16449"/>
                </a:lnTo>
                <a:lnTo>
                  <a:pt x="11486" y="16425"/>
                </a:lnTo>
                <a:lnTo>
                  <a:pt x="11437" y="16401"/>
                </a:lnTo>
                <a:lnTo>
                  <a:pt x="11437" y="15939"/>
                </a:lnTo>
                <a:lnTo>
                  <a:pt x="11461" y="15501"/>
                </a:lnTo>
                <a:lnTo>
                  <a:pt x="11534" y="14746"/>
                </a:lnTo>
                <a:lnTo>
                  <a:pt x="11534" y="14381"/>
                </a:lnTo>
                <a:lnTo>
                  <a:pt x="11510" y="14187"/>
                </a:lnTo>
                <a:lnTo>
                  <a:pt x="11461" y="14016"/>
                </a:lnTo>
                <a:lnTo>
                  <a:pt x="14576" y="14016"/>
                </a:lnTo>
                <a:lnTo>
                  <a:pt x="15136" y="14041"/>
                </a:lnTo>
                <a:lnTo>
                  <a:pt x="15720" y="14089"/>
                </a:lnTo>
                <a:lnTo>
                  <a:pt x="16839" y="14211"/>
                </a:lnTo>
                <a:lnTo>
                  <a:pt x="17423" y="14260"/>
                </a:lnTo>
                <a:lnTo>
                  <a:pt x="17982" y="14260"/>
                </a:lnTo>
                <a:lnTo>
                  <a:pt x="18542" y="14235"/>
                </a:lnTo>
                <a:lnTo>
                  <a:pt x="18834" y="14211"/>
                </a:lnTo>
                <a:lnTo>
                  <a:pt x="19102" y="14138"/>
                </a:lnTo>
                <a:lnTo>
                  <a:pt x="19199" y="14114"/>
                </a:lnTo>
                <a:lnTo>
                  <a:pt x="19272" y="14041"/>
                </a:lnTo>
                <a:lnTo>
                  <a:pt x="19296" y="13968"/>
                </a:lnTo>
                <a:lnTo>
                  <a:pt x="19272" y="13870"/>
                </a:lnTo>
                <a:lnTo>
                  <a:pt x="19272" y="13773"/>
                </a:lnTo>
                <a:lnTo>
                  <a:pt x="19150" y="13043"/>
                </a:lnTo>
                <a:lnTo>
                  <a:pt x="19248" y="12921"/>
                </a:lnTo>
                <a:lnTo>
                  <a:pt x="19248" y="12873"/>
                </a:lnTo>
                <a:lnTo>
                  <a:pt x="19248" y="12824"/>
                </a:lnTo>
                <a:lnTo>
                  <a:pt x="19223" y="12800"/>
                </a:lnTo>
                <a:lnTo>
                  <a:pt x="19102" y="12800"/>
                </a:lnTo>
                <a:lnTo>
                  <a:pt x="19053" y="12337"/>
                </a:lnTo>
                <a:lnTo>
                  <a:pt x="19029" y="11875"/>
                </a:lnTo>
                <a:lnTo>
                  <a:pt x="18980" y="10926"/>
                </a:lnTo>
                <a:lnTo>
                  <a:pt x="18980" y="10001"/>
                </a:lnTo>
                <a:lnTo>
                  <a:pt x="19004" y="9052"/>
                </a:lnTo>
                <a:lnTo>
                  <a:pt x="19004" y="8955"/>
                </a:lnTo>
                <a:lnTo>
                  <a:pt x="19077" y="7203"/>
                </a:lnTo>
                <a:lnTo>
                  <a:pt x="19150" y="5549"/>
                </a:lnTo>
                <a:lnTo>
                  <a:pt x="19175" y="3894"/>
                </a:lnTo>
                <a:lnTo>
                  <a:pt x="19223" y="2385"/>
                </a:lnTo>
                <a:lnTo>
                  <a:pt x="19248" y="1607"/>
                </a:lnTo>
                <a:lnTo>
                  <a:pt x="19223" y="1242"/>
                </a:lnTo>
                <a:lnTo>
                  <a:pt x="19199" y="852"/>
                </a:lnTo>
                <a:lnTo>
                  <a:pt x="19248" y="804"/>
                </a:lnTo>
                <a:lnTo>
                  <a:pt x="19272" y="755"/>
                </a:lnTo>
                <a:lnTo>
                  <a:pt x="19296" y="682"/>
                </a:lnTo>
                <a:lnTo>
                  <a:pt x="19296" y="609"/>
                </a:lnTo>
                <a:lnTo>
                  <a:pt x="19272" y="560"/>
                </a:lnTo>
                <a:lnTo>
                  <a:pt x="19223" y="512"/>
                </a:lnTo>
                <a:lnTo>
                  <a:pt x="19175" y="463"/>
                </a:lnTo>
                <a:lnTo>
                  <a:pt x="19102" y="439"/>
                </a:lnTo>
                <a:lnTo>
                  <a:pt x="18493" y="317"/>
                </a:lnTo>
                <a:lnTo>
                  <a:pt x="17885" y="268"/>
                </a:lnTo>
                <a:lnTo>
                  <a:pt x="17277" y="244"/>
                </a:lnTo>
                <a:lnTo>
                  <a:pt x="16644" y="244"/>
                </a:lnTo>
                <a:lnTo>
                  <a:pt x="15403" y="293"/>
                </a:lnTo>
                <a:lnTo>
                  <a:pt x="14187" y="293"/>
                </a:lnTo>
                <a:lnTo>
                  <a:pt x="12629" y="220"/>
                </a:lnTo>
                <a:lnTo>
                  <a:pt x="11072" y="122"/>
                </a:lnTo>
                <a:lnTo>
                  <a:pt x="9515" y="49"/>
                </a:lnTo>
                <a:lnTo>
                  <a:pt x="7958"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35" name="Google Shape;835;p39"/>
          <p:cNvSpPr/>
          <p:nvPr/>
        </p:nvSpPr>
        <p:spPr>
          <a:xfrm>
            <a:off x="3210671" y="2663860"/>
            <a:ext cx="373327" cy="376518"/>
          </a:xfrm>
          <a:custGeom>
            <a:avLst/>
            <a:gdLst/>
            <a:ahLst/>
            <a:cxnLst/>
            <a:rect l="l" t="t" r="r" b="b"/>
            <a:pathLst>
              <a:path w="17082" h="17228" extrusionOk="0">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36" name="Google Shape;836;p39"/>
          <p:cNvSpPr/>
          <p:nvPr/>
        </p:nvSpPr>
        <p:spPr>
          <a:xfrm>
            <a:off x="3796674" y="2667051"/>
            <a:ext cx="378113" cy="376518"/>
          </a:xfrm>
          <a:custGeom>
            <a:avLst/>
            <a:gdLst/>
            <a:ahLst/>
            <a:cxnLst/>
            <a:rect l="l" t="t" r="r" b="b"/>
            <a:pathLst>
              <a:path w="17301" h="17228" extrusionOk="0">
                <a:moveTo>
                  <a:pt x="9295" y="4842"/>
                </a:moveTo>
                <a:lnTo>
                  <a:pt x="9514" y="4891"/>
                </a:lnTo>
                <a:lnTo>
                  <a:pt x="9758" y="4964"/>
                </a:lnTo>
                <a:lnTo>
                  <a:pt x="9539" y="5256"/>
                </a:lnTo>
                <a:lnTo>
                  <a:pt x="9368" y="5548"/>
                </a:lnTo>
                <a:lnTo>
                  <a:pt x="9198" y="5499"/>
                </a:lnTo>
                <a:lnTo>
                  <a:pt x="9174" y="5426"/>
                </a:lnTo>
                <a:lnTo>
                  <a:pt x="9271" y="4940"/>
                </a:lnTo>
                <a:lnTo>
                  <a:pt x="9295" y="4842"/>
                </a:lnTo>
                <a:close/>
                <a:moveTo>
                  <a:pt x="8784" y="4769"/>
                </a:moveTo>
                <a:lnTo>
                  <a:pt x="8882" y="4794"/>
                </a:lnTo>
                <a:lnTo>
                  <a:pt x="8857" y="4891"/>
                </a:lnTo>
                <a:lnTo>
                  <a:pt x="8784" y="5159"/>
                </a:lnTo>
                <a:lnTo>
                  <a:pt x="8736" y="5426"/>
                </a:lnTo>
                <a:lnTo>
                  <a:pt x="8468" y="5426"/>
                </a:lnTo>
                <a:lnTo>
                  <a:pt x="8468" y="5329"/>
                </a:lnTo>
                <a:lnTo>
                  <a:pt x="8419" y="5134"/>
                </a:lnTo>
                <a:lnTo>
                  <a:pt x="8346" y="4964"/>
                </a:lnTo>
                <a:lnTo>
                  <a:pt x="8322" y="4915"/>
                </a:lnTo>
                <a:lnTo>
                  <a:pt x="8249" y="4915"/>
                </a:lnTo>
                <a:lnTo>
                  <a:pt x="8225" y="4940"/>
                </a:lnTo>
                <a:lnTo>
                  <a:pt x="8200" y="4988"/>
                </a:lnTo>
                <a:lnTo>
                  <a:pt x="8200" y="5183"/>
                </a:lnTo>
                <a:lnTo>
                  <a:pt x="8176" y="5378"/>
                </a:lnTo>
                <a:lnTo>
                  <a:pt x="8176" y="5451"/>
                </a:lnTo>
                <a:lnTo>
                  <a:pt x="7957" y="5499"/>
                </a:lnTo>
                <a:lnTo>
                  <a:pt x="7738" y="5597"/>
                </a:lnTo>
                <a:lnTo>
                  <a:pt x="7714" y="5548"/>
                </a:lnTo>
                <a:lnTo>
                  <a:pt x="7641" y="5378"/>
                </a:lnTo>
                <a:lnTo>
                  <a:pt x="7568" y="5207"/>
                </a:lnTo>
                <a:lnTo>
                  <a:pt x="7471" y="5110"/>
                </a:lnTo>
                <a:lnTo>
                  <a:pt x="7373" y="5013"/>
                </a:lnTo>
                <a:lnTo>
                  <a:pt x="7349" y="4988"/>
                </a:lnTo>
                <a:lnTo>
                  <a:pt x="7568" y="4891"/>
                </a:lnTo>
                <a:lnTo>
                  <a:pt x="7641" y="4964"/>
                </a:lnTo>
                <a:lnTo>
                  <a:pt x="7738" y="5013"/>
                </a:lnTo>
                <a:lnTo>
                  <a:pt x="7836" y="5037"/>
                </a:lnTo>
                <a:lnTo>
                  <a:pt x="7933" y="5013"/>
                </a:lnTo>
                <a:lnTo>
                  <a:pt x="8127" y="4915"/>
                </a:lnTo>
                <a:lnTo>
                  <a:pt x="8298" y="4842"/>
                </a:lnTo>
                <a:lnTo>
                  <a:pt x="8492" y="4818"/>
                </a:lnTo>
                <a:lnTo>
                  <a:pt x="8663" y="4794"/>
                </a:lnTo>
                <a:lnTo>
                  <a:pt x="8711" y="4794"/>
                </a:lnTo>
                <a:lnTo>
                  <a:pt x="8784" y="4769"/>
                </a:lnTo>
                <a:close/>
                <a:moveTo>
                  <a:pt x="9879" y="5013"/>
                </a:moveTo>
                <a:lnTo>
                  <a:pt x="10147" y="5159"/>
                </a:lnTo>
                <a:lnTo>
                  <a:pt x="10415" y="5305"/>
                </a:lnTo>
                <a:lnTo>
                  <a:pt x="10196" y="5524"/>
                </a:lnTo>
                <a:lnTo>
                  <a:pt x="9977" y="5743"/>
                </a:lnTo>
                <a:lnTo>
                  <a:pt x="9977" y="5767"/>
                </a:lnTo>
                <a:lnTo>
                  <a:pt x="9928" y="5743"/>
                </a:lnTo>
                <a:lnTo>
                  <a:pt x="9685" y="5645"/>
                </a:lnTo>
                <a:lnTo>
                  <a:pt x="9879" y="5013"/>
                </a:lnTo>
                <a:close/>
                <a:moveTo>
                  <a:pt x="7300" y="5013"/>
                </a:moveTo>
                <a:lnTo>
                  <a:pt x="7300" y="5037"/>
                </a:lnTo>
                <a:lnTo>
                  <a:pt x="7325" y="5183"/>
                </a:lnTo>
                <a:lnTo>
                  <a:pt x="7325" y="5305"/>
                </a:lnTo>
                <a:lnTo>
                  <a:pt x="7373" y="5499"/>
                </a:lnTo>
                <a:lnTo>
                  <a:pt x="7446" y="5670"/>
                </a:lnTo>
                <a:lnTo>
                  <a:pt x="7446" y="5718"/>
                </a:lnTo>
                <a:lnTo>
                  <a:pt x="7203" y="5791"/>
                </a:lnTo>
                <a:lnTo>
                  <a:pt x="7081" y="5524"/>
                </a:lnTo>
                <a:lnTo>
                  <a:pt x="6935" y="5232"/>
                </a:lnTo>
                <a:lnTo>
                  <a:pt x="7106" y="5134"/>
                </a:lnTo>
                <a:lnTo>
                  <a:pt x="7300" y="5013"/>
                </a:lnTo>
                <a:close/>
                <a:moveTo>
                  <a:pt x="10707" y="5475"/>
                </a:moveTo>
                <a:lnTo>
                  <a:pt x="11193" y="5816"/>
                </a:lnTo>
                <a:lnTo>
                  <a:pt x="10999" y="5913"/>
                </a:lnTo>
                <a:lnTo>
                  <a:pt x="10780" y="6010"/>
                </a:lnTo>
                <a:lnTo>
                  <a:pt x="10585" y="6108"/>
                </a:lnTo>
                <a:lnTo>
                  <a:pt x="10390" y="5986"/>
                </a:lnTo>
                <a:lnTo>
                  <a:pt x="10171" y="5864"/>
                </a:lnTo>
                <a:lnTo>
                  <a:pt x="10512" y="5621"/>
                </a:lnTo>
                <a:lnTo>
                  <a:pt x="10707" y="5475"/>
                </a:lnTo>
                <a:close/>
                <a:moveTo>
                  <a:pt x="6692" y="5426"/>
                </a:moveTo>
                <a:lnTo>
                  <a:pt x="6716" y="5572"/>
                </a:lnTo>
                <a:lnTo>
                  <a:pt x="6741" y="5718"/>
                </a:lnTo>
                <a:lnTo>
                  <a:pt x="6838" y="5986"/>
                </a:lnTo>
                <a:lnTo>
                  <a:pt x="6643" y="6156"/>
                </a:lnTo>
                <a:lnTo>
                  <a:pt x="6522" y="5986"/>
                </a:lnTo>
                <a:lnTo>
                  <a:pt x="6351" y="5743"/>
                </a:lnTo>
                <a:lnTo>
                  <a:pt x="6522" y="5572"/>
                </a:lnTo>
                <a:lnTo>
                  <a:pt x="6692" y="5426"/>
                </a:lnTo>
                <a:close/>
                <a:moveTo>
                  <a:pt x="11461" y="6059"/>
                </a:moveTo>
                <a:lnTo>
                  <a:pt x="11607" y="6181"/>
                </a:lnTo>
                <a:lnTo>
                  <a:pt x="11510" y="6181"/>
                </a:lnTo>
                <a:lnTo>
                  <a:pt x="11193" y="6254"/>
                </a:lnTo>
                <a:lnTo>
                  <a:pt x="11047" y="6302"/>
                </a:lnTo>
                <a:lnTo>
                  <a:pt x="10877" y="6375"/>
                </a:lnTo>
                <a:lnTo>
                  <a:pt x="10780" y="6278"/>
                </a:lnTo>
                <a:lnTo>
                  <a:pt x="11096" y="6181"/>
                </a:lnTo>
                <a:lnTo>
                  <a:pt x="11291" y="6132"/>
                </a:lnTo>
                <a:lnTo>
                  <a:pt x="11461" y="6059"/>
                </a:lnTo>
                <a:close/>
                <a:moveTo>
                  <a:pt x="6157" y="5962"/>
                </a:moveTo>
                <a:lnTo>
                  <a:pt x="6230" y="6156"/>
                </a:lnTo>
                <a:lnTo>
                  <a:pt x="6303" y="6302"/>
                </a:lnTo>
                <a:lnTo>
                  <a:pt x="6400" y="6424"/>
                </a:lnTo>
                <a:lnTo>
                  <a:pt x="6181" y="6765"/>
                </a:lnTo>
                <a:lnTo>
                  <a:pt x="6157" y="6716"/>
                </a:lnTo>
                <a:lnTo>
                  <a:pt x="5962" y="6546"/>
                </a:lnTo>
                <a:lnTo>
                  <a:pt x="5840" y="6400"/>
                </a:lnTo>
                <a:lnTo>
                  <a:pt x="5986" y="6181"/>
                </a:lnTo>
                <a:lnTo>
                  <a:pt x="6157" y="5962"/>
                </a:lnTo>
                <a:close/>
                <a:moveTo>
                  <a:pt x="11729" y="6327"/>
                </a:moveTo>
                <a:lnTo>
                  <a:pt x="11923" y="6570"/>
                </a:lnTo>
                <a:lnTo>
                  <a:pt x="12094" y="6862"/>
                </a:lnTo>
                <a:lnTo>
                  <a:pt x="11899" y="6838"/>
                </a:lnTo>
                <a:lnTo>
                  <a:pt x="11704" y="6862"/>
                </a:lnTo>
                <a:lnTo>
                  <a:pt x="11510" y="6886"/>
                </a:lnTo>
                <a:lnTo>
                  <a:pt x="11339" y="6911"/>
                </a:lnTo>
                <a:lnTo>
                  <a:pt x="11145" y="6643"/>
                </a:lnTo>
                <a:lnTo>
                  <a:pt x="11388" y="6594"/>
                </a:lnTo>
                <a:lnTo>
                  <a:pt x="11607" y="6546"/>
                </a:lnTo>
                <a:lnTo>
                  <a:pt x="11680" y="6497"/>
                </a:lnTo>
                <a:lnTo>
                  <a:pt x="11704" y="6448"/>
                </a:lnTo>
                <a:lnTo>
                  <a:pt x="11729" y="6375"/>
                </a:lnTo>
                <a:lnTo>
                  <a:pt x="11729" y="6327"/>
                </a:lnTo>
                <a:close/>
                <a:moveTo>
                  <a:pt x="5646" y="6765"/>
                </a:moveTo>
                <a:lnTo>
                  <a:pt x="5719" y="6838"/>
                </a:lnTo>
                <a:lnTo>
                  <a:pt x="5840" y="7008"/>
                </a:lnTo>
                <a:lnTo>
                  <a:pt x="5913" y="7081"/>
                </a:lnTo>
                <a:lnTo>
                  <a:pt x="6011" y="7130"/>
                </a:lnTo>
                <a:lnTo>
                  <a:pt x="5913" y="7397"/>
                </a:lnTo>
                <a:lnTo>
                  <a:pt x="5670" y="7300"/>
                </a:lnTo>
                <a:lnTo>
                  <a:pt x="5524" y="7276"/>
                </a:lnTo>
                <a:lnTo>
                  <a:pt x="5402" y="7251"/>
                </a:lnTo>
                <a:lnTo>
                  <a:pt x="5524" y="7008"/>
                </a:lnTo>
                <a:lnTo>
                  <a:pt x="5646" y="6765"/>
                </a:lnTo>
                <a:close/>
                <a:moveTo>
                  <a:pt x="12288" y="7276"/>
                </a:moveTo>
                <a:lnTo>
                  <a:pt x="12361" y="7519"/>
                </a:lnTo>
                <a:lnTo>
                  <a:pt x="12410" y="7786"/>
                </a:lnTo>
                <a:lnTo>
                  <a:pt x="12215" y="7689"/>
                </a:lnTo>
                <a:lnTo>
                  <a:pt x="12021" y="7616"/>
                </a:lnTo>
                <a:lnTo>
                  <a:pt x="11802" y="7567"/>
                </a:lnTo>
                <a:lnTo>
                  <a:pt x="11583" y="7543"/>
                </a:lnTo>
                <a:lnTo>
                  <a:pt x="11510" y="7276"/>
                </a:lnTo>
                <a:lnTo>
                  <a:pt x="11680" y="7300"/>
                </a:lnTo>
                <a:lnTo>
                  <a:pt x="11875" y="7300"/>
                </a:lnTo>
                <a:lnTo>
                  <a:pt x="12264" y="7276"/>
                </a:lnTo>
                <a:close/>
                <a:moveTo>
                  <a:pt x="5281" y="7616"/>
                </a:moveTo>
                <a:lnTo>
                  <a:pt x="5548" y="7713"/>
                </a:lnTo>
                <a:lnTo>
                  <a:pt x="5792" y="7811"/>
                </a:lnTo>
                <a:lnTo>
                  <a:pt x="5719" y="8273"/>
                </a:lnTo>
                <a:lnTo>
                  <a:pt x="5256" y="8322"/>
                </a:lnTo>
                <a:lnTo>
                  <a:pt x="5135" y="8322"/>
                </a:lnTo>
                <a:lnTo>
                  <a:pt x="5183" y="7981"/>
                </a:lnTo>
                <a:lnTo>
                  <a:pt x="5281" y="7616"/>
                </a:lnTo>
                <a:close/>
                <a:moveTo>
                  <a:pt x="11656" y="7859"/>
                </a:moveTo>
                <a:lnTo>
                  <a:pt x="11826" y="7932"/>
                </a:lnTo>
                <a:lnTo>
                  <a:pt x="12069" y="8054"/>
                </a:lnTo>
                <a:lnTo>
                  <a:pt x="12191" y="8103"/>
                </a:lnTo>
                <a:lnTo>
                  <a:pt x="12337" y="8151"/>
                </a:lnTo>
                <a:lnTo>
                  <a:pt x="12386" y="8151"/>
                </a:lnTo>
                <a:lnTo>
                  <a:pt x="12459" y="8127"/>
                </a:lnTo>
                <a:lnTo>
                  <a:pt x="12459" y="8516"/>
                </a:lnTo>
                <a:lnTo>
                  <a:pt x="12264" y="8395"/>
                </a:lnTo>
                <a:lnTo>
                  <a:pt x="11972" y="8249"/>
                </a:lnTo>
                <a:lnTo>
                  <a:pt x="11826" y="8200"/>
                </a:lnTo>
                <a:lnTo>
                  <a:pt x="11680" y="8176"/>
                </a:lnTo>
                <a:lnTo>
                  <a:pt x="11656" y="7859"/>
                </a:lnTo>
                <a:close/>
                <a:moveTo>
                  <a:pt x="11680" y="8468"/>
                </a:moveTo>
                <a:lnTo>
                  <a:pt x="11777" y="8589"/>
                </a:lnTo>
                <a:lnTo>
                  <a:pt x="11899" y="8662"/>
                </a:lnTo>
                <a:lnTo>
                  <a:pt x="12191" y="8857"/>
                </a:lnTo>
                <a:lnTo>
                  <a:pt x="12337" y="8954"/>
                </a:lnTo>
                <a:lnTo>
                  <a:pt x="12118" y="8979"/>
                </a:lnTo>
                <a:lnTo>
                  <a:pt x="11875" y="8954"/>
                </a:lnTo>
                <a:lnTo>
                  <a:pt x="11631" y="8954"/>
                </a:lnTo>
                <a:lnTo>
                  <a:pt x="11656" y="8711"/>
                </a:lnTo>
                <a:lnTo>
                  <a:pt x="11680" y="8468"/>
                </a:lnTo>
                <a:close/>
                <a:moveTo>
                  <a:pt x="5694" y="8735"/>
                </a:moveTo>
                <a:lnTo>
                  <a:pt x="5694" y="8954"/>
                </a:lnTo>
                <a:lnTo>
                  <a:pt x="5719" y="9198"/>
                </a:lnTo>
                <a:lnTo>
                  <a:pt x="5427" y="9222"/>
                </a:lnTo>
                <a:lnTo>
                  <a:pt x="5159" y="9271"/>
                </a:lnTo>
                <a:lnTo>
                  <a:pt x="5110" y="9003"/>
                </a:lnTo>
                <a:lnTo>
                  <a:pt x="5110" y="8760"/>
                </a:lnTo>
                <a:lnTo>
                  <a:pt x="5402" y="8760"/>
                </a:lnTo>
                <a:lnTo>
                  <a:pt x="5694" y="8735"/>
                </a:lnTo>
                <a:close/>
                <a:moveTo>
                  <a:pt x="5208" y="9514"/>
                </a:moveTo>
                <a:lnTo>
                  <a:pt x="5792" y="9563"/>
                </a:lnTo>
                <a:lnTo>
                  <a:pt x="5840" y="9757"/>
                </a:lnTo>
                <a:lnTo>
                  <a:pt x="5913" y="9952"/>
                </a:lnTo>
                <a:lnTo>
                  <a:pt x="5354" y="9952"/>
                </a:lnTo>
                <a:lnTo>
                  <a:pt x="5256" y="9733"/>
                </a:lnTo>
                <a:lnTo>
                  <a:pt x="5208" y="9514"/>
                </a:lnTo>
                <a:close/>
                <a:moveTo>
                  <a:pt x="11583" y="9222"/>
                </a:moveTo>
                <a:lnTo>
                  <a:pt x="11680" y="9271"/>
                </a:lnTo>
                <a:lnTo>
                  <a:pt x="11777" y="9319"/>
                </a:lnTo>
                <a:lnTo>
                  <a:pt x="11996" y="9368"/>
                </a:lnTo>
                <a:lnTo>
                  <a:pt x="12167" y="9392"/>
                </a:lnTo>
                <a:lnTo>
                  <a:pt x="12386" y="9392"/>
                </a:lnTo>
                <a:lnTo>
                  <a:pt x="12288" y="9782"/>
                </a:lnTo>
                <a:lnTo>
                  <a:pt x="12167" y="10147"/>
                </a:lnTo>
                <a:lnTo>
                  <a:pt x="12142" y="10098"/>
                </a:lnTo>
                <a:lnTo>
                  <a:pt x="12118" y="10049"/>
                </a:lnTo>
                <a:lnTo>
                  <a:pt x="12021" y="9952"/>
                </a:lnTo>
                <a:lnTo>
                  <a:pt x="11777" y="9830"/>
                </a:lnTo>
                <a:lnTo>
                  <a:pt x="11607" y="9757"/>
                </a:lnTo>
                <a:lnTo>
                  <a:pt x="11437" y="9684"/>
                </a:lnTo>
                <a:lnTo>
                  <a:pt x="11510" y="9465"/>
                </a:lnTo>
                <a:lnTo>
                  <a:pt x="11583" y="9222"/>
                </a:lnTo>
                <a:close/>
                <a:moveTo>
                  <a:pt x="11339" y="9952"/>
                </a:moveTo>
                <a:lnTo>
                  <a:pt x="11461" y="10025"/>
                </a:lnTo>
                <a:lnTo>
                  <a:pt x="11607" y="10122"/>
                </a:lnTo>
                <a:lnTo>
                  <a:pt x="11850" y="10268"/>
                </a:lnTo>
                <a:lnTo>
                  <a:pt x="11972" y="10293"/>
                </a:lnTo>
                <a:lnTo>
                  <a:pt x="12118" y="10293"/>
                </a:lnTo>
                <a:lnTo>
                  <a:pt x="11996" y="10512"/>
                </a:lnTo>
                <a:lnTo>
                  <a:pt x="11875" y="10731"/>
                </a:lnTo>
                <a:lnTo>
                  <a:pt x="11753" y="10609"/>
                </a:lnTo>
                <a:lnTo>
                  <a:pt x="11656" y="10487"/>
                </a:lnTo>
                <a:lnTo>
                  <a:pt x="11510" y="10390"/>
                </a:lnTo>
                <a:lnTo>
                  <a:pt x="11364" y="10317"/>
                </a:lnTo>
                <a:lnTo>
                  <a:pt x="11266" y="10293"/>
                </a:lnTo>
                <a:lnTo>
                  <a:pt x="11169" y="10268"/>
                </a:lnTo>
                <a:lnTo>
                  <a:pt x="11339" y="9952"/>
                </a:lnTo>
                <a:close/>
                <a:moveTo>
                  <a:pt x="6132" y="10341"/>
                </a:moveTo>
                <a:lnTo>
                  <a:pt x="6327" y="10585"/>
                </a:lnTo>
                <a:lnTo>
                  <a:pt x="6059" y="10658"/>
                </a:lnTo>
                <a:lnTo>
                  <a:pt x="5792" y="10755"/>
                </a:lnTo>
                <a:lnTo>
                  <a:pt x="5670" y="10560"/>
                </a:lnTo>
                <a:lnTo>
                  <a:pt x="5548" y="10366"/>
                </a:lnTo>
                <a:lnTo>
                  <a:pt x="5548" y="10366"/>
                </a:lnTo>
                <a:lnTo>
                  <a:pt x="5840" y="10390"/>
                </a:lnTo>
                <a:lnTo>
                  <a:pt x="5986" y="10390"/>
                </a:lnTo>
                <a:lnTo>
                  <a:pt x="6132" y="10341"/>
                </a:lnTo>
                <a:close/>
                <a:moveTo>
                  <a:pt x="8663" y="5986"/>
                </a:moveTo>
                <a:lnTo>
                  <a:pt x="8857" y="6010"/>
                </a:lnTo>
                <a:lnTo>
                  <a:pt x="9076" y="6059"/>
                </a:lnTo>
                <a:lnTo>
                  <a:pt x="9490" y="6181"/>
                </a:lnTo>
                <a:lnTo>
                  <a:pt x="9855" y="6327"/>
                </a:lnTo>
                <a:lnTo>
                  <a:pt x="10123" y="6473"/>
                </a:lnTo>
                <a:lnTo>
                  <a:pt x="10342" y="6643"/>
                </a:lnTo>
                <a:lnTo>
                  <a:pt x="10561" y="6813"/>
                </a:lnTo>
                <a:lnTo>
                  <a:pt x="10731" y="7032"/>
                </a:lnTo>
                <a:lnTo>
                  <a:pt x="10877" y="7251"/>
                </a:lnTo>
                <a:lnTo>
                  <a:pt x="10999" y="7494"/>
                </a:lnTo>
                <a:lnTo>
                  <a:pt x="11096" y="7762"/>
                </a:lnTo>
                <a:lnTo>
                  <a:pt x="11145" y="8054"/>
                </a:lnTo>
                <a:lnTo>
                  <a:pt x="11193" y="8297"/>
                </a:lnTo>
                <a:lnTo>
                  <a:pt x="11193" y="8565"/>
                </a:lnTo>
                <a:lnTo>
                  <a:pt x="11169" y="8833"/>
                </a:lnTo>
                <a:lnTo>
                  <a:pt x="11120" y="9076"/>
                </a:lnTo>
                <a:lnTo>
                  <a:pt x="11072" y="9319"/>
                </a:lnTo>
                <a:lnTo>
                  <a:pt x="10974" y="9538"/>
                </a:lnTo>
                <a:lnTo>
                  <a:pt x="10853" y="9757"/>
                </a:lnTo>
                <a:lnTo>
                  <a:pt x="10731" y="9976"/>
                </a:lnTo>
                <a:lnTo>
                  <a:pt x="10561" y="10171"/>
                </a:lnTo>
                <a:lnTo>
                  <a:pt x="10390" y="10341"/>
                </a:lnTo>
                <a:lnTo>
                  <a:pt x="10220" y="10512"/>
                </a:lnTo>
                <a:lnTo>
                  <a:pt x="10001" y="10658"/>
                </a:lnTo>
                <a:lnTo>
                  <a:pt x="9782" y="10779"/>
                </a:lnTo>
                <a:lnTo>
                  <a:pt x="9563" y="10877"/>
                </a:lnTo>
                <a:lnTo>
                  <a:pt x="9320" y="10974"/>
                </a:lnTo>
                <a:lnTo>
                  <a:pt x="9052" y="11023"/>
                </a:lnTo>
                <a:lnTo>
                  <a:pt x="8833" y="11047"/>
                </a:lnTo>
                <a:lnTo>
                  <a:pt x="8590" y="11071"/>
                </a:lnTo>
                <a:lnTo>
                  <a:pt x="8371" y="11047"/>
                </a:lnTo>
                <a:lnTo>
                  <a:pt x="8127" y="10998"/>
                </a:lnTo>
                <a:lnTo>
                  <a:pt x="7908" y="10950"/>
                </a:lnTo>
                <a:lnTo>
                  <a:pt x="7714" y="10877"/>
                </a:lnTo>
                <a:lnTo>
                  <a:pt x="7495" y="10779"/>
                </a:lnTo>
                <a:lnTo>
                  <a:pt x="7300" y="10658"/>
                </a:lnTo>
                <a:lnTo>
                  <a:pt x="7130" y="10536"/>
                </a:lnTo>
                <a:lnTo>
                  <a:pt x="6960" y="10390"/>
                </a:lnTo>
                <a:lnTo>
                  <a:pt x="6814" y="10220"/>
                </a:lnTo>
                <a:lnTo>
                  <a:pt x="6668" y="10049"/>
                </a:lnTo>
                <a:lnTo>
                  <a:pt x="6546" y="9855"/>
                </a:lnTo>
                <a:lnTo>
                  <a:pt x="6449" y="9660"/>
                </a:lnTo>
                <a:lnTo>
                  <a:pt x="6351" y="9441"/>
                </a:lnTo>
                <a:lnTo>
                  <a:pt x="6303" y="9222"/>
                </a:lnTo>
                <a:lnTo>
                  <a:pt x="6254" y="8979"/>
                </a:lnTo>
                <a:lnTo>
                  <a:pt x="6230" y="8735"/>
                </a:lnTo>
                <a:lnTo>
                  <a:pt x="6254" y="8468"/>
                </a:lnTo>
                <a:lnTo>
                  <a:pt x="6254" y="8224"/>
                </a:lnTo>
                <a:lnTo>
                  <a:pt x="6303" y="7981"/>
                </a:lnTo>
                <a:lnTo>
                  <a:pt x="6376" y="7738"/>
                </a:lnTo>
                <a:lnTo>
                  <a:pt x="6449" y="7519"/>
                </a:lnTo>
                <a:lnTo>
                  <a:pt x="6546" y="7300"/>
                </a:lnTo>
                <a:lnTo>
                  <a:pt x="6668" y="7057"/>
                </a:lnTo>
                <a:lnTo>
                  <a:pt x="6814" y="6838"/>
                </a:lnTo>
                <a:lnTo>
                  <a:pt x="6984" y="6667"/>
                </a:lnTo>
                <a:lnTo>
                  <a:pt x="7154" y="6521"/>
                </a:lnTo>
                <a:lnTo>
                  <a:pt x="7373" y="6400"/>
                </a:lnTo>
                <a:lnTo>
                  <a:pt x="7592" y="6302"/>
                </a:lnTo>
                <a:lnTo>
                  <a:pt x="7811" y="6205"/>
                </a:lnTo>
                <a:lnTo>
                  <a:pt x="8079" y="6156"/>
                </a:lnTo>
                <a:lnTo>
                  <a:pt x="8127" y="6132"/>
                </a:lnTo>
                <a:lnTo>
                  <a:pt x="8176" y="6108"/>
                </a:lnTo>
                <a:lnTo>
                  <a:pt x="8225" y="6059"/>
                </a:lnTo>
                <a:lnTo>
                  <a:pt x="8249" y="6010"/>
                </a:lnTo>
                <a:lnTo>
                  <a:pt x="8444" y="5986"/>
                </a:lnTo>
                <a:close/>
                <a:moveTo>
                  <a:pt x="6643" y="10877"/>
                </a:moveTo>
                <a:lnTo>
                  <a:pt x="6814" y="11023"/>
                </a:lnTo>
                <a:lnTo>
                  <a:pt x="7008" y="11144"/>
                </a:lnTo>
                <a:lnTo>
                  <a:pt x="6765" y="11315"/>
                </a:lnTo>
                <a:lnTo>
                  <a:pt x="6522" y="11461"/>
                </a:lnTo>
                <a:lnTo>
                  <a:pt x="6497" y="11485"/>
                </a:lnTo>
                <a:lnTo>
                  <a:pt x="6303" y="11290"/>
                </a:lnTo>
                <a:lnTo>
                  <a:pt x="6108" y="11120"/>
                </a:lnTo>
                <a:lnTo>
                  <a:pt x="6327" y="10998"/>
                </a:lnTo>
                <a:lnTo>
                  <a:pt x="6643" y="10877"/>
                </a:lnTo>
                <a:close/>
                <a:moveTo>
                  <a:pt x="11047" y="10414"/>
                </a:moveTo>
                <a:lnTo>
                  <a:pt x="11169" y="10560"/>
                </a:lnTo>
                <a:lnTo>
                  <a:pt x="11388" y="10755"/>
                </a:lnTo>
                <a:lnTo>
                  <a:pt x="11607" y="10974"/>
                </a:lnTo>
                <a:lnTo>
                  <a:pt x="11656" y="11071"/>
                </a:lnTo>
                <a:lnTo>
                  <a:pt x="11461" y="11315"/>
                </a:lnTo>
                <a:lnTo>
                  <a:pt x="11242" y="11534"/>
                </a:lnTo>
                <a:lnTo>
                  <a:pt x="10999" y="11728"/>
                </a:lnTo>
                <a:lnTo>
                  <a:pt x="10731" y="11899"/>
                </a:lnTo>
                <a:lnTo>
                  <a:pt x="10707" y="11801"/>
                </a:lnTo>
                <a:lnTo>
                  <a:pt x="10682" y="11680"/>
                </a:lnTo>
                <a:lnTo>
                  <a:pt x="10585" y="11485"/>
                </a:lnTo>
                <a:lnTo>
                  <a:pt x="10463" y="11315"/>
                </a:lnTo>
                <a:lnTo>
                  <a:pt x="10317" y="11144"/>
                </a:lnTo>
                <a:lnTo>
                  <a:pt x="10634" y="10901"/>
                </a:lnTo>
                <a:lnTo>
                  <a:pt x="10707" y="11217"/>
                </a:lnTo>
                <a:lnTo>
                  <a:pt x="10731" y="11485"/>
                </a:lnTo>
                <a:lnTo>
                  <a:pt x="10780" y="11607"/>
                </a:lnTo>
                <a:lnTo>
                  <a:pt x="10828" y="11704"/>
                </a:lnTo>
                <a:lnTo>
                  <a:pt x="10853" y="11753"/>
                </a:lnTo>
                <a:lnTo>
                  <a:pt x="10926" y="11753"/>
                </a:lnTo>
                <a:lnTo>
                  <a:pt x="10950" y="11704"/>
                </a:lnTo>
                <a:lnTo>
                  <a:pt x="10999" y="11607"/>
                </a:lnTo>
                <a:lnTo>
                  <a:pt x="10974" y="11485"/>
                </a:lnTo>
                <a:lnTo>
                  <a:pt x="10926" y="11242"/>
                </a:lnTo>
                <a:lnTo>
                  <a:pt x="10828" y="11023"/>
                </a:lnTo>
                <a:lnTo>
                  <a:pt x="10731" y="10828"/>
                </a:lnTo>
                <a:lnTo>
                  <a:pt x="10901" y="10633"/>
                </a:lnTo>
                <a:lnTo>
                  <a:pt x="11047" y="10414"/>
                </a:lnTo>
                <a:close/>
                <a:moveTo>
                  <a:pt x="7252" y="11290"/>
                </a:moveTo>
                <a:lnTo>
                  <a:pt x="7446" y="11363"/>
                </a:lnTo>
                <a:lnTo>
                  <a:pt x="7641" y="11461"/>
                </a:lnTo>
                <a:lnTo>
                  <a:pt x="7568" y="11534"/>
                </a:lnTo>
                <a:lnTo>
                  <a:pt x="7422" y="11753"/>
                </a:lnTo>
                <a:lnTo>
                  <a:pt x="7276" y="11947"/>
                </a:lnTo>
                <a:lnTo>
                  <a:pt x="7033" y="11826"/>
                </a:lnTo>
                <a:lnTo>
                  <a:pt x="6789" y="11680"/>
                </a:lnTo>
                <a:lnTo>
                  <a:pt x="6911" y="11607"/>
                </a:lnTo>
                <a:lnTo>
                  <a:pt x="7033" y="11509"/>
                </a:lnTo>
                <a:lnTo>
                  <a:pt x="7252" y="11290"/>
                </a:lnTo>
                <a:close/>
                <a:moveTo>
                  <a:pt x="7908" y="11534"/>
                </a:moveTo>
                <a:lnTo>
                  <a:pt x="8200" y="11582"/>
                </a:lnTo>
                <a:lnTo>
                  <a:pt x="8127" y="11923"/>
                </a:lnTo>
                <a:lnTo>
                  <a:pt x="8127" y="12093"/>
                </a:lnTo>
                <a:lnTo>
                  <a:pt x="8127" y="12264"/>
                </a:lnTo>
                <a:lnTo>
                  <a:pt x="7884" y="12191"/>
                </a:lnTo>
                <a:lnTo>
                  <a:pt x="7641" y="12118"/>
                </a:lnTo>
                <a:lnTo>
                  <a:pt x="7738" y="11947"/>
                </a:lnTo>
                <a:lnTo>
                  <a:pt x="7811" y="11753"/>
                </a:lnTo>
                <a:lnTo>
                  <a:pt x="7908" y="11534"/>
                </a:lnTo>
                <a:close/>
                <a:moveTo>
                  <a:pt x="10123" y="11266"/>
                </a:moveTo>
                <a:lnTo>
                  <a:pt x="10244" y="11631"/>
                </a:lnTo>
                <a:lnTo>
                  <a:pt x="10317" y="11850"/>
                </a:lnTo>
                <a:lnTo>
                  <a:pt x="10342" y="11972"/>
                </a:lnTo>
                <a:lnTo>
                  <a:pt x="10390" y="12069"/>
                </a:lnTo>
                <a:lnTo>
                  <a:pt x="10147" y="12191"/>
                </a:lnTo>
                <a:lnTo>
                  <a:pt x="9879" y="12264"/>
                </a:lnTo>
                <a:lnTo>
                  <a:pt x="9904" y="12093"/>
                </a:lnTo>
                <a:lnTo>
                  <a:pt x="9928" y="11923"/>
                </a:lnTo>
                <a:lnTo>
                  <a:pt x="9928" y="11655"/>
                </a:lnTo>
                <a:lnTo>
                  <a:pt x="9904" y="11388"/>
                </a:lnTo>
                <a:lnTo>
                  <a:pt x="10123" y="11266"/>
                </a:lnTo>
                <a:close/>
                <a:moveTo>
                  <a:pt x="8833" y="11631"/>
                </a:moveTo>
                <a:lnTo>
                  <a:pt x="8760" y="11850"/>
                </a:lnTo>
                <a:lnTo>
                  <a:pt x="8736" y="12045"/>
                </a:lnTo>
                <a:lnTo>
                  <a:pt x="8687" y="12337"/>
                </a:lnTo>
                <a:lnTo>
                  <a:pt x="8517" y="12337"/>
                </a:lnTo>
                <a:lnTo>
                  <a:pt x="8541" y="11972"/>
                </a:lnTo>
                <a:lnTo>
                  <a:pt x="8541" y="11801"/>
                </a:lnTo>
                <a:lnTo>
                  <a:pt x="8541" y="11631"/>
                </a:lnTo>
                <a:close/>
                <a:moveTo>
                  <a:pt x="9660" y="11485"/>
                </a:moveTo>
                <a:lnTo>
                  <a:pt x="9612" y="11801"/>
                </a:lnTo>
                <a:lnTo>
                  <a:pt x="9563" y="12069"/>
                </a:lnTo>
                <a:lnTo>
                  <a:pt x="9539" y="12191"/>
                </a:lnTo>
                <a:lnTo>
                  <a:pt x="9563" y="12312"/>
                </a:lnTo>
                <a:lnTo>
                  <a:pt x="9174" y="12361"/>
                </a:lnTo>
                <a:lnTo>
                  <a:pt x="9149" y="12361"/>
                </a:lnTo>
                <a:lnTo>
                  <a:pt x="9149" y="12166"/>
                </a:lnTo>
                <a:lnTo>
                  <a:pt x="9174" y="11874"/>
                </a:lnTo>
                <a:lnTo>
                  <a:pt x="9174" y="11582"/>
                </a:lnTo>
                <a:lnTo>
                  <a:pt x="9222" y="11582"/>
                </a:lnTo>
                <a:lnTo>
                  <a:pt x="9441" y="11534"/>
                </a:lnTo>
                <a:lnTo>
                  <a:pt x="9660" y="11485"/>
                </a:lnTo>
                <a:close/>
                <a:moveTo>
                  <a:pt x="8517" y="4258"/>
                </a:moveTo>
                <a:lnTo>
                  <a:pt x="8225" y="4307"/>
                </a:lnTo>
                <a:lnTo>
                  <a:pt x="7957" y="4404"/>
                </a:lnTo>
                <a:lnTo>
                  <a:pt x="7690" y="4429"/>
                </a:lnTo>
                <a:lnTo>
                  <a:pt x="7422" y="4502"/>
                </a:lnTo>
                <a:lnTo>
                  <a:pt x="7154" y="4623"/>
                </a:lnTo>
                <a:lnTo>
                  <a:pt x="6911" y="4745"/>
                </a:lnTo>
                <a:lnTo>
                  <a:pt x="6668" y="4915"/>
                </a:lnTo>
                <a:lnTo>
                  <a:pt x="6424" y="5110"/>
                </a:lnTo>
                <a:lnTo>
                  <a:pt x="6205" y="5329"/>
                </a:lnTo>
                <a:lnTo>
                  <a:pt x="6011" y="5548"/>
                </a:lnTo>
                <a:lnTo>
                  <a:pt x="5792" y="5791"/>
                </a:lnTo>
                <a:lnTo>
                  <a:pt x="5621" y="6035"/>
                </a:lnTo>
                <a:lnTo>
                  <a:pt x="5281" y="6546"/>
                </a:lnTo>
                <a:lnTo>
                  <a:pt x="5013" y="7057"/>
                </a:lnTo>
                <a:lnTo>
                  <a:pt x="4818" y="7543"/>
                </a:lnTo>
                <a:lnTo>
                  <a:pt x="4697" y="7932"/>
                </a:lnTo>
                <a:lnTo>
                  <a:pt x="4648" y="8297"/>
                </a:lnTo>
                <a:lnTo>
                  <a:pt x="4624" y="8662"/>
                </a:lnTo>
                <a:lnTo>
                  <a:pt x="4624" y="9027"/>
                </a:lnTo>
                <a:lnTo>
                  <a:pt x="4672" y="9392"/>
                </a:lnTo>
                <a:lnTo>
                  <a:pt x="4745" y="9757"/>
                </a:lnTo>
                <a:lnTo>
                  <a:pt x="4867" y="10098"/>
                </a:lnTo>
                <a:lnTo>
                  <a:pt x="5013" y="10414"/>
                </a:lnTo>
                <a:lnTo>
                  <a:pt x="5183" y="10731"/>
                </a:lnTo>
                <a:lnTo>
                  <a:pt x="5402" y="11047"/>
                </a:lnTo>
                <a:lnTo>
                  <a:pt x="5621" y="11315"/>
                </a:lnTo>
                <a:lnTo>
                  <a:pt x="5889" y="11582"/>
                </a:lnTo>
                <a:lnTo>
                  <a:pt x="6157" y="11826"/>
                </a:lnTo>
                <a:lnTo>
                  <a:pt x="6449" y="12069"/>
                </a:lnTo>
                <a:lnTo>
                  <a:pt x="6765" y="12264"/>
                </a:lnTo>
                <a:lnTo>
                  <a:pt x="7106" y="12434"/>
                </a:lnTo>
                <a:lnTo>
                  <a:pt x="7446" y="12580"/>
                </a:lnTo>
                <a:lnTo>
                  <a:pt x="7787" y="12677"/>
                </a:lnTo>
                <a:lnTo>
                  <a:pt x="8127" y="12775"/>
                </a:lnTo>
                <a:lnTo>
                  <a:pt x="8492" y="12823"/>
                </a:lnTo>
                <a:lnTo>
                  <a:pt x="8833" y="12848"/>
                </a:lnTo>
                <a:lnTo>
                  <a:pt x="9174" y="12872"/>
                </a:lnTo>
                <a:lnTo>
                  <a:pt x="9539" y="12823"/>
                </a:lnTo>
                <a:lnTo>
                  <a:pt x="9879" y="12775"/>
                </a:lnTo>
                <a:lnTo>
                  <a:pt x="10196" y="12702"/>
                </a:lnTo>
                <a:lnTo>
                  <a:pt x="10536" y="12580"/>
                </a:lnTo>
                <a:lnTo>
                  <a:pt x="10828" y="12434"/>
                </a:lnTo>
                <a:lnTo>
                  <a:pt x="11145" y="12264"/>
                </a:lnTo>
                <a:lnTo>
                  <a:pt x="11412" y="12045"/>
                </a:lnTo>
                <a:lnTo>
                  <a:pt x="11680" y="11826"/>
                </a:lnTo>
                <a:lnTo>
                  <a:pt x="11923" y="11558"/>
                </a:lnTo>
                <a:lnTo>
                  <a:pt x="12167" y="11266"/>
                </a:lnTo>
                <a:lnTo>
                  <a:pt x="12337" y="10974"/>
                </a:lnTo>
                <a:lnTo>
                  <a:pt x="12507" y="10658"/>
                </a:lnTo>
                <a:lnTo>
                  <a:pt x="12653" y="10317"/>
                </a:lnTo>
                <a:lnTo>
                  <a:pt x="12775" y="9976"/>
                </a:lnTo>
                <a:lnTo>
                  <a:pt x="12872" y="9611"/>
                </a:lnTo>
                <a:lnTo>
                  <a:pt x="12921" y="9246"/>
                </a:lnTo>
                <a:lnTo>
                  <a:pt x="12970" y="8881"/>
                </a:lnTo>
                <a:lnTo>
                  <a:pt x="12994" y="8516"/>
                </a:lnTo>
                <a:lnTo>
                  <a:pt x="12970" y="8151"/>
                </a:lnTo>
                <a:lnTo>
                  <a:pt x="12945" y="7786"/>
                </a:lnTo>
                <a:lnTo>
                  <a:pt x="12872" y="7446"/>
                </a:lnTo>
                <a:lnTo>
                  <a:pt x="12751" y="7105"/>
                </a:lnTo>
                <a:lnTo>
                  <a:pt x="12629" y="6765"/>
                </a:lnTo>
                <a:lnTo>
                  <a:pt x="12459" y="6448"/>
                </a:lnTo>
                <a:lnTo>
                  <a:pt x="12264" y="6156"/>
                </a:lnTo>
                <a:lnTo>
                  <a:pt x="12045" y="5864"/>
                </a:lnTo>
                <a:lnTo>
                  <a:pt x="11656" y="5499"/>
                </a:lnTo>
                <a:lnTo>
                  <a:pt x="11193" y="5134"/>
                </a:lnTo>
                <a:lnTo>
                  <a:pt x="10950" y="4964"/>
                </a:lnTo>
                <a:lnTo>
                  <a:pt x="10707" y="4818"/>
                </a:lnTo>
                <a:lnTo>
                  <a:pt x="10439" y="4672"/>
                </a:lnTo>
                <a:lnTo>
                  <a:pt x="10171" y="4550"/>
                </a:lnTo>
                <a:lnTo>
                  <a:pt x="9904" y="4453"/>
                </a:lnTo>
                <a:lnTo>
                  <a:pt x="9636" y="4356"/>
                </a:lnTo>
                <a:lnTo>
                  <a:pt x="9344" y="4307"/>
                </a:lnTo>
                <a:lnTo>
                  <a:pt x="9076" y="4258"/>
                </a:lnTo>
                <a:close/>
                <a:moveTo>
                  <a:pt x="7519" y="487"/>
                </a:moveTo>
                <a:lnTo>
                  <a:pt x="7787" y="511"/>
                </a:lnTo>
                <a:lnTo>
                  <a:pt x="8590" y="511"/>
                </a:lnTo>
                <a:lnTo>
                  <a:pt x="9271" y="560"/>
                </a:lnTo>
                <a:lnTo>
                  <a:pt x="9612" y="584"/>
                </a:lnTo>
                <a:lnTo>
                  <a:pt x="9952" y="584"/>
                </a:lnTo>
                <a:lnTo>
                  <a:pt x="9928" y="779"/>
                </a:lnTo>
                <a:lnTo>
                  <a:pt x="9952" y="949"/>
                </a:lnTo>
                <a:lnTo>
                  <a:pt x="9636" y="852"/>
                </a:lnTo>
                <a:lnTo>
                  <a:pt x="9466" y="827"/>
                </a:lnTo>
                <a:lnTo>
                  <a:pt x="9295" y="803"/>
                </a:lnTo>
                <a:lnTo>
                  <a:pt x="9149" y="803"/>
                </a:lnTo>
                <a:lnTo>
                  <a:pt x="9003" y="852"/>
                </a:lnTo>
                <a:lnTo>
                  <a:pt x="8857" y="900"/>
                </a:lnTo>
                <a:lnTo>
                  <a:pt x="8736" y="998"/>
                </a:lnTo>
                <a:lnTo>
                  <a:pt x="8711" y="1046"/>
                </a:lnTo>
                <a:lnTo>
                  <a:pt x="8711" y="1095"/>
                </a:lnTo>
                <a:lnTo>
                  <a:pt x="8760" y="1119"/>
                </a:lnTo>
                <a:lnTo>
                  <a:pt x="8784" y="1144"/>
                </a:lnTo>
                <a:lnTo>
                  <a:pt x="9125" y="1144"/>
                </a:lnTo>
                <a:lnTo>
                  <a:pt x="9417" y="1168"/>
                </a:lnTo>
                <a:lnTo>
                  <a:pt x="9709" y="1241"/>
                </a:lnTo>
                <a:lnTo>
                  <a:pt x="10001" y="1363"/>
                </a:lnTo>
                <a:lnTo>
                  <a:pt x="10025" y="1533"/>
                </a:lnTo>
                <a:lnTo>
                  <a:pt x="10025" y="1533"/>
                </a:lnTo>
                <a:lnTo>
                  <a:pt x="9782" y="1509"/>
                </a:lnTo>
                <a:lnTo>
                  <a:pt x="9076" y="1484"/>
                </a:lnTo>
                <a:lnTo>
                  <a:pt x="8833" y="1436"/>
                </a:lnTo>
                <a:lnTo>
                  <a:pt x="8711" y="1460"/>
                </a:lnTo>
                <a:lnTo>
                  <a:pt x="8590" y="1509"/>
                </a:lnTo>
                <a:lnTo>
                  <a:pt x="8541" y="1557"/>
                </a:lnTo>
                <a:lnTo>
                  <a:pt x="8541" y="1606"/>
                </a:lnTo>
                <a:lnTo>
                  <a:pt x="8614" y="1703"/>
                </a:lnTo>
                <a:lnTo>
                  <a:pt x="8687" y="1801"/>
                </a:lnTo>
                <a:lnTo>
                  <a:pt x="8809" y="1849"/>
                </a:lnTo>
                <a:lnTo>
                  <a:pt x="8930" y="1898"/>
                </a:lnTo>
                <a:lnTo>
                  <a:pt x="9174" y="1922"/>
                </a:lnTo>
                <a:lnTo>
                  <a:pt x="9417" y="1947"/>
                </a:lnTo>
                <a:lnTo>
                  <a:pt x="9733" y="1995"/>
                </a:lnTo>
                <a:lnTo>
                  <a:pt x="10098" y="2044"/>
                </a:lnTo>
                <a:lnTo>
                  <a:pt x="10147" y="2409"/>
                </a:lnTo>
                <a:lnTo>
                  <a:pt x="9952" y="2360"/>
                </a:lnTo>
                <a:lnTo>
                  <a:pt x="9782" y="2312"/>
                </a:lnTo>
                <a:lnTo>
                  <a:pt x="9417" y="2263"/>
                </a:lnTo>
                <a:lnTo>
                  <a:pt x="9149" y="2214"/>
                </a:lnTo>
                <a:lnTo>
                  <a:pt x="8882" y="2214"/>
                </a:lnTo>
                <a:lnTo>
                  <a:pt x="8833" y="2239"/>
                </a:lnTo>
                <a:lnTo>
                  <a:pt x="8809" y="2263"/>
                </a:lnTo>
                <a:lnTo>
                  <a:pt x="8809" y="2312"/>
                </a:lnTo>
                <a:lnTo>
                  <a:pt x="8809" y="2336"/>
                </a:lnTo>
                <a:lnTo>
                  <a:pt x="8882" y="2458"/>
                </a:lnTo>
                <a:lnTo>
                  <a:pt x="8979" y="2555"/>
                </a:lnTo>
                <a:lnTo>
                  <a:pt x="9101" y="2628"/>
                </a:lnTo>
                <a:lnTo>
                  <a:pt x="9247" y="2652"/>
                </a:lnTo>
                <a:lnTo>
                  <a:pt x="9636" y="2750"/>
                </a:lnTo>
                <a:lnTo>
                  <a:pt x="10025" y="2798"/>
                </a:lnTo>
                <a:lnTo>
                  <a:pt x="10171" y="2798"/>
                </a:lnTo>
                <a:lnTo>
                  <a:pt x="10220" y="2750"/>
                </a:lnTo>
                <a:lnTo>
                  <a:pt x="10244" y="2725"/>
                </a:lnTo>
                <a:lnTo>
                  <a:pt x="10317" y="2871"/>
                </a:lnTo>
                <a:lnTo>
                  <a:pt x="10366" y="2944"/>
                </a:lnTo>
                <a:lnTo>
                  <a:pt x="10439" y="2993"/>
                </a:lnTo>
                <a:lnTo>
                  <a:pt x="10585" y="2993"/>
                </a:lnTo>
                <a:lnTo>
                  <a:pt x="10877" y="3066"/>
                </a:lnTo>
                <a:lnTo>
                  <a:pt x="11145" y="3188"/>
                </a:lnTo>
                <a:lnTo>
                  <a:pt x="11388" y="3334"/>
                </a:lnTo>
                <a:lnTo>
                  <a:pt x="11631" y="3504"/>
                </a:lnTo>
                <a:lnTo>
                  <a:pt x="11704" y="3528"/>
                </a:lnTo>
                <a:lnTo>
                  <a:pt x="11753" y="3553"/>
                </a:lnTo>
                <a:lnTo>
                  <a:pt x="11875" y="3553"/>
                </a:lnTo>
                <a:lnTo>
                  <a:pt x="11972" y="3480"/>
                </a:lnTo>
                <a:lnTo>
                  <a:pt x="12021" y="3382"/>
                </a:lnTo>
                <a:lnTo>
                  <a:pt x="12167" y="3309"/>
                </a:lnTo>
                <a:lnTo>
                  <a:pt x="12288" y="3212"/>
                </a:lnTo>
                <a:lnTo>
                  <a:pt x="12532" y="3017"/>
                </a:lnTo>
                <a:lnTo>
                  <a:pt x="13043" y="2652"/>
                </a:lnTo>
                <a:lnTo>
                  <a:pt x="13335" y="2458"/>
                </a:lnTo>
                <a:lnTo>
                  <a:pt x="13602" y="2336"/>
                </a:lnTo>
                <a:lnTo>
                  <a:pt x="13675" y="2287"/>
                </a:lnTo>
                <a:lnTo>
                  <a:pt x="13724" y="2239"/>
                </a:lnTo>
                <a:lnTo>
                  <a:pt x="13846" y="2312"/>
                </a:lnTo>
                <a:lnTo>
                  <a:pt x="14162" y="2555"/>
                </a:lnTo>
                <a:lnTo>
                  <a:pt x="14454" y="2823"/>
                </a:lnTo>
                <a:lnTo>
                  <a:pt x="14722" y="3090"/>
                </a:lnTo>
                <a:lnTo>
                  <a:pt x="14989" y="3358"/>
                </a:lnTo>
                <a:lnTo>
                  <a:pt x="15087" y="3504"/>
                </a:lnTo>
                <a:lnTo>
                  <a:pt x="15208" y="3626"/>
                </a:lnTo>
                <a:lnTo>
                  <a:pt x="14989" y="3869"/>
                </a:lnTo>
                <a:lnTo>
                  <a:pt x="14892" y="3747"/>
                </a:lnTo>
                <a:lnTo>
                  <a:pt x="14746" y="3626"/>
                </a:lnTo>
                <a:lnTo>
                  <a:pt x="14478" y="3431"/>
                </a:lnTo>
                <a:lnTo>
                  <a:pt x="14381" y="3334"/>
                </a:lnTo>
                <a:lnTo>
                  <a:pt x="14235" y="3261"/>
                </a:lnTo>
                <a:lnTo>
                  <a:pt x="14113" y="3212"/>
                </a:lnTo>
                <a:lnTo>
                  <a:pt x="13919" y="3212"/>
                </a:lnTo>
                <a:lnTo>
                  <a:pt x="13894" y="3261"/>
                </a:lnTo>
                <a:lnTo>
                  <a:pt x="13870" y="3309"/>
                </a:lnTo>
                <a:lnTo>
                  <a:pt x="13894" y="3358"/>
                </a:lnTo>
                <a:lnTo>
                  <a:pt x="13967" y="3455"/>
                </a:lnTo>
                <a:lnTo>
                  <a:pt x="14040" y="3553"/>
                </a:lnTo>
                <a:lnTo>
                  <a:pt x="14259" y="3723"/>
                </a:lnTo>
                <a:lnTo>
                  <a:pt x="14503" y="3966"/>
                </a:lnTo>
                <a:lnTo>
                  <a:pt x="14624" y="4064"/>
                </a:lnTo>
                <a:lnTo>
                  <a:pt x="14770" y="4161"/>
                </a:lnTo>
                <a:lnTo>
                  <a:pt x="14600" y="4429"/>
                </a:lnTo>
                <a:lnTo>
                  <a:pt x="14454" y="4283"/>
                </a:lnTo>
                <a:lnTo>
                  <a:pt x="14332" y="4137"/>
                </a:lnTo>
                <a:lnTo>
                  <a:pt x="14235" y="4015"/>
                </a:lnTo>
                <a:lnTo>
                  <a:pt x="14138" y="3893"/>
                </a:lnTo>
                <a:lnTo>
                  <a:pt x="14016" y="3820"/>
                </a:lnTo>
                <a:lnTo>
                  <a:pt x="13894" y="3747"/>
                </a:lnTo>
                <a:lnTo>
                  <a:pt x="13846" y="3747"/>
                </a:lnTo>
                <a:lnTo>
                  <a:pt x="13821" y="3772"/>
                </a:lnTo>
                <a:lnTo>
                  <a:pt x="13797" y="3820"/>
                </a:lnTo>
                <a:lnTo>
                  <a:pt x="13797" y="3845"/>
                </a:lnTo>
                <a:lnTo>
                  <a:pt x="13821" y="3991"/>
                </a:lnTo>
                <a:lnTo>
                  <a:pt x="13894" y="4137"/>
                </a:lnTo>
                <a:lnTo>
                  <a:pt x="14040" y="4429"/>
                </a:lnTo>
                <a:lnTo>
                  <a:pt x="14186" y="4623"/>
                </a:lnTo>
                <a:lnTo>
                  <a:pt x="14332" y="4794"/>
                </a:lnTo>
                <a:lnTo>
                  <a:pt x="14235" y="4964"/>
                </a:lnTo>
                <a:lnTo>
                  <a:pt x="14089" y="5159"/>
                </a:lnTo>
                <a:lnTo>
                  <a:pt x="13967" y="4964"/>
                </a:lnTo>
                <a:lnTo>
                  <a:pt x="13821" y="4769"/>
                </a:lnTo>
                <a:lnTo>
                  <a:pt x="13675" y="4599"/>
                </a:lnTo>
                <a:lnTo>
                  <a:pt x="13554" y="4380"/>
                </a:lnTo>
                <a:lnTo>
                  <a:pt x="13505" y="4331"/>
                </a:lnTo>
                <a:lnTo>
                  <a:pt x="13432" y="4307"/>
                </a:lnTo>
                <a:lnTo>
                  <a:pt x="13359" y="4307"/>
                </a:lnTo>
                <a:lnTo>
                  <a:pt x="13335" y="4356"/>
                </a:lnTo>
                <a:lnTo>
                  <a:pt x="13310" y="4380"/>
                </a:lnTo>
                <a:lnTo>
                  <a:pt x="13310" y="4526"/>
                </a:lnTo>
                <a:lnTo>
                  <a:pt x="13335" y="4648"/>
                </a:lnTo>
                <a:lnTo>
                  <a:pt x="13383" y="4769"/>
                </a:lnTo>
                <a:lnTo>
                  <a:pt x="13456" y="4891"/>
                </a:lnTo>
                <a:lnTo>
                  <a:pt x="13846" y="5548"/>
                </a:lnTo>
                <a:lnTo>
                  <a:pt x="13919" y="5597"/>
                </a:lnTo>
                <a:lnTo>
                  <a:pt x="13992" y="5621"/>
                </a:lnTo>
                <a:lnTo>
                  <a:pt x="14016" y="5645"/>
                </a:lnTo>
                <a:lnTo>
                  <a:pt x="14065" y="5670"/>
                </a:lnTo>
                <a:lnTo>
                  <a:pt x="14186" y="5986"/>
                </a:lnTo>
                <a:lnTo>
                  <a:pt x="14259" y="6302"/>
                </a:lnTo>
                <a:lnTo>
                  <a:pt x="14284" y="6497"/>
                </a:lnTo>
                <a:lnTo>
                  <a:pt x="14284" y="6692"/>
                </a:lnTo>
                <a:lnTo>
                  <a:pt x="14308" y="6886"/>
                </a:lnTo>
                <a:lnTo>
                  <a:pt x="14332" y="7081"/>
                </a:lnTo>
                <a:lnTo>
                  <a:pt x="14381" y="7154"/>
                </a:lnTo>
                <a:lnTo>
                  <a:pt x="14454" y="7203"/>
                </a:lnTo>
                <a:lnTo>
                  <a:pt x="14527" y="7227"/>
                </a:lnTo>
                <a:lnTo>
                  <a:pt x="14624" y="7227"/>
                </a:lnTo>
                <a:lnTo>
                  <a:pt x="14722" y="7276"/>
                </a:lnTo>
                <a:lnTo>
                  <a:pt x="14843" y="7300"/>
                </a:lnTo>
                <a:lnTo>
                  <a:pt x="15111" y="7348"/>
                </a:lnTo>
                <a:lnTo>
                  <a:pt x="15598" y="7373"/>
                </a:lnTo>
                <a:lnTo>
                  <a:pt x="15962" y="7446"/>
                </a:lnTo>
                <a:lnTo>
                  <a:pt x="16352" y="7519"/>
                </a:lnTo>
                <a:lnTo>
                  <a:pt x="16571" y="7592"/>
                </a:lnTo>
                <a:lnTo>
                  <a:pt x="16692" y="7640"/>
                </a:lnTo>
                <a:lnTo>
                  <a:pt x="16814" y="7640"/>
                </a:lnTo>
                <a:lnTo>
                  <a:pt x="16765" y="7957"/>
                </a:lnTo>
                <a:lnTo>
                  <a:pt x="16765" y="8249"/>
                </a:lnTo>
                <a:lnTo>
                  <a:pt x="16765" y="8857"/>
                </a:lnTo>
                <a:lnTo>
                  <a:pt x="16765" y="9344"/>
                </a:lnTo>
                <a:lnTo>
                  <a:pt x="16765" y="9587"/>
                </a:lnTo>
                <a:lnTo>
                  <a:pt x="16790" y="9855"/>
                </a:lnTo>
                <a:lnTo>
                  <a:pt x="16522" y="9855"/>
                </a:lnTo>
                <a:lnTo>
                  <a:pt x="16571" y="9757"/>
                </a:lnTo>
                <a:lnTo>
                  <a:pt x="16546" y="9636"/>
                </a:lnTo>
                <a:lnTo>
                  <a:pt x="16522" y="9417"/>
                </a:lnTo>
                <a:lnTo>
                  <a:pt x="16473" y="9125"/>
                </a:lnTo>
                <a:lnTo>
                  <a:pt x="16449" y="9003"/>
                </a:lnTo>
                <a:lnTo>
                  <a:pt x="16400" y="8857"/>
                </a:lnTo>
                <a:lnTo>
                  <a:pt x="16376" y="8833"/>
                </a:lnTo>
                <a:lnTo>
                  <a:pt x="16327" y="8808"/>
                </a:lnTo>
                <a:lnTo>
                  <a:pt x="16279" y="8833"/>
                </a:lnTo>
                <a:lnTo>
                  <a:pt x="16254" y="8857"/>
                </a:lnTo>
                <a:lnTo>
                  <a:pt x="16206" y="9003"/>
                </a:lnTo>
                <a:lnTo>
                  <a:pt x="16181" y="9125"/>
                </a:lnTo>
                <a:lnTo>
                  <a:pt x="16133" y="9417"/>
                </a:lnTo>
                <a:lnTo>
                  <a:pt x="16133" y="9660"/>
                </a:lnTo>
                <a:lnTo>
                  <a:pt x="16157" y="9782"/>
                </a:lnTo>
                <a:lnTo>
                  <a:pt x="16206" y="9903"/>
                </a:lnTo>
                <a:lnTo>
                  <a:pt x="15768" y="9928"/>
                </a:lnTo>
                <a:lnTo>
                  <a:pt x="15671" y="9928"/>
                </a:lnTo>
                <a:lnTo>
                  <a:pt x="15719" y="9806"/>
                </a:lnTo>
                <a:lnTo>
                  <a:pt x="15768" y="9538"/>
                </a:lnTo>
                <a:lnTo>
                  <a:pt x="15841" y="9246"/>
                </a:lnTo>
                <a:lnTo>
                  <a:pt x="15865" y="8954"/>
                </a:lnTo>
                <a:lnTo>
                  <a:pt x="15841" y="8906"/>
                </a:lnTo>
                <a:lnTo>
                  <a:pt x="15817" y="8881"/>
                </a:lnTo>
                <a:lnTo>
                  <a:pt x="15744" y="8808"/>
                </a:lnTo>
                <a:lnTo>
                  <a:pt x="15671" y="8808"/>
                </a:lnTo>
                <a:lnTo>
                  <a:pt x="15622" y="8857"/>
                </a:lnTo>
                <a:lnTo>
                  <a:pt x="15573" y="8930"/>
                </a:lnTo>
                <a:lnTo>
                  <a:pt x="15427" y="9441"/>
                </a:lnTo>
                <a:lnTo>
                  <a:pt x="15330" y="9709"/>
                </a:lnTo>
                <a:lnTo>
                  <a:pt x="15330" y="9830"/>
                </a:lnTo>
                <a:lnTo>
                  <a:pt x="15330" y="9903"/>
                </a:lnTo>
                <a:lnTo>
                  <a:pt x="15354" y="9928"/>
                </a:lnTo>
                <a:lnTo>
                  <a:pt x="15135" y="9952"/>
                </a:lnTo>
                <a:lnTo>
                  <a:pt x="14916" y="9976"/>
                </a:lnTo>
                <a:lnTo>
                  <a:pt x="14965" y="9636"/>
                </a:lnTo>
                <a:lnTo>
                  <a:pt x="14989" y="9344"/>
                </a:lnTo>
                <a:lnTo>
                  <a:pt x="14989" y="9173"/>
                </a:lnTo>
                <a:lnTo>
                  <a:pt x="14941" y="9027"/>
                </a:lnTo>
                <a:lnTo>
                  <a:pt x="14916" y="8979"/>
                </a:lnTo>
                <a:lnTo>
                  <a:pt x="14868" y="8954"/>
                </a:lnTo>
                <a:lnTo>
                  <a:pt x="14819" y="8954"/>
                </a:lnTo>
                <a:lnTo>
                  <a:pt x="14770" y="8979"/>
                </a:lnTo>
                <a:lnTo>
                  <a:pt x="14697" y="9100"/>
                </a:lnTo>
                <a:lnTo>
                  <a:pt x="14649" y="9198"/>
                </a:lnTo>
                <a:lnTo>
                  <a:pt x="14600" y="9465"/>
                </a:lnTo>
                <a:lnTo>
                  <a:pt x="14405" y="10171"/>
                </a:lnTo>
                <a:lnTo>
                  <a:pt x="14405" y="10244"/>
                </a:lnTo>
                <a:lnTo>
                  <a:pt x="14430" y="10317"/>
                </a:lnTo>
                <a:lnTo>
                  <a:pt x="14284" y="10585"/>
                </a:lnTo>
                <a:lnTo>
                  <a:pt x="14162" y="10877"/>
                </a:lnTo>
                <a:lnTo>
                  <a:pt x="14065" y="11047"/>
                </a:lnTo>
                <a:lnTo>
                  <a:pt x="13943" y="11193"/>
                </a:lnTo>
                <a:lnTo>
                  <a:pt x="13724" y="11461"/>
                </a:lnTo>
                <a:lnTo>
                  <a:pt x="13675" y="11558"/>
                </a:lnTo>
                <a:lnTo>
                  <a:pt x="13675" y="11631"/>
                </a:lnTo>
                <a:lnTo>
                  <a:pt x="13675" y="11704"/>
                </a:lnTo>
                <a:lnTo>
                  <a:pt x="13724" y="11753"/>
                </a:lnTo>
                <a:lnTo>
                  <a:pt x="13773" y="11801"/>
                </a:lnTo>
                <a:lnTo>
                  <a:pt x="13846" y="11826"/>
                </a:lnTo>
                <a:lnTo>
                  <a:pt x="13919" y="11826"/>
                </a:lnTo>
                <a:lnTo>
                  <a:pt x="13992" y="11777"/>
                </a:lnTo>
                <a:lnTo>
                  <a:pt x="14113" y="11972"/>
                </a:lnTo>
                <a:lnTo>
                  <a:pt x="14259" y="12142"/>
                </a:lnTo>
                <a:lnTo>
                  <a:pt x="14551" y="12507"/>
                </a:lnTo>
                <a:lnTo>
                  <a:pt x="14868" y="12945"/>
                </a:lnTo>
                <a:lnTo>
                  <a:pt x="15135" y="13407"/>
                </a:lnTo>
                <a:lnTo>
                  <a:pt x="14941" y="13651"/>
                </a:lnTo>
                <a:lnTo>
                  <a:pt x="14722" y="13894"/>
                </a:lnTo>
                <a:lnTo>
                  <a:pt x="14284" y="14332"/>
                </a:lnTo>
                <a:lnTo>
                  <a:pt x="13943" y="14673"/>
                </a:lnTo>
                <a:lnTo>
                  <a:pt x="13773" y="14843"/>
                </a:lnTo>
                <a:lnTo>
                  <a:pt x="13627" y="15038"/>
                </a:lnTo>
                <a:lnTo>
                  <a:pt x="13383" y="14867"/>
                </a:lnTo>
                <a:lnTo>
                  <a:pt x="13578" y="14794"/>
                </a:lnTo>
                <a:lnTo>
                  <a:pt x="13748" y="14673"/>
                </a:lnTo>
                <a:lnTo>
                  <a:pt x="14040" y="14478"/>
                </a:lnTo>
                <a:lnTo>
                  <a:pt x="14113" y="14429"/>
                </a:lnTo>
                <a:lnTo>
                  <a:pt x="14138" y="14356"/>
                </a:lnTo>
                <a:lnTo>
                  <a:pt x="14138" y="14283"/>
                </a:lnTo>
                <a:lnTo>
                  <a:pt x="14113" y="14235"/>
                </a:lnTo>
                <a:lnTo>
                  <a:pt x="14065" y="14186"/>
                </a:lnTo>
                <a:lnTo>
                  <a:pt x="14016" y="14162"/>
                </a:lnTo>
                <a:lnTo>
                  <a:pt x="13943" y="14137"/>
                </a:lnTo>
                <a:lnTo>
                  <a:pt x="13870" y="14162"/>
                </a:lnTo>
                <a:lnTo>
                  <a:pt x="13602" y="14308"/>
                </a:lnTo>
                <a:lnTo>
                  <a:pt x="13335" y="14478"/>
                </a:lnTo>
                <a:lnTo>
                  <a:pt x="13043" y="14624"/>
                </a:lnTo>
                <a:lnTo>
                  <a:pt x="12897" y="14527"/>
                </a:lnTo>
                <a:lnTo>
                  <a:pt x="12945" y="14502"/>
                </a:lnTo>
                <a:lnTo>
                  <a:pt x="13213" y="14332"/>
                </a:lnTo>
                <a:lnTo>
                  <a:pt x="13310" y="14210"/>
                </a:lnTo>
                <a:lnTo>
                  <a:pt x="13383" y="14113"/>
                </a:lnTo>
                <a:lnTo>
                  <a:pt x="13408" y="14040"/>
                </a:lnTo>
                <a:lnTo>
                  <a:pt x="13408" y="13967"/>
                </a:lnTo>
                <a:lnTo>
                  <a:pt x="13383" y="13918"/>
                </a:lnTo>
                <a:lnTo>
                  <a:pt x="13359" y="13845"/>
                </a:lnTo>
                <a:lnTo>
                  <a:pt x="13310" y="13821"/>
                </a:lnTo>
                <a:lnTo>
                  <a:pt x="13237" y="13797"/>
                </a:lnTo>
                <a:lnTo>
                  <a:pt x="13189" y="13797"/>
                </a:lnTo>
                <a:lnTo>
                  <a:pt x="13116" y="13821"/>
                </a:lnTo>
                <a:lnTo>
                  <a:pt x="13018" y="13894"/>
                </a:lnTo>
                <a:lnTo>
                  <a:pt x="12921" y="13991"/>
                </a:lnTo>
                <a:lnTo>
                  <a:pt x="12799" y="14089"/>
                </a:lnTo>
                <a:lnTo>
                  <a:pt x="12702" y="14162"/>
                </a:lnTo>
                <a:lnTo>
                  <a:pt x="12556" y="14283"/>
                </a:lnTo>
                <a:lnTo>
                  <a:pt x="12264" y="14040"/>
                </a:lnTo>
                <a:lnTo>
                  <a:pt x="12532" y="13870"/>
                </a:lnTo>
                <a:lnTo>
                  <a:pt x="12653" y="13797"/>
                </a:lnTo>
                <a:lnTo>
                  <a:pt x="12799" y="13699"/>
                </a:lnTo>
                <a:lnTo>
                  <a:pt x="12848" y="13651"/>
                </a:lnTo>
                <a:lnTo>
                  <a:pt x="12897" y="13578"/>
                </a:lnTo>
                <a:lnTo>
                  <a:pt x="12921" y="13505"/>
                </a:lnTo>
                <a:lnTo>
                  <a:pt x="12897" y="13432"/>
                </a:lnTo>
                <a:lnTo>
                  <a:pt x="12872" y="13359"/>
                </a:lnTo>
                <a:lnTo>
                  <a:pt x="12824" y="13334"/>
                </a:lnTo>
                <a:lnTo>
                  <a:pt x="12702" y="13334"/>
                </a:lnTo>
                <a:lnTo>
                  <a:pt x="12556" y="13407"/>
                </a:lnTo>
                <a:lnTo>
                  <a:pt x="12459" y="13480"/>
                </a:lnTo>
                <a:lnTo>
                  <a:pt x="12167" y="13651"/>
                </a:lnTo>
                <a:lnTo>
                  <a:pt x="11899" y="13821"/>
                </a:lnTo>
                <a:lnTo>
                  <a:pt x="11777" y="13797"/>
                </a:lnTo>
                <a:lnTo>
                  <a:pt x="11680" y="13772"/>
                </a:lnTo>
                <a:lnTo>
                  <a:pt x="11607" y="13797"/>
                </a:lnTo>
                <a:lnTo>
                  <a:pt x="11558" y="13845"/>
                </a:lnTo>
                <a:lnTo>
                  <a:pt x="11510" y="13821"/>
                </a:lnTo>
                <a:lnTo>
                  <a:pt x="11437" y="13845"/>
                </a:lnTo>
                <a:lnTo>
                  <a:pt x="11388" y="13845"/>
                </a:lnTo>
                <a:lnTo>
                  <a:pt x="11266" y="13918"/>
                </a:lnTo>
                <a:lnTo>
                  <a:pt x="11120" y="14016"/>
                </a:lnTo>
                <a:lnTo>
                  <a:pt x="10974" y="14064"/>
                </a:lnTo>
                <a:lnTo>
                  <a:pt x="10682" y="14137"/>
                </a:lnTo>
                <a:lnTo>
                  <a:pt x="10536" y="14186"/>
                </a:lnTo>
                <a:lnTo>
                  <a:pt x="10415" y="14283"/>
                </a:lnTo>
                <a:lnTo>
                  <a:pt x="10269" y="14283"/>
                </a:lnTo>
                <a:lnTo>
                  <a:pt x="10220" y="14332"/>
                </a:lnTo>
                <a:lnTo>
                  <a:pt x="10171" y="14405"/>
                </a:lnTo>
                <a:lnTo>
                  <a:pt x="10171" y="14429"/>
                </a:lnTo>
                <a:lnTo>
                  <a:pt x="10123" y="14429"/>
                </a:lnTo>
                <a:lnTo>
                  <a:pt x="10001" y="14478"/>
                </a:lnTo>
                <a:lnTo>
                  <a:pt x="9879" y="14527"/>
                </a:lnTo>
                <a:lnTo>
                  <a:pt x="9636" y="14648"/>
                </a:lnTo>
                <a:lnTo>
                  <a:pt x="9514" y="14697"/>
                </a:lnTo>
                <a:lnTo>
                  <a:pt x="9393" y="14721"/>
                </a:lnTo>
                <a:lnTo>
                  <a:pt x="9271" y="14746"/>
                </a:lnTo>
                <a:lnTo>
                  <a:pt x="9149" y="14794"/>
                </a:lnTo>
                <a:lnTo>
                  <a:pt x="9101" y="14867"/>
                </a:lnTo>
                <a:lnTo>
                  <a:pt x="9101" y="14892"/>
                </a:lnTo>
                <a:lnTo>
                  <a:pt x="9125" y="14940"/>
                </a:lnTo>
                <a:lnTo>
                  <a:pt x="9198" y="15013"/>
                </a:lnTo>
                <a:lnTo>
                  <a:pt x="9295" y="15062"/>
                </a:lnTo>
                <a:lnTo>
                  <a:pt x="9417" y="15086"/>
                </a:lnTo>
                <a:lnTo>
                  <a:pt x="9539" y="15062"/>
                </a:lnTo>
                <a:lnTo>
                  <a:pt x="9685" y="15038"/>
                </a:lnTo>
                <a:lnTo>
                  <a:pt x="9831" y="14989"/>
                </a:lnTo>
                <a:lnTo>
                  <a:pt x="10098" y="14843"/>
                </a:lnTo>
                <a:lnTo>
                  <a:pt x="10074" y="14989"/>
                </a:lnTo>
                <a:lnTo>
                  <a:pt x="9879" y="15086"/>
                </a:lnTo>
                <a:lnTo>
                  <a:pt x="9660" y="15208"/>
                </a:lnTo>
                <a:lnTo>
                  <a:pt x="9417" y="15281"/>
                </a:lnTo>
                <a:lnTo>
                  <a:pt x="9295" y="15330"/>
                </a:lnTo>
                <a:lnTo>
                  <a:pt x="9198" y="15403"/>
                </a:lnTo>
                <a:lnTo>
                  <a:pt x="9174" y="15476"/>
                </a:lnTo>
                <a:lnTo>
                  <a:pt x="9198" y="15500"/>
                </a:lnTo>
                <a:lnTo>
                  <a:pt x="9198" y="15548"/>
                </a:lnTo>
                <a:lnTo>
                  <a:pt x="9271" y="15597"/>
                </a:lnTo>
                <a:lnTo>
                  <a:pt x="9344" y="15621"/>
                </a:lnTo>
                <a:lnTo>
                  <a:pt x="9417" y="15646"/>
                </a:lnTo>
                <a:lnTo>
                  <a:pt x="9514" y="15621"/>
                </a:lnTo>
                <a:lnTo>
                  <a:pt x="9685" y="15597"/>
                </a:lnTo>
                <a:lnTo>
                  <a:pt x="9831" y="15548"/>
                </a:lnTo>
                <a:lnTo>
                  <a:pt x="10001" y="15476"/>
                </a:lnTo>
                <a:lnTo>
                  <a:pt x="9977" y="15767"/>
                </a:lnTo>
                <a:lnTo>
                  <a:pt x="9952" y="15792"/>
                </a:lnTo>
                <a:lnTo>
                  <a:pt x="9904" y="15816"/>
                </a:lnTo>
                <a:lnTo>
                  <a:pt x="9636" y="15913"/>
                </a:lnTo>
                <a:lnTo>
                  <a:pt x="9368" y="15986"/>
                </a:lnTo>
                <a:lnTo>
                  <a:pt x="9198" y="16011"/>
                </a:lnTo>
                <a:lnTo>
                  <a:pt x="9125" y="16059"/>
                </a:lnTo>
                <a:lnTo>
                  <a:pt x="9101" y="16084"/>
                </a:lnTo>
                <a:lnTo>
                  <a:pt x="9076" y="16108"/>
                </a:lnTo>
                <a:lnTo>
                  <a:pt x="9076" y="16181"/>
                </a:lnTo>
                <a:lnTo>
                  <a:pt x="9101" y="16205"/>
                </a:lnTo>
                <a:lnTo>
                  <a:pt x="9198" y="16254"/>
                </a:lnTo>
                <a:lnTo>
                  <a:pt x="9295" y="16303"/>
                </a:lnTo>
                <a:lnTo>
                  <a:pt x="9636" y="16303"/>
                </a:lnTo>
                <a:lnTo>
                  <a:pt x="9855" y="16230"/>
                </a:lnTo>
                <a:lnTo>
                  <a:pt x="9831" y="16424"/>
                </a:lnTo>
                <a:lnTo>
                  <a:pt x="9831" y="16643"/>
                </a:lnTo>
                <a:lnTo>
                  <a:pt x="9271" y="16668"/>
                </a:lnTo>
                <a:lnTo>
                  <a:pt x="8711" y="16692"/>
                </a:lnTo>
                <a:lnTo>
                  <a:pt x="7981" y="16692"/>
                </a:lnTo>
                <a:lnTo>
                  <a:pt x="7738" y="16716"/>
                </a:lnTo>
                <a:lnTo>
                  <a:pt x="7763" y="16595"/>
                </a:lnTo>
                <a:lnTo>
                  <a:pt x="7763" y="16449"/>
                </a:lnTo>
                <a:lnTo>
                  <a:pt x="7738" y="16181"/>
                </a:lnTo>
                <a:lnTo>
                  <a:pt x="7641" y="15694"/>
                </a:lnTo>
                <a:lnTo>
                  <a:pt x="7592" y="15330"/>
                </a:lnTo>
                <a:lnTo>
                  <a:pt x="7519" y="14892"/>
                </a:lnTo>
                <a:lnTo>
                  <a:pt x="7471" y="14673"/>
                </a:lnTo>
                <a:lnTo>
                  <a:pt x="7373" y="14502"/>
                </a:lnTo>
                <a:lnTo>
                  <a:pt x="7276" y="14356"/>
                </a:lnTo>
                <a:lnTo>
                  <a:pt x="7203" y="14308"/>
                </a:lnTo>
                <a:lnTo>
                  <a:pt x="7130" y="14259"/>
                </a:lnTo>
                <a:lnTo>
                  <a:pt x="7033" y="14259"/>
                </a:lnTo>
                <a:lnTo>
                  <a:pt x="6960" y="14283"/>
                </a:lnTo>
                <a:lnTo>
                  <a:pt x="6716" y="14210"/>
                </a:lnTo>
                <a:lnTo>
                  <a:pt x="6497" y="14137"/>
                </a:lnTo>
                <a:lnTo>
                  <a:pt x="6327" y="14064"/>
                </a:lnTo>
                <a:lnTo>
                  <a:pt x="6157" y="13991"/>
                </a:lnTo>
                <a:lnTo>
                  <a:pt x="5986" y="13918"/>
                </a:lnTo>
                <a:lnTo>
                  <a:pt x="5816" y="13845"/>
                </a:lnTo>
                <a:lnTo>
                  <a:pt x="5743" y="13772"/>
                </a:lnTo>
                <a:lnTo>
                  <a:pt x="5646" y="13724"/>
                </a:lnTo>
                <a:lnTo>
                  <a:pt x="5597" y="13699"/>
                </a:lnTo>
                <a:lnTo>
                  <a:pt x="5548" y="13724"/>
                </a:lnTo>
                <a:lnTo>
                  <a:pt x="5500" y="13748"/>
                </a:lnTo>
                <a:lnTo>
                  <a:pt x="5427" y="13772"/>
                </a:lnTo>
                <a:lnTo>
                  <a:pt x="5062" y="13602"/>
                </a:lnTo>
                <a:lnTo>
                  <a:pt x="4843" y="13505"/>
                </a:lnTo>
                <a:lnTo>
                  <a:pt x="4721" y="13480"/>
                </a:lnTo>
                <a:lnTo>
                  <a:pt x="4648" y="13480"/>
                </a:lnTo>
                <a:lnTo>
                  <a:pt x="4599" y="13505"/>
                </a:lnTo>
                <a:lnTo>
                  <a:pt x="4551" y="13529"/>
                </a:lnTo>
                <a:lnTo>
                  <a:pt x="4526" y="13602"/>
                </a:lnTo>
                <a:lnTo>
                  <a:pt x="4551" y="13651"/>
                </a:lnTo>
                <a:lnTo>
                  <a:pt x="4575" y="13724"/>
                </a:lnTo>
                <a:lnTo>
                  <a:pt x="4672" y="13821"/>
                </a:lnTo>
                <a:lnTo>
                  <a:pt x="4916" y="13967"/>
                </a:lnTo>
                <a:lnTo>
                  <a:pt x="5135" y="14113"/>
                </a:lnTo>
                <a:lnTo>
                  <a:pt x="4989" y="14283"/>
                </a:lnTo>
                <a:lnTo>
                  <a:pt x="4940" y="14210"/>
                </a:lnTo>
                <a:lnTo>
                  <a:pt x="4891" y="14137"/>
                </a:lnTo>
                <a:lnTo>
                  <a:pt x="4843" y="14113"/>
                </a:lnTo>
                <a:lnTo>
                  <a:pt x="4794" y="14113"/>
                </a:lnTo>
                <a:lnTo>
                  <a:pt x="4672" y="14089"/>
                </a:lnTo>
                <a:lnTo>
                  <a:pt x="4526" y="14064"/>
                </a:lnTo>
                <a:lnTo>
                  <a:pt x="4380" y="13991"/>
                </a:lnTo>
                <a:lnTo>
                  <a:pt x="4259" y="13918"/>
                </a:lnTo>
                <a:lnTo>
                  <a:pt x="4137" y="13821"/>
                </a:lnTo>
                <a:lnTo>
                  <a:pt x="4015" y="13748"/>
                </a:lnTo>
                <a:lnTo>
                  <a:pt x="3894" y="13699"/>
                </a:lnTo>
                <a:lnTo>
                  <a:pt x="3821" y="13699"/>
                </a:lnTo>
                <a:lnTo>
                  <a:pt x="3796" y="13724"/>
                </a:lnTo>
                <a:lnTo>
                  <a:pt x="3772" y="13772"/>
                </a:lnTo>
                <a:lnTo>
                  <a:pt x="3772" y="13870"/>
                </a:lnTo>
                <a:lnTo>
                  <a:pt x="3796" y="13943"/>
                </a:lnTo>
                <a:lnTo>
                  <a:pt x="3845" y="14040"/>
                </a:lnTo>
                <a:lnTo>
                  <a:pt x="3894" y="14113"/>
                </a:lnTo>
                <a:lnTo>
                  <a:pt x="4015" y="14235"/>
                </a:lnTo>
                <a:lnTo>
                  <a:pt x="4186" y="14332"/>
                </a:lnTo>
                <a:lnTo>
                  <a:pt x="4307" y="14405"/>
                </a:lnTo>
                <a:lnTo>
                  <a:pt x="4453" y="14478"/>
                </a:lnTo>
                <a:lnTo>
                  <a:pt x="4599" y="14502"/>
                </a:lnTo>
                <a:lnTo>
                  <a:pt x="4745" y="14502"/>
                </a:lnTo>
                <a:lnTo>
                  <a:pt x="4380" y="14819"/>
                </a:lnTo>
                <a:lnTo>
                  <a:pt x="4356" y="14746"/>
                </a:lnTo>
                <a:lnTo>
                  <a:pt x="4307" y="14697"/>
                </a:lnTo>
                <a:lnTo>
                  <a:pt x="4259" y="14673"/>
                </a:lnTo>
                <a:lnTo>
                  <a:pt x="4186" y="14648"/>
                </a:lnTo>
                <a:lnTo>
                  <a:pt x="4088" y="14648"/>
                </a:lnTo>
                <a:lnTo>
                  <a:pt x="3991" y="14600"/>
                </a:lnTo>
                <a:lnTo>
                  <a:pt x="3845" y="14502"/>
                </a:lnTo>
                <a:lnTo>
                  <a:pt x="3675" y="14356"/>
                </a:lnTo>
                <a:lnTo>
                  <a:pt x="3626" y="14332"/>
                </a:lnTo>
                <a:lnTo>
                  <a:pt x="3577" y="14308"/>
                </a:lnTo>
                <a:lnTo>
                  <a:pt x="3529" y="14283"/>
                </a:lnTo>
                <a:lnTo>
                  <a:pt x="3480" y="14259"/>
                </a:lnTo>
                <a:lnTo>
                  <a:pt x="3431" y="14259"/>
                </a:lnTo>
                <a:lnTo>
                  <a:pt x="3407" y="14283"/>
                </a:lnTo>
                <a:lnTo>
                  <a:pt x="3383" y="14405"/>
                </a:lnTo>
                <a:lnTo>
                  <a:pt x="3358" y="14478"/>
                </a:lnTo>
                <a:lnTo>
                  <a:pt x="3383" y="14551"/>
                </a:lnTo>
                <a:lnTo>
                  <a:pt x="3407" y="14624"/>
                </a:lnTo>
                <a:lnTo>
                  <a:pt x="3456" y="14697"/>
                </a:lnTo>
                <a:lnTo>
                  <a:pt x="3577" y="14819"/>
                </a:lnTo>
                <a:lnTo>
                  <a:pt x="3675" y="14916"/>
                </a:lnTo>
                <a:lnTo>
                  <a:pt x="3772" y="14989"/>
                </a:lnTo>
                <a:lnTo>
                  <a:pt x="3894" y="15038"/>
                </a:lnTo>
                <a:lnTo>
                  <a:pt x="4015" y="15086"/>
                </a:lnTo>
                <a:lnTo>
                  <a:pt x="3796" y="15208"/>
                </a:lnTo>
                <a:lnTo>
                  <a:pt x="3748" y="15159"/>
                </a:lnTo>
                <a:lnTo>
                  <a:pt x="3529" y="14989"/>
                </a:lnTo>
                <a:lnTo>
                  <a:pt x="3310" y="14819"/>
                </a:lnTo>
                <a:lnTo>
                  <a:pt x="2920" y="14429"/>
                </a:lnTo>
                <a:lnTo>
                  <a:pt x="2555" y="14064"/>
                </a:lnTo>
                <a:lnTo>
                  <a:pt x="2385" y="13845"/>
                </a:lnTo>
                <a:lnTo>
                  <a:pt x="2239" y="13626"/>
                </a:lnTo>
                <a:lnTo>
                  <a:pt x="2409" y="13456"/>
                </a:lnTo>
                <a:lnTo>
                  <a:pt x="2555" y="13237"/>
                </a:lnTo>
                <a:lnTo>
                  <a:pt x="2799" y="12848"/>
                </a:lnTo>
                <a:lnTo>
                  <a:pt x="3212" y="12312"/>
                </a:lnTo>
                <a:lnTo>
                  <a:pt x="3626" y="11801"/>
                </a:lnTo>
                <a:lnTo>
                  <a:pt x="3626" y="11777"/>
                </a:lnTo>
                <a:lnTo>
                  <a:pt x="3723" y="11704"/>
                </a:lnTo>
                <a:lnTo>
                  <a:pt x="3748" y="11607"/>
                </a:lnTo>
                <a:lnTo>
                  <a:pt x="3772" y="11558"/>
                </a:lnTo>
                <a:lnTo>
                  <a:pt x="3748" y="11485"/>
                </a:lnTo>
                <a:lnTo>
                  <a:pt x="3723" y="11436"/>
                </a:lnTo>
                <a:lnTo>
                  <a:pt x="3675" y="11388"/>
                </a:lnTo>
                <a:lnTo>
                  <a:pt x="3529" y="11266"/>
                </a:lnTo>
                <a:lnTo>
                  <a:pt x="3407" y="11096"/>
                </a:lnTo>
                <a:lnTo>
                  <a:pt x="3164" y="10779"/>
                </a:lnTo>
                <a:lnTo>
                  <a:pt x="3018" y="10536"/>
                </a:lnTo>
                <a:lnTo>
                  <a:pt x="3018" y="10463"/>
                </a:lnTo>
                <a:lnTo>
                  <a:pt x="2993" y="10366"/>
                </a:lnTo>
                <a:lnTo>
                  <a:pt x="2945" y="10293"/>
                </a:lnTo>
                <a:lnTo>
                  <a:pt x="2872" y="10244"/>
                </a:lnTo>
                <a:lnTo>
                  <a:pt x="2774" y="10220"/>
                </a:lnTo>
                <a:lnTo>
                  <a:pt x="1704" y="10122"/>
                </a:lnTo>
                <a:lnTo>
                  <a:pt x="1144" y="10074"/>
                </a:lnTo>
                <a:lnTo>
                  <a:pt x="876" y="10025"/>
                </a:lnTo>
                <a:lnTo>
                  <a:pt x="633" y="9952"/>
                </a:lnTo>
                <a:lnTo>
                  <a:pt x="633" y="9830"/>
                </a:lnTo>
                <a:lnTo>
                  <a:pt x="609" y="9709"/>
                </a:lnTo>
                <a:lnTo>
                  <a:pt x="584" y="9587"/>
                </a:lnTo>
                <a:lnTo>
                  <a:pt x="560" y="9441"/>
                </a:lnTo>
                <a:lnTo>
                  <a:pt x="536" y="9052"/>
                </a:lnTo>
                <a:lnTo>
                  <a:pt x="560" y="8638"/>
                </a:lnTo>
                <a:lnTo>
                  <a:pt x="584" y="8395"/>
                </a:lnTo>
                <a:lnTo>
                  <a:pt x="609" y="8127"/>
                </a:lnTo>
                <a:lnTo>
                  <a:pt x="633" y="7835"/>
                </a:lnTo>
                <a:lnTo>
                  <a:pt x="633" y="7689"/>
                </a:lnTo>
                <a:lnTo>
                  <a:pt x="609" y="7567"/>
                </a:lnTo>
                <a:lnTo>
                  <a:pt x="803" y="7519"/>
                </a:lnTo>
                <a:lnTo>
                  <a:pt x="1217" y="7421"/>
                </a:lnTo>
                <a:lnTo>
                  <a:pt x="1095" y="7592"/>
                </a:lnTo>
                <a:lnTo>
                  <a:pt x="998" y="7762"/>
                </a:lnTo>
                <a:lnTo>
                  <a:pt x="876" y="8103"/>
                </a:lnTo>
                <a:lnTo>
                  <a:pt x="876" y="8151"/>
                </a:lnTo>
                <a:lnTo>
                  <a:pt x="876" y="8224"/>
                </a:lnTo>
                <a:lnTo>
                  <a:pt x="901" y="8273"/>
                </a:lnTo>
                <a:lnTo>
                  <a:pt x="925" y="8297"/>
                </a:lnTo>
                <a:lnTo>
                  <a:pt x="1022" y="8370"/>
                </a:lnTo>
                <a:lnTo>
                  <a:pt x="1144" y="8370"/>
                </a:lnTo>
                <a:lnTo>
                  <a:pt x="1193" y="8346"/>
                </a:lnTo>
                <a:lnTo>
                  <a:pt x="1217" y="8297"/>
                </a:lnTo>
                <a:lnTo>
                  <a:pt x="1290" y="8224"/>
                </a:lnTo>
                <a:lnTo>
                  <a:pt x="1363" y="7981"/>
                </a:lnTo>
                <a:lnTo>
                  <a:pt x="1460" y="7738"/>
                </a:lnTo>
                <a:lnTo>
                  <a:pt x="1558" y="7543"/>
                </a:lnTo>
                <a:lnTo>
                  <a:pt x="1655" y="7348"/>
                </a:lnTo>
                <a:lnTo>
                  <a:pt x="1850" y="7348"/>
                </a:lnTo>
                <a:lnTo>
                  <a:pt x="1752" y="7519"/>
                </a:lnTo>
                <a:lnTo>
                  <a:pt x="1655" y="7689"/>
                </a:lnTo>
                <a:lnTo>
                  <a:pt x="1606" y="7884"/>
                </a:lnTo>
                <a:lnTo>
                  <a:pt x="1558" y="8054"/>
                </a:lnTo>
                <a:lnTo>
                  <a:pt x="1558" y="8127"/>
                </a:lnTo>
                <a:lnTo>
                  <a:pt x="1558" y="8176"/>
                </a:lnTo>
                <a:lnTo>
                  <a:pt x="1606" y="8224"/>
                </a:lnTo>
                <a:lnTo>
                  <a:pt x="1655" y="8273"/>
                </a:lnTo>
                <a:lnTo>
                  <a:pt x="1728" y="8322"/>
                </a:lnTo>
                <a:lnTo>
                  <a:pt x="1801" y="8297"/>
                </a:lnTo>
                <a:lnTo>
                  <a:pt x="1898" y="8249"/>
                </a:lnTo>
                <a:lnTo>
                  <a:pt x="1923" y="8200"/>
                </a:lnTo>
                <a:lnTo>
                  <a:pt x="1947" y="8151"/>
                </a:lnTo>
                <a:lnTo>
                  <a:pt x="1996" y="7908"/>
                </a:lnTo>
                <a:lnTo>
                  <a:pt x="2093" y="7689"/>
                </a:lnTo>
                <a:lnTo>
                  <a:pt x="2166" y="7519"/>
                </a:lnTo>
                <a:lnTo>
                  <a:pt x="2239" y="7324"/>
                </a:lnTo>
                <a:lnTo>
                  <a:pt x="2409" y="7324"/>
                </a:lnTo>
                <a:lnTo>
                  <a:pt x="2361" y="7494"/>
                </a:lnTo>
                <a:lnTo>
                  <a:pt x="2239" y="7762"/>
                </a:lnTo>
                <a:lnTo>
                  <a:pt x="2215" y="7908"/>
                </a:lnTo>
                <a:lnTo>
                  <a:pt x="2190" y="8054"/>
                </a:lnTo>
                <a:lnTo>
                  <a:pt x="2215" y="8127"/>
                </a:lnTo>
                <a:lnTo>
                  <a:pt x="2239" y="8176"/>
                </a:lnTo>
                <a:lnTo>
                  <a:pt x="2288" y="8200"/>
                </a:lnTo>
                <a:lnTo>
                  <a:pt x="2336" y="8224"/>
                </a:lnTo>
                <a:lnTo>
                  <a:pt x="2385" y="8249"/>
                </a:lnTo>
                <a:lnTo>
                  <a:pt x="2434" y="8224"/>
                </a:lnTo>
                <a:lnTo>
                  <a:pt x="2482" y="8200"/>
                </a:lnTo>
                <a:lnTo>
                  <a:pt x="2507" y="8151"/>
                </a:lnTo>
                <a:lnTo>
                  <a:pt x="2555" y="8030"/>
                </a:lnTo>
                <a:lnTo>
                  <a:pt x="2580" y="7908"/>
                </a:lnTo>
                <a:lnTo>
                  <a:pt x="2628" y="7665"/>
                </a:lnTo>
                <a:lnTo>
                  <a:pt x="2677" y="7494"/>
                </a:lnTo>
                <a:lnTo>
                  <a:pt x="2701" y="7300"/>
                </a:lnTo>
                <a:lnTo>
                  <a:pt x="2847" y="7276"/>
                </a:lnTo>
                <a:lnTo>
                  <a:pt x="2920" y="7251"/>
                </a:lnTo>
                <a:lnTo>
                  <a:pt x="2969" y="7203"/>
                </a:lnTo>
                <a:lnTo>
                  <a:pt x="2993" y="7154"/>
                </a:lnTo>
                <a:lnTo>
                  <a:pt x="2993" y="7081"/>
                </a:lnTo>
                <a:lnTo>
                  <a:pt x="3042" y="7008"/>
                </a:lnTo>
                <a:lnTo>
                  <a:pt x="3066" y="6935"/>
                </a:lnTo>
                <a:lnTo>
                  <a:pt x="3066" y="6765"/>
                </a:lnTo>
                <a:lnTo>
                  <a:pt x="3115" y="6594"/>
                </a:lnTo>
                <a:lnTo>
                  <a:pt x="3212" y="6278"/>
                </a:lnTo>
                <a:lnTo>
                  <a:pt x="3456" y="5670"/>
                </a:lnTo>
                <a:lnTo>
                  <a:pt x="3553" y="5597"/>
                </a:lnTo>
                <a:lnTo>
                  <a:pt x="3602" y="5475"/>
                </a:lnTo>
                <a:lnTo>
                  <a:pt x="3602" y="5426"/>
                </a:lnTo>
                <a:lnTo>
                  <a:pt x="3602" y="5353"/>
                </a:lnTo>
                <a:lnTo>
                  <a:pt x="3577" y="5305"/>
                </a:lnTo>
                <a:lnTo>
                  <a:pt x="3529" y="5232"/>
                </a:lnTo>
                <a:lnTo>
                  <a:pt x="3139" y="4842"/>
                </a:lnTo>
                <a:lnTo>
                  <a:pt x="2799" y="4429"/>
                </a:lnTo>
                <a:lnTo>
                  <a:pt x="2434" y="4015"/>
                </a:lnTo>
                <a:lnTo>
                  <a:pt x="2069" y="3626"/>
                </a:lnTo>
                <a:lnTo>
                  <a:pt x="2263" y="3480"/>
                </a:lnTo>
                <a:lnTo>
                  <a:pt x="2458" y="3285"/>
                </a:lnTo>
                <a:lnTo>
                  <a:pt x="2799" y="2871"/>
                </a:lnTo>
                <a:lnTo>
                  <a:pt x="2993" y="2677"/>
                </a:lnTo>
                <a:lnTo>
                  <a:pt x="3164" y="2482"/>
                </a:lnTo>
                <a:lnTo>
                  <a:pt x="3383" y="2336"/>
                </a:lnTo>
                <a:lnTo>
                  <a:pt x="3504" y="2287"/>
                </a:lnTo>
                <a:lnTo>
                  <a:pt x="3626" y="2239"/>
                </a:lnTo>
                <a:lnTo>
                  <a:pt x="3723" y="2190"/>
                </a:lnTo>
                <a:lnTo>
                  <a:pt x="3577" y="2287"/>
                </a:lnTo>
                <a:lnTo>
                  <a:pt x="3431" y="2409"/>
                </a:lnTo>
                <a:lnTo>
                  <a:pt x="3261" y="2579"/>
                </a:lnTo>
                <a:lnTo>
                  <a:pt x="3188" y="2677"/>
                </a:lnTo>
                <a:lnTo>
                  <a:pt x="3139" y="2750"/>
                </a:lnTo>
                <a:lnTo>
                  <a:pt x="3091" y="2847"/>
                </a:lnTo>
                <a:lnTo>
                  <a:pt x="3091" y="2944"/>
                </a:lnTo>
                <a:lnTo>
                  <a:pt x="3115" y="3017"/>
                </a:lnTo>
                <a:lnTo>
                  <a:pt x="3164" y="3066"/>
                </a:lnTo>
                <a:lnTo>
                  <a:pt x="3212" y="3115"/>
                </a:lnTo>
                <a:lnTo>
                  <a:pt x="3310" y="3090"/>
                </a:lnTo>
                <a:lnTo>
                  <a:pt x="3383" y="3066"/>
                </a:lnTo>
                <a:lnTo>
                  <a:pt x="3431" y="3017"/>
                </a:lnTo>
                <a:lnTo>
                  <a:pt x="3553" y="2871"/>
                </a:lnTo>
                <a:lnTo>
                  <a:pt x="3675" y="2701"/>
                </a:lnTo>
                <a:lnTo>
                  <a:pt x="3845" y="2555"/>
                </a:lnTo>
                <a:lnTo>
                  <a:pt x="4064" y="2433"/>
                </a:lnTo>
                <a:lnTo>
                  <a:pt x="4161" y="2482"/>
                </a:lnTo>
                <a:lnTo>
                  <a:pt x="4015" y="2579"/>
                </a:lnTo>
                <a:lnTo>
                  <a:pt x="3894" y="2677"/>
                </a:lnTo>
                <a:lnTo>
                  <a:pt x="3772" y="2798"/>
                </a:lnTo>
                <a:lnTo>
                  <a:pt x="3650" y="2944"/>
                </a:lnTo>
                <a:lnTo>
                  <a:pt x="3602" y="3017"/>
                </a:lnTo>
                <a:lnTo>
                  <a:pt x="3577" y="3115"/>
                </a:lnTo>
                <a:lnTo>
                  <a:pt x="3553" y="3188"/>
                </a:lnTo>
                <a:lnTo>
                  <a:pt x="3553" y="3285"/>
                </a:lnTo>
                <a:lnTo>
                  <a:pt x="3577" y="3334"/>
                </a:lnTo>
                <a:lnTo>
                  <a:pt x="3602" y="3358"/>
                </a:lnTo>
                <a:lnTo>
                  <a:pt x="3675" y="3407"/>
                </a:lnTo>
                <a:lnTo>
                  <a:pt x="3772" y="3407"/>
                </a:lnTo>
                <a:lnTo>
                  <a:pt x="3869" y="3358"/>
                </a:lnTo>
                <a:lnTo>
                  <a:pt x="3942" y="3261"/>
                </a:lnTo>
                <a:lnTo>
                  <a:pt x="3991" y="3139"/>
                </a:lnTo>
                <a:lnTo>
                  <a:pt x="4088" y="3017"/>
                </a:lnTo>
                <a:lnTo>
                  <a:pt x="4210" y="2920"/>
                </a:lnTo>
                <a:lnTo>
                  <a:pt x="4453" y="2677"/>
                </a:lnTo>
                <a:lnTo>
                  <a:pt x="4551" y="2774"/>
                </a:lnTo>
                <a:lnTo>
                  <a:pt x="4697" y="2871"/>
                </a:lnTo>
                <a:lnTo>
                  <a:pt x="4453" y="3017"/>
                </a:lnTo>
                <a:lnTo>
                  <a:pt x="4259" y="3139"/>
                </a:lnTo>
                <a:lnTo>
                  <a:pt x="4064" y="3285"/>
                </a:lnTo>
                <a:lnTo>
                  <a:pt x="3894" y="3455"/>
                </a:lnTo>
                <a:lnTo>
                  <a:pt x="3845" y="3553"/>
                </a:lnTo>
                <a:lnTo>
                  <a:pt x="3796" y="3650"/>
                </a:lnTo>
                <a:lnTo>
                  <a:pt x="3796" y="3747"/>
                </a:lnTo>
                <a:lnTo>
                  <a:pt x="3821" y="3869"/>
                </a:lnTo>
                <a:lnTo>
                  <a:pt x="3894" y="3918"/>
                </a:lnTo>
                <a:lnTo>
                  <a:pt x="3967" y="3942"/>
                </a:lnTo>
                <a:lnTo>
                  <a:pt x="4064" y="3918"/>
                </a:lnTo>
                <a:lnTo>
                  <a:pt x="4088" y="3893"/>
                </a:lnTo>
                <a:lnTo>
                  <a:pt x="4113" y="3869"/>
                </a:lnTo>
                <a:lnTo>
                  <a:pt x="4210" y="3723"/>
                </a:lnTo>
                <a:lnTo>
                  <a:pt x="4307" y="3577"/>
                </a:lnTo>
                <a:lnTo>
                  <a:pt x="4429" y="3480"/>
                </a:lnTo>
                <a:lnTo>
                  <a:pt x="4575" y="3382"/>
                </a:lnTo>
                <a:lnTo>
                  <a:pt x="4794" y="3236"/>
                </a:lnTo>
                <a:lnTo>
                  <a:pt x="5013" y="3090"/>
                </a:lnTo>
                <a:lnTo>
                  <a:pt x="5305" y="3285"/>
                </a:lnTo>
                <a:lnTo>
                  <a:pt x="4989" y="3504"/>
                </a:lnTo>
                <a:lnTo>
                  <a:pt x="4843" y="3601"/>
                </a:lnTo>
                <a:lnTo>
                  <a:pt x="4697" y="3723"/>
                </a:lnTo>
                <a:lnTo>
                  <a:pt x="4551" y="3869"/>
                </a:lnTo>
                <a:lnTo>
                  <a:pt x="4526" y="3942"/>
                </a:lnTo>
                <a:lnTo>
                  <a:pt x="4502" y="4015"/>
                </a:lnTo>
                <a:lnTo>
                  <a:pt x="4526" y="4064"/>
                </a:lnTo>
                <a:lnTo>
                  <a:pt x="4551" y="4112"/>
                </a:lnTo>
                <a:lnTo>
                  <a:pt x="4599" y="4137"/>
                </a:lnTo>
                <a:lnTo>
                  <a:pt x="4672" y="4137"/>
                </a:lnTo>
                <a:lnTo>
                  <a:pt x="4721" y="4112"/>
                </a:lnTo>
                <a:lnTo>
                  <a:pt x="4770" y="4064"/>
                </a:lnTo>
                <a:lnTo>
                  <a:pt x="4867" y="3966"/>
                </a:lnTo>
                <a:lnTo>
                  <a:pt x="5013" y="3845"/>
                </a:lnTo>
                <a:lnTo>
                  <a:pt x="5183" y="3723"/>
                </a:lnTo>
                <a:lnTo>
                  <a:pt x="5354" y="3601"/>
                </a:lnTo>
                <a:lnTo>
                  <a:pt x="5548" y="3455"/>
                </a:lnTo>
                <a:lnTo>
                  <a:pt x="5597" y="3504"/>
                </a:lnTo>
                <a:lnTo>
                  <a:pt x="5694" y="3528"/>
                </a:lnTo>
                <a:lnTo>
                  <a:pt x="5767" y="3528"/>
                </a:lnTo>
                <a:lnTo>
                  <a:pt x="5840" y="3480"/>
                </a:lnTo>
                <a:lnTo>
                  <a:pt x="5889" y="3407"/>
                </a:lnTo>
                <a:lnTo>
                  <a:pt x="6181" y="3285"/>
                </a:lnTo>
                <a:lnTo>
                  <a:pt x="6449" y="3188"/>
                </a:lnTo>
                <a:lnTo>
                  <a:pt x="6765" y="3090"/>
                </a:lnTo>
                <a:lnTo>
                  <a:pt x="7033" y="3017"/>
                </a:lnTo>
                <a:lnTo>
                  <a:pt x="7106" y="2993"/>
                </a:lnTo>
                <a:lnTo>
                  <a:pt x="7154" y="2969"/>
                </a:lnTo>
                <a:lnTo>
                  <a:pt x="7203" y="2896"/>
                </a:lnTo>
                <a:lnTo>
                  <a:pt x="7227" y="2847"/>
                </a:lnTo>
                <a:lnTo>
                  <a:pt x="7276" y="2701"/>
                </a:lnTo>
                <a:lnTo>
                  <a:pt x="7325" y="2531"/>
                </a:lnTo>
                <a:lnTo>
                  <a:pt x="7373" y="2190"/>
                </a:lnTo>
                <a:lnTo>
                  <a:pt x="7398" y="1509"/>
                </a:lnTo>
                <a:lnTo>
                  <a:pt x="7495" y="998"/>
                </a:lnTo>
                <a:lnTo>
                  <a:pt x="7519" y="730"/>
                </a:lnTo>
                <a:lnTo>
                  <a:pt x="7519" y="608"/>
                </a:lnTo>
                <a:lnTo>
                  <a:pt x="7519" y="487"/>
                </a:lnTo>
                <a:close/>
                <a:moveTo>
                  <a:pt x="8030" y="0"/>
                </a:moveTo>
                <a:lnTo>
                  <a:pt x="7641" y="49"/>
                </a:lnTo>
                <a:lnTo>
                  <a:pt x="7471" y="73"/>
                </a:lnTo>
                <a:lnTo>
                  <a:pt x="7300" y="122"/>
                </a:lnTo>
                <a:lnTo>
                  <a:pt x="7252" y="146"/>
                </a:lnTo>
                <a:lnTo>
                  <a:pt x="7203" y="195"/>
                </a:lnTo>
                <a:lnTo>
                  <a:pt x="7179" y="243"/>
                </a:lnTo>
                <a:lnTo>
                  <a:pt x="7179" y="292"/>
                </a:lnTo>
                <a:lnTo>
                  <a:pt x="7106" y="414"/>
                </a:lnTo>
                <a:lnTo>
                  <a:pt x="7033" y="535"/>
                </a:lnTo>
                <a:lnTo>
                  <a:pt x="6984" y="681"/>
                </a:lnTo>
                <a:lnTo>
                  <a:pt x="6960" y="827"/>
                </a:lnTo>
                <a:lnTo>
                  <a:pt x="6935" y="1168"/>
                </a:lnTo>
                <a:lnTo>
                  <a:pt x="6887" y="1436"/>
                </a:lnTo>
                <a:lnTo>
                  <a:pt x="6789" y="2020"/>
                </a:lnTo>
                <a:lnTo>
                  <a:pt x="6765" y="2312"/>
                </a:lnTo>
                <a:lnTo>
                  <a:pt x="6765" y="2604"/>
                </a:lnTo>
                <a:lnTo>
                  <a:pt x="6497" y="2701"/>
                </a:lnTo>
                <a:lnTo>
                  <a:pt x="6230" y="2798"/>
                </a:lnTo>
                <a:lnTo>
                  <a:pt x="5719" y="3042"/>
                </a:lnTo>
                <a:lnTo>
                  <a:pt x="4770" y="2385"/>
                </a:lnTo>
                <a:lnTo>
                  <a:pt x="4551" y="2214"/>
                </a:lnTo>
                <a:lnTo>
                  <a:pt x="4283" y="2020"/>
                </a:lnTo>
                <a:lnTo>
                  <a:pt x="4113" y="1922"/>
                </a:lnTo>
                <a:lnTo>
                  <a:pt x="3967" y="1874"/>
                </a:lnTo>
                <a:lnTo>
                  <a:pt x="3845" y="1825"/>
                </a:lnTo>
                <a:lnTo>
                  <a:pt x="3699" y="1825"/>
                </a:lnTo>
                <a:lnTo>
                  <a:pt x="3626" y="1776"/>
                </a:lnTo>
                <a:lnTo>
                  <a:pt x="3553" y="1776"/>
                </a:lnTo>
                <a:lnTo>
                  <a:pt x="3504" y="1801"/>
                </a:lnTo>
                <a:lnTo>
                  <a:pt x="3358" y="1849"/>
                </a:lnTo>
                <a:lnTo>
                  <a:pt x="3237" y="1898"/>
                </a:lnTo>
                <a:lnTo>
                  <a:pt x="2993" y="2068"/>
                </a:lnTo>
                <a:lnTo>
                  <a:pt x="2774" y="2287"/>
                </a:lnTo>
                <a:lnTo>
                  <a:pt x="2580" y="2506"/>
                </a:lnTo>
                <a:lnTo>
                  <a:pt x="2117" y="2969"/>
                </a:lnTo>
                <a:lnTo>
                  <a:pt x="1923" y="3212"/>
                </a:lnTo>
                <a:lnTo>
                  <a:pt x="1728" y="3455"/>
                </a:lnTo>
                <a:lnTo>
                  <a:pt x="1655" y="3504"/>
                </a:lnTo>
                <a:lnTo>
                  <a:pt x="1606" y="3553"/>
                </a:lnTo>
                <a:lnTo>
                  <a:pt x="1582" y="3601"/>
                </a:lnTo>
                <a:lnTo>
                  <a:pt x="1606" y="3699"/>
                </a:lnTo>
                <a:lnTo>
                  <a:pt x="1728" y="3942"/>
                </a:lnTo>
                <a:lnTo>
                  <a:pt x="1898" y="4161"/>
                </a:lnTo>
                <a:lnTo>
                  <a:pt x="2263" y="4599"/>
                </a:lnTo>
                <a:lnTo>
                  <a:pt x="2628" y="5110"/>
                </a:lnTo>
                <a:lnTo>
                  <a:pt x="2847" y="5329"/>
                </a:lnTo>
                <a:lnTo>
                  <a:pt x="3066" y="5548"/>
                </a:lnTo>
                <a:lnTo>
                  <a:pt x="2969" y="5670"/>
                </a:lnTo>
                <a:lnTo>
                  <a:pt x="2920" y="5791"/>
                </a:lnTo>
                <a:lnTo>
                  <a:pt x="2799" y="6035"/>
                </a:lnTo>
                <a:lnTo>
                  <a:pt x="2653" y="6400"/>
                </a:lnTo>
                <a:lnTo>
                  <a:pt x="2604" y="6594"/>
                </a:lnTo>
                <a:lnTo>
                  <a:pt x="2580" y="6813"/>
                </a:lnTo>
                <a:lnTo>
                  <a:pt x="2288" y="6813"/>
                </a:lnTo>
                <a:lnTo>
                  <a:pt x="1971" y="6838"/>
                </a:lnTo>
                <a:lnTo>
                  <a:pt x="1387" y="6935"/>
                </a:lnTo>
                <a:lnTo>
                  <a:pt x="1144" y="6984"/>
                </a:lnTo>
                <a:lnTo>
                  <a:pt x="828" y="7057"/>
                </a:lnTo>
                <a:lnTo>
                  <a:pt x="682" y="7105"/>
                </a:lnTo>
                <a:lnTo>
                  <a:pt x="536" y="7178"/>
                </a:lnTo>
                <a:lnTo>
                  <a:pt x="438" y="7251"/>
                </a:lnTo>
                <a:lnTo>
                  <a:pt x="365" y="7348"/>
                </a:lnTo>
                <a:lnTo>
                  <a:pt x="292" y="7373"/>
                </a:lnTo>
                <a:lnTo>
                  <a:pt x="244" y="7397"/>
                </a:lnTo>
                <a:lnTo>
                  <a:pt x="195" y="7446"/>
                </a:lnTo>
                <a:lnTo>
                  <a:pt x="171" y="7494"/>
                </a:lnTo>
                <a:lnTo>
                  <a:pt x="122" y="7640"/>
                </a:lnTo>
                <a:lnTo>
                  <a:pt x="98" y="7932"/>
                </a:lnTo>
                <a:lnTo>
                  <a:pt x="25" y="8857"/>
                </a:lnTo>
                <a:lnTo>
                  <a:pt x="0" y="9149"/>
                </a:lnTo>
                <a:lnTo>
                  <a:pt x="25" y="9514"/>
                </a:lnTo>
                <a:lnTo>
                  <a:pt x="49" y="9709"/>
                </a:lnTo>
                <a:lnTo>
                  <a:pt x="98" y="9879"/>
                </a:lnTo>
                <a:lnTo>
                  <a:pt x="171" y="10001"/>
                </a:lnTo>
                <a:lnTo>
                  <a:pt x="219" y="10049"/>
                </a:lnTo>
                <a:lnTo>
                  <a:pt x="268" y="10098"/>
                </a:lnTo>
                <a:lnTo>
                  <a:pt x="268" y="10171"/>
                </a:lnTo>
                <a:lnTo>
                  <a:pt x="292" y="10220"/>
                </a:lnTo>
                <a:lnTo>
                  <a:pt x="317" y="10268"/>
                </a:lnTo>
                <a:lnTo>
                  <a:pt x="390" y="10317"/>
                </a:lnTo>
                <a:lnTo>
                  <a:pt x="633" y="10414"/>
                </a:lnTo>
                <a:lnTo>
                  <a:pt x="925" y="10487"/>
                </a:lnTo>
                <a:lnTo>
                  <a:pt x="1193" y="10560"/>
                </a:lnTo>
                <a:lnTo>
                  <a:pt x="1485" y="10609"/>
                </a:lnTo>
                <a:lnTo>
                  <a:pt x="2069" y="10658"/>
                </a:lnTo>
                <a:lnTo>
                  <a:pt x="2653" y="10706"/>
                </a:lnTo>
                <a:lnTo>
                  <a:pt x="2750" y="10877"/>
                </a:lnTo>
                <a:lnTo>
                  <a:pt x="2823" y="11047"/>
                </a:lnTo>
                <a:lnTo>
                  <a:pt x="3018" y="11363"/>
                </a:lnTo>
                <a:lnTo>
                  <a:pt x="3261" y="11655"/>
                </a:lnTo>
                <a:lnTo>
                  <a:pt x="3066" y="11850"/>
                </a:lnTo>
                <a:lnTo>
                  <a:pt x="2872" y="12045"/>
                </a:lnTo>
                <a:lnTo>
                  <a:pt x="2507" y="12483"/>
                </a:lnTo>
                <a:lnTo>
                  <a:pt x="2117" y="12994"/>
                </a:lnTo>
                <a:lnTo>
                  <a:pt x="1947" y="13213"/>
                </a:lnTo>
                <a:lnTo>
                  <a:pt x="1874" y="13334"/>
                </a:lnTo>
                <a:lnTo>
                  <a:pt x="1825" y="13456"/>
                </a:lnTo>
                <a:lnTo>
                  <a:pt x="1825" y="13553"/>
                </a:lnTo>
                <a:lnTo>
                  <a:pt x="1850" y="13626"/>
                </a:lnTo>
                <a:lnTo>
                  <a:pt x="1850" y="13748"/>
                </a:lnTo>
                <a:lnTo>
                  <a:pt x="1874" y="13894"/>
                </a:lnTo>
                <a:lnTo>
                  <a:pt x="1947" y="14016"/>
                </a:lnTo>
                <a:lnTo>
                  <a:pt x="2020" y="14162"/>
                </a:lnTo>
                <a:lnTo>
                  <a:pt x="2215" y="14381"/>
                </a:lnTo>
                <a:lnTo>
                  <a:pt x="2385" y="14600"/>
                </a:lnTo>
                <a:lnTo>
                  <a:pt x="2653" y="14867"/>
                </a:lnTo>
                <a:lnTo>
                  <a:pt x="2920" y="15135"/>
                </a:lnTo>
                <a:lnTo>
                  <a:pt x="3188" y="15378"/>
                </a:lnTo>
                <a:lnTo>
                  <a:pt x="3504" y="15597"/>
                </a:lnTo>
                <a:lnTo>
                  <a:pt x="3553" y="15646"/>
                </a:lnTo>
                <a:lnTo>
                  <a:pt x="3675" y="15646"/>
                </a:lnTo>
                <a:lnTo>
                  <a:pt x="3723" y="15621"/>
                </a:lnTo>
                <a:lnTo>
                  <a:pt x="3845" y="15646"/>
                </a:lnTo>
                <a:lnTo>
                  <a:pt x="3967" y="15621"/>
                </a:lnTo>
                <a:lnTo>
                  <a:pt x="4113" y="15573"/>
                </a:lnTo>
                <a:lnTo>
                  <a:pt x="4234" y="15524"/>
                </a:lnTo>
                <a:lnTo>
                  <a:pt x="4478" y="15378"/>
                </a:lnTo>
                <a:lnTo>
                  <a:pt x="4697" y="15232"/>
                </a:lnTo>
                <a:lnTo>
                  <a:pt x="4964" y="14989"/>
                </a:lnTo>
                <a:lnTo>
                  <a:pt x="5232" y="14746"/>
                </a:lnTo>
                <a:lnTo>
                  <a:pt x="5743" y="14210"/>
                </a:lnTo>
                <a:lnTo>
                  <a:pt x="5865" y="14308"/>
                </a:lnTo>
                <a:lnTo>
                  <a:pt x="5986" y="14381"/>
                </a:lnTo>
                <a:lnTo>
                  <a:pt x="6254" y="14502"/>
                </a:lnTo>
                <a:lnTo>
                  <a:pt x="6595" y="14648"/>
                </a:lnTo>
                <a:lnTo>
                  <a:pt x="6789" y="14697"/>
                </a:lnTo>
                <a:lnTo>
                  <a:pt x="6887" y="14721"/>
                </a:lnTo>
                <a:lnTo>
                  <a:pt x="6984" y="14721"/>
                </a:lnTo>
                <a:lnTo>
                  <a:pt x="7033" y="14940"/>
                </a:lnTo>
                <a:lnTo>
                  <a:pt x="7081" y="15135"/>
                </a:lnTo>
                <a:lnTo>
                  <a:pt x="7154" y="15573"/>
                </a:lnTo>
                <a:lnTo>
                  <a:pt x="7203" y="16035"/>
                </a:lnTo>
                <a:lnTo>
                  <a:pt x="7203" y="16278"/>
                </a:lnTo>
                <a:lnTo>
                  <a:pt x="7203" y="16546"/>
                </a:lnTo>
                <a:lnTo>
                  <a:pt x="7227" y="16692"/>
                </a:lnTo>
                <a:lnTo>
                  <a:pt x="7252" y="16814"/>
                </a:lnTo>
                <a:lnTo>
                  <a:pt x="7325" y="16911"/>
                </a:lnTo>
                <a:lnTo>
                  <a:pt x="7398" y="16984"/>
                </a:lnTo>
                <a:lnTo>
                  <a:pt x="7422" y="17008"/>
                </a:lnTo>
                <a:lnTo>
                  <a:pt x="7471" y="17057"/>
                </a:lnTo>
                <a:lnTo>
                  <a:pt x="7568" y="17130"/>
                </a:lnTo>
                <a:lnTo>
                  <a:pt x="7690" y="17179"/>
                </a:lnTo>
                <a:lnTo>
                  <a:pt x="7811" y="17203"/>
                </a:lnTo>
                <a:lnTo>
                  <a:pt x="7957" y="17227"/>
                </a:lnTo>
                <a:lnTo>
                  <a:pt x="8249" y="17227"/>
                </a:lnTo>
                <a:lnTo>
                  <a:pt x="8492" y="17203"/>
                </a:lnTo>
                <a:lnTo>
                  <a:pt x="9198" y="17179"/>
                </a:lnTo>
                <a:lnTo>
                  <a:pt x="9904" y="17154"/>
                </a:lnTo>
                <a:lnTo>
                  <a:pt x="10001" y="17130"/>
                </a:lnTo>
                <a:lnTo>
                  <a:pt x="10098" y="17081"/>
                </a:lnTo>
                <a:lnTo>
                  <a:pt x="10147" y="16984"/>
                </a:lnTo>
                <a:lnTo>
                  <a:pt x="10147" y="16887"/>
                </a:lnTo>
                <a:lnTo>
                  <a:pt x="10171" y="16862"/>
                </a:lnTo>
                <a:lnTo>
                  <a:pt x="10269" y="16741"/>
                </a:lnTo>
                <a:lnTo>
                  <a:pt x="10317" y="16619"/>
                </a:lnTo>
                <a:lnTo>
                  <a:pt x="10366" y="16473"/>
                </a:lnTo>
                <a:lnTo>
                  <a:pt x="10390" y="16327"/>
                </a:lnTo>
                <a:lnTo>
                  <a:pt x="10463" y="15719"/>
                </a:lnTo>
                <a:lnTo>
                  <a:pt x="10561" y="15159"/>
                </a:lnTo>
                <a:lnTo>
                  <a:pt x="10561" y="14892"/>
                </a:lnTo>
                <a:lnTo>
                  <a:pt x="10561" y="14600"/>
                </a:lnTo>
                <a:lnTo>
                  <a:pt x="10707" y="14624"/>
                </a:lnTo>
                <a:lnTo>
                  <a:pt x="10877" y="14600"/>
                </a:lnTo>
                <a:lnTo>
                  <a:pt x="11169" y="14527"/>
                </a:lnTo>
                <a:lnTo>
                  <a:pt x="11291" y="14502"/>
                </a:lnTo>
                <a:lnTo>
                  <a:pt x="11437" y="14429"/>
                </a:lnTo>
                <a:lnTo>
                  <a:pt x="11583" y="14356"/>
                </a:lnTo>
                <a:lnTo>
                  <a:pt x="11680" y="14235"/>
                </a:lnTo>
                <a:lnTo>
                  <a:pt x="11826" y="14405"/>
                </a:lnTo>
                <a:lnTo>
                  <a:pt x="11996" y="14527"/>
                </a:lnTo>
                <a:lnTo>
                  <a:pt x="12313" y="14770"/>
                </a:lnTo>
                <a:lnTo>
                  <a:pt x="12897" y="15208"/>
                </a:lnTo>
                <a:lnTo>
                  <a:pt x="13505" y="15621"/>
                </a:lnTo>
                <a:lnTo>
                  <a:pt x="13578" y="15646"/>
                </a:lnTo>
                <a:lnTo>
                  <a:pt x="13651" y="15670"/>
                </a:lnTo>
                <a:lnTo>
                  <a:pt x="13724" y="15646"/>
                </a:lnTo>
                <a:lnTo>
                  <a:pt x="13797" y="15621"/>
                </a:lnTo>
                <a:lnTo>
                  <a:pt x="13846" y="15597"/>
                </a:lnTo>
                <a:lnTo>
                  <a:pt x="13870" y="15524"/>
                </a:lnTo>
                <a:lnTo>
                  <a:pt x="13919" y="15476"/>
                </a:lnTo>
                <a:lnTo>
                  <a:pt x="13919" y="15403"/>
                </a:lnTo>
                <a:lnTo>
                  <a:pt x="14138" y="15232"/>
                </a:lnTo>
                <a:lnTo>
                  <a:pt x="14332" y="15038"/>
                </a:lnTo>
                <a:lnTo>
                  <a:pt x="14722" y="14624"/>
                </a:lnTo>
                <a:lnTo>
                  <a:pt x="15208" y="14162"/>
                </a:lnTo>
                <a:lnTo>
                  <a:pt x="15427" y="13894"/>
                </a:lnTo>
                <a:lnTo>
                  <a:pt x="15622" y="13651"/>
                </a:lnTo>
                <a:lnTo>
                  <a:pt x="15671" y="13553"/>
                </a:lnTo>
                <a:lnTo>
                  <a:pt x="15671" y="13480"/>
                </a:lnTo>
                <a:lnTo>
                  <a:pt x="15695" y="13383"/>
                </a:lnTo>
                <a:lnTo>
                  <a:pt x="15671" y="13261"/>
                </a:lnTo>
                <a:lnTo>
                  <a:pt x="15500" y="12969"/>
                </a:lnTo>
                <a:lnTo>
                  <a:pt x="15330" y="12702"/>
                </a:lnTo>
                <a:lnTo>
                  <a:pt x="14941" y="12191"/>
                </a:lnTo>
                <a:lnTo>
                  <a:pt x="14795" y="11996"/>
                </a:lnTo>
                <a:lnTo>
                  <a:pt x="14649" y="11801"/>
                </a:lnTo>
                <a:lnTo>
                  <a:pt x="14454" y="11655"/>
                </a:lnTo>
                <a:lnTo>
                  <a:pt x="14259" y="11509"/>
                </a:lnTo>
                <a:lnTo>
                  <a:pt x="14430" y="11266"/>
                </a:lnTo>
                <a:lnTo>
                  <a:pt x="14576" y="10998"/>
                </a:lnTo>
                <a:lnTo>
                  <a:pt x="14673" y="10706"/>
                </a:lnTo>
                <a:lnTo>
                  <a:pt x="14722" y="10414"/>
                </a:lnTo>
                <a:lnTo>
                  <a:pt x="14843" y="10463"/>
                </a:lnTo>
                <a:lnTo>
                  <a:pt x="14965" y="10463"/>
                </a:lnTo>
                <a:lnTo>
                  <a:pt x="15257" y="10487"/>
                </a:lnTo>
                <a:lnTo>
                  <a:pt x="15768" y="10439"/>
                </a:lnTo>
                <a:lnTo>
                  <a:pt x="16352" y="10414"/>
                </a:lnTo>
                <a:lnTo>
                  <a:pt x="16619" y="10390"/>
                </a:lnTo>
                <a:lnTo>
                  <a:pt x="16911" y="10366"/>
                </a:lnTo>
                <a:lnTo>
                  <a:pt x="16984" y="10341"/>
                </a:lnTo>
                <a:lnTo>
                  <a:pt x="17057" y="10293"/>
                </a:lnTo>
                <a:lnTo>
                  <a:pt x="17082" y="10220"/>
                </a:lnTo>
                <a:lnTo>
                  <a:pt x="17106" y="10171"/>
                </a:lnTo>
                <a:lnTo>
                  <a:pt x="17179" y="10122"/>
                </a:lnTo>
                <a:lnTo>
                  <a:pt x="17252" y="10074"/>
                </a:lnTo>
                <a:lnTo>
                  <a:pt x="17301" y="10001"/>
                </a:lnTo>
                <a:lnTo>
                  <a:pt x="17301" y="9928"/>
                </a:lnTo>
                <a:lnTo>
                  <a:pt x="17301" y="8784"/>
                </a:lnTo>
                <a:lnTo>
                  <a:pt x="17301" y="8224"/>
                </a:lnTo>
                <a:lnTo>
                  <a:pt x="17252" y="7665"/>
                </a:lnTo>
                <a:lnTo>
                  <a:pt x="17228" y="7567"/>
                </a:lnTo>
                <a:lnTo>
                  <a:pt x="17155" y="7519"/>
                </a:lnTo>
                <a:lnTo>
                  <a:pt x="17082" y="7470"/>
                </a:lnTo>
                <a:lnTo>
                  <a:pt x="17009" y="7446"/>
                </a:lnTo>
                <a:lnTo>
                  <a:pt x="16960" y="7300"/>
                </a:lnTo>
                <a:lnTo>
                  <a:pt x="16863" y="7203"/>
                </a:lnTo>
                <a:lnTo>
                  <a:pt x="16741" y="7130"/>
                </a:lnTo>
                <a:lnTo>
                  <a:pt x="16619" y="7057"/>
                </a:lnTo>
                <a:lnTo>
                  <a:pt x="16473" y="7008"/>
                </a:lnTo>
                <a:lnTo>
                  <a:pt x="16303" y="6984"/>
                </a:lnTo>
                <a:lnTo>
                  <a:pt x="16035" y="6935"/>
                </a:lnTo>
                <a:lnTo>
                  <a:pt x="15427" y="6862"/>
                </a:lnTo>
                <a:lnTo>
                  <a:pt x="15087" y="6838"/>
                </a:lnTo>
                <a:lnTo>
                  <a:pt x="14795" y="6838"/>
                </a:lnTo>
                <a:lnTo>
                  <a:pt x="14770" y="6667"/>
                </a:lnTo>
                <a:lnTo>
                  <a:pt x="14770" y="6521"/>
                </a:lnTo>
                <a:lnTo>
                  <a:pt x="14697" y="6181"/>
                </a:lnTo>
                <a:lnTo>
                  <a:pt x="14673" y="6010"/>
                </a:lnTo>
                <a:lnTo>
                  <a:pt x="14600" y="5816"/>
                </a:lnTo>
                <a:lnTo>
                  <a:pt x="14527" y="5621"/>
                </a:lnTo>
                <a:lnTo>
                  <a:pt x="14430" y="5451"/>
                </a:lnTo>
                <a:lnTo>
                  <a:pt x="14576" y="5256"/>
                </a:lnTo>
                <a:lnTo>
                  <a:pt x="14697" y="5086"/>
                </a:lnTo>
                <a:lnTo>
                  <a:pt x="15111" y="4477"/>
                </a:lnTo>
                <a:lnTo>
                  <a:pt x="15354" y="4185"/>
                </a:lnTo>
                <a:lnTo>
                  <a:pt x="15598" y="3893"/>
                </a:lnTo>
                <a:lnTo>
                  <a:pt x="15646" y="3845"/>
                </a:lnTo>
                <a:lnTo>
                  <a:pt x="15671" y="3796"/>
                </a:lnTo>
                <a:lnTo>
                  <a:pt x="15671" y="3723"/>
                </a:lnTo>
                <a:lnTo>
                  <a:pt x="15671" y="3650"/>
                </a:lnTo>
                <a:lnTo>
                  <a:pt x="15646" y="3601"/>
                </a:lnTo>
                <a:lnTo>
                  <a:pt x="15646" y="3528"/>
                </a:lnTo>
                <a:lnTo>
                  <a:pt x="15646" y="3431"/>
                </a:lnTo>
                <a:lnTo>
                  <a:pt x="15622" y="3382"/>
                </a:lnTo>
                <a:lnTo>
                  <a:pt x="15549" y="3236"/>
                </a:lnTo>
                <a:lnTo>
                  <a:pt x="15354" y="2993"/>
                </a:lnTo>
                <a:lnTo>
                  <a:pt x="15062" y="2677"/>
                </a:lnTo>
                <a:lnTo>
                  <a:pt x="14746" y="2385"/>
                </a:lnTo>
                <a:lnTo>
                  <a:pt x="14503" y="2190"/>
                </a:lnTo>
                <a:lnTo>
                  <a:pt x="14235" y="1971"/>
                </a:lnTo>
                <a:lnTo>
                  <a:pt x="14065" y="1874"/>
                </a:lnTo>
                <a:lnTo>
                  <a:pt x="13919" y="1825"/>
                </a:lnTo>
                <a:lnTo>
                  <a:pt x="13748" y="1801"/>
                </a:lnTo>
                <a:lnTo>
                  <a:pt x="13554" y="1801"/>
                </a:lnTo>
                <a:lnTo>
                  <a:pt x="13481" y="1825"/>
                </a:lnTo>
                <a:lnTo>
                  <a:pt x="13189" y="1971"/>
                </a:lnTo>
                <a:lnTo>
                  <a:pt x="12921" y="2117"/>
                </a:lnTo>
                <a:lnTo>
                  <a:pt x="12653" y="2312"/>
                </a:lnTo>
                <a:lnTo>
                  <a:pt x="12410" y="2506"/>
                </a:lnTo>
                <a:lnTo>
                  <a:pt x="12094" y="2725"/>
                </a:lnTo>
                <a:lnTo>
                  <a:pt x="11923" y="2847"/>
                </a:lnTo>
                <a:lnTo>
                  <a:pt x="11777" y="2993"/>
                </a:lnTo>
                <a:lnTo>
                  <a:pt x="11558" y="2847"/>
                </a:lnTo>
                <a:lnTo>
                  <a:pt x="11291" y="2750"/>
                </a:lnTo>
                <a:lnTo>
                  <a:pt x="11023" y="2652"/>
                </a:lnTo>
                <a:lnTo>
                  <a:pt x="10755" y="2628"/>
                </a:lnTo>
                <a:lnTo>
                  <a:pt x="10755" y="2604"/>
                </a:lnTo>
                <a:lnTo>
                  <a:pt x="10682" y="2458"/>
                </a:lnTo>
                <a:lnTo>
                  <a:pt x="10634" y="2287"/>
                </a:lnTo>
                <a:lnTo>
                  <a:pt x="10561" y="1922"/>
                </a:lnTo>
                <a:lnTo>
                  <a:pt x="10585" y="1922"/>
                </a:lnTo>
                <a:lnTo>
                  <a:pt x="10609" y="1874"/>
                </a:lnTo>
                <a:lnTo>
                  <a:pt x="10609" y="1825"/>
                </a:lnTo>
                <a:lnTo>
                  <a:pt x="10585" y="1752"/>
                </a:lnTo>
                <a:lnTo>
                  <a:pt x="10536" y="1703"/>
                </a:lnTo>
                <a:lnTo>
                  <a:pt x="10463" y="1095"/>
                </a:lnTo>
                <a:lnTo>
                  <a:pt x="10439" y="779"/>
                </a:lnTo>
                <a:lnTo>
                  <a:pt x="10366" y="487"/>
                </a:lnTo>
                <a:lnTo>
                  <a:pt x="10390" y="438"/>
                </a:lnTo>
                <a:lnTo>
                  <a:pt x="10415" y="389"/>
                </a:lnTo>
                <a:lnTo>
                  <a:pt x="10439" y="316"/>
                </a:lnTo>
                <a:lnTo>
                  <a:pt x="10415" y="268"/>
                </a:lnTo>
                <a:lnTo>
                  <a:pt x="10390" y="195"/>
                </a:lnTo>
                <a:lnTo>
                  <a:pt x="10342" y="146"/>
                </a:lnTo>
                <a:lnTo>
                  <a:pt x="10293" y="122"/>
                </a:lnTo>
                <a:lnTo>
                  <a:pt x="10196" y="97"/>
                </a:lnTo>
                <a:lnTo>
                  <a:pt x="9855" y="73"/>
                </a:lnTo>
                <a:lnTo>
                  <a:pt x="9490" y="49"/>
                </a:lnTo>
                <a:lnTo>
                  <a:pt x="8760" y="49"/>
                </a:lnTo>
                <a:lnTo>
                  <a:pt x="8395" y="24"/>
                </a:lnTo>
                <a:lnTo>
                  <a:pt x="8030"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37" name="Google Shape;837;p39"/>
          <p:cNvSpPr/>
          <p:nvPr/>
        </p:nvSpPr>
        <p:spPr>
          <a:xfrm>
            <a:off x="4332172" y="2667051"/>
            <a:ext cx="492437" cy="398329"/>
          </a:xfrm>
          <a:custGeom>
            <a:avLst/>
            <a:gdLst/>
            <a:ahLst/>
            <a:cxnLst/>
            <a:rect l="l" t="t" r="r" b="b"/>
            <a:pathLst>
              <a:path w="22532" h="18226" extrusionOk="0">
                <a:moveTo>
                  <a:pt x="7640" y="5499"/>
                </a:moveTo>
                <a:lnTo>
                  <a:pt x="7859" y="5524"/>
                </a:lnTo>
                <a:lnTo>
                  <a:pt x="8078" y="5572"/>
                </a:lnTo>
                <a:lnTo>
                  <a:pt x="8297" y="5645"/>
                </a:lnTo>
                <a:lnTo>
                  <a:pt x="8492" y="5743"/>
                </a:lnTo>
                <a:lnTo>
                  <a:pt x="8662" y="5840"/>
                </a:lnTo>
                <a:lnTo>
                  <a:pt x="8833" y="5986"/>
                </a:lnTo>
                <a:lnTo>
                  <a:pt x="9003" y="6132"/>
                </a:lnTo>
                <a:lnTo>
                  <a:pt x="9125" y="6302"/>
                </a:lnTo>
                <a:lnTo>
                  <a:pt x="9246" y="6473"/>
                </a:lnTo>
                <a:lnTo>
                  <a:pt x="9344" y="6667"/>
                </a:lnTo>
                <a:lnTo>
                  <a:pt x="9417" y="6862"/>
                </a:lnTo>
                <a:lnTo>
                  <a:pt x="9465" y="7081"/>
                </a:lnTo>
                <a:lnTo>
                  <a:pt x="9490" y="7300"/>
                </a:lnTo>
                <a:lnTo>
                  <a:pt x="9514" y="7543"/>
                </a:lnTo>
                <a:lnTo>
                  <a:pt x="9490" y="7762"/>
                </a:lnTo>
                <a:lnTo>
                  <a:pt x="9441" y="7932"/>
                </a:lnTo>
                <a:lnTo>
                  <a:pt x="9392" y="8103"/>
                </a:lnTo>
                <a:lnTo>
                  <a:pt x="9319" y="8249"/>
                </a:lnTo>
                <a:lnTo>
                  <a:pt x="9246" y="8419"/>
                </a:lnTo>
                <a:lnTo>
                  <a:pt x="9149" y="8541"/>
                </a:lnTo>
                <a:lnTo>
                  <a:pt x="9027" y="8687"/>
                </a:lnTo>
                <a:lnTo>
                  <a:pt x="8784" y="8906"/>
                </a:lnTo>
                <a:lnTo>
                  <a:pt x="8516" y="9100"/>
                </a:lnTo>
                <a:lnTo>
                  <a:pt x="8200" y="9246"/>
                </a:lnTo>
                <a:lnTo>
                  <a:pt x="7884" y="9368"/>
                </a:lnTo>
                <a:lnTo>
                  <a:pt x="7543" y="9417"/>
                </a:lnTo>
                <a:lnTo>
                  <a:pt x="7348" y="9441"/>
                </a:lnTo>
                <a:lnTo>
                  <a:pt x="7178" y="9441"/>
                </a:lnTo>
                <a:lnTo>
                  <a:pt x="6984" y="9417"/>
                </a:lnTo>
                <a:lnTo>
                  <a:pt x="6789" y="9368"/>
                </a:lnTo>
                <a:lnTo>
                  <a:pt x="6619" y="9295"/>
                </a:lnTo>
                <a:lnTo>
                  <a:pt x="6448" y="9222"/>
                </a:lnTo>
                <a:lnTo>
                  <a:pt x="6278" y="9149"/>
                </a:lnTo>
                <a:lnTo>
                  <a:pt x="6132" y="9027"/>
                </a:lnTo>
                <a:lnTo>
                  <a:pt x="5986" y="8930"/>
                </a:lnTo>
                <a:lnTo>
                  <a:pt x="5840" y="8784"/>
                </a:lnTo>
                <a:lnTo>
                  <a:pt x="5718" y="8638"/>
                </a:lnTo>
                <a:lnTo>
                  <a:pt x="5621" y="8492"/>
                </a:lnTo>
                <a:lnTo>
                  <a:pt x="5524" y="8322"/>
                </a:lnTo>
                <a:lnTo>
                  <a:pt x="5451" y="8151"/>
                </a:lnTo>
                <a:lnTo>
                  <a:pt x="5402" y="7981"/>
                </a:lnTo>
                <a:lnTo>
                  <a:pt x="5378" y="7786"/>
                </a:lnTo>
                <a:lnTo>
                  <a:pt x="5378" y="7543"/>
                </a:lnTo>
                <a:lnTo>
                  <a:pt x="5402" y="7324"/>
                </a:lnTo>
                <a:lnTo>
                  <a:pt x="5451" y="7130"/>
                </a:lnTo>
                <a:lnTo>
                  <a:pt x="5524" y="6911"/>
                </a:lnTo>
                <a:lnTo>
                  <a:pt x="5621" y="6716"/>
                </a:lnTo>
                <a:lnTo>
                  <a:pt x="5743" y="6521"/>
                </a:lnTo>
                <a:lnTo>
                  <a:pt x="5889" y="6351"/>
                </a:lnTo>
                <a:lnTo>
                  <a:pt x="6035" y="6181"/>
                </a:lnTo>
                <a:lnTo>
                  <a:pt x="6181" y="6035"/>
                </a:lnTo>
                <a:lnTo>
                  <a:pt x="6351" y="5937"/>
                </a:lnTo>
                <a:lnTo>
                  <a:pt x="6521" y="5840"/>
                </a:lnTo>
                <a:lnTo>
                  <a:pt x="6692" y="5743"/>
                </a:lnTo>
                <a:lnTo>
                  <a:pt x="7032" y="5621"/>
                </a:lnTo>
                <a:lnTo>
                  <a:pt x="7421" y="5499"/>
                </a:lnTo>
                <a:close/>
                <a:moveTo>
                  <a:pt x="7665" y="4988"/>
                </a:moveTo>
                <a:lnTo>
                  <a:pt x="7373" y="5013"/>
                </a:lnTo>
                <a:lnTo>
                  <a:pt x="7300" y="5013"/>
                </a:lnTo>
                <a:lnTo>
                  <a:pt x="7251" y="5037"/>
                </a:lnTo>
                <a:lnTo>
                  <a:pt x="7178" y="5110"/>
                </a:lnTo>
                <a:lnTo>
                  <a:pt x="6984" y="5159"/>
                </a:lnTo>
                <a:lnTo>
                  <a:pt x="6789" y="5207"/>
                </a:lnTo>
                <a:lnTo>
                  <a:pt x="6619" y="5280"/>
                </a:lnTo>
                <a:lnTo>
                  <a:pt x="6424" y="5353"/>
                </a:lnTo>
                <a:lnTo>
                  <a:pt x="6083" y="5548"/>
                </a:lnTo>
                <a:lnTo>
                  <a:pt x="5791" y="5791"/>
                </a:lnTo>
                <a:lnTo>
                  <a:pt x="5597" y="5962"/>
                </a:lnTo>
                <a:lnTo>
                  <a:pt x="5426" y="6156"/>
                </a:lnTo>
                <a:lnTo>
                  <a:pt x="5280" y="6400"/>
                </a:lnTo>
                <a:lnTo>
                  <a:pt x="5134" y="6619"/>
                </a:lnTo>
                <a:lnTo>
                  <a:pt x="5037" y="6862"/>
                </a:lnTo>
                <a:lnTo>
                  <a:pt x="4964" y="7130"/>
                </a:lnTo>
                <a:lnTo>
                  <a:pt x="4915" y="7397"/>
                </a:lnTo>
                <a:lnTo>
                  <a:pt x="4891" y="7665"/>
                </a:lnTo>
                <a:lnTo>
                  <a:pt x="4915" y="7908"/>
                </a:lnTo>
                <a:lnTo>
                  <a:pt x="4940" y="8151"/>
                </a:lnTo>
                <a:lnTo>
                  <a:pt x="5013" y="8395"/>
                </a:lnTo>
                <a:lnTo>
                  <a:pt x="5110" y="8614"/>
                </a:lnTo>
                <a:lnTo>
                  <a:pt x="5232" y="8808"/>
                </a:lnTo>
                <a:lnTo>
                  <a:pt x="5378" y="9003"/>
                </a:lnTo>
                <a:lnTo>
                  <a:pt x="5548" y="9173"/>
                </a:lnTo>
                <a:lnTo>
                  <a:pt x="5743" y="9344"/>
                </a:lnTo>
                <a:lnTo>
                  <a:pt x="5937" y="9490"/>
                </a:lnTo>
                <a:lnTo>
                  <a:pt x="6132" y="9611"/>
                </a:lnTo>
                <a:lnTo>
                  <a:pt x="6351" y="9709"/>
                </a:lnTo>
                <a:lnTo>
                  <a:pt x="6594" y="9806"/>
                </a:lnTo>
                <a:lnTo>
                  <a:pt x="6838" y="9855"/>
                </a:lnTo>
                <a:lnTo>
                  <a:pt x="7057" y="9903"/>
                </a:lnTo>
                <a:lnTo>
                  <a:pt x="7300" y="9928"/>
                </a:lnTo>
                <a:lnTo>
                  <a:pt x="7543" y="9903"/>
                </a:lnTo>
                <a:lnTo>
                  <a:pt x="7762" y="9879"/>
                </a:lnTo>
                <a:lnTo>
                  <a:pt x="7981" y="9855"/>
                </a:lnTo>
                <a:lnTo>
                  <a:pt x="8176" y="9782"/>
                </a:lnTo>
                <a:lnTo>
                  <a:pt x="8395" y="9709"/>
                </a:lnTo>
                <a:lnTo>
                  <a:pt x="8589" y="9636"/>
                </a:lnTo>
                <a:lnTo>
                  <a:pt x="8784" y="9514"/>
                </a:lnTo>
                <a:lnTo>
                  <a:pt x="8954" y="9392"/>
                </a:lnTo>
                <a:lnTo>
                  <a:pt x="9125" y="9271"/>
                </a:lnTo>
                <a:lnTo>
                  <a:pt x="9295" y="9125"/>
                </a:lnTo>
                <a:lnTo>
                  <a:pt x="9441" y="8979"/>
                </a:lnTo>
                <a:lnTo>
                  <a:pt x="9563" y="8808"/>
                </a:lnTo>
                <a:lnTo>
                  <a:pt x="9684" y="8614"/>
                </a:lnTo>
                <a:lnTo>
                  <a:pt x="9782" y="8419"/>
                </a:lnTo>
                <a:lnTo>
                  <a:pt x="9855" y="8224"/>
                </a:lnTo>
                <a:lnTo>
                  <a:pt x="9928" y="8030"/>
                </a:lnTo>
                <a:lnTo>
                  <a:pt x="9976" y="7811"/>
                </a:lnTo>
                <a:lnTo>
                  <a:pt x="10001" y="7519"/>
                </a:lnTo>
                <a:lnTo>
                  <a:pt x="10001" y="7227"/>
                </a:lnTo>
                <a:lnTo>
                  <a:pt x="9952" y="6959"/>
                </a:lnTo>
                <a:lnTo>
                  <a:pt x="9903" y="6692"/>
                </a:lnTo>
                <a:lnTo>
                  <a:pt x="9806" y="6448"/>
                </a:lnTo>
                <a:lnTo>
                  <a:pt x="9660" y="6205"/>
                </a:lnTo>
                <a:lnTo>
                  <a:pt x="9514" y="5986"/>
                </a:lnTo>
                <a:lnTo>
                  <a:pt x="9344" y="5767"/>
                </a:lnTo>
                <a:lnTo>
                  <a:pt x="9149" y="5597"/>
                </a:lnTo>
                <a:lnTo>
                  <a:pt x="8930" y="5426"/>
                </a:lnTo>
                <a:lnTo>
                  <a:pt x="8711" y="5280"/>
                </a:lnTo>
                <a:lnTo>
                  <a:pt x="8468" y="5159"/>
                </a:lnTo>
                <a:lnTo>
                  <a:pt x="8200" y="5086"/>
                </a:lnTo>
                <a:lnTo>
                  <a:pt x="7932" y="5013"/>
                </a:lnTo>
                <a:lnTo>
                  <a:pt x="7665" y="4988"/>
                </a:lnTo>
                <a:close/>
                <a:moveTo>
                  <a:pt x="6570" y="414"/>
                </a:moveTo>
                <a:lnTo>
                  <a:pt x="6789" y="438"/>
                </a:lnTo>
                <a:lnTo>
                  <a:pt x="7032" y="438"/>
                </a:lnTo>
                <a:lnTo>
                  <a:pt x="7494" y="462"/>
                </a:lnTo>
                <a:lnTo>
                  <a:pt x="8103" y="487"/>
                </a:lnTo>
                <a:lnTo>
                  <a:pt x="8395" y="511"/>
                </a:lnTo>
                <a:lnTo>
                  <a:pt x="8687" y="511"/>
                </a:lnTo>
                <a:lnTo>
                  <a:pt x="8687" y="681"/>
                </a:lnTo>
                <a:lnTo>
                  <a:pt x="8687" y="852"/>
                </a:lnTo>
                <a:lnTo>
                  <a:pt x="8419" y="754"/>
                </a:lnTo>
                <a:lnTo>
                  <a:pt x="8273" y="730"/>
                </a:lnTo>
                <a:lnTo>
                  <a:pt x="8127" y="706"/>
                </a:lnTo>
                <a:lnTo>
                  <a:pt x="8005" y="706"/>
                </a:lnTo>
                <a:lnTo>
                  <a:pt x="7859" y="730"/>
                </a:lnTo>
                <a:lnTo>
                  <a:pt x="7738" y="779"/>
                </a:lnTo>
                <a:lnTo>
                  <a:pt x="7640" y="876"/>
                </a:lnTo>
                <a:lnTo>
                  <a:pt x="7616" y="925"/>
                </a:lnTo>
                <a:lnTo>
                  <a:pt x="7616" y="949"/>
                </a:lnTo>
                <a:lnTo>
                  <a:pt x="7640" y="998"/>
                </a:lnTo>
                <a:lnTo>
                  <a:pt x="7957" y="998"/>
                </a:lnTo>
                <a:lnTo>
                  <a:pt x="8224" y="1022"/>
                </a:lnTo>
                <a:lnTo>
                  <a:pt x="8468" y="1095"/>
                </a:lnTo>
                <a:lnTo>
                  <a:pt x="8735" y="1192"/>
                </a:lnTo>
                <a:lnTo>
                  <a:pt x="8760" y="1338"/>
                </a:lnTo>
                <a:lnTo>
                  <a:pt x="8565" y="1338"/>
                </a:lnTo>
                <a:lnTo>
                  <a:pt x="7932" y="1290"/>
                </a:lnTo>
                <a:lnTo>
                  <a:pt x="7713" y="1265"/>
                </a:lnTo>
                <a:lnTo>
                  <a:pt x="7616" y="1265"/>
                </a:lnTo>
                <a:lnTo>
                  <a:pt x="7494" y="1314"/>
                </a:lnTo>
                <a:lnTo>
                  <a:pt x="7470" y="1363"/>
                </a:lnTo>
                <a:lnTo>
                  <a:pt x="7470" y="1411"/>
                </a:lnTo>
                <a:lnTo>
                  <a:pt x="7519" y="1509"/>
                </a:lnTo>
                <a:lnTo>
                  <a:pt x="7592" y="1582"/>
                </a:lnTo>
                <a:lnTo>
                  <a:pt x="7689" y="1630"/>
                </a:lnTo>
                <a:lnTo>
                  <a:pt x="7786" y="1655"/>
                </a:lnTo>
                <a:lnTo>
                  <a:pt x="8030" y="1679"/>
                </a:lnTo>
                <a:lnTo>
                  <a:pt x="8224" y="1703"/>
                </a:lnTo>
                <a:lnTo>
                  <a:pt x="8516" y="1752"/>
                </a:lnTo>
                <a:lnTo>
                  <a:pt x="8833" y="1776"/>
                </a:lnTo>
                <a:lnTo>
                  <a:pt x="8881" y="2117"/>
                </a:lnTo>
                <a:lnTo>
                  <a:pt x="8857" y="2117"/>
                </a:lnTo>
                <a:lnTo>
                  <a:pt x="8711" y="2068"/>
                </a:lnTo>
                <a:lnTo>
                  <a:pt x="8565" y="2020"/>
                </a:lnTo>
                <a:lnTo>
                  <a:pt x="8249" y="1995"/>
                </a:lnTo>
                <a:lnTo>
                  <a:pt x="8005" y="1947"/>
                </a:lnTo>
                <a:lnTo>
                  <a:pt x="7713" y="1947"/>
                </a:lnTo>
                <a:lnTo>
                  <a:pt x="7713" y="1995"/>
                </a:lnTo>
                <a:lnTo>
                  <a:pt x="7689" y="2044"/>
                </a:lnTo>
                <a:lnTo>
                  <a:pt x="7762" y="2166"/>
                </a:lnTo>
                <a:lnTo>
                  <a:pt x="7835" y="2239"/>
                </a:lnTo>
                <a:lnTo>
                  <a:pt x="7957" y="2287"/>
                </a:lnTo>
                <a:lnTo>
                  <a:pt x="8078" y="2336"/>
                </a:lnTo>
                <a:lnTo>
                  <a:pt x="8419" y="2409"/>
                </a:lnTo>
                <a:lnTo>
                  <a:pt x="8760" y="2458"/>
                </a:lnTo>
                <a:lnTo>
                  <a:pt x="8833" y="2458"/>
                </a:lnTo>
                <a:lnTo>
                  <a:pt x="8881" y="2433"/>
                </a:lnTo>
                <a:lnTo>
                  <a:pt x="8930" y="2409"/>
                </a:lnTo>
                <a:lnTo>
                  <a:pt x="8954" y="2385"/>
                </a:lnTo>
                <a:lnTo>
                  <a:pt x="9027" y="2506"/>
                </a:lnTo>
                <a:lnTo>
                  <a:pt x="9076" y="2579"/>
                </a:lnTo>
                <a:lnTo>
                  <a:pt x="9125" y="2604"/>
                </a:lnTo>
                <a:lnTo>
                  <a:pt x="9198" y="2628"/>
                </a:lnTo>
                <a:lnTo>
                  <a:pt x="9246" y="2628"/>
                </a:lnTo>
                <a:lnTo>
                  <a:pt x="9490" y="2701"/>
                </a:lnTo>
                <a:lnTo>
                  <a:pt x="9733" y="2798"/>
                </a:lnTo>
                <a:lnTo>
                  <a:pt x="9952" y="2920"/>
                </a:lnTo>
                <a:lnTo>
                  <a:pt x="10171" y="3066"/>
                </a:lnTo>
                <a:lnTo>
                  <a:pt x="10220" y="3090"/>
                </a:lnTo>
                <a:lnTo>
                  <a:pt x="10268" y="3115"/>
                </a:lnTo>
                <a:lnTo>
                  <a:pt x="10390" y="3115"/>
                </a:lnTo>
                <a:lnTo>
                  <a:pt x="10463" y="3042"/>
                </a:lnTo>
                <a:lnTo>
                  <a:pt x="10512" y="2969"/>
                </a:lnTo>
                <a:lnTo>
                  <a:pt x="10633" y="2896"/>
                </a:lnTo>
                <a:lnTo>
                  <a:pt x="10755" y="2823"/>
                </a:lnTo>
                <a:lnTo>
                  <a:pt x="10950" y="2652"/>
                </a:lnTo>
                <a:lnTo>
                  <a:pt x="11412" y="2312"/>
                </a:lnTo>
                <a:lnTo>
                  <a:pt x="11655" y="2166"/>
                </a:lnTo>
                <a:lnTo>
                  <a:pt x="11899" y="2044"/>
                </a:lnTo>
                <a:lnTo>
                  <a:pt x="11972" y="1995"/>
                </a:lnTo>
                <a:lnTo>
                  <a:pt x="11996" y="1947"/>
                </a:lnTo>
                <a:lnTo>
                  <a:pt x="12093" y="2020"/>
                </a:lnTo>
                <a:lnTo>
                  <a:pt x="12385" y="2239"/>
                </a:lnTo>
                <a:lnTo>
                  <a:pt x="12653" y="2458"/>
                </a:lnTo>
                <a:lnTo>
                  <a:pt x="12872" y="2701"/>
                </a:lnTo>
                <a:lnTo>
                  <a:pt x="13091" y="2944"/>
                </a:lnTo>
                <a:lnTo>
                  <a:pt x="13188" y="3066"/>
                </a:lnTo>
                <a:lnTo>
                  <a:pt x="13286" y="3188"/>
                </a:lnTo>
                <a:lnTo>
                  <a:pt x="13115" y="3382"/>
                </a:lnTo>
                <a:lnTo>
                  <a:pt x="12896" y="3188"/>
                </a:lnTo>
                <a:lnTo>
                  <a:pt x="12677" y="2993"/>
                </a:lnTo>
                <a:lnTo>
                  <a:pt x="12580" y="2920"/>
                </a:lnTo>
                <a:lnTo>
                  <a:pt x="12458" y="2871"/>
                </a:lnTo>
                <a:lnTo>
                  <a:pt x="12337" y="2823"/>
                </a:lnTo>
                <a:lnTo>
                  <a:pt x="12215" y="2798"/>
                </a:lnTo>
                <a:lnTo>
                  <a:pt x="12166" y="2823"/>
                </a:lnTo>
                <a:lnTo>
                  <a:pt x="12142" y="2847"/>
                </a:lnTo>
                <a:lnTo>
                  <a:pt x="12118" y="2896"/>
                </a:lnTo>
                <a:lnTo>
                  <a:pt x="12142" y="2944"/>
                </a:lnTo>
                <a:lnTo>
                  <a:pt x="12215" y="3042"/>
                </a:lnTo>
                <a:lnTo>
                  <a:pt x="12288" y="3115"/>
                </a:lnTo>
                <a:lnTo>
                  <a:pt x="12458" y="3261"/>
                </a:lnTo>
                <a:lnTo>
                  <a:pt x="12677" y="3480"/>
                </a:lnTo>
                <a:lnTo>
                  <a:pt x="12896" y="3650"/>
                </a:lnTo>
                <a:lnTo>
                  <a:pt x="12921" y="3650"/>
                </a:lnTo>
                <a:lnTo>
                  <a:pt x="12750" y="3869"/>
                </a:lnTo>
                <a:lnTo>
                  <a:pt x="12653" y="3747"/>
                </a:lnTo>
                <a:lnTo>
                  <a:pt x="12531" y="3626"/>
                </a:lnTo>
                <a:lnTo>
                  <a:pt x="12458" y="3528"/>
                </a:lnTo>
                <a:lnTo>
                  <a:pt x="12361" y="3431"/>
                </a:lnTo>
                <a:lnTo>
                  <a:pt x="12264" y="3334"/>
                </a:lnTo>
                <a:lnTo>
                  <a:pt x="12142" y="3285"/>
                </a:lnTo>
                <a:lnTo>
                  <a:pt x="12118" y="3285"/>
                </a:lnTo>
                <a:lnTo>
                  <a:pt x="12069" y="3309"/>
                </a:lnTo>
                <a:lnTo>
                  <a:pt x="12069" y="3334"/>
                </a:lnTo>
                <a:lnTo>
                  <a:pt x="12069" y="3382"/>
                </a:lnTo>
                <a:lnTo>
                  <a:pt x="12093" y="3504"/>
                </a:lnTo>
                <a:lnTo>
                  <a:pt x="12142" y="3626"/>
                </a:lnTo>
                <a:lnTo>
                  <a:pt x="12288" y="3869"/>
                </a:lnTo>
                <a:lnTo>
                  <a:pt x="12385" y="4039"/>
                </a:lnTo>
                <a:lnTo>
                  <a:pt x="12531" y="4210"/>
                </a:lnTo>
                <a:lnTo>
                  <a:pt x="12434" y="4331"/>
                </a:lnTo>
                <a:lnTo>
                  <a:pt x="12312" y="4526"/>
                </a:lnTo>
                <a:lnTo>
                  <a:pt x="12215" y="4356"/>
                </a:lnTo>
                <a:lnTo>
                  <a:pt x="12069" y="4185"/>
                </a:lnTo>
                <a:lnTo>
                  <a:pt x="11947" y="4015"/>
                </a:lnTo>
                <a:lnTo>
                  <a:pt x="11850" y="3845"/>
                </a:lnTo>
                <a:lnTo>
                  <a:pt x="11801" y="3796"/>
                </a:lnTo>
                <a:lnTo>
                  <a:pt x="11753" y="3772"/>
                </a:lnTo>
                <a:lnTo>
                  <a:pt x="11680" y="3772"/>
                </a:lnTo>
                <a:lnTo>
                  <a:pt x="11631" y="3845"/>
                </a:lnTo>
                <a:lnTo>
                  <a:pt x="11631" y="3966"/>
                </a:lnTo>
                <a:lnTo>
                  <a:pt x="11655" y="4064"/>
                </a:lnTo>
                <a:lnTo>
                  <a:pt x="11704" y="4185"/>
                </a:lnTo>
                <a:lnTo>
                  <a:pt x="11753" y="4283"/>
                </a:lnTo>
                <a:lnTo>
                  <a:pt x="12118" y="4842"/>
                </a:lnTo>
                <a:lnTo>
                  <a:pt x="12166" y="4891"/>
                </a:lnTo>
                <a:lnTo>
                  <a:pt x="12239" y="4915"/>
                </a:lnTo>
                <a:lnTo>
                  <a:pt x="12264" y="4940"/>
                </a:lnTo>
                <a:lnTo>
                  <a:pt x="12288" y="4964"/>
                </a:lnTo>
                <a:lnTo>
                  <a:pt x="12410" y="5232"/>
                </a:lnTo>
                <a:lnTo>
                  <a:pt x="12458" y="5524"/>
                </a:lnTo>
                <a:lnTo>
                  <a:pt x="12483" y="5694"/>
                </a:lnTo>
                <a:lnTo>
                  <a:pt x="12507" y="5864"/>
                </a:lnTo>
                <a:lnTo>
                  <a:pt x="12507" y="6035"/>
                </a:lnTo>
                <a:lnTo>
                  <a:pt x="12531" y="6205"/>
                </a:lnTo>
                <a:lnTo>
                  <a:pt x="12580" y="6278"/>
                </a:lnTo>
                <a:lnTo>
                  <a:pt x="12629" y="6302"/>
                </a:lnTo>
                <a:lnTo>
                  <a:pt x="12702" y="6327"/>
                </a:lnTo>
                <a:lnTo>
                  <a:pt x="12775" y="6327"/>
                </a:lnTo>
                <a:lnTo>
                  <a:pt x="12994" y="6400"/>
                </a:lnTo>
                <a:lnTo>
                  <a:pt x="13213" y="6424"/>
                </a:lnTo>
                <a:lnTo>
                  <a:pt x="13651" y="6473"/>
                </a:lnTo>
                <a:lnTo>
                  <a:pt x="13967" y="6521"/>
                </a:lnTo>
                <a:lnTo>
                  <a:pt x="14283" y="6570"/>
                </a:lnTo>
                <a:lnTo>
                  <a:pt x="14502" y="6643"/>
                </a:lnTo>
                <a:lnTo>
                  <a:pt x="14600" y="6692"/>
                </a:lnTo>
                <a:lnTo>
                  <a:pt x="14697" y="6692"/>
                </a:lnTo>
                <a:lnTo>
                  <a:pt x="14673" y="6959"/>
                </a:lnTo>
                <a:lnTo>
                  <a:pt x="14648" y="7227"/>
                </a:lnTo>
                <a:lnTo>
                  <a:pt x="14673" y="7738"/>
                </a:lnTo>
                <a:lnTo>
                  <a:pt x="14648" y="8176"/>
                </a:lnTo>
                <a:lnTo>
                  <a:pt x="14648" y="8395"/>
                </a:lnTo>
                <a:lnTo>
                  <a:pt x="14673" y="8614"/>
                </a:lnTo>
                <a:lnTo>
                  <a:pt x="14454" y="8638"/>
                </a:lnTo>
                <a:lnTo>
                  <a:pt x="14454" y="8638"/>
                </a:lnTo>
                <a:lnTo>
                  <a:pt x="14478" y="8541"/>
                </a:lnTo>
                <a:lnTo>
                  <a:pt x="14478" y="8443"/>
                </a:lnTo>
                <a:lnTo>
                  <a:pt x="14454" y="8249"/>
                </a:lnTo>
                <a:lnTo>
                  <a:pt x="14405" y="7981"/>
                </a:lnTo>
                <a:lnTo>
                  <a:pt x="14381" y="7884"/>
                </a:lnTo>
                <a:lnTo>
                  <a:pt x="14332" y="7762"/>
                </a:lnTo>
                <a:lnTo>
                  <a:pt x="14308" y="7738"/>
                </a:lnTo>
                <a:lnTo>
                  <a:pt x="14283" y="7713"/>
                </a:lnTo>
                <a:lnTo>
                  <a:pt x="14235" y="7738"/>
                </a:lnTo>
                <a:lnTo>
                  <a:pt x="14210" y="7762"/>
                </a:lnTo>
                <a:lnTo>
                  <a:pt x="14162" y="7884"/>
                </a:lnTo>
                <a:lnTo>
                  <a:pt x="14137" y="7981"/>
                </a:lnTo>
                <a:lnTo>
                  <a:pt x="14113" y="8249"/>
                </a:lnTo>
                <a:lnTo>
                  <a:pt x="14113" y="8468"/>
                </a:lnTo>
                <a:lnTo>
                  <a:pt x="14137" y="8565"/>
                </a:lnTo>
                <a:lnTo>
                  <a:pt x="14186" y="8662"/>
                </a:lnTo>
                <a:lnTo>
                  <a:pt x="13797" y="8687"/>
                </a:lnTo>
                <a:lnTo>
                  <a:pt x="13699" y="8687"/>
                </a:lnTo>
                <a:lnTo>
                  <a:pt x="13748" y="8589"/>
                </a:lnTo>
                <a:lnTo>
                  <a:pt x="13797" y="8346"/>
                </a:lnTo>
                <a:lnTo>
                  <a:pt x="13845" y="8103"/>
                </a:lnTo>
                <a:lnTo>
                  <a:pt x="13870" y="7835"/>
                </a:lnTo>
                <a:lnTo>
                  <a:pt x="13845" y="7762"/>
                </a:lnTo>
                <a:lnTo>
                  <a:pt x="13772" y="7713"/>
                </a:lnTo>
                <a:lnTo>
                  <a:pt x="13699" y="7713"/>
                </a:lnTo>
                <a:lnTo>
                  <a:pt x="13651" y="7762"/>
                </a:lnTo>
                <a:lnTo>
                  <a:pt x="13626" y="7811"/>
                </a:lnTo>
                <a:lnTo>
                  <a:pt x="13480" y="8273"/>
                </a:lnTo>
                <a:lnTo>
                  <a:pt x="13407" y="8492"/>
                </a:lnTo>
                <a:lnTo>
                  <a:pt x="13407" y="8614"/>
                </a:lnTo>
                <a:lnTo>
                  <a:pt x="13407" y="8662"/>
                </a:lnTo>
                <a:lnTo>
                  <a:pt x="13432" y="8711"/>
                </a:lnTo>
                <a:lnTo>
                  <a:pt x="13237" y="8711"/>
                </a:lnTo>
                <a:lnTo>
                  <a:pt x="13042" y="8735"/>
                </a:lnTo>
                <a:lnTo>
                  <a:pt x="13091" y="8443"/>
                </a:lnTo>
                <a:lnTo>
                  <a:pt x="13115" y="8176"/>
                </a:lnTo>
                <a:lnTo>
                  <a:pt x="13091" y="8030"/>
                </a:lnTo>
                <a:lnTo>
                  <a:pt x="13067" y="7908"/>
                </a:lnTo>
                <a:lnTo>
                  <a:pt x="13042" y="7859"/>
                </a:lnTo>
                <a:lnTo>
                  <a:pt x="13018" y="7835"/>
                </a:lnTo>
                <a:lnTo>
                  <a:pt x="12969" y="7835"/>
                </a:lnTo>
                <a:lnTo>
                  <a:pt x="12921" y="7859"/>
                </a:lnTo>
                <a:lnTo>
                  <a:pt x="12848" y="7957"/>
                </a:lnTo>
                <a:lnTo>
                  <a:pt x="12823" y="8054"/>
                </a:lnTo>
                <a:lnTo>
                  <a:pt x="12750" y="8273"/>
                </a:lnTo>
                <a:lnTo>
                  <a:pt x="12604" y="8906"/>
                </a:lnTo>
                <a:lnTo>
                  <a:pt x="12604" y="8954"/>
                </a:lnTo>
                <a:lnTo>
                  <a:pt x="12629" y="9027"/>
                </a:lnTo>
                <a:lnTo>
                  <a:pt x="12507" y="9271"/>
                </a:lnTo>
                <a:lnTo>
                  <a:pt x="12385" y="9514"/>
                </a:lnTo>
                <a:lnTo>
                  <a:pt x="12288" y="9660"/>
                </a:lnTo>
                <a:lnTo>
                  <a:pt x="12191" y="9806"/>
                </a:lnTo>
                <a:lnTo>
                  <a:pt x="11996" y="10049"/>
                </a:lnTo>
                <a:lnTo>
                  <a:pt x="11947" y="10122"/>
                </a:lnTo>
                <a:lnTo>
                  <a:pt x="11947" y="10171"/>
                </a:lnTo>
                <a:lnTo>
                  <a:pt x="11972" y="10244"/>
                </a:lnTo>
                <a:lnTo>
                  <a:pt x="11996" y="10293"/>
                </a:lnTo>
                <a:lnTo>
                  <a:pt x="12045" y="10341"/>
                </a:lnTo>
                <a:lnTo>
                  <a:pt x="12166" y="10341"/>
                </a:lnTo>
                <a:lnTo>
                  <a:pt x="12239" y="10317"/>
                </a:lnTo>
                <a:lnTo>
                  <a:pt x="12337" y="10487"/>
                </a:lnTo>
                <a:lnTo>
                  <a:pt x="12483" y="10633"/>
                </a:lnTo>
                <a:lnTo>
                  <a:pt x="12726" y="10950"/>
                </a:lnTo>
                <a:lnTo>
                  <a:pt x="12994" y="11339"/>
                </a:lnTo>
                <a:lnTo>
                  <a:pt x="13237" y="11728"/>
                </a:lnTo>
                <a:lnTo>
                  <a:pt x="13067" y="11947"/>
                </a:lnTo>
                <a:lnTo>
                  <a:pt x="12872" y="12166"/>
                </a:lnTo>
                <a:lnTo>
                  <a:pt x="12483" y="12556"/>
                </a:lnTo>
                <a:lnTo>
                  <a:pt x="12191" y="12848"/>
                </a:lnTo>
                <a:lnTo>
                  <a:pt x="12045" y="12994"/>
                </a:lnTo>
                <a:lnTo>
                  <a:pt x="11923" y="13164"/>
                </a:lnTo>
                <a:lnTo>
                  <a:pt x="11704" y="13018"/>
                </a:lnTo>
                <a:lnTo>
                  <a:pt x="11874" y="12945"/>
                </a:lnTo>
                <a:lnTo>
                  <a:pt x="12020" y="12848"/>
                </a:lnTo>
                <a:lnTo>
                  <a:pt x="12288" y="12677"/>
                </a:lnTo>
                <a:lnTo>
                  <a:pt x="12337" y="12629"/>
                </a:lnTo>
                <a:lnTo>
                  <a:pt x="12361" y="12580"/>
                </a:lnTo>
                <a:lnTo>
                  <a:pt x="12361" y="12507"/>
                </a:lnTo>
                <a:lnTo>
                  <a:pt x="12337" y="12458"/>
                </a:lnTo>
                <a:lnTo>
                  <a:pt x="12312" y="12434"/>
                </a:lnTo>
                <a:lnTo>
                  <a:pt x="12264" y="12385"/>
                </a:lnTo>
                <a:lnTo>
                  <a:pt x="12191" y="12385"/>
                </a:lnTo>
                <a:lnTo>
                  <a:pt x="12118" y="12410"/>
                </a:lnTo>
                <a:lnTo>
                  <a:pt x="11899" y="12531"/>
                </a:lnTo>
                <a:lnTo>
                  <a:pt x="11655" y="12677"/>
                </a:lnTo>
                <a:lnTo>
                  <a:pt x="11388" y="12799"/>
                </a:lnTo>
                <a:lnTo>
                  <a:pt x="11266" y="12726"/>
                </a:lnTo>
                <a:lnTo>
                  <a:pt x="11315" y="12702"/>
                </a:lnTo>
                <a:lnTo>
                  <a:pt x="11534" y="12556"/>
                </a:lnTo>
                <a:lnTo>
                  <a:pt x="11631" y="12458"/>
                </a:lnTo>
                <a:lnTo>
                  <a:pt x="11704" y="12337"/>
                </a:lnTo>
                <a:lnTo>
                  <a:pt x="11728" y="12288"/>
                </a:lnTo>
                <a:lnTo>
                  <a:pt x="11728" y="12239"/>
                </a:lnTo>
                <a:lnTo>
                  <a:pt x="11704" y="12166"/>
                </a:lnTo>
                <a:lnTo>
                  <a:pt x="11680" y="12118"/>
                </a:lnTo>
                <a:lnTo>
                  <a:pt x="11631" y="12093"/>
                </a:lnTo>
                <a:lnTo>
                  <a:pt x="11582" y="12069"/>
                </a:lnTo>
                <a:lnTo>
                  <a:pt x="11534" y="12069"/>
                </a:lnTo>
                <a:lnTo>
                  <a:pt x="11461" y="12093"/>
                </a:lnTo>
                <a:lnTo>
                  <a:pt x="11290" y="12264"/>
                </a:lnTo>
                <a:lnTo>
                  <a:pt x="11096" y="12410"/>
                </a:lnTo>
                <a:lnTo>
                  <a:pt x="10974" y="12507"/>
                </a:lnTo>
                <a:lnTo>
                  <a:pt x="10731" y="12288"/>
                </a:lnTo>
                <a:lnTo>
                  <a:pt x="10950" y="12142"/>
                </a:lnTo>
                <a:lnTo>
                  <a:pt x="11071" y="12069"/>
                </a:lnTo>
                <a:lnTo>
                  <a:pt x="11193" y="11996"/>
                </a:lnTo>
                <a:lnTo>
                  <a:pt x="11242" y="11947"/>
                </a:lnTo>
                <a:lnTo>
                  <a:pt x="11266" y="11899"/>
                </a:lnTo>
                <a:lnTo>
                  <a:pt x="11290" y="11826"/>
                </a:lnTo>
                <a:lnTo>
                  <a:pt x="11290" y="11753"/>
                </a:lnTo>
                <a:lnTo>
                  <a:pt x="11266" y="11704"/>
                </a:lnTo>
                <a:lnTo>
                  <a:pt x="11217" y="11680"/>
                </a:lnTo>
                <a:lnTo>
                  <a:pt x="11096" y="11680"/>
                </a:lnTo>
                <a:lnTo>
                  <a:pt x="10974" y="11753"/>
                </a:lnTo>
                <a:lnTo>
                  <a:pt x="10877" y="11801"/>
                </a:lnTo>
                <a:lnTo>
                  <a:pt x="10633" y="11947"/>
                </a:lnTo>
                <a:lnTo>
                  <a:pt x="10390" y="12093"/>
                </a:lnTo>
                <a:lnTo>
                  <a:pt x="10293" y="12069"/>
                </a:lnTo>
                <a:lnTo>
                  <a:pt x="10147" y="12069"/>
                </a:lnTo>
                <a:lnTo>
                  <a:pt x="10098" y="12118"/>
                </a:lnTo>
                <a:lnTo>
                  <a:pt x="9952" y="12118"/>
                </a:lnTo>
                <a:lnTo>
                  <a:pt x="9855" y="12191"/>
                </a:lnTo>
                <a:lnTo>
                  <a:pt x="9733" y="12264"/>
                </a:lnTo>
                <a:lnTo>
                  <a:pt x="9587" y="12312"/>
                </a:lnTo>
                <a:lnTo>
                  <a:pt x="9319" y="12385"/>
                </a:lnTo>
                <a:lnTo>
                  <a:pt x="9198" y="12434"/>
                </a:lnTo>
                <a:lnTo>
                  <a:pt x="9100" y="12507"/>
                </a:lnTo>
                <a:lnTo>
                  <a:pt x="8979" y="12507"/>
                </a:lnTo>
                <a:lnTo>
                  <a:pt x="8930" y="12556"/>
                </a:lnTo>
                <a:lnTo>
                  <a:pt x="8906" y="12604"/>
                </a:lnTo>
                <a:lnTo>
                  <a:pt x="8906" y="12629"/>
                </a:lnTo>
                <a:lnTo>
                  <a:pt x="8857" y="12629"/>
                </a:lnTo>
                <a:lnTo>
                  <a:pt x="8735" y="12677"/>
                </a:lnTo>
                <a:lnTo>
                  <a:pt x="8638" y="12726"/>
                </a:lnTo>
                <a:lnTo>
                  <a:pt x="8419" y="12848"/>
                </a:lnTo>
                <a:lnTo>
                  <a:pt x="8297" y="12872"/>
                </a:lnTo>
                <a:lnTo>
                  <a:pt x="8200" y="12896"/>
                </a:lnTo>
                <a:lnTo>
                  <a:pt x="8103" y="12921"/>
                </a:lnTo>
                <a:lnTo>
                  <a:pt x="8005" y="12945"/>
                </a:lnTo>
                <a:lnTo>
                  <a:pt x="7957" y="13018"/>
                </a:lnTo>
                <a:lnTo>
                  <a:pt x="7981" y="13067"/>
                </a:lnTo>
                <a:lnTo>
                  <a:pt x="8030" y="13140"/>
                </a:lnTo>
                <a:lnTo>
                  <a:pt x="8127" y="13188"/>
                </a:lnTo>
                <a:lnTo>
                  <a:pt x="8224" y="13213"/>
                </a:lnTo>
                <a:lnTo>
                  <a:pt x="8346" y="13188"/>
                </a:lnTo>
                <a:lnTo>
                  <a:pt x="8468" y="13164"/>
                </a:lnTo>
                <a:lnTo>
                  <a:pt x="8589" y="13115"/>
                </a:lnTo>
                <a:lnTo>
                  <a:pt x="8833" y="12994"/>
                </a:lnTo>
                <a:lnTo>
                  <a:pt x="8808" y="13115"/>
                </a:lnTo>
                <a:lnTo>
                  <a:pt x="8638" y="13213"/>
                </a:lnTo>
                <a:lnTo>
                  <a:pt x="8443" y="13310"/>
                </a:lnTo>
                <a:lnTo>
                  <a:pt x="8224" y="13383"/>
                </a:lnTo>
                <a:lnTo>
                  <a:pt x="8127" y="13432"/>
                </a:lnTo>
                <a:lnTo>
                  <a:pt x="8054" y="13480"/>
                </a:lnTo>
                <a:lnTo>
                  <a:pt x="8030" y="13553"/>
                </a:lnTo>
                <a:lnTo>
                  <a:pt x="8054" y="13602"/>
                </a:lnTo>
                <a:lnTo>
                  <a:pt x="8103" y="13651"/>
                </a:lnTo>
                <a:lnTo>
                  <a:pt x="8176" y="13675"/>
                </a:lnTo>
                <a:lnTo>
                  <a:pt x="8297" y="13699"/>
                </a:lnTo>
                <a:lnTo>
                  <a:pt x="8443" y="13651"/>
                </a:lnTo>
                <a:lnTo>
                  <a:pt x="8589" y="13626"/>
                </a:lnTo>
                <a:lnTo>
                  <a:pt x="8760" y="13553"/>
                </a:lnTo>
                <a:lnTo>
                  <a:pt x="8711" y="13797"/>
                </a:lnTo>
                <a:lnTo>
                  <a:pt x="8711" y="13821"/>
                </a:lnTo>
                <a:lnTo>
                  <a:pt x="8662" y="13845"/>
                </a:lnTo>
                <a:lnTo>
                  <a:pt x="8419" y="13918"/>
                </a:lnTo>
                <a:lnTo>
                  <a:pt x="8176" y="13991"/>
                </a:lnTo>
                <a:lnTo>
                  <a:pt x="8030" y="14016"/>
                </a:lnTo>
                <a:lnTo>
                  <a:pt x="7957" y="14040"/>
                </a:lnTo>
                <a:lnTo>
                  <a:pt x="7957" y="14089"/>
                </a:lnTo>
                <a:lnTo>
                  <a:pt x="7932" y="14113"/>
                </a:lnTo>
                <a:lnTo>
                  <a:pt x="7932" y="14162"/>
                </a:lnTo>
                <a:lnTo>
                  <a:pt x="7957" y="14186"/>
                </a:lnTo>
                <a:lnTo>
                  <a:pt x="8030" y="14235"/>
                </a:lnTo>
                <a:lnTo>
                  <a:pt x="8127" y="14259"/>
                </a:lnTo>
                <a:lnTo>
                  <a:pt x="8224" y="14283"/>
                </a:lnTo>
                <a:lnTo>
                  <a:pt x="8322" y="14283"/>
                </a:lnTo>
                <a:lnTo>
                  <a:pt x="8419" y="14259"/>
                </a:lnTo>
                <a:lnTo>
                  <a:pt x="8614" y="14210"/>
                </a:lnTo>
                <a:lnTo>
                  <a:pt x="8614" y="14210"/>
                </a:lnTo>
                <a:lnTo>
                  <a:pt x="8589" y="14381"/>
                </a:lnTo>
                <a:lnTo>
                  <a:pt x="8589" y="14575"/>
                </a:lnTo>
                <a:lnTo>
                  <a:pt x="8103" y="14575"/>
                </a:lnTo>
                <a:lnTo>
                  <a:pt x="7616" y="14624"/>
                </a:lnTo>
                <a:lnTo>
                  <a:pt x="6765" y="14624"/>
                </a:lnTo>
                <a:lnTo>
                  <a:pt x="6765" y="14405"/>
                </a:lnTo>
                <a:lnTo>
                  <a:pt x="6740" y="14162"/>
                </a:lnTo>
                <a:lnTo>
                  <a:pt x="6692" y="13748"/>
                </a:lnTo>
                <a:lnTo>
                  <a:pt x="6643" y="13432"/>
                </a:lnTo>
                <a:lnTo>
                  <a:pt x="6570" y="13042"/>
                </a:lnTo>
                <a:lnTo>
                  <a:pt x="6521" y="12848"/>
                </a:lnTo>
                <a:lnTo>
                  <a:pt x="6448" y="12702"/>
                </a:lnTo>
                <a:lnTo>
                  <a:pt x="6351" y="12556"/>
                </a:lnTo>
                <a:lnTo>
                  <a:pt x="6302" y="12531"/>
                </a:lnTo>
                <a:lnTo>
                  <a:pt x="6229" y="12483"/>
                </a:lnTo>
                <a:lnTo>
                  <a:pt x="6156" y="12483"/>
                </a:lnTo>
                <a:lnTo>
                  <a:pt x="6083" y="12507"/>
                </a:lnTo>
                <a:lnTo>
                  <a:pt x="5864" y="12434"/>
                </a:lnTo>
                <a:lnTo>
                  <a:pt x="5670" y="12385"/>
                </a:lnTo>
                <a:lnTo>
                  <a:pt x="5524" y="12312"/>
                </a:lnTo>
                <a:lnTo>
                  <a:pt x="5378" y="12239"/>
                </a:lnTo>
                <a:lnTo>
                  <a:pt x="5232" y="12166"/>
                </a:lnTo>
                <a:lnTo>
                  <a:pt x="5086" y="12118"/>
                </a:lnTo>
                <a:lnTo>
                  <a:pt x="5013" y="12045"/>
                </a:lnTo>
                <a:lnTo>
                  <a:pt x="4940" y="11996"/>
                </a:lnTo>
                <a:lnTo>
                  <a:pt x="4842" y="11996"/>
                </a:lnTo>
                <a:lnTo>
                  <a:pt x="4794" y="12020"/>
                </a:lnTo>
                <a:lnTo>
                  <a:pt x="4745" y="12069"/>
                </a:lnTo>
                <a:lnTo>
                  <a:pt x="4429" y="11923"/>
                </a:lnTo>
                <a:lnTo>
                  <a:pt x="4210" y="11826"/>
                </a:lnTo>
                <a:lnTo>
                  <a:pt x="4112" y="11801"/>
                </a:lnTo>
                <a:lnTo>
                  <a:pt x="4064" y="11801"/>
                </a:lnTo>
                <a:lnTo>
                  <a:pt x="4015" y="11826"/>
                </a:lnTo>
                <a:lnTo>
                  <a:pt x="3966" y="11850"/>
                </a:lnTo>
                <a:lnTo>
                  <a:pt x="3966" y="11899"/>
                </a:lnTo>
                <a:lnTo>
                  <a:pt x="3966" y="11947"/>
                </a:lnTo>
                <a:lnTo>
                  <a:pt x="3991" y="12020"/>
                </a:lnTo>
                <a:lnTo>
                  <a:pt x="4088" y="12093"/>
                </a:lnTo>
                <a:lnTo>
                  <a:pt x="4307" y="12239"/>
                </a:lnTo>
                <a:lnTo>
                  <a:pt x="4477" y="12361"/>
                </a:lnTo>
                <a:lnTo>
                  <a:pt x="4356" y="12507"/>
                </a:lnTo>
                <a:lnTo>
                  <a:pt x="4331" y="12434"/>
                </a:lnTo>
                <a:lnTo>
                  <a:pt x="4283" y="12385"/>
                </a:lnTo>
                <a:lnTo>
                  <a:pt x="4185" y="12337"/>
                </a:lnTo>
                <a:lnTo>
                  <a:pt x="4088" y="12337"/>
                </a:lnTo>
                <a:lnTo>
                  <a:pt x="3942" y="12312"/>
                </a:lnTo>
                <a:lnTo>
                  <a:pt x="3820" y="12264"/>
                </a:lnTo>
                <a:lnTo>
                  <a:pt x="3723" y="12191"/>
                </a:lnTo>
                <a:lnTo>
                  <a:pt x="3601" y="12118"/>
                </a:lnTo>
                <a:lnTo>
                  <a:pt x="3504" y="12045"/>
                </a:lnTo>
                <a:lnTo>
                  <a:pt x="3382" y="11996"/>
                </a:lnTo>
                <a:lnTo>
                  <a:pt x="3334" y="11996"/>
                </a:lnTo>
                <a:lnTo>
                  <a:pt x="3309" y="12020"/>
                </a:lnTo>
                <a:lnTo>
                  <a:pt x="3285" y="12045"/>
                </a:lnTo>
                <a:lnTo>
                  <a:pt x="3285" y="12142"/>
                </a:lnTo>
                <a:lnTo>
                  <a:pt x="3309" y="12215"/>
                </a:lnTo>
                <a:lnTo>
                  <a:pt x="3334" y="12288"/>
                </a:lnTo>
                <a:lnTo>
                  <a:pt x="3382" y="12337"/>
                </a:lnTo>
                <a:lnTo>
                  <a:pt x="3504" y="12458"/>
                </a:lnTo>
                <a:lnTo>
                  <a:pt x="3650" y="12556"/>
                </a:lnTo>
                <a:lnTo>
                  <a:pt x="3747" y="12629"/>
                </a:lnTo>
                <a:lnTo>
                  <a:pt x="3869" y="12677"/>
                </a:lnTo>
                <a:lnTo>
                  <a:pt x="4015" y="12702"/>
                </a:lnTo>
                <a:lnTo>
                  <a:pt x="4137" y="12702"/>
                </a:lnTo>
                <a:lnTo>
                  <a:pt x="3820" y="12969"/>
                </a:lnTo>
                <a:lnTo>
                  <a:pt x="3796" y="12921"/>
                </a:lnTo>
                <a:lnTo>
                  <a:pt x="3772" y="12872"/>
                </a:lnTo>
                <a:lnTo>
                  <a:pt x="3723" y="12848"/>
                </a:lnTo>
                <a:lnTo>
                  <a:pt x="3650" y="12823"/>
                </a:lnTo>
                <a:lnTo>
                  <a:pt x="3553" y="12823"/>
                </a:lnTo>
                <a:lnTo>
                  <a:pt x="3480" y="12799"/>
                </a:lnTo>
                <a:lnTo>
                  <a:pt x="3334" y="12702"/>
                </a:lnTo>
                <a:lnTo>
                  <a:pt x="3188" y="12580"/>
                </a:lnTo>
                <a:lnTo>
                  <a:pt x="3163" y="12556"/>
                </a:lnTo>
                <a:lnTo>
                  <a:pt x="3115" y="12531"/>
                </a:lnTo>
                <a:lnTo>
                  <a:pt x="3066" y="12507"/>
                </a:lnTo>
                <a:lnTo>
                  <a:pt x="3017" y="12483"/>
                </a:lnTo>
                <a:lnTo>
                  <a:pt x="2993" y="12483"/>
                </a:lnTo>
                <a:lnTo>
                  <a:pt x="2969" y="12507"/>
                </a:lnTo>
                <a:lnTo>
                  <a:pt x="2944" y="12604"/>
                </a:lnTo>
                <a:lnTo>
                  <a:pt x="2944" y="12677"/>
                </a:lnTo>
                <a:lnTo>
                  <a:pt x="2944" y="12726"/>
                </a:lnTo>
                <a:lnTo>
                  <a:pt x="2969" y="12799"/>
                </a:lnTo>
                <a:lnTo>
                  <a:pt x="3017" y="12872"/>
                </a:lnTo>
                <a:lnTo>
                  <a:pt x="3115" y="12969"/>
                </a:lnTo>
                <a:lnTo>
                  <a:pt x="3285" y="13115"/>
                </a:lnTo>
                <a:lnTo>
                  <a:pt x="3382" y="13164"/>
                </a:lnTo>
                <a:lnTo>
                  <a:pt x="3504" y="13213"/>
                </a:lnTo>
                <a:lnTo>
                  <a:pt x="3309" y="13310"/>
                </a:lnTo>
                <a:lnTo>
                  <a:pt x="3261" y="13286"/>
                </a:lnTo>
                <a:lnTo>
                  <a:pt x="2896" y="12969"/>
                </a:lnTo>
                <a:lnTo>
                  <a:pt x="2531" y="12629"/>
                </a:lnTo>
                <a:lnTo>
                  <a:pt x="2214" y="12312"/>
                </a:lnTo>
                <a:lnTo>
                  <a:pt x="2068" y="12118"/>
                </a:lnTo>
                <a:lnTo>
                  <a:pt x="1947" y="11947"/>
                </a:lnTo>
                <a:lnTo>
                  <a:pt x="2093" y="11777"/>
                </a:lnTo>
                <a:lnTo>
                  <a:pt x="2214" y="11607"/>
                </a:lnTo>
                <a:lnTo>
                  <a:pt x="2433" y="11242"/>
                </a:lnTo>
                <a:lnTo>
                  <a:pt x="2798" y="10779"/>
                </a:lnTo>
                <a:lnTo>
                  <a:pt x="3139" y="10317"/>
                </a:lnTo>
                <a:lnTo>
                  <a:pt x="3163" y="10293"/>
                </a:lnTo>
                <a:lnTo>
                  <a:pt x="3236" y="10244"/>
                </a:lnTo>
                <a:lnTo>
                  <a:pt x="3285" y="10147"/>
                </a:lnTo>
                <a:lnTo>
                  <a:pt x="3285" y="10074"/>
                </a:lnTo>
                <a:lnTo>
                  <a:pt x="3261" y="10025"/>
                </a:lnTo>
                <a:lnTo>
                  <a:pt x="3212" y="9976"/>
                </a:lnTo>
                <a:lnTo>
                  <a:pt x="3090" y="9855"/>
                </a:lnTo>
                <a:lnTo>
                  <a:pt x="2969" y="9709"/>
                </a:lnTo>
                <a:lnTo>
                  <a:pt x="2750" y="9441"/>
                </a:lnTo>
                <a:lnTo>
                  <a:pt x="2628" y="9246"/>
                </a:lnTo>
                <a:lnTo>
                  <a:pt x="2628" y="9222"/>
                </a:lnTo>
                <a:lnTo>
                  <a:pt x="2628" y="9149"/>
                </a:lnTo>
                <a:lnTo>
                  <a:pt x="2604" y="9076"/>
                </a:lnTo>
                <a:lnTo>
                  <a:pt x="2579" y="9003"/>
                </a:lnTo>
                <a:lnTo>
                  <a:pt x="2506" y="8954"/>
                </a:lnTo>
                <a:lnTo>
                  <a:pt x="2409" y="8930"/>
                </a:lnTo>
                <a:lnTo>
                  <a:pt x="1460" y="8881"/>
                </a:lnTo>
                <a:lnTo>
                  <a:pt x="998" y="8808"/>
                </a:lnTo>
                <a:lnTo>
                  <a:pt x="754" y="8784"/>
                </a:lnTo>
                <a:lnTo>
                  <a:pt x="535" y="8711"/>
                </a:lnTo>
                <a:lnTo>
                  <a:pt x="535" y="8614"/>
                </a:lnTo>
                <a:lnTo>
                  <a:pt x="511" y="8492"/>
                </a:lnTo>
                <a:lnTo>
                  <a:pt x="462" y="8273"/>
                </a:lnTo>
                <a:lnTo>
                  <a:pt x="462" y="7908"/>
                </a:lnTo>
                <a:lnTo>
                  <a:pt x="462" y="7567"/>
                </a:lnTo>
                <a:lnTo>
                  <a:pt x="511" y="7105"/>
                </a:lnTo>
                <a:lnTo>
                  <a:pt x="535" y="6862"/>
                </a:lnTo>
                <a:lnTo>
                  <a:pt x="535" y="6740"/>
                </a:lnTo>
                <a:lnTo>
                  <a:pt x="511" y="6619"/>
                </a:lnTo>
                <a:lnTo>
                  <a:pt x="681" y="6570"/>
                </a:lnTo>
                <a:lnTo>
                  <a:pt x="1046" y="6497"/>
                </a:lnTo>
                <a:lnTo>
                  <a:pt x="949" y="6643"/>
                </a:lnTo>
                <a:lnTo>
                  <a:pt x="876" y="6789"/>
                </a:lnTo>
                <a:lnTo>
                  <a:pt x="754" y="7105"/>
                </a:lnTo>
                <a:lnTo>
                  <a:pt x="754" y="7203"/>
                </a:lnTo>
                <a:lnTo>
                  <a:pt x="779" y="7227"/>
                </a:lnTo>
                <a:lnTo>
                  <a:pt x="803" y="7276"/>
                </a:lnTo>
                <a:lnTo>
                  <a:pt x="876" y="7324"/>
                </a:lnTo>
                <a:lnTo>
                  <a:pt x="973" y="7324"/>
                </a:lnTo>
                <a:lnTo>
                  <a:pt x="1022" y="7300"/>
                </a:lnTo>
                <a:lnTo>
                  <a:pt x="1046" y="7276"/>
                </a:lnTo>
                <a:lnTo>
                  <a:pt x="1095" y="7203"/>
                </a:lnTo>
                <a:lnTo>
                  <a:pt x="1168" y="6984"/>
                </a:lnTo>
                <a:lnTo>
                  <a:pt x="1265" y="6765"/>
                </a:lnTo>
                <a:lnTo>
                  <a:pt x="1338" y="6619"/>
                </a:lnTo>
                <a:lnTo>
                  <a:pt x="1436" y="6448"/>
                </a:lnTo>
                <a:lnTo>
                  <a:pt x="1606" y="6424"/>
                </a:lnTo>
                <a:lnTo>
                  <a:pt x="1509" y="6570"/>
                </a:lnTo>
                <a:lnTo>
                  <a:pt x="1436" y="6740"/>
                </a:lnTo>
                <a:lnTo>
                  <a:pt x="1387" y="6911"/>
                </a:lnTo>
                <a:lnTo>
                  <a:pt x="1338" y="7057"/>
                </a:lnTo>
                <a:lnTo>
                  <a:pt x="1338" y="7105"/>
                </a:lnTo>
                <a:lnTo>
                  <a:pt x="1363" y="7154"/>
                </a:lnTo>
                <a:lnTo>
                  <a:pt x="1387" y="7203"/>
                </a:lnTo>
                <a:lnTo>
                  <a:pt x="1436" y="7251"/>
                </a:lnTo>
                <a:lnTo>
                  <a:pt x="1484" y="7276"/>
                </a:lnTo>
                <a:lnTo>
                  <a:pt x="1557" y="7276"/>
                </a:lnTo>
                <a:lnTo>
                  <a:pt x="1630" y="7227"/>
                </a:lnTo>
                <a:lnTo>
                  <a:pt x="1679" y="7178"/>
                </a:lnTo>
                <a:lnTo>
                  <a:pt x="1679" y="7154"/>
                </a:lnTo>
                <a:lnTo>
                  <a:pt x="1728" y="6935"/>
                </a:lnTo>
                <a:lnTo>
                  <a:pt x="1801" y="6716"/>
                </a:lnTo>
                <a:lnTo>
                  <a:pt x="1898" y="6570"/>
                </a:lnTo>
                <a:lnTo>
                  <a:pt x="1947" y="6424"/>
                </a:lnTo>
                <a:lnTo>
                  <a:pt x="2093" y="6424"/>
                </a:lnTo>
                <a:lnTo>
                  <a:pt x="2044" y="6546"/>
                </a:lnTo>
                <a:lnTo>
                  <a:pt x="1947" y="6813"/>
                </a:lnTo>
                <a:lnTo>
                  <a:pt x="1922" y="6935"/>
                </a:lnTo>
                <a:lnTo>
                  <a:pt x="1898" y="7057"/>
                </a:lnTo>
                <a:lnTo>
                  <a:pt x="1922" y="7105"/>
                </a:lnTo>
                <a:lnTo>
                  <a:pt x="1947" y="7154"/>
                </a:lnTo>
                <a:lnTo>
                  <a:pt x="2020" y="7203"/>
                </a:lnTo>
                <a:lnTo>
                  <a:pt x="2117" y="7203"/>
                </a:lnTo>
                <a:lnTo>
                  <a:pt x="2166" y="7178"/>
                </a:lnTo>
                <a:lnTo>
                  <a:pt x="2190" y="7130"/>
                </a:lnTo>
                <a:lnTo>
                  <a:pt x="2239" y="6935"/>
                </a:lnTo>
                <a:lnTo>
                  <a:pt x="2287" y="6716"/>
                </a:lnTo>
                <a:lnTo>
                  <a:pt x="2336" y="6546"/>
                </a:lnTo>
                <a:lnTo>
                  <a:pt x="2360" y="6400"/>
                </a:lnTo>
                <a:lnTo>
                  <a:pt x="2482" y="6375"/>
                </a:lnTo>
                <a:lnTo>
                  <a:pt x="2531" y="6351"/>
                </a:lnTo>
                <a:lnTo>
                  <a:pt x="2579" y="6302"/>
                </a:lnTo>
                <a:lnTo>
                  <a:pt x="2604" y="6254"/>
                </a:lnTo>
                <a:lnTo>
                  <a:pt x="2604" y="6205"/>
                </a:lnTo>
                <a:lnTo>
                  <a:pt x="2652" y="6132"/>
                </a:lnTo>
                <a:lnTo>
                  <a:pt x="2677" y="6059"/>
                </a:lnTo>
                <a:lnTo>
                  <a:pt x="2677" y="5913"/>
                </a:lnTo>
                <a:lnTo>
                  <a:pt x="2701" y="5767"/>
                </a:lnTo>
                <a:lnTo>
                  <a:pt x="2798" y="5499"/>
                </a:lnTo>
                <a:lnTo>
                  <a:pt x="2993" y="4964"/>
                </a:lnTo>
                <a:lnTo>
                  <a:pt x="3090" y="4891"/>
                </a:lnTo>
                <a:lnTo>
                  <a:pt x="3139" y="4794"/>
                </a:lnTo>
                <a:lnTo>
                  <a:pt x="3139" y="4745"/>
                </a:lnTo>
                <a:lnTo>
                  <a:pt x="3139" y="4696"/>
                </a:lnTo>
                <a:lnTo>
                  <a:pt x="3115" y="4648"/>
                </a:lnTo>
                <a:lnTo>
                  <a:pt x="3066" y="4575"/>
                </a:lnTo>
                <a:lnTo>
                  <a:pt x="2750" y="4234"/>
                </a:lnTo>
                <a:lnTo>
                  <a:pt x="2433" y="3893"/>
                </a:lnTo>
                <a:lnTo>
                  <a:pt x="2117" y="3528"/>
                </a:lnTo>
                <a:lnTo>
                  <a:pt x="1801" y="3188"/>
                </a:lnTo>
                <a:lnTo>
                  <a:pt x="1971" y="3042"/>
                </a:lnTo>
                <a:lnTo>
                  <a:pt x="2141" y="2871"/>
                </a:lnTo>
                <a:lnTo>
                  <a:pt x="2433" y="2506"/>
                </a:lnTo>
                <a:lnTo>
                  <a:pt x="2604" y="2336"/>
                </a:lnTo>
                <a:lnTo>
                  <a:pt x="2774" y="2166"/>
                </a:lnTo>
                <a:lnTo>
                  <a:pt x="2944" y="2044"/>
                </a:lnTo>
                <a:lnTo>
                  <a:pt x="3163" y="1947"/>
                </a:lnTo>
                <a:lnTo>
                  <a:pt x="3236" y="1922"/>
                </a:lnTo>
                <a:lnTo>
                  <a:pt x="3261" y="1922"/>
                </a:lnTo>
                <a:lnTo>
                  <a:pt x="3115" y="2020"/>
                </a:lnTo>
                <a:lnTo>
                  <a:pt x="2993" y="2117"/>
                </a:lnTo>
                <a:lnTo>
                  <a:pt x="2847" y="2263"/>
                </a:lnTo>
                <a:lnTo>
                  <a:pt x="2725" y="2409"/>
                </a:lnTo>
                <a:lnTo>
                  <a:pt x="2701" y="2506"/>
                </a:lnTo>
                <a:lnTo>
                  <a:pt x="2701" y="2579"/>
                </a:lnTo>
                <a:lnTo>
                  <a:pt x="2701" y="2652"/>
                </a:lnTo>
                <a:lnTo>
                  <a:pt x="2750" y="2701"/>
                </a:lnTo>
                <a:lnTo>
                  <a:pt x="2798" y="2725"/>
                </a:lnTo>
                <a:lnTo>
                  <a:pt x="2871" y="2725"/>
                </a:lnTo>
                <a:lnTo>
                  <a:pt x="2944" y="2677"/>
                </a:lnTo>
                <a:lnTo>
                  <a:pt x="2993" y="2628"/>
                </a:lnTo>
                <a:lnTo>
                  <a:pt x="3090" y="2506"/>
                </a:lnTo>
                <a:lnTo>
                  <a:pt x="3212" y="2360"/>
                </a:lnTo>
                <a:lnTo>
                  <a:pt x="3358" y="2239"/>
                </a:lnTo>
                <a:lnTo>
                  <a:pt x="3553" y="2117"/>
                </a:lnTo>
                <a:lnTo>
                  <a:pt x="3626" y="2166"/>
                </a:lnTo>
                <a:lnTo>
                  <a:pt x="3504" y="2263"/>
                </a:lnTo>
                <a:lnTo>
                  <a:pt x="3407" y="2336"/>
                </a:lnTo>
                <a:lnTo>
                  <a:pt x="3285" y="2458"/>
                </a:lnTo>
                <a:lnTo>
                  <a:pt x="3188" y="2579"/>
                </a:lnTo>
                <a:lnTo>
                  <a:pt x="3115" y="2725"/>
                </a:lnTo>
                <a:lnTo>
                  <a:pt x="3090" y="2798"/>
                </a:lnTo>
                <a:lnTo>
                  <a:pt x="3090" y="2871"/>
                </a:lnTo>
                <a:lnTo>
                  <a:pt x="3115" y="2920"/>
                </a:lnTo>
                <a:lnTo>
                  <a:pt x="3139" y="2944"/>
                </a:lnTo>
                <a:lnTo>
                  <a:pt x="3212" y="2969"/>
                </a:lnTo>
                <a:lnTo>
                  <a:pt x="3285" y="2969"/>
                </a:lnTo>
                <a:lnTo>
                  <a:pt x="3358" y="2944"/>
                </a:lnTo>
                <a:lnTo>
                  <a:pt x="3431" y="2847"/>
                </a:lnTo>
                <a:lnTo>
                  <a:pt x="3480" y="2750"/>
                </a:lnTo>
                <a:lnTo>
                  <a:pt x="3577" y="2652"/>
                </a:lnTo>
                <a:lnTo>
                  <a:pt x="3674" y="2555"/>
                </a:lnTo>
                <a:lnTo>
                  <a:pt x="3869" y="2360"/>
                </a:lnTo>
                <a:lnTo>
                  <a:pt x="3966" y="2433"/>
                </a:lnTo>
                <a:lnTo>
                  <a:pt x="4112" y="2506"/>
                </a:lnTo>
                <a:lnTo>
                  <a:pt x="3893" y="2628"/>
                </a:lnTo>
                <a:lnTo>
                  <a:pt x="3699" y="2750"/>
                </a:lnTo>
                <a:lnTo>
                  <a:pt x="3553" y="2871"/>
                </a:lnTo>
                <a:lnTo>
                  <a:pt x="3407" y="3017"/>
                </a:lnTo>
                <a:lnTo>
                  <a:pt x="3334" y="3115"/>
                </a:lnTo>
                <a:lnTo>
                  <a:pt x="3309" y="3188"/>
                </a:lnTo>
                <a:lnTo>
                  <a:pt x="3309" y="3285"/>
                </a:lnTo>
                <a:lnTo>
                  <a:pt x="3334" y="3382"/>
                </a:lnTo>
                <a:lnTo>
                  <a:pt x="3382" y="3431"/>
                </a:lnTo>
                <a:lnTo>
                  <a:pt x="3455" y="3455"/>
                </a:lnTo>
                <a:lnTo>
                  <a:pt x="3528" y="3431"/>
                </a:lnTo>
                <a:lnTo>
                  <a:pt x="3577" y="3382"/>
                </a:lnTo>
                <a:lnTo>
                  <a:pt x="3674" y="3261"/>
                </a:lnTo>
                <a:lnTo>
                  <a:pt x="3747" y="3139"/>
                </a:lnTo>
                <a:lnTo>
                  <a:pt x="3869" y="3042"/>
                </a:lnTo>
                <a:lnTo>
                  <a:pt x="3991" y="2969"/>
                </a:lnTo>
                <a:lnTo>
                  <a:pt x="4185" y="2847"/>
                </a:lnTo>
                <a:lnTo>
                  <a:pt x="4380" y="2701"/>
                </a:lnTo>
                <a:lnTo>
                  <a:pt x="4623" y="2871"/>
                </a:lnTo>
                <a:lnTo>
                  <a:pt x="4356" y="3066"/>
                </a:lnTo>
                <a:lnTo>
                  <a:pt x="4234" y="3139"/>
                </a:lnTo>
                <a:lnTo>
                  <a:pt x="4088" y="3261"/>
                </a:lnTo>
                <a:lnTo>
                  <a:pt x="3966" y="3382"/>
                </a:lnTo>
                <a:lnTo>
                  <a:pt x="3942" y="3455"/>
                </a:lnTo>
                <a:lnTo>
                  <a:pt x="3918" y="3528"/>
                </a:lnTo>
                <a:lnTo>
                  <a:pt x="3942" y="3577"/>
                </a:lnTo>
                <a:lnTo>
                  <a:pt x="3966" y="3601"/>
                </a:lnTo>
                <a:lnTo>
                  <a:pt x="4015" y="3626"/>
                </a:lnTo>
                <a:lnTo>
                  <a:pt x="4064" y="3626"/>
                </a:lnTo>
                <a:lnTo>
                  <a:pt x="4112" y="3601"/>
                </a:lnTo>
                <a:lnTo>
                  <a:pt x="4161" y="3553"/>
                </a:lnTo>
                <a:lnTo>
                  <a:pt x="4258" y="3480"/>
                </a:lnTo>
                <a:lnTo>
                  <a:pt x="4380" y="3358"/>
                </a:lnTo>
                <a:lnTo>
                  <a:pt x="4526" y="3261"/>
                </a:lnTo>
                <a:lnTo>
                  <a:pt x="4842" y="3042"/>
                </a:lnTo>
                <a:lnTo>
                  <a:pt x="4891" y="3066"/>
                </a:lnTo>
                <a:lnTo>
                  <a:pt x="4964" y="3090"/>
                </a:lnTo>
                <a:lnTo>
                  <a:pt x="5037" y="3090"/>
                </a:lnTo>
                <a:lnTo>
                  <a:pt x="5110" y="3042"/>
                </a:lnTo>
                <a:lnTo>
                  <a:pt x="5159" y="2993"/>
                </a:lnTo>
                <a:lnTo>
                  <a:pt x="5378" y="2896"/>
                </a:lnTo>
                <a:lnTo>
                  <a:pt x="5645" y="2798"/>
                </a:lnTo>
                <a:lnTo>
                  <a:pt x="6156" y="2652"/>
                </a:lnTo>
                <a:lnTo>
                  <a:pt x="6229" y="2604"/>
                </a:lnTo>
                <a:lnTo>
                  <a:pt x="6278" y="2531"/>
                </a:lnTo>
                <a:lnTo>
                  <a:pt x="6302" y="2506"/>
                </a:lnTo>
                <a:lnTo>
                  <a:pt x="6351" y="2360"/>
                </a:lnTo>
                <a:lnTo>
                  <a:pt x="6400" y="2214"/>
                </a:lnTo>
                <a:lnTo>
                  <a:pt x="6424" y="1922"/>
                </a:lnTo>
                <a:lnTo>
                  <a:pt x="6473" y="1314"/>
                </a:lnTo>
                <a:lnTo>
                  <a:pt x="6546" y="876"/>
                </a:lnTo>
                <a:lnTo>
                  <a:pt x="6570" y="633"/>
                </a:lnTo>
                <a:lnTo>
                  <a:pt x="6570" y="535"/>
                </a:lnTo>
                <a:lnTo>
                  <a:pt x="6570" y="414"/>
                </a:lnTo>
                <a:close/>
                <a:moveTo>
                  <a:pt x="17519" y="12093"/>
                </a:moveTo>
                <a:lnTo>
                  <a:pt x="17544" y="12142"/>
                </a:lnTo>
                <a:lnTo>
                  <a:pt x="17592" y="12191"/>
                </a:lnTo>
                <a:lnTo>
                  <a:pt x="17665" y="12215"/>
                </a:lnTo>
                <a:lnTo>
                  <a:pt x="17738" y="12215"/>
                </a:lnTo>
                <a:lnTo>
                  <a:pt x="18030" y="12239"/>
                </a:lnTo>
                <a:lnTo>
                  <a:pt x="18322" y="12312"/>
                </a:lnTo>
                <a:lnTo>
                  <a:pt x="18590" y="12434"/>
                </a:lnTo>
                <a:lnTo>
                  <a:pt x="18712" y="12507"/>
                </a:lnTo>
                <a:lnTo>
                  <a:pt x="18809" y="12604"/>
                </a:lnTo>
                <a:lnTo>
                  <a:pt x="18906" y="12702"/>
                </a:lnTo>
                <a:lnTo>
                  <a:pt x="18979" y="12799"/>
                </a:lnTo>
                <a:lnTo>
                  <a:pt x="19052" y="12921"/>
                </a:lnTo>
                <a:lnTo>
                  <a:pt x="19101" y="13042"/>
                </a:lnTo>
                <a:lnTo>
                  <a:pt x="19125" y="13188"/>
                </a:lnTo>
                <a:lnTo>
                  <a:pt x="19150" y="13334"/>
                </a:lnTo>
                <a:lnTo>
                  <a:pt x="19150" y="13480"/>
                </a:lnTo>
                <a:lnTo>
                  <a:pt x="19125" y="13651"/>
                </a:lnTo>
                <a:lnTo>
                  <a:pt x="19052" y="13870"/>
                </a:lnTo>
                <a:lnTo>
                  <a:pt x="18955" y="14089"/>
                </a:lnTo>
                <a:lnTo>
                  <a:pt x="18809" y="14283"/>
                </a:lnTo>
                <a:lnTo>
                  <a:pt x="18663" y="14454"/>
                </a:lnTo>
                <a:lnTo>
                  <a:pt x="18493" y="14624"/>
                </a:lnTo>
                <a:lnTo>
                  <a:pt x="18298" y="14770"/>
                </a:lnTo>
                <a:lnTo>
                  <a:pt x="18103" y="14867"/>
                </a:lnTo>
                <a:lnTo>
                  <a:pt x="17884" y="14965"/>
                </a:lnTo>
                <a:lnTo>
                  <a:pt x="17738" y="14989"/>
                </a:lnTo>
                <a:lnTo>
                  <a:pt x="17446" y="14989"/>
                </a:lnTo>
                <a:lnTo>
                  <a:pt x="17300" y="14965"/>
                </a:lnTo>
                <a:lnTo>
                  <a:pt x="17154" y="14916"/>
                </a:lnTo>
                <a:lnTo>
                  <a:pt x="17033" y="14843"/>
                </a:lnTo>
                <a:lnTo>
                  <a:pt x="16911" y="14746"/>
                </a:lnTo>
                <a:lnTo>
                  <a:pt x="16814" y="14648"/>
                </a:lnTo>
                <a:lnTo>
                  <a:pt x="16619" y="14429"/>
                </a:lnTo>
                <a:lnTo>
                  <a:pt x="16449" y="14186"/>
                </a:lnTo>
                <a:lnTo>
                  <a:pt x="16351" y="13894"/>
                </a:lnTo>
                <a:lnTo>
                  <a:pt x="16303" y="13626"/>
                </a:lnTo>
                <a:lnTo>
                  <a:pt x="16303" y="13456"/>
                </a:lnTo>
                <a:lnTo>
                  <a:pt x="16303" y="13286"/>
                </a:lnTo>
                <a:lnTo>
                  <a:pt x="16351" y="13115"/>
                </a:lnTo>
                <a:lnTo>
                  <a:pt x="16424" y="12969"/>
                </a:lnTo>
                <a:lnTo>
                  <a:pt x="16497" y="12823"/>
                </a:lnTo>
                <a:lnTo>
                  <a:pt x="16595" y="12677"/>
                </a:lnTo>
                <a:lnTo>
                  <a:pt x="16692" y="12556"/>
                </a:lnTo>
                <a:lnTo>
                  <a:pt x="16814" y="12434"/>
                </a:lnTo>
                <a:lnTo>
                  <a:pt x="16960" y="12312"/>
                </a:lnTo>
                <a:lnTo>
                  <a:pt x="17130" y="12215"/>
                </a:lnTo>
                <a:lnTo>
                  <a:pt x="17300" y="12142"/>
                </a:lnTo>
                <a:lnTo>
                  <a:pt x="17495" y="12093"/>
                </a:lnTo>
                <a:close/>
                <a:moveTo>
                  <a:pt x="7008" y="0"/>
                </a:moveTo>
                <a:lnTo>
                  <a:pt x="6692" y="24"/>
                </a:lnTo>
                <a:lnTo>
                  <a:pt x="6521" y="73"/>
                </a:lnTo>
                <a:lnTo>
                  <a:pt x="6375" y="122"/>
                </a:lnTo>
                <a:lnTo>
                  <a:pt x="6327" y="146"/>
                </a:lnTo>
                <a:lnTo>
                  <a:pt x="6302" y="170"/>
                </a:lnTo>
                <a:lnTo>
                  <a:pt x="6278" y="219"/>
                </a:lnTo>
                <a:lnTo>
                  <a:pt x="6278" y="268"/>
                </a:lnTo>
                <a:lnTo>
                  <a:pt x="6205" y="365"/>
                </a:lnTo>
                <a:lnTo>
                  <a:pt x="6156" y="462"/>
                </a:lnTo>
                <a:lnTo>
                  <a:pt x="6108" y="608"/>
                </a:lnTo>
                <a:lnTo>
                  <a:pt x="6083" y="730"/>
                </a:lnTo>
                <a:lnTo>
                  <a:pt x="6035" y="1265"/>
                </a:lnTo>
                <a:lnTo>
                  <a:pt x="5937" y="1776"/>
                </a:lnTo>
                <a:lnTo>
                  <a:pt x="5913" y="2020"/>
                </a:lnTo>
                <a:lnTo>
                  <a:pt x="5913" y="2287"/>
                </a:lnTo>
                <a:lnTo>
                  <a:pt x="5670" y="2360"/>
                </a:lnTo>
                <a:lnTo>
                  <a:pt x="5451" y="2458"/>
                </a:lnTo>
                <a:lnTo>
                  <a:pt x="4988" y="2677"/>
                </a:lnTo>
                <a:lnTo>
                  <a:pt x="4161" y="2093"/>
                </a:lnTo>
                <a:lnTo>
                  <a:pt x="3966" y="1947"/>
                </a:lnTo>
                <a:lnTo>
                  <a:pt x="3723" y="1776"/>
                </a:lnTo>
                <a:lnTo>
                  <a:pt x="3601" y="1703"/>
                </a:lnTo>
                <a:lnTo>
                  <a:pt x="3480" y="1630"/>
                </a:lnTo>
                <a:lnTo>
                  <a:pt x="3334" y="1606"/>
                </a:lnTo>
                <a:lnTo>
                  <a:pt x="3236" y="1606"/>
                </a:lnTo>
                <a:lnTo>
                  <a:pt x="3163" y="1557"/>
                </a:lnTo>
                <a:lnTo>
                  <a:pt x="3042" y="1557"/>
                </a:lnTo>
                <a:lnTo>
                  <a:pt x="2944" y="1606"/>
                </a:lnTo>
                <a:lnTo>
                  <a:pt x="2823" y="1679"/>
                </a:lnTo>
                <a:lnTo>
                  <a:pt x="2604" y="1825"/>
                </a:lnTo>
                <a:lnTo>
                  <a:pt x="2409" y="1995"/>
                </a:lnTo>
                <a:lnTo>
                  <a:pt x="2239" y="2190"/>
                </a:lnTo>
                <a:lnTo>
                  <a:pt x="1849" y="2604"/>
                </a:lnTo>
                <a:lnTo>
                  <a:pt x="1655" y="2798"/>
                </a:lnTo>
                <a:lnTo>
                  <a:pt x="1484" y="3042"/>
                </a:lnTo>
                <a:lnTo>
                  <a:pt x="1436" y="3066"/>
                </a:lnTo>
                <a:lnTo>
                  <a:pt x="1387" y="3115"/>
                </a:lnTo>
                <a:lnTo>
                  <a:pt x="1363" y="3163"/>
                </a:lnTo>
                <a:lnTo>
                  <a:pt x="1387" y="3236"/>
                </a:lnTo>
                <a:lnTo>
                  <a:pt x="1509" y="3455"/>
                </a:lnTo>
                <a:lnTo>
                  <a:pt x="1655" y="3650"/>
                </a:lnTo>
                <a:lnTo>
                  <a:pt x="1971" y="4039"/>
                </a:lnTo>
                <a:lnTo>
                  <a:pt x="2287" y="4477"/>
                </a:lnTo>
                <a:lnTo>
                  <a:pt x="2482" y="4672"/>
                </a:lnTo>
                <a:lnTo>
                  <a:pt x="2652" y="4867"/>
                </a:lnTo>
                <a:lnTo>
                  <a:pt x="2531" y="5061"/>
                </a:lnTo>
                <a:lnTo>
                  <a:pt x="2433" y="5280"/>
                </a:lnTo>
                <a:lnTo>
                  <a:pt x="2312" y="5597"/>
                </a:lnTo>
                <a:lnTo>
                  <a:pt x="2263" y="5791"/>
                </a:lnTo>
                <a:lnTo>
                  <a:pt x="2263" y="5962"/>
                </a:lnTo>
                <a:lnTo>
                  <a:pt x="1995" y="5962"/>
                </a:lnTo>
                <a:lnTo>
                  <a:pt x="1703" y="5986"/>
                </a:lnTo>
                <a:lnTo>
                  <a:pt x="1192" y="6083"/>
                </a:lnTo>
                <a:lnTo>
                  <a:pt x="973" y="6108"/>
                </a:lnTo>
                <a:lnTo>
                  <a:pt x="706" y="6181"/>
                </a:lnTo>
                <a:lnTo>
                  <a:pt x="584" y="6229"/>
                </a:lnTo>
                <a:lnTo>
                  <a:pt x="462" y="6278"/>
                </a:lnTo>
                <a:lnTo>
                  <a:pt x="365" y="6351"/>
                </a:lnTo>
                <a:lnTo>
                  <a:pt x="292" y="6424"/>
                </a:lnTo>
                <a:lnTo>
                  <a:pt x="243" y="6448"/>
                </a:lnTo>
                <a:lnTo>
                  <a:pt x="195" y="6473"/>
                </a:lnTo>
                <a:lnTo>
                  <a:pt x="146" y="6570"/>
                </a:lnTo>
                <a:lnTo>
                  <a:pt x="97" y="6692"/>
                </a:lnTo>
                <a:lnTo>
                  <a:pt x="73" y="6935"/>
                </a:lnTo>
                <a:lnTo>
                  <a:pt x="0" y="7738"/>
                </a:lnTo>
                <a:lnTo>
                  <a:pt x="0" y="8005"/>
                </a:lnTo>
                <a:lnTo>
                  <a:pt x="0" y="8346"/>
                </a:lnTo>
                <a:lnTo>
                  <a:pt x="24" y="8492"/>
                </a:lnTo>
                <a:lnTo>
                  <a:pt x="73" y="8638"/>
                </a:lnTo>
                <a:lnTo>
                  <a:pt x="122" y="8760"/>
                </a:lnTo>
                <a:lnTo>
                  <a:pt x="243" y="8833"/>
                </a:lnTo>
                <a:lnTo>
                  <a:pt x="219" y="8906"/>
                </a:lnTo>
                <a:lnTo>
                  <a:pt x="243" y="8954"/>
                </a:lnTo>
                <a:lnTo>
                  <a:pt x="268" y="9003"/>
                </a:lnTo>
                <a:lnTo>
                  <a:pt x="316" y="9027"/>
                </a:lnTo>
                <a:lnTo>
                  <a:pt x="560" y="9125"/>
                </a:lnTo>
                <a:lnTo>
                  <a:pt x="779" y="9198"/>
                </a:lnTo>
                <a:lnTo>
                  <a:pt x="1046" y="9246"/>
                </a:lnTo>
                <a:lnTo>
                  <a:pt x="1290" y="9271"/>
                </a:lnTo>
                <a:lnTo>
                  <a:pt x="1801" y="9344"/>
                </a:lnTo>
                <a:lnTo>
                  <a:pt x="2312" y="9368"/>
                </a:lnTo>
                <a:lnTo>
                  <a:pt x="2385" y="9538"/>
                </a:lnTo>
                <a:lnTo>
                  <a:pt x="2458" y="9660"/>
                </a:lnTo>
                <a:lnTo>
                  <a:pt x="2628" y="9952"/>
                </a:lnTo>
                <a:lnTo>
                  <a:pt x="2847" y="10195"/>
                </a:lnTo>
                <a:lnTo>
                  <a:pt x="2652" y="10366"/>
                </a:lnTo>
                <a:lnTo>
                  <a:pt x="2506" y="10560"/>
                </a:lnTo>
                <a:lnTo>
                  <a:pt x="2190" y="10925"/>
                </a:lnTo>
                <a:lnTo>
                  <a:pt x="1849" y="11363"/>
                </a:lnTo>
                <a:lnTo>
                  <a:pt x="1679" y="11558"/>
                </a:lnTo>
                <a:lnTo>
                  <a:pt x="1630" y="11680"/>
                </a:lnTo>
                <a:lnTo>
                  <a:pt x="1582" y="11777"/>
                </a:lnTo>
                <a:lnTo>
                  <a:pt x="1582" y="11850"/>
                </a:lnTo>
                <a:lnTo>
                  <a:pt x="1606" y="11923"/>
                </a:lnTo>
                <a:lnTo>
                  <a:pt x="1606" y="12045"/>
                </a:lnTo>
                <a:lnTo>
                  <a:pt x="1630" y="12166"/>
                </a:lnTo>
                <a:lnTo>
                  <a:pt x="1679" y="12264"/>
                </a:lnTo>
                <a:lnTo>
                  <a:pt x="1752" y="12385"/>
                </a:lnTo>
                <a:lnTo>
                  <a:pt x="1922" y="12604"/>
                </a:lnTo>
                <a:lnTo>
                  <a:pt x="2093" y="12775"/>
                </a:lnTo>
                <a:lnTo>
                  <a:pt x="2312" y="13018"/>
                </a:lnTo>
                <a:lnTo>
                  <a:pt x="2531" y="13237"/>
                </a:lnTo>
                <a:lnTo>
                  <a:pt x="2798" y="13456"/>
                </a:lnTo>
                <a:lnTo>
                  <a:pt x="3042" y="13651"/>
                </a:lnTo>
                <a:lnTo>
                  <a:pt x="3090" y="13699"/>
                </a:lnTo>
                <a:lnTo>
                  <a:pt x="3139" y="13699"/>
                </a:lnTo>
                <a:lnTo>
                  <a:pt x="3236" y="13675"/>
                </a:lnTo>
                <a:lnTo>
                  <a:pt x="3358" y="13699"/>
                </a:lnTo>
                <a:lnTo>
                  <a:pt x="3455" y="13675"/>
                </a:lnTo>
                <a:lnTo>
                  <a:pt x="3577" y="13651"/>
                </a:lnTo>
                <a:lnTo>
                  <a:pt x="3699" y="13602"/>
                </a:lnTo>
                <a:lnTo>
                  <a:pt x="3918" y="13456"/>
                </a:lnTo>
                <a:lnTo>
                  <a:pt x="4088" y="13334"/>
                </a:lnTo>
                <a:lnTo>
                  <a:pt x="4331" y="13140"/>
                </a:lnTo>
                <a:lnTo>
                  <a:pt x="4575" y="12921"/>
                </a:lnTo>
                <a:lnTo>
                  <a:pt x="5013" y="12434"/>
                </a:lnTo>
                <a:lnTo>
                  <a:pt x="5110" y="12531"/>
                </a:lnTo>
                <a:lnTo>
                  <a:pt x="5232" y="12580"/>
                </a:lnTo>
                <a:lnTo>
                  <a:pt x="5451" y="12677"/>
                </a:lnTo>
                <a:lnTo>
                  <a:pt x="5767" y="12823"/>
                </a:lnTo>
                <a:lnTo>
                  <a:pt x="5937" y="12872"/>
                </a:lnTo>
                <a:lnTo>
                  <a:pt x="6108" y="12896"/>
                </a:lnTo>
                <a:lnTo>
                  <a:pt x="6156" y="13091"/>
                </a:lnTo>
                <a:lnTo>
                  <a:pt x="6181" y="13261"/>
                </a:lnTo>
                <a:lnTo>
                  <a:pt x="6254" y="13651"/>
                </a:lnTo>
                <a:lnTo>
                  <a:pt x="6302" y="14040"/>
                </a:lnTo>
                <a:lnTo>
                  <a:pt x="6302" y="14259"/>
                </a:lnTo>
                <a:lnTo>
                  <a:pt x="6302" y="14502"/>
                </a:lnTo>
                <a:lnTo>
                  <a:pt x="6327" y="14600"/>
                </a:lnTo>
                <a:lnTo>
                  <a:pt x="6351" y="14721"/>
                </a:lnTo>
                <a:lnTo>
                  <a:pt x="6400" y="14794"/>
                </a:lnTo>
                <a:lnTo>
                  <a:pt x="6473" y="14867"/>
                </a:lnTo>
                <a:lnTo>
                  <a:pt x="6497" y="14892"/>
                </a:lnTo>
                <a:lnTo>
                  <a:pt x="6521" y="14940"/>
                </a:lnTo>
                <a:lnTo>
                  <a:pt x="6619" y="14989"/>
                </a:lnTo>
                <a:lnTo>
                  <a:pt x="6716" y="15038"/>
                </a:lnTo>
                <a:lnTo>
                  <a:pt x="6838" y="15062"/>
                </a:lnTo>
                <a:lnTo>
                  <a:pt x="6959" y="15086"/>
                </a:lnTo>
                <a:lnTo>
                  <a:pt x="7203" y="15086"/>
                </a:lnTo>
                <a:lnTo>
                  <a:pt x="7421" y="15062"/>
                </a:lnTo>
                <a:lnTo>
                  <a:pt x="8030" y="15038"/>
                </a:lnTo>
                <a:lnTo>
                  <a:pt x="8638" y="15038"/>
                </a:lnTo>
                <a:lnTo>
                  <a:pt x="8735" y="15013"/>
                </a:lnTo>
                <a:lnTo>
                  <a:pt x="8808" y="14965"/>
                </a:lnTo>
                <a:lnTo>
                  <a:pt x="8857" y="14867"/>
                </a:lnTo>
                <a:lnTo>
                  <a:pt x="8881" y="14794"/>
                </a:lnTo>
                <a:lnTo>
                  <a:pt x="8906" y="14770"/>
                </a:lnTo>
                <a:lnTo>
                  <a:pt x="8979" y="14673"/>
                </a:lnTo>
                <a:lnTo>
                  <a:pt x="9027" y="14551"/>
                </a:lnTo>
                <a:lnTo>
                  <a:pt x="9100" y="14283"/>
                </a:lnTo>
                <a:lnTo>
                  <a:pt x="9149" y="13772"/>
                </a:lnTo>
                <a:lnTo>
                  <a:pt x="9222" y="13286"/>
                </a:lnTo>
                <a:lnTo>
                  <a:pt x="9246" y="13042"/>
                </a:lnTo>
                <a:lnTo>
                  <a:pt x="9246" y="12799"/>
                </a:lnTo>
                <a:lnTo>
                  <a:pt x="9514" y="12799"/>
                </a:lnTo>
                <a:lnTo>
                  <a:pt x="9757" y="12726"/>
                </a:lnTo>
                <a:lnTo>
                  <a:pt x="10001" y="12629"/>
                </a:lnTo>
                <a:lnTo>
                  <a:pt x="10122" y="12556"/>
                </a:lnTo>
                <a:lnTo>
                  <a:pt x="10220" y="12483"/>
                </a:lnTo>
                <a:lnTo>
                  <a:pt x="10341" y="12604"/>
                </a:lnTo>
                <a:lnTo>
                  <a:pt x="10487" y="12726"/>
                </a:lnTo>
                <a:lnTo>
                  <a:pt x="10779" y="12945"/>
                </a:lnTo>
                <a:lnTo>
                  <a:pt x="11290" y="13310"/>
                </a:lnTo>
                <a:lnTo>
                  <a:pt x="11826" y="13675"/>
                </a:lnTo>
                <a:lnTo>
                  <a:pt x="11874" y="13699"/>
                </a:lnTo>
                <a:lnTo>
                  <a:pt x="11947" y="13724"/>
                </a:lnTo>
                <a:lnTo>
                  <a:pt x="11996" y="13699"/>
                </a:lnTo>
                <a:lnTo>
                  <a:pt x="12045" y="13675"/>
                </a:lnTo>
                <a:lnTo>
                  <a:pt x="12142" y="13602"/>
                </a:lnTo>
                <a:lnTo>
                  <a:pt x="12166" y="13480"/>
                </a:lnTo>
                <a:lnTo>
                  <a:pt x="12361" y="13334"/>
                </a:lnTo>
                <a:lnTo>
                  <a:pt x="12531" y="13164"/>
                </a:lnTo>
                <a:lnTo>
                  <a:pt x="12872" y="12799"/>
                </a:lnTo>
                <a:lnTo>
                  <a:pt x="13286" y="12385"/>
                </a:lnTo>
                <a:lnTo>
                  <a:pt x="13480" y="12166"/>
                </a:lnTo>
                <a:lnTo>
                  <a:pt x="13675" y="11947"/>
                </a:lnTo>
                <a:lnTo>
                  <a:pt x="13699" y="11874"/>
                </a:lnTo>
                <a:lnTo>
                  <a:pt x="13699" y="11801"/>
                </a:lnTo>
                <a:lnTo>
                  <a:pt x="13724" y="11704"/>
                </a:lnTo>
                <a:lnTo>
                  <a:pt x="13699" y="11607"/>
                </a:lnTo>
                <a:lnTo>
                  <a:pt x="13553" y="11363"/>
                </a:lnTo>
                <a:lnTo>
                  <a:pt x="13407" y="11120"/>
                </a:lnTo>
                <a:lnTo>
                  <a:pt x="13067" y="10682"/>
                </a:lnTo>
                <a:lnTo>
                  <a:pt x="12945" y="10512"/>
                </a:lnTo>
                <a:lnTo>
                  <a:pt x="12799" y="10341"/>
                </a:lnTo>
                <a:lnTo>
                  <a:pt x="12629" y="10195"/>
                </a:lnTo>
                <a:lnTo>
                  <a:pt x="12458" y="10074"/>
                </a:lnTo>
                <a:lnTo>
                  <a:pt x="12604" y="9855"/>
                </a:lnTo>
                <a:lnTo>
                  <a:pt x="12750" y="9611"/>
                </a:lnTo>
                <a:lnTo>
                  <a:pt x="12823" y="9368"/>
                </a:lnTo>
                <a:lnTo>
                  <a:pt x="12872" y="9125"/>
                </a:lnTo>
                <a:lnTo>
                  <a:pt x="12994" y="9149"/>
                </a:lnTo>
                <a:lnTo>
                  <a:pt x="13091" y="9173"/>
                </a:lnTo>
                <a:lnTo>
                  <a:pt x="13334" y="9173"/>
                </a:lnTo>
                <a:lnTo>
                  <a:pt x="13797" y="9149"/>
                </a:lnTo>
                <a:lnTo>
                  <a:pt x="14283" y="9125"/>
                </a:lnTo>
                <a:lnTo>
                  <a:pt x="14794" y="9076"/>
                </a:lnTo>
                <a:lnTo>
                  <a:pt x="14867" y="9052"/>
                </a:lnTo>
                <a:lnTo>
                  <a:pt x="14916" y="9003"/>
                </a:lnTo>
                <a:lnTo>
                  <a:pt x="14940" y="8954"/>
                </a:lnTo>
                <a:lnTo>
                  <a:pt x="14965" y="8906"/>
                </a:lnTo>
                <a:lnTo>
                  <a:pt x="15038" y="8881"/>
                </a:lnTo>
                <a:lnTo>
                  <a:pt x="15086" y="8833"/>
                </a:lnTo>
                <a:lnTo>
                  <a:pt x="15135" y="8760"/>
                </a:lnTo>
                <a:lnTo>
                  <a:pt x="15135" y="8687"/>
                </a:lnTo>
                <a:lnTo>
                  <a:pt x="15135" y="7689"/>
                </a:lnTo>
                <a:lnTo>
                  <a:pt x="15135" y="7203"/>
                </a:lnTo>
                <a:lnTo>
                  <a:pt x="15086" y="6716"/>
                </a:lnTo>
                <a:lnTo>
                  <a:pt x="15062" y="6643"/>
                </a:lnTo>
                <a:lnTo>
                  <a:pt x="15013" y="6570"/>
                </a:lnTo>
                <a:lnTo>
                  <a:pt x="14940" y="6546"/>
                </a:lnTo>
                <a:lnTo>
                  <a:pt x="14867" y="6521"/>
                </a:lnTo>
                <a:lnTo>
                  <a:pt x="14819" y="6400"/>
                </a:lnTo>
                <a:lnTo>
                  <a:pt x="14746" y="6302"/>
                </a:lnTo>
                <a:lnTo>
                  <a:pt x="14648" y="6229"/>
                </a:lnTo>
                <a:lnTo>
                  <a:pt x="14527" y="6181"/>
                </a:lnTo>
                <a:lnTo>
                  <a:pt x="14259" y="6108"/>
                </a:lnTo>
                <a:lnTo>
                  <a:pt x="14016" y="6083"/>
                </a:lnTo>
                <a:lnTo>
                  <a:pt x="13480" y="6010"/>
                </a:lnTo>
                <a:lnTo>
                  <a:pt x="13213" y="5986"/>
                </a:lnTo>
                <a:lnTo>
                  <a:pt x="12921" y="5986"/>
                </a:lnTo>
                <a:lnTo>
                  <a:pt x="12896" y="5694"/>
                </a:lnTo>
                <a:lnTo>
                  <a:pt x="12848" y="5426"/>
                </a:lnTo>
                <a:lnTo>
                  <a:pt x="12823" y="5256"/>
                </a:lnTo>
                <a:lnTo>
                  <a:pt x="12775" y="5086"/>
                </a:lnTo>
                <a:lnTo>
                  <a:pt x="12702" y="4915"/>
                </a:lnTo>
                <a:lnTo>
                  <a:pt x="12629" y="4769"/>
                </a:lnTo>
                <a:lnTo>
                  <a:pt x="12750" y="4599"/>
                </a:lnTo>
                <a:lnTo>
                  <a:pt x="12848" y="4453"/>
                </a:lnTo>
                <a:lnTo>
                  <a:pt x="13213" y="3918"/>
                </a:lnTo>
                <a:lnTo>
                  <a:pt x="13432" y="3650"/>
                </a:lnTo>
                <a:lnTo>
                  <a:pt x="13651" y="3407"/>
                </a:lnTo>
                <a:lnTo>
                  <a:pt x="13699" y="3309"/>
                </a:lnTo>
                <a:lnTo>
                  <a:pt x="13699" y="3261"/>
                </a:lnTo>
                <a:lnTo>
                  <a:pt x="13699" y="3212"/>
                </a:lnTo>
                <a:lnTo>
                  <a:pt x="13675" y="3139"/>
                </a:lnTo>
                <a:lnTo>
                  <a:pt x="13699" y="3090"/>
                </a:lnTo>
                <a:lnTo>
                  <a:pt x="13675" y="3017"/>
                </a:lnTo>
                <a:lnTo>
                  <a:pt x="13675" y="2944"/>
                </a:lnTo>
                <a:lnTo>
                  <a:pt x="13602" y="2847"/>
                </a:lnTo>
                <a:lnTo>
                  <a:pt x="13407" y="2628"/>
                </a:lnTo>
                <a:lnTo>
                  <a:pt x="13164" y="2360"/>
                </a:lnTo>
                <a:lnTo>
                  <a:pt x="12896" y="2093"/>
                </a:lnTo>
                <a:lnTo>
                  <a:pt x="12702" y="1922"/>
                </a:lnTo>
                <a:lnTo>
                  <a:pt x="12434" y="1728"/>
                </a:lnTo>
                <a:lnTo>
                  <a:pt x="12312" y="1655"/>
                </a:lnTo>
                <a:lnTo>
                  <a:pt x="12166" y="1582"/>
                </a:lnTo>
                <a:lnTo>
                  <a:pt x="12020" y="1557"/>
                </a:lnTo>
                <a:lnTo>
                  <a:pt x="11899" y="1582"/>
                </a:lnTo>
                <a:lnTo>
                  <a:pt x="11850" y="1582"/>
                </a:lnTo>
                <a:lnTo>
                  <a:pt x="11777" y="1606"/>
                </a:lnTo>
                <a:lnTo>
                  <a:pt x="11534" y="1728"/>
                </a:lnTo>
                <a:lnTo>
                  <a:pt x="11290" y="1874"/>
                </a:lnTo>
                <a:lnTo>
                  <a:pt x="10828" y="2190"/>
                </a:lnTo>
                <a:lnTo>
                  <a:pt x="10560" y="2385"/>
                </a:lnTo>
                <a:lnTo>
                  <a:pt x="10414" y="2506"/>
                </a:lnTo>
                <a:lnTo>
                  <a:pt x="10293" y="2628"/>
                </a:lnTo>
                <a:lnTo>
                  <a:pt x="10098" y="2506"/>
                </a:lnTo>
                <a:lnTo>
                  <a:pt x="9879" y="2409"/>
                </a:lnTo>
                <a:lnTo>
                  <a:pt x="9636" y="2336"/>
                </a:lnTo>
                <a:lnTo>
                  <a:pt x="9417" y="2312"/>
                </a:lnTo>
                <a:lnTo>
                  <a:pt x="9392" y="2287"/>
                </a:lnTo>
                <a:lnTo>
                  <a:pt x="9295" y="1995"/>
                </a:lnTo>
                <a:lnTo>
                  <a:pt x="9246" y="1703"/>
                </a:lnTo>
                <a:lnTo>
                  <a:pt x="9246" y="1679"/>
                </a:lnTo>
                <a:lnTo>
                  <a:pt x="9271" y="1630"/>
                </a:lnTo>
                <a:lnTo>
                  <a:pt x="9271" y="1606"/>
                </a:lnTo>
                <a:lnTo>
                  <a:pt x="9198" y="1484"/>
                </a:lnTo>
                <a:lnTo>
                  <a:pt x="9149" y="949"/>
                </a:lnTo>
                <a:lnTo>
                  <a:pt x="9125" y="681"/>
                </a:lnTo>
                <a:lnTo>
                  <a:pt x="9052" y="438"/>
                </a:lnTo>
                <a:lnTo>
                  <a:pt x="9100" y="389"/>
                </a:lnTo>
                <a:lnTo>
                  <a:pt x="9100" y="341"/>
                </a:lnTo>
                <a:lnTo>
                  <a:pt x="9125" y="292"/>
                </a:lnTo>
                <a:lnTo>
                  <a:pt x="9100" y="243"/>
                </a:lnTo>
                <a:lnTo>
                  <a:pt x="9076" y="170"/>
                </a:lnTo>
                <a:lnTo>
                  <a:pt x="9052" y="146"/>
                </a:lnTo>
                <a:lnTo>
                  <a:pt x="9003" y="97"/>
                </a:lnTo>
                <a:lnTo>
                  <a:pt x="8930" y="97"/>
                </a:lnTo>
                <a:lnTo>
                  <a:pt x="8614" y="49"/>
                </a:lnTo>
                <a:lnTo>
                  <a:pt x="8297" y="49"/>
                </a:lnTo>
                <a:lnTo>
                  <a:pt x="7665" y="24"/>
                </a:lnTo>
                <a:lnTo>
                  <a:pt x="7348" y="24"/>
                </a:lnTo>
                <a:lnTo>
                  <a:pt x="7008" y="0"/>
                </a:lnTo>
                <a:close/>
                <a:moveTo>
                  <a:pt x="17471" y="11655"/>
                </a:moveTo>
                <a:lnTo>
                  <a:pt x="17300" y="11704"/>
                </a:lnTo>
                <a:lnTo>
                  <a:pt x="16960" y="11801"/>
                </a:lnTo>
                <a:lnTo>
                  <a:pt x="16692" y="11923"/>
                </a:lnTo>
                <a:lnTo>
                  <a:pt x="16522" y="12045"/>
                </a:lnTo>
                <a:lnTo>
                  <a:pt x="16351" y="12191"/>
                </a:lnTo>
                <a:lnTo>
                  <a:pt x="16205" y="12385"/>
                </a:lnTo>
                <a:lnTo>
                  <a:pt x="16084" y="12556"/>
                </a:lnTo>
                <a:lnTo>
                  <a:pt x="15986" y="12750"/>
                </a:lnTo>
                <a:lnTo>
                  <a:pt x="15913" y="12969"/>
                </a:lnTo>
                <a:lnTo>
                  <a:pt x="15865" y="13188"/>
                </a:lnTo>
                <a:lnTo>
                  <a:pt x="15816" y="13407"/>
                </a:lnTo>
                <a:lnTo>
                  <a:pt x="15816" y="13602"/>
                </a:lnTo>
                <a:lnTo>
                  <a:pt x="15816" y="13797"/>
                </a:lnTo>
                <a:lnTo>
                  <a:pt x="15865" y="13991"/>
                </a:lnTo>
                <a:lnTo>
                  <a:pt x="15913" y="14186"/>
                </a:lnTo>
                <a:lnTo>
                  <a:pt x="16011" y="14381"/>
                </a:lnTo>
                <a:lnTo>
                  <a:pt x="16108" y="14551"/>
                </a:lnTo>
                <a:lnTo>
                  <a:pt x="16230" y="14721"/>
                </a:lnTo>
                <a:lnTo>
                  <a:pt x="16351" y="14892"/>
                </a:lnTo>
                <a:lnTo>
                  <a:pt x="16497" y="15038"/>
                </a:lnTo>
                <a:lnTo>
                  <a:pt x="16668" y="15159"/>
                </a:lnTo>
                <a:lnTo>
                  <a:pt x="16838" y="15257"/>
                </a:lnTo>
                <a:lnTo>
                  <a:pt x="17008" y="15354"/>
                </a:lnTo>
                <a:lnTo>
                  <a:pt x="17203" y="15427"/>
                </a:lnTo>
                <a:lnTo>
                  <a:pt x="17398" y="15476"/>
                </a:lnTo>
                <a:lnTo>
                  <a:pt x="17787" y="15476"/>
                </a:lnTo>
                <a:lnTo>
                  <a:pt x="17957" y="15427"/>
                </a:lnTo>
                <a:lnTo>
                  <a:pt x="18128" y="15403"/>
                </a:lnTo>
                <a:lnTo>
                  <a:pt x="18420" y="15257"/>
                </a:lnTo>
                <a:lnTo>
                  <a:pt x="18712" y="15086"/>
                </a:lnTo>
                <a:lnTo>
                  <a:pt x="18955" y="14867"/>
                </a:lnTo>
                <a:lnTo>
                  <a:pt x="19174" y="14600"/>
                </a:lnTo>
                <a:lnTo>
                  <a:pt x="19369" y="14308"/>
                </a:lnTo>
                <a:lnTo>
                  <a:pt x="19515" y="14016"/>
                </a:lnTo>
                <a:lnTo>
                  <a:pt x="19612" y="13699"/>
                </a:lnTo>
                <a:lnTo>
                  <a:pt x="19636" y="13505"/>
                </a:lnTo>
                <a:lnTo>
                  <a:pt x="19661" y="13286"/>
                </a:lnTo>
                <a:lnTo>
                  <a:pt x="19636" y="13115"/>
                </a:lnTo>
                <a:lnTo>
                  <a:pt x="19588" y="12921"/>
                </a:lnTo>
                <a:lnTo>
                  <a:pt x="19539" y="12775"/>
                </a:lnTo>
                <a:lnTo>
                  <a:pt x="19466" y="12604"/>
                </a:lnTo>
                <a:lnTo>
                  <a:pt x="19344" y="12458"/>
                </a:lnTo>
                <a:lnTo>
                  <a:pt x="19247" y="12337"/>
                </a:lnTo>
                <a:lnTo>
                  <a:pt x="19101" y="12215"/>
                </a:lnTo>
                <a:lnTo>
                  <a:pt x="18979" y="12093"/>
                </a:lnTo>
                <a:lnTo>
                  <a:pt x="18809" y="11996"/>
                </a:lnTo>
                <a:lnTo>
                  <a:pt x="18639" y="11923"/>
                </a:lnTo>
                <a:lnTo>
                  <a:pt x="18468" y="11850"/>
                </a:lnTo>
                <a:lnTo>
                  <a:pt x="18298" y="11801"/>
                </a:lnTo>
                <a:lnTo>
                  <a:pt x="18103" y="11753"/>
                </a:lnTo>
                <a:lnTo>
                  <a:pt x="17933" y="11728"/>
                </a:lnTo>
                <a:lnTo>
                  <a:pt x="17787" y="11680"/>
                </a:lnTo>
                <a:lnTo>
                  <a:pt x="17617" y="11655"/>
                </a:lnTo>
                <a:close/>
                <a:moveTo>
                  <a:pt x="17957" y="9417"/>
                </a:moveTo>
                <a:lnTo>
                  <a:pt x="17860" y="9490"/>
                </a:lnTo>
                <a:lnTo>
                  <a:pt x="17860" y="9514"/>
                </a:lnTo>
                <a:lnTo>
                  <a:pt x="17811" y="9587"/>
                </a:lnTo>
                <a:lnTo>
                  <a:pt x="17836" y="9660"/>
                </a:lnTo>
                <a:lnTo>
                  <a:pt x="17884" y="9709"/>
                </a:lnTo>
                <a:lnTo>
                  <a:pt x="17811" y="9757"/>
                </a:lnTo>
                <a:lnTo>
                  <a:pt x="17763" y="9782"/>
                </a:lnTo>
                <a:lnTo>
                  <a:pt x="17738" y="9830"/>
                </a:lnTo>
                <a:lnTo>
                  <a:pt x="17738" y="9879"/>
                </a:lnTo>
                <a:lnTo>
                  <a:pt x="17738" y="9928"/>
                </a:lnTo>
                <a:lnTo>
                  <a:pt x="17787" y="10001"/>
                </a:lnTo>
                <a:lnTo>
                  <a:pt x="17836" y="10049"/>
                </a:lnTo>
                <a:lnTo>
                  <a:pt x="17884" y="10098"/>
                </a:lnTo>
                <a:lnTo>
                  <a:pt x="17957" y="10122"/>
                </a:lnTo>
                <a:lnTo>
                  <a:pt x="17933" y="10147"/>
                </a:lnTo>
                <a:lnTo>
                  <a:pt x="17884" y="10195"/>
                </a:lnTo>
                <a:lnTo>
                  <a:pt x="17860" y="10244"/>
                </a:lnTo>
                <a:lnTo>
                  <a:pt x="17884" y="10317"/>
                </a:lnTo>
                <a:lnTo>
                  <a:pt x="17933" y="10414"/>
                </a:lnTo>
                <a:lnTo>
                  <a:pt x="18006" y="10487"/>
                </a:lnTo>
                <a:lnTo>
                  <a:pt x="18103" y="10512"/>
                </a:lnTo>
                <a:lnTo>
                  <a:pt x="18176" y="10536"/>
                </a:lnTo>
                <a:lnTo>
                  <a:pt x="18444" y="10585"/>
                </a:lnTo>
                <a:lnTo>
                  <a:pt x="18590" y="10609"/>
                </a:lnTo>
                <a:lnTo>
                  <a:pt x="18639" y="10633"/>
                </a:lnTo>
                <a:lnTo>
                  <a:pt x="18687" y="10609"/>
                </a:lnTo>
                <a:lnTo>
                  <a:pt x="18760" y="10682"/>
                </a:lnTo>
                <a:lnTo>
                  <a:pt x="18858" y="10731"/>
                </a:lnTo>
                <a:lnTo>
                  <a:pt x="18906" y="10731"/>
                </a:lnTo>
                <a:lnTo>
                  <a:pt x="19174" y="10828"/>
                </a:lnTo>
                <a:lnTo>
                  <a:pt x="19296" y="10877"/>
                </a:lnTo>
                <a:lnTo>
                  <a:pt x="19393" y="10950"/>
                </a:lnTo>
                <a:lnTo>
                  <a:pt x="19466" y="10998"/>
                </a:lnTo>
                <a:lnTo>
                  <a:pt x="19539" y="11023"/>
                </a:lnTo>
                <a:lnTo>
                  <a:pt x="19612" y="10998"/>
                </a:lnTo>
                <a:lnTo>
                  <a:pt x="19661" y="10974"/>
                </a:lnTo>
                <a:lnTo>
                  <a:pt x="19709" y="10950"/>
                </a:lnTo>
                <a:lnTo>
                  <a:pt x="19734" y="10901"/>
                </a:lnTo>
                <a:lnTo>
                  <a:pt x="19904" y="10779"/>
                </a:lnTo>
                <a:lnTo>
                  <a:pt x="19977" y="10706"/>
                </a:lnTo>
                <a:lnTo>
                  <a:pt x="20074" y="10658"/>
                </a:lnTo>
                <a:lnTo>
                  <a:pt x="20293" y="10487"/>
                </a:lnTo>
                <a:lnTo>
                  <a:pt x="20537" y="10366"/>
                </a:lnTo>
                <a:lnTo>
                  <a:pt x="20561" y="10341"/>
                </a:lnTo>
                <a:lnTo>
                  <a:pt x="20707" y="10463"/>
                </a:lnTo>
                <a:lnTo>
                  <a:pt x="20877" y="10609"/>
                </a:lnTo>
                <a:lnTo>
                  <a:pt x="21096" y="10828"/>
                </a:lnTo>
                <a:lnTo>
                  <a:pt x="21096" y="10828"/>
                </a:lnTo>
                <a:lnTo>
                  <a:pt x="21023" y="10779"/>
                </a:lnTo>
                <a:lnTo>
                  <a:pt x="20877" y="10682"/>
                </a:lnTo>
                <a:lnTo>
                  <a:pt x="20804" y="10658"/>
                </a:lnTo>
                <a:lnTo>
                  <a:pt x="20707" y="10633"/>
                </a:lnTo>
                <a:lnTo>
                  <a:pt x="20683" y="10633"/>
                </a:lnTo>
                <a:lnTo>
                  <a:pt x="20610" y="10658"/>
                </a:lnTo>
                <a:lnTo>
                  <a:pt x="20561" y="10731"/>
                </a:lnTo>
                <a:lnTo>
                  <a:pt x="20537" y="10779"/>
                </a:lnTo>
                <a:lnTo>
                  <a:pt x="20561" y="10852"/>
                </a:lnTo>
                <a:lnTo>
                  <a:pt x="20610" y="10925"/>
                </a:lnTo>
                <a:lnTo>
                  <a:pt x="20537" y="10974"/>
                </a:lnTo>
                <a:lnTo>
                  <a:pt x="20488" y="11023"/>
                </a:lnTo>
                <a:lnTo>
                  <a:pt x="20488" y="11096"/>
                </a:lnTo>
                <a:lnTo>
                  <a:pt x="20561" y="11266"/>
                </a:lnTo>
                <a:lnTo>
                  <a:pt x="20634" y="11436"/>
                </a:lnTo>
                <a:lnTo>
                  <a:pt x="20756" y="11582"/>
                </a:lnTo>
                <a:lnTo>
                  <a:pt x="20707" y="11534"/>
                </a:lnTo>
                <a:lnTo>
                  <a:pt x="20610" y="11412"/>
                </a:lnTo>
                <a:lnTo>
                  <a:pt x="20561" y="11315"/>
                </a:lnTo>
                <a:lnTo>
                  <a:pt x="20537" y="11266"/>
                </a:lnTo>
                <a:lnTo>
                  <a:pt x="20488" y="11242"/>
                </a:lnTo>
                <a:lnTo>
                  <a:pt x="20439" y="11217"/>
                </a:lnTo>
                <a:lnTo>
                  <a:pt x="20342" y="11217"/>
                </a:lnTo>
                <a:lnTo>
                  <a:pt x="20293" y="11242"/>
                </a:lnTo>
                <a:lnTo>
                  <a:pt x="20269" y="11290"/>
                </a:lnTo>
                <a:lnTo>
                  <a:pt x="20245" y="11339"/>
                </a:lnTo>
                <a:lnTo>
                  <a:pt x="20245" y="11436"/>
                </a:lnTo>
                <a:lnTo>
                  <a:pt x="20245" y="11509"/>
                </a:lnTo>
                <a:lnTo>
                  <a:pt x="20318" y="11680"/>
                </a:lnTo>
                <a:lnTo>
                  <a:pt x="20537" y="12020"/>
                </a:lnTo>
                <a:lnTo>
                  <a:pt x="20585" y="12069"/>
                </a:lnTo>
                <a:lnTo>
                  <a:pt x="20658" y="12093"/>
                </a:lnTo>
                <a:lnTo>
                  <a:pt x="20707" y="12239"/>
                </a:lnTo>
                <a:lnTo>
                  <a:pt x="20731" y="12385"/>
                </a:lnTo>
                <a:lnTo>
                  <a:pt x="20756" y="12556"/>
                </a:lnTo>
                <a:lnTo>
                  <a:pt x="20756" y="12677"/>
                </a:lnTo>
                <a:lnTo>
                  <a:pt x="20780" y="12799"/>
                </a:lnTo>
                <a:lnTo>
                  <a:pt x="20804" y="12872"/>
                </a:lnTo>
                <a:lnTo>
                  <a:pt x="20853" y="12921"/>
                </a:lnTo>
                <a:lnTo>
                  <a:pt x="20926" y="12945"/>
                </a:lnTo>
                <a:lnTo>
                  <a:pt x="21023" y="12945"/>
                </a:lnTo>
                <a:lnTo>
                  <a:pt x="21218" y="12994"/>
                </a:lnTo>
                <a:lnTo>
                  <a:pt x="21413" y="13018"/>
                </a:lnTo>
                <a:lnTo>
                  <a:pt x="21534" y="13042"/>
                </a:lnTo>
                <a:lnTo>
                  <a:pt x="21705" y="13067"/>
                </a:lnTo>
                <a:lnTo>
                  <a:pt x="21899" y="13091"/>
                </a:lnTo>
                <a:lnTo>
                  <a:pt x="21997" y="13115"/>
                </a:lnTo>
                <a:lnTo>
                  <a:pt x="22070" y="13164"/>
                </a:lnTo>
                <a:lnTo>
                  <a:pt x="22070" y="13359"/>
                </a:lnTo>
                <a:lnTo>
                  <a:pt x="22070" y="13578"/>
                </a:lnTo>
                <a:lnTo>
                  <a:pt x="22070" y="13699"/>
                </a:lnTo>
                <a:lnTo>
                  <a:pt x="22045" y="13675"/>
                </a:lnTo>
                <a:lnTo>
                  <a:pt x="21997" y="13626"/>
                </a:lnTo>
                <a:lnTo>
                  <a:pt x="21924" y="13602"/>
                </a:lnTo>
                <a:lnTo>
                  <a:pt x="21851" y="13626"/>
                </a:lnTo>
                <a:lnTo>
                  <a:pt x="21802" y="13675"/>
                </a:lnTo>
                <a:lnTo>
                  <a:pt x="21778" y="13724"/>
                </a:lnTo>
                <a:lnTo>
                  <a:pt x="21729" y="13651"/>
                </a:lnTo>
                <a:lnTo>
                  <a:pt x="21680" y="13602"/>
                </a:lnTo>
                <a:lnTo>
                  <a:pt x="21656" y="13602"/>
                </a:lnTo>
                <a:lnTo>
                  <a:pt x="21607" y="13578"/>
                </a:lnTo>
                <a:lnTo>
                  <a:pt x="21534" y="13602"/>
                </a:lnTo>
                <a:lnTo>
                  <a:pt x="21486" y="13651"/>
                </a:lnTo>
                <a:lnTo>
                  <a:pt x="21437" y="13699"/>
                </a:lnTo>
                <a:lnTo>
                  <a:pt x="21388" y="13894"/>
                </a:lnTo>
                <a:lnTo>
                  <a:pt x="21364" y="13991"/>
                </a:lnTo>
                <a:lnTo>
                  <a:pt x="21315" y="14137"/>
                </a:lnTo>
                <a:lnTo>
                  <a:pt x="21315" y="14089"/>
                </a:lnTo>
                <a:lnTo>
                  <a:pt x="21315" y="13918"/>
                </a:lnTo>
                <a:lnTo>
                  <a:pt x="21291" y="13772"/>
                </a:lnTo>
                <a:lnTo>
                  <a:pt x="21267" y="13724"/>
                </a:lnTo>
                <a:lnTo>
                  <a:pt x="21242" y="13699"/>
                </a:lnTo>
                <a:lnTo>
                  <a:pt x="21194" y="13675"/>
                </a:lnTo>
                <a:lnTo>
                  <a:pt x="21145" y="13651"/>
                </a:lnTo>
                <a:lnTo>
                  <a:pt x="21072" y="13675"/>
                </a:lnTo>
                <a:lnTo>
                  <a:pt x="21023" y="13724"/>
                </a:lnTo>
                <a:lnTo>
                  <a:pt x="20999" y="13772"/>
                </a:lnTo>
                <a:lnTo>
                  <a:pt x="20975" y="13845"/>
                </a:lnTo>
                <a:lnTo>
                  <a:pt x="20926" y="13967"/>
                </a:lnTo>
                <a:lnTo>
                  <a:pt x="20926" y="14016"/>
                </a:lnTo>
                <a:lnTo>
                  <a:pt x="20829" y="14381"/>
                </a:lnTo>
                <a:lnTo>
                  <a:pt x="20829" y="14454"/>
                </a:lnTo>
                <a:lnTo>
                  <a:pt x="20756" y="14600"/>
                </a:lnTo>
                <a:lnTo>
                  <a:pt x="20707" y="14721"/>
                </a:lnTo>
                <a:lnTo>
                  <a:pt x="20610" y="14867"/>
                </a:lnTo>
                <a:lnTo>
                  <a:pt x="20512" y="14989"/>
                </a:lnTo>
                <a:lnTo>
                  <a:pt x="20488" y="15038"/>
                </a:lnTo>
                <a:lnTo>
                  <a:pt x="20439" y="15086"/>
                </a:lnTo>
                <a:lnTo>
                  <a:pt x="20439" y="15135"/>
                </a:lnTo>
                <a:lnTo>
                  <a:pt x="20439" y="15184"/>
                </a:lnTo>
                <a:lnTo>
                  <a:pt x="20439" y="15257"/>
                </a:lnTo>
                <a:lnTo>
                  <a:pt x="20488" y="15305"/>
                </a:lnTo>
                <a:lnTo>
                  <a:pt x="20512" y="15330"/>
                </a:lnTo>
                <a:lnTo>
                  <a:pt x="20585" y="15354"/>
                </a:lnTo>
                <a:lnTo>
                  <a:pt x="20634" y="15378"/>
                </a:lnTo>
                <a:lnTo>
                  <a:pt x="20658" y="15378"/>
                </a:lnTo>
                <a:lnTo>
                  <a:pt x="20804" y="15548"/>
                </a:lnTo>
                <a:lnTo>
                  <a:pt x="20926" y="15694"/>
                </a:lnTo>
                <a:lnTo>
                  <a:pt x="21048" y="15889"/>
                </a:lnTo>
                <a:lnTo>
                  <a:pt x="21194" y="16108"/>
                </a:lnTo>
                <a:lnTo>
                  <a:pt x="21048" y="16254"/>
                </a:lnTo>
                <a:lnTo>
                  <a:pt x="20902" y="16424"/>
                </a:lnTo>
                <a:lnTo>
                  <a:pt x="20829" y="16473"/>
                </a:lnTo>
                <a:lnTo>
                  <a:pt x="20756" y="16424"/>
                </a:lnTo>
                <a:lnTo>
                  <a:pt x="20683" y="16400"/>
                </a:lnTo>
                <a:lnTo>
                  <a:pt x="20585" y="16424"/>
                </a:lnTo>
                <a:lnTo>
                  <a:pt x="20488" y="16473"/>
                </a:lnTo>
                <a:lnTo>
                  <a:pt x="20488" y="16376"/>
                </a:lnTo>
                <a:lnTo>
                  <a:pt x="20464" y="16303"/>
                </a:lnTo>
                <a:lnTo>
                  <a:pt x="20391" y="16230"/>
                </a:lnTo>
                <a:lnTo>
                  <a:pt x="20293" y="16205"/>
                </a:lnTo>
                <a:lnTo>
                  <a:pt x="20220" y="16230"/>
                </a:lnTo>
                <a:lnTo>
                  <a:pt x="20220" y="16157"/>
                </a:lnTo>
                <a:lnTo>
                  <a:pt x="20220" y="16108"/>
                </a:lnTo>
                <a:lnTo>
                  <a:pt x="20196" y="16035"/>
                </a:lnTo>
                <a:lnTo>
                  <a:pt x="20172" y="16011"/>
                </a:lnTo>
                <a:lnTo>
                  <a:pt x="20123" y="15986"/>
                </a:lnTo>
                <a:lnTo>
                  <a:pt x="20074" y="15962"/>
                </a:lnTo>
                <a:lnTo>
                  <a:pt x="20001" y="15986"/>
                </a:lnTo>
                <a:lnTo>
                  <a:pt x="19928" y="16011"/>
                </a:lnTo>
                <a:lnTo>
                  <a:pt x="19831" y="16059"/>
                </a:lnTo>
                <a:lnTo>
                  <a:pt x="19636" y="16181"/>
                </a:lnTo>
                <a:lnTo>
                  <a:pt x="19588" y="16230"/>
                </a:lnTo>
                <a:lnTo>
                  <a:pt x="19466" y="16205"/>
                </a:lnTo>
                <a:lnTo>
                  <a:pt x="19417" y="16205"/>
                </a:lnTo>
                <a:lnTo>
                  <a:pt x="19369" y="16230"/>
                </a:lnTo>
                <a:lnTo>
                  <a:pt x="19271" y="16254"/>
                </a:lnTo>
                <a:lnTo>
                  <a:pt x="19198" y="16303"/>
                </a:lnTo>
                <a:lnTo>
                  <a:pt x="19077" y="16376"/>
                </a:lnTo>
                <a:lnTo>
                  <a:pt x="18979" y="16400"/>
                </a:lnTo>
                <a:lnTo>
                  <a:pt x="18882" y="16424"/>
                </a:lnTo>
                <a:lnTo>
                  <a:pt x="18785" y="16473"/>
                </a:lnTo>
                <a:lnTo>
                  <a:pt x="18687" y="16497"/>
                </a:lnTo>
                <a:lnTo>
                  <a:pt x="18614" y="16546"/>
                </a:lnTo>
                <a:lnTo>
                  <a:pt x="18517" y="16595"/>
                </a:lnTo>
                <a:lnTo>
                  <a:pt x="18444" y="16619"/>
                </a:lnTo>
                <a:lnTo>
                  <a:pt x="18371" y="16668"/>
                </a:lnTo>
                <a:lnTo>
                  <a:pt x="18274" y="16692"/>
                </a:lnTo>
                <a:lnTo>
                  <a:pt x="18176" y="16716"/>
                </a:lnTo>
                <a:lnTo>
                  <a:pt x="18079" y="16765"/>
                </a:lnTo>
                <a:lnTo>
                  <a:pt x="18055" y="16814"/>
                </a:lnTo>
                <a:lnTo>
                  <a:pt x="18030" y="16838"/>
                </a:lnTo>
                <a:lnTo>
                  <a:pt x="18030" y="16911"/>
                </a:lnTo>
                <a:lnTo>
                  <a:pt x="18055" y="16960"/>
                </a:lnTo>
                <a:lnTo>
                  <a:pt x="18079" y="17008"/>
                </a:lnTo>
                <a:lnTo>
                  <a:pt x="18152" y="17057"/>
                </a:lnTo>
                <a:lnTo>
                  <a:pt x="18103" y="17106"/>
                </a:lnTo>
                <a:lnTo>
                  <a:pt x="18079" y="17154"/>
                </a:lnTo>
                <a:lnTo>
                  <a:pt x="18055" y="17203"/>
                </a:lnTo>
                <a:lnTo>
                  <a:pt x="18079" y="17252"/>
                </a:lnTo>
                <a:lnTo>
                  <a:pt x="18103" y="17300"/>
                </a:lnTo>
                <a:lnTo>
                  <a:pt x="18152" y="17349"/>
                </a:lnTo>
                <a:lnTo>
                  <a:pt x="18225" y="17373"/>
                </a:lnTo>
                <a:lnTo>
                  <a:pt x="18201" y="17373"/>
                </a:lnTo>
                <a:lnTo>
                  <a:pt x="18103" y="17398"/>
                </a:lnTo>
                <a:lnTo>
                  <a:pt x="18055" y="17446"/>
                </a:lnTo>
                <a:lnTo>
                  <a:pt x="18006" y="17519"/>
                </a:lnTo>
                <a:lnTo>
                  <a:pt x="18030" y="17592"/>
                </a:lnTo>
                <a:lnTo>
                  <a:pt x="18055" y="17641"/>
                </a:lnTo>
                <a:lnTo>
                  <a:pt x="18128" y="17690"/>
                </a:lnTo>
                <a:lnTo>
                  <a:pt x="18225" y="17714"/>
                </a:lnTo>
                <a:lnTo>
                  <a:pt x="17909" y="17738"/>
                </a:lnTo>
                <a:lnTo>
                  <a:pt x="17519" y="17738"/>
                </a:lnTo>
                <a:lnTo>
                  <a:pt x="17495" y="17568"/>
                </a:lnTo>
                <a:lnTo>
                  <a:pt x="17471" y="17398"/>
                </a:lnTo>
                <a:lnTo>
                  <a:pt x="17446" y="17300"/>
                </a:lnTo>
                <a:lnTo>
                  <a:pt x="17446" y="17203"/>
                </a:lnTo>
                <a:lnTo>
                  <a:pt x="17422" y="16984"/>
                </a:lnTo>
                <a:lnTo>
                  <a:pt x="17373" y="16765"/>
                </a:lnTo>
                <a:lnTo>
                  <a:pt x="17325" y="16668"/>
                </a:lnTo>
                <a:lnTo>
                  <a:pt x="17276" y="16595"/>
                </a:lnTo>
                <a:lnTo>
                  <a:pt x="17203" y="16522"/>
                </a:lnTo>
                <a:lnTo>
                  <a:pt x="17106" y="16473"/>
                </a:lnTo>
                <a:lnTo>
                  <a:pt x="17057" y="16449"/>
                </a:lnTo>
                <a:lnTo>
                  <a:pt x="17008" y="16449"/>
                </a:lnTo>
                <a:lnTo>
                  <a:pt x="16862" y="16424"/>
                </a:lnTo>
                <a:lnTo>
                  <a:pt x="16789" y="16400"/>
                </a:lnTo>
                <a:lnTo>
                  <a:pt x="16643" y="16327"/>
                </a:lnTo>
                <a:lnTo>
                  <a:pt x="16449" y="16254"/>
                </a:lnTo>
                <a:lnTo>
                  <a:pt x="16376" y="16181"/>
                </a:lnTo>
                <a:lnTo>
                  <a:pt x="16278" y="16157"/>
                </a:lnTo>
                <a:lnTo>
                  <a:pt x="16181" y="16181"/>
                </a:lnTo>
                <a:lnTo>
                  <a:pt x="16157" y="16181"/>
                </a:lnTo>
                <a:lnTo>
                  <a:pt x="16035" y="16132"/>
                </a:lnTo>
                <a:lnTo>
                  <a:pt x="16011" y="16108"/>
                </a:lnTo>
                <a:lnTo>
                  <a:pt x="15913" y="16059"/>
                </a:lnTo>
                <a:lnTo>
                  <a:pt x="15792" y="16035"/>
                </a:lnTo>
                <a:lnTo>
                  <a:pt x="15694" y="16059"/>
                </a:lnTo>
                <a:lnTo>
                  <a:pt x="15646" y="16132"/>
                </a:lnTo>
                <a:lnTo>
                  <a:pt x="15621" y="16205"/>
                </a:lnTo>
                <a:lnTo>
                  <a:pt x="15646" y="16303"/>
                </a:lnTo>
                <a:lnTo>
                  <a:pt x="15646" y="16303"/>
                </a:lnTo>
                <a:lnTo>
                  <a:pt x="15597" y="16278"/>
                </a:lnTo>
                <a:lnTo>
                  <a:pt x="15500" y="16205"/>
                </a:lnTo>
                <a:lnTo>
                  <a:pt x="15402" y="16157"/>
                </a:lnTo>
                <a:lnTo>
                  <a:pt x="15354" y="16157"/>
                </a:lnTo>
                <a:lnTo>
                  <a:pt x="15305" y="16181"/>
                </a:lnTo>
                <a:lnTo>
                  <a:pt x="15256" y="16205"/>
                </a:lnTo>
                <a:lnTo>
                  <a:pt x="15232" y="16230"/>
                </a:lnTo>
                <a:lnTo>
                  <a:pt x="15208" y="16278"/>
                </a:lnTo>
                <a:lnTo>
                  <a:pt x="15232" y="16400"/>
                </a:lnTo>
                <a:lnTo>
                  <a:pt x="15281" y="16497"/>
                </a:lnTo>
                <a:lnTo>
                  <a:pt x="15232" y="16497"/>
                </a:lnTo>
                <a:lnTo>
                  <a:pt x="15183" y="16473"/>
                </a:lnTo>
                <a:lnTo>
                  <a:pt x="15135" y="16449"/>
                </a:lnTo>
                <a:lnTo>
                  <a:pt x="15062" y="16473"/>
                </a:lnTo>
                <a:lnTo>
                  <a:pt x="15038" y="16546"/>
                </a:lnTo>
                <a:lnTo>
                  <a:pt x="15013" y="16570"/>
                </a:lnTo>
                <a:lnTo>
                  <a:pt x="15013" y="16643"/>
                </a:lnTo>
                <a:lnTo>
                  <a:pt x="14916" y="16570"/>
                </a:lnTo>
                <a:lnTo>
                  <a:pt x="14770" y="16424"/>
                </a:lnTo>
                <a:lnTo>
                  <a:pt x="14624" y="16254"/>
                </a:lnTo>
                <a:lnTo>
                  <a:pt x="14721" y="16132"/>
                </a:lnTo>
                <a:lnTo>
                  <a:pt x="14794" y="15986"/>
                </a:lnTo>
                <a:lnTo>
                  <a:pt x="14892" y="15865"/>
                </a:lnTo>
                <a:lnTo>
                  <a:pt x="15062" y="15621"/>
                </a:lnTo>
                <a:lnTo>
                  <a:pt x="15305" y="15305"/>
                </a:lnTo>
                <a:lnTo>
                  <a:pt x="15378" y="15232"/>
                </a:lnTo>
                <a:lnTo>
                  <a:pt x="15402" y="15159"/>
                </a:lnTo>
                <a:lnTo>
                  <a:pt x="15402" y="15062"/>
                </a:lnTo>
                <a:lnTo>
                  <a:pt x="15329" y="14965"/>
                </a:lnTo>
                <a:lnTo>
                  <a:pt x="15183" y="14819"/>
                </a:lnTo>
                <a:lnTo>
                  <a:pt x="15086" y="14673"/>
                </a:lnTo>
                <a:lnTo>
                  <a:pt x="15038" y="14624"/>
                </a:lnTo>
                <a:lnTo>
                  <a:pt x="15013" y="14575"/>
                </a:lnTo>
                <a:lnTo>
                  <a:pt x="15013" y="14551"/>
                </a:lnTo>
                <a:lnTo>
                  <a:pt x="14989" y="14454"/>
                </a:lnTo>
                <a:lnTo>
                  <a:pt x="14940" y="14405"/>
                </a:lnTo>
                <a:lnTo>
                  <a:pt x="14892" y="14356"/>
                </a:lnTo>
                <a:lnTo>
                  <a:pt x="14794" y="14332"/>
                </a:lnTo>
                <a:lnTo>
                  <a:pt x="14478" y="14308"/>
                </a:lnTo>
                <a:lnTo>
                  <a:pt x="14113" y="14283"/>
                </a:lnTo>
                <a:lnTo>
                  <a:pt x="13748" y="14210"/>
                </a:lnTo>
                <a:lnTo>
                  <a:pt x="13724" y="14089"/>
                </a:lnTo>
                <a:lnTo>
                  <a:pt x="13724" y="14016"/>
                </a:lnTo>
                <a:lnTo>
                  <a:pt x="13699" y="13821"/>
                </a:lnTo>
                <a:lnTo>
                  <a:pt x="13724" y="13602"/>
                </a:lnTo>
                <a:lnTo>
                  <a:pt x="13724" y="13456"/>
                </a:lnTo>
                <a:lnTo>
                  <a:pt x="13748" y="13505"/>
                </a:lnTo>
                <a:lnTo>
                  <a:pt x="13821" y="13529"/>
                </a:lnTo>
                <a:lnTo>
                  <a:pt x="13894" y="13553"/>
                </a:lnTo>
                <a:lnTo>
                  <a:pt x="13943" y="13553"/>
                </a:lnTo>
                <a:lnTo>
                  <a:pt x="13991" y="13529"/>
                </a:lnTo>
                <a:lnTo>
                  <a:pt x="14016" y="13505"/>
                </a:lnTo>
                <a:lnTo>
                  <a:pt x="14089" y="13432"/>
                </a:lnTo>
                <a:lnTo>
                  <a:pt x="14137" y="13480"/>
                </a:lnTo>
                <a:lnTo>
                  <a:pt x="14186" y="13505"/>
                </a:lnTo>
                <a:lnTo>
                  <a:pt x="14235" y="13529"/>
                </a:lnTo>
                <a:lnTo>
                  <a:pt x="14308" y="13505"/>
                </a:lnTo>
                <a:lnTo>
                  <a:pt x="14381" y="13480"/>
                </a:lnTo>
                <a:lnTo>
                  <a:pt x="14429" y="13407"/>
                </a:lnTo>
                <a:lnTo>
                  <a:pt x="14502" y="13456"/>
                </a:lnTo>
                <a:lnTo>
                  <a:pt x="14575" y="13480"/>
                </a:lnTo>
                <a:lnTo>
                  <a:pt x="14624" y="13480"/>
                </a:lnTo>
                <a:lnTo>
                  <a:pt x="14673" y="13456"/>
                </a:lnTo>
                <a:lnTo>
                  <a:pt x="14721" y="13432"/>
                </a:lnTo>
                <a:lnTo>
                  <a:pt x="14746" y="13383"/>
                </a:lnTo>
                <a:lnTo>
                  <a:pt x="14770" y="13261"/>
                </a:lnTo>
                <a:lnTo>
                  <a:pt x="14794" y="13164"/>
                </a:lnTo>
                <a:lnTo>
                  <a:pt x="14819" y="13115"/>
                </a:lnTo>
                <a:lnTo>
                  <a:pt x="14819" y="13042"/>
                </a:lnTo>
                <a:lnTo>
                  <a:pt x="14843" y="12969"/>
                </a:lnTo>
                <a:lnTo>
                  <a:pt x="14916" y="12945"/>
                </a:lnTo>
                <a:lnTo>
                  <a:pt x="14965" y="12921"/>
                </a:lnTo>
                <a:lnTo>
                  <a:pt x="14989" y="12872"/>
                </a:lnTo>
                <a:lnTo>
                  <a:pt x="15013" y="12799"/>
                </a:lnTo>
                <a:lnTo>
                  <a:pt x="15038" y="12750"/>
                </a:lnTo>
                <a:lnTo>
                  <a:pt x="15038" y="12702"/>
                </a:lnTo>
                <a:lnTo>
                  <a:pt x="15062" y="12580"/>
                </a:lnTo>
                <a:lnTo>
                  <a:pt x="15086" y="12458"/>
                </a:lnTo>
                <a:lnTo>
                  <a:pt x="15159" y="12239"/>
                </a:lnTo>
                <a:lnTo>
                  <a:pt x="15232" y="12093"/>
                </a:lnTo>
                <a:lnTo>
                  <a:pt x="15281" y="12020"/>
                </a:lnTo>
                <a:lnTo>
                  <a:pt x="15329" y="11923"/>
                </a:lnTo>
                <a:lnTo>
                  <a:pt x="15305" y="11826"/>
                </a:lnTo>
                <a:lnTo>
                  <a:pt x="15256" y="11728"/>
                </a:lnTo>
                <a:lnTo>
                  <a:pt x="15062" y="11534"/>
                </a:lnTo>
                <a:lnTo>
                  <a:pt x="14867" y="11315"/>
                </a:lnTo>
                <a:lnTo>
                  <a:pt x="14575" y="10974"/>
                </a:lnTo>
                <a:lnTo>
                  <a:pt x="14697" y="10828"/>
                </a:lnTo>
                <a:lnTo>
                  <a:pt x="14819" y="10682"/>
                </a:lnTo>
                <a:lnTo>
                  <a:pt x="14867" y="10633"/>
                </a:lnTo>
                <a:lnTo>
                  <a:pt x="14892" y="10706"/>
                </a:lnTo>
                <a:lnTo>
                  <a:pt x="14940" y="10731"/>
                </a:lnTo>
                <a:lnTo>
                  <a:pt x="14989" y="10779"/>
                </a:lnTo>
                <a:lnTo>
                  <a:pt x="15111" y="10779"/>
                </a:lnTo>
                <a:lnTo>
                  <a:pt x="15111" y="10828"/>
                </a:lnTo>
                <a:lnTo>
                  <a:pt x="15159" y="10877"/>
                </a:lnTo>
                <a:lnTo>
                  <a:pt x="15232" y="10925"/>
                </a:lnTo>
                <a:lnTo>
                  <a:pt x="15232" y="11023"/>
                </a:lnTo>
                <a:lnTo>
                  <a:pt x="15256" y="11120"/>
                </a:lnTo>
                <a:lnTo>
                  <a:pt x="15329" y="11193"/>
                </a:lnTo>
                <a:lnTo>
                  <a:pt x="15427" y="11217"/>
                </a:lnTo>
                <a:lnTo>
                  <a:pt x="15524" y="11193"/>
                </a:lnTo>
                <a:lnTo>
                  <a:pt x="15573" y="11120"/>
                </a:lnTo>
                <a:lnTo>
                  <a:pt x="15646" y="11023"/>
                </a:lnTo>
                <a:lnTo>
                  <a:pt x="15621" y="11096"/>
                </a:lnTo>
                <a:lnTo>
                  <a:pt x="15597" y="11169"/>
                </a:lnTo>
                <a:lnTo>
                  <a:pt x="15621" y="11217"/>
                </a:lnTo>
                <a:lnTo>
                  <a:pt x="15646" y="11290"/>
                </a:lnTo>
                <a:lnTo>
                  <a:pt x="15694" y="11315"/>
                </a:lnTo>
                <a:lnTo>
                  <a:pt x="15816" y="11315"/>
                </a:lnTo>
                <a:lnTo>
                  <a:pt x="15889" y="11266"/>
                </a:lnTo>
                <a:lnTo>
                  <a:pt x="15938" y="11217"/>
                </a:lnTo>
                <a:lnTo>
                  <a:pt x="15962" y="11217"/>
                </a:lnTo>
                <a:lnTo>
                  <a:pt x="16108" y="11071"/>
                </a:lnTo>
                <a:lnTo>
                  <a:pt x="16181" y="11047"/>
                </a:lnTo>
                <a:lnTo>
                  <a:pt x="16254" y="10998"/>
                </a:lnTo>
                <a:lnTo>
                  <a:pt x="16327" y="10998"/>
                </a:lnTo>
                <a:lnTo>
                  <a:pt x="16424" y="10974"/>
                </a:lnTo>
                <a:lnTo>
                  <a:pt x="16497" y="10925"/>
                </a:lnTo>
                <a:lnTo>
                  <a:pt x="16765" y="10828"/>
                </a:lnTo>
                <a:lnTo>
                  <a:pt x="17057" y="10731"/>
                </a:lnTo>
                <a:lnTo>
                  <a:pt x="17154" y="10682"/>
                </a:lnTo>
                <a:lnTo>
                  <a:pt x="17203" y="10609"/>
                </a:lnTo>
                <a:lnTo>
                  <a:pt x="17227" y="10585"/>
                </a:lnTo>
                <a:lnTo>
                  <a:pt x="17252" y="10463"/>
                </a:lnTo>
                <a:lnTo>
                  <a:pt x="17300" y="10317"/>
                </a:lnTo>
                <a:lnTo>
                  <a:pt x="17300" y="10049"/>
                </a:lnTo>
                <a:lnTo>
                  <a:pt x="17325" y="9855"/>
                </a:lnTo>
                <a:lnTo>
                  <a:pt x="17349" y="9709"/>
                </a:lnTo>
                <a:lnTo>
                  <a:pt x="17373" y="9563"/>
                </a:lnTo>
                <a:lnTo>
                  <a:pt x="17398" y="9417"/>
                </a:lnTo>
                <a:close/>
                <a:moveTo>
                  <a:pt x="17568" y="8954"/>
                </a:moveTo>
                <a:lnTo>
                  <a:pt x="17325" y="8979"/>
                </a:lnTo>
                <a:lnTo>
                  <a:pt x="17130" y="9027"/>
                </a:lnTo>
                <a:lnTo>
                  <a:pt x="17057" y="9076"/>
                </a:lnTo>
                <a:lnTo>
                  <a:pt x="17008" y="9173"/>
                </a:lnTo>
                <a:lnTo>
                  <a:pt x="16960" y="9271"/>
                </a:lnTo>
                <a:lnTo>
                  <a:pt x="16911" y="9392"/>
                </a:lnTo>
                <a:lnTo>
                  <a:pt x="16887" y="9660"/>
                </a:lnTo>
                <a:lnTo>
                  <a:pt x="16862" y="9782"/>
                </a:lnTo>
                <a:lnTo>
                  <a:pt x="16838" y="9928"/>
                </a:lnTo>
                <a:lnTo>
                  <a:pt x="16814" y="10147"/>
                </a:lnTo>
                <a:lnTo>
                  <a:pt x="16789" y="10341"/>
                </a:lnTo>
                <a:lnTo>
                  <a:pt x="16570" y="10439"/>
                </a:lnTo>
                <a:lnTo>
                  <a:pt x="16351" y="10536"/>
                </a:lnTo>
                <a:lnTo>
                  <a:pt x="16157" y="10414"/>
                </a:lnTo>
                <a:lnTo>
                  <a:pt x="15889" y="10220"/>
                </a:lnTo>
                <a:lnTo>
                  <a:pt x="15792" y="10147"/>
                </a:lnTo>
                <a:lnTo>
                  <a:pt x="15573" y="10001"/>
                </a:lnTo>
                <a:lnTo>
                  <a:pt x="15451" y="9928"/>
                </a:lnTo>
                <a:lnTo>
                  <a:pt x="15305" y="9903"/>
                </a:lnTo>
                <a:lnTo>
                  <a:pt x="15208" y="9879"/>
                </a:lnTo>
                <a:lnTo>
                  <a:pt x="15135" y="9903"/>
                </a:lnTo>
                <a:lnTo>
                  <a:pt x="14989" y="9976"/>
                </a:lnTo>
                <a:lnTo>
                  <a:pt x="14843" y="10074"/>
                </a:lnTo>
                <a:lnTo>
                  <a:pt x="14624" y="10293"/>
                </a:lnTo>
                <a:lnTo>
                  <a:pt x="14502" y="10414"/>
                </a:lnTo>
                <a:lnTo>
                  <a:pt x="14332" y="10609"/>
                </a:lnTo>
                <a:lnTo>
                  <a:pt x="14162" y="10779"/>
                </a:lnTo>
                <a:lnTo>
                  <a:pt x="14113" y="10828"/>
                </a:lnTo>
                <a:lnTo>
                  <a:pt x="14089" y="10877"/>
                </a:lnTo>
                <a:lnTo>
                  <a:pt x="14064" y="10950"/>
                </a:lnTo>
                <a:lnTo>
                  <a:pt x="14089" y="11023"/>
                </a:lnTo>
                <a:lnTo>
                  <a:pt x="14137" y="11120"/>
                </a:lnTo>
                <a:lnTo>
                  <a:pt x="14186" y="11217"/>
                </a:lnTo>
                <a:lnTo>
                  <a:pt x="14332" y="11412"/>
                </a:lnTo>
                <a:lnTo>
                  <a:pt x="14454" y="11534"/>
                </a:lnTo>
                <a:lnTo>
                  <a:pt x="14478" y="11607"/>
                </a:lnTo>
                <a:lnTo>
                  <a:pt x="14648" y="11801"/>
                </a:lnTo>
                <a:lnTo>
                  <a:pt x="14819" y="11996"/>
                </a:lnTo>
                <a:lnTo>
                  <a:pt x="14721" y="12166"/>
                </a:lnTo>
                <a:lnTo>
                  <a:pt x="14721" y="12191"/>
                </a:lnTo>
                <a:lnTo>
                  <a:pt x="14648" y="12361"/>
                </a:lnTo>
                <a:lnTo>
                  <a:pt x="14600" y="12531"/>
                </a:lnTo>
                <a:lnTo>
                  <a:pt x="14381" y="12556"/>
                </a:lnTo>
                <a:lnTo>
                  <a:pt x="14162" y="12580"/>
                </a:lnTo>
                <a:lnTo>
                  <a:pt x="14040" y="12604"/>
                </a:lnTo>
                <a:lnTo>
                  <a:pt x="13991" y="12604"/>
                </a:lnTo>
                <a:lnTo>
                  <a:pt x="13845" y="12653"/>
                </a:lnTo>
                <a:lnTo>
                  <a:pt x="13675" y="12677"/>
                </a:lnTo>
                <a:lnTo>
                  <a:pt x="13553" y="12750"/>
                </a:lnTo>
                <a:lnTo>
                  <a:pt x="13456" y="12823"/>
                </a:lnTo>
                <a:lnTo>
                  <a:pt x="13407" y="12872"/>
                </a:lnTo>
                <a:lnTo>
                  <a:pt x="13334" y="12945"/>
                </a:lnTo>
                <a:lnTo>
                  <a:pt x="13310" y="13018"/>
                </a:lnTo>
                <a:lnTo>
                  <a:pt x="13286" y="13164"/>
                </a:lnTo>
                <a:lnTo>
                  <a:pt x="13286" y="13213"/>
                </a:lnTo>
                <a:lnTo>
                  <a:pt x="13237" y="13699"/>
                </a:lnTo>
                <a:lnTo>
                  <a:pt x="13237" y="13748"/>
                </a:lnTo>
                <a:lnTo>
                  <a:pt x="13237" y="13918"/>
                </a:lnTo>
                <a:lnTo>
                  <a:pt x="13237" y="14113"/>
                </a:lnTo>
                <a:lnTo>
                  <a:pt x="13286" y="14283"/>
                </a:lnTo>
                <a:lnTo>
                  <a:pt x="13310" y="14356"/>
                </a:lnTo>
                <a:lnTo>
                  <a:pt x="13383" y="14405"/>
                </a:lnTo>
                <a:lnTo>
                  <a:pt x="13407" y="14502"/>
                </a:lnTo>
                <a:lnTo>
                  <a:pt x="13480" y="14551"/>
                </a:lnTo>
                <a:lnTo>
                  <a:pt x="13724" y="14648"/>
                </a:lnTo>
                <a:lnTo>
                  <a:pt x="13991" y="14697"/>
                </a:lnTo>
                <a:lnTo>
                  <a:pt x="14259" y="14746"/>
                </a:lnTo>
                <a:lnTo>
                  <a:pt x="14527" y="14770"/>
                </a:lnTo>
                <a:lnTo>
                  <a:pt x="14673" y="14770"/>
                </a:lnTo>
                <a:lnTo>
                  <a:pt x="14697" y="14867"/>
                </a:lnTo>
                <a:lnTo>
                  <a:pt x="14721" y="14916"/>
                </a:lnTo>
                <a:lnTo>
                  <a:pt x="14819" y="15038"/>
                </a:lnTo>
                <a:lnTo>
                  <a:pt x="14916" y="15184"/>
                </a:lnTo>
                <a:lnTo>
                  <a:pt x="14746" y="15330"/>
                </a:lnTo>
                <a:lnTo>
                  <a:pt x="14624" y="15500"/>
                </a:lnTo>
                <a:lnTo>
                  <a:pt x="14575" y="15573"/>
                </a:lnTo>
                <a:lnTo>
                  <a:pt x="14381" y="15816"/>
                </a:lnTo>
                <a:lnTo>
                  <a:pt x="14332" y="15865"/>
                </a:lnTo>
                <a:lnTo>
                  <a:pt x="14235" y="15986"/>
                </a:lnTo>
                <a:lnTo>
                  <a:pt x="14210" y="16059"/>
                </a:lnTo>
                <a:lnTo>
                  <a:pt x="14186" y="16108"/>
                </a:lnTo>
                <a:lnTo>
                  <a:pt x="14210" y="16230"/>
                </a:lnTo>
                <a:lnTo>
                  <a:pt x="14210" y="16303"/>
                </a:lnTo>
                <a:lnTo>
                  <a:pt x="14235" y="16376"/>
                </a:lnTo>
                <a:lnTo>
                  <a:pt x="14283" y="16522"/>
                </a:lnTo>
                <a:lnTo>
                  <a:pt x="14381" y="16643"/>
                </a:lnTo>
                <a:lnTo>
                  <a:pt x="14478" y="16765"/>
                </a:lnTo>
                <a:lnTo>
                  <a:pt x="14527" y="16789"/>
                </a:lnTo>
                <a:lnTo>
                  <a:pt x="14794" y="17081"/>
                </a:lnTo>
                <a:lnTo>
                  <a:pt x="15111" y="17349"/>
                </a:lnTo>
                <a:lnTo>
                  <a:pt x="15183" y="17373"/>
                </a:lnTo>
                <a:lnTo>
                  <a:pt x="15232" y="17398"/>
                </a:lnTo>
                <a:lnTo>
                  <a:pt x="15305" y="17373"/>
                </a:lnTo>
                <a:lnTo>
                  <a:pt x="15354" y="17373"/>
                </a:lnTo>
                <a:lnTo>
                  <a:pt x="15475" y="17349"/>
                </a:lnTo>
                <a:lnTo>
                  <a:pt x="15621" y="17300"/>
                </a:lnTo>
                <a:lnTo>
                  <a:pt x="15840" y="17154"/>
                </a:lnTo>
                <a:lnTo>
                  <a:pt x="15865" y="17130"/>
                </a:lnTo>
                <a:lnTo>
                  <a:pt x="16132" y="16911"/>
                </a:lnTo>
                <a:lnTo>
                  <a:pt x="16376" y="16668"/>
                </a:lnTo>
                <a:lnTo>
                  <a:pt x="16546" y="16741"/>
                </a:lnTo>
                <a:lnTo>
                  <a:pt x="16570" y="16765"/>
                </a:lnTo>
                <a:lnTo>
                  <a:pt x="16619" y="16789"/>
                </a:lnTo>
                <a:lnTo>
                  <a:pt x="16765" y="16862"/>
                </a:lnTo>
                <a:lnTo>
                  <a:pt x="16935" y="16887"/>
                </a:lnTo>
                <a:lnTo>
                  <a:pt x="16935" y="16960"/>
                </a:lnTo>
                <a:lnTo>
                  <a:pt x="16960" y="17033"/>
                </a:lnTo>
                <a:lnTo>
                  <a:pt x="17008" y="17276"/>
                </a:lnTo>
                <a:lnTo>
                  <a:pt x="17033" y="17495"/>
                </a:lnTo>
                <a:lnTo>
                  <a:pt x="17033" y="17617"/>
                </a:lnTo>
                <a:lnTo>
                  <a:pt x="17033" y="17738"/>
                </a:lnTo>
                <a:lnTo>
                  <a:pt x="17033" y="17860"/>
                </a:lnTo>
                <a:lnTo>
                  <a:pt x="17081" y="17982"/>
                </a:lnTo>
                <a:lnTo>
                  <a:pt x="17179" y="18079"/>
                </a:lnTo>
                <a:lnTo>
                  <a:pt x="17203" y="18103"/>
                </a:lnTo>
                <a:lnTo>
                  <a:pt x="17276" y="18152"/>
                </a:lnTo>
                <a:lnTo>
                  <a:pt x="17398" y="18201"/>
                </a:lnTo>
                <a:lnTo>
                  <a:pt x="17592" y="18225"/>
                </a:lnTo>
                <a:lnTo>
                  <a:pt x="17714" y="18201"/>
                </a:lnTo>
                <a:lnTo>
                  <a:pt x="18152" y="18201"/>
                </a:lnTo>
                <a:lnTo>
                  <a:pt x="18541" y="18176"/>
                </a:lnTo>
                <a:lnTo>
                  <a:pt x="18614" y="18176"/>
                </a:lnTo>
                <a:lnTo>
                  <a:pt x="18687" y="18128"/>
                </a:lnTo>
                <a:lnTo>
                  <a:pt x="18736" y="18055"/>
                </a:lnTo>
                <a:lnTo>
                  <a:pt x="18760" y="17982"/>
                </a:lnTo>
                <a:lnTo>
                  <a:pt x="18833" y="17860"/>
                </a:lnTo>
                <a:lnTo>
                  <a:pt x="18882" y="17738"/>
                </a:lnTo>
                <a:lnTo>
                  <a:pt x="18931" y="17471"/>
                </a:lnTo>
                <a:lnTo>
                  <a:pt x="18931" y="17349"/>
                </a:lnTo>
                <a:lnTo>
                  <a:pt x="18931" y="17325"/>
                </a:lnTo>
                <a:lnTo>
                  <a:pt x="18979" y="17081"/>
                </a:lnTo>
                <a:lnTo>
                  <a:pt x="19004" y="16838"/>
                </a:lnTo>
                <a:lnTo>
                  <a:pt x="19125" y="16814"/>
                </a:lnTo>
                <a:lnTo>
                  <a:pt x="19223" y="16789"/>
                </a:lnTo>
                <a:lnTo>
                  <a:pt x="19369" y="16741"/>
                </a:lnTo>
                <a:lnTo>
                  <a:pt x="19466" y="16692"/>
                </a:lnTo>
                <a:lnTo>
                  <a:pt x="19661" y="16838"/>
                </a:lnTo>
                <a:lnTo>
                  <a:pt x="19758" y="16911"/>
                </a:lnTo>
                <a:lnTo>
                  <a:pt x="20074" y="17130"/>
                </a:lnTo>
                <a:lnTo>
                  <a:pt x="20391" y="17349"/>
                </a:lnTo>
                <a:lnTo>
                  <a:pt x="20464" y="17398"/>
                </a:lnTo>
                <a:lnTo>
                  <a:pt x="20512" y="17398"/>
                </a:lnTo>
                <a:lnTo>
                  <a:pt x="20585" y="17373"/>
                </a:lnTo>
                <a:lnTo>
                  <a:pt x="20658" y="17349"/>
                </a:lnTo>
                <a:lnTo>
                  <a:pt x="20707" y="17276"/>
                </a:lnTo>
                <a:lnTo>
                  <a:pt x="20756" y="17203"/>
                </a:lnTo>
                <a:lnTo>
                  <a:pt x="20999" y="16984"/>
                </a:lnTo>
                <a:lnTo>
                  <a:pt x="21145" y="16814"/>
                </a:lnTo>
                <a:lnTo>
                  <a:pt x="21413" y="16570"/>
                </a:lnTo>
                <a:lnTo>
                  <a:pt x="21632" y="16278"/>
                </a:lnTo>
                <a:lnTo>
                  <a:pt x="21680" y="16230"/>
                </a:lnTo>
                <a:lnTo>
                  <a:pt x="21680" y="16157"/>
                </a:lnTo>
                <a:lnTo>
                  <a:pt x="21680" y="16084"/>
                </a:lnTo>
                <a:lnTo>
                  <a:pt x="21656" y="15986"/>
                </a:lnTo>
                <a:lnTo>
                  <a:pt x="21486" y="15670"/>
                </a:lnTo>
                <a:lnTo>
                  <a:pt x="21267" y="15403"/>
                </a:lnTo>
                <a:lnTo>
                  <a:pt x="21145" y="15232"/>
                </a:lnTo>
                <a:lnTo>
                  <a:pt x="20975" y="15086"/>
                </a:lnTo>
                <a:lnTo>
                  <a:pt x="21096" y="14867"/>
                </a:lnTo>
                <a:lnTo>
                  <a:pt x="21169" y="14648"/>
                </a:lnTo>
                <a:lnTo>
                  <a:pt x="21291" y="14673"/>
                </a:lnTo>
                <a:lnTo>
                  <a:pt x="21510" y="14648"/>
                </a:lnTo>
                <a:lnTo>
                  <a:pt x="21753" y="14648"/>
                </a:lnTo>
                <a:lnTo>
                  <a:pt x="21997" y="14624"/>
                </a:lnTo>
                <a:lnTo>
                  <a:pt x="22264" y="14600"/>
                </a:lnTo>
                <a:lnTo>
                  <a:pt x="22362" y="14551"/>
                </a:lnTo>
                <a:lnTo>
                  <a:pt x="22410" y="14478"/>
                </a:lnTo>
                <a:lnTo>
                  <a:pt x="22459" y="14429"/>
                </a:lnTo>
                <a:lnTo>
                  <a:pt x="22508" y="14381"/>
                </a:lnTo>
                <a:lnTo>
                  <a:pt x="22532" y="14332"/>
                </a:lnTo>
                <a:lnTo>
                  <a:pt x="22532" y="14259"/>
                </a:lnTo>
                <a:lnTo>
                  <a:pt x="22532" y="13845"/>
                </a:lnTo>
                <a:lnTo>
                  <a:pt x="22532" y="13456"/>
                </a:lnTo>
                <a:lnTo>
                  <a:pt x="22508" y="13067"/>
                </a:lnTo>
                <a:lnTo>
                  <a:pt x="22508" y="13018"/>
                </a:lnTo>
                <a:lnTo>
                  <a:pt x="22459" y="12945"/>
                </a:lnTo>
                <a:lnTo>
                  <a:pt x="22410" y="12921"/>
                </a:lnTo>
                <a:lnTo>
                  <a:pt x="22362" y="12896"/>
                </a:lnTo>
                <a:lnTo>
                  <a:pt x="22313" y="12823"/>
                </a:lnTo>
                <a:lnTo>
                  <a:pt x="22264" y="12750"/>
                </a:lnTo>
                <a:lnTo>
                  <a:pt x="22118" y="12677"/>
                </a:lnTo>
                <a:lnTo>
                  <a:pt x="21948" y="12629"/>
                </a:lnTo>
                <a:lnTo>
                  <a:pt x="21802" y="12604"/>
                </a:lnTo>
                <a:lnTo>
                  <a:pt x="21778" y="12604"/>
                </a:lnTo>
                <a:lnTo>
                  <a:pt x="21510" y="12556"/>
                </a:lnTo>
                <a:lnTo>
                  <a:pt x="21218" y="12556"/>
                </a:lnTo>
                <a:lnTo>
                  <a:pt x="21169" y="12337"/>
                </a:lnTo>
                <a:lnTo>
                  <a:pt x="21169" y="12288"/>
                </a:lnTo>
                <a:lnTo>
                  <a:pt x="21121" y="12093"/>
                </a:lnTo>
                <a:lnTo>
                  <a:pt x="21048" y="11923"/>
                </a:lnTo>
                <a:lnTo>
                  <a:pt x="21121" y="11826"/>
                </a:lnTo>
                <a:lnTo>
                  <a:pt x="21145" y="11777"/>
                </a:lnTo>
                <a:lnTo>
                  <a:pt x="21242" y="11655"/>
                </a:lnTo>
                <a:lnTo>
                  <a:pt x="21413" y="11412"/>
                </a:lnTo>
                <a:lnTo>
                  <a:pt x="21607" y="11169"/>
                </a:lnTo>
                <a:lnTo>
                  <a:pt x="21656" y="11120"/>
                </a:lnTo>
                <a:lnTo>
                  <a:pt x="21680" y="11071"/>
                </a:lnTo>
                <a:lnTo>
                  <a:pt x="21680" y="10998"/>
                </a:lnTo>
                <a:lnTo>
                  <a:pt x="21680" y="10950"/>
                </a:lnTo>
                <a:lnTo>
                  <a:pt x="21656" y="10925"/>
                </a:lnTo>
                <a:lnTo>
                  <a:pt x="21680" y="10901"/>
                </a:lnTo>
                <a:lnTo>
                  <a:pt x="21656" y="10804"/>
                </a:lnTo>
                <a:lnTo>
                  <a:pt x="21632" y="10731"/>
                </a:lnTo>
                <a:lnTo>
                  <a:pt x="21510" y="10609"/>
                </a:lnTo>
                <a:lnTo>
                  <a:pt x="21486" y="10560"/>
                </a:lnTo>
                <a:lnTo>
                  <a:pt x="21315" y="10390"/>
                </a:lnTo>
                <a:lnTo>
                  <a:pt x="21145" y="10244"/>
                </a:lnTo>
                <a:lnTo>
                  <a:pt x="21145" y="10220"/>
                </a:lnTo>
                <a:lnTo>
                  <a:pt x="21023" y="10122"/>
                </a:lnTo>
                <a:lnTo>
                  <a:pt x="20877" y="10001"/>
                </a:lnTo>
                <a:lnTo>
                  <a:pt x="20731" y="9928"/>
                </a:lnTo>
                <a:lnTo>
                  <a:pt x="20634" y="9903"/>
                </a:lnTo>
                <a:lnTo>
                  <a:pt x="20561" y="9879"/>
                </a:lnTo>
                <a:lnTo>
                  <a:pt x="20488" y="9903"/>
                </a:lnTo>
                <a:lnTo>
                  <a:pt x="20464" y="9903"/>
                </a:lnTo>
                <a:lnTo>
                  <a:pt x="20391" y="9928"/>
                </a:lnTo>
                <a:lnTo>
                  <a:pt x="20220" y="10001"/>
                </a:lnTo>
                <a:lnTo>
                  <a:pt x="20074" y="10098"/>
                </a:lnTo>
                <a:lnTo>
                  <a:pt x="19807" y="10293"/>
                </a:lnTo>
                <a:lnTo>
                  <a:pt x="19709" y="10341"/>
                </a:lnTo>
                <a:lnTo>
                  <a:pt x="19515" y="10487"/>
                </a:lnTo>
                <a:lnTo>
                  <a:pt x="19296" y="10390"/>
                </a:lnTo>
                <a:lnTo>
                  <a:pt x="19052" y="10341"/>
                </a:lnTo>
                <a:lnTo>
                  <a:pt x="19004" y="10098"/>
                </a:lnTo>
                <a:lnTo>
                  <a:pt x="19028" y="10025"/>
                </a:lnTo>
                <a:lnTo>
                  <a:pt x="19004" y="9976"/>
                </a:lnTo>
                <a:lnTo>
                  <a:pt x="18979" y="9903"/>
                </a:lnTo>
                <a:lnTo>
                  <a:pt x="18955" y="9782"/>
                </a:lnTo>
                <a:lnTo>
                  <a:pt x="18931" y="9563"/>
                </a:lnTo>
                <a:lnTo>
                  <a:pt x="18882" y="9319"/>
                </a:lnTo>
                <a:lnTo>
                  <a:pt x="18906" y="9246"/>
                </a:lnTo>
                <a:lnTo>
                  <a:pt x="18906" y="9149"/>
                </a:lnTo>
                <a:lnTo>
                  <a:pt x="18882" y="9100"/>
                </a:lnTo>
                <a:lnTo>
                  <a:pt x="18833" y="9052"/>
                </a:lnTo>
                <a:lnTo>
                  <a:pt x="18785" y="9027"/>
                </a:lnTo>
                <a:lnTo>
                  <a:pt x="18712" y="9003"/>
                </a:lnTo>
                <a:lnTo>
                  <a:pt x="18444" y="8979"/>
                </a:lnTo>
                <a:lnTo>
                  <a:pt x="17957" y="8979"/>
                </a:lnTo>
                <a:lnTo>
                  <a:pt x="17836" y="8954"/>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38" name="Google Shape;838;p39"/>
          <p:cNvSpPr/>
          <p:nvPr/>
        </p:nvSpPr>
        <p:spPr>
          <a:xfrm>
            <a:off x="5012302" y="2651097"/>
            <a:ext cx="296223" cy="412142"/>
          </a:xfrm>
          <a:custGeom>
            <a:avLst/>
            <a:gdLst/>
            <a:ahLst/>
            <a:cxnLst/>
            <a:rect l="l" t="t" r="r" b="b"/>
            <a:pathLst>
              <a:path w="13554" h="18858" extrusionOk="0">
                <a:moveTo>
                  <a:pt x="7032" y="462"/>
                </a:moveTo>
                <a:lnTo>
                  <a:pt x="7300" y="487"/>
                </a:lnTo>
                <a:lnTo>
                  <a:pt x="7592" y="511"/>
                </a:lnTo>
                <a:lnTo>
                  <a:pt x="7860" y="560"/>
                </a:lnTo>
                <a:lnTo>
                  <a:pt x="8127" y="633"/>
                </a:lnTo>
                <a:lnTo>
                  <a:pt x="8395" y="706"/>
                </a:lnTo>
                <a:lnTo>
                  <a:pt x="8662" y="803"/>
                </a:lnTo>
                <a:lnTo>
                  <a:pt x="8906" y="925"/>
                </a:lnTo>
                <a:lnTo>
                  <a:pt x="9173" y="1046"/>
                </a:lnTo>
                <a:lnTo>
                  <a:pt x="9417" y="1168"/>
                </a:lnTo>
                <a:lnTo>
                  <a:pt x="9636" y="1338"/>
                </a:lnTo>
                <a:lnTo>
                  <a:pt x="9879" y="1484"/>
                </a:lnTo>
                <a:lnTo>
                  <a:pt x="10074" y="1679"/>
                </a:lnTo>
                <a:lnTo>
                  <a:pt x="10293" y="1849"/>
                </a:lnTo>
                <a:lnTo>
                  <a:pt x="10487" y="2068"/>
                </a:lnTo>
                <a:lnTo>
                  <a:pt x="10731" y="2336"/>
                </a:lnTo>
                <a:lnTo>
                  <a:pt x="10950" y="2652"/>
                </a:lnTo>
                <a:lnTo>
                  <a:pt x="11144" y="2969"/>
                </a:lnTo>
                <a:lnTo>
                  <a:pt x="11290" y="3285"/>
                </a:lnTo>
                <a:lnTo>
                  <a:pt x="11412" y="3626"/>
                </a:lnTo>
                <a:lnTo>
                  <a:pt x="11509" y="3966"/>
                </a:lnTo>
                <a:lnTo>
                  <a:pt x="11582" y="4331"/>
                </a:lnTo>
                <a:lnTo>
                  <a:pt x="11607" y="4721"/>
                </a:lnTo>
                <a:lnTo>
                  <a:pt x="11631" y="5378"/>
                </a:lnTo>
                <a:lnTo>
                  <a:pt x="11655" y="6059"/>
                </a:lnTo>
                <a:lnTo>
                  <a:pt x="11680" y="6716"/>
                </a:lnTo>
                <a:lnTo>
                  <a:pt x="11704" y="7057"/>
                </a:lnTo>
                <a:lnTo>
                  <a:pt x="11753" y="7397"/>
                </a:lnTo>
                <a:lnTo>
                  <a:pt x="10706" y="7397"/>
                </a:lnTo>
                <a:lnTo>
                  <a:pt x="10682" y="6327"/>
                </a:lnTo>
                <a:lnTo>
                  <a:pt x="10682" y="5767"/>
                </a:lnTo>
                <a:lnTo>
                  <a:pt x="10658" y="5232"/>
                </a:lnTo>
                <a:lnTo>
                  <a:pt x="10585" y="4672"/>
                </a:lnTo>
                <a:lnTo>
                  <a:pt x="10512" y="4429"/>
                </a:lnTo>
                <a:lnTo>
                  <a:pt x="10463" y="4161"/>
                </a:lnTo>
                <a:lnTo>
                  <a:pt x="10366" y="3893"/>
                </a:lnTo>
                <a:lnTo>
                  <a:pt x="10268" y="3650"/>
                </a:lnTo>
                <a:lnTo>
                  <a:pt x="10147" y="3407"/>
                </a:lnTo>
                <a:lnTo>
                  <a:pt x="10001" y="3163"/>
                </a:lnTo>
                <a:lnTo>
                  <a:pt x="9879" y="2993"/>
                </a:lnTo>
                <a:lnTo>
                  <a:pt x="9733" y="2823"/>
                </a:lnTo>
                <a:lnTo>
                  <a:pt x="9587" y="2652"/>
                </a:lnTo>
                <a:lnTo>
                  <a:pt x="9417" y="2506"/>
                </a:lnTo>
                <a:lnTo>
                  <a:pt x="9052" y="2263"/>
                </a:lnTo>
                <a:lnTo>
                  <a:pt x="8662" y="2044"/>
                </a:lnTo>
                <a:lnTo>
                  <a:pt x="8273" y="1874"/>
                </a:lnTo>
                <a:lnTo>
                  <a:pt x="7835" y="1728"/>
                </a:lnTo>
                <a:lnTo>
                  <a:pt x="7397" y="1630"/>
                </a:lnTo>
                <a:lnTo>
                  <a:pt x="6959" y="1582"/>
                </a:lnTo>
                <a:lnTo>
                  <a:pt x="6521" y="1582"/>
                </a:lnTo>
                <a:lnTo>
                  <a:pt x="6083" y="1630"/>
                </a:lnTo>
                <a:lnTo>
                  <a:pt x="5670" y="1728"/>
                </a:lnTo>
                <a:lnTo>
                  <a:pt x="5232" y="1898"/>
                </a:lnTo>
                <a:lnTo>
                  <a:pt x="4842" y="2093"/>
                </a:lnTo>
                <a:lnTo>
                  <a:pt x="4477" y="2336"/>
                </a:lnTo>
                <a:lnTo>
                  <a:pt x="4307" y="2482"/>
                </a:lnTo>
                <a:lnTo>
                  <a:pt x="4161" y="2628"/>
                </a:lnTo>
                <a:lnTo>
                  <a:pt x="4015" y="2798"/>
                </a:lnTo>
                <a:lnTo>
                  <a:pt x="3869" y="2969"/>
                </a:lnTo>
                <a:lnTo>
                  <a:pt x="3723" y="3212"/>
                </a:lnTo>
                <a:lnTo>
                  <a:pt x="3577" y="3455"/>
                </a:lnTo>
                <a:lnTo>
                  <a:pt x="3455" y="3699"/>
                </a:lnTo>
                <a:lnTo>
                  <a:pt x="3358" y="3966"/>
                </a:lnTo>
                <a:lnTo>
                  <a:pt x="3261" y="4234"/>
                </a:lnTo>
                <a:lnTo>
                  <a:pt x="3188" y="4502"/>
                </a:lnTo>
                <a:lnTo>
                  <a:pt x="3090" y="5086"/>
                </a:lnTo>
                <a:lnTo>
                  <a:pt x="3017" y="5645"/>
                </a:lnTo>
                <a:lnTo>
                  <a:pt x="2993" y="6229"/>
                </a:lnTo>
                <a:lnTo>
                  <a:pt x="2969" y="6789"/>
                </a:lnTo>
                <a:lnTo>
                  <a:pt x="2993" y="7349"/>
                </a:lnTo>
                <a:lnTo>
                  <a:pt x="2993" y="7397"/>
                </a:lnTo>
                <a:lnTo>
                  <a:pt x="2385" y="7373"/>
                </a:lnTo>
                <a:lnTo>
                  <a:pt x="1776" y="7397"/>
                </a:lnTo>
                <a:lnTo>
                  <a:pt x="1801" y="7324"/>
                </a:lnTo>
                <a:lnTo>
                  <a:pt x="1825" y="7227"/>
                </a:lnTo>
                <a:lnTo>
                  <a:pt x="1752" y="6692"/>
                </a:lnTo>
                <a:lnTo>
                  <a:pt x="1752" y="6132"/>
                </a:lnTo>
                <a:lnTo>
                  <a:pt x="1801" y="5572"/>
                </a:lnTo>
                <a:lnTo>
                  <a:pt x="1874" y="5037"/>
                </a:lnTo>
                <a:lnTo>
                  <a:pt x="1995" y="4477"/>
                </a:lnTo>
                <a:lnTo>
                  <a:pt x="2141" y="3942"/>
                </a:lnTo>
                <a:lnTo>
                  <a:pt x="2336" y="3431"/>
                </a:lnTo>
                <a:lnTo>
                  <a:pt x="2555" y="2944"/>
                </a:lnTo>
                <a:lnTo>
                  <a:pt x="2701" y="2652"/>
                </a:lnTo>
                <a:lnTo>
                  <a:pt x="2871" y="2409"/>
                </a:lnTo>
                <a:lnTo>
                  <a:pt x="3066" y="2166"/>
                </a:lnTo>
                <a:lnTo>
                  <a:pt x="3261" y="1922"/>
                </a:lnTo>
                <a:lnTo>
                  <a:pt x="3455" y="1728"/>
                </a:lnTo>
                <a:lnTo>
                  <a:pt x="3699" y="1533"/>
                </a:lnTo>
                <a:lnTo>
                  <a:pt x="3918" y="1363"/>
                </a:lnTo>
                <a:lnTo>
                  <a:pt x="4185" y="1192"/>
                </a:lnTo>
                <a:lnTo>
                  <a:pt x="4429" y="1046"/>
                </a:lnTo>
                <a:lnTo>
                  <a:pt x="4696" y="925"/>
                </a:lnTo>
                <a:lnTo>
                  <a:pt x="4988" y="803"/>
                </a:lnTo>
                <a:lnTo>
                  <a:pt x="5280" y="706"/>
                </a:lnTo>
                <a:lnTo>
                  <a:pt x="5572" y="633"/>
                </a:lnTo>
                <a:lnTo>
                  <a:pt x="5864" y="560"/>
                </a:lnTo>
                <a:lnTo>
                  <a:pt x="6156" y="511"/>
                </a:lnTo>
                <a:lnTo>
                  <a:pt x="6473" y="487"/>
                </a:lnTo>
                <a:lnTo>
                  <a:pt x="6740" y="462"/>
                </a:lnTo>
                <a:close/>
                <a:moveTo>
                  <a:pt x="6838" y="2020"/>
                </a:moveTo>
                <a:lnTo>
                  <a:pt x="7251" y="2044"/>
                </a:lnTo>
                <a:lnTo>
                  <a:pt x="7665" y="2117"/>
                </a:lnTo>
                <a:lnTo>
                  <a:pt x="8054" y="2239"/>
                </a:lnTo>
                <a:lnTo>
                  <a:pt x="8443" y="2409"/>
                </a:lnTo>
                <a:lnTo>
                  <a:pt x="8808" y="2628"/>
                </a:lnTo>
                <a:lnTo>
                  <a:pt x="9149" y="2871"/>
                </a:lnTo>
                <a:lnTo>
                  <a:pt x="9441" y="3163"/>
                </a:lnTo>
                <a:lnTo>
                  <a:pt x="9587" y="3334"/>
                </a:lnTo>
                <a:lnTo>
                  <a:pt x="9709" y="3504"/>
                </a:lnTo>
                <a:lnTo>
                  <a:pt x="9830" y="3723"/>
                </a:lnTo>
                <a:lnTo>
                  <a:pt x="9928" y="3942"/>
                </a:lnTo>
                <a:lnTo>
                  <a:pt x="10025" y="4161"/>
                </a:lnTo>
                <a:lnTo>
                  <a:pt x="10098" y="4404"/>
                </a:lnTo>
                <a:lnTo>
                  <a:pt x="10195" y="4891"/>
                </a:lnTo>
                <a:lnTo>
                  <a:pt x="10244" y="5402"/>
                </a:lnTo>
                <a:lnTo>
                  <a:pt x="10268" y="5913"/>
                </a:lnTo>
                <a:lnTo>
                  <a:pt x="10268" y="6424"/>
                </a:lnTo>
                <a:lnTo>
                  <a:pt x="10268" y="7422"/>
                </a:lnTo>
                <a:lnTo>
                  <a:pt x="6862" y="7422"/>
                </a:lnTo>
                <a:lnTo>
                  <a:pt x="5402" y="7397"/>
                </a:lnTo>
                <a:lnTo>
                  <a:pt x="3309" y="7397"/>
                </a:lnTo>
                <a:lnTo>
                  <a:pt x="3382" y="6911"/>
                </a:lnTo>
                <a:lnTo>
                  <a:pt x="3455" y="6400"/>
                </a:lnTo>
                <a:lnTo>
                  <a:pt x="3528" y="5426"/>
                </a:lnTo>
                <a:lnTo>
                  <a:pt x="3577" y="4940"/>
                </a:lnTo>
                <a:lnTo>
                  <a:pt x="3674" y="4453"/>
                </a:lnTo>
                <a:lnTo>
                  <a:pt x="3747" y="4234"/>
                </a:lnTo>
                <a:lnTo>
                  <a:pt x="3820" y="3991"/>
                </a:lnTo>
                <a:lnTo>
                  <a:pt x="3918" y="3747"/>
                </a:lnTo>
                <a:lnTo>
                  <a:pt x="4039" y="3528"/>
                </a:lnTo>
                <a:lnTo>
                  <a:pt x="4137" y="3334"/>
                </a:lnTo>
                <a:lnTo>
                  <a:pt x="4258" y="3163"/>
                </a:lnTo>
                <a:lnTo>
                  <a:pt x="4404" y="3017"/>
                </a:lnTo>
                <a:lnTo>
                  <a:pt x="4550" y="2871"/>
                </a:lnTo>
                <a:lnTo>
                  <a:pt x="4696" y="2725"/>
                </a:lnTo>
                <a:lnTo>
                  <a:pt x="4867" y="2604"/>
                </a:lnTo>
                <a:lnTo>
                  <a:pt x="5232" y="2385"/>
                </a:lnTo>
                <a:lnTo>
                  <a:pt x="5597" y="2214"/>
                </a:lnTo>
                <a:lnTo>
                  <a:pt x="6010" y="2093"/>
                </a:lnTo>
                <a:lnTo>
                  <a:pt x="6424" y="2044"/>
                </a:lnTo>
                <a:lnTo>
                  <a:pt x="6838" y="2020"/>
                </a:lnTo>
                <a:close/>
                <a:moveTo>
                  <a:pt x="6984" y="11388"/>
                </a:moveTo>
                <a:lnTo>
                  <a:pt x="6497" y="11631"/>
                </a:lnTo>
                <a:lnTo>
                  <a:pt x="6302" y="11728"/>
                </a:lnTo>
                <a:lnTo>
                  <a:pt x="6083" y="11826"/>
                </a:lnTo>
                <a:lnTo>
                  <a:pt x="6083" y="11826"/>
                </a:lnTo>
                <a:lnTo>
                  <a:pt x="6132" y="11704"/>
                </a:lnTo>
                <a:lnTo>
                  <a:pt x="6205" y="11607"/>
                </a:lnTo>
                <a:lnTo>
                  <a:pt x="6302" y="11534"/>
                </a:lnTo>
                <a:lnTo>
                  <a:pt x="6400" y="11485"/>
                </a:lnTo>
                <a:lnTo>
                  <a:pt x="6497" y="11436"/>
                </a:lnTo>
                <a:lnTo>
                  <a:pt x="6740" y="11388"/>
                </a:lnTo>
                <a:close/>
                <a:moveTo>
                  <a:pt x="7762" y="11899"/>
                </a:moveTo>
                <a:lnTo>
                  <a:pt x="7811" y="12045"/>
                </a:lnTo>
                <a:lnTo>
                  <a:pt x="7835" y="12191"/>
                </a:lnTo>
                <a:lnTo>
                  <a:pt x="7835" y="12191"/>
                </a:lnTo>
                <a:lnTo>
                  <a:pt x="7787" y="12166"/>
                </a:lnTo>
                <a:lnTo>
                  <a:pt x="7738" y="12142"/>
                </a:lnTo>
                <a:lnTo>
                  <a:pt x="7592" y="12166"/>
                </a:lnTo>
                <a:lnTo>
                  <a:pt x="7470" y="12191"/>
                </a:lnTo>
                <a:lnTo>
                  <a:pt x="7470" y="12191"/>
                </a:lnTo>
                <a:lnTo>
                  <a:pt x="7616" y="12093"/>
                </a:lnTo>
                <a:lnTo>
                  <a:pt x="7714" y="11996"/>
                </a:lnTo>
                <a:lnTo>
                  <a:pt x="7762" y="11899"/>
                </a:lnTo>
                <a:close/>
                <a:moveTo>
                  <a:pt x="7422" y="11534"/>
                </a:moveTo>
                <a:lnTo>
                  <a:pt x="7519" y="11582"/>
                </a:lnTo>
                <a:lnTo>
                  <a:pt x="7592" y="11680"/>
                </a:lnTo>
                <a:lnTo>
                  <a:pt x="7543" y="11680"/>
                </a:lnTo>
                <a:lnTo>
                  <a:pt x="7251" y="11826"/>
                </a:lnTo>
                <a:lnTo>
                  <a:pt x="6935" y="11947"/>
                </a:lnTo>
                <a:lnTo>
                  <a:pt x="6351" y="12239"/>
                </a:lnTo>
                <a:lnTo>
                  <a:pt x="6132" y="12337"/>
                </a:lnTo>
                <a:lnTo>
                  <a:pt x="5986" y="12410"/>
                </a:lnTo>
                <a:lnTo>
                  <a:pt x="5864" y="12507"/>
                </a:lnTo>
                <a:lnTo>
                  <a:pt x="5864" y="12507"/>
                </a:lnTo>
                <a:lnTo>
                  <a:pt x="5889" y="12337"/>
                </a:lnTo>
                <a:lnTo>
                  <a:pt x="5913" y="12191"/>
                </a:lnTo>
                <a:lnTo>
                  <a:pt x="6059" y="12191"/>
                </a:lnTo>
                <a:lnTo>
                  <a:pt x="6205" y="12142"/>
                </a:lnTo>
                <a:lnTo>
                  <a:pt x="6473" y="12020"/>
                </a:lnTo>
                <a:lnTo>
                  <a:pt x="6911" y="11801"/>
                </a:lnTo>
                <a:lnTo>
                  <a:pt x="7349" y="11582"/>
                </a:lnTo>
                <a:lnTo>
                  <a:pt x="7422" y="11534"/>
                </a:lnTo>
                <a:close/>
                <a:moveTo>
                  <a:pt x="5864" y="12653"/>
                </a:moveTo>
                <a:lnTo>
                  <a:pt x="5937" y="12702"/>
                </a:lnTo>
                <a:lnTo>
                  <a:pt x="6059" y="12726"/>
                </a:lnTo>
                <a:lnTo>
                  <a:pt x="6205" y="12702"/>
                </a:lnTo>
                <a:lnTo>
                  <a:pt x="6327" y="12653"/>
                </a:lnTo>
                <a:lnTo>
                  <a:pt x="6132" y="12799"/>
                </a:lnTo>
                <a:lnTo>
                  <a:pt x="6059" y="12872"/>
                </a:lnTo>
                <a:lnTo>
                  <a:pt x="5986" y="12969"/>
                </a:lnTo>
                <a:lnTo>
                  <a:pt x="5986" y="12994"/>
                </a:lnTo>
                <a:lnTo>
                  <a:pt x="5937" y="12945"/>
                </a:lnTo>
                <a:lnTo>
                  <a:pt x="5889" y="12872"/>
                </a:lnTo>
                <a:lnTo>
                  <a:pt x="5864" y="12799"/>
                </a:lnTo>
                <a:lnTo>
                  <a:pt x="5864" y="12677"/>
                </a:lnTo>
                <a:lnTo>
                  <a:pt x="5864" y="12653"/>
                </a:lnTo>
                <a:close/>
                <a:moveTo>
                  <a:pt x="7811" y="12458"/>
                </a:moveTo>
                <a:lnTo>
                  <a:pt x="7738" y="12629"/>
                </a:lnTo>
                <a:lnTo>
                  <a:pt x="7641" y="12799"/>
                </a:lnTo>
                <a:lnTo>
                  <a:pt x="7623" y="12828"/>
                </a:lnTo>
                <a:lnTo>
                  <a:pt x="7623" y="12828"/>
                </a:lnTo>
                <a:lnTo>
                  <a:pt x="7641" y="12775"/>
                </a:lnTo>
                <a:lnTo>
                  <a:pt x="7641" y="12726"/>
                </a:lnTo>
                <a:lnTo>
                  <a:pt x="7592" y="12677"/>
                </a:lnTo>
                <a:lnTo>
                  <a:pt x="7519" y="12653"/>
                </a:lnTo>
                <a:lnTo>
                  <a:pt x="7446" y="12653"/>
                </a:lnTo>
                <a:lnTo>
                  <a:pt x="7349" y="12677"/>
                </a:lnTo>
                <a:lnTo>
                  <a:pt x="7178" y="12726"/>
                </a:lnTo>
                <a:lnTo>
                  <a:pt x="6862" y="12921"/>
                </a:lnTo>
                <a:lnTo>
                  <a:pt x="6521" y="13140"/>
                </a:lnTo>
                <a:lnTo>
                  <a:pt x="6351" y="13237"/>
                </a:lnTo>
                <a:lnTo>
                  <a:pt x="6327" y="13213"/>
                </a:lnTo>
                <a:lnTo>
                  <a:pt x="6059" y="13067"/>
                </a:lnTo>
                <a:lnTo>
                  <a:pt x="6229" y="13067"/>
                </a:lnTo>
                <a:lnTo>
                  <a:pt x="6375" y="13018"/>
                </a:lnTo>
                <a:lnTo>
                  <a:pt x="6546" y="12969"/>
                </a:lnTo>
                <a:lnTo>
                  <a:pt x="6692" y="12896"/>
                </a:lnTo>
                <a:lnTo>
                  <a:pt x="6959" y="12775"/>
                </a:lnTo>
                <a:lnTo>
                  <a:pt x="7227" y="12677"/>
                </a:lnTo>
                <a:lnTo>
                  <a:pt x="7762" y="12483"/>
                </a:lnTo>
                <a:lnTo>
                  <a:pt x="7811" y="12458"/>
                </a:lnTo>
                <a:close/>
                <a:moveTo>
                  <a:pt x="7602" y="12862"/>
                </a:moveTo>
                <a:lnTo>
                  <a:pt x="7446" y="13115"/>
                </a:lnTo>
                <a:lnTo>
                  <a:pt x="7397" y="13115"/>
                </a:lnTo>
                <a:lnTo>
                  <a:pt x="7349" y="13140"/>
                </a:lnTo>
                <a:lnTo>
                  <a:pt x="7300" y="13164"/>
                </a:lnTo>
                <a:lnTo>
                  <a:pt x="7276" y="13213"/>
                </a:lnTo>
                <a:lnTo>
                  <a:pt x="7276" y="13261"/>
                </a:lnTo>
                <a:lnTo>
                  <a:pt x="7227" y="13237"/>
                </a:lnTo>
                <a:lnTo>
                  <a:pt x="7057" y="13237"/>
                </a:lnTo>
                <a:lnTo>
                  <a:pt x="6959" y="13286"/>
                </a:lnTo>
                <a:lnTo>
                  <a:pt x="6765" y="13383"/>
                </a:lnTo>
                <a:lnTo>
                  <a:pt x="6546" y="13505"/>
                </a:lnTo>
                <a:lnTo>
                  <a:pt x="6327" y="13602"/>
                </a:lnTo>
                <a:lnTo>
                  <a:pt x="6302" y="13407"/>
                </a:lnTo>
                <a:lnTo>
                  <a:pt x="6448" y="13407"/>
                </a:lnTo>
                <a:lnTo>
                  <a:pt x="6594" y="13383"/>
                </a:lnTo>
                <a:lnTo>
                  <a:pt x="6740" y="13334"/>
                </a:lnTo>
                <a:lnTo>
                  <a:pt x="6862" y="13261"/>
                </a:lnTo>
                <a:lnTo>
                  <a:pt x="7276" y="13091"/>
                </a:lnTo>
                <a:lnTo>
                  <a:pt x="7470" y="12994"/>
                </a:lnTo>
                <a:lnTo>
                  <a:pt x="7543" y="12921"/>
                </a:lnTo>
                <a:lnTo>
                  <a:pt x="7602" y="12862"/>
                </a:lnTo>
                <a:close/>
                <a:moveTo>
                  <a:pt x="7276" y="13529"/>
                </a:moveTo>
                <a:lnTo>
                  <a:pt x="7276" y="13797"/>
                </a:lnTo>
                <a:lnTo>
                  <a:pt x="7203" y="13772"/>
                </a:lnTo>
                <a:lnTo>
                  <a:pt x="7130" y="13797"/>
                </a:lnTo>
                <a:lnTo>
                  <a:pt x="6959" y="13845"/>
                </a:lnTo>
                <a:lnTo>
                  <a:pt x="6667" y="13991"/>
                </a:lnTo>
                <a:lnTo>
                  <a:pt x="6473" y="14113"/>
                </a:lnTo>
                <a:lnTo>
                  <a:pt x="6302" y="14259"/>
                </a:lnTo>
                <a:lnTo>
                  <a:pt x="6327" y="13870"/>
                </a:lnTo>
                <a:lnTo>
                  <a:pt x="6570" y="13870"/>
                </a:lnTo>
                <a:lnTo>
                  <a:pt x="6692" y="13821"/>
                </a:lnTo>
                <a:lnTo>
                  <a:pt x="6789" y="13772"/>
                </a:lnTo>
                <a:lnTo>
                  <a:pt x="7032" y="13675"/>
                </a:lnTo>
                <a:lnTo>
                  <a:pt x="7154" y="13602"/>
                </a:lnTo>
                <a:lnTo>
                  <a:pt x="7276" y="13529"/>
                </a:lnTo>
                <a:close/>
                <a:moveTo>
                  <a:pt x="7276" y="14819"/>
                </a:moveTo>
                <a:lnTo>
                  <a:pt x="7276" y="14989"/>
                </a:lnTo>
                <a:lnTo>
                  <a:pt x="6889" y="15012"/>
                </a:lnTo>
                <a:lnTo>
                  <a:pt x="6889" y="15012"/>
                </a:lnTo>
                <a:lnTo>
                  <a:pt x="7081" y="14916"/>
                </a:lnTo>
                <a:lnTo>
                  <a:pt x="7276" y="14819"/>
                </a:lnTo>
                <a:close/>
                <a:moveTo>
                  <a:pt x="7300" y="14089"/>
                </a:moveTo>
                <a:lnTo>
                  <a:pt x="7300" y="14162"/>
                </a:lnTo>
                <a:lnTo>
                  <a:pt x="7300" y="14210"/>
                </a:lnTo>
                <a:lnTo>
                  <a:pt x="7227" y="14186"/>
                </a:lnTo>
                <a:lnTo>
                  <a:pt x="7154" y="14210"/>
                </a:lnTo>
                <a:lnTo>
                  <a:pt x="6911" y="14332"/>
                </a:lnTo>
                <a:lnTo>
                  <a:pt x="6692" y="14502"/>
                </a:lnTo>
                <a:lnTo>
                  <a:pt x="6594" y="14575"/>
                </a:lnTo>
                <a:lnTo>
                  <a:pt x="6497" y="14673"/>
                </a:lnTo>
                <a:lnTo>
                  <a:pt x="6400" y="14770"/>
                </a:lnTo>
                <a:lnTo>
                  <a:pt x="6278" y="14843"/>
                </a:lnTo>
                <a:lnTo>
                  <a:pt x="6278" y="14867"/>
                </a:lnTo>
                <a:lnTo>
                  <a:pt x="6278" y="14892"/>
                </a:lnTo>
                <a:lnTo>
                  <a:pt x="6302" y="14892"/>
                </a:lnTo>
                <a:lnTo>
                  <a:pt x="6546" y="14867"/>
                </a:lnTo>
                <a:lnTo>
                  <a:pt x="6667" y="14843"/>
                </a:lnTo>
                <a:lnTo>
                  <a:pt x="6789" y="14794"/>
                </a:lnTo>
                <a:lnTo>
                  <a:pt x="7300" y="14527"/>
                </a:lnTo>
                <a:lnTo>
                  <a:pt x="7300" y="14551"/>
                </a:lnTo>
                <a:lnTo>
                  <a:pt x="7276" y="14551"/>
                </a:lnTo>
                <a:lnTo>
                  <a:pt x="7130" y="14624"/>
                </a:lnTo>
                <a:lnTo>
                  <a:pt x="7032" y="14697"/>
                </a:lnTo>
                <a:lnTo>
                  <a:pt x="6813" y="14867"/>
                </a:lnTo>
                <a:lnTo>
                  <a:pt x="6789" y="14916"/>
                </a:lnTo>
                <a:lnTo>
                  <a:pt x="6789" y="14965"/>
                </a:lnTo>
                <a:lnTo>
                  <a:pt x="6813" y="14989"/>
                </a:lnTo>
                <a:lnTo>
                  <a:pt x="6838" y="15013"/>
                </a:lnTo>
                <a:lnTo>
                  <a:pt x="6229" y="15013"/>
                </a:lnTo>
                <a:lnTo>
                  <a:pt x="6254" y="14746"/>
                </a:lnTo>
                <a:lnTo>
                  <a:pt x="6278" y="14502"/>
                </a:lnTo>
                <a:lnTo>
                  <a:pt x="6400" y="14478"/>
                </a:lnTo>
                <a:lnTo>
                  <a:pt x="6521" y="14454"/>
                </a:lnTo>
                <a:lnTo>
                  <a:pt x="6765" y="14332"/>
                </a:lnTo>
                <a:lnTo>
                  <a:pt x="7130" y="14186"/>
                </a:lnTo>
                <a:lnTo>
                  <a:pt x="7300" y="14089"/>
                </a:lnTo>
                <a:close/>
                <a:moveTo>
                  <a:pt x="6838" y="10925"/>
                </a:moveTo>
                <a:lnTo>
                  <a:pt x="6594" y="10950"/>
                </a:lnTo>
                <a:lnTo>
                  <a:pt x="6351" y="11023"/>
                </a:lnTo>
                <a:lnTo>
                  <a:pt x="6132" y="11144"/>
                </a:lnTo>
                <a:lnTo>
                  <a:pt x="5913" y="11290"/>
                </a:lnTo>
                <a:lnTo>
                  <a:pt x="5791" y="11436"/>
                </a:lnTo>
                <a:lnTo>
                  <a:pt x="5670" y="11607"/>
                </a:lnTo>
                <a:lnTo>
                  <a:pt x="5597" y="11801"/>
                </a:lnTo>
                <a:lnTo>
                  <a:pt x="5524" y="11996"/>
                </a:lnTo>
                <a:lnTo>
                  <a:pt x="5475" y="12191"/>
                </a:lnTo>
                <a:lnTo>
                  <a:pt x="5426" y="12410"/>
                </a:lnTo>
                <a:lnTo>
                  <a:pt x="5426" y="12604"/>
                </a:lnTo>
                <a:lnTo>
                  <a:pt x="5451" y="12799"/>
                </a:lnTo>
                <a:lnTo>
                  <a:pt x="5475" y="12921"/>
                </a:lnTo>
                <a:lnTo>
                  <a:pt x="5499" y="13042"/>
                </a:lnTo>
                <a:lnTo>
                  <a:pt x="5572" y="13140"/>
                </a:lnTo>
                <a:lnTo>
                  <a:pt x="5645" y="13237"/>
                </a:lnTo>
                <a:lnTo>
                  <a:pt x="5718" y="13334"/>
                </a:lnTo>
                <a:lnTo>
                  <a:pt x="5816" y="13383"/>
                </a:lnTo>
                <a:lnTo>
                  <a:pt x="5889" y="13456"/>
                </a:lnTo>
                <a:lnTo>
                  <a:pt x="6010" y="13480"/>
                </a:lnTo>
                <a:lnTo>
                  <a:pt x="5962" y="13675"/>
                </a:lnTo>
                <a:lnTo>
                  <a:pt x="5937" y="13894"/>
                </a:lnTo>
                <a:lnTo>
                  <a:pt x="5913" y="14332"/>
                </a:lnTo>
                <a:lnTo>
                  <a:pt x="5816" y="14794"/>
                </a:lnTo>
                <a:lnTo>
                  <a:pt x="5816" y="15038"/>
                </a:lnTo>
                <a:lnTo>
                  <a:pt x="5816" y="15159"/>
                </a:lnTo>
                <a:lnTo>
                  <a:pt x="5840" y="15281"/>
                </a:lnTo>
                <a:lnTo>
                  <a:pt x="5889" y="15330"/>
                </a:lnTo>
                <a:lnTo>
                  <a:pt x="5962" y="15378"/>
                </a:lnTo>
                <a:lnTo>
                  <a:pt x="6035" y="15403"/>
                </a:lnTo>
                <a:lnTo>
                  <a:pt x="6108" y="15378"/>
                </a:lnTo>
                <a:lnTo>
                  <a:pt x="6254" y="15403"/>
                </a:lnTo>
                <a:lnTo>
                  <a:pt x="6424" y="15427"/>
                </a:lnTo>
                <a:lnTo>
                  <a:pt x="6789" y="15427"/>
                </a:lnTo>
                <a:lnTo>
                  <a:pt x="7130" y="15403"/>
                </a:lnTo>
                <a:lnTo>
                  <a:pt x="7470" y="15378"/>
                </a:lnTo>
                <a:lnTo>
                  <a:pt x="7543" y="15354"/>
                </a:lnTo>
                <a:lnTo>
                  <a:pt x="7592" y="15330"/>
                </a:lnTo>
                <a:lnTo>
                  <a:pt x="7616" y="15281"/>
                </a:lnTo>
                <a:lnTo>
                  <a:pt x="7665" y="15232"/>
                </a:lnTo>
                <a:lnTo>
                  <a:pt x="7665" y="15159"/>
                </a:lnTo>
                <a:lnTo>
                  <a:pt x="7665" y="15111"/>
                </a:lnTo>
                <a:lnTo>
                  <a:pt x="7689" y="14308"/>
                </a:lnTo>
                <a:lnTo>
                  <a:pt x="7689" y="13894"/>
                </a:lnTo>
                <a:lnTo>
                  <a:pt x="7665" y="13699"/>
                </a:lnTo>
                <a:lnTo>
                  <a:pt x="7616" y="13505"/>
                </a:lnTo>
                <a:lnTo>
                  <a:pt x="7714" y="13456"/>
                </a:lnTo>
                <a:lnTo>
                  <a:pt x="7787" y="13407"/>
                </a:lnTo>
                <a:lnTo>
                  <a:pt x="7932" y="13164"/>
                </a:lnTo>
                <a:lnTo>
                  <a:pt x="8103" y="12896"/>
                </a:lnTo>
                <a:lnTo>
                  <a:pt x="8224" y="12629"/>
                </a:lnTo>
                <a:lnTo>
                  <a:pt x="8249" y="12483"/>
                </a:lnTo>
                <a:lnTo>
                  <a:pt x="8273" y="12337"/>
                </a:lnTo>
                <a:lnTo>
                  <a:pt x="8273" y="12191"/>
                </a:lnTo>
                <a:lnTo>
                  <a:pt x="8249" y="12020"/>
                </a:lnTo>
                <a:lnTo>
                  <a:pt x="8224" y="11874"/>
                </a:lnTo>
                <a:lnTo>
                  <a:pt x="8151" y="11728"/>
                </a:lnTo>
                <a:lnTo>
                  <a:pt x="8103" y="11607"/>
                </a:lnTo>
                <a:lnTo>
                  <a:pt x="8005" y="11485"/>
                </a:lnTo>
                <a:lnTo>
                  <a:pt x="7908" y="11363"/>
                </a:lnTo>
                <a:lnTo>
                  <a:pt x="7787" y="11242"/>
                </a:lnTo>
                <a:lnTo>
                  <a:pt x="7592" y="11120"/>
                </a:lnTo>
                <a:lnTo>
                  <a:pt x="7349" y="10998"/>
                </a:lnTo>
                <a:lnTo>
                  <a:pt x="7105" y="10950"/>
                </a:lnTo>
                <a:lnTo>
                  <a:pt x="6838" y="10925"/>
                </a:lnTo>
                <a:close/>
                <a:moveTo>
                  <a:pt x="12726" y="7811"/>
                </a:moveTo>
                <a:lnTo>
                  <a:pt x="12872" y="7860"/>
                </a:lnTo>
                <a:lnTo>
                  <a:pt x="12921" y="7884"/>
                </a:lnTo>
                <a:lnTo>
                  <a:pt x="12969" y="7933"/>
                </a:lnTo>
                <a:lnTo>
                  <a:pt x="12994" y="7981"/>
                </a:lnTo>
                <a:lnTo>
                  <a:pt x="13018" y="8078"/>
                </a:lnTo>
                <a:lnTo>
                  <a:pt x="13018" y="8103"/>
                </a:lnTo>
                <a:lnTo>
                  <a:pt x="12069" y="8103"/>
                </a:lnTo>
                <a:lnTo>
                  <a:pt x="11607" y="8151"/>
                </a:lnTo>
                <a:lnTo>
                  <a:pt x="11144" y="8200"/>
                </a:lnTo>
                <a:lnTo>
                  <a:pt x="10390" y="8200"/>
                </a:lnTo>
                <a:lnTo>
                  <a:pt x="10195" y="8224"/>
                </a:lnTo>
                <a:lnTo>
                  <a:pt x="10025" y="8273"/>
                </a:lnTo>
                <a:lnTo>
                  <a:pt x="9879" y="8346"/>
                </a:lnTo>
                <a:lnTo>
                  <a:pt x="9806" y="8395"/>
                </a:lnTo>
                <a:lnTo>
                  <a:pt x="9782" y="8443"/>
                </a:lnTo>
                <a:lnTo>
                  <a:pt x="9782" y="8492"/>
                </a:lnTo>
                <a:lnTo>
                  <a:pt x="9806" y="8541"/>
                </a:lnTo>
                <a:lnTo>
                  <a:pt x="9903" y="8589"/>
                </a:lnTo>
                <a:lnTo>
                  <a:pt x="11193" y="8589"/>
                </a:lnTo>
                <a:lnTo>
                  <a:pt x="11655" y="8565"/>
                </a:lnTo>
                <a:lnTo>
                  <a:pt x="12118" y="8589"/>
                </a:lnTo>
                <a:lnTo>
                  <a:pt x="12580" y="8589"/>
                </a:lnTo>
                <a:lnTo>
                  <a:pt x="12799" y="8565"/>
                </a:lnTo>
                <a:lnTo>
                  <a:pt x="13042" y="8541"/>
                </a:lnTo>
                <a:lnTo>
                  <a:pt x="13042" y="8735"/>
                </a:lnTo>
                <a:lnTo>
                  <a:pt x="13042" y="8979"/>
                </a:lnTo>
                <a:lnTo>
                  <a:pt x="12264" y="8979"/>
                </a:lnTo>
                <a:lnTo>
                  <a:pt x="11485" y="9003"/>
                </a:lnTo>
                <a:lnTo>
                  <a:pt x="11096" y="9027"/>
                </a:lnTo>
                <a:lnTo>
                  <a:pt x="10706" y="9052"/>
                </a:lnTo>
                <a:lnTo>
                  <a:pt x="10341" y="9125"/>
                </a:lnTo>
                <a:lnTo>
                  <a:pt x="10147" y="9173"/>
                </a:lnTo>
                <a:lnTo>
                  <a:pt x="9976" y="9246"/>
                </a:lnTo>
                <a:lnTo>
                  <a:pt x="9952" y="9295"/>
                </a:lnTo>
                <a:lnTo>
                  <a:pt x="9928" y="9344"/>
                </a:lnTo>
                <a:lnTo>
                  <a:pt x="9952" y="9392"/>
                </a:lnTo>
                <a:lnTo>
                  <a:pt x="10001" y="9417"/>
                </a:lnTo>
                <a:lnTo>
                  <a:pt x="10171" y="9441"/>
                </a:lnTo>
                <a:lnTo>
                  <a:pt x="10731" y="9441"/>
                </a:lnTo>
                <a:lnTo>
                  <a:pt x="11485" y="9368"/>
                </a:lnTo>
                <a:lnTo>
                  <a:pt x="12264" y="9368"/>
                </a:lnTo>
                <a:lnTo>
                  <a:pt x="13042" y="9344"/>
                </a:lnTo>
                <a:lnTo>
                  <a:pt x="13067" y="9733"/>
                </a:lnTo>
                <a:lnTo>
                  <a:pt x="12994" y="9684"/>
                </a:lnTo>
                <a:lnTo>
                  <a:pt x="12921" y="9660"/>
                </a:lnTo>
                <a:lnTo>
                  <a:pt x="12118" y="9709"/>
                </a:lnTo>
                <a:lnTo>
                  <a:pt x="11290" y="9757"/>
                </a:lnTo>
                <a:lnTo>
                  <a:pt x="10950" y="9782"/>
                </a:lnTo>
                <a:lnTo>
                  <a:pt x="10366" y="9782"/>
                </a:lnTo>
                <a:lnTo>
                  <a:pt x="10195" y="9830"/>
                </a:lnTo>
                <a:lnTo>
                  <a:pt x="10001" y="9879"/>
                </a:lnTo>
                <a:lnTo>
                  <a:pt x="9855" y="9952"/>
                </a:lnTo>
                <a:lnTo>
                  <a:pt x="9830" y="9976"/>
                </a:lnTo>
                <a:lnTo>
                  <a:pt x="9830" y="10001"/>
                </a:lnTo>
                <a:lnTo>
                  <a:pt x="9830" y="10049"/>
                </a:lnTo>
                <a:lnTo>
                  <a:pt x="9855" y="10074"/>
                </a:lnTo>
                <a:lnTo>
                  <a:pt x="10001" y="10147"/>
                </a:lnTo>
                <a:lnTo>
                  <a:pt x="10171" y="10195"/>
                </a:lnTo>
                <a:lnTo>
                  <a:pt x="10366" y="10220"/>
                </a:lnTo>
                <a:lnTo>
                  <a:pt x="10560" y="10220"/>
                </a:lnTo>
                <a:lnTo>
                  <a:pt x="10950" y="10195"/>
                </a:lnTo>
                <a:lnTo>
                  <a:pt x="11290" y="10171"/>
                </a:lnTo>
                <a:lnTo>
                  <a:pt x="12118" y="10122"/>
                </a:lnTo>
                <a:lnTo>
                  <a:pt x="12921" y="10098"/>
                </a:lnTo>
                <a:lnTo>
                  <a:pt x="13018" y="10074"/>
                </a:lnTo>
                <a:lnTo>
                  <a:pt x="13091" y="10001"/>
                </a:lnTo>
                <a:lnTo>
                  <a:pt x="13091" y="10390"/>
                </a:lnTo>
                <a:lnTo>
                  <a:pt x="13091" y="10633"/>
                </a:lnTo>
                <a:lnTo>
                  <a:pt x="12921" y="10609"/>
                </a:lnTo>
                <a:lnTo>
                  <a:pt x="12775" y="10585"/>
                </a:lnTo>
                <a:lnTo>
                  <a:pt x="12410" y="10585"/>
                </a:lnTo>
                <a:lnTo>
                  <a:pt x="12069" y="10609"/>
                </a:lnTo>
                <a:lnTo>
                  <a:pt x="11728" y="10609"/>
                </a:lnTo>
                <a:lnTo>
                  <a:pt x="11266" y="10585"/>
                </a:lnTo>
                <a:lnTo>
                  <a:pt x="10779" y="10560"/>
                </a:lnTo>
                <a:lnTo>
                  <a:pt x="10536" y="10585"/>
                </a:lnTo>
                <a:lnTo>
                  <a:pt x="10317" y="10633"/>
                </a:lnTo>
                <a:lnTo>
                  <a:pt x="10098" y="10706"/>
                </a:lnTo>
                <a:lnTo>
                  <a:pt x="9903" y="10828"/>
                </a:lnTo>
                <a:lnTo>
                  <a:pt x="9903" y="10852"/>
                </a:lnTo>
                <a:lnTo>
                  <a:pt x="9928" y="10877"/>
                </a:lnTo>
                <a:lnTo>
                  <a:pt x="10147" y="10950"/>
                </a:lnTo>
                <a:lnTo>
                  <a:pt x="10390" y="10974"/>
                </a:lnTo>
                <a:lnTo>
                  <a:pt x="10901" y="10998"/>
                </a:lnTo>
                <a:lnTo>
                  <a:pt x="11899" y="10998"/>
                </a:lnTo>
                <a:lnTo>
                  <a:pt x="12483" y="11047"/>
                </a:lnTo>
                <a:lnTo>
                  <a:pt x="12799" y="11047"/>
                </a:lnTo>
                <a:lnTo>
                  <a:pt x="13091" y="10998"/>
                </a:lnTo>
                <a:lnTo>
                  <a:pt x="13067" y="11363"/>
                </a:lnTo>
                <a:lnTo>
                  <a:pt x="12239" y="11388"/>
                </a:lnTo>
                <a:lnTo>
                  <a:pt x="11412" y="11461"/>
                </a:lnTo>
                <a:lnTo>
                  <a:pt x="11071" y="11485"/>
                </a:lnTo>
                <a:lnTo>
                  <a:pt x="10682" y="11509"/>
                </a:lnTo>
                <a:lnTo>
                  <a:pt x="10487" y="11534"/>
                </a:lnTo>
                <a:lnTo>
                  <a:pt x="10293" y="11558"/>
                </a:lnTo>
                <a:lnTo>
                  <a:pt x="10122" y="11607"/>
                </a:lnTo>
                <a:lnTo>
                  <a:pt x="9976" y="11680"/>
                </a:lnTo>
                <a:lnTo>
                  <a:pt x="9952" y="11704"/>
                </a:lnTo>
                <a:lnTo>
                  <a:pt x="9952" y="11728"/>
                </a:lnTo>
                <a:lnTo>
                  <a:pt x="9952" y="11753"/>
                </a:lnTo>
                <a:lnTo>
                  <a:pt x="9976" y="11777"/>
                </a:lnTo>
                <a:lnTo>
                  <a:pt x="10122" y="11850"/>
                </a:lnTo>
                <a:lnTo>
                  <a:pt x="10317" y="11874"/>
                </a:lnTo>
                <a:lnTo>
                  <a:pt x="10487" y="11899"/>
                </a:lnTo>
                <a:lnTo>
                  <a:pt x="10682" y="11899"/>
                </a:lnTo>
                <a:lnTo>
                  <a:pt x="11071" y="11874"/>
                </a:lnTo>
                <a:lnTo>
                  <a:pt x="11412" y="11826"/>
                </a:lnTo>
                <a:lnTo>
                  <a:pt x="12239" y="11777"/>
                </a:lnTo>
                <a:lnTo>
                  <a:pt x="13067" y="11728"/>
                </a:lnTo>
                <a:lnTo>
                  <a:pt x="13042" y="12312"/>
                </a:lnTo>
                <a:lnTo>
                  <a:pt x="12848" y="12264"/>
                </a:lnTo>
                <a:lnTo>
                  <a:pt x="12264" y="12264"/>
                </a:lnTo>
                <a:lnTo>
                  <a:pt x="11874" y="12288"/>
                </a:lnTo>
                <a:lnTo>
                  <a:pt x="11509" y="12312"/>
                </a:lnTo>
                <a:lnTo>
                  <a:pt x="11120" y="12312"/>
                </a:lnTo>
                <a:lnTo>
                  <a:pt x="10706" y="12288"/>
                </a:lnTo>
                <a:lnTo>
                  <a:pt x="10512" y="12312"/>
                </a:lnTo>
                <a:lnTo>
                  <a:pt x="10317" y="12337"/>
                </a:lnTo>
                <a:lnTo>
                  <a:pt x="10147" y="12385"/>
                </a:lnTo>
                <a:lnTo>
                  <a:pt x="9976" y="12483"/>
                </a:lnTo>
                <a:lnTo>
                  <a:pt x="9952" y="12507"/>
                </a:lnTo>
                <a:lnTo>
                  <a:pt x="9976" y="12531"/>
                </a:lnTo>
                <a:lnTo>
                  <a:pt x="10122" y="12629"/>
                </a:lnTo>
                <a:lnTo>
                  <a:pt x="10317" y="12677"/>
                </a:lnTo>
                <a:lnTo>
                  <a:pt x="10512" y="12726"/>
                </a:lnTo>
                <a:lnTo>
                  <a:pt x="11120" y="12726"/>
                </a:lnTo>
                <a:lnTo>
                  <a:pt x="11509" y="12702"/>
                </a:lnTo>
                <a:lnTo>
                  <a:pt x="12264" y="12726"/>
                </a:lnTo>
                <a:lnTo>
                  <a:pt x="12653" y="12702"/>
                </a:lnTo>
                <a:lnTo>
                  <a:pt x="12823" y="12677"/>
                </a:lnTo>
                <a:lnTo>
                  <a:pt x="13018" y="12653"/>
                </a:lnTo>
                <a:lnTo>
                  <a:pt x="12994" y="12848"/>
                </a:lnTo>
                <a:lnTo>
                  <a:pt x="12994" y="13164"/>
                </a:lnTo>
                <a:lnTo>
                  <a:pt x="12629" y="13115"/>
                </a:lnTo>
                <a:lnTo>
                  <a:pt x="12264" y="13115"/>
                </a:lnTo>
                <a:lnTo>
                  <a:pt x="11534" y="13164"/>
                </a:lnTo>
                <a:lnTo>
                  <a:pt x="11144" y="13164"/>
                </a:lnTo>
                <a:lnTo>
                  <a:pt x="10755" y="13188"/>
                </a:lnTo>
                <a:lnTo>
                  <a:pt x="10341" y="13213"/>
                </a:lnTo>
                <a:lnTo>
                  <a:pt x="10171" y="13261"/>
                </a:lnTo>
                <a:lnTo>
                  <a:pt x="9976" y="13310"/>
                </a:lnTo>
                <a:lnTo>
                  <a:pt x="9952" y="13334"/>
                </a:lnTo>
                <a:lnTo>
                  <a:pt x="9976" y="13383"/>
                </a:lnTo>
                <a:lnTo>
                  <a:pt x="10122" y="13480"/>
                </a:lnTo>
                <a:lnTo>
                  <a:pt x="10293" y="13529"/>
                </a:lnTo>
                <a:lnTo>
                  <a:pt x="10463" y="13578"/>
                </a:lnTo>
                <a:lnTo>
                  <a:pt x="11023" y="13578"/>
                </a:lnTo>
                <a:lnTo>
                  <a:pt x="11363" y="13553"/>
                </a:lnTo>
                <a:lnTo>
                  <a:pt x="12166" y="13505"/>
                </a:lnTo>
                <a:lnTo>
                  <a:pt x="12580" y="13505"/>
                </a:lnTo>
                <a:lnTo>
                  <a:pt x="12969" y="13529"/>
                </a:lnTo>
                <a:lnTo>
                  <a:pt x="12945" y="14210"/>
                </a:lnTo>
                <a:lnTo>
                  <a:pt x="12775" y="14137"/>
                </a:lnTo>
                <a:lnTo>
                  <a:pt x="12580" y="14089"/>
                </a:lnTo>
                <a:lnTo>
                  <a:pt x="12385" y="14064"/>
                </a:lnTo>
                <a:lnTo>
                  <a:pt x="11753" y="14064"/>
                </a:lnTo>
                <a:lnTo>
                  <a:pt x="11388" y="14089"/>
                </a:lnTo>
                <a:lnTo>
                  <a:pt x="10852" y="14137"/>
                </a:lnTo>
                <a:lnTo>
                  <a:pt x="10317" y="14162"/>
                </a:lnTo>
                <a:lnTo>
                  <a:pt x="10001" y="14186"/>
                </a:lnTo>
                <a:lnTo>
                  <a:pt x="9830" y="14235"/>
                </a:lnTo>
                <a:lnTo>
                  <a:pt x="9782" y="14259"/>
                </a:lnTo>
                <a:lnTo>
                  <a:pt x="9709" y="14308"/>
                </a:lnTo>
                <a:lnTo>
                  <a:pt x="9684" y="14332"/>
                </a:lnTo>
                <a:lnTo>
                  <a:pt x="9684" y="14381"/>
                </a:lnTo>
                <a:lnTo>
                  <a:pt x="9684" y="14429"/>
                </a:lnTo>
                <a:lnTo>
                  <a:pt x="9709" y="14478"/>
                </a:lnTo>
                <a:lnTo>
                  <a:pt x="9782" y="14527"/>
                </a:lnTo>
                <a:lnTo>
                  <a:pt x="9830" y="14551"/>
                </a:lnTo>
                <a:lnTo>
                  <a:pt x="10001" y="14600"/>
                </a:lnTo>
                <a:lnTo>
                  <a:pt x="10414" y="14600"/>
                </a:lnTo>
                <a:lnTo>
                  <a:pt x="10828" y="14551"/>
                </a:lnTo>
                <a:lnTo>
                  <a:pt x="11144" y="14527"/>
                </a:lnTo>
                <a:lnTo>
                  <a:pt x="11558" y="14502"/>
                </a:lnTo>
                <a:lnTo>
                  <a:pt x="11996" y="14454"/>
                </a:lnTo>
                <a:lnTo>
                  <a:pt x="12215" y="14478"/>
                </a:lnTo>
                <a:lnTo>
                  <a:pt x="12434" y="14478"/>
                </a:lnTo>
                <a:lnTo>
                  <a:pt x="12629" y="14527"/>
                </a:lnTo>
                <a:lnTo>
                  <a:pt x="12823" y="14600"/>
                </a:lnTo>
                <a:lnTo>
                  <a:pt x="12872" y="14624"/>
                </a:lnTo>
                <a:lnTo>
                  <a:pt x="12945" y="14624"/>
                </a:lnTo>
                <a:lnTo>
                  <a:pt x="12945" y="15062"/>
                </a:lnTo>
                <a:lnTo>
                  <a:pt x="12872" y="14989"/>
                </a:lnTo>
                <a:lnTo>
                  <a:pt x="12848" y="14965"/>
                </a:lnTo>
                <a:lnTo>
                  <a:pt x="12799" y="14940"/>
                </a:lnTo>
                <a:lnTo>
                  <a:pt x="12483" y="14916"/>
                </a:lnTo>
                <a:lnTo>
                  <a:pt x="12142" y="14892"/>
                </a:lnTo>
                <a:lnTo>
                  <a:pt x="11461" y="14916"/>
                </a:lnTo>
                <a:lnTo>
                  <a:pt x="10706" y="14940"/>
                </a:lnTo>
                <a:lnTo>
                  <a:pt x="10317" y="14965"/>
                </a:lnTo>
                <a:lnTo>
                  <a:pt x="9952" y="15013"/>
                </a:lnTo>
                <a:lnTo>
                  <a:pt x="9903" y="15038"/>
                </a:lnTo>
                <a:lnTo>
                  <a:pt x="9855" y="15086"/>
                </a:lnTo>
                <a:lnTo>
                  <a:pt x="9830" y="15135"/>
                </a:lnTo>
                <a:lnTo>
                  <a:pt x="9830" y="15208"/>
                </a:lnTo>
                <a:lnTo>
                  <a:pt x="9830" y="15257"/>
                </a:lnTo>
                <a:lnTo>
                  <a:pt x="9855" y="15305"/>
                </a:lnTo>
                <a:lnTo>
                  <a:pt x="9903" y="15354"/>
                </a:lnTo>
                <a:lnTo>
                  <a:pt x="9952" y="15378"/>
                </a:lnTo>
                <a:lnTo>
                  <a:pt x="10293" y="15403"/>
                </a:lnTo>
                <a:lnTo>
                  <a:pt x="10633" y="15403"/>
                </a:lnTo>
                <a:lnTo>
                  <a:pt x="11315" y="15378"/>
                </a:lnTo>
                <a:lnTo>
                  <a:pt x="12045" y="15354"/>
                </a:lnTo>
                <a:lnTo>
                  <a:pt x="12750" y="15330"/>
                </a:lnTo>
                <a:lnTo>
                  <a:pt x="12848" y="15305"/>
                </a:lnTo>
                <a:lnTo>
                  <a:pt x="12896" y="15257"/>
                </a:lnTo>
                <a:lnTo>
                  <a:pt x="12921" y="15232"/>
                </a:lnTo>
                <a:lnTo>
                  <a:pt x="12921" y="15695"/>
                </a:lnTo>
                <a:lnTo>
                  <a:pt x="12629" y="15646"/>
                </a:lnTo>
                <a:lnTo>
                  <a:pt x="12312" y="15646"/>
                </a:lnTo>
                <a:lnTo>
                  <a:pt x="11728" y="15670"/>
                </a:lnTo>
                <a:lnTo>
                  <a:pt x="11290" y="15695"/>
                </a:lnTo>
                <a:lnTo>
                  <a:pt x="10828" y="15743"/>
                </a:lnTo>
                <a:lnTo>
                  <a:pt x="10609" y="15792"/>
                </a:lnTo>
                <a:lnTo>
                  <a:pt x="10390" y="15865"/>
                </a:lnTo>
                <a:lnTo>
                  <a:pt x="10195" y="15938"/>
                </a:lnTo>
                <a:lnTo>
                  <a:pt x="10001" y="16060"/>
                </a:lnTo>
                <a:lnTo>
                  <a:pt x="9976" y="16084"/>
                </a:lnTo>
                <a:lnTo>
                  <a:pt x="9976" y="16133"/>
                </a:lnTo>
                <a:lnTo>
                  <a:pt x="9976" y="16157"/>
                </a:lnTo>
                <a:lnTo>
                  <a:pt x="10025" y="16181"/>
                </a:lnTo>
                <a:lnTo>
                  <a:pt x="10414" y="16181"/>
                </a:lnTo>
                <a:lnTo>
                  <a:pt x="10804" y="16157"/>
                </a:lnTo>
                <a:lnTo>
                  <a:pt x="11193" y="16108"/>
                </a:lnTo>
                <a:lnTo>
                  <a:pt x="11582" y="16084"/>
                </a:lnTo>
                <a:lnTo>
                  <a:pt x="12020" y="16060"/>
                </a:lnTo>
                <a:lnTo>
                  <a:pt x="12458" y="16060"/>
                </a:lnTo>
                <a:lnTo>
                  <a:pt x="12702" y="16084"/>
                </a:lnTo>
                <a:lnTo>
                  <a:pt x="12945" y="16133"/>
                </a:lnTo>
                <a:lnTo>
                  <a:pt x="12945" y="16424"/>
                </a:lnTo>
                <a:lnTo>
                  <a:pt x="12629" y="16400"/>
                </a:lnTo>
                <a:lnTo>
                  <a:pt x="12312" y="16400"/>
                </a:lnTo>
                <a:lnTo>
                  <a:pt x="11680" y="16424"/>
                </a:lnTo>
                <a:lnTo>
                  <a:pt x="11363" y="16424"/>
                </a:lnTo>
                <a:lnTo>
                  <a:pt x="10925" y="16449"/>
                </a:lnTo>
                <a:lnTo>
                  <a:pt x="10706" y="16473"/>
                </a:lnTo>
                <a:lnTo>
                  <a:pt x="10512" y="16522"/>
                </a:lnTo>
                <a:lnTo>
                  <a:pt x="10341" y="16619"/>
                </a:lnTo>
                <a:lnTo>
                  <a:pt x="10293" y="16668"/>
                </a:lnTo>
                <a:lnTo>
                  <a:pt x="10244" y="16716"/>
                </a:lnTo>
                <a:lnTo>
                  <a:pt x="10244" y="16814"/>
                </a:lnTo>
                <a:lnTo>
                  <a:pt x="10268" y="16838"/>
                </a:lnTo>
                <a:lnTo>
                  <a:pt x="10293" y="16862"/>
                </a:lnTo>
                <a:lnTo>
                  <a:pt x="10414" y="16935"/>
                </a:lnTo>
                <a:lnTo>
                  <a:pt x="10560" y="16960"/>
                </a:lnTo>
                <a:lnTo>
                  <a:pt x="10925" y="16960"/>
                </a:lnTo>
                <a:lnTo>
                  <a:pt x="11290" y="16935"/>
                </a:lnTo>
                <a:lnTo>
                  <a:pt x="11582" y="16887"/>
                </a:lnTo>
                <a:lnTo>
                  <a:pt x="12629" y="16887"/>
                </a:lnTo>
                <a:lnTo>
                  <a:pt x="12969" y="16935"/>
                </a:lnTo>
                <a:lnTo>
                  <a:pt x="12969" y="17179"/>
                </a:lnTo>
                <a:lnTo>
                  <a:pt x="12945" y="17227"/>
                </a:lnTo>
                <a:lnTo>
                  <a:pt x="12921" y="17276"/>
                </a:lnTo>
                <a:lnTo>
                  <a:pt x="12921" y="17373"/>
                </a:lnTo>
                <a:lnTo>
                  <a:pt x="12653" y="17349"/>
                </a:lnTo>
                <a:lnTo>
                  <a:pt x="12385" y="17349"/>
                </a:lnTo>
                <a:lnTo>
                  <a:pt x="11850" y="17398"/>
                </a:lnTo>
                <a:lnTo>
                  <a:pt x="11120" y="17422"/>
                </a:lnTo>
                <a:lnTo>
                  <a:pt x="10755" y="17471"/>
                </a:lnTo>
                <a:lnTo>
                  <a:pt x="10585" y="17519"/>
                </a:lnTo>
                <a:lnTo>
                  <a:pt x="10414" y="17592"/>
                </a:lnTo>
                <a:lnTo>
                  <a:pt x="10390" y="17592"/>
                </a:lnTo>
                <a:lnTo>
                  <a:pt x="10414" y="17617"/>
                </a:lnTo>
                <a:lnTo>
                  <a:pt x="10560" y="17665"/>
                </a:lnTo>
                <a:lnTo>
                  <a:pt x="10731" y="17714"/>
                </a:lnTo>
                <a:lnTo>
                  <a:pt x="11023" y="17738"/>
                </a:lnTo>
                <a:lnTo>
                  <a:pt x="12775" y="17738"/>
                </a:lnTo>
                <a:lnTo>
                  <a:pt x="12677" y="17836"/>
                </a:lnTo>
                <a:lnTo>
                  <a:pt x="12580" y="17957"/>
                </a:lnTo>
                <a:lnTo>
                  <a:pt x="12483" y="17909"/>
                </a:lnTo>
                <a:lnTo>
                  <a:pt x="12361" y="17884"/>
                </a:lnTo>
                <a:lnTo>
                  <a:pt x="11363" y="17884"/>
                </a:lnTo>
                <a:lnTo>
                  <a:pt x="11047" y="17909"/>
                </a:lnTo>
                <a:lnTo>
                  <a:pt x="10901" y="17933"/>
                </a:lnTo>
                <a:lnTo>
                  <a:pt x="10755" y="17957"/>
                </a:lnTo>
                <a:lnTo>
                  <a:pt x="10633" y="18030"/>
                </a:lnTo>
                <a:lnTo>
                  <a:pt x="10512" y="18103"/>
                </a:lnTo>
                <a:lnTo>
                  <a:pt x="10512" y="18128"/>
                </a:lnTo>
                <a:lnTo>
                  <a:pt x="10536" y="18152"/>
                </a:lnTo>
                <a:lnTo>
                  <a:pt x="10633" y="18201"/>
                </a:lnTo>
                <a:lnTo>
                  <a:pt x="10779" y="18249"/>
                </a:lnTo>
                <a:lnTo>
                  <a:pt x="10925" y="18274"/>
                </a:lnTo>
                <a:lnTo>
                  <a:pt x="11071" y="18274"/>
                </a:lnTo>
                <a:lnTo>
                  <a:pt x="11363" y="18249"/>
                </a:lnTo>
                <a:lnTo>
                  <a:pt x="11655" y="18225"/>
                </a:lnTo>
                <a:lnTo>
                  <a:pt x="11947" y="18249"/>
                </a:lnTo>
                <a:lnTo>
                  <a:pt x="11704" y="18298"/>
                </a:lnTo>
                <a:lnTo>
                  <a:pt x="11461" y="18322"/>
                </a:lnTo>
                <a:lnTo>
                  <a:pt x="10950" y="18371"/>
                </a:lnTo>
                <a:lnTo>
                  <a:pt x="10025" y="18395"/>
                </a:lnTo>
                <a:lnTo>
                  <a:pt x="9100" y="18420"/>
                </a:lnTo>
                <a:lnTo>
                  <a:pt x="8151" y="18420"/>
                </a:lnTo>
                <a:lnTo>
                  <a:pt x="7227" y="18395"/>
                </a:lnTo>
                <a:lnTo>
                  <a:pt x="6254" y="18347"/>
                </a:lnTo>
                <a:lnTo>
                  <a:pt x="5305" y="18371"/>
                </a:lnTo>
                <a:lnTo>
                  <a:pt x="3382" y="18420"/>
                </a:lnTo>
                <a:lnTo>
                  <a:pt x="2555" y="18444"/>
                </a:lnTo>
                <a:lnTo>
                  <a:pt x="2141" y="18444"/>
                </a:lnTo>
                <a:lnTo>
                  <a:pt x="1728" y="18420"/>
                </a:lnTo>
                <a:lnTo>
                  <a:pt x="1557" y="18395"/>
                </a:lnTo>
                <a:lnTo>
                  <a:pt x="1387" y="18347"/>
                </a:lnTo>
                <a:lnTo>
                  <a:pt x="1217" y="18298"/>
                </a:lnTo>
                <a:lnTo>
                  <a:pt x="1095" y="18249"/>
                </a:lnTo>
                <a:lnTo>
                  <a:pt x="949" y="18152"/>
                </a:lnTo>
                <a:lnTo>
                  <a:pt x="827" y="18079"/>
                </a:lnTo>
                <a:lnTo>
                  <a:pt x="608" y="17836"/>
                </a:lnTo>
                <a:lnTo>
                  <a:pt x="608" y="17787"/>
                </a:lnTo>
                <a:lnTo>
                  <a:pt x="633" y="17154"/>
                </a:lnTo>
                <a:lnTo>
                  <a:pt x="681" y="16497"/>
                </a:lnTo>
                <a:lnTo>
                  <a:pt x="681" y="15865"/>
                </a:lnTo>
                <a:lnTo>
                  <a:pt x="657" y="15549"/>
                </a:lnTo>
                <a:lnTo>
                  <a:pt x="633" y="15232"/>
                </a:lnTo>
                <a:lnTo>
                  <a:pt x="584" y="14892"/>
                </a:lnTo>
                <a:lnTo>
                  <a:pt x="560" y="14551"/>
                </a:lnTo>
                <a:lnTo>
                  <a:pt x="535" y="13845"/>
                </a:lnTo>
                <a:lnTo>
                  <a:pt x="560" y="13164"/>
                </a:lnTo>
                <a:lnTo>
                  <a:pt x="584" y="12483"/>
                </a:lnTo>
                <a:lnTo>
                  <a:pt x="608" y="11753"/>
                </a:lnTo>
                <a:lnTo>
                  <a:pt x="608" y="11023"/>
                </a:lnTo>
                <a:lnTo>
                  <a:pt x="608" y="9587"/>
                </a:lnTo>
                <a:lnTo>
                  <a:pt x="608" y="9052"/>
                </a:lnTo>
                <a:lnTo>
                  <a:pt x="608" y="8784"/>
                </a:lnTo>
                <a:lnTo>
                  <a:pt x="633" y="8516"/>
                </a:lnTo>
                <a:lnTo>
                  <a:pt x="657" y="8395"/>
                </a:lnTo>
                <a:lnTo>
                  <a:pt x="706" y="8297"/>
                </a:lnTo>
                <a:lnTo>
                  <a:pt x="827" y="8127"/>
                </a:lnTo>
                <a:lnTo>
                  <a:pt x="1071" y="7835"/>
                </a:lnTo>
                <a:lnTo>
                  <a:pt x="1411" y="7884"/>
                </a:lnTo>
                <a:lnTo>
                  <a:pt x="1728" y="7908"/>
                </a:lnTo>
                <a:lnTo>
                  <a:pt x="2409" y="7908"/>
                </a:lnTo>
                <a:lnTo>
                  <a:pt x="3066" y="7884"/>
                </a:lnTo>
                <a:lnTo>
                  <a:pt x="5207" y="7884"/>
                </a:lnTo>
                <a:lnTo>
                  <a:pt x="6692" y="7908"/>
                </a:lnTo>
                <a:lnTo>
                  <a:pt x="10268" y="7908"/>
                </a:lnTo>
                <a:lnTo>
                  <a:pt x="10974" y="7860"/>
                </a:lnTo>
                <a:lnTo>
                  <a:pt x="11315" y="7860"/>
                </a:lnTo>
                <a:lnTo>
                  <a:pt x="11631" y="7884"/>
                </a:lnTo>
                <a:lnTo>
                  <a:pt x="11972" y="7908"/>
                </a:lnTo>
                <a:lnTo>
                  <a:pt x="12312" y="7957"/>
                </a:lnTo>
                <a:lnTo>
                  <a:pt x="12410" y="7981"/>
                </a:lnTo>
                <a:lnTo>
                  <a:pt x="12483" y="7933"/>
                </a:lnTo>
                <a:lnTo>
                  <a:pt x="12556" y="7884"/>
                </a:lnTo>
                <a:lnTo>
                  <a:pt x="12604" y="7811"/>
                </a:lnTo>
                <a:close/>
                <a:moveTo>
                  <a:pt x="6643" y="0"/>
                </a:moveTo>
                <a:lnTo>
                  <a:pt x="6327" y="24"/>
                </a:lnTo>
                <a:lnTo>
                  <a:pt x="6010" y="49"/>
                </a:lnTo>
                <a:lnTo>
                  <a:pt x="5694" y="122"/>
                </a:lnTo>
                <a:lnTo>
                  <a:pt x="5402" y="170"/>
                </a:lnTo>
                <a:lnTo>
                  <a:pt x="5086" y="268"/>
                </a:lnTo>
                <a:lnTo>
                  <a:pt x="4794" y="365"/>
                </a:lnTo>
                <a:lnTo>
                  <a:pt x="4502" y="487"/>
                </a:lnTo>
                <a:lnTo>
                  <a:pt x="4210" y="633"/>
                </a:lnTo>
                <a:lnTo>
                  <a:pt x="3942" y="779"/>
                </a:lnTo>
                <a:lnTo>
                  <a:pt x="3674" y="949"/>
                </a:lnTo>
                <a:lnTo>
                  <a:pt x="3431" y="1144"/>
                </a:lnTo>
                <a:lnTo>
                  <a:pt x="3188" y="1338"/>
                </a:lnTo>
                <a:lnTo>
                  <a:pt x="2969" y="1557"/>
                </a:lnTo>
                <a:lnTo>
                  <a:pt x="2750" y="1776"/>
                </a:lnTo>
                <a:lnTo>
                  <a:pt x="2555" y="2044"/>
                </a:lnTo>
                <a:lnTo>
                  <a:pt x="2385" y="2287"/>
                </a:lnTo>
                <a:lnTo>
                  <a:pt x="2214" y="2579"/>
                </a:lnTo>
                <a:lnTo>
                  <a:pt x="1947" y="3090"/>
                </a:lnTo>
                <a:lnTo>
                  <a:pt x="1728" y="3674"/>
                </a:lnTo>
                <a:lnTo>
                  <a:pt x="1533" y="4283"/>
                </a:lnTo>
                <a:lnTo>
                  <a:pt x="1387" y="4891"/>
                </a:lnTo>
                <a:lnTo>
                  <a:pt x="1314" y="5524"/>
                </a:lnTo>
                <a:lnTo>
                  <a:pt x="1290" y="5840"/>
                </a:lnTo>
                <a:lnTo>
                  <a:pt x="1265" y="6156"/>
                </a:lnTo>
                <a:lnTo>
                  <a:pt x="1290" y="6448"/>
                </a:lnTo>
                <a:lnTo>
                  <a:pt x="1314" y="6765"/>
                </a:lnTo>
                <a:lnTo>
                  <a:pt x="1363" y="7057"/>
                </a:lnTo>
                <a:lnTo>
                  <a:pt x="1436" y="7349"/>
                </a:lnTo>
                <a:lnTo>
                  <a:pt x="1460" y="7422"/>
                </a:lnTo>
                <a:lnTo>
                  <a:pt x="998" y="7495"/>
                </a:lnTo>
                <a:lnTo>
                  <a:pt x="803" y="7495"/>
                </a:lnTo>
                <a:lnTo>
                  <a:pt x="730" y="7543"/>
                </a:lnTo>
                <a:lnTo>
                  <a:pt x="657" y="7568"/>
                </a:lnTo>
                <a:lnTo>
                  <a:pt x="511" y="7689"/>
                </a:lnTo>
                <a:lnTo>
                  <a:pt x="389" y="7860"/>
                </a:lnTo>
                <a:lnTo>
                  <a:pt x="292" y="8030"/>
                </a:lnTo>
                <a:lnTo>
                  <a:pt x="219" y="8200"/>
                </a:lnTo>
                <a:lnTo>
                  <a:pt x="170" y="8395"/>
                </a:lnTo>
                <a:lnTo>
                  <a:pt x="146" y="8565"/>
                </a:lnTo>
                <a:lnTo>
                  <a:pt x="97" y="8930"/>
                </a:lnTo>
                <a:lnTo>
                  <a:pt x="73" y="9319"/>
                </a:lnTo>
                <a:lnTo>
                  <a:pt x="73" y="10074"/>
                </a:lnTo>
                <a:lnTo>
                  <a:pt x="97" y="10828"/>
                </a:lnTo>
                <a:lnTo>
                  <a:pt x="97" y="11582"/>
                </a:lnTo>
                <a:lnTo>
                  <a:pt x="73" y="12361"/>
                </a:lnTo>
                <a:lnTo>
                  <a:pt x="24" y="13115"/>
                </a:lnTo>
                <a:lnTo>
                  <a:pt x="0" y="13894"/>
                </a:lnTo>
                <a:lnTo>
                  <a:pt x="0" y="14283"/>
                </a:lnTo>
                <a:lnTo>
                  <a:pt x="24" y="14673"/>
                </a:lnTo>
                <a:lnTo>
                  <a:pt x="97" y="15378"/>
                </a:lnTo>
                <a:lnTo>
                  <a:pt x="146" y="15743"/>
                </a:lnTo>
                <a:lnTo>
                  <a:pt x="146" y="16108"/>
                </a:lnTo>
                <a:lnTo>
                  <a:pt x="122" y="16935"/>
                </a:lnTo>
                <a:lnTo>
                  <a:pt x="97" y="17787"/>
                </a:lnTo>
                <a:lnTo>
                  <a:pt x="97" y="17860"/>
                </a:lnTo>
                <a:lnTo>
                  <a:pt x="146" y="17933"/>
                </a:lnTo>
                <a:lnTo>
                  <a:pt x="195" y="17982"/>
                </a:lnTo>
                <a:lnTo>
                  <a:pt x="243" y="18006"/>
                </a:lnTo>
                <a:lnTo>
                  <a:pt x="341" y="18152"/>
                </a:lnTo>
                <a:lnTo>
                  <a:pt x="438" y="18298"/>
                </a:lnTo>
                <a:lnTo>
                  <a:pt x="560" y="18420"/>
                </a:lnTo>
                <a:lnTo>
                  <a:pt x="681" y="18517"/>
                </a:lnTo>
                <a:lnTo>
                  <a:pt x="827" y="18590"/>
                </a:lnTo>
                <a:lnTo>
                  <a:pt x="973" y="18663"/>
                </a:lnTo>
                <a:lnTo>
                  <a:pt x="1314" y="18760"/>
                </a:lnTo>
                <a:lnTo>
                  <a:pt x="1655" y="18809"/>
                </a:lnTo>
                <a:lnTo>
                  <a:pt x="2020" y="18833"/>
                </a:lnTo>
                <a:lnTo>
                  <a:pt x="2677" y="18858"/>
                </a:lnTo>
                <a:lnTo>
                  <a:pt x="3869" y="18833"/>
                </a:lnTo>
                <a:lnTo>
                  <a:pt x="5037" y="18785"/>
                </a:lnTo>
                <a:lnTo>
                  <a:pt x="6813" y="18785"/>
                </a:lnTo>
                <a:lnTo>
                  <a:pt x="7422" y="18809"/>
                </a:lnTo>
                <a:lnTo>
                  <a:pt x="8443" y="18858"/>
                </a:lnTo>
                <a:lnTo>
                  <a:pt x="9465" y="18858"/>
                </a:lnTo>
                <a:lnTo>
                  <a:pt x="10487" y="18809"/>
                </a:lnTo>
                <a:lnTo>
                  <a:pt x="11509" y="18760"/>
                </a:lnTo>
                <a:lnTo>
                  <a:pt x="11801" y="18712"/>
                </a:lnTo>
                <a:lnTo>
                  <a:pt x="12069" y="18663"/>
                </a:lnTo>
                <a:lnTo>
                  <a:pt x="12337" y="18590"/>
                </a:lnTo>
                <a:lnTo>
                  <a:pt x="12556" y="18493"/>
                </a:lnTo>
                <a:lnTo>
                  <a:pt x="12775" y="18347"/>
                </a:lnTo>
                <a:lnTo>
                  <a:pt x="12969" y="18201"/>
                </a:lnTo>
                <a:lnTo>
                  <a:pt x="13115" y="17982"/>
                </a:lnTo>
                <a:lnTo>
                  <a:pt x="13237" y="17763"/>
                </a:lnTo>
                <a:lnTo>
                  <a:pt x="13286" y="17738"/>
                </a:lnTo>
                <a:lnTo>
                  <a:pt x="13310" y="17690"/>
                </a:lnTo>
                <a:lnTo>
                  <a:pt x="13334" y="17665"/>
                </a:lnTo>
                <a:lnTo>
                  <a:pt x="13334" y="17592"/>
                </a:lnTo>
                <a:lnTo>
                  <a:pt x="13334" y="17471"/>
                </a:lnTo>
                <a:lnTo>
                  <a:pt x="13359" y="17398"/>
                </a:lnTo>
                <a:lnTo>
                  <a:pt x="13359" y="17300"/>
                </a:lnTo>
                <a:lnTo>
                  <a:pt x="13310" y="17227"/>
                </a:lnTo>
                <a:lnTo>
                  <a:pt x="13310" y="16862"/>
                </a:lnTo>
                <a:lnTo>
                  <a:pt x="13334" y="16789"/>
                </a:lnTo>
                <a:lnTo>
                  <a:pt x="13359" y="16716"/>
                </a:lnTo>
                <a:lnTo>
                  <a:pt x="13334" y="16643"/>
                </a:lnTo>
                <a:lnTo>
                  <a:pt x="13310" y="16570"/>
                </a:lnTo>
                <a:lnTo>
                  <a:pt x="13286" y="16108"/>
                </a:lnTo>
                <a:lnTo>
                  <a:pt x="13334" y="16060"/>
                </a:lnTo>
                <a:lnTo>
                  <a:pt x="13359" y="15987"/>
                </a:lnTo>
                <a:lnTo>
                  <a:pt x="13359" y="15914"/>
                </a:lnTo>
                <a:lnTo>
                  <a:pt x="13310" y="15865"/>
                </a:lnTo>
                <a:lnTo>
                  <a:pt x="13359" y="14454"/>
                </a:lnTo>
                <a:lnTo>
                  <a:pt x="13432" y="13042"/>
                </a:lnTo>
                <a:lnTo>
                  <a:pt x="13480" y="11826"/>
                </a:lnTo>
                <a:lnTo>
                  <a:pt x="13529" y="10585"/>
                </a:lnTo>
                <a:lnTo>
                  <a:pt x="13553" y="10098"/>
                </a:lnTo>
                <a:lnTo>
                  <a:pt x="13553" y="9563"/>
                </a:lnTo>
                <a:lnTo>
                  <a:pt x="13529" y="9027"/>
                </a:lnTo>
                <a:lnTo>
                  <a:pt x="13505" y="8760"/>
                </a:lnTo>
                <a:lnTo>
                  <a:pt x="13456" y="8516"/>
                </a:lnTo>
                <a:lnTo>
                  <a:pt x="13432" y="8127"/>
                </a:lnTo>
                <a:lnTo>
                  <a:pt x="13383" y="7933"/>
                </a:lnTo>
                <a:lnTo>
                  <a:pt x="13334" y="7762"/>
                </a:lnTo>
                <a:lnTo>
                  <a:pt x="13261" y="7665"/>
                </a:lnTo>
                <a:lnTo>
                  <a:pt x="13188" y="7592"/>
                </a:lnTo>
                <a:lnTo>
                  <a:pt x="13091" y="7519"/>
                </a:lnTo>
                <a:lnTo>
                  <a:pt x="12969" y="7470"/>
                </a:lnTo>
                <a:lnTo>
                  <a:pt x="12848" y="7446"/>
                </a:lnTo>
                <a:lnTo>
                  <a:pt x="12726" y="7446"/>
                </a:lnTo>
                <a:lnTo>
                  <a:pt x="12604" y="7470"/>
                </a:lnTo>
                <a:lnTo>
                  <a:pt x="12483" y="7495"/>
                </a:lnTo>
                <a:lnTo>
                  <a:pt x="12434" y="7470"/>
                </a:lnTo>
                <a:lnTo>
                  <a:pt x="12239" y="7446"/>
                </a:lnTo>
                <a:lnTo>
                  <a:pt x="12239" y="7373"/>
                </a:lnTo>
                <a:lnTo>
                  <a:pt x="12166" y="6984"/>
                </a:lnTo>
                <a:lnTo>
                  <a:pt x="12118" y="6570"/>
                </a:lnTo>
                <a:lnTo>
                  <a:pt x="12093" y="6181"/>
                </a:lnTo>
                <a:lnTo>
                  <a:pt x="12093" y="5767"/>
                </a:lnTo>
                <a:lnTo>
                  <a:pt x="12093" y="4940"/>
                </a:lnTo>
                <a:lnTo>
                  <a:pt x="12069" y="4550"/>
                </a:lnTo>
                <a:lnTo>
                  <a:pt x="11996" y="4137"/>
                </a:lnTo>
                <a:lnTo>
                  <a:pt x="11923" y="3796"/>
                </a:lnTo>
                <a:lnTo>
                  <a:pt x="11826" y="3455"/>
                </a:lnTo>
                <a:lnTo>
                  <a:pt x="11704" y="3115"/>
                </a:lnTo>
                <a:lnTo>
                  <a:pt x="11558" y="2798"/>
                </a:lnTo>
                <a:lnTo>
                  <a:pt x="11388" y="2482"/>
                </a:lnTo>
                <a:lnTo>
                  <a:pt x="11193" y="2190"/>
                </a:lnTo>
                <a:lnTo>
                  <a:pt x="10974" y="1898"/>
                </a:lnTo>
                <a:lnTo>
                  <a:pt x="10731" y="1630"/>
                </a:lnTo>
                <a:lnTo>
                  <a:pt x="10512" y="1411"/>
                </a:lnTo>
                <a:lnTo>
                  <a:pt x="10293" y="1217"/>
                </a:lnTo>
                <a:lnTo>
                  <a:pt x="10049" y="1022"/>
                </a:lnTo>
                <a:lnTo>
                  <a:pt x="9806" y="852"/>
                </a:lnTo>
                <a:lnTo>
                  <a:pt x="9538" y="706"/>
                </a:lnTo>
                <a:lnTo>
                  <a:pt x="9271" y="560"/>
                </a:lnTo>
                <a:lnTo>
                  <a:pt x="9003" y="438"/>
                </a:lnTo>
                <a:lnTo>
                  <a:pt x="8711" y="341"/>
                </a:lnTo>
                <a:lnTo>
                  <a:pt x="8443" y="243"/>
                </a:lnTo>
                <a:lnTo>
                  <a:pt x="8151" y="170"/>
                </a:lnTo>
                <a:lnTo>
                  <a:pt x="7835" y="97"/>
                </a:lnTo>
                <a:lnTo>
                  <a:pt x="7543" y="49"/>
                </a:lnTo>
                <a:lnTo>
                  <a:pt x="7251" y="24"/>
                </a:lnTo>
                <a:lnTo>
                  <a:pt x="6935"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39" name="Google Shape;839;p39"/>
          <p:cNvSpPr/>
          <p:nvPr/>
        </p:nvSpPr>
        <p:spPr>
          <a:xfrm>
            <a:off x="5602568" y="2671837"/>
            <a:ext cx="289295" cy="396187"/>
          </a:xfrm>
          <a:custGeom>
            <a:avLst/>
            <a:gdLst/>
            <a:ahLst/>
            <a:cxnLst/>
            <a:rect l="l" t="t" r="r" b="b"/>
            <a:pathLst>
              <a:path w="13237" h="18128" extrusionOk="0">
                <a:moveTo>
                  <a:pt x="7859" y="535"/>
                </a:moveTo>
                <a:lnTo>
                  <a:pt x="8030" y="560"/>
                </a:lnTo>
                <a:lnTo>
                  <a:pt x="8103" y="584"/>
                </a:lnTo>
                <a:lnTo>
                  <a:pt x="8176" y="633"/>
                </a:lnTo>
                <a:lnTo>
                  <a:pt x="8224" y="706"/>
                </a:lnTo>
                <a:lnTo>
                  <a:pt x="8273" y="779"/>
                </a:lnTo>
                <a:lnTo>
                  <a:pt x="8322" y="949"/>
                </a:lnTo>
                <a:lnTo>
                  <a:pt x="8370" y="1119"/>
                </a:lnTo>
                <a:lnTo>
                  <a:pt x="7446" y="1144"/>
                </a:lnTo>
                <a:lnTo>
                  <a:pt x="5718" y="1144"/>
                </a:lnTo>
                <a:lnTo>
                  <a:pt x="4939" y="1095"/>
                </a:lnTo>
                <a:lnTo>
                  <a:pt x="4964" y="925"/>
                </a:lnTo>
                <a:lnTo>
                  <a:pt x="5037" y="803"/>
                </a:lnTo>
                <a:lnTo>
                  <a:pt x="5085" y="754"/>
                </a:lnTo>
                <a:lnTo>
                  <a:pt x="5158" y="706"/>
                </a:lnTo>
                <a:lnTo>
                  <a:pt x="5353" y="657"/>
                </a:lnTo>
                <a:lnTo>
                  <a:pt x="5596" y="608"/>
                </a:lnTo>
                <a:lnTo>
                  <a:pt x="5864" y="584"/>
                </a:lnTo>
                <a:lnTo>
                  <a:pt x="6399" y="608"/>
                </a:lnTo>
                <a:lnTo>
                  <a:pt x="6862" y="584"/>
                </a:lnTo>
                <a:lnTo>
                  <a:pt x="7324" y="535"/>
                </a:lnTo>
                <a:close/>
                <a:moveTo>
                  <a:pt x="12750" y="2579"/>
                </a:moveTo>
                <a:lnTo>
                  <a:pt x="12702" y="2823"/>
                </a:lnTo>
                <a:lnTo>
                  <a:pt x="12020" y="2774"/>
                </a:lnTo>
                <a:lnTo>
                  <a:pt x="12750" y="2579"/>
                </a:lnTo>
                <a:close/>
                <a:moveTo>
                  <a:pt x="11728" y="1509"/>
                </a:moveTo>
                <a:lnTo>
                  <a:pt x="11534" y="1630"/>
                </a:lnTo>
                <a:lnTo>
                  <a:pt x="11363" y="1752"/>
                </a:lnTo>
                <a:lnTo>
                  <a:pt x="11266" y="1874"/>
                </a:lnTo>
                <a:lnTo>
                  <a:pt x="11242" y="1922"/>
                </a:lnTo>
                <a:lnTo>
                  <a:pt x="11266" y="1947"/>
                </a:lnTo>
                <a:lnTo>
                  <a:pt x="11315" y="1971"/>
                </a:lnTo>
                <a:lnTo>
                  <a:pt x="11388" y="1995"/>
                </a:lnTo>
                <a:lnTo>
                  <a:pt x="11509" y="1971"/>
                </a:lnTo>
                <a:lnTo>
                  <a:pt x="11631" y="1922"/>
                </a:lnTo>
                <a:lnTo>
                  <a:pt x="11753" y="1874"/>
                </a:lnTo>
                <a:lnTo>
                  <a:pt x="12410" y="1557"/>
                </a:lnTo>
                <a:lnTo>
                  <a:pt x="12483" y="1582"/>
                </a:lnTo>
                <a:lnTo>
                  <a:pt x="12556" y="1606"/>
                </a:lnTo>
                <a:lnTo>
                  <a:pt x="12264" y="1728"/>
                </a:lnTo>
                <a:lnTo>
                  <a:pt x="12020" y="1874"/>
                </a:lnTo>
                <a:lnTo>
                  <a:pt x="11874" y="1947"/>
                </a:lnTo>
                <a:lnTo>
                  <a:pt x="11607" y="2117"/>
                </a:lnTo>
                <a:lnTo>
                  <a:pt x="11485" y="2214"/>
                </a:lnTo>
                <a:lnTo>
                  <a:pt x="11412" y="2312"/>
                </a:lnTo>
                <a:lnTo>
                  <a:pt x="11363" y="2385"/>
                </a:lnTo>
                <a:lnTo>
                  <a:pt x="11363" y="2409"/>
                </a:lnTo>
                <a:lnTo>
                  <a:pt x="11363" y="2433"/>
                </a:lnTo>
                <a:lnTo>
                  <a:pt x="11436" y="2482"/>
                </a:lnTo>
                <a:lnTo>
                  <a:pt x="11534" y="2482"/>
                </a:lnTo>
                <a:lnTo>
                  <a:pt x="11631" y="2458"/>
                </a:lnTo>
                <a:lnTo>
                  <a:pt x="11728" y="2433"/>
                </a:lnTo>
                <a:lnTo>
                  <a:pt x="11923" y="2312"/>
                </a:lnTo>
                <a:lnTo>
                  <a:pt x="12045" y="2239"/>
                </a:lnTo>
                <a:lnTo>
                  <a:pt x="12410" y="2068"/>
                </a:lnTo>
                <a:lnTo>
                  <a:pt x="12775" y="1922"/>
                </a:lnTo>
                <a:lnTo>
                  <a:pt x="12775" y="2068"/>
                </a:lnTo>
                <a:lnTo>
                  <a:pt x="12799" y="2214"/>
                </a:lnTo>
                <a:lnTo>
                  <a:pt x="12483" y="2287"/>
                </a:lnTo>
                <a:lnTo>
                  <a:pt x="12215" y="2409"/>
                </a:lnTo>
                <a:lnTo>
                  <a:pt x="11947" y="2579"/>
                </a:lnTo>
                <a:lnTo>
                  <a:pt x="11704" y="2774"/>
                </a:lnTo>
                <a:lnTo>
                  <a:pt x="10828" y="2774"/>
                </a:lnTo>
                <a:lnTo>
                  <a:pt x="9952" y="2798"/>
                </a:lnTo>
                <a:lnTo>
                  <a:pt x="8322" y="2823"/>
                </a:lnTo>
                <a:lnTo>
                  <a:pt x="6716" y="2847"/>
                </a:lnTo>
                <a:lnTo>
                  <a:pt x="3358" y="2847"/>
                </a:lnTo>
                <a:lnTo>
                  <a:pt x="1728" y="2871"/>
                </a:lnTo>
                <a:lnTo>
                  <a:pt x="511" y="2871"/>
                </a:lnTo>
                <a:lnTo>
                  <a:pt x="487" y="2750"/>
                </a:lnTo>
                <a:lnTo>
                  <a:pt x="487" y="2579"/>
                </a:lnTo>
                <a:lnTo>
                  <a:pt x="487" y="2433"/>
                </a:lnTo>
                <a:lnTo>
                  <a:pt x="535" y="2287"/>
                </a:lnTo>
                <a:lnTo>
                  <a:pt x="584" y="2141"/>
                </a:lnTo>
                <a:lnTo>
                  <a:pt x="657" y="1995"/>
                </a:lnTo>
                <a:lnTo>
                  <a:pt x="730" y="1874"/>
                </a:lnTo>
                <a:lnTo>
                  <a:pt x="852" y="1801"/>
                </a:lnTo>
                <a:lnTo>
                  <a:pt x="998" y="1703"/>
                </a:lnTo>
                <a:lnTo>
                  <a:pt x="1144" y="1655"/>
                </a:lnTo>
                <a:lnTo>
                  <a:pt x="1314" y="1630"/>
                </a:lnTo>
                <a:lnTo>
                  <a:pt x="1509" y="1606"/>
                </a:lnTo>
                <a:lnTo>
                  <a:pt x="1849" y="1582"/>
                </a:lnTo>
                <a:lnTo>
                  <a:pt x="2190" y="1557"/>
                </a:lnTo>
                <a:lnTo>
                  <a:pt x="3309" y="1533"/>
                </a:lnTo>
                <a:lnTo>
                  <a:pt x="4453" y="1557"/>
                </a:lnTo>
                <a:lnTo>
                  <a:pt x="5572" y="1582"/>
                </a:lnTo>
                <a:lnTo>
                  <a:pt x="6691" y="1606"/>
                </a:lnTo>
                <a:lnTo>
                  <a:pt x="7811" y="1582"/>
                </a:lnTo>
                <a:lnTo>
                  <a:pt x="8906" y="1582"/>
                </a:lnTo>
                <a:lnTo>
                  <a:pt x="11096" y="1533"/>
                </a:lnTo>
                <a:lnTo>
                  <a:pt x="11728" y="1509"/>
                </a:lnTo>
                <a:close/>
                <a:moveTo>
                  <a:pt x="10025" y="5037"/>
                </a:moveTo>
                <a:lnTo>
                  <a:pt x="9976" y="5061"/>
                </a:lnTo>
                <a:lnTo>
                  <a:pt x="9928" y="5086"/>
                </a:lnTo>
                <a:lnTo>
                  <a:pt x="9879" y="5134"/>
                </a:lnTo>
                <a:lnTo>
                  <a:pt x="9806" y="5280"/>
                </a:lnTo>
                <a:lnTo>
                  <a:pt x="9757" y="5451"/>
                </a:lnTo>
                <a:lnTo>
                  <a:pt x="9757" y="5816"/>
                </a:lnTo>
                <a:lnTo>
                  <a:pt x="9733" y="6448"/>
                </a:lnTo>
                <a:lnTo>
                  <a:pt x="9757" y="7081"/>
                </a:lnTo>
                <a:lnTo>
                  <a:pt x="9757" y="7835"/>
                </a:lnTo>
                <a:lnTo>
                  <a:pt x="9757" y="8589"/>
                </a:lnTo>
                <a:lnTo>
                  <a:pt x="9709" y="10098"/>
                </a:lnTo>
                <a:lnTo>
                  <a:pt x="9733" y="10828"/>
                </a:lnTo>
                <a:lnTo>
                  <a:pt x="9733" y="11534"/>
                </a:lnTo>
                <a:lnTo>
                  <a:pt x="9757" y="12239"/>
                </a:lnTo>
                <a:lnTo>
                  <a:pt x="9757" y="12945"/>
                </a:lnTo>
                <a:lnTo>
                  <a:pt x="9709" y="13626"/>
                </a:lnTo>
                <a:lnTo>
                  <a:pt x="9684" y="14308"/>
                </a:lnTo>
                <a:lnTo>
                  <a:pt x="9660" y="14673"/>
                </a:lnTo>
                <a:lnTo>
                  <a:pt x="9684" y="15013"/>
                </a:lnTo>
                <a:lnTo>
                  <a:pt x="9733" y="15743"/>
                </a:lnTo>
                <a:lnTo>
                  <a:pt x="9757" y="15840"/>
                </a:lnTo>
                <a:lnTo>
                  <a:pt x="9830" y="15913"/>
                </a:lnTo>
                <a:lnTo>
                  <a:pt x="9903" y="15962"/>
                </a:lnTo>
                <a:lnTo>
                  <a:pt x="9976" y="15986"/>
                </a:lnTo>
                <a:lnTo>
                  <a:pt x="10074" y="15962"/>
                </a:lnTo>
                <a:lnTo>
                  <a:pt x="10147" y="15913"/>
                </a:lnTo>
                <a:lnTo>
                  <a:pt x="10195" y="15840"/>
                </a:lnTo>
                <a:lnTo>
                  <a:pt x="10220" y="15743"/>
                </a:lnTo>
                <a:lnTo>
                  <a:pt x="10195" y="15111"/>
                </a:lnTo>
                <a:lnTo>
                  <a:pt x="10171" y="14502"/>
                </a:lnTo>
                <a:lnTo>
                  <a:pt x="10171" y="14137"/>
                </a:lnTo>
                <a:lnTo>
                  <a:pt x="10195" y="13797"/>
                </a:lnTo>
                <a:lnTo>
                  <a:pt x="10244" y="13115"/>
                </a:lnTo>
                <a:lnTo>
                  <a:pt x="10268" y="12410"/>
                </a:lnTo>
                <a:lnTo>
                  <a:pt x="10268" y="11704"/>
                </a:lnTo>
                <a:lnTo>
                  <a:pt x="10244" y="10998"/>
                </a:lnTo>
                <a:lnTo>
                  <a:pt x="10220" y="10293"/>
                </a:lnTo>
                <a:lnTo>
                  <a:pt x="10220" y="9587"/>
                </a:lnTo>
                <a:lnTo>
                  <a:pt x="10244" y="8881"/>
                </a:lnTo>
                <a:lnTo>
                  <a:pt x="10268" y="8151"/>
                </a:lnTo>
                <a:lnTo>
                  <a:pt x="10268" y="7446"/>
                </a:lnTo>
                <a:lnTo>
                  <a:pt x="10244" y="6327"/>
                </a:lnTo>
                <a:lnTo>
                  <a:pt x="10220" y="5232"/>
                </a:lnTo>
                <a:lnTo>
                  <a:pt x="10220" y="5159"/>
                </a:lnTo>
                <a:lnTo>
                  <a:pt x="10171" y="5110"/>
                </a:lnTo>
                <a:lnTo>
                  <a:pt x="10147" y="5061"/>
                </a:lnTo>
                <a:lnTo>
                  <a:pt x="10098" y="5061"/>
                </a:lnTo>
                <a:lnTo>
                  <a:pt x="10025" y="5037"/>
                </a:lnTo>
                <a:close/>
                <a:moveTo>
                  <a:pt x="3163" y="5110"/>
                </a:moveTo>
                <a:lnTo>
                  <a:pt x="3090" y="5159"/>
                </a:lnTo>
                <a:lnTo>
                  <a:pt x="3066" y="5207"/>
                </a:lnTo>
                <a:lnTo>
                  <a:pt x="3042" y="5256"/>
                </a:lnTo>
                <a:lnTo>
                  <a:pt x="2993" y="5694"/>
                </a:lnTo>
                <a:lnTo>
                  <a:pt x="2969" y="5937"/>
                </a:lnTo>
                <a:lnTo>
                  <a:pt x="2944" y="6156"/>
                </a:lnTo>
                <a:lnTo>
                  <a:pt x="2944" y="6911"/>
                </a:lnTo>
                <a:lnTo>
                  <a:pt x="2969" y="7665"/>
                </a:lnTo>
                <a:lnTo>
                  <a:pt x="2944" y="9052"/>
                </a:lnTo>
                <a:lnTo>
                  <a:pt x="2944" y="10463"/>
                </a:lnTo>
                <a:lnTo>
                  <a:pt x="2944" y="11777"/>
                </a:lnTo>
                <a:lnTo>
                  <a:pt x="2944" y="13115"/>
                </a:lnTo>
                <a:lnTo>
                  <a:pt x="2993" y="15767"/>
                </a:lnTo>
                <a:lnTo>
                  <a:pt x="2993" y="15889"/>
                </a:lnTo>
                <a:lnTo>
                  <a:pt x="3066" y="15962"/>
                </a:lnTo>
                <a:lnTo>
                  <a:pt x="3139" y="16011"/>
                </a:lnTo>
                <a:lnTo>
                  <a:pt x="3334" y="16011"/>
                </a:lnTo>
                <a:lnTo>
                  <a:pt x="3407" y="15962"/>
                </a:lnTo>
                <a:lnTo>
                  <a:pt x="3455" y="15889"/>
                </a:lnTo>
                <a:lnTo>
                  <a:pt x="3480" y="15767"/>
                </a:lnTo>
                <a:lnTo>
                  <a:pt x="3480" y="14405"/>
                </a:lnTo>
                <a:lnTo>
                  <a:pt x="3455" y="13018"/>
                </a:lnTo>
                <a:lnTo>
                  <a:pt x="3431" y="11655"/>
                </a:lnTo>
                <a:lnTo>
                  <a:pt x="3431" y="10268"/>
                </a:lnTo>
                <a:lnTo>
                  <a:pt x="3431" y="8881"/>
                </a:lnTo>
                <a:lnTo>
                  <a:pt x="3431" y="7470"/>
                </a:lnTo>
                <a:lnTo>
                  <a:pt x="3407" y="5962"/>
                </a:lnTo>
                <a:lnTo>
                  <a:pt x="3407" y="5572"/>
                </a:lnTo>
                <a:lnTo>
                  <a:pt x="3382" y="5378"/>
                </a:lnTo>
                <a:lnTo>
                  <a:pt x="3334" y="5183"/>
                </a:lnTo>
                <a:lnTo>
                  <a:pt x="3309" y="5134"/>
                </a:lnTo>
                <a:lnTo>
                  <a:pt x="3261" y="5110"/>
                </a:lnTo>
                <a:close/>
                <a:moveTo>
                  <a:pt x="6716" y="5037"/>
                </a:moveTo>
                <a:lnTo>
                  <a:pt x="6667" y="5061"/>
                </a:lnTo>
                <a:lnTo>
                  <a:pt x="6643" y="5086"/>
                </a:lnTo>
                <a:lnTo>
                  <a:pt x="6570" y="5159"/>
                </a:lnTo>
                <a:lnTo>
                  <a:pt x="6521" y="5232"/>
                </a:lnTo>
                <a:lnTo>
                  <a:pt x="6472" y="5402"/>
                </a:lnTo>
                <a:lnTo>
                  <a:pt x="6448" y="5572"/>
                </a:lnTo>
                <a:lnTo>
                  <a:pt x="6448" y="5743"/>
                </a:lnTo>
                <a:lnTo>
                  <a:pt x="6424" y="7129"/>
                </a:lnTo>
                <a:lnTo>
                  <a:pt x="6399" y="8711"/>
                </a:lnTo>
                <a:lnTo>
                  <a:pt x="6375" y="10293"/>
                </a:lnTo>
                <a:lnTo>
                  <a:pt x="6351" y="11801"/>
                </a:lnTo>
                <a:lnTo>
                  <a:pt x="6351" y="12556"/>
                </a:lnTo>
                <a:lnTo>
                  <a:pt x="6302" y="13310"/>
                </a:lnTo>
                <a:lnTo>
                  <a:pt x="6229" y="13967"/>
                </a:lnTo>
                <a:lnTo>
                  <a:pt x="6205" y="14600"/>
                </a:lnTo>
                <a:lnTo>
                  <a:pt x="6180" y="14940"/>
                </a:lnTo>
                <a:lnTo>
                  <a:pt x="6205" y="15257"/>
                </a:lnTo>
                <a:lnTo>
                  <a:pt x="6229" y="15573"/>
                </a:lnTo>
                <a:lnTo>
                  <a:pt x="6278" y="15889"/>
                </a:lnTo>
                <a:lnTo>
                  <a:pt x="6326" y="16011"/>
                </a:lnTo>
                <a:lnTo>
                  <a:pt x="6375" y="16059"/>
                </a:lnTo>
                <a:lnTo>
                  <a:pt x="6472" y="16084"/>
                </a:lnTo>
                <a:lnTo>
                  <a:pt x="6570" y="16084"/>
                </a:lnTo>
                <a:lnTo>
                  <a:pt x="6643" y="16035"/>
                </a:lnTo>
                <a:lnTo>
                  <a:pt x="6716" y="15962"/>
                </a:lnTo>
                <a:lnTo>
                  <a:pt x="6764" y="15865"/>
                </a:lnTo>
                <a:lnTo>
                  <a:pt x="6764" y="15767"/>
                </a:lnTo>
                <a:lnTo>
                  <a:pt x="6716" y="15451"/>
                </a:lnTo>
                <a:lnTo>
                  <a:pt x="6691" y="15159"/>
                </a:lnTo>
                <a:lnTo>
                  <a:pt x="6691" y="14843"/>
                </a:lnTo>
                <a:lnTo>
                  <a:pt x="6691" y="14551"/>
                </a:lnTo>
                <a:lnTo>
                  <a:pt x="6740" y="13918"/>
                </a:lnTo>
                <a:lnTo>
                  <a:pt x="6789" y="13310"/>
                </a:lnTo>
                <a:lnTo>
                  <a:pt x="6837" y="12604"/>
                </a:lnTo>
                <a:lnTo>
                  <a:pt x="6862" y="11899"/>
                </a:lnTo>
                <a:lnTo>
                  <a:pt x="6886" y="10487"/>
                </a:lnTo>
                <a:lnTo>
                  <a:pt x="6910" y="7494"/>
                </a:lnTo>
                <a:lnTo>
                  <a:pt x="6935" y="6351"/>
                </a:lnTo>
                <a:lnTo>
                  <a:pt x="6935" y="5767"/>
                </a:lnTo>
                <a:lnTo>
                  <a:pt x="6910" y="5207"/>
                </a:lnTo>
                <a:lnTo>
                  <a:pt x="6862" y="5110"/>
                </a:lnTo>
                <a:lnTo>
                  <a:pt x="6813" y="5061"/>
                </a:lnTo>
                <a:lnTo>
                  <a:pt x="6716" y="5037"/>
                </a:lnTo>
                <a:close/>
                <a:moveTo>
                  <a:pt x="11704" y="3309"/>
                </a:moveTo>
                <a:lnTo>
                  <a:pt x="11655" y="3382"/>
                </a:lnTo>
                <a:lnTo>
                  <a:pt x="11290" y="3699"/>
                </a:lnTo>
                <a:lnTo>
                  <a:pt x="11144" y="3869"/>
                </a:lnTo>
                <a:lnTo>
                  <a:pt x="11096" y="3966"/>
                </a:lnTo>
                <a:lnTo>
                  <a:pt x="11047" y="4064"/>
                </a:lnTo>
                <a:lnTo>
                  <a:pt x="11071" y="4137"/>
                </a:lnTo>
                <a:lnTo>
                  <a:pt x="11120" y="4161"/>
                </a:lnTo>
                <a:lnTo>
                  <a:pt x="11217" y="4161"/>
                </a:lnTo>
                <a:lnTo>
                  <a:pt x="11315" y="4112"/>
                </a:lnTo>
                <a:lnTo>
                  <a:pt x="11485" y="4015"/>
                </a:lnTo>
                <a:lnTo>
                  <a:pt x="11655" y="3893"/>
                </a:lnTo>
                <a:lnTo>
                  <a:pt x="11801" y="3747"/>
                </a:lnTo>
                <a:lnTo>
                  <a:pt x="12020" y="3553"/>
                </a:lnTo>
                <a:lnTo>
                  <a:pt x="12142" y="3455"/>
                </a:lnTo>
                <a:lnTo>
                  <a:pt x="12239" y="3334"/>
                </a:lnTo>
                <a:lnTo>
                  <a:pt x="12264" y="3334"/>
                </a:lnTo>
                <a:lnTo>
                  <a:pt x="12264" y="3382"/>
                </a:lnTo>
                <a:lnTo>
                  <a:pt x="12239" y="3431"/>
                </a:lnTo>
                <a:lnTo>
                  <a:pt x="12239" y="3480"/>
                </a:lnTo>
                <a:lnTo>
                  <a:pt x="12239" y="3553"/>
                </a:lnTo>
                <a:lnTo>
                  <a:pt x="12239" y="3674"/>
                </a:lnTo>
                <a:lnTo>
                  <a:pt x="12239" y="3893"/>
                </a:lnTo>
                <a:lnTo>
                  <a:pt x="12118" y="3966"/>
                </a:lnTo>
                <a:lnTo>
                  <a:pt x="11996" y="4064"/>
                </a:lnTo>
                <a:lnTo>
                  <a:pt x="11777" y="4258"/>
                </a:lnTo>
                <a:lnTo>
                  <a:pt x="11509" y="4526"/>
                </a:lnTo>
                <a:lnTo>
                  <a:pt x="11412" y="4672"/>
                </a:lnTo>
                <a:lnTo>
                  <a:pt x="11363" y="4745"/>
                </a:lnTo>
                <a:lnTo>
                  <a:pt x="11339" y="4818"/>
                </a:lnTo>
                <a:lnTo>
                  <a:pt x="11363" y="4867"/>
                </a:lnTo>
                <a:lnTo>
                  <a:pt x="11388" y="4891"/>
                </a:lnTo>
                <a:lnTo>
                  <a:pt x="11461" y="4891"/>
                </a:lnTo>
                <a:lnTo>
                  <a:pt x="11534" y="4867"/>
                </a:lnTo>
                <a:lnTo>
                  <a:pt x="11680" y="4794"/>
                </a:lnTo>
                <a:lnTo>
                  <a:pt x="11899" y="4575"/>
                </a:lnTo>
                <a:lnTo>
                  <a:pt x="12264" y="4307"/>
                </a:lnTo>
                <a:lnTo>
                  <a:pt x="12264" y="4356"/>
                </a:lnTo>
                <a:lnTo>
                  <a:pt x="12264" y="4648"/>
                </a:lnTo>
                <a:lnTo>
                  <a:pt x="12215" y="4672"/>
                </a:lnTo>
                <a:lnTo>
                  <a:pt x="11826" y="4988"/>
                </a:lnTo>
                <a:lnTo>
                  <a:pt x="11655" y="5134"/>
                </a:lnTo>
                <a:lnTo>
                  <a:pt x="11485" y="5280"/>
                </a:lnTo>
                <a:lnTo>
                  <a:pt x="11339" y="5426"/>
                </a:lnTo>
                <a:lnTo>
                  <a:pt x="11217" y="5597"/>
                </a:lnTo>
                <a:lnTo>
                  <a:pt x="11217" y="5621"/>
                </a:lnTo>
                <a:lnTo>
                  <a:pt x="11217" y="5645"/>
                </a:lnTo>
                <a:lnTo>
                  <a:pt x="11242" y="5670"/>
                </a:lnTo>
                <a:lnTo>
                  <a:pt x="11266" y="5670"/>
                </a:lnTo>
                <a:lnTo>
                  <a:pt x="11728" y="5475"/>
                </a:lnTo>
                <a:lnTo>
                  <a:pt x="11947" y="5353"/>
                </a:lnTo>
                <a:lnTo>
                  <a:pt x="12142" y="5232"/>
                </a:lnTo>
                <a:lnTo>
                  <a:pt x="12264" y="5159"/>
                </a:lnTo>
                <a:lnTo>
                  <a:pt x="12264" y="5451"/>
                </a:lnTo>
                <a:lnTo>
                  <a:pt x="12118" y="5499"/>
                </a:lnTo>
                <a:lnTo>
                  <a:pt x="11972" y="5572"/>
                </a:lnTo>
                <a:lnTo>
                  <a:pt x="11704" y="5767"/>
                </a:lnTo>
                <a:lnTo>
                  <a:pt x="11582" y="5864"/>
                </a:lnTo>
                <a:lnTo>
                  <a:pt x="11436" y="5986"/>
                </a:lnTo>
                <a:lnTo>
                  <a:pt x="11315" y="6108"/>
                </a:lnTo>
                <a:lnTo>
                  <a:pt x="11290" y="6181"/>
                </a:lnTo>
                <a:lnTo>
                  <a:pt x="11266" y="6278"/>
                </a:lnTo>
                <a:lnTo>
                  <a:pt x="11290" y="6302"/>
                </a:lnTo>
                <a:lnTo>
                  <a:pt x="11315" y="6327"/>
                </a:lnTo>
                <a:lnTo>
                  <a:pt x="11412" y="6351"/>
                </a:lnTo>
                <a:lnTo>
                  <a:pt x="11485" y="6327"/>
                </a:lnTo>
                <a:lnTo>
                  <a:pt x="11631" y="6278"/>
                </a:lnTo>
                <a:lnTo>
                  <a:pt x="11899" y="6083"/>
                </a:lnTo>
                <a:lnTo>
                  <a:pt x="12093" y="5962"/>
                </a:lnTo>
                <a:lnTo>
                  <a:pt x="12264" y="5840"/>
                </a:lnTo>
                <a:lnTo>
                  <a:pt x="12264" y="6302"/>
                </a:lnTo>
                <a:lnTo>
                  <a:pt x="12045" y="6400"/>
                </a:lnTo>
                <a:lnTo>
                  <a:pt x="11850" y="6546"/>
                </a:lnTo>
                <a:lnTo>
                  <a:pt x="11509" y="6838"/>
                </a:lnTo>
                <a:lnTo>
                  <a:pt x="11436" y="6911"/>
                </a:lnTo>
                <a:lnTo>
                  <a:pt x="11339" y="7032"/>
                </a:lnTo>
                <a:lnTo>
                  <a:pt x="11290" y="7105"/>
                </a:lnTo>
                <a:lnTo>
                  <a:pt x="11266" y="7178"/>
                </a:lnTo>
                <a:lnTo>
                  <a:pt x="11266" y="7227"/>
                </a:lnTo>
                <a:lnTo>
                  <a:pt x="11315" y="7251"/>
                </a:lnTo>
                <a:lnTo>
                  <a:pt x="11388" y="7275"/>
                </a:lnTo>
                <a:lnTo>
                  <a:pt x="11461" y="7275"/>
                </a:lnTo>
                <a:lnTo>
                  <a:pt x="11607" y="7227"/>
                </a:lnTo>
                <a:lnTo>
                  <a:pt x="11753" y="7154"/>
                </a:lnTo>
                <a:lnTo>
                  <a:pt x="11874" y="7057"/>
                </a:lnTo>
                <a:lnTo>
                  <a:pt x="12239" y="6813"/>
                </a:lnTo>
                <a:lnTo>
                  <a:pt x="12239" y="7275"/>
                </a:lnTo>
                <a:lnTo>
                  <a:pt x="12142" y="7324"/>
                </a:lnTo>
                <a:lnTo>
                  <a:pt x="12069" y="7397"/>
                </a:lnTo>
                <a:lnTo>
                  <a:pt x="11923" y="7543"/>
                </a:lnTo>
                <a:lnTo>
                  <a:pt x="11655" y="7786"/>
                </a:lnTo>
                <a:lnTo>
                  <a:pt x="11363" y="8005"/>
                </a:lnTo>
                <a:lnTo>
                  <a:pt x="11315" y="8054"/>
                </a:lnTo>
                <a:lnTo>
                  <a:pt x="11315" y="8078"/>
                </a:lnTo>
                <a:lnTo>
                  <a:pt x="11315" y="8127"/>
                </a:lnTo>
                <a:lnTo>
                  <a:pt x="11315" y="8176"/>
                </a:lnTo>
                <a:lnTo>
                  <a:pt x="11339" y="8200"/>
                </a:lnTo>
                <a:lnTo>
                  <a:pt x="11388" y="8224"/>
                </a:lnTo>
                <a:lnTo>
                  <a:pt x="11436" y="8249"/>
                </a:lnTo>
                <a:lnTo>
                  <a:pt x="11485" y="8224"/>
                </a:lnTo>
                <a:lnTo>
                  <a:pt x="11631" y="8151"/>
                </a:lnTo>
                <a:lnTo>
                  <a:pt x="11777" y="8054"/>
                </a:lnTo>
                <a:lnTo>
                  <a:pt x="12045" y="7859"/>
                </a:lnTo>
                <a:lnTo>
                  <a:pt x="12239" y="7689"/>
                </a:lnTo>
                <a:lnTo>
                  <a:pt x="12215" y="8224"/>
                </a:lnTo>
                <a:lnTo>
                  <a:pt x="12069" y="8322"/>
                </a:lnTo>
                <a:lnTo>
                  <a:pt x="11947" y="8443"/>
                </a:lnTo>
                <a:lnTo>
                  <a:pt x="11777" y="8565"/>
                </a:lnTo>
                <a:lnTo>
                  <a:pt x="11631" y="8735"/>
                </a:lnTo>
                <a:lnTo>
                  <a:pt x="11509" y="8881"/>
                </a:lnTo>
                <a:lnTo>
                  <a:pt x="11412" y="9076"/>
                </a:lnTo>
                <a:lnTo>
                  <a:pt x="11388" y="9125"/>
                </a:lnTo>
                <a:lnTo>
                  <a:pt x="11412" y="9149"/>
                </a:lnTo>
                <a:lnTo>
                  <a:pt x="11461" y="9173"/>
                </a:lnTo>
                <a:lnTo>
                  <a:pt x="11509" y="9149"/>
                </a:lnTo>
                <a:lnTo>
                  <a:pt x="11801" y="8906"/>
                </a:lnTo>
                <a:lnTo>
                  <a:pt x="12118" y="8662"/>
                </a:lnTo>
                <a:lnTo>
                  <a:pt x="12215" y="8614"/>
                </a:lnTo>
                <a:lnTo>
                  <a:pt x="12215" y="8906"/>
                </a:lnTo>
                <a:lnTo>
                  <a:pt x="12020" y="9052"/>
                </a:lnTo>
                <a:lnTo>
                  <a:pt x="11850" y="9198"/>
                </a:lnTo>
                <a:lnTo>
                  <a:pt x="11680" y="9344"/>
                </a:lnTo>
                <a:lnTo>
                  <a:pt x="11509" y="9490"/>
                </a:lnTo>
                <a:lnTo>
                  <a:pt x="11436" y="9587"/>
                </a:lnTo>
                <a:lnTo>
                  <a:pt x="11363" y="9684"/>
                </a:lnTo>
                <a:lnTo>
                  <a:pt x="11266" y="9903"/>
                </a:lnTo>
                <a:lnTo>
                  <a:pt x="11242" y="9952"/>
                </a:lnTo>
                <a:lnTo>
                  <a:pt x="11266" y="9976"/>
                </a:lnTo>
                <a:lnTo>
                  <a:pt x="11315" y="10001"/>
                </a:lnTo>
                <a:lnTo>
                  <a:pt x="11363" y="9976"/>
                </a:lnTo>
                <a:lnTo>
                  <a:pt x="11534" y="9879"/>
                </a:lnTo>
                <a:lnTo>
                  <a:pt x="11704" y="9757"/>
                </a:lnTo>
                <a:lnTo>
                  <a:pt x="12045" y="9490"/>
                </a:lnTo>
                <a:lnTo>
                  <a:pt x="12191" y="9392"/>
                </a:lnTo>
                <a:lnTo>
                  <a:pt x="12191" y="9611"/>
                </a:lnTo>
                <a:lnTo>
                  <a:pt x="11874" y="9879"/>
                </a:lnTo>
                <a:lnTo>
                  <a:pt x="11582" y="10122"/>
                </a:lnTo>
                <a:lnTo>
                  <a:pt x="11436" y="10268"/>
                </a:lnTo>
                <a:lnTo>
                  <a:pt x="11339" y="10439"/>
                </a:lnTo>
                <a:lnTo>
                  <a:pt x="11315" y="10487"/>
                </a:lnTo>
                <a:lnTo>
                  <a:pt x="11339" y="10512"/>
                </a:lnTo>
                <a:lnTo>
                  <a:pt x="11363" y="10536"/>
                </a:lnTo>
                <a:lnTo>
                  <a:pt x="11412" y="10560"/>
                </a:lnTo>
                <a:lnTo>
                  <a:pt x="11607" y="10487"/>
                </a:lnTo>
                <a:lnTo>
                  <a:pt x="11801" y="10390"/>
                </a:lnTo>
                <a:lnTo>
                  <a:pt x="12142" y="10171"/>
                </a:lnTo>
                <a:lnTo>
                  <a:pt x="12191" y="10147"/>
                </a:lnTo>
                <a:lnTo>
                  <a:pt x="12166" y="10536"/>
                </a:lnTo>
                <a:lnTo>
                  <a:pt x="12020" y="10682"/>
                </a:lnTo>
                <a:lnTo>
                  <a:pt x="11850" y="10852"/>
                </a:lnTo>
                <a:lnTo>
                  <a:pt x="11704" y="10998"/>
                </a:lnTo>
                <a:lnTo>
                  <a:pt x="11412" y="11339"/>
                </a:lnTo>
                <a:lnTo>
                  <a:pt x="11412" y="11388"/>
                </a:lnTo>
                <a:lnTo>
                  <a:pt x="11412" y="11412"/>
                </a:lnTo>
                <a:lnTo>
                  <a:pt x="11436" y="11436"/>
                </a:lnTo>
                <a:lnTo>
                  <a:pt x="11485" y="11436"/>
                </a:lnTo>
                <a:lnTo>
                  <a:pt x="11826" y="11242"/>
                </a:lnTo>
                <a:lnTo>
                  <a:pt x="11972" y="11120"/>
                </a:lnTo>
                <a:lnTo>
                  <a:pt x="12118" y="10998"/>
                </a:lnTo>
                <a:lnTo>
                  <a:pt x="12166" y="10974"/>
                </a:lnTo>
                <a:lnTo>
                  <a:pt x="12166" y="11412"/>
                </a:lnTo>
                <a:lnTo>
                  <a:pt x="11972" y="11607"/>
                </a:lnTo>
                <a:lnTo>
                  <a:pt x="11826" y="11753"/>
                </a:lnTo>
                <a:lnTo>
                  <a:pt x="11704" y="11923"/>
                </a:lnTo>
                <a:lnTo>
                  <a:pt x="11582" y="12093"/>
                </a:lnTo>
                <a:lnTo>
                  <a:pt x="11485" y="12264"/>
                </a:lnTo>
                <a:lnTo>
                  <a:pt x="11485" y="12288"/>
                </a:lnTo>
                <a:lnTo>
                  <a:pt x="11509" y="12312"/>
                </a:lnTo>
                <a:lnTo>
                  <a:pt x="11534" y="12337"/>
                </a:lnTo>
                <a:lnTo>
                  <a:pt x="11558" y="12337"/>
                </a:lnTo>
                <a:lnTo>
                  <a:pt x="11728" y="12239"/>
                </a:lnTo>
                <a:lnTo>
                  <a:pt x="11899" y="12142"/>
                </a:lnTo>
                <a:lnTo>
                  <a:pt x="12191" y="11923"/>
                </a:lnTo>
                <a:lnTo>
                  <a:pt x="12215" y="12142"/>
                </a:lnTo>
                <a:lnTo>
                  <a:pt x="11972" y="12361"/>
                </a:lnTo>
                <a:lnTo>
                  <a:pt x="11655" y="12702"/>
                </a:lnTo>
                <a:lnTo>
                  <a:pt x="11509" y="12872"/>
                </a:lnTo>
                <a:lnTo>
                  <a:pt x="11388" y="13042"/>
                </a:lnTo>
                <a:lnTo>
                  <a:pt x="11363" y="13091"/>
                </a:lnTo>
                <a:lnTo>
                  <a:pt x="11388" y="13115"/>
                </a:lnTo>
                <a:lnTo>
                  <a:pt x="11412" y="13140"/>
                </a:lnTo>
                <a:lnTo>
                  <a:pt x="11436" y="13140"/>
                </a:lnTo>
                <a:lnTo>
                  <a:pt x="11631" y="13091"/>
                </a:lnTo>
                <a:lnTo>
                  <a:pt x="11801" y="12994"/>
                </a:lnTo>
                <a:lnTo>
                  <a:pt x="11972" y="12872"/>
                </a:lnTo>
                <a:lnTo>
                  <a:pt x="12118" y="12726"/>
                </a:lnTo>
                <a:lnTo>
                  <a:pt x="12239" y="12629"/>
                </a:lnTo>
                <a:lnTo>
                  <a:pt x="12239" y="12921"/>
                </a:lnTo>
                <a:lnTo>
                  <a:pt x="12191" y="12969"/>
                </a:lnTo>
                <a:lnTo>
                  <a:pt x="11996" y="13115"/>
                </a:lnTo>
                <a:lnTo>
                  <a:pt x="11801" y="13261"/>
                </a:lnTo>
                <a:lnTo>
                  <a:pt x="11436" y="13529"/>
                </a:lnTo>
                <a:lnTo>
                  <a:pt x="11266" y="13675"/>
                </a:lnTo>
                <a:lnTo>
                  <a:pt x="11120" y="13845"/>
                </a:lnTo>
                <a:lnTo>
                  <a:pt x="11120" y="13870"/>
                </a:lnTo>
                <a:lnTo>
                  <a:pt x="11120" y="13918"/>
                </a:lnTo>
                <a:lnTo>
                  <a:pt x="11193" y="13918"/>
                </a:lnTo>
                <a:lnTo>
                  <a:pt x="11631" y="13748"/>
                </a:lnTo>
                <a:lnTo>
                  <a:pt x="12045" y="13553"/>
                </a:lnTo>
                <a:lnTo>
                  <a:pt x="12288" y="13432"/>
                </a:lnTo>
                <a:lnTo>
                  <a:pt x="12288" y="13797"/>
                </a:lnTo>
                <a:lnTo>
                  <a:pt x="12239" y="13845"/>
                </a:lnTo>
                <a:lnTo>
                  <a:pt x="11923" y="14137"/>
                </a:lnTo>
                <a:lnTo>
                  <a:pt x="11680" y="14356"/>
                </a:lnTo>
                <a:lnTo>
                  <a:pt x="11436" y="14575"/>
                </a:lnTo>
                <a:lnTo>
                  <a:pt x="11436" y="14624"/>
                </a:lnTo>
                <a:lnTo>
                  <a:pt x="11461" y="14673"/>
                </a:lnTo>
                <a:lnTo>
                  <a:pt x="11631" y="14673"/>
                </a:lnTo>
                <a:lnTo>
                  <a:pt x="11801" y="14624"/>
                </a:lnTo>
                <a:lnTo>
                  <a:pt x="11947" y="14551"/>
                </a:lnTo>
                <a:lnTo>
                  <a:pt x="12069" y="14454"/>
                </a:lnTo>
                <a:lnTo>
                  <a:pt x="12312" y="14283"/>
                </a:lnTo>
                <a:lnTo>
                  <a:pt x="12312" y="14502"/>
                </a:lnTo>
                <a:lnTo>
                  <a:pt x="12215" y="14575"/>
                </a:lnTo>
                <a:lnTo>
                  <a:pt x="12118" y="14673"/>
                </a:lnTo>
                <a:lnTo>
                  <a:pt x="11947" y="14843"/>
                </a:lnTo>
                <a:lnTo>
                  <a:pt x="11582" y="15159"/>
                </a:lnTo>
                <a:lnTo>
                  <a:pt x="11217" y="15475"/>
                </a:lnTo>
                <a:lnTo>
                  <a:pt x="11193" y="15500"/>
                </a:lnTo>
                <a:lnTo>
                  <a:pt x="11217" y="15548"/>
                </a:lnTo>
                <a:lnTo>
                  <a:pt x="11266" y="15597"/>
                </a:lnTo>
                <a:lnTo>
                  <a:pt x="11315" y="15597"/>
                </a:lnTo>
                <a:lnTo>
                  <a:pt x="11509" y="15524"/>
                </a:lnTo>
                <a:lnTo>
                  <a:pt x="11704" y="15427"/>
                </a:lnTo>
                <a:lnTo>
                  <a:pt x="11874" y="15305"/>
                </a:lnTo>
                <a:lnTo>
                  <a:pt x="12045" y="15159"/>
                </a:lnTo>
                <a:lnTo>
                  <a:pt x="12312" y="14916"/>
                </a:lnTo>
                <a:lnTo>
                  <a:pt x="12312" y="15451"/>
                </a:lnTo>
                <a:lnTo>
                  <a:pt x="12215" y="15500"/>
                </a:lnTo>
                <a:lnTo>
                  <a:pt x="12118" y="15573"/>
                </a:lnTo>
                <a:lnTo>
                  <a:pt x="11947" y="15719"/>
                </a:lnTo>
                <a:lnTo>
                  <a:pt x="11339" y="16230"/>
                </a:lnTo>
                <a:lnTo>
                  <a:pt x="11315" y="16278"/>
                </a:lnTo>
                <a:lnTo>
                  <a:pt x="11339" y="16327"/>
                </a:lnTo>
                <a:lnTo>
                  <a:pt x="11388" y="16376"/>
                </a:lnTo>
                <a:lnTo>
                  <a:pt x="11436" y="16351"/>
                </a:lnTo>
                <a:lnTo>
                  <a:pt x="11801" y="16132"/>
                </a:lnTo>
                <a:lnTo>
                  <a:pt x="12166" y="15913"/>
                </a:lnTo>
                <a:lnTo>
                  <a:pt x="12312" y="15816"/>
                </a:lnTo>
                <a:lnTo>
                  <a:pt x="12288" y="16084"/>
                </a:lnTo>
                <a:lnTo>
                  <a:pt x="12118" y="16254"/>
                </a:lnTo>
                <a:lnTo>
                  <a:pt x="11923" y="16400"/>
                </a:lnTo>
                <a:lnTo>
                  <a:pt x="11582" y="16595"/>
                </a:lnTo>
                <a:lnTo>
                  <a:pt x="11217" y="16789"/>
                </a:lnTo>
                <a:lnTo>
                  <a:pt x="11193" y="16814"/>
                </a:lnTo>
                <a:lnTo>
                  <a:pt x="11169" y="16838"/>
                </a:lnTo>
                <a:lnTo>
                  <a:pt x="11193" y="16935"/>
                </a:lnTo>
                <a:lnTo>
                  <a:pt x="11242" y="16984"/>
                </a:lnTo>
                <a:lnTo>
                  <a:pt x="11315" y="16984"/>
                </a:lnTo>
                <a:lnTo>
                  <a:pt x="11704" y="16838"/>
                </a:lnTo>
                <a:lnTo>
                  <a:pt x="12093" y="16668"/>
                </a:lnTo>
                <a:lnTo>
                  <a:pt x="12264" y="16546"/>
                </a:lnTo>
                <a:lnTo>
                  <a:pt x="12264" y="16643"/>
                </a:lnTo>
                <a:lnTo>
                  <a:pt x="12093" y="16765"/>
                </a:lnTo>
                <a:lnTo>
                  <a:pt x="11972" y="16887"/>
                </a:lnTo>
                <a:lnTo>
                  <a:pt x="11680" y="17106"/>
                </a:lnTo>
                <a:lnTo>
                  <a:pt x="11582" y="17203"/>
                </a:lnTo>
                <a:lnTo>
                  <a:pt x="11509" y="17252"/>
                </a:lnTo>
                <a:lnTo>
                  <a:pt x="11461" y="17276"/>
                </a:lnTo>
                <a:lnTo>
                  <a:pt x="11412" y="17300"/>
                </a:lnTo>
                <a:lnTo>
                  <a:pt x="11412" y="17325"/>
                </a:lnTo>
                <a:lnTo>
                  <a:pt x="11412" y="17349"/>
                </a:lnTo>
                <a:lnTo>
                  <a:pt x="11436" y="17398"/>
                </a:lnTo>
                <a:lnTo>
                  <a:pt x="11509" y="17398"/>
                </a:lnTo>
                <a:lnTo>
                  <a:pt x="11582" y="17422"/>
                </a:lnTo>
                <a:lnTo>
                  <a:pt x="11728" y="17398"/>
                </a:lnTo>
                <a:lnTo>
                  <a:pt x="11874" y="17325"/>
                </a:lnTo>
                <a:lnTo>
                  <a:pt x="12020" y="17252"/>
                </a:lnTo>
                <a:lnTo>
                  <a:pt x="12191" y="17154"/>
                </a:lnTo>
                <a:lnTo>
                  <a:pt x="12118" y="17398"/>
                </a:lnTo>
                <a:lnTo>
                  <a:pt x="12069" y="17471"/>
                </a:lnTo>
                <a:lnTo>
                  <a:pt x="12020" y="17544"/>
                </a:lnTo>
                <a:lnTo>
                  <a:pt x="11996" y="17544"/>
                </a:lnTo>
                <a:lnTo>
                  <a:pt x="10414" y="17568"/>
                </a:lnTo>
                <a:lnTo>
                  <a:pt x="8857" y="17592"/>
                </a:lnTo>
                <a:lnTo>
                  <a:pt x="7300" y="17617"/>
                </a:lnTo>
                <a:lnTo>
                  <a:pt x="5718" y="17641"/>
                </a:lnTo>
                <a:lnTo>
                  <a:pt x="4064" y="17617"/>
                </a:lnTo>
                <a:lnTo>
                  <a:pt x="2385" y="17592"/>
                </a:lnTo>
                <a:lnTo>
                  <a:pt x="1874" y="17592"/>
                </a:lnTo>
                <a:lnTo>
                  <a:pt x="1630" y="17568"/>
                </a:lnTo>
                <a:lnTo>
                  <a:pt x="1509" y="17519"/>
                </a:lnTo>
                <a:lnTo>
                  <a:pt x="1387" y="17471"/>
                </a:lnTo>
                <a:lnTo>
                  <a:pt x="1314" y="17422"/>
                </a:lnTo>
                <a:lnTo>
                  <a:pt x="1241" y="17373"/>
                </a:lnTo>
                <a:lnTo>
                  <a:pt x="1144" y="17227"/>
                </a:lnTo>
                <a:lnTo>
                  <a:pt x="1095" y="17033"/>
                </a:lnTo>
                <a:lnTo>
                  <a:pt x="1071" y="16838"/>
                </a:lnTo>
                <a:lnTo>
                  <a:pt x="1046" y="16424"/>
                </a:lnTo>
                <a:lnTo>
                  <a:pt x="1046" y="16084"/>
                </a:lnTo>
                <a:lnTo>
                  <a:pt x="1046" y="15257"/>
                </a:lnTo>
                <a:lnTo>
                  <a:pt x="1071" y="14405"/>
                </a:lnTo>
                <a:lnTo>
                  <a:pt x="1119" y="12750"/>
                </a:lnTo>
                <a:lnTo>
                  <a:pt x="1119" y="11874"/>
                </a:lnTo>
                <a:lnTo>
                  <a:pt x="1119" y="10998"/>
                </a:lnTo>
                <a:lnTo>
                  <a:pt x="1095" y="9271"/>
                </a:lnTo>
                <a:lnTo>
                  <a:pt x="1095" y="8443"/>
                </a:lnTo>
                <a:lnTo>
                  <a:pt x="1119" y="7616"/>
                </a:lnTo>
                <a:lnTo>
                  <a:pt x="1119" y="6765"/>
                </a:lnTo>
                <a:lnTo>
                  <a:pt x="1119" y="5937"/>
                </a:lnTo>
                <a:lnTo>
                  <a:pt x="1119" y="5280"/>
                </a:lnTo>
                <a:lnTo>
                  <a:pt x="1071" y="4623"/>
                </a:lnTo>
                <a:lnTo>
                  <a:pt x="1046" y="4039"/>
                </a:lnTo>
                <a:lnTo>
                  <a:pt x="1046" y="3747"/>
                </a:lnTo>
                <a:lnTo>
                  <a:pt x="1095" y="3455"/>
                </a:lnTo>
                <a:lnTo>
                  <a:pt x="1874" y="3455"/>
                </a:lnTo>
                <a:lnTo>
                  <a:pt x="1703" y="3601"/>
                </a:lnTo>
                <a:lnTo>
                  <a:pt x="1533" y="3747"/>
                </a:lnTo>
                <a:lnTo>
                  <a:pt x="1460" y="3845"/>
                </a:lnTo>
                <a:lnTo>
                  <a:pt x="1387" y="3918"/>
                </a:lnTo>
                <a:lnTo>
                  <a:pt x="1338" y="4015"/>
                </a:lnTo>
                <a:lnTo>
                  <a:pt x="1338" y="4112"/>
                </a:lnTo>
                <a:lnTo>
                  <a:pt x="1338" y="4161"/>
                </a:lnTo>
                <a:lnTo>
                  <a:pt x="1387" y="4185"/>
                </a:lnTo>
                <a:lnTo>
                  <a:pt x="1484" y="4161"/>
                </a:lnTo>
                <a:lnTo>
                  <a:pt x="1557" y="4137"/>
                </a:lnTo>
                <a:lnTo>
                  <a:pt x="1728" y="4039"/>
                </a:lnTo>
                <a:lnTo>
                  <a:pt x="2020" y="3796"/>
                </a:lnTo>
                <a:lnTo>
                  <a:pt x="2166" y="3699"/>
                </a:lnTo>
                <a:lnTo>
                  <a:pt x="2336" y="3601"/>
                </a:lnTo>
                <a:lnTo>
                  <a:pt x="2506" y="3504"/>
                </a:lnTo>
                <a:lnTo>
                  <a:pt x="2652" y="3407"/>
                </a:lnTo>
                <a:lnTo>
                  <a:pt x="2847" y="3407"/>
                </a:lnTo>
                <a:lnTo>
                  <a:pt x="2774" y="3455"/>
                </a:lnTo>
                <a:lnTo>
                  <a:pt x="2360" y="3772"/>
                </a:lnTo>
                <a:lnTo>
                  <a:pt x="2141" y="3966"/>
                </a:lnTo>
                <a:lnTo>
                  <a:pt x="1971" y="4161"/>
                </a:lnTo>
                <a:lnTo>
                  <a:pt x="1971" y="4210"/>
                </a:lnTo>
                <a:lnTo>
                  <a:pt x="1995" y="4258"/>
                </a:lnTo>
                <a:lnTo>
                  <a:pt x="2044" y="4307"/>
                </a:lnTo>
                <a:lnTo>
                  <a:pt x="2093" y="4307"/>
                </a:lnTo>
                <a:lnTo>
                  <a:pt x="2214" y="4283"/>
                </a:lnTo>
                <a:lnTo>
                  <a:pt x="2312" y="4234"/>
                </a:lnTo>
                <a:lnTo>
                  <a:pt x="2531" y="4112"/>
                </a:lnTo>
                <a:lnTo>
                  <a:pt x="2920" y="3820"/>
                </a:lnTo>
                <a:lnTo>
                  <a:pt x="3212" y="3626"/>
                </a:lnTo>
                <a:lnTo>
                  <a:pt x="3358" y="3504"/>
                </a:lnTo>
                <a:lnTo>
                  <a:pt x="3504" y="3382"/>
                </a:lnTo>
                <a:lnTo>
                  <a:pt x="3893" y="3382"/>
                </a:lnTo>
                <a:lnTo>
                  <a:pt x="3674" y="3601"/>
                </a:lnTo>
                <a:lnTo>
                  <a:pt x="3480" y="3820"/>
                </a:lnTo>
                <a:lnTo>
                  <a:pt x="3382" y="3918"/>
                </a:lnTo>
                <a:lnTo>
                  <a:pt x="3261" y="4015"/>
                </a:lnTo>
                <a:lnTo>
                  <a:pt x="3115" y="4112"/>
                </a:lnTo>
                <a:lnTo>
                  <a:pt x="3066" y="4185"/>
                </a:lnTo>
                <a:lnTo>
                  <a:pt x="3066" y="4210"/>
                </a:lnTo>
                <a:lnTo>
                  <a:pt x="3066" y="4258"/>
                </a:lnTo>
                <a:lnTo>
                  <a:pt x="3090" y="4307"/>
                </a:lnTo>
                <a:lnTo>
                  <a:pt x="3139" y="4331"/>
                </a:lnTo>
                <a:lnTo>
                  <a:pt x="3236" y="4356"/>
                </a:lnTo>
                <a:lnTo>
                  <a:pt x="3334" y="4331"/>
                </a:lnTo>
                <a:lnTo>
                  <a:pt x="3455" y="4283"/>
                </a:lnTo>
                <a:lnTo>
                  <a:pt x="3674" y="4137"/>
                </a:lnTo>
                <a:lnTo>
                  <a:pt x="3820" y="3991"/>
                </a:lnTo>
                <a:lnTo>
                  <a:pt x="4234" y="3601"/>
                </a:lnTo>
                <a:lnTo>
                  <a:pt x="4331" y="3504"/>
                </a:lnTo>
                <a:lnTo>
                  <a:pt x="4429" y="3382"/>
                </a:lnTo>
                <a:lnTo>
                  <a:pt x="4988" y="3382"/>
                </a:lnTo>
                <a:lnTo>
                  <a:pt x="4794" y="3480"/>
                </a:lnTo>
                <a:lnTo>
                  <a:pt x="4623" y="3626"/>
                </a:lnTo>
                <a:lnTo>
                  <a:pt x="4477" y="3723"/>
                </a:lnTo>
                <a:lnTo>
                  <a:pt x="4331" y="3845"/>
                </a:lnTo>
                <a:lnTo>
                  <a:pt x="4210" y="3991"/>
                </a:lnTo>
                <a:lnTo>
                  <a:pt x="4185" y="4088"/>
                </a:lnTo>
                <a:lnTo>
                  <a:pt x="4137" y="4161"/>
                </a:lnTo>
                <a:lnTo>
                  <a:pt x="4137" y="4210"/>
                </a:lnTo>
                <a:lnTo>
                  <a:pt x="4161" y="4234"/>
                </a:lnTo>
                <a:lnTo>
                  <a:pt x="4185" y="4258"/>
                </a:lnTo>
                <a:lnTo>
                  <a:pt x="4234" y="4283"/>
                </a:lnTo>
                <a:lnTo>
                  <a:pt x="4307" y="4258"/>
                </a:lnTo>
                <a:lnTo>
                  <a:pt x="4380" y="4234"/>
                </a:lnTo>
                <a:lnTo>
                  <a:pt x="4526" y="4137"/>
                </a:lnTo>
                <a:lnTo>
                  <a:pt x="4794" y="3893"/>
                </a:lnTo>
                <a:lnTo>
                  <a:pt x="5110" y="3699"/>
                </a:lnTo>
                <a:lnTo>
                  <a:pt x="5256" y="3577"/>
                </a:lnTo>
                <a:lnTo>
                  <a:pt x="5304" y="3480"/>
                </a:lnTo>
                <a:lnTo>
                  <a:pt x="5353" y="3407"/>
                </a:lnTo>
                <a:lnTo>
                  <a:pt x="5353" y="3382"/>
                </a:lnTo>
                <a:lnTo>
                  <a:pt x="5888" y="3382"/>
                </a:lnTo>
                <a:lnTo>
                  <a:pt x="5645" y="3577"/>
                </a:lnTo>
                <a:lnTo>
                  <a:pt x="5450" y="3772"/>
                </a:lnTo>
                <a:lnTo>
                  <a:pt x="5256" y="3966"/>
                </a:lnTo>
                <a:lnTo>
                  <a:pt x="5110" y="4210"/>
                </a:lnTo>
                <a:lnTo>
                  <a:pt x="4988" y="4453"/>
                </a:lnTo>
                <a:lnTo>
                  <a:pt x="5012" y="4477"/>
                </a:lnTo>
                <a:lnTo>
                  <a:pt x="5037" y="4477"/>
                </a:lnTo>
                <a:lnTo>
                  <a:pt x="5207" y="4331"/>
                </a:lnTo>
                <a:lnTo>
                  <a:pt x="5377" y="4185"/>
                </a:lnTo>
                <a:lnTo>
                  <a:pt x="5694" y="3869"/>
                </a:lnTo>
                <a:lnTo>
                  <a:pt x="5913" y="3699"/>
                </a:lnTo>
                <a:lnTo>
                  <a:pt x="6132" y="3553"/>
                </a:lnTo>
                <a:lnTo>
                  <a:pt x="6302" y="3480"/>
                </a:lnTo>
                <a:lnTo>
                  <a:pt x="6351" y="3455"/>
                </a:lnTo>
                <a:lnTo>
                  <a:pt x="6424" y="3382"/>
                </a:lnTo>
                <a:lnTo>
                  <a:pt x="6910" y="3382"/>
                </a:lnTo>
                <a:lnTo>
                  <a:pt x="6764" y="3504"/>
                </a:lnTo>
                <a:lnTo>
                  <a:pt x="6570" y="3626"/>
                </a:lnTo>
                <a:lnTo>
                  <a:pt x="6351" y="3820"/>
                </a:lnTo>
                <a:lnTo>
                  <a:pt x="6253" y="3918"/>
                </a:lnTo>
                <a:lnTo>
                  <a:pt x="6180" y="4015"/>
                </a:lnTo>
                <a:lnTo>
                  <a:pt x="6107" y="4137"/>
                </a:lnTo>
                <a:lnTo>
                  <a:pt x="6083" y="4234"/>
                </a:lnTo>
                <a:lnTo>
                  <a:pt x="6107" y="4258"/>
                </a:lnTo>
                <a:lnTo>
                  <a:pt x="6132" y="4283"/>
                </a:lnTo>
                <a:lnTo>
                  <a:pt x="6229" y="4307"/>
                </a:lnTo>
                <a:lnTo>
                  <a:pt x="6326" y="4283"/>
                </a:lnTo>
                <a:lnTo>
                  <a:pt x="6424" y="4258"/>
                </a:lnTo>
                <a:lnTo>
                  <a:pt x="6521" y="4185"/>
                </a:lnTo>
                <a:lnTo>
                  <a:pt x="6691" y="4064"/>
                </a:lnTo>
                <a:lnTo>
                  <a:pt x="6837" y="3942"/>
                </a:lnTo>
                <a:lnTo>
                  <a:pt x="7056" y="3772"/>
                </a:lnTo>
                <a:lnTo>
                  <a:pt x="7300" y="3626"/>
                </a:lnTo>
                <a:lnTo>
                  <a:pt x="7519" y="3504"/>
                </a:lnTo>
                <a:lnTo>
                  <a:pt x="7616" y="3455"/>
                </a:lnTo>
                <a:lnTo>
                  <a:pt x="7713" y="3382"/>
                </a:lnTo>
                <a:lnTo>
                  <a:pt x="8103" y="3382"/>
                </a:lnTo>
                <a:lnTo>
                  <a:pt x="7884" y="3626"/>
                </a:lnTo>
                <a:lnTo>
                  <a:pt x="7616" y="3942"/>
                </a:lnTo>
                <a:lnTo>
                  <a:pt x="7470" y="4112"/>
                </a:lnTo>
                <a:lnTo>
                  <a:pt x="7348" y="4283"/>
                </a:lnTo>
                <a:lnTo>
                  <a:pt x="7348" y="4307"/>
                </a:lnTo>
                <a:lnTo>
                  <a:pt x="7373" y="4307"/>
                </a:lnTo>
                <a:lnTo>
                  <a:pt x="7543" y="4234"/>
                </a:lnTo>
                <a:lnTo>
                  <a:pt x="7689" y="4161"/>
                </a:lnTo>
                <a:lnTo>
                  <a:pt x="7835" y="4039"/>
                </a:lnTo>
                <a:lnTo>
                  <a:pt x="7957" y="3918"/>
                </a:lnTo>
                <a:lnTo>
                  <a:pt x="8541" y="3382"/>
                </a:lnTo>
                <a:lnTo>
                  <a:pt x="8760" y="3382"/>
                </a:lnTo>
                <a:lnTo>
                  <a:pt x="8589" y="3577"/>
                </a:lnTo>
                <a:lnTo>
                  <a:pt x="8346" y="3820"/>
                </a:lnTo>
                <a:lnTo>
                  <a:pt x="8200" y="3942"/>
                </a:lnTo>
                <a:lnTo>
                  <a:pt x="8151" y="4015"/>
                </a:lnTo>
                <a:lnTo>
                  <a:pt x="8103" y="4088"/>
                </a:lnTo>
                <a:lnTo>
                  <a:pt x="8103" y="4137"/>
                </a:lnTo>
                <a:lnTo>
                  <a:pt x="8127" y="4185"/>
                </a:lnTo>
                <a:lnTo>
                  <a:pt x="8151" y="4210"/>
                </a:lnTo>
                <a:lnTo>
                  <a:pt x="8200" y="4234"/>
                </a:lnTo>
                <a:lnTo>
                  <a:pt x="8273" y="4258"/>
                </a:lnTo>
                <a:lnTo>
                  <a:pt x="8370" y="4234"/>
                </a:lnTo>
                <a:lnTo>
                  <a:pt x="8468" y="4210"/>
                </a:lnTo>
                <a:lnTo>
                  <a:pt x="8541" y="4137"/>
                </a:lnTo>
                <a:lnTo>
                  <a:pt x="8711" y="4015"/>
                </a:lnTo>
                <a:lnTo>
                  <a:pt x="8833" y="3893"/>
                </a:lnTo>
                <a:lnTo>
                  <a:pt x="9052" y="3626"/>
                </a:lnTo>
                <a:lnTo>
                  <a:pt x="9271" y="3358"/>
                </a:lnTo>
                <a:lnTo>
                  <a:pt x="9903" y="3358"/>
                </a:lnTo>
                <a:lnTo>
                  <a:pt x="9782" y="3480"/>
                </a:lnTo>
                <a:lnTo>
                  <a:pt x="9660" y="3601"/>
                </a:lnTo>
                <a:lnTo>
                  <a:pt x="9538" y="3747"/>
                </a:lnTo>
                <a:lnTo>
                  <a:pt x="9441" y="3918"/>
                </a:lnTo>
                <a:lnTo>
                  <a:pt x="9441" y="3966"/>
                </a:lnTo>
                <a:lnTo>
                  <a:pt x="9465" y="3991"/>
                </a:lnTo>
                <a:lnTo>
                  <a:pt x="9490" y="4015"/>
                </a:lnTo>
                <a:lnTo>
                  <a:pt x="9538" y="3991"/>
                </a:lnTo>
                <a:lnTo>
                  <a:pt x="9684" y="3893"/>
                </a:lnTo>
                <a:lnTo>
                  <a:pt x="9806" y="3796"/>
                </a:lnTo>
                <a:lnTo>
                  <a:pt x="10074" y="3553"/>
                </a:lnTo>
                <a:lnTo>
                  <a:pt x="10220" y="3431"/>
                </a:lnTo>
                <a:lnTo>
                  <a:pt x="10366" y="3334"/>
                </a:lnTo>
                <a:lnTo>
                  <a:pt x="10633" y="3334"/>
                </a:lnTo>
                <a:lnTo>
                  <a:pt x="10560" y="3407"/>
                </a:lnTo>
                <a:lnTo>
                  <a:pt x="10293" y="3699"/>
                </a:lnTo>
                <a:lnTo>
                  <a:pt x="10171" y="3845"/>
                </a:lnTo>
                <a:lnTo>
                  <a:pt x="10074" y="4015"/>
                </a:lnTo>
                <a:lnTo>
                  <a:pt x="10049" y="4064"/>
                </a:lnTo>
                <a:lnTo>
                  <a:pt x="10049" y="4112"/>
                </a:lnTo>
                <a:lnTo>
                  <a:pt x="10098" y="4185"/>
                </a:lnTo>
                <a:lnTo>
                  <a:pt x="10171" y="4234"/>
                </a:lnTo>
                <a:lnTo>
                  <a:pt x="10220" y="4234"/>
                </a:lnTo>
                <a:lnTo>
                  <a:pt x="10268" y="4210"/>
                </a:lnTo>
                <a:lnTo>
                  <a:pt x="10390" y="4112"/>
                </a:lnTo>
                <a:lnTo>
                  <a:pt x="10536" y="3991"/>
                </a:lnTo>
                <a:lnTo>
                  <a:pt x="10755" y="3723"/>
                </a:lnTo>
                <a:lnTo>
                  <a:pt x="10974" y="3504"/>
                </a:lnTo>
                <a:lnTo>
                  <a:pt x="11217" y="3309"/>
                </a:lnTo>
                <a:close/>
                <a:moveTo>
                  <a:pt x="7567" y="0"/>
                </a:moveTo>
                <a:lnTo>
                  <a:pt x="7154" y="24"/>
                </a:lnTo>
                <a:lnTo>
                  <a:pt x="6716" y="73"/>
                </a:lnTo>
                <a:lnTo>
                  <a:pt x="5596" y="73"/>
                </a:lnTo>
                <a:lnTo>
                  <a:pt x="5256" y="146"/>
                </a:lnTo>
                <a:lnTo>
                  <a:pt x="5085" y="170"/>
                </a:lnTo>
                <a:lnTo>
                  <a:pt x="4915" y="243"/>
                </a:lnTo>
                <a:lnTo>
                  <a:pt x="4794" y="316"/>
                </a:lnTo>
                <a:lnTo>
                  <a:pt x="4696" y="389"/>
                </a:lnTo>
                <a:lnTo>
                  <a:pt x="4599" y="487"/>
                </a:lnTo>
                <a:lnTo>
                  <a:pt x="4526" y="584"/>
                </a:lnTo>
                <a:lnTo>
                  <a:pt x="4477" y="706"/>
                </a:lnTo>
                <a:lnTo>
                  <a:pt x="4453" y="827"/>
                </a:lnTo>
                <a:lnTo>
                  <a:pt x="4453" y="949"/>
                </a:lnTo>
                <a:lnTo>
                  <a:pt x="4453" y="1095"/>
                </a:lnTo>
                <a:lnTo>
                  <a:pt x="3699" y="1071"/>
                </a:lnTo>
                <a:lnTo>
                  <a:pt x="2920" y="1071"/>
                </a:lnTo>
                <a:lnTo>
                  <a:pt x="2141" y="1095"/>
                </a:lnTo>
                <a:lnTo>
                  <a:pt x="1387" y="1168"/>
                </a:lnTo>
                <a:lnTo>
                  <a:pt x="1022" y="1265"/>
                </a:lnTo>
                <a:lnTo>
                  <a:pt x="827" y="1314"/>
                </a:lnTo>
                <a:lnTo>
                  <a:pt x="657" y="1387"/>
                </a:lnTo>
                <a:lnTo>
                  <a:pt x="511" y="1484"/>
                </a:lnTo>
                <a:lnTo>
                  <a:pt x="365" y="1606"/>
                </a:lnTo>
                <a:lnTo>
                  <a:pt x="268" y="1752"/>
                </a:lnTo>
                <a:lnTo>
                  <a:pt x="170" y="1922"/>
                </a:lnTo>
                <a:lnTo>
                  <a:pt x="97" y="2141"/>
                </a:lnTo>
                <a:lnTo>
                  <a:pt x="73" y="2409"/>
                </a:lnTo>
                <a:lnTo>
                  <a:pt x="97" y="2677"/>
                </a:lnTo>
                <a:lnTo>
                  <a:pt x="122" y="2823"/>
                </a:lnTo>
                <a:lnTo>
                  <a:pt x="170" y="2920"/>
                </a:lnTo>
                <a:lnTo>
                  <a:pt x="122" y="2920"/>
                </a:lnTo>
                <a:lnTo>
                  <a:pt x="73" y="2944"/>
                </a:lnTo>
                <a:lnTo>
                  <a:pt x="24" y="2993"/>
                </a:lnTo>
                <a:lnTo>
                  <a:pt x="0" y="3042"/>
                </a:lnTo>
                <a:lnTo>
                  <a:pt x="0" y="3115"/>
                </a:lnTo>
                <a:lnTo>
                  <a:pt x="0" y="3163"/>
                </a:lnTo>
                <a:lnTo>
                  <a:pt x="24" y="3212"/>
                </a:lnTo>
                <a:lnTo>
                  <a:pt x="73" y="3261"/>
                </a:lnTo>
                <a:lnTo>
                  <a:pt x="122" y="3285"/>
                </a:lnTo>
                <a:lnTo>
                  <a:pt x="414" y="3358"/>
                </a:lnTo>
                <a:lnTo>
                  <a:pt x="706" y="3407"/>
                </a:lnTo>
                <a:lnTo>
                  <a:pt x="633" y="3674"/>
                </a:lnTo>
                <a:lnTo>
                  <a:pt x="584" y="3918"/>
                </a:lnTo>
                <a:lnTo>
                  <a:pt x="584" y="4210"/>
                </a:lnTo>
                <a:lnTo>
                  <a:pt x="584" y="4477"/>
                </a:lnTo>
                <a:lnTo>
                  <a:pt x="608" y="5037"/>
                </a:lnTo>
                <a:lnTo>
                  <a:pt x="633" y="5572"/>
                </a:lnTo>
                <a:lnTo>
                  <a:pt x="633" y="6497"/>
                </a:lnTo>
                <a:lnTo>
                  <a:pt x="633" y="7421"/>
                </a:lnTo>
                <a:lnTo>
                  <a:pt x="608" y="8346"/>
                </a:lnTo>
                <a:lnTo>
                  <a:pt x="608" y="9271"/>
                </a:lnTo>
                <a:lnTo>
                  <a:pt x="608" y="11096"/>
                </a:lnTo>
                <a:lnTo>
                  <a:pt x="633" y="12020"/>
                </a:lnTo>
                <a:lnTo>
                  <a:pt x="608" y="12921"/>
                </a:lnTo>
                <a:lnTo>
                  <a:pt x="560" y="14867"/>
                </a:lnTo>
                <a:lnTo>
                  <a:pt x="560" y="15840"/>
                </a:lnTo>
                <a:lnTo>
                  <a:pt x="584" y="16814"/>
                </a:lnTo>
                <a:lnTo>
                  <a:pt x="633" y="17057"/>
                </a:lnTo>
                <a:lnTo>
                  <a:pt x="681" y="17276"/>
                </a:lnTo>
                <a:lnTo>
                  <a:pt x="754" y="17471"/>
                </a:lnTo>
                <a:lnTo>
                  <a:pt x="876" y="17641"/>
                </a:lnTo>
                <a:lnTo>
                  <a:pt x="1022" y="17787"/>
                </a:lnTo>
                <a:lnTo>
                  <a:pt x="1192" y="17909"/>
                </a:lnTo>
                <a:lnTo>
                  <a:pt x="1387" y="17982"/>
                </a:lnTo>
                <a:lnTo>
                  <a:pt x="1630" y="18055"/>
                </a:lnTo>
                <a:lnTo>
                  <a:pt x="1971" y="18079"/>
                </a:lnTo>
                <a:lnTo>
                  <a:pt x="2287" y="18103"/>
                </a:lnTo>
                <a:lnTo>
                  <a:pt x="2969" y="18103"/>
                </a:lnTo>
                <a:lnTo>
                  <a:pt x="4842" y="18128"/>
                </a:lnTo>
                <a:lnTo>
                  <a:pt x="8419" y="18128"/>
                </a:lnTo>
                <a:lnTo>
                  <a:pt x="10220" y="18079"/>
                </a:lnTo>
                <a:lnTo>
                  <a:pt x="12069" y="18079"/>
                </a:lnTo>
                <a:lnTo>
                  <a:pt x="12118" y="18055"/>
                </a:lnTo>
                <a:lnTo>
                  <a:pt x="12191" y="17982"/>
                </a:lnTo>
                <a:lnTo>
                  <a:pt x="12337" y="17884"/>
                </a:lnTo>
                <a:lnTo>
                  <a:pt x="12434" y="17763"/>
                </a:lnTo>
                <a:lnTo>
                  <a:pt x="12531" y="17592"/>
                </a:lnTo>
                <a:lnTo>
                  <a:pt x="12604" y="17422"/>
                </a:lnTo>
                <a:lnTo>
                  <a:pt x="12653" y="17227"/>
                </a:lnTo>
                <a:lnTo>
                  <a:pt x="12702" y="17008"/>
                </a:lnTo>
                <a:lnTo>
                  <a:pt x="12775" y="16546"/>
                </a:lnTo>
                <a:lnTo>
                  <a:pt x="12799" y="16084"/>
                </a:lnTo>
                <a:lnTo>
                  <a:pt x="12799" y="15646"/>
                </a:lnTo>
                <a:lnTo>
                  <a:pt x="12799" y="15013"/>
                </a:lnTo>
                <a:lnTo>
                  <a:pt x="12799" y="14308"/>
                </a:lnTo>
                <a:lnTo>
                  <a:pt x="12750" y="13602"/>
                </a:lnTo>
                <a:lnTo>
                  <a:pt x="12677" y="12215"/>
                </a:lnTo>
                <a:lnTo>
                  <a:pt x="12775" y="12069"/>
                </a:lnTo>
                <a:lnTo>
                  <a:pt x="12775" y="11996"/>
                </a:lnTo>
                <a:lnTo>
                  <a:pt x="12775" y="11947"/>
                </a:lnTo>
                <a:lnTo>
                  <a:pt x="12726" y="11899"/>
                </a:lnTo>
                <a:lnTo>
                  <a:pt x="12653" y="11874"/>
                </a:lnTo>
                <a:lnTo>
                  <a:pt x="12653" y="11558"/>
                </a:lnTo>
                <a:lnTo>
                  <a:pt x="12702" y="11436"/>
                </a:lnTo>
                <a:lnTo>
                  <a:pt x="12726" y="11315"/>
                </a:lnTo>
                <a:lnTo>
                  <a:pt x="12702" y="11266"/>
                </a:lnTo>
                <a:lnTo>
                  <a:pt x="12653" y="11217"/>
                </a:lnTo>
                <a:lnTo>
                  <a:pt x="12629" y="11217"/>
                </a:lnTo>
                <a:lnTo>
                  <a:pt x="12629" y="11047"/>
                </a:lnTo>
                <a:lnTo>
                  <a:pt x="12653" y="9733"/>
                </a:lnTo>
                <a:lnTo>
                  <a:pt x="12677" y="9660"/>
                </a:lnTo>
                <a:lnTo>
                  <a:pt x="12702" y="9587"/>
                </a:lnTo>
                <a:lnTo>
                  <a:pt x="12702" y="9538"/>
                </a:lnTo>
                <a:lnTo>
                  <a:pt x="12653" y="9490"/>
                </a:lnTo>
                <a:lnTo>
                  <a:pt x="12726" y="7105"/>
                </a:lnTo>
                <a:lnTo>
                  <a:pt x="12726" y="5913"/>
                </a:lnTo>
                <a:lnTo>
                  <a:pt x="12726" y="4745"/>
                </a:lnTo>
                <a:lnTo>
                  <a:pt x="12750" y="4429"/>
                </a:lnTo>
                <a:lnTo>
                  <a:pt x="12750" y="4015"/>
                </a:lnTo>
                <a:lnTo>
                  <a:pt x="12750" y="3820"/>
                </a:lnTo>
                <a:lnTo>
                  <a:pt x="12726" y="3650"/>
                </a:lnTo>
                <a:lnTo>
                  <a:pt x="12677" y="3480"/>
                </a:lnTo>
                <a:lnTo>
                  <a:pt x="12604" y="3358"/>
                </a:lnTo>
                <a:lnTo>
                  <a:pt x="12920" y="3382"/>
                </a:lnTo>
                <a:lnTo>
                  <a:pt x="12993" y="3382"/>
                </a:lnTo>
                <a:lnTo>
                  <a:pt x="13066" y="3358"/>
                </a:lnTo>
                <a:lnTo>
                  <a:pt x="13115" y="3309"/>
                </a:lnTo>
                <a:lnTo>
                  <a:pt x="13164" y="3261"/>
                </a:lnTo>
                <a:lnTo>
                  <a:pt x="13164" y="3188"/>
                </a:lnTo>
                <a:lnTo>
                  <a:pt x="13164" y="3115"/>
                </a:lnTo>
                <a:lnTo>
                  <a:pt x="13164" y="3042"/>
                </a:lnTo>
                <a:lnTo>
                  <a:pt x="13139" y="2969"/>
                </a:lnTo>
                <a:lnTo>
                  <a:pt x="13188" y="2604"/>
                </a:lnTo>
                <a:lnTo>
                  <a:pt x="13237" y="2239"/>
                </a:lnTo>
                <a:lnTo>
                  <a:pt x="13237" y="2044"/>
                </a:lnTo>
                <a:lnTo>
                  <a:pt x="13212" y="1849"/>
                </a:lnTo>
                <a:lnTo>
                  <a:pt x="13164" y="1679"/>
                </a:lnTo>
                <a:lnTo>
                  <a:pt x="13091" y="1533"/>
                </a:lnTo>
                <a:lnTo>
                  <a:pt x="12969" y="1387"/>
                </a:lnTo>
                <a:lnTo>
                  <a:pt x="12823" y="1265"/>
                </a:lnTo>
                <a:lnTo>
                  <a:pt x="12677" y="1168"/>
                </a:lnTo>
                <a:lnTo>
                  <a:pt x="12507" y="1119"/>
                </a:lnTo>
                <a:lnTo>
                  <a:pt x="12312" y="1071"/>
                </a:lnTo>
                <a:lnTo>
                  <a:pt x="12142" y="1071"/>
                </a:lnTo>
                <a:lnTo>
                  <a:pt x="11753" y="1046"/>
                </a:lnTo>
                <a:lnTo>
                  <a:pt x="10317" y="1071"/>
                </a:lnTo>
                <a:lnTo>
                  <a:pt x="8881" y="1119"/>
                </a:lnTo>
                <a:lnTo>
                  <a:pt x="8881" y="1095"/>
                </a:lnTo>
                <a:lnTo>
                  <a:pt x="8833" y="876"/>
                </a:lnTo>
                <a:lnTo>
                  <a:pt x="8784" y="706"/>
                </a:lnTo>
                <a:lnTo>
                  <a:pt x="8711" y="535"/>
                </a:lnTo>
                <a:lnTo>
                  <a:pt x="8614" y="365"/>
                </a:lnTo>
                <a:lnTo>
                  <a:pt x="8516" y="243"/>
                </a:lnTo>
                <a:lnTo>
                  <a:pt x="8370" y="146"/>
                </a:lnTo>
                <a:lnTo>
                  <a:pt x="8200" y="73"/>
                </a:lnTo>
                <a:lnTo>
                  <a:pt x="7981" y="24"/>
                </a:lnTo>
                <a:lnTo>
                  <a:pt x="776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40" name="Google Shape;840;p39"/>
          <p:cNvSpPr/>
          <p:nvPr/>
        </p:nvSpPr>
        <p:spPr>
          <a:xfrm>
            <a:off x="264677" y="3280175"/>
            <a:ext cx="417999" cy="330797"/>
          </a:xfrm>
          <a:custGeom>
            <a:avLst/>
            <a:gdLst/>
            <a:ahLst/>
            <a:cxnLst/>
            <a:rect l="l" t="t" r="r" b="b"/>
            <a:pathLst>
              <a:path w="19126" h="15136" extrusionOk="0">
                <a:moveTo>
                  <a:pt x="8979" y="2628"/>
                </a:moveTo>
                <a:lnTo>
                  <a:pt x="8687" y="2653"/>
                </a:lnTo>
                <a:lnTo>
                  <a:pt x="8395" y="2701"/>
                </a:lnTo>
                <a:lnTo>
                  <a:pt x="7811" y="2799"/>
                </a:lnTo>
                <a:lnTo>
                  <a:pt x="7543" y="2872"/>
                </a:lnTo>
                <a:lnTo>
                  <a:pt x="7251" y="2969"/>
                </a:lnTo>
                <a:lnTo>
                  <a:pt x="7130" y="3042"/>
                </a:lnTo>
                <a:lnTo>
                  <a:pt x="7008" y="3139"/>
                </a:lnTo>
                <a:lnTo>
                  <a:pt x="6935" y="3237"/>
                </a:lnTo>
                <a:lnTo>
                  <a:pt x="6886" y="3383"/>
                </a:lnTo>
                <a:lnTo>
                  <a:pt x="6886" y="3456"/>
                </a:lnTo>
                <a:lnTo>
                  <a:pt x="6935" y="3529"/>
                </a:lnTo>
                <a:lnTo>
                  <a:pt x="7032" y="3553"/>
                </a:lnTo>
                <a:lnTo>
                  <a:pt x="7105" y="3577"/>
                </a:lnTo>
                <a:lnTo>
                  <a:pt x="7203" y="3577"/>
                </a:lnTo>
                <a:lnTo>
                  <a:pt x="7300" y="3553"/>
                </a:lnTo>
                <a:lnTo>
                  <a:pt x="7470" y="3480"/>
                </a:lnTo>
                <a:lnTo>
                  <a:pt x="7641" y="3407"/>
                </a:lnTo>
                <a:lnTo>
                  <a:pt x="7908" y="3334"/>
                </a:lnTo>
                <a:lnTo>
                  <a:pt x="8176" y="3261"/>
                </a:lnTo>
                <a:lnTo>
                  <a:pt x="8736" y="3188"/>
                </a:lnTo>
                <a:lnTo>
                  <a:pt x="9076" y="3164"/>
                </a:lnTo>
                <a:lnTo>
                  <a:pt x="9563" y="3139"/>
                </a:lnTo>
                <a:lnTo>
                  <a:pt x="9806" y="3164"/>
                </a:lnTo>
                <a:lnTo>
                  <a:pt x="10025" y="3212"/>
                </a:lnTo>
                <a:lnTo>
                  <a:pt x="10196" y="3261"/>
                </a:lnTo>
                <a:lnTo>
                  <a:pt x="10269" y="3310"/>
                </a:lnTo>
                <a:lnTo>
                  <a:pt x="10317" y="3383"/>
                </a:lnTo>
                <a:lnTo>
                  <a:pt x="10390" y="3456"/>
                </a:lnTo>
                <a:lnTo>
                  <a:pt x="10487" y="3504"/>
                </a:lnTo>
                <a:lnTo>
                  <a:pt x="10585" y="3504"/>
                </a:lnTo>
                <a:lnTo>
                  <a:pt x="10682" y="3456"/>
                </a:lnTo>
                <a:lnTo>
                  <a:pt x="10755" y="3407"/>
                </a:lnTo>
                <a:lnTo>
                  <a:pt x="10804" y="3310"/>
                </a:lnTo>
                <a:lnTo>
                  <a:pt x="10828" y="3212"/>
                </a:lnTo>
                <a:lnTo>
                  <a:pt x="10779" y="3091"/>
                </a:lnTo>
                <a:lnTo>
                  <a:pt x="10706" y="2993"/>
                </a:lnTo>
                <a:lnTo>
                  <a:pt x="10633" y="2920"/>
                </a:lnTo>
                <a:lnTo>
                  <a:pt x="10536" y="2847"/>
                </a:lnTo>
                <a:lnTo>
                  <a:pt x="10439" y="2799"/>
                </a:lnTo>
                <a:lnTo>
                  <a:pt x="10220" y="2726"/>
                </a:lnTo>
                <a:lnTo>
                  <a:pt x="9952" y="2653"/>
                </a:lnTo>
                <a:lnTo>
                  <a:pt x="9709" y="2628"/>
                </a:lnTo>
                <a:close/>
                <a:moveTo>
                  <a:pt x="13797" y="3577"/>
                </a:moveTo>
                <a:lnTo>
                  <a:pt x="13578" y="3601"/>
                </a:lnTo>
                <a:lnTo>
                  <a:pt x="13334" y="3650"/>
                </a:lnTo>
                <a:lnTo>
                  <a:pt x="13115" y="3723"/>
                </a:lnTo>
                <a:lnTo>
                  <a:pt x="13018" y="3772"/>
                </a:lnTo>
                <a:lnTo>
                  <a:pt x="12945" y="3845"/>
                </a:lnTo>
                <a:lnTo>
                  <a:pt x="12945" y="3893"/>
                </a:lnTo>
                <a:lnTo>
                  <a:pt x="12945" y="3918"/>
                </a:lnTo>
                <a:lnTo>
                  <a:pt x="13042" y="3942"/>
                </a:lnTo>
                <a:lnTo>
                  <a:pt x="13140" y="3966"/>
                </a:lnTo>
                <a:lnTo>
                  <a:pt x="13334" y="3966"/>
                </a:lnTo>
                <a:lnTo>
                  <a:pt x="13699" y="3942"/>
                </a:lnTo>
                <a:lnTo>
                  <a:pt x="13918" y="3942"/>
                </a:lnTo>
                <a:lnTo>
                  <a:pt x="14137" y="3966"/>
                </a:lnTo>
                <a:lnTo>
                  <a:pt x="14356" y="3966"/>
                </a:lnTo>
                <a:lnTo>
                  <a:pt x="14478" y="3942"/>
                </a:lnTo>
                <a:lnTo>
                  <a:pt x="14575" y="3918"/>
                </a:lnTo>
                <a:lnTo>
                  <a:pt x="14600" y="3893"/>
                </a:lnTo>
                <a:lnTo>
                  <a:pt x="14600" y="3869"/>
                </a:lnTo>
                <a:lnTo>
                  <a:pt x="14624" y="3820"/>
                </a:lnTo>
                <a:lnTo>
                  <a:pt x="14600" y="3772"/>
                </a:lnTo>
                <a:lnTo>
                  <a:pt x="14527" y="3699"/>
                </a:lnTo>
                <a:lnTo>
                  <a:pt x="14454" y="3650"/>
                </a:lnTo>
                <a:lnTo>
                  <a:pt x="14381" y="3601"/>
                </a:lnTo>
                <a:lnTo>
                  <a:pt x="14186" y="3577"/>
                </a:lnTo>
                <a:close/>
                <a:moveTo>
                  <a:pt x="3650" y="5548"/>
                </a:moveTo>
                <a:lnTo>
                  <a:pt x="3553" y="5597"/>
                </a:lnTo>
                <a:lnTo>
                  <a:pt x="3480" y="5621"/>
                </a:lnTo>
                <a:lnTo>
                  <a:pt x="3382" y="5694"/>
                </a:lnTo>
                <a:lnTo>
                  <a:pt x="3309" y="5767"/>
                </a:lnTo>
                <a:lnTo>
                  <a:pt x="3188" y="5937"/>
                </a:lnTo>
                <a:lnTo>
                  <a:pt x="3163" y="6035"/>
                </a:lnTo>
                <a:lnTo>
                  <a:pt x="3139" y="6132"/>
                </a:lnTo>
                <a:lnTo>
                  <a:pt x="3115" y="6254"/>
                </a:lnTo>
                <a:lnTo>
                  <a:pt x="3139" y="6375"/>
                </a:lnTo>
                <a:lnTo>
                  <a:pt x="3163" y="6473"/>
                </a:lnTo>
                <a:lnTo>
                  <a:pt x="3212" y="6594"/>
                </a:lnTo>
                <a:lnTo>
                  <a:pt x="3285" y="6692"/>
                </a:lnTo>
                <a:lnTo>
                  <a:pt x="3358" y="6765"/>
                </a:lnTo>
                <a:lnTo>
                  <a:pt x="3455" y="6838"/>
                </a:lnTo>
                <a:lnTo>
                  <a:pt x="3577" y="6886"/>
                </a:lnTo>
                <a:lnTo>
                  <a:pt x="3674" y="6911"/>
                </a:lnTo>
                <a:lnTo>
                  <a:pt x="3772" y="6935"/>
                </a:lnTo>
                <a:lnTo>
                  <a:pt x="3869" y="6911"/>
                </a:lnTo>
                <a:lnTo>
                  <a:pt x="3966" y="6911"/>
                </a:lnTo>
                <a:lnTo>
                  <a:pt x="4161" y="6813"/>
                </a:lnTo>
                <a:lnTo>
                  <a:pt x="4307" y="6692"/>
                </a:lnTo>
                <a:lnTo>
                  <a:pt x="4404" y="6521"/>
                </a:lnTo>
                <a:lnTo>
                  <a:pt x="4453" y="6351"/>
                </a:lnTo>
                <a:lnTo>
                  <a:pt x="4453" y="6181"/>
                </a:lnTo>
                <a:lnTo>
                  <a:pt x="4404" y="6010"/>
                </a:lnTo>
                <a:lnTo>
                  <a:pt x="4356" y="5937"/>
                </a:lnTo>
                <a:lnTo>
                  <a:pt x="4307" y="5840"/>
                </a:lnTo>
                <a:lnTo>
                  <a:pt x="4234" y="5743"/>
                </a:lnTo>
                <a:lnTo>
                  <a:pt x="4161" y="5670"/>
                </a:lnTo>
                <a:lnTo>
                  <a:pt x="4064" y="5621"/>
                </a:lnTo>
                <a:lnTo>
                  <a:pt x="3966" y="5572"/>
                </a:lnTo>
                <a:lnTo>
                  <a:pt x="3869" y="5548"/>
                </a:lnTo>
                <a:close/>
                <a:moveTo>
                  <a:pt x="17495" y="7373"/>
                </a:moveTo>
                <a:lnTo>
                  <a:pt x="17739" y="7446"/>
                </a:lnTo>
                <a:lnTo>
                  <a:pt x="17617" y="7592"/>
                </a:lnTo>
                <a:lnTo>
                  <a:pt x="17447" y="7689"/>
                </a:lnTo>
                <a:lnTo>
                  <a:pt x="17447" y="7543"/>
                </a:lnTo>
                <a:lnTo>
                  <a:pt x="17495" y="7373"/>
                </a:lnTo>
                <a:close/>
                <a:moveTo>
                  <a:pt x="5061" y="487"/>
                </a:moveTo>
                <a:lnTo>
                  <a:pt x="5256" y="560"/>
                </a:lnTo>
                <a:lnTo>
                  <a:pt x="5426" y="633"/>
                </a:lnTo>
                <a:lnTo>
                  <a:pt x="5621" y="682"/>
                </a:lnTo>
                <a:lnTo>
                  <a:pt x="5791" y="779"/>
                </a:lnTo>
                <a:lnTo>
                  <a:pt x="5913" y="852"/>
                </a:lnTo>
                <a:lnTo>
                  <a:pt x="6035" y="949"/>
                </a:lnTo>
                <a:lnTo>
                  <a:pt x="6254" y="1168"/>
                </a:lnTo>
                <a:lnTo>
                  <a:pt x="6473" y="1387"/>
                </a:lnTo>
                <a:lnTo>
                  <a:pt x="6692" y="1606"/>
                </a:lnTo>
                <a:lnTo>
                  <a:pt x="6813" y="1655"/>
                </a:lnTo>
                <a:lnTo>
                  <a:pt x="6911" y="1655"/>
                </a:lnTo>
                <a:lnTo>
                  <a:pt x="7032" y="1631"/>
                </a:lnTo>
                <a:lnTo>
                  <a:pt x="7105" y="1558"/>
                </a:lnTo>
                <a:lnTo>
                  <a:pt x="8127" y="1485"/>
                </a:lnTo>
                <a:lnTo>
                  <a:pt x="9174" y="1485"/>
                </a:lnTo>
                <a:lnTo>
                  <a:pt x="9490" y="1509"/>
                </a:lnTo>
                <a:lnTo>
                  <a:pt x="9806" y="1558"/>
                </a:lnTo>
                <a:lnTo>
                  <a:pt x="10439" y="1679"/>
                </a:lnTo>
                <a:lnTo>
                  <a:pt x="11047" y="1850"/>
                </a:lnTo>
                <a:lnTo>
                  <a:pt x="11655" y="2044"/>
                </a:lnTo>
                <a:lnTo>
                  <a:pt x="12093" y="2239"/>
                </a:lnTo>
                <a:lnTo>
                  <a:pt x="12556" y="2409"/>
                </a:lnTo>
                <a:lnTo>
                  <a:pt x="12434" y="2458"/>
                </a:lnTo>
                <a:lnTo>
                  <a:pt x="12361" y="2507"/>
                </a:lnTo>
                <a:lnTo>
                  <a:pt x="12288" y="2580"/>
                </a:lnTo>
                <a:lnTo>
                  <a:pt x="12264" y="2677"/>
                </a:lnTo>
                <a:lnTo>
                  <a:pt x="12264" y="2701"/>
                </a:lnTo>
                <a:lnTo>
                  <a:pt x="12288" y="2726"/>
                </a:lnTo>
                <a:lnTo>
                  <a:pt x="12385" y="2774"/>
                </a:lnTo>
                <a:lnTo>
                  <a:pt x="12483" y="2750"/>
                </a:lnTo>
                <a:lnTo>
                  <a:pt x="12677" y="2726"/>
                </a:lnTo>
                <a:lnTo>
                  <a:pt x="12872" y="2701"/>
                </a:lnTo>
                <a:lnTo>
                  <a:pt x="12969" y="2677"/>
                </a:lnTo>
                <a:lnTo>
                  <a:pt x="13042" y="2653"/>
                </a:lnTo>
                <a:lnTo>
                  <a:pt x="13626" y="2993"/>
                </a:lnTo>
                <a:lnTo>
                  <a:pt x="13432" y="3018"/>
                </a:lnTo>
                <a:lnTo>
                  <a:pt x="12896" y="3066"/>
                </a:lnTo>
                <a:lnTo>
                  <a:pt x="12653" y="3115"/>
                </a:lnTo>
                <a:lnTo>
                  <a:pt x="12410" y="3212"/>
                </a:lnTo>
                <a:lnTo>
                  <a:pt x="12385" y="3237"/>
                </a:lnTo>
                <a:lnTo>
                  <a:pt x="12410" y="3261"/>
                </a:lnTo>
                <a:lnTo>
                  <a:pt x="12531" y="3285"/>
                </a:lnTo>
                <a:lnTo>
                  <a:pt x="12653" y="3310"/>
                </a:lnTo>
                <a:lnTo>
                  <a:pt x="12921" y="3310"/>
                </a:lnTo>
                <a:lnTo>
                  <a:pt x="13432" y="3261"/>
                </a:lnTo>
                <a:lnTo>
                  <a:pt x="13699" y="3261"/>
                </a:lnTo>
                <a:lnTo>
                  <a:pt x="13991" y="3237"/>
                </a:lnTo>
                <a:lnTo>
                  <a:pt x="14259" y="3456"/>
                </a:lnTo>
                <a:lnTo>
                  <a:pt x="14527" y="3699"/>
                </a:lnTo>
                <a:lnTo>
                  <a:pt x="14819" y="3966"/>
                </a:lnTo>
                <a:lnTo>
                  <a:pt x="15062" y="4283"/>
                </a:lnTo>
                <a:lnTo>
                  <a:pt x="14794" y="4258"/>
                </a:lnTo>
                <a:lnTo>
                  <a:pt x="14551" y="4283"/>
                </a:lnTo>
                <a:lnTo>
                  <a:pt x="14308" y="4283"/>
                </a:lnTo>
                <a:lnTo>
                  <a:pt x="14016" y="4307"/>
                </a:lnTo>
                <a:lnTo>
                  <a:pt x="13870" y="4331"/>
                </a:lnTo>
                <a:lnTo>
                  <a:pt x="13724" y="4380"/>
                </a:lnTo>
                <a:lnTo>
                  <a:pt x="13626" y="4453"/>
                </a:lnTo>
                <a:lnTo>
                  <a:pt x="13529" y="4526"/>
                </a:lnTo>
                <a:lnTo>
                  <a:pt x="13529" y="4550"/>
                </a:lnTo>
                <a:lnTo>
                  <a:pt x="13553" y="4575"/>
                </a:lnTo>
                <a:lnTo>
                  <a:pt x="13651" y="4623"/>
                </a:lnTo>
                <a:lnTo>
                  <a:pt x="13748" y="4648"/>
                </a:lnTo>
                <a:lnTo>
                  <a:pt x="13967" y="4648"/>
                </a:lnTo>
                <a:lnTo>
                  <a:pt x="14429" y="4623"/>
                </a:lnTo>
                <a:lnTo>
                  <a:pt x="14770" y="4623"/>
                </a:lnTo>
                <a:lnTo>
                  <a:pt x="15086" y="4648"/>
                </a:lnTo>
                <a:lnTo>
                  <a:pt x="15232" y="4672"/>
                </a:lnTo>
                <a:lnTo>
                  <a:pt x="15354" y="4672"/>
                </a:lnTo>
                <a:lnTo>
                  <a:pt x="15549" y="5037"/>
                </a:lnTo>
                <a:lnTo>
                  <a:pt x="15330" y="4988"/>
                </a:lnTo>
                <a:lnTo>
                  <a:pt x="14600" y="4988"/>
                </a:lnTo>
                <a:lnTo>
                  <a:pt x="14332" y="5037"/>
                </a:lnTo>
                <a:lnTo>
                  <a:pt x="14210" y="5086"/>
                </a:lnTo>
                <a:lnTo>
                  <a:pt x="14089" y="5134"/>
                </a:lnTo>
                <a:lnTo>
                  <a:pt x="14064" y="5159"/>
                </a:lnTo>
                <a:lnTo>
                  <a:pt x="14064" y="5183"/>
                </a:lnTo>
                <a:lnTo>
                  <a:pt x="14064" y="5207"/>
                </a:lnTo>
                <a:lnTo>
                  <a:pt x="14089" y="5232"/>
                </a:lnTo>
                <a:lnTo>
                  <a:pt x="14186" y="5256"/>
                </a:lnTo>
                <a:lnTo>
                  <a:pt x="14283" y="5280"/>
                </a:lnTo>
                <a:lnTo>
                  <a:pt x="14502" y="5305"/>
                </a:lnTo>
                <a:lnTo>
                  <a:pt x="14916" y="5305"/>
                </a:lnTo>
                <a:lnTo>
                  <a:pt x="15305" y="5329"/>
                </a:lnTo>
                <a:lnTo>
                  <a:pt x="15695" y="5378"/>
                </a:lnTo>
                <a:lnTo>
                  <a:pt x="15792" y="5645"/>
                </a:lnTo>
                <a:lnTo>
                  <a:pt x="15889" y="5913"/>
                </a:lnTo>
                <a:lnTo>
                  <a:pt x="15743" y="5864"/>
                </a:lnTo>
                <a:lnTo>
                  <a:pt x="15597" y="5816"/>
                </a:lnTo>
                <a:lnTo>
                  <a:pt x="15305" y="5767"/>
                </a:lnTo>
                <a:lnTo>
                  <a:pt x="15038" y="5743"/>
                </a:lnTo>
                <a:lnTo>
                  <a:pt x="14746" y="5718"/>
                </a:lnTo>
                <a:lnTo>
                  <a:pt x="14454" y="5718"/>
                </a:lnTo>
                <a:lnTo>
                  <a:pt x="14186" y="5767"/>
                </a:lnTo>
                <a:lnTo>
                  <a:pt x="14162" y="5767"/>
                </a:lnTo>
                <a:lnTo>
                  <a:pt x="14137" y="5791"/>
                </a:lnTo>
                <a:lnTo>
                  <a:pt x="14162" y="5816"/>
                </a:lnTo>
                <a:lnTo>
                  <a:pt x="14162" y="5840"/>
                </a:lnTo>
                <a:lnTo>
                  <a:pt x="14259" y="5889"/>
                </a:lnTo>
                <a:lnTo>
                  <a:pt x="14381" y="5937"/>
                </a:lnTo>
                <a:lnTo>
                  <a:pt x="14600" y="5986"/>
                </a:lnTo>
                <a:lnTo>
                  <a:pt x="15038" y="6010"/>
                </a:lnTo>
                <a:lnTo>
                  <a:pt x="15354" y="6083"/>
                </a:lnTo>
                <a:lnTo>
                  <a:pt x="15670" y="6156"/>
                </a:lnTo>
                <a:lnTo>
                  <a:pt x="15841" y="6229"/>
                </a:lnTo>
                <a:lnTo>
                  <a:pt x="15914" y="6254"/>
                </a:lnTo>
                <a:lnTo>
                  <a:pt x="15987" y="6278"/>
                </a:lnTo>
                <a:lnTo>
                  <a:pt x="16035" y="6570"/>
                </a:lnTo>
                <a:lnTo>
                  <a:pt x="16084" y="6838"/>
                </a:lnTo>
                <a:lnTo>
                  <a:pt x="15914" y="6740"/>
                </a:lnTo>
                <a:lnTo>
                  <a:pt x="15743" y="6667"/>
                </a:lnTo>
                <a:lnTo>
                  <a:pt x="15524" y="6619"/>
                </a:lnTo>
                <a:lnTo>
                  <a:pt x="15305" y="6594"/>
                </a:lnTo>
                <a:lnTo>
                  <a:pt x="14867" y="6546"/>
                </a:lnTo>
                <a:lnTo>
                  <a:pt x="14551" y="6497"/>
                </a:lnTo>
                <a:lnTo>
                  <a:pt x="14527" y="6497"/>
                </a:lnTo>
                <a:lnTo>
                  <a:pt x="14502" y="6546"/>
                </a:lnTo>
                <a:lnTo>
                  <a:pt x="14575" y="6619"/>
                </a:lnTo>
                <a:lnTo>
                  <a:pt x="14624" y="6667"/>
                </a:lnTo>
                <a:lnTo>
                  <a:pt x="14794" y="6765"/>
                </a:lnTo>
                <a:lnTo>
                  <a:pt x="14965" y="6838"/>
                </a:lnTo>
                <a:lnTo>
                  <a:pt x="15159" y="6886"/>
                </a:lnTo>
                <a:lnTo>
                  <a:pt x="15378" y="6935"/>
                </a:lnTo>
                <a:lnTo>
                  <a:pt x="15597" y="7008"/>
                </a:lnTo>
                <a:lnTo>
                  <a:pt x="15816" y="7105"/>
                </a:lnTo>
                <a:lnTo>
                  <a:pt x="15987" y="7227"/>
                </a:lnTo>
                <a:lnTo>
                  <a:pt x="16060" y="7276"/>
                </a:lnTo>
                <a:lnTo>
                  <a:pt x="16108" y="7276"/>
                </a:lnTo>
                <a:lnTo>
                  <a:pt x="16133" y="7762"/>
                </a:lnTo>
                <a:lnTo>
                  <a:pt x="16060" y="7714"/>
                </a:lnTo>
                <a:lnTo>
                  <a:pt x="15743" y="7519"/>
                </a:lnTo>
                <a:lnTo>
                  <a:pt x="15427" y="7324"/>
                </a:lnTo>
                <a:lnTo>
                  <a:pt x="15281" y="7276"/>
                </a:lnTo>
                <a:lnTo>
                  <a:pt x="15013" y="7203"/>
                </a:lnTo>
                <a:lnTo>
                  <a:pt x="14794" y="7203"/>
                </a:lnTo>
                <a:lnTo>
                  <a:pt x="14770" y="7227"/>
                </a:lnTo>
                <a:lnTo>
                  <a:pt x="14746" y="7251"/>
                </a:lnTo>
                <a:lnTo>
                  <a:pt x="14746" y="7276"/>
                </a:lnTo>
                <a:lnTo>
                  <a:pt x="14746" y="7324"/>
                </a:lnTo>
                <a:lnTo>
                  <a:pt x="14794" y="7373"/>
                </a:lnTo>
                <a:lnTo>
                  <a:pt x="14843" y="7397"/>
                </a:lnTo>
                <a:lnTo>
                  <a:pt x="14965" y="7470"/>
                </a:lnTo>
                <a:lnTo>
                  <a:pt x="15378" y="7689"/>
                </a:lnTo>
                <a:lnTo>
                  <a:pt x="15597" y="7835"/>
                </a:lnTo>
                <a:lnTo>
                  <a:pt x="15816" y="7981"/>
                </a:lnTo>
                <a:lnTo>
                  <a:pt x="15962" y="8103"/>
                </a:lnTo>
                <a:lnTo>
                  <a:pt x="16108" y="8200"/>
                </a:lnTo>
                <a:lnTo>
                  <a:pt x="16035" y="8784"/>
                </a:lnTo>
                <a:lnTo>
                  <a:pt x="15914" y="8687"/>
                </a:lnTo>
                <a:lnTo>
                  <a:pt x="15792" y="8590"/>
                </a:lnTo>
                <a:lnTo>
                  <a:pt x="15549" y="8419"/>
                </a:lnTo>
                <a:lnTo>
                  <a:pt x="15354" y="8273"/>
                </a:lnTo>
                <a:lnTo>
                  <a:pt x="15111" y="8152"/>
                </a:lnTo>
                <a:lnTo>
                  <a:pt x="14867" y="8030"/>
                </a:lnTo>
                <a:lnTo>
                  <a:pt x="14746" y="7981"/>
                </a:lnTo>
                <a:lnTo>
                  <a:pt x="14624" y="7957"/>
                </a:lnTo>
                <a:lnTo>
                  <a:pt x="14600" y="7981"/>
                </a:lnTo>
                <a:lnTo>
                  <a:pt x="14575" y="8006"/>
                </a:lnTo>
                <a:lnTo>
                  <a:pt x="14575" y="8054"/>
                </a:lnTo>
                <a:lnTo>
                  <a:pt x="14575" y="8079"/>
                </a:lnTo>
                <a:lnTo>
                  <a:pt x="14746" y="8249"/>
                </a:lnTo>
                <a:lnTo>
                  <a:pt x="14940" y="8371"/>
                </a:lnTo>
                <a:lnTo>
                  <a:pt x="15330" y="8638"/>
                </a:lnTo>
                <a:lnTo>
                  <a:pt x="15622" y="8882"/>
                </a:lnTo>
                <a:lnTo>
                  <a:pt x="15792" y="9003"/>
                </a:lnTo>
                <a:lnTo>
                  <a:pt x="15962" y="9101"/>
                </a:lnTo>
                <a:lnTo>
                  <a:pt x="15889" y="9368"/>
                </a:lnTo>
                <a:lnTo>
                  <a:pt x="15792" y="9612"/>
                </a:lnTo>
                <a:lnTo>
                  <a:pt x="15695" y="9466"/>
                </a:lnTo>
                <a:lnTo>
                  <a:pt x="15549" y="9320"/>
                </a:lnTo>
                <a:lnTo>
                  <a:pt x="15281" y="9101"/>
                </a:lnTo>
                <a:lnTo>
                  <a:pt x="15135" y="8955"/>
                </a:lnTo>
                <a:lnTo>
                  <a:pt x="14965" y="8809"/>
                </a:lnTo>
                <a:lnTo>
                  <a:pt x="14794" y="8711"/>
                </a:lnTo>
                <a:lnTo>
                  <a:pt x="14697" y="8663"/>
                </a:lnTo>
                <a:lnTo>
                  <a:pt x="14600" y="8663"/>
                </a:lnTo>
                <a:lnTo>
                  <a:pt x="14600" y="8760"/>
                </a:lnTo>
                <a:lnTo>
                  <a:pt x="14648" y="8833"/>
                </a:lnTo>
                <a:lnTo>
                  <a:pt x="14746" y="9003"/>
                </a:lnTo>
                <a:lnTo>
                  <a:pt x="14867" y="9149"/>
                </a:lnTo>
                <a:lnTo>
                  <a:pt x="14989" y="9271"/>
                </a:lnTo>
                <a:lnTo>
                  <a:pt x="15330" y="9587"/>
                </a:lnTo>
                <a:lnTo>
                  <a:pt x="15476" y="9758"/>
                </a:lnTo>
                <a:lnTo>
                  <a:pt x="15549" y="9831"/>
                </a:lnTo>
                <a:lnTo>
                  <a:pt x="15646" y="9879"/>
                </a:lnTo>
                <a:lnTo>
                  <a:pt x="15646" y="9904"/>
                </a:lnTo>
                <a:lnTo>
                  <a:pt x="15476" y="10196"/>
                </a:lnTo>
                <a:lnTo>
                  <a:pt x="15232" y="10463"/>
                </a:lnTo>
                <a:lnTo>
                  <a:pt x="15232" y="10293"/>
                </a:lnTo>
                <a:lnTo>
                  <a:pt x="15159" y="10147"/>
                </a:lnTo>
                <a:lnTo>
                  <a:pt x="15013" y="9855"/>
                </a:lnTo>
                <a:lnTo>
                  <a:pt x="14843" y="9636"/>
                </a:lnTo>
                <a:lnTo>
                  <a:pt x="14673" y="9466"/>
                </a:lnTo>
                <a:lnTo>
                  <a:pt x="14454" y="9295"/>
                </a:lnTo>
                <a:lnTo>
                  <a:pt x="14235" y="9149"/>
                </a:lnTo>
                <a:lnTo>
                  <a:pt x="14186" y="9149"/>
                </a:lnTo>
                <a:lnTo>
                  <a:pt x="14186" y="9174"/>
                </a:lnTo>
                <a:lnTo>
                  <a:pt x="14308" y="9393"/>
                </a:lnTo>
                <a:lnTo>
                  <a:pt x="14429" y="9563"/>
                </a:lnTo>
                <a:lnTo>
                  <a:pt x="14697" y="9952"/>
                </a:lnTo>
                <a:lnTo>
                  <a:pt x="14794" y="10147"/>
                </a:lnTo>
                <a:lnTo>
                  <a:pt x="14867" y="10366"/>
                </a:lnTo>
                <a:lnTo>
                  <a:pt x="14916" y="10536"/>
                </a:lnTo>
                <a:lnTo>
                  <a:pt x="14965" y="10609"/>
                </a:lnTo>
                <a:lnTo>
                  <a:pt x="15038" y="10658"/>
                </a:lnTo>
                <a:lnTo>
                  <a:pt x="14892" y="10780"/>
                </a:lnTo>
                <a:lnTo>
                  <a:pt x="14843" y="10658"/>
                </a:lnTo>
                <a:lnTo>
                  <a:pt x="14794" y="10561"/>
                </a:lnTo>
                <a:lnTo>
                  <a:pt x="14648" y="10366"/>
                </a:lnTo>
                <a:lnTo>
                  <a:pt x="14308" y="10001"/>
                </a:lnTo>
                <a:lnTo>
                  <a:pt x="14113" y="9831"/>
                </a:lnTo>
                <a:lnTo>
                  <a:pt x="13918" y="9685"/>
                </a:lnTo>
                <a:lnTo>
                  <a:pt x="13894" y="9685"/>
                </a:lnTo>
                <a:lnTo>
                  <a:pt x="13870" y="9733"/>
                </a:lnTo>
                <a:lnTo>
                  <a:pt x="13918" y="9904"/>
                </a:lnTo>
                <a:lnTo>
                  <a:pt x="14016" y="10050"/>
                </a:lnTo>
                <a:lnTo>
                  <a:pt x="14113" y="10196"/>
                </a:lnTo>
                <a:lnTo>
                  <a:pt x="14235" y="10342"/>
                </a:lnTo>
                <a:lnTo>
                  <a:pt x="14356" y="10488"/>
                </a:lnTo>
                <a:lnTo>
                  <a:pt x="14478" y="10634"/>
                </a:lnTo>
                <a:lnTo>
                  <a:pt x="14575" y="10804"/>
                </a:lnTo>
                <a:lnTo>
                  <a:pt x="14600" y="10974"/>
                </a:lnTo>
                <a:lnTo>
                  <a:pt x="14502" y="11047"/>
                </a:lnTo>
                <a:lnTo>
                  <a:pt x="14356" y="10853"/>
                </a:lnTo>
                <a:lnTo>
                  <a:pt x="14186" y="10658"/>
                </a:lnTo>
                <a:lnTo>
                  <a:pt x="13991" y="10512"/>
                </a:lnTo>
                <a:lnTo>
                  <a:pt x="13797" y="10390"/>
                </a:lnTo>
                <a:lnTo>
                  <a:pt x="13772" y="10366"/>
                </a:lnTo>
                <a:lnTo>
                  <a:pt x="13724" y="10366"/>
                </a:lnTo>
                <a:lnTo>
                  <a:pt x="13675" y="10415"/>
                </a:lnTo>
                <a:lnTo>
                  <a:pt x="13651" y="10463"/>
                </a:lnTo>
                <a:lnTo>
                  <a:pt x="13651" y="10512"/>
                </a:lnTo>
                <a:lnTo>
                  <a:pt x="13675" y="10536"/>
                </a:lnTo>
                <a:lnTo>
                  <a:pt x="13845" y="10682"/>
                </a:lnTo>
                <a:lnTo>
                  <a:pt x="13991" y="10853"/>
                </a:lnTo>
                <a:lnTo>
                  <a:pt x="14113" y="11023"/>
                </a:lnTo>
                <a:lnTo>
                  <a:pt x="14235" y="11218"/>
                </a:lnTo>
                <a:lnTo>
                  <a:pt x="14040" y="11339"/>
                </a:lnTo>
                <a:lnTo>
                  <a:pt x="13918" y="11218"/>
                </a:lnTo>
                <a:lnTo>
                  <a:pt x="13797" y="11120"/>
                </a:lnTo>
                <a:lnTo>
                  <a:pt x="13675" y="11023"/>
                </a:lnTo>
                <a:lnTo>
                  <a:pt x="13578" y="10974"/>
                </a:lnTo>
                <a:lnTo>
                  <a:pt x="13529" y="10950"/>
                </a:lnTo>
                <a:lnTo>
                  <a:pt x="13480" y="10950"/>
                </a:lnTo>
                <a:lnTo>
                  <a:pt x="13407" y="10999"/>
                </a:lnTo>
                <a:lnTo>
                  <a:pt x="13407" y="11047"/>
                </a:lnTo>
                <a:lnTo>
                  <a:pt x="13383" y="11072"/>
                </a:lnTo>
                <a:lnTo>
                  <a:pt x="13407" y="11120"/>
                </a:lnTo>
                <a:lnTo>
                  <a:pt x="13432" y="11145"/>
                </a:lnTo>
                <a:lnTo>
                  <a:pt x="13553" y="11315"/>
                </a:lnTo>
                <a:lnTo>
                  <a:pt x="13675" y="11485"/>
                </a:lnTo>
                <a:lnTo>
                  <a:pt x="13724" y="11583"/>
                </a:lnTo>
                <a:lnTo>
                  <a:pt x="13553" y="11704"/>
                </a:lnTo>
                <a:lnTo>
                  <a:pt x="13432" y="11558"/>
                </a:lnTo>
                <a:lnTo>
                  <a:pt x="13261" y="11461"/>
                </a:lnTo>
                <a:lnTo>
                  <a:pt x="13213" y="11461"/>
                </a:lnTo>
                <a:lnTo>
                  <a:pt x="13188" y="11485"/>
                </a:lnTo>
                <a:lnTo>
                  <a:pt x="13188" y="11534"/>
                </a:lnTo>
                <a:lnTo>
                  <a:pt x="13213" y="11558"/>
                </a:lnTo>
                <a:lnTo>
                  <a:pt x="13261" y="11631"/>
                </a:lnTo>
                <a:lnTo>
                  <a:pt x="13310" y="11704"/>
                </a:lnTo>
                <a:lnTo>
                  <a:pt x="13359" y="11874"/>
                </a:lnTo>
                <a:lnTo>
                  <a:pt x="13359" y="11899"/>
                </a:lnTo>
                <a:lnTo>
                  <a:pt x="13237" y="12020"/>
                </a:lnTo>
                <a:lnTo>
                  <a:pt x="13188" y="12118"/>
                </a:lnTo>
                <a:lnTo>
                  <a:pt x="13164" y="12215"/>
                </a:lnTo>
                <a:lnTo>
                  <a:pt x="13188" y="12288"/>
                </a:lnTo>
                <a:lnTo>
                  <a:pt x="13213" y="12385"/>
                </a:lnTo>
                <a:lnTo>
                  <a:pt x="13213" y="12775"/>
                </a:lnTo>
                <a:lnTo>
                  <a:pt x="13237" y="13164"/>
                </a:lnTo>
                <a:lnTo>
                  <a:pt x="13237" y="13553"/>
                </a:lnTo>
                <a:lnTo>
                  <a:pt x="13213" y="13748"/>
                </a:lnTo>
                <a:lnTo>
                  <a:pt x="13188" y="13943"/>
                </a:lnTo>
                <a:lnTo>
                  <a:pt x="13140" y="14064"/>
                </a:lnTo>
                <a:lnTo>
                  <a:pt x="13067" y="14162"/>
                </a:lnTo>
                <a:lnTo>
                  <a:pt x="12994" y="14210"/>
                </a:lnTo>
                <a:lnTo>
                  <a:pt x="12921" y="14235"/>
                </a:lnTo>
                <a:lnTo>
                  <a:pt x="12823" y="14210"/>
                </a:lnTo>
                <a:lnTo>
                  <a:pt x="12726" y="14186"/>
                </a:lnTo>
                <a:lnTo>
                  <a:pt x="12507" y="14040"/>
                </a:lnTo>
                <a:lnTo>
                  <a:pt x="12288" y="13821"/>
                </a:lnTo>
                <a:lnTo>
                  <a:pt x="12069" y="13578"/>
                </a:lnTo>
                <a:lnTo>
                  <a:pt x="11728" y="13164"/>
                </a:lnTo>
                <a:lnTo>
                  <a:pt x="11850" y="13042"/>
                </a:lnTo>
                <a:lnTo>
                  <a:pt x="11923" y="12969"/>
                </a:lnTo>
                <a:lnTo>
                  <a:pt x="11947" y="12896"/>
                </a:lnTo>
                <a:lnTo>
                  <a:pt x="11947" y="12823"/>
                </a:lnTo>
                <a:lnTo>
                  <a:pt x="11923" y="12750"/>
                </a:lnTo>
                <a:lnTo>
                  <a:pt x="11874" y="12677"/>
                </a:lnTo>
                <a:lnTo>
                  <a:pt x="11826" y="12629"/>
                </a:lnTo>
                <a:lnTo>
                  <a:pt x="11777" y="12604"/>
                </a:lnTo>
                <a:lnTo>
                  <a:pt x="11680" y="12580"/>
                </a:lnTo>
                <a:lnTo>
                  <a:pt x="11655" y="12385"/>
                </a:lnTo>
                <a:lnTo>
                  <a:pt x="11631" y="12361"/>
                </a:lnTo>
                <a:lnTo>
                  <a:pt x="11582" y="12361"/>
                </a:lnTo>
                <a:lnTo>
                  <a:pt x="11582" y="12385"/>
                </a:lnTo>
                <a:lnTo>
                  <a:pt x="11558" y="12580"/>
                </a:lnTo>
                <a:lnTo>
                  <a:pt x="11509" y="12580"/>
                </a:lnTo>
                <a:lnTo>
                  <a:pt x="11485" y="12604"/>
                </a:lnTo>
                <a:lnTo>
                  <a:pt x="11461" y="12604"/>
                </a:lnTo>
                <a:lnTo>
                  <a:pt x="11242" y="12702"/>
                </a:lnTo>
                <a:lnTo>
                  <a:pt x="11169" y="12361"/>
                </a:lnTo>
                <a:lnTo>
                  <a:pt x="11144" y="12191"/>
                </a:lnTo>
                <a:lnTo>
                  <a:pt x="11169" y="12020"/>
                </a:lnTo>
                <a:lnTo>
                  <a:pt x="11144" y="11972"/>
                </a:lnTo>
                <a:lnTo>
                  <a:pt x="11120" y="11947"/>
                </a:lnTo>
                <a:lnTo>
                  <a:pt x="11071" y="11947"/>
                </a:lnTo>
                <a:lnTo>
                  <a:pt x="11047" y="11972"/>
                </a:lnTo>
                <a:lnTo>
                  <a:pt x="11023" y="12118"/>
                </a:lnTo>
                <a:lnTo>
                  <a:pt x="10998" y="12312"/>
                </a:lnTo>
                <a:lnTo>
                  <a:pt x="10998" y="12556"/>
                </a:lnTo>
                <a:lnTo>
                  <a:pt x="10998" y="12799"/>
                </a:lnTo>
                <a:lnTo>
                  <a:pt x="10633" y="12896"/>
                </a:lnTo>
                <a:lnTo>
                  <a:pt x="10609" y="12604"/>
                </a:lnTo>
                <a:lnTo>
                  <a:pt x="10560" y="12361"/>
                </a:lnTo>
                <a:lnTo>
                  <a:pt x="10512" y="12118"/>
                </a:lnTo>
                <a:lnTo>
                  <a:pt x="10390" y="11607"/>
                </a:lnTo>
                <a:lnTo>
                  <a:pt x="10366" y="11583"/>
                </a:lnTo>
                <a:lnTo>
                  <a:pt x="10342" y="11558"/>
                </a:lnTo>
                <a:lnTo>
                  <a:pt x="10293" y="11583"/>
                </a:lnTo>
                <a:lnTo>
                  <a:pt x="10269" y="11607"/>
                </a:lnTo>
                <a:lnTo>
                  <a:pt x="10244" y="11826"/>
                </a:lnTo>
                <a:lnTo>
                  <a:pt x="10244" y="12045"/>
                </a:lnTo>
                <a:lnTo>
                  <a:pt x="10269" y="12507"/>
                </a:lnTo>
                <a:lnTo>
                  <a:pt x="10269" y="12726"/>
                </a:lnTo>
                <a:lnTo>
                  <a:pt x="10269" y="12945"/>
                </a:lnTo>
                <a:lnTo>
                  <a:pt x="9636" y="12994"/>
                </a:lnTo>
                <a:lnTo>
                  <a:pt x="9612" y="12726"/>
                </a:lnTo>
                <a:lnTo>
                  <a:pt x="9612" y="12507"/>
                </a:lnTo>
                <a:lnTo>
                  <a:pt x="9612" y="12337"/>
                </a:lnTo>
                <a:lnTo>
                  <a:pt x="9612" y="12142"/>
                </a:lnTo>
                <a:lnTo>
                  <a:pt x="9563" y="11972"/>
                </a:lnTo>
                <a:lnTo>
                  <a:pt x="9514" y="11899"/>
                </a:lnTo>
                <a:lnTo>
                  <a:pt x="9466" y="11826"/>
                </a:lnTo>
                <a:lnTo>
                  <a:pt x="9417" y="11826"/>
                </a:lnTo>
                <a:lnTo>
                  <a:pt x="9393" y="11850"/>
                </a:lnTo>
                <a:lnTo>
                  <a:pt x="9344" y="12020"/>
                </a:lnTo>
                <a:lnTo>
                  <a:pt x="9320" y="12215"/>
                </a:lnTo>
                <a:lnTo>
                  <a:pt x="9295" y="12604"/>
                </a:lnTo>
                <a:lnTo>
                  <a:pt x="9271" y="12799"/>
                </a:lnTo>
                <a:lnTo>
                  <a:pt x="9247" y="12994"/>
                </a:lnTo>
                <a:lnTo>
                  <a:pt x="9052" y="12994"/>
                </a:lnTo>
                <a:lnTo>
                  <a:pt x="9003" y="12604"/>
                </a:lnTo>
                <a:lnTo>
                  <a:pt x="8930" y="12191"/>
                </a:lnTo>
                <a:lnTo>
                  <a:pt x="8857" y="11753"/>
                </a:lnTo>
                <a:lnTo>
                  <a:pt x="8833" y="11704"/>
                </a:lnTo>
                <a:lnTo>
                  <a:pt x="8784" y="11680"/>
                </a:lnTo>
                <a:lnTo>
                  <a:pt x="8711" y="11704"/>
                </a:lnTo>
                <a:lnTo>
                  <a:pt x="8711" y="11777"/>
                </a:lnTo>
                <a:lnTo>
                  <a:pt x="8711" y="12191"/>
                </a:lnTo>
                <a:lnTo>
                  <a:pt x="8687" y="12604"/>
                </a:lnTo>
                <a:lnTo>
                  <a:pt x="8687" y="12994"/>
                </a:lnTo>
                <a:lnTo>
                  <a:pt x="8176" y="12994"/>
                </a:lnTo>
                <a:lnTo>
                  <a:pt x="8200" y="12653"/>
                </a:lnTo>
                <a:lnTo>
                  <a:pt x="8273" y="12215"/>
                </a:lnTo>
                <a:lnTo>
                  <a:pt x="8346" y="11777"/>
                </a:lnTo>
                <a:lnTo>
                  <a:pt x="8346" y="11704"/>
                </a:lnTo>
                <a:lnTo>
                  <a:pt x="8298" y="11655"/>
                </a:lnTo>
                <a:lnTo>
                  <a:pt x="8249" y="11655"/>
                </a:lnTo>
                <a:lnTo>
                  <a:pt x="8200" y="11704"/>
                </a:lnTo>
                <a:lnTo>
                  <a:pt x="8079" y="11899"/>
                </a:lnTo>
                <a:lnTo>
                  <a:pt x="8006" y="12118"/>
                </a:lnTo>
                <a:lnTo>
                  <a:pt x="7933" y="12337"/>
                </a:lnTo>
                <a:lnTo>
                  <a:pt x="7884" y="12556"/>
                </a:lnTo>
                <a:lnTo>
                  <a:pt x="7835" y="12750"/>
                </a:lnTo>
                <a:lnTo>
                  <a:pt x="7811" y="12969"/>
                </a:lnTo>
                <a:lnTo>
                  <a:pt x="7300" y="12945"/>
                </a:lnTo>
                <a:lnTo>
                  <a:pt x="7349" y="12653"/>
                </a:lnTo>
                <a:lnTo>
                  <a:pt x="7397" y="12385"/>
                </a:lnTo>
                <a:lnTo>
                  <a:pt x="7495" y="12045"/>
                </a:lnTo>
                <a:lnTo>
                  <a:pt x="7592" y="11680"/>
                </a:lnTo>
                <a:lnTo>
                  <a:pt x="7568" y="11655"/>
                </a:lnTo>
                <a:lnTo>
                  <a:pt x="7543" y="11631"/>
                </a:lnTo>
                <a:lnTo>
                  <a:pt x="7470" y="11680"/>
                </a:lnTo>
                <a:lnTo>
                  <a:pt x="7397" y="11728"/>
                </a:lnTo>
                <a:lnTo>
                  <a:pt x="7276" y="11850"/>
                </a:lnTo>
                <a:lnTo>
                  <a:pt x="7178" y="11996"/>
                </a:lnTo>
                <a:lnTo>
                  <a:pt x="7130" y="12166"/>
                </a:lnTo>
                <a:lnTo>
                  <a:pt x="7008" y="12507"/>
                </a:lnTo>
                <a:lnTo>
                  <a:pt x="6959" y="12702"/>
                </a:lnTo>
                <a:lnTo>
                  <a:pt x="6935" y="12872"/>
                </a:lnTo>
                <a:lnTo>
                  <a:pt x="6473" y="12702"/>
                </a:lnTo>
                <a:lnTo>
                  <a:pt x="6521" y="12556"/>
                </a:lnTo>
                <a:lnTo>
                  <a:pt x="6546" y="12483"/>
                </a:lnTo>
                <a:lnTo>
                  <a:pt x="6546" y="12410"/>
                </a:lnTo>
                <a:lnTo>
                  <a:pt x="6546" y="12337"/>
                </a:lnTo>
                <a:lnTo>
                  <a:pt x="6497" y="12288"/>
                </a:lnTo>
                <a:lnTo>
                  <a:pt x="6473" y="12288"/>
                </a:lnTo>
                <a:lnTo>
                  <a:pt x="6375" y="12385"/>
                </a:lnTo>
                <a:lnTo>
                  <a:pt x="6302" y="12483"/>
                </a:lnTo>
                <a:lnTo>
                  <a:pt x="6181" y="12629"/>
                </a:lnTo>
                <a:lnTo>
                  <a:pt x="5889" y="12629"/>
                </a:lnTo>
                <a:lnTo>
                  <a:pt x="5816" y="12653"/>
                </a:lnTo>
                <a:lnTo>
                  <a:pt x="5743" y="12750"/>
                </a:lnTo>
                <a:lnTo>
                  <a:pt x="5743" y="12799"/>
                </a:lnTo>
                <a:lnTo>
                  <a:pt x="5743" y="12872"/>
                </a:lnTo>
                <a:lnTo>
                  <a:pt x="5743" y="12921"/>
                </a:lnTo>
                <a:lnTo>
                  <a:pt x="5791" y="12969"/>
                </a:lnTo>
                <a:lnTo>
                  <a:pt x="5986" y="13115"/>
                </a:lnTo>
                <a:lnTo>
                  <a:pt x="6181" y="13237"/>
                </a:lnTo>
                <a:lnTo>
                  <a:pt x="5986" y="13505"/>
                </a:lnTo>
                <a:lnTo>
                  <a:pt x="5767" y="13748"/>
                </a:lnTo>
                <a:lnTo>
                  <a:pt x="5305" y="14210"/>
                </a:lnTo>
                <a:lnTo>
                  <a:pt x="5134" y="14381"/>
                </a:lnTo>
                <a:lnTo>
                  <a:pt x="4988" y="14527"/>
                </a:lnTo>
                <a:lnTo>
                  <a:pt x="4891" y="14551"/>
                </a:lnTo>
                <a:lnTo>
                  <a:pt x="4818" y="14551"/>
                </a:lnTo>
                <a:lnTo>
                  <a:pt x="4721" y="14527"/>
                </a:lnTo>
                <a:lnTo>
                  <a:pt x="4648" y="14454"/>
                </a:lnTo>
                <a:lnTo>
                  <a:pt x="4648" y="13383"/>
                </a:lnTo>
                <a:lnTo>
                  <a:pt x="4623" y="12872"/>
                </a:lnTo>
                <a:lnTo>
                  <a:pt x="4599" y="12337"/>
                </a:lnTo>
                <a:lnTo>
                  <a:pt x="4575" y="12239"/>
                </a:lnTo>
                <a:lnTo>
                  <a:pt x="4526" y="12191"/>
                </a:lnTo>
                <a:lnTo>
                  <a:pt x="4502" y="12166"/>
                </a:lnTo>
                <a:lnTo>
                  <a:pt x="4404" y="12118"/>
                </a:lnTo>
                <a:lnTo>
                  <a:pt x="4307" y="12020"/>
                </a:lnTo>
                <a:lnTo>
                  <a:pt x="4185" y="11947"/>
                </a:lnTo>
                <a:lnTo>
                  <a:pt x="3918" y="11801"/>
                </a:lnTo>
                <a:lnTo>
                  <a:pt x="3650" y="11680"/>
                </a:lnTo>
                <a:lnTo>
                  <a:pt x="3407" y="11510"/>
                </a:lnTo>
                <a:lnTo>
                  <a:pt x="3163" y="11339"/>
                </a:lnTo>
                <a:lnTo>
                  <a:pt x="2920" y="11145"/>
                </a:lnTo>
                <a:lnTo>
                  <a:pt x="2677" y="10926"/>
                </a:lnTo>
                <a:lnTo>
                  <a:pt x="2482" y="10658"/>
                </a:lnTo>
                <a:lnTo>
                  <a:pt x="2288" y="10390"/>
                </a:lnTo>
                <a:lnTo>
                  <a:pt x="2117" y="10098"/>
                </a:lnTo>
                <a:lnTo>
                  <a:pt x="1947" y="9758"/>
                </a:lnTo>
                <a:lnTo>
                  <a:pt x="1850" y="9587"/>
                </a:lnTo>
                <a:lnTo>
                  <a:pt x="1752" y="9441"/>
                </a:lnTo>
                <a:lnTo>
                  <a:pt x="1704" y="9028"/>
                </a:lnTo>
                <a:lnTo>
                  <a:pt x="1655" y="8614"/>
                </a:lnTo>
                <a:lnTo>
                  <a:pt x="1655" y="8517"/>
                </a:lnTo>
                <a:lnTo>
                  <a:pt x="1631" y="8371"/>
                </a:lnTo>
                <a:lnTo>
                  <a:pt x="1582" y="8249"/>
                </a:lnTo>
                <a:lnTo>
                  <a:pt x="1533" y="8225"/>
                </a:lnTo>
                <a:lnTo>
                  <a:pt x="1485" y="8225"/>
                </a:lnTo>
                <a:lnTo>
                  <a:pt x="1412" y="8249"/>
                </a:lnTo>
                <a:lnTo>
                  <a:pt x="1363" y="8322"/>
                </a:lnTo>
                <a:lnTo>
                  <a:pt x="1339" y="8371"/>
                </a:lnTo>
                <a:lnTo>
                  <a:pt x="1314" y="8444"/>
                </a:lnTo>
                <a:lnTo>
                  <a:pt x="1290" y="8614"/>
                </a:lnTo>
                <a:lnTo>
                  <a:pt x="1266" y="8760"/>
                </a:lnTo>
                <a:lnTo>
                  <a:pt x="1266" y="8906"/>
                </a:lnTo>
                <a:lnTo>
                  <a:pt x="1266" y="9076"/>
                </a:lnTo>
                <a:lnTo>
                  <a:pt x="1120" y="9101"/>
                </a:lnTo>
                <a:lnTo>
                  <a:pt x="998" y="9149"/>
                </a:lnTo>
                <a:lnTo>
                  <a:pt x="828" y="9003"/>
                </a:lnTo>
                <a:lnTo>
                  <a:pt x="755" y="8906"/>
                </a:lnTo>
                <a:lnTo>
                  <a:pt x="682" y="8809"/>
                </a:lnTo>
                <a:lnTo>
                  <a:pt x="584" y="8565"/>
                </a:lnTo>
                <a:lnTo>
                  <a:pt x="511" y="8322"/>
                </a:lnTo>
                <a:lnTo>
                  <a:pt x="463" y="8079"/>
                </a:lnTo>
                <a:lnTo>
                  <a:pt x="438" y="7811"/>
                </a:lnTo>
                <a:lnTo>
                  <a:pt x="438" y="7592"/>
                </a:lnTo>
                <a:lnTo>
                  <a:pt x="438" y="7373"/>
                </a:lnTo>
                <a:lnTo>
                  <a:pt x="487" y="7154"/>
                </a:lnTo>
                <a:lnTo>
                  <a:pt x="536" y="6911"/>
                </a:lnTo>
                <a:lnTo>
                  <a:pt x="609" y="6740"/>
                </a:lnTo>
                <a:lnTo>
                  <a:pt x="706" y="6570"/>
                </a:lnTo>
                <a:lnTo>
                  <a:pt x="925" y="6302"/>
                </a:lnTo>
                <a:lnTo>
                  <a:pt x="998" y="6302"/>
                </a:lnTo>
                <a:lnTo>
                  <a:pt x="1290" y="6327"/>
                </a:lnTo>
                <a:lnTo>
                  <a:pt x="1436" y="6302"/>
                </a:lnTo>
                <a:lnTo>
                  <a:pt x="1533" y="6327"/>
                </a:lnTo>
                <a:lnTo>
                  <a:pt x="1631" y="6327"/>
                </a:lnTo>
                <a:lnTo>
                  <a:pt x="1728" y="6254"/>
                </a:lnTo>
                <a:lnTo>
                  <a:pt x="1752" y="6205"/>
                </a:lnTo>
                <a:lnTo>
                  <a:pt x="1777" y="6156"/>
                </a:lnTo>
                <a:lnTo>
                  <a:pt x="1874" y="5840"/>
                </a:lnTo>
                <a:lnTo>
                  <a:pt x="1971" y="5548"/>
                </a:lnTo>
                <a:lnTo>
                  <a:pt x="2093" y="5280"/>
                </a:lnTo>
                <a:lnTo>
                  <a:pt x="2239" y="5013"/>
                </a:lnTo>
                <a:lnTo>
                  <a:pt x="2409" y="4769"/>
                </a:lnTo>
                <a:lnTo>
                  <a:pt x="2604" y="4526"/>
                </a:lnTo>
                <a:lnTo>
                  <a:pt x="3017" y="4039"/>
                </a:lnTo>
                <a:lnTo>
                  <a:pt x="3407" y="3601"/>
                </a:lnTo>
                <a:lnTo>
                  <a:pt x="3820" y="3164"/>
                </a:lnTo>
                <a:lnTo>
                  <a:pt x="4137" y="2872"/>
                </a:lnTo>
                <a:lnTo>
                  <a:pt x="4283" y="2726"/>
                </a:lnTo>
                <a:lnTo>
                  <a:pt x="4429" y="2555"/>
                </a:lnTo>
                <a:lnTo>
                  <a:pt x="4502" y="2555"/>
                </a:lnTo>
                <a:lnTo>
                  <a:pt x="4550" y="2507"/>
                </a:lnTo>
                <a:lnTo>
                  <a:pt x="4599" y="2361"/>
                </a:lnTo>
                <a:lnTo>
                  <a:pt x="4599" y="2215"/>
                </a:lnTo>
                <a:lnTo>
                  <a:pt x="4599" y="2069"/>
                </a:lnTo>
                <a:lnTo>
                  <a:pt x="4623" y="1923"/>
                </a:lnTo>
                <a:lnTo>
                  <a:pt x="4672" y="1631"/>
                </a:lnTo>
                <a:lnTo>
                  <a:pt x="4745" y="1339"/>
                </a:lnTo>
                <a:lnTo>
                  <a:pt x="4891" y="901"/>
                </a:lnTo>
                <a:lnTo>
                  <a:pt x="5061" y="487"/>
                </a:lnTo>
                <a:close/>
                <a:moveTo>
                  <a:pt x="4915" y="0"/>
                </a:moveTo>
                <a:lnTo>
                  <a:pt x="4842" y="25"/>
                </a:lnTo>
                <a:lnTo>
                  <a:pt x="4794" y="49"/>
                </a:lnTo>
                <a:lnTo>
                  <a:pt x="4696" y="146"/>
                </a:lnTo>
                <a:lnTo>
                  <a:pt x="4599" y="268"/>
                </a:lnTo>
                <a:lnTo>
                  <a:pt x="4526" y="414"/>
                </a:lnTo>
                <a:lnTo>
                  <a:pt x="4453" y="584"/>
                </a:lnTo>
                <a:lnTo>
                  <a:pt x="4356" y="925"/>
                </a:lnTo>
                <a:lnTo>
                  <a:pt x="4283" y="1217"/>
                </a:lnTo>
                <a:lnTo>
                  <a:pt x="4210" y="1436"/>
                </a:lnTo>
                <a:lnTo>
                  <a:pt x="4137" y="1728"/>
                </a:lnTo>
                <a:lnTo>
                  <a:pt x="4112" y="2020"/>
                </a:lnTo>
                <a:lnTo>
                  <a:pt x="4112" y="2166"/>
                </a:lnTo>
                <a:lnTo>
                  <a:pt x="4137" y="2288"/>
                </a:lnTo>
                <a:lnTo>
                  <a:pt x="3893" y="2385"/>
                </a:lnTo>
                <a:lnTo>
                  <a:pt x="3674" y="2531"/>
                </a:lnTo>
                <a:lnTo>
                  <a:pt x="3455" y="2726"/>
                </a:lnTo>
                <a:lnTo>
                  <a:pt x="3236" y="2945"/>
                </a:lnTo>
                <a:lnTo>
                  <a:pt x="2871" y="3383"/>
                </a:lnTo>
                <a:lnTo>
                  <a:pt x="2531" y="3772"/>
                </a:lnTo>
                <a:lnTo>
                  <a:pt x="2142" y="4210"/>
                </a:lnTo>
                <a:lnTo>
                  <a:pt x="1923" y="4453"/>
                </a:lnTo>
                <a:lnTo>
                  <a:pt x="1752" y="4721"/>
                </a:lnTo>
                <a:lnTo>
                  <a:pt x="1582" y="4988"/>
                </a:lnTo>
                <a:lnTo>
                  <a:pt x="1436" y="5280"/>
                </a:lnTo>
                <a:lnTo>
                  <a:pt x="1339" y="5572"/>
                </a:lnTo>
                <a:lnTo>
                  <a:pt x="1290" y="5864"/>
                </a:lnTo>
                <a:lnTo>
                  <a:pt x="925" y="5864"/>
                </a:lnTo>
                <a:lnTo>
                  <a:pt x="755" y="5889"/>
                </a:lnTo>
                <a:lnTo>
                  <a:pt x="633" y="5937"/>
                </a:lnTo>
                <a:lnTo>
                  <a:pt x="536" y="5986"/>
                </a:lnTo>
                <a:lnTo>
                  <a:pt x="438" y="6083"/>
                </a:lnTo>
                <a:lnTo>
                  <a:pt x="341" y="6181"/>
                </a:lnTo>
                <a:lnTo>
                  <a:pt x="268" y="6302"/>
                </a:lnTo>
                <a:lnTo>
                  <a:pt x="219" y="6424"/>
                </a:lnTo>
                <a:lnTo>
                  <a:pt x="122" y="6716"/>
                </a:lnTo>
                <a:lnTo>
                  <a:pt x="49" y="7032"/>
                </a:lnTo>
                <a:lnTo>
                  <a:pt x="25" y="7324"/>
                </a:lnTo>
                <a:lnTo>
                  <a:pt x="0" y="7592"/>
                </a:lnTo>
                <a:lnTo>
                  <a:pt x="0" y="7811"/>
                </a:lnTo>
                <a:lnTo>
                  <a:pt x="25" y="8054"/>
                </a:lnTo>
                <a:lnTo>
                  <a:pt x="49" y="8322"/>
                </a:lnTo>
                <a:lnTo>
                  <a:pt x="122" y="8638"/>
                </a:lnTo>
                <a:lnTo>
                  <a:pt x="219" y="8930"/>
                </a:lnTo>
                <a:lnTo>
                  <a:pt x="365" y="9198"/>
                </a:lnTo>
                <a:lnTo>
                  <a:pt x="438" y="9320"/>
                </a:lnTo>
                <a:lnTo>
                  <a:pt x="536" y="9417"/>
                </a:lnTo>
                <a:lnTo>
                  <a:pt x="633" y="9514"/>
                </a:lnTo>
                <a:lnTo>
                  <a:pt x="730" y="9563"/>
                </a:lnTo>
                <a:lnTo>
                  <a:pt x="852" y="9612"/>
                </a:lnTo>
                <a:lnTo>
                  <a:pt x="1047" y="9612"/>
                </a:lnTo>
                <a:lnTo>
                  <a:pt x="1095" y="9587"/>
                </a:lnTo>
                <a:lnTo>
                  <a:pt x="1314" y="9587"/>
                </a:lnTo>
                <a:lnTo>
                  <a:pt x="1339" y="9612"/>
                </a:lnTo>
                <a:lnTo>
                  <a:pt x="1387" y="9758"/>
                </a:lnTo>
                <a:lnTo>
                  <a:pt x="1436" y="9928"/>
                </a:lnTo>
                <a:lnTo>
                  <a:pt x="1582" y="10220"/>
                </a:lnTo>
                <a:lnTo>
                  <a:pt x="1752" y="10512"/>
                </a:lnTo>
                <a:lnTo>
                  <a:pt x="1923" y="10804"/>
                </a:lnTo>
                <a:lnTo>
                  <a:pt x="2117" y="11072"/>
                </a:lnTo>
                <a:lnTo>
                  <a:pt x="2312" y="11315"/>
                </a:lnTo>
                <a:lnTo>
                  <a:pt x="2531" y="11510"/>
                </a:lnTo>
                <a:lnTo>
                  <a:pt x="2750" y="11704"/>
                </a:lnTo>
                <a:lnTo>
                  <a:pt x="3236" y="12045"/>
                </a:lnTo>
                <a:lnTo>
                  <a:pt x="3455" y="12191"/>
                </a:lnTo>
                <a:lnTo>
                  <a:pt x="3674" y="12288"/>
                </a:lnTo>
                <a:lnTo>
                  <a:pt x="3918" y="12385"/>
                </a:lnTo>
                <a:lnTo>
                  <a:pt x="4137" y="12507"/>
                </a:lnTo>
                <a:lnTo>
                  <a:pt x="4161" y="12531"/>
                </a:lnTo>
                <a:lnTo>
                  <a:pt x="4112" y="13067"/>
                </a:lnTo>
                <a:lnTo>
                  <a:pt x="4112" y="13626"/>
                </a:lnTo>
                <a:lnTo>
                  <a:pt x="4112" y="14746"/>
                </a:lnTo>
                <a:lnTo>
                  <a:pt x="4137" y="14819"/>
                </a:lnTo>
                <a:lnTo>
                  <a:pt x="4161" y="14867"/>
                </a:lnTo>
                <a:lnTo>
                  <a:pt x="4185" y="14916"/>
                </a:lnTo>
                <a:lnTo>
                  <a:pt x="4234" y="14965"/>
                </a:lnTo>
                <a:lnTo>
                  <a:pt x="4331" y="14989"/>
                </a:lnTo>
                <a:lnTo>
                  <a:pt x="4453" y="14989"/>
                </a:lnTo>
                <a:lnTo>
                  <a:pt x="4550" y="15062"/>
                </a:lnTo>
                <a:lnTo>
                  <a:pt x="4648" y="15111"/>
                </a:lnTo>
                <a:lnTo>
                  <a:pt x="4769" y="15135"/>
                </a:lnTo>
                <a:lnTo>
                  <a:pt x="4891" y="15111"/>
                </a:lnTo>
                <a:lnTo>
                  <a:pt x="4988" y="15086"/>
                </a:lnTo>
                <a:lnTo>
                  <a:pt x="5110" y="15038"/>
                </a:lnTo>
                <a:lnTo>
                  <a:pt x="5305" y="14940"/>
                </a:lnTo>
                <a:lnTo>
                  <a:pt x="5548" y="14721"/>
                </a:lnTo>
                <a:lnTo>
                  <a:pt x="5791" y="14502"/>
                </a:lnTo>
                <a:lnTo>
                  <a:pt x="6229" y="14040"/>
                </a:lnTo>
                <a:lnTo>
                  <a:pt x="6497" y="13748"/>
                </a:lnTo>
                <a:lnTo>
                  <a:pt x="6619" y="13602"/>
                </a:lnTo>
                <a:lnTo>
                  <a:pt x="6716" y="13432"/>
                </a:lnTo>
                <a:lnTo>
                  <a:pt x="6984" y="13505"/>
                </a:lnTo>
                <a:lnTo>
                  <a:pt x="7227" y="13529"/>
                </a:lnTo>
                <a:lnTo>
                  <a:pt x="7762" y="13578"/>
                </a:lnTo>
                <a:lnTo>
                  <a:pt x="8273" y="13578"/>
                </a:lnTo>
                <a:lnTo>
                  <a:pt x="8760" y="13602"/>
                </a:lnTo>
                <a:lnTo>
                  <a:pt x="9198" y="13578"/>
                </a:lnTo>
                <a:lnTo>
                  <a:pt x="9660" y="13578"/>
                </a:lnTo>
                <a:lnTo>
                  <a:pt x="10098" y="13529"/>
                </a:lnTo>
                <a:lnTo>
                  <a:pt x="10560" y="13480"/>
                </a:lnTo>
                <a:lnTo>
                  <a:pt x="10925" y="13407"/>
                </a:lnTo>
                <a:lnTo>
                  <a:pt x="11315" y="13334"/>
                </a:lnTo>
                <a:lnTo>
                  <a:pt x="11363" y="13480"/>
                </a:lnTo>
                <a:lnTo>
                  <a:pt x="11436" y="13626"/>
                </a:lnTo>
                <a:lnTo>
                  <a:pt x="11607" y="13943"/>
                </a:lnTo>
                <a:lnTo>
                  <a:pt x="11850" y="14210"/>
                </a:lnTo>
                <a:lnTo>
                  <a:pt x="11972" y="14356"/>
                </a:lnTo>
                <a:lnTo>
                  <a:pt x="12118" y="14478"/>
                </a:lnTo>
                <a:lnTo>
                  <a:pt x="12264" y="14575"/>
                </a:lnTo>
                <a:lnTo>
                  <a:pt x="12410" y="14673"/>
                </a:lnTo>
                <a:lnTo>
                  <a:pt x="12580" y="14721"/>
                </a:lnTo>
                <a:lnTo>
                  <a:pt x="12726" y="14770"/>
                </a:lnTo>
                <a:lnTo>
                  <a:pt x="12896" y="14794"/>
                </a:lnTo>
                <a:lnTo>
                  <a:pt x="13042" y="14770"/>
                </a:lnTo>
                <a:lnTo>
                  <a:pt x="13213" y="14721"/>
                </a:lnTo>
                <a:lnTo>
                  <a:pt x="13359" y="14624"/>
                </a:lnTo>
                <a:lnTo>
                  <a:pt x="13480" y="14527"/>
                </a:lnTo>
                <a:lnTo>
                  <a:pt x="13578" y="14405"/>
                </a:lnTo>
                <a:lnTo>
                  <a:pt x="13651" y="14283"/>
                </a:lnTo>
                <a:lnTo>
                  <a:pt x="13724" y="14162"/>
                </a:lnTo>
                <a:lnTo>
                  <a:pt x="13748" y="14016"/>
                </a:lnTo>
                <a:lnTo>
                  <a:pt x="13772" y="13845"/>
                </a:lnTo>
                <a:lnTo>
                  <a:pt x="13797" y="13529"/>
                </a:lnTo>
                <a:lnTo>
                  <a:pt x="13772" y="13213"/>
                </a:lnTo>
                <a:lnTo>
                  <a:pt x="13748" y="12872"/>
                </a:lnTo>
                <a:lnTo>
                  <a:pt x="13748" y="12580"/>
                </a:lnTo>
                <a:lnTo>
                  <a:pt x="13748" y="12288"/>
                </a:lnTo>
                <a:lnTo>
                  <a:pt x="13943" y="12118"/>
                </a:lnTo>
                <a:lnTo>
                  <a:pt x="14137" y="11947"/>
                </a:lnTo>
                <a:lnTo>
                  <a:pt x="14551" y="11655"/>
                </a:lnTo>
                <a:lnTo>
                  <a:pt x="14989" y="11388"/>
                </a:lnTo>
                <a:lnTo>
                  <a:pt x="15403" y="11072"/>
                </a:lnTo>
                <a:lnTo>
                  <a:pt x="15622" y="10877"/>
                </a:lnTo>
                <a:lnTo>
                  <a:pt x="15816" y="10634"/>
                </a:lnTo>
                <a:lnTo>
                  <a:pt x="15987" y="10390"/>
                </a:lnTo>
                <a:lnTo>
                  <a:pt x="16133" y="10123"/>
                </a:lnTo>
                <a:lnTo>
                  <a:pt x="16254" y="9855"/>
                </a:lnTo>
                <a:lnTo>
                  <a:pt x="16376" y="9563"/>
                </a:lnTo>
                <a:lnTo>
                  <a:pt x="16449" y="9271"/>
                </a:lnTo>
                <a:lnTo>
                  <a:pt x="16522" y="8979"/>
                </a:lnTo>
                <a:lnTo>
                  <a:pt x="16595" y="8614"/>
                </a:lnTo>
                <a:lnTo>
                  <a:pt x="16619" y="8249"/>
                </a:lnTo>
                <a:lnTo>
                  <a:pt x="16765" y="8273"/>
                </a:lnTo>
                <a:lnTo>
                  <a:pt x="16911" y="8298"/>
                </a:lnTo>
                <a:lnTo>
                  <a:pt x="17057" y="8273"/>
                </a:lnTo>
                <a:lnTo>
                  <a:pt x="17203" y="8249"/>
                </a:lnTo>
                <a:lnTo>
                  <a:pt x="17228" y="8273"/>
                </a:lnTo>
                <a:lnTo>
                  <a:pt x="17325" y="8346"/>
                </a:lnTo>
                <a:lnTo>
                  <a:pt x="17422" y="8444"/>
                </a:lnTo>
                <a:lnTo>
                  <a:pt x="17641" y="8565"/>
                </a:lnTo>
                <a:lnTo>
                  <a:pt x="17885" y="8663"/>
                </a:lnTo>
                <a:lnTo>
                  <a:pt x="18128" y="8687"/>
                </a:lnTo>
                <a:lnTo>
                  <a:pt x="18395" y="8663"/>
                </a:lnTo>
                <a:lnTo>
                  <a:pt x="18639" y="8614"/>
                </a:lnTo>
                <a:lnTo>
                  <a:pt x="18858" y="8492"/>
                </a:lnTo>
                <a:lnTo>
                  <a:pt x="18979" y="8419"/>
                </a:lnTo>
                <a:lnTo>
                  <a:pt x="19077" y="8346"/>
                </a:lnTo>
                <a:lnTo>
                  <a:pt x="19125" y="8249"/>
                </a:lnTo>
                <a:lnTo>
                  <a:pt x="19125" y="8176"/>
                </a:lnTo>
                <a:lnTo>
                  <a:pt x="19101" y="8079"/>
                </a:lnTo>
                <a:lnTo>
                  <a:pt x="19052" y="8006"/>
                </a:lnTo>
                <a:lnTo>
                  <a:pt x="18979" y="7957"/>
                </a:lnTo>
                <a:lnTo>
                  <a:pt x="18833" y="7957"/>
                </a:lnTo>
                <a:lnTo>
                  <a:pt x="18736" y="8006"/>
                </a:lnTo>
                <a:lnTo>
                  <a:pt x="18639" y="8103"/>
                </a:lnTo>
                <a:lnTo>
                  <a:pt x="18517" y="8176"/>
                </a:lnTo>
                <a:lnTo>
                  <a:pt x="18371" y="8200"/>
                </a:lnTo>
                <a:lnTo>
                  <a:pt x="18225" y="8225"/>
                </a:lnTo>
                <a:lnTo>
                  <a:pt x="18079" y="8200"/>
                </a:lnTo>
                <a:lnTo>
                  <a:pt x="17933" y="8176"/>
                </a:lnTo>
                <a:lnTo>
                  <a:pt x="17787" y="8127"/>
                </a:lnTo>
                <a:lnTo>
                  <a:pt x="17666" y="8054"/>
                </a:lnTo>
                <a:lnTo>
                  <a:pt x="17885" y="7933"/>
                </a:lnTo>
                <a:lnTo>
                  <a:pt x="18031" y="7835"/>
                </a:lnTo>
                <a:lnTo>
                  <a:pt x="18104" y="7738"/>
                </a:lnTo>
                <a:lnTo>
                  <a:pt x="18152" y="7641"/>
                </a:lnTo>
                <a:lnTo>
                  <a:pt x="18201" y="7543"/>
                </a:lnTo>
                <a:lnTo>
                  <a:pt x="18225" y="7446"/>
                </a:lnTo>
                <a:lnTo>
                  <a:pt x="18250" y="7349"/>
                </a:lnTo>
                <a:lnTo>
                  <a:pt x="18225" y="7251"/>
                </a:lnTo>
                <a:lnTo>
                  <a:pt x="18201" y="7154"/>
                </a:lnTo>
                <a:lnTo>
                  <a:pt x="18177" y="7057"/>
                </a:lnTo>
                <a:lnTo>
                  <a:pt x="18128" y="6984"/>
                </a:lnTo>
                <a:lnTo>
                  <a:pt x="18055" y="6911"/>
                </a:lnTo>
                <a:lnTo>
                  <a:pt x="18006" y="6862"/>
                </a:lnTo>
                <a:lnTo>
                  <a:pt x="17909" y="6813"/>
                </a:lnTo>
                <a:lnTo>
                  <a:pt x="17812" y="6789"/>
                </a:lnTo>
                <a:lnTo>
                  <a:pt x="17714" y="6789"/>
                </a:lnTo>
                <a:lnTo>
                  <a:pt x="17593" y="6813"/>
                </a:lnTo>
                <a:lnTo>
                  <a:pt x="17495" y="6838"/>
                </a:lnTo>
                <a:lnTo>
                  <a:pt x="17349" y="6911"/>
                </a:lnTo>
                <a:lnTo>
                  <a:pt x="17228" y="7008"/>
                </a:lnTo>
                <a:lnTo>
                  <a:pt x="17130" y="7105"/>
                </a:lnTo>
                <a:lnTo>
                  <a:pt x="17082" y="7227"/>
                </a:lnTo>
                <a:lnTo>
                  <a:pt x="17033" y="7373"/>
                </a:lnTo>
                <a:lnTo>
                  <a:pt x="17009" y="7519"/>
                </a:lnTo>
                <a:lnTo>
                  <a:pt x="17009" y="7665"/>
                </a:lnTo>
                <a:lnTo>
                  <a:pt x="17033" y="7811"/>
                </a:lnTo>
                <a:lnTo>
                  <a:pt x="16644" y="7835"/>
                </a:lnTo>
                <a:lnTo>
                  <a:pt x="16644" y="7397"/>
                </a:lnTo>
                <a:lnTo>
                  <a:pt x="16619" y="6935"/>
                </a:lnTo>
                <a:lnTo>
                  <a:pt x="16546" y="6497"/>
                </a:lnTo>
                <a:lnTo>
                  <a:pt x="16449" y="6059"/>
                </a:lnTo>
                <a:lnTo>
                  <a:pt x="16327" y="5621"/>
                </a:lnTo>
                <a:lnTo>
                  <a:pt x="16157" y="5207"/>
                </a:lnTo>
                <a:lnTo>
                  <a:pt x="15987" y="4794"/>
                </a:lnTo>
                <a:lnTo>
                  <a:pt x="15768" y="4404"/>
                </a:lnTo>
                <a:lnTo>
                  <a:pt x="15597" y="4161"/>
                </a:lnTo>
                <a:lnTo>
                  <a:pt x="15427" y="3918"/>
                </a:lnTo>
                <a:lnTo>
                  <a:pt x="15232" y="3699"/>
                </a:lnTo>
                <a:lnTo>
                  <a:pt x="15038" y="3480"/>
                </a:lnTo>
                <a:lnTo>
                  <a:pt x="14843" y="3285"/>
                </a:lnTo>
                <a:lnTo>
                  <a:pt x="14624" y="3091"/>
                </a:lnTo>
                <a:lnTo>
                  <a:pt x="14162" y="2750"/>
                </a:lnTo>
                <a:lnTo>
                  <a:pt x="13675" y="2434"/>
                </a:lnTo>
                <a:lnTo>
                  <a:pt x="13164" y="2166"/>
                </a:lnTo>
                <a:lnTo>
                  <a:pt x="12629" y="1923"/>
                </a:lnTo>
                <a:lnTo>
                  <a:pt x="12093" y="1704"/>
                </a:lnTo>
                <a:lnTo>
                  <a:pt x="11461" y="1460"/>
                </a:lnTo>
                <a:lnTo>
                  <a:pt x="10804" y="1266"/>
                </a:lnTo>
                <a:lnTo>
                  <a:pt x="10147" y="1120"/>
                </a:lnTo>
                <a:lnTo>
                  <a:pt x="9466" y="1022"/>
                </a:lnTo>
                <a:lnTo>
                  <a:pt x="8882" y="974"/>
                </a:lnTo>
                <a:lnTo>
                  <a:pt x="8249" y="974"/>
                </a:lnTo>
                <a:lnTo>
                  <a:pt x="7933" y="998"/>
                </a:lnTo>
                <a:lnTo>
                  <a:pt x="7641" y="1047"/>
                </a:lnTo>
                <a:lnTo>
                  <a:pt x="7349" y="1120"/>
                </a:lnTo>
                <a:lnTo>
                  <a:pt x="7057" y="1217"/>
                </a:lnTo>
                <a:lnTo>
                  <a:pt x="6570" y="755"/>
                </a:lnTo>
                <a:lnTo>
                  <a:pt x="6327" y="536"/>
                </a:lnTo>
                <a:lnTo>
                  <a:pt x="6059" y="317"/>
                </a:lnTo>
                <a:lnTo>
                  <a:pt x="5816" y="195"/>
                </a:lnTo>
                <a:lnTo>
                  <a:pt x="5548" y="98"/>
                </a:lnTo>
                <a:lnTo>
                  <a:pt x="5280" y="25"/>
                </a:lnTo>
                <a:lnTo>
                  <a:pt x="5013" y="25"/>
                </a:lnTo>
                <a:lnTo>
                  <a:pt x="4964"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41" name="Google Shape;841;p39"/>
          <p:cNvSpPr/>
          <p:nvPr/>
        </p:nvSpPr>
        <p:spPr>
          <a:xfrm>
            <a:off x="848015" y="3304630"/>
            <a:ext cx="407377" cy="276553"/>
          </a:xfrm>
          <a:custGeom>
            <a:avLst/>
            <a:gdLst/>
            <a:ahLst/>
            <a:cxnLst/>
            <a:rect l="l" t="t" r="r" b="b"/>
            <a:pathLst>
              <a:path w="18640" h="12654" extrusionOk="0">
                <a:moveTo>
                  <a:pt x="11486" y="512"/>
                </a:moveTo>
                <a:lnTo>
                  <a:pt x="14089" y="536"/>
                </a:lnTo>
                <a:lnTo>
                  <a:pt x="16206" y="585"/>
                </a:lnTo>
                <a:lnTo>
                  <a:pt x="17106" y="585"/>
                </a:lnTo>
                <a:lnTo>
                  <a:pt x="17374" y="633"/>
                </a:lnTo>
                <a:lnTo>
                  <a:pt x="17617" y="706"/>
                </a:lnTo>
                <a:lnTo>
                  <a:pt x="17715" y="755"/>
                </a:lnTo>
                <a:lnTo>
                  <a:pt x="17812" y="828"/>
                </a:lnTo>
                <a:lnTo>
                  <a:pt x="17885" y="925"/>
                </a:lnTo>
                <a:lnTo>
                  <a:pt x="17958" y="1047"/>
                </a:lnTo>
                <a:lnTo>
                  <a:pt x="17982" y="1169"/>
                </a:lnTo>
                <a:lnTo>
                  <a:pt x="18007" y="1315"/>
                </a:lnTo>
                <a:lnTo>
                  <a:pt x="17982" y="1607"/>
                </a:lnTo>
                <a:lnTo>
                  <a:pt x="17958" y="1753"/>
                </a:lnTo>
                <a:lnTo>
                  <a:pt x="17958" y="1923"/>
                </a:lnTo>
                <a:lnTo>
                  <a:pt x="17958" y="2264"/>
                </a:lnTo>
                <a:lnTo>
                  <a:pt x="18007" y="2604"/>
                </a:lnTo>
                <a:lnTo>
                  <a:pt x="18031" y="2945"/>
                </a:lnTo>
                <a:lnTo>
                  <a:pt x="18031" y="3115"/>
                </a:lnTo>
                <a:lnTo>
                  <a:pt x="17520" y="3164"/>
                </a:lnTo>
                <a:lnTo>
                  <a:pt x="17009" y="3188"/>
                </a:lnTo>
                <a:lnTo>
                  <a:pt x="15963" y="3212"/>
                </a:lnTo>
                <a:lnTo>
                  <a:pt x="14917" y="3188"/>
                </a:lnTo>
                <a:lnTo>
                  <a:pt x="13870" y="3164"/>
                </a:lnTo>
                <a:lnTo>
                  <a:pt x="12751" y="3139"/>
                </a:lnTo>
                <a:lnTo>
                  <a:pt x="11607" y="3115"/>
                </a:lnTo>
                <a:lnTo>
                  <a:pt x="11023" y="3139"/>
                </a:lnTo>
                <a:lnTo>
                  <a:pt x="10439" y="3188"/>
                </a:lnTo>
                <a:lnTo>
                  <a:pt x="9855" y="3237"/>
                </a:lnTo>
                <a:lnTo>
                  <a:pt x="9271" y="3261"/>
                </a:lnTo>
                <a:lnTo>
                  <a:pt x="8712" y="3261"/>
                </a:lnTo>
                <a:lnTo>
                  <a:pt x="8152" y="3237"/>
                </a:lnTo>
                <a:lnTo>
                  <a:pt x="7057" y="3164"/>
                </a:lnTo>
                <a:lnTo>
                  <a:pt x="5938" y="3091"/>
                </a:lnTo>
                <a:lnTo>
                  <a:pt x="5403" y="3091"/>
                </a:lnTo>
                <a:lnTo>
                  <a:pt x="4843" y="3066"/>
                </a:lnTo>
                <a:lnTo>
                  <a:pt x="3651" y="3091"/>
                </a:lnTo>
                <a:lnTo>
                  <a:pt x="2483" y="3139"/>
                </a:lnTo>
                <a:lnTo>
                  <a:pt x="1412" y="3164"/>
                </a:lnTo>
                <a:lnTo>
                  <a:pt x="950" y="3164"/>
                </a:lnTo>
                <a:lnTo>
                  <a:pt x="731" y="3188"/>
                </a:lnTo>
                <a:lnTo>
                  <a:pt x="487" y="3212"/>
                </a:lnTo>
                <a:lnTo>
                  <a:pt x="487" y="3212"/>
                </a:lnTo>
                <a:lnTo>
                  <a:pt x="512" y="2799"/>
                </a:lnTo>
                <a:lnTo>
                  <a:pt x="560" y="2410"/>
                </a:lnTo>
                <a:lnTo>
                  <a:pt x="633" y="1996"/>
                </a:lnTo>
                <a:lnTo>
                  <a:pt x="731" y="1607"/>
                </a:lnTo>
                <a:lnTo>
                  <a:pt x="828" y="1363"/>
                </a:lnTo>
                <a:lnTo>
                  <a:pt x="925" y="1169"/>
                </a:lnTo>
                <a:lnTo>
                  <a:pt x="1071" y="998"/>
                </a:lnTo>
                <a:lnTo>
                  <a:pt x="1217" y="852"/>
                </a:lnTo>
                <a:lnTo>
                  <a:pt x="1388" y="731"/>
                </a:lnTo>
                <a:lnTo>
                  <a:pt x="1582" y="658"/>
                </a:lnTo>
                <a:lnTo>
                  <a:pt x="1777" y="585"/>
                </a:lnTo>
                <a:lnTo>
                  <a:pt x="1996" y="512"/>
                </a:lnTo>
                <a:lnTo>
                  <a:pt x="2118" y="560"/>
                </a:lnTo>
                <a:lnTo>
                  <a:pt x="2239" y="560"/>
                </a:lnTo>
                <a:lnTo>
                  <a:pt x="2483" y="585"/>
                </a:lnTo>
                <a:lnTo>
                  <a:pt x="2969" y="536"/>
                </a:lnTo>
                <a:lnTo>
                  <a:pt x="4016" y="512"/>
                </a:lnTo>
                <a:lnTo>
                  <a:pt x="5062" y="512"/>
                </a:lnTo>
                <a:lnTo>
                  <a:pt x="6084" y="536"/>
                </a:lnTo>
                <a:lnTo>
                  <a:pt x="7106" y="560"/>
                </a:lnTo>
                <a:lnTo>
                  <a:pt x="8128" y="585"/>
                </a:lnTo>
                <a:lnTo>
                  <a:pt x="8639" y="585"/>
                </a:lnTo>
                <a:lnTo>
                  <a:pt x="9150" y="560"/>
                </a:lnTo>
                <a:lnTo>
                  <a:pt x="10220" y="512"/>
                </a:lnTo>
                <a:close/>
                <a:moveTo>
                  <a:pt x="487" y="3650"/>
                </a:moveTo>
                <a:lnTo>
                  <a:pt x="560" y="3675"/>
                </a:lnTo>
                <a:lnTo>
                  <a:pt x="512" y="3748"/>
                </a:lnTo>
                <a:lnTo>
                  <a:pt x="487" y="3772"/>
                </a:lnTo>
                <a:lnTo>
                  <a:pt x="487" y="3650"/>
                </a:lnTo>
                <a:close/>
                <a:moveTo>
                  <a:pt x="10147" y="3748"/>
                </a:moveTo>
                <a:lnTo>
                  <a:pt x="9782" y="4137"/>
                </a:lnTo>
                <a:lnTo>
                  <a:pt x="9612" y="4356"/>
                </a:lnTo>
                <a:lnTo>
                  <a:pt x="9466" y="4575"/>
                </a:lnTo>
                <a:lnTo>
                  <a:pt x="9344" y="4745"/>
                </a:lnTo>
                <a:lnTo>
                  <a:pt x="9344" y="4745"/>
                </a:lnTo>
                <a:lnTo>
                  <a:pt x="9515" y="4356"/>
                </a:lnTo>
                <a:lnTo>
                  <a:pt x="9685" y="3967"/>
                </a:lnTo>
                <a:lnTo>
                  <a:pt x="9782" y="3796"/>
                </a:lnTo>
                <a:lnTo>
                  <a:pt x="9807" y="3772"/>
                </a:lnTo>
                <a:lnTo>
                  <a:pt x="10147" y="3748"/>
                </a:lnTo>
                <a:close/>
                <a:moveTo>
                  <a:pt x="1509" y="3699"/>
                </a:moveTo>
                <a:lnTo>
                  <a:pt x="1339" y="3845"/>
                </a:lnTo>
                <a:lnTo>
                  <a:pt x="1217" y="3991"/>
                </a:lnTo>
                <a:lnTo>
                  <a:pt x="950" y="4332"/>
                </a:lnTo>
                <a:lnTo>
                  <a:pt x="731" y="4648"/>
                </a:lnTo>
                <a:lnTo>
                  <a:pt x="512" y="4989"/>
                </a:lnTo>
                <a:lnTo>
                  <a:pt x="512" y="4697"/>
                </a:lnTo>
                <a:lnTo>
                  <a:pt x="633" y="4380"/>
                </a:lnTo>
                <a:lnTo>
                  <a:pt x="779" y="4040"/>
                </a:lnTo>
                <a:lnTo>
                  <a:pt x="877" y="3869"/>
                </a:lnTo>
                <a:lnTo>
                  <a:pt x="998" y="3723"/>
                </a:lnTo>
                <a:lnTo>
                  <a:pt x="1509" y="3699"/>
                </a:lnTo>
                <a:close/>
                <a:moveTo>
                  <a:pt x="15452" y="3723"/>
                </a:moveTo>
                <a:lnTo>
                  <a:pt x="15111" y="4186"/>
                </a:lnTo>
                <a:lnTo>
                  <a:pt x="14746" y="4648"/>
                </a:lnTo>
                <a:lnTo>
                  <a:pt x="14454" y="5013"/>
                </a:lnTo>
                <a:lnTo>
                  <a:pt x="14333" y="5208"/>
                </a:lnTo>
                <a:lnTo>
                  <a:pt x="14235" y="5402"/>
                </a:lnTo>
                <a:lnTo>
                  <a:pt x="13846" y="5402"/>
                </a:lnTo>
                <a:lnTo>
                  <a:pt x="13919" y="5305"/>
                </a:lnTo>
                <a:lnTo>
                  <a:pt x="13992" y="5159"/>
                </a:lnTo>
                <a:lnTo>
                  <a:pt x="14089" y="4964"/>
                </a:lnTo>
                <a:lnTo>
                  <a:pt x="14479" y="4356"/>
                </a:lnTo>
                <a:lnTo>
                  <a:pt x="14673" y="4040"/>
                </a:lnTo>
                <a:lnTo>
                  <a:pt x="14722" y="3869"/>
                </a:lnTo>
                <a:lnTo>
                  <a:pt x="14771" y="3723"/>
                </a:lnTo>
                <a:close/>
                <a:moveTo>
                  <a:pt x="14503" y="3699"/>
                </a:moveTo>
                <a:lnTo>
                  <a:pt x="14187" y="4161"/>
                </a:lnTo>
                <a:lnTo>
                  <a:pt x="13919" y="4599"/>
                </a:lnTo>
                <a:lnTo>
                  <a:pt x="13651" y="4989"/>
                </a:lnTo>
                <a:lnTo>
                  <a:pt x="13530" y="5183"/>
                </a:lnTo>
                <a:lnTo>
                  <a:pt x="13505" y="5281"/>
                </a:lnTo>
                <a:lnTo>
                  <a:pt x="13481" y="5402"/>
                </a:lnTo>
                <a:lnTo>
                  <a:pt x="13481" y="5427"/>
                </a:lnTo>
                <a:lnTo>
                  <a:pt x="13019" y="5427"/>
                </a:lnTo>
                <a:lnTo>
                  <a:pt x="13116" y="5183"/>
                </a:lnTo>
                <a:lnTo>
                  <a:pt x="13238" y="4940"/>
                </a:lnTo>
                <a:lnTo>
                  <a:pt x="13432" y="4648"/>
                </a:lnTo>
                <a:lnTo>
                  <a:pt x="13627" y="4332"/>
                </a:lnTo>
                <a:lnTo>
                  <a:pt x="13822" y="4015"/>
                </a:lnTo>
                <a:lnTo>
                  <a:pt x="13968" y="3699"/>
                </a:lnTo>
                <a:close/>
                <a:moveTo>
                  <a:pt x="16255" y="3723"/>
                </a:moveTo>
                <a:lnTo>
                  <a:pt x="15914" y="4210"/>
                </a:lnTo>
                <a:lnTo>
                  <a:pt x="15573" y="4672"/>
                </a:lnTo>
                <a:lnTo>
                  <a:pt x="15282" y="5037"/>
                </a:lnTo>
                <a:lnTo>
                  <a:pt x="15160" y="5208"/>
                </a:lnTo>
                <a:lnTo>
                  <a:pt x="15111" y="5329"/>
                </a:lnTo>
                <a:lnTo>
                  <a:pt x="15087" y="5427"/>
                </a:lnTo>
                <a:lnTo>
                  <a:pt x="14722" y="5427"/>
                </a:lnTo>
                <a:lnTo>
                  <a:pt x="14795" y="5329"/>
                </a:lnTo>
                <a:lnTo>
                  <a:pt x="15257" y="4697"/>
                </a:lnTo>
                <a:lnTo>
                  <a:pt x="15403" y="4478"/>
                </a:lnTo>
                <a:lnTo>
                  <a:pt x="15525" y="4234"/>
                </a:lnTo>
                <a:lnTo>
                  <a:pt x="15622" y="3991"/>
                </a:lnTo>
                <a:lnTo>
                  <a:pt x="15646" y="3845"/>
                </a:lnTo>
                <a:lnTo>
                  <a:pt x="15671" y="3723"/>
                </a:lnTo>
                <a:close/>
                <a:moveTo>
                  <a:pt x="3748" y="3626"/>
                </a:moveTo>
                <a:lnTo>
                  <a:pt x="3602" y="3772"/>
                </a:lnTo>
                <a:lnTo>
                  <a:pt x="3480" y="3967"/>
                </a:lnTo>
                <a:lnTo>
                  <a:pt x="3286" y="4307"/>
                </a:lnTo>
                <a:lnTo>
                  <a:pt x="3091" y="4599"/>
                </a:lnTo>
                <a:lnTo>
                  <a:pt x="2872" y="4867"/>
                </a:lnTo>
                <a:lnTo>
                  <a:pt x="2677" y="5159"/>
                </a:lnTo>
                <a:lnTo>
                  <a:pt x="2580" y="5305"/>
                </a:lnTo>
                <a:lnTo>
                  <a:pt x="2507" y="5451"/>
                </a:lnTo>
                <a:lnTo>
                  <a:pt x="2191" y="5451"/>
                </a:lnTo>
                <a:lnTo>
                  <a:pt x="2312" y="5305"/>
                </a:lnTo>
                <a:lnTo>
                  <a:pt x="2410" y="5135"/>
                </a:lnTo>
                <a:lnTo>
                  <a:pt x="2604" y="4867"/>
                </a:lnTo>
                <a:lnTo>
                  <a:pt x="2799" y="4599"/>
                </a:lnTo>
                <a:lnTo>
                  <a:pt x="2945" y="4307"/>
                </a:lnTo>
                <a:lnTo>
                  <a:pt x="3091" y="4040"/>
                </a:lnTo>
                <a:lnTo>
                  <a:pt x="3213" y="3748"/>
                </a:lnTo>
                <a:lnTo>
                  <a:pt x="3213" y="3699"/>
                </a:lnTo>
                <a:lnTo>
                  <a:pt x="3164" y="3675"/>
                </a:lnTo>
                <a:lnTo>
                  <a:pt x="3115" y="3650"/>
                </a:lnTo>
                <a:lnTo>
                  <a:pt x="3091" y="3699"/>
                </a:lnTo>
                <a:lnTo>
                  <a:pt x="2872" y="3942"/>
                </a:lnTo>
                <a:lnTo>
                  <a:pt x="2653" y="4210"/>
                </a:lnTo>
                <a:lnTo>
                  <a:pt x="2434" y="4453"/>
                </a:lnTo>
                <a:lnTo>
                  <a:pt x="2215" y="4721"/>
                </a:lnTo>
                <a:lnTo>
                  <a:pt x="1947" y="5062"/>
                </a:lnTo>
                <a:lnTo>
                  <a:pt x="1826" y="5232"/>
                </a:lnTo>
                <a:lnTo>
                  <a:pt x="1777" y="5329"/>
                </a:lnTo>
                <a:lnTo>
                  <a:pt x="1753" y="5427"/>
                </a:lnTo>
                <a:lnTo>
                  <a:pt x="1388" y="5427"/>
                </a:lnTo>
                <a:lnTo>
                  <a:pt x="1461" y="5305"/>
                </a:lnTo>
                <a:lnTo>
                  <a:pt x="1534" y="5159"/>
                </a:lnTo>
                <a:lnTo>
                  <a:pt x="1631" y="5013"/>
                </a:lnTo>
                <a:lnTo>
                  <a:pt x="1728" y="4867"/>
                </a:lnTo>
                <a:lnTo>
                  <a:pt x="1972" y="4575"/>
                </a:lnTo>
                <a:lnTo>
                  <a:pt x="2142" y="4356"/>
                </a:lnTo>
                <a:lnTo>
                  <a:pt x="2288" y="4137"/>
                </a:lnTo>
                <a:lnTo>
                  <a:pt x="2410" y="3894"/>
                </a:lnTo>
                <a:lnTo>
                  <a:pt x="2507" y="3650"/>
                </a:lnTo>
                <a:lnTo>
                  <a:pt x="3748" y="3626"/>
                </a:lnTo>
                <a:close/>
                <a:moveTo>
                  <a:pt x="4551" y="3602"/>
                </a:moveTo>
                <a:lnTo>
                  <a:pt x="4356" y="3796"/>
                </a:lnTo>
                <a:lnTo>
                  <a:pt x="4186" y="4015"/>
                </a:lnTo>
                <a:lnTo>
                  <a:pt x="3894" y="4478"/>
                </a:lnTo>
                <a:lnTo>
                  <a:pt x="3699" y="4697"/>
                </a:lnTo>
                <a:lnTo>
                  <a:pt x="3505" y="4940"/>
                </a:lnTo>
                <a:lnTo>
                  <a:pt x="3407" y="5062"/>
                </a:lnTo>
                <a:lnTo>
                  <a:pt x="3334" y="5183"/>
                </a:lnTo>
                <a:lnTo>
                  <a:pt x="3286" y="5329"/>
                </a:lnTo>
                <a:lnTo>
                  <a:pt x="3261" y="5451"/>
                </a:lnTo>
                <a:lnTo>
                  <a:pt x="2921" y="5451"/>
                </a:lnTo>
                <a:lnTo>
                  <a:pt x="3067" y="5281"/>
                </a:lnTo>
                <a:lnTo>
                  <a:pt x="3213" y="5062"/>
                </a:lnTo>
                <a:lnTo>
                  <a:pt x="3432" y="4672"/>
                </a:lnTo>
                <a:lnTo>
                  <a:pt x="3724" y="4161"/>
                </a:lnTo>
                <a:lnTo>
                  <a:pt x="4016" y="3602"/>
                </a:lnTo>
                <a:close/>
                <a:moveTo>
                  <a:pt x="13140" y="3675"/>
                </a:moveTo>
                <a:lnTo>
                  <a:pt x="13724" y="3699"/>
                </a:lnTo>
                <a:lnTo>
                  <a:pt x="13505" y="3894"/>
                </a:lnTo>
                <a:lnTo>
                  <a:pt x="13335" y="4137"/>
                </a:lnTo>
                <a:lnTo>
                  <a:pt x="12994" y="4624"/>
                </a:lnTo>
                <a:lnTo>
                  <a:pt x="12751" y="5013"/>
                </a:lnTo>
                <a:lnTo>
                  <a:pt x="12605" y="5232"/>
                </a:lnTo>
                <a:lnTo>
                  <a:pt x="12483" y="5451"/>
                </a:lnTo>
                <a:lnTo>
                  <a:pt x="12313" y="5451"/>
                </a:lnTo>
                <a:lnTo>
                  <a:pt x="12459" y="5256"/>
                </a:lnTo>
                <a:lnTo>
                  <a:pt x="12556" y="5037"/>
                </a:lnTo>
                <a:lnTo>
                  <a:pt x="12775" y="4624"/>
                </a:lnTo>
                <a:lnTo>
                  <a:pt x="12873" y="4405"/>
                </a:lnTo>
                <a:lnTo>
                  <a:pt x="12946" y="4161"/>
                </a:lnTo>
                <a:lnTo>
                  <a:pt x="13043" y="3918"/>
                </a:lnTo>
                <a:lnTo>
                  <a:pt x="13140" y="3675"/>
                </a:lnTo>
                <a:close/>
                <a:moveTo>
                  <a:pt x="16912" y="3723"/>
                </a:moveTo>
                <a:lnTo>
                  <a:pt x="16547" y="4283"/>
                </a:lnTo>
                <a:lnTo>
                  <a:pt x="16328" y="4575"/>
                </a:lnTo>
                <a:lnTo>
                  <a:pt x="16109" y="4818"/>
                </a:lnTo>
                <a:lnTo>
                  <a:pt x="15841" y="5086"/>
                </a:lnTo>
                <a:lnTo>
                  <a:pt x="15695" y="5281"/>
                </a:lnTo>
                <a:lnTo>
                  <a:pt x="15573" y="5451"/>
                </a:lnTo>
                <a:lnTo>
                  <a:pt x="15501" y="5451"/>
                </a:lnTo>
                <a:lnTo>
                  <a:pt x="15695" y="5135"/>
                </a:lnTo>
                <a:lnTo>
                  <a:pt x="15914" y="4843"/>
                </a:lnTo>
                <a:lnTo>
                  <a:pt x="16084" y="4575"/>
                </a:lnTo>
                <a:lnTo>
                  <a:pt x="16230" y="4307"/>
                </a:lnTo>
                <a:lnTo>
                  <a:pt x="16474" y="3723"/>
                </a:lnTo>
                <a:close/>
                <a:moveTo>
                  <a:pt x="12921" y="3650"/>
                </a:moveTo>
                <a:lnTo>
                  <a:pt x="12800" y="3821"/>
                </a:lnTo>
                <a:lnTo>
                  <a:pt x="12702" y="3991"/>
                </a:lnTo>
                <a:lnTo>
                  <a:pt x="12532" y="4332"/>
                </a:lnTo>
                <a:lnTo>
                  <a:pt x="12362" y="4599"/>
                </a:lnTo>
                <a:lnTo>
                  <a:pt x="12167" y="4891"/>
                </a:lnTo>
                <a:lnTo>
                  <a:pt x="11997" y="5159"/>
                </a:lnTo>
                <a:lnTo>
                  <a:pt x="11948" y="5305"/>
                </a:lnTo>
                <a:lnTo>
                  <a:pt x="11899" y="5451"/>
                </a:lnTo>
                <a:lnTo>
                  <a:pt x="11583" y="5475"/>
                </a:lnTo>
                <a:lnTo>
                  <a:pt x="11583" y="5475"/>
                </a:lnTo>
                <a:lnTo>
                  <a:pt x="11729" y="5232"/>
                </a:lnTo>
                <a:lnTo>
                  <a:pt x="11826" y="4964"/>
                </a:lnTo>
                <a:lnTo>
                  <a:pt x="12045" y="4453"/>
                </a:lnTo>
                <a:lnTo>
                  <a:pt x="12216" y="4064"/>
                </a:lnTo>
                <a:lnTo>
                  <a:pt x="12289" y="3869"/>
                </a:lnTo>
                <a:lnTo>
                  <a:pt x="12337" y="3650"/>
                </a:lnTo>
                <a:close/>
                <a:moveTo>
                  <a:pt x="4746" y="3602"/>
                </a:moveTo>
                <a:lnTo>
                  <a:pt x="5792" y="3626"/>
                </a:lnTo>
                <a:lnTo>
                  <a:pt x="6814" y="3675"/>
                </a:lnTo>
                <a:lnTo>
                  <a:pt x="6571" y="3845"/>
                </a:lnTo>
                <a:lnTo>
                  <a:pt x="6352" y="4064"/>
                </a:lnTo>
                <a:lnTo>
                  <a:pt x="6157" y="4283"/>
                </a:lnTo>
                <a:lnTo>
                  <a:pt x="5987" y="4526"/>
                </a:lnTo>
                <a:lnTo>
                  <a:pt x="5573" y="5135"/>
                </a:lnTo>
                <a:lnTo>
                  <a:pt x="5427" y="5305"/>
                </a:lnTo>
                <a:lnTo>
                  <a:pt x="5403" y="5402"/>
                </a:lnTo>
                <a:lnTo>
                  <a:pt x="5378" y="5500"/>
                </a:lnTo>
                <a:lnTo>
                  <a:pt x="5013" y="5500"/>
                </a:lnTo>
                <a:lnTo>
                  <a:pt x="5232" y="5232"/>
                </a:lnTo>
                <a:lnTo>
                  <a:pt x="5427" y="4940"/>
                </a:lnTo>
                <a:lnTo>
                  <a:pt x="6206" y="3748"/>
                </a:lnTo>
                <a:lnTo>
                  <a:pt x="6230" y="3699"/>
                </a:lnTo>
                <a:lnTo>
                  <a:pt x="6206" y="3675"/>
                </a:lnTo>
                <a:lnTo>
                  <a:pt x="6108" y="3675"/>
                </a:lnTo>
                <a:lnTo>
                  <a:pt x="5865" y="3894"/>
                </a:lnTo>
                <a:lnTo>
                  <a:pt x="5646" y="4113"/>
                </a:lnTo>
                <a:lnTo>
                  <a:pt x="5427" y="4356"/>
                </a:lnTo>
                <a:lnTo>
                  <a:pt x="5208" y="4599"/>
                </a:lnTo>
                <a:lnTo>
                  <a:pt x="4892" y="5013"/>
                </a:lnTo>
                <a:lnTo>
                  <a:pt x="4770" y="5256"/>
                </a:lnTo>
                <a:lnTo>
                  <a:pt x="4648" y="5500"/>
                </a:lnTo>
                <a:lnTo>
                  <a:pt x="4429" y="5475"/>
                </a:lnTo>
                <a:lnTo>
                  <a:pt x="4746" y="5037"/>
                </a:lnTo>
                <a:lnTo>
                  <a:pt x="4989" y="4745"/>
                </a:lnTo>
                <a:lnTo>
                  <a:pt x="5208" y="4405"/>
                </a:lnTo>
                <a:lnTo>
                  <a:pt x="5403" y="4088"/>
                </a:lnTo>
                <a:lnTo>
                  <a:pt x="5476" y="3894"/>
                </a:lnTo>
                <a:lnTo>
                  <a:pt x="5549" y="3723"/>
                </a:lnTo>
                <a:lnTo>
                  <a:pt x="5549" y="3675"/>
                </a:lnTo>
                <a:lnTo>
                  <a:pt x="5500" y="3650"/>
                </a:lnTo>
                <a:lnTo>
                  <a:pt x="5476" y="3626"/>
                </a:lnTo>
                <a:lnTo>
                  <a:pt x="5427" y="3650"/>
                </a:lnTo>
                <a:lnTo>
                  <a:pt x="5159" y="3918"/>
                </a:lnTo>
                <a:lnTo>
                  <a:pt x="4916" y="4210"/>
                </a:lnTo>
                <a:lnTo>
                  <a:pt x="4429" y="4794"/>
                </a:lnTo>
                <a:lnTo>
                  <a:pt x="4162" y="5110"/>
                </a:lnTo>
                <a:lnTo>
                  <a:pt x="4016" y="5281"/>
                </a:lnTo>
                <a:lnTo>
                  <a:pt x="3894" y="5475"/>
                </a:lnTo>
                <a:lnTo>
                  <a:pt x="3529" y="5451"/>
                </a:lnTo>
                <a:lnTo>
                  <a:pt x="3821" y="5086"/>
                </a:lnTo>
                <a:lnTo>
                  <a:pt x="4064" y="4721"/>
                </a:lnTo>
                <a:lnTo>
                  <a:pt x="4405" y="4161"/>
                </a:lnTo>
                <a:lnTo>
                  <a:pt x="4575" y="3869"/>
                </a:lnTo>
                <a:lnTo>
                  <a:pt x="4746" y="3602"/>
                </a:lnTo>
                <a:close/>
                <a:moveTo>
                  <a:pt x="11997" y="3650"/>
                </a:moveTo>
                <a:lnTo>
                  <a:pt x="11875" y="3869"/>
                </a:lnTo>
                <a:lnTo>
                  <a:pt x="11778" y="4088"/>
                </a:lnTo>
                <a:lnTo>
                  <a:pt x="11559" y="4551"/>
                </a:lnTo>
                <a:lnTo>
                  <a:pt x="11315" y="4989"/>
                </a:lnTo>
                <a:lnTo>
                  <a:pt x="11218" y="5232"/>
                </a:lnTo>
                <a:lnTo>
                  <a:pt x="11194" y="5378"/>
                </a:lnTo>
                <a:lnTo>
                  <a:pt x="11169" y="5500"/>
                </a:lnTo>
                <a:lnTo>
                  <a:pt x="10756" y="5500"/>
                </a:lnTo>
                <a:lnTo>
                  <a:pt x="10950" y="5256"/>
                </a:lnTo>
                <a:lnTo>
                  <a:pt x="11121" y="4989"/>
                </a:lnTo>
                <a:lnTo>
                  <a:pt x="11291" y="4672"/>
                </a:lnTo>
                <a:lnTo>
                  <a:pt x="11437" y="4332"/>
                </a:lnTo>
                <a:lnTo>
                  <a:pt x="11705" y="3650"/>
                </a:lnTo>
                <a:close/>
                <a:moveTo>
                  <a:pt x="17593" y="3699"/>
                </a:moveTo>
                <a:lnTo>
                  <a:pt x="17471" y="3894"/>
                </a:lnTo>
                <a:lnTo>
                  <a:pt x="17325" y="4088"/>
                </a:lnTo>
                <a:lnTo>
                  <a:pt x="17082" y="4502"/>
                </a:lnTo>
                <a:lnTo>
                  <a:pt x="16887" y="4745"/>
                </a:lnTo>
                <a:lnTo>
                  <a:pt x="16668" y="4989"/>
                </a:lnTo>
                <a:lnTo>
                  <a:pt x="16474" y="5232"/>
                </a:lnTo>
                <a:lnTo>
                  <a:pt x="16376" y="5378"/>
                </a:lnTo>
                <a:lnTo>
                  <a:pt x="16303" y="5500"/>
                </a:lnTo>
                <a:lnTo>
                  <a:pt x="16133" y="5475"/>
                </a:lnTo>
                <a:lnTo>
                  <a:pt x="16620" y="4867"/>
                </a:lnTo>
                <a:lnTo>
                  <a:pt x="16790" y="4599"/>
                </a:lnTo>
                <a:lnTo>
                  <a:pt x="16936" y="4307"/>
                </a:lnTo>
                <a:lnTo>
                  <a:pt x="17033" y="4015"/>
                </a:lnTo>
                <a:lnTo>
                  <a:pt x="17131" y="3723"/>
                </a:lnTo>
                <a:lnTo>
                  <a:pt x="17593" y="3699"/>
                </a:lnTo>
                <a:close/>
                <a:moveTo>
                  <a:pt x="2337" y="3650"/>
                </a:moveTo>
                <a:lnTo>
                  <a:pt x="1947" y="4064"/>
                </a:lnTo>
                <a:lnTo>
                  <a:pt x="1558" y="4478"/>
                </a:lnTo>
                <a:lnTo>
                  <a:pt x="1363" y="4697"/>
                </a:lnTo>
                <a:lnTo>
                  <a:pt x="1193" y="4940"/>
                </a:lnTo>
                <a:lnTo>
                  <a:pt x="1096" y="5062"/>
                </a:lnTo>
                <a:lnTo>
                  <a:pt x="1047" y="5183"/>
                </a:lnTo>
                <a:lnTo>
                  <a:pt x="1023" y="5329"/>
                </a:lnTo>
                <a:lnTo>
                  <a:pt x="1023" y="5451"/>
                </a:lnTo>
                <a:lnTo>
                  <a:pt x="804" y="5475"/>
                </a:lnTo>
                <a:lnTo>
                  <a:pt x="609" y="5524"/>
                </a:lnTo>
                <a:lnTo>
                  <a:pt x="609" y="5524"/>
                </a:lnTo>
                <a:lnTo>
                  <a:pt x="682" y="5451"/>
                </a:lnTo>
                <a:lnTo>
                  <a:pt x="755" y="5354"/>
                </a:lnTo>
                <a:lnTo>
                  <a:pt x="901" y="5135"/>
                </a:lnTo>
                <a:lnTo>
                  <a:pt x="1023" y="4891"/>
                </a:lnTo>
                <a:lnTo>
                  <a:pt x="1120" y="4697"/>
                </a:lnTo>
                <a:lnTo>
                  <a:pt x="1485" y="4186"/>
                </a:lnTo>
                <a:lnTo>
                  <a:pt x="1874" y="3675"/>
                </a:lnTo>
                <a:lnTo>
                  <a:pt x="2288" y="3650"/>
                </a:lnTo>
                <a:close/>
                <a:moveTo>
                  <a:pt x="11510" y="3650"/>
                </a:moveTo>
                <a:lnTo>
                  <a:pt x="11291" y="3967"/>
                </a:lnTo>
                <a:lnTo>
                  <a:pt x="11096" y="4283"/>
                </a:lnTo>
                <a:lnTo>
                  <a:pt x="10902" y="4599"/>
                </a:lnTo>
                <a:lnTo>
                  <a:pt x="10707" y="4891"/>
                </a:lnTo>
                <a:lnTo>
                  <a:pt x="10464" y="5208"/>
                </a:lnTo>
                <a:lnTo>
                  <a:pt x="10366" y="5354"/>
                </a:lnTo>
                <a:lnTo>
                  <a:pt x="10269" y="5524"/>
                </a:lnTo>
                <a:lnTo>
                  <a:pt x="10001" y="5524"/>
                </a:lnTo>
                <a:lnTo>
                  <a:pt x="10269" y="5208"/>
                </a:lnTo>
                <a:lnTo>
                  <a:pt x="10488" y="4891"/>
                </a:lnTo>
                <a:lnTo>
                  <a:pt x="10683" y="4599"/>
                </a:lnTo>
                <a:lnTo>
                  <a:pt x="10853" y="4307"/>
                </a:lnTo>
                <a:lnTo>
                  <a:pt x="11023" y="3991"/>
                </a:lnTo>
                <a:lnTo>
                  <a:pt x="11145" y="3675"/>
                </a:lnTo>
                <a:lnTo>
                  <a:pt x="11437" y="3650"/>
                </a:lnTo>
                <a:close/>
                <a:moveTo>
                  <a:pt x="6936" y="3699"/>
                </a:moveTo>
                <a:lnTo>
                  <a:pt x="7325" y="3723"/>
                </a:lnTo>
                <a:lnTo>
                  <a:pt x="7057" y="4015"/>
                </a:lnTo>
                <a:lnTo>
                  <a:pt x="6814" y="4356"/>
                </a:lnTo>
                <a:lnTo>
                  <a:pt x="6619" y="4599"/>
                </a:lnTo>
                <a:lnTo>
                  <a:pt x="6400" y="4867"/>
                </a:lnTo>
                <a:lnTo>
                  <a:pt x="6327" y="5013"/>
                </a:lnTo>
                <a:lnTo>
                  <a:pt x="6254" y="5159"/>
                </a:lnTo>
                <a:lnTo>
                  <a:pt x="6206" y="5329"/>
                </a:lnTo>
                <a:lnTo>
                  <a:pt x="6206" y="5475"/>
                </a:lnTo>
                <a:lnTo>
                  <a:pt x="6206" y="5500"/>
                </a:lnTo>
                <a:lnTo>
                  <a:pt x="6230" y="5548"/>
                </a:lnTo>
                <a:lnTo>
                  <a:pt x="5768" y="5524"/>
                </a:lnTo>
                <a:lnTo>
                  <a:pt x="5889" y="5378"/>
                </a:lnTo>
                <a:lnTo>
                  <a:pt x="5987" y="5208"/>
                </a:lnTo>
                <a:lnTo>
                  <a:pt x="6157" y="4916"/>
                </a:lnTo>
                <a:lnTo>
                  <a:pt x="6546" y="4332"/>
                </a:lnTo>
                <a:lnTo>
                  <a:pt x="6936" y="3723"/>
                </a:lnTo>
                <a:lnTo>
                  <a:pt x="6936" y="3699"/>
                </a:lnTo>
                <a:close/>
                <a:moveTo>
                  <a:pt x="7568" y="3723"/>
                </a:moveTo>
                <a:lnTo>
                  <a:pt x="8103" y="3748"/>
                </a:lnTo>
                <a:lnTo>
                  <a:pt x="7933" y="3991"/>
                </a:lnTo>
                <a:lnTo>
                  <a:pt x="7763" y="4234"/>
                </a:lnTo>
                <a:lnTo>
                  <a:pt x="7592" y="4478"/>
                </a:lnTo>
                <a:lnTo>
                  <a:pt x="7422" y="4721"/>
                </a:lnTo>
                <a:lnTo>
                  <a:pt x="7057" y="5110"/>
                </a:lnTo>
                <a:lnTo>
                  <a:pt x="6887" y="5329"/>
                </a:lnTo>
                <a:lnTo>
                  <a:pt x="6838" y="5427"/>
                </a:lnTo>
                <a:lnTo>
                  <a:pt x="6814" y="5548"/>
                </a:lnTo>
                <a:lnTo>
                  <a:pt x="6327" y="5548"/>
                </a:lnTo>
                <a:lnTo>
                  <a:pt x="6449" y="5451"/>
                </a:lnTo>
                <a:lnTo>
                  <a:pt x="6546" y="5354"/>
                </a:lnTo>
                <a:lnTo>
                  <a:pt x="6717" y="5110"/>
                </a:lnTo>
                <a:lnTo>
                  <a:pt x="7009" y="4624"/>
                </a:lnTo>
                <a:lnTo>
                  <a:pt x="7325" y="4186"/>
                </a:lnTo>
                <a:lnTo>
                  <a:pt x="7447" y="3967"/>
                </a:lnTo>
                <a:lnTo>
                  <a:pt x="7568" y="3723"/>
                </a:lnTo>
                <a:close/>
                <a:moveTo>
                  <a:pt x="10902" y="3675"/>
                </a:moveTo>
                <a:lnTo>
                  <a:pt x="10172" y="4721"/>
                </a:lnTo>
                <a:lnTo>
                  <a:pt x="10026" y="4916"/>
                </a:lnTo>
                <a:lnTo>
                  <a:pt x="9855" y="5110"/>
                </a:lnTo>
                <a:lnTo>
                  <a:pt x="9709" y="5329"/>
                </a:lnTo>
                <a:lnTo>
                  <a:pt x="9661" y="5427"/>
                </a:lnTo>
                <a:lnTo>
                  <a:pt x="9612" y="5548"/>
                </a:lnTo>
                <a:lnTo>
                  <a:pt x="9320" y="5548"/>
                </a:lnTo>
                <a:lnTo>
                  <a:pt x="9515" y="5208"/>
                </a:lnTo>
                <a:lnTo>
                  <a:pt x="9661" y="4867"/>
                </a:lnTo>
                <a:lnTo>
                  <a:pt x="10026" y="4307"/>
                </a:lnTo>
                <a:lnTo>
                  <a:pt x="10391" y="3723"/>
                </a:lnTo>
                <a:lnTo>
                  <a:pt x="10902" y="3675"/>
                </a:lnTo>
                <a:close/>
                <a:moveTo>
                  <a:pt x="9150" y="5062"/>
                </a:moveTo>
                <a:lnTo>
                  <a:pt x="9004" y="5305"/>
                </a:lnTo>
                <a:lnTo>
                  <a:pt x="8979" y="5427"/>
                </a:lnTo>
                <a:lnTo>
                  <a:pt x="8931" y="5548"/>
                </a:lnTo>
                <a:lnTo>
                  <a:pt x="8736" y="5573"/>
                </a:lnTo>
                <a:lnTo>
                  <a:pt x="8736" y="5573"/>
                </a:lnTo>
                <a:lnTo>
                  <a:pt x="8955" y="5281"/>
                </a:lnTo>
                <a:lnTo>
                  <a:pt x="9150" y="5062"/>
                </a:lnTo>
                <a:close/>
                <a:moveTo>
                  <a:pt x="8785" y="3772"/>
                </a:moveTo>
                <a:lnTo>
                  <a:pt x="8663" y="3918"/>
                </a:lnTo>
                <a:lnTo>
                  <a:pt x="8541" y="4064"/>
                </a:lnTo>
                <a:lnTo>
                  <a:pt x="8322" y="4380"/>
                </a:lnTo>
                <a:lnTo>
                  <a:pt x="8103" y="4672"/>
                </a:lnTo>
                <a:lnTo>
                  <a:pt x="7884" y="4940"/>
                </a:lnTo>
                <a:lnTo>
                  <a:pt x="7690" y="5256"/>
                </a:lnTo>
                <a:lnTo>
                  <a:pt x="7617" y="5402"/>
                </a:lnTo>
                <a:lnTo>
                  <a:pt x="7544" y="5573"/>
                </a:lnTo>
                <a:lnTo>
                  <a:pt x="7228" y="5573"/>
                </a:lnTo>
                <a:lnTo>
                  <a:pt x="7374" y="5402"/>
                </a:lnTo>
                <a:lnTo>
                  <a:pt x="7495" y="5256"/>
                </a:lnTo>
                <a:lnTo>
                  <a:pt x="7714" y="4940"/>
                </a:lnTo>
                <a:lnTo>
                  <a:pt x="7909" y="4672"/>
                </a:lnTo>
                <a:lnTo>
                  <a:pt x="8079" y="4380"/>
                </a:lnTo>
                <a:lnTo>
                  <a:pt x="8225" y="4088"/>
                </a:lnTo>
                <a:lnTo>
                  <a:pt x="8347" y="3772"/>
                </a:lnTo>
                <a:close/>
                <a:moveTo>
                  <a:pt x="9515" y="3772"/>
                </a:moveTo>
                <a:lnTo>
                  <a:pt x="9490" y="3821"/>
                </a:lnTo>
                <a:lnTo>
                  <a:pt x="9393" y="3918"/>
                </a:lnTo>
                <a:lnTo>
                  <a:pt x="9320" y="4040"/>
                </a:lnTo>
                <a:lnTo>
                  <a:pt x="9150" y="4332"/>
                </a:lnTo>
                <a:lnTo>
                  <a:pt x="9028" y="4624"/>
                </a:lnTo>
                <a:lnTo>
                  <a:pt x="8833" y="4843"/>
                </a:lnTo>
                <a:lnTo>
                  <a:pt x="8614" y="5086"/>
                </a:lnTo>
                <a:lnTo>
                  <a:pt x="8541" y="5183"/>
                </a:lnTo>
                <a:lnTo>
                  <a:pt x="8444" y="5305"/>
                </a:lnTo>
                <a:lnTo>
                  <a:pt x="8395" y="5427"/>
                </a:lnTo>
                <a:lnTo>
                  <a:pt x="8347" y="5573"/>
                </a:lnTo>
                <a:lnTo>
                  <a:pt x="7884" y="5573"/>
                </a:lnTo>
                <a:lnTo>
                  <a:pt x="8055" y="5378"/>
                </a:lnTo>
                <a:lnTo>
                  <a:pt x="8201" y="5183"/>
                </a:lnTo>
                <a:lnTo>
                  <a:pt x="8444" y="4794"/>
                </a:lnTo>
                <a:lnTo>
                  <a:pt x="8614" y="4551"/>
                </a:lnTo>
                <a:lnTo>
                  <a:pt x="8760" y="4307"/>
                </a:lnTo>
                <a:lnTo>
                  <a:pt x="9028" y="3796"/>
                </a:lnTo>
                <a:lnTo>
                  <a:pt x="9271" y="3796"/>
                </a:lnTo>
                <a:lnTo>
                  <a:pt x="9515" y="3772"/>
                </a:lnTo>
                <a:close/>
                <a:moveTo>
                  <a:pt x="18031" y="3650"/>
                </a:moveTo>
                <a:lnTo>
                  <a:pt x="18031" y="4015"/>
                </a:lnTo>
                <a:lnTo>
                  <a:pt x="17934" y="4186"/>
                </a:lnTo>
                <a:lnTo>
                  <a:pt x="17836" y="4380"/>
                </a:lnTo>
                <a:lnTo>
                  <a:pt x="17642" y="4745"/>
                </a:lnTo>
                <a:lnTo>
                  <a:pt x="17350" y="5159"/>
                </a:lnTo>
                <a:lnTo>
                  <a:pt x="17228" y="5354"/>
                </a:lnTo>
                <a:lnTo>
                  <a:pt x="17131" y="5573"/>
                </a:lnTo>
                <a:lnTo>
                  <a:pt x="16766" y="5548"/>
                </a:lnTo>
                <a:lnTo>
                  <a:pt x="16912" y="5378"/>
                </a:lnTo>
                <a:lnTo>
                  <a:pt x="17058" y="5183"/>
                </a:lnTo>
                <a:lnTo>
                  <a:pt x="17325" y="4818"/>
                </a:lnTo>
                <a:lnTo>
                  <a:pt x="17471" y="4551"/>
                </a:lnTo>
                <a:lnTo>
                  <a:pt x="17569" y="4259"/>
                </a:lnTo>
                <a:lnTo>
                  <a:pt x="17739" y="3699"/>
                </a:lnTo>
                <a:lnTo>
                  <a:pt x="18031" y="3650"/>
                </a:lnTo>
                <a:close/>
                <a:moveTo>
                  <a:pt x="18007" y="4818"/>
                </a:moveTo>
                <a:lnTo>
                  <a:pt x="18007" y="5597"/>
                </a:lnTo>
                <a:lnTo>
                  <a:pt x="17544" y="5597"/>
                </a:lnTo>
                <a:lnTo>
                  <a:pt x="17642" y="5378"/>
                </a:lnTo>
                <a:lnTo>
                  <a:pt x="17812" y="5110"/>
                </a:lnTo>
                <a:lnTo>
                  <a:pt x="18007" y="4818"/>
                </a:lnTo>
                <a:close/>
                <a:moveTo>
                  <a:pt x="560" y="5913"/>
                </a:moveTo>
                <a:lnTo>
                  <a:pt x="537" y="5960"/>
                </a:lnTo>
                <a:lnTo>
                  <a:pt x="537" y="5960"/>
                </a:lnTo>
                <a:lnTo>
                  <a:pt x="536" y="5938"/>
                </a:lnTo>
                <a:lnTo>
                  <a:pt x="560" y="5913"/>
                </a:lnTo>
                <a:close/>
                <a:moveTo>
                  <a:pt x="4673" y="6692"/>
                </a:moveTo>
                <a:lnTo>
                  <a:pt x="4600" y="6716"/>
                </a:lnTo>
                <a:lnTo>
                  <a:pt x="4527" y="6765"/>
                </a:lnTo>
                <a:lnTo>
                  <a:pt x="4405" y="6838"/>
                </a:lnTo>
                <a:lnTo>
                  <a:pt x="4283" y="6911"/>
                </a:lnTo>
                <a:lnTo>
                  <a:pt x="4089" y="6984"/>
                </a:lnTo>
                <a:lnTo>
                  <a:pt x="4016" y="7008"/>
                </a:lnTo>
                <a:lnTo>
                  <a:pt x="4016" y="6935"/>
                </a:lnTo>
                <a:lnTo>
                  <a:pt x="3991" y="6862"/>
                </a:lnTo>
                <a:lnTo>
                  <a:pt x="3967" y="6789"/>
                </a:lnTo>
                <a:lnTo>
                  <a:pt x="3918" y="6741"/>
                </a:lnTo>
                <a:lnTo>
                  <a:pt x="3870" y="6716"/>
                </a:lnTo>
                <a:lnTo>
                  <a:pt x="3797" y="6716"/>
                </a:lnTo>
                <a:lnTo>
                  <a:pt x="3724" y="6741"/>
                </a:lnTo>
                <a:lnTo>
                  <a:pt x="3675" y="6789"/>
                </a:lnTo>
                <a:lnTo>
                  <a:pt x="3578" y="6887"/>
                </a:lnTo>
                <a:lnTo>
                  <a:pt x="3456" y="6984"/>
                </a:lnTo>
                <a:lnTo>
                  <a:pt x="3213" y="7130"/>
                </a:lnTo>
                <a:lnTo>
                  <a:pt x="3042" y="7227"/>
                </a:lnTo>
                <a:lnTo>
                  <a:pt x="2848" y="7252"/>
                </a:lnTo>
                <a:lnTo>
                  <a:pt x="2799" y="7252"/>
                </a:lnTo>
                <a:lnTo>
                  <a:pt x="2799" y="7227"/>
                </a:lnTo>
                <a:lnTo>
                  <a:pt x="2799" y="7106"/>
                </a:lnTo>
                <a:lnTo>
                  <a:pt x="2848" y="6984"/>
                </a:lnTo>
                <a:lnTo>
                  <a:pt x="2896" y="6887"/>
                </a:lnTo>
                <a:lnTo>
                  <a:pt x="2896" y="6838"/>
                </a:lnTo>
                <a:lnTo>
                  <a:pt x="2872" y="6789"/>
                </a:lnTo>
                <a:lnTo>
                  <a:pt x="2823" y="6741"/>
                </a:lnTo>
                <a:lnTo>
                  <a:pt x="2775" y="6741"/>
                </a:lnTo>
                <a:lnTo>
                  <a:pt x="2702" y="6765"/>
                </a:lnTo>
                <a:lnTo>
                  <a:pt x="2629" y="6789"/>
                </a:lnTo>
                <a:lnTo>
                  <a:pt x="2531" y="6887"/>
                </a:lnTo>
                <a:lnTo>
                  <a:pt x="2458" y="7008"/>
                </a:lnTo>
                <a:lnTo>
                  <a:pt x="2434" y="7130"/>
                </a:lnTo>
                <a:lnTo>
                  <a:pt x="2434" y="7276"/>
                </a:lnTo>
                <a:lnTo>
                  <a:pt x="2483" y="7422"/>
                </a:lnTo>
                <a:lnTo>
                  <a:pt x="2556" y="7519"/>
                </a:lnTo>
                <a:lnTo>
                  <a:pt x="2677" y="7617"/>
                </a:lnTo>
                <a:lnTo>
                  <a:pt x="2799" y="7641"/>
                </a:lnTo>
                <a:lnTo>
                  <a:pt x="2921" y="7665"/>
                </a:lnTo>
                <a:lnTo>
                  <a:pt x="3042" y="7641"/>
                </a:lnTo>
                <a:lnTo>
                  <a:pt x="3188" y="7617"/>
                </a:lnTo>
                <a:lnTo>
                  <a:pt x="3432" y="7495"/>
                </a:lnTo>
                <a:lnTo>
                  <a:pt x="3675" y="7349"/>
                </a:lnTo>
                <a:lnTo>
                  <a:pt x="3748" y="7373"/>
                </a:lnTo>
                <a:lnTo>
                  <a:pt x="3845" y="7398"/>
                </a:lnTo>
                <a:lnTo>
                  <a:pt x="4040" y="7398"/>
                </a:lnTo>
                <a:lnTo>
                  <a:pt x="4259" y="7349"/>
                </a:lnTo>
                <a:lnTo>
                  <a:pt x="4478" y="7276"/>
                </a:lnTo>
                <a:lnTo>
                  <a:pt x="4551" y="7373"/>
                </a:lnTo>
                <a:lnTo>
                  <a:pt x="4673" y="7446"/>
                </a:lnTo>
                <a:lnTo>
                  <a:pt x="4819" y="7495"/>
                </a:lnTo>
                <a:lnTo>
                  <a:pt x="4989" y="7519"/>
                </a:lnTo>
                <a:lnTo>
                  <a:pt x="5159" y="7519"/>
                </a:lnTo>
                <a:lnTo>
                  <a:pt x="5354" y="7495"/>
                </a:lnTo>
                <a:lnTo>
                  <a:pt x="5524" y="7446"/>
                </a:lnTo>
                <a:lnTo>
                  <a:pt x="5695" y="7373"/>
                </a:lnTo>
                <a:lnTo>
                  <a:pt x="5792" y="7446"/>
                </a:lnTo>
                <a:lnTo>
                  <a:pt x="5914" y="7495"/>
                </a:lnTo>
                <a:lnTo>
                  <a:pt x="6060" y="7519"/>
                </a:lnTo>
                <a:lnTo>
                  <a:pt x="6230" y="7519"/>
                </a:lnTo>
                <a:lnTo>
                  <a:pt x="6400" y="7495"/>
                </a:lnTo>
                <a:lnTo>
                  <a:pt x="6571" y="7422"/>
                </a:lnTo>
                <a:lnTo>
                  <a:pt x="6741" y="7373"/>
                </a:lnTo>
                <a:lnTo>
                  <a:pt x="6911" y="7276"/>
                </a:lnTo>
                <a:lnTo>
                  <a:pt x="7009" y="7373"/>
                </a:lnTo>
                <a:lnTo>
                  <a:pt x="7106" y="7422"/>
                </a:lnTo>
                <a:lnTo>
                  <a:pt x="7252" y="7446"/>
                </a:lnTo>
                <a:lnTo>
                  <a:pt x="7544" y="7446"/>
                </a:lnTo>
                <a:lnTo>
                  <a:pt x="7690" y="7398"/>
                </a:lnTo>
                <a:lnTo>
                  <a:pt x="7982" y="7300"/>
                </a:lnTo>
                <a:lnTo>
                  <a:pt x="8055" y="7398"/>
                </a:lnTo>
                <a:lnTo>
                  <a:pt x="8152" y="7471"/>
                </a:lnTo>
                <a:lnTo>
                  <a:pt x="8249" y="7519"/>
                </a:lnTo>
                <a:lnTo>
                  <a:pt x="8347" y="7544"/>
                </a:lnTo>
                <a:lnTo>
                  <a:pt x="8468" y="7519"/>
                </a:lnTo>
                <a:lnTo>
                  <a:pt x="8566" y="7471"/>
                </a:lnTo>
                <a:lnTo>
                  <a:pt x="8687" y="7422"/>
                </a:lnTo>
                <a:lnTo>
                  <a:pt x="8785" y="7325"/>
                </a:lnTo>
                <a:lnTo>
                  <a:pt x="8906" y="7373"/>
                </a:lnTo>
                <a:lnTo>
                  <a:pt x="9077" y="7422"/>
                </a:lnTo>
                <a:lnTo>
                  <a:pt x="9223" y="7446"/>
                </a:lnTo>
                <a:lnTo>
                  <a:pt x="9369" y="7471"/>
                </a:lnTo>
                <a:lnTo>
                  <a:pt x="9539" y="7446"/>
                </a:lnTo>
                <a:lnTo>
                  <a:pt x="9685" y="7422"/>
                </a:lnTo>
                <a:lnTo>
                  <a:pt x="9807" y="7373"/>
                </a:lnTo>
                <a:lnTo>
                  <a:pt x="9928" y="7276"/>
                </a:lnTo>
                <a:lnTo>
                  <a:pt x="9977" y="7227"/>
                </a:lnTo>
                <a:lnTo>
                  <a:pt x="9977" y="7154"/>
                </a:lnTo>
                <a:lnTo>
                  <a:pt x="9928" y="7081"/>
                </a:lnTo>
                <a:lnTo>
                  <a:pt x="9880" y="7033"/>
                </a:lnTo>
                <a:lnTo>
                  <a:pt x="9734" y="7008"/>
                </a:lnTo>
                <a:lnTo>
                  <a:pt x="9101" y="7008"/>
                </a:lnTo>
                <a:lnTo>
                  <a:pt x="8979" y="6960"/>
                </a:lnTo>
                <a:lnTo>
                  <a:pt x="8858" y="6887"/>
                </a:lnTo>
                <a:lnTo>
                  <a:pt x="8785" y="6838"/>
                </a:lnTo>
                <a:lnTo>
                  <a:pt x="8687" y="6814"/>
                </a:lnTo>
                <a:lnTo>
                  <a:pt x="8590" y="6862"/>
                </a:lnTo>
                <a:lnTo>
                  <a:pt x="8541" y="6935"/>
                </a:lnTo>
                <a:lnTo>
                  <a:pt x="8493" y="7008"/>
                </a:lnTo>
                <a:lnTo>
                  <a:pt x="8468" y="7033"/>
                </a:lnTo>
                <a:lnTo>
                  <a:pt x="8395" y="7033"/>
                </a:lnTo>
                <a:lnTo>
                  <a:pt x="8322" y="6984"/>
                </a:lnTo>
                <a:lnTo>
                  <a:pt x="8274" y="6887"/>
                </a:lnTo>
                <a:lnTo>
                  <a:pt x="8201" y="6789"/>
                </a:lnTo>
                <a:lnTo>
                  <a:pt x="8152" y="6765"/>
                </a:lnTo>
                <a:lnTo>
                  <a:pt x="8055" y="6765"/>
                </a:lnTo>
                <a:lnTo>
                  <a:pt x="8006" y="6789"/>
                </a:lnTo>
                <a:lnTo>
                  <a:pt x="7836" y="6887"/>
                </a:lnTo>
                <a:lnTo>
                  <a:pt x="7568" y="7008"/>
                </a:lnTo>
                <a:lnTo>
                  <a:pt x="7447" y="7033"/>
                </a:lnTo>
                <a:lnTo>
                  <a:pt x="7349" y="7033"/>
                </a:lnTo>
                <a:lnTo>
                  <a:pt x="7301" y="7008"/>
                </a:lnTo>
                <a:lnTo>
                  <a:pt x="7276" y="6984"/>
                </a:lnTo>
                <a:lnTo>
                  <a:pt x="7252" y="6960"/>
                </a:lnTo>
                <a:lnTo>
                  <a:pt x="7252" y="6911"/>
                </a:lnTo>
                <a:lnTo>
                  <a:pt x="7228" y="6838"/>
                </a:lnTo>
                <a:lnTo>
                  <a:pt x="7203" y="6765"/>
                </a:lnTo>
                <a:lnTo>
                  <a:pt x="7155" y="6741"/>
                </a:lnTo>
                <a:lnTo>
                  <a:pt x="7106" y="6716"/>
                </a:lnTo>
                <a:lnTo>
                  <a:pt x="6960" y="6716"/>
                </a:lnTo>
                <a:lnTo>
                  <a:pt x="6887" y="6741"/>
                </a:lnTo>
                <a:lnTo>
                  <a:pt x="6838" y="6814"/>
                </a:lnTo>
                <a:lnTo>
                  <a:pt x="6790" y="6862"/>
                </a:lnTo>
                <a:lnTo>
                  <a:pt x="6668" y="6935"/>
                </a:lnTo>
                <a:lnTo>
                  <a:pt x="6522" y="7008"/>
                </a:lnTo>
                <a:lnTo>
                  <a:pt x="6376" y="7057"/>
                </a:lnTo>
                <a:lnTo>
                  <a:pt x="6254" y="7106"/>
                </a:lnTo>
                <a:lnTo>
                  <a:pt x="6133" y="7106"/>
                </a:lnTo>
                <a:lnTo>
                  <a:pt x="6108" y="7081"/>
                </a:lnTo>
                <a:lnTo>
                  <a:pt x="6084" y="7057"/>
                </a:lnTo>
                <a:lnTo>
                  <a:pt x="6060" y="7033"/>
                </a:lnTo>
                <a:lnTo>
                  <a:pt x="6084" y="6960"/>
                </a:lnTo>
                <a:lnTo>
                  <a:pt x="6084" y="6887"/>
                </a:lnTo>
                <a:lnTo>
                  <a:pt x="6060" y="6814"/>
                </a:lnTo>
                <a:lnTo>
                  <a:pt x="6011" y="6741"/>
                </a:lnTo>
                <a:lnTo>
                  <a:pt x="5938" y="6716"/>
                </a:lnTo>
                <a:lnTo>
                  <a:pt x="5865" y="6692"/>
                </a:lnTo>
                <a:lnTo>
                  <a:pt x="5792" y="6692"/>
                </a:lnTo>
                <a:lnTo>
                  <a:pt x="5719" y="6741"/>
                </a:lnTo>
                <a:lnTo>
                  <a:pt x="5670" y="6789"/>
                </a:lnTo>
                <a:lnTo>
                  <a:pt x="5597" y="6911"/>
                </a:lnTo>
                <a:lnTo>
                  <a:pt x="5500" y="6984"/>
                </a:lnTo>
                <a:lnTo>
                  <a:pt x="5403" y="7057"/>
                </a:lnTo>
                <a:lnTo>
                  <a:pt x="5281" y="7106"/>
                </a:lnTo>
                <a:lnTo>
                  <a:pt x="5038" y="7106"/>
                </a:lnTo>
                <a:lnTo>
                  <a:pt x="4892" y="7081"/>
                </a:lnTo>
                <a:lnTo>
                  <a:pt x="4867" y="7057"/>
                </a:lnTo>
                <a:lnTo>
                  <a:pt x="4867" y="7008"/>
                </a:lnTo>
                <a:lnTo>
                  <a:pt x="4892" y="6935"/>
                </a:lnTo>
                <a:lnTo>
                  <a:pt x="4867" y="6862"/>
                </a:lnTo>
                <a:lnTo>
                  <a:pt x="4843" y="6789"/>
                </a:lnTo>
                <a:lnTo>
                  <a:pt x="4794" y="6741"/>
                </a:lnTo>
                <a:lnTo>
                  <a:pt x="4746" y="6716"/>
                </a:lnTo>
                <a:lnTo>
                  <a:pt x="4673" y="6692"/>
                </a:lnTo>
                <a:close/>
                <a:moveTo>
                  <a:pt x="14649" y="7690"/>
                </a:moveTo>
                <a:lnTo>
                  <a:pt x="14941" y="7714"/>
                </a:lnTo>
                <a:lnTo>
                  <a:pt x="15233" y="7763"/>
                </a:lnTo>
                <a:lnTo>
                  <a:pt x="15501" y="7860"/>
                </a:lnTo>
                <a:lnTo>
                  <a:pt x="15598" y="7909"/>
                </a:lnTo>
                <a:lnTo>
                  <a:pt x="15695" y="8006"/>
                </a:lnTo>
                <a:lnTo>
                  <a:pt x="15768" y="8103"/>
                </a:lnTo>
                <a:lnTo>
                  <a:pt x="15817" y="8225"/>
                </a:lnTo>
                <a:lnTo>
                  <a:pt x="15865" y="8347"/>
                </a:lnTo>
                <a:lnTo>
                  <a:pt x="15865" y="8468"/>
                </a:lnTo>
                <a:lnTo>
                  <a:pt x="15841" y="8590"/>
                </a:lnTo>
                <a:lnTo>
                  <a:pt x="15792" y="8712"/>
                </a:lnTo>
                <a:lnTo>
                  <a:pt x="15719" y="8785"/>
                </a:lnTo>
                <a:lnTo>
                  <a:pt x="15622" y="8858"/>
                </a:lnTo>
                <a:lnTo>
                  <a:pt x="15428" y="8955"/>
                </a:lnTo>
                <a:lnTo>
                  <a:pt x="15209" y="9004"/>
                </a:lnTo>
                <a:lnTo>
                  <a:pt x="14990" y="9052"/>
                </a:lnTo>
                <a:lnTo>
                  <a:pt x="14600" y="9077"/>
                </a:lnTo>
                <a:lnTo>
                  <a:pt x="14406" y="9077"/>
                </a:lnTo>
                <a:lnTo>
                  <a:pt x="14211" y="9028"/>
                </a:lnTo>
                <a:lnTo>
                  <a:pt x="14041" y="8979"/>
                </a:lnTo>
                <a:lnTo>
                  <a:pt x="13870" y="8882"/>
                </a:lnTo>
                <a:lnTo>
                  <a:pt x="13822" y="8809"/>
                </a:lnTo>
                <a:lnTo>
                  <a:pt x="13773" y="8736"/>
                </a:lnTo>
                <a:lnTo>
                  <a:pt x="13724" y="8639"/>
                </a:lnTo>
                <a:lnTo>
                  <a:pt x="13700" y="8541"/>
                </a:lnTo>
                <a:lnTo>
                  <a:pt x="13651" y="8347"/>
                </a:lnTo>
                <a:lnTo>
                  <a:pt x="13651" y="8128"/>
                </a:lnTo>
                <a:lnTo>
                  <a:pt x="13676" y="8006"/>
                </a:lnTo>
                <a:lnTo>
                  <a:pt x="13700" y="7909"/>
                </a:lnTo>
                <a:lnTo>
                  <a:pt x="13749" y="7811"/>
                </a:lnTo>
                <a:lnTo>
                  <a:pt x="13822" y="7738"/>
                </a:lnTo>
                <a:lnTo>
                  <a:pt x="13870" y="7714"/>
                </a:lnTo>
                <a:lnTo>
                  <a:pt x="14381" y="7714"/>
                </a:lnTo>
                <a:lnTo>
                  <a:pt x="14649" y="7690"/>
                </a:lnTo>
                <a:close/>
                <a:moveTo>
                  <a:pt x="5451" y="8493"/>
                </a:moveTo>
                <a:lnTo>
                  <a:pt x="5403" y="8517"/>
                </a:lnTo>
                <a:lnTo>
                  <a:pt x="5354" y="8541"/>
                </a:lnTo>
                <a:lnTo>
                  <a:pt x="5232" y="8663"/>
                </a:lnTo>
                <a:lnTo>
                  <a:pt x="5062" y="8785"/>
                </a:lnTo>
                <a:lnTo>
                  <a:pt x="4965" y="8833"/>
                </a:lnTo>
                <a:lnTo>
                  <a:pt x="4892" y="8858"/>
                </a:lnTo>
                <a:lnTo>
                  <a:pt x="4843" y="8833"/>
                </a:lnTo>
                <a:lnTo>
                  <a:pt x="4843" y="8760"/>
                </a:lnTo>
                <a:lnTo>
                  <a:pt x="4819" y="8687"/>
                </a:lnTo>
                <a:lnTo>
                  <a:pt x="4794" y="8639"/>
                </a:lnTo>
                <a:lnTo>
                  <a:pt x="4746" y="8590"/>
                </a:lnTo>
                <a:lnTo>
                  <a:pt x="4697" y="8566"/>
                </a:lnTo>
                <a:lnTo>
                  <a:pt x="4600" y="8566"/>
                </a:lnTo>
                <a:lnTo>
                  <a:pt x="4527" y="8590"/>
                </a:lnTo>
                <a:lnTo>
                  <a:pt x="4478" y="8614"/>
                </a:lnTo>
                <a:lnTo>
                  <a:pt x="4332" y="8712"/>
                </a:lnTo>
                <a:lnTo>
                  <a:pt x="4162" y="8785"/>
                </a:lnTo>
                <a:lnTo>
                  <a:pt x="4064" y="8809"/>
                </a:lnTo>
                <a:lnTo>
                  <a:pt x="3967" y="8809"/>
                </a:lnTo>
                <a:lnTo>
                  <a:pt x="3894" y="8785"/>
                </a:lnTo>
                <a:lnTo>
                  <a:pt x="3845" y="8712"/>
                </a:lnTo>
                <a:lnTo>
                  <a:pt x="3797" y="8614"/>
                </a:lnTo>
                <a:lnTo>
                  <a:pt x="3724" y="8566"/>
                </a:lnTo>
                <a:lnTo>
                  <a:pt x="3651" y="8566"/>
                </a:lnTo>
                <a:lnTo>
                  <a:pt x="3553" y="8590"/>
                </a:lnTo>
                <a:lnTo>
                  <a:pt x="3359" y="8687"/>
                </a:lnTo>
                <a:lnTo>
                  <a:pt x="3140" y="8736"/>
                </a:lnTo>
                <a:lnTo>
                  <a:pt x="2896" y="8809"/>
                </a:lnTo>
                <a:lnTo>
                  <a:pt x="2775" y="8809"/>
                </a:lnTo>
                <a:lnTo>
                  <a:pt x="2799" y="8663"/>
                </a:lnTo>
                <a:lnTo>
                  <a:pt x="2799" y="8639"/>
                </a:lnTo>
                <a:lnTo>
                  <a:pt x="2775" y="8639"/>
                </a:lnTo>
                <a:lnTo>
                  <a:pt x="2677" y="8663"/>
                </a:lnTo>
                <a:lnTo>
                  <a:pt x="2604" y="8736"/>
                </a:lnTo>
                <a:lnTo>
                  <a:pt x="2556" y="8809"/>
                </a:lnTo>
                <a:lnTo>
                  <a:pt x="2507" y="8882"/>
                </a:lnTo>
                <a:lnTo>
                  <a:pt x="2483" y="8955"/>
                </a:lnTo>
                <a:lnTo>
                  <a:pt x="2507" y="9028"/>
                </a:lnTo>
                <a:lnTo>
                  <a:pt x="2556" y="9101"/>
                </a:lnTo>
                <a:lnTo>
                  <a:pt x="2653" y="9150"/>
                </a:lnTo>
                <a:lnTo>
                  <a:pt x="2750" y="9174"/>
                </a:lnTo>
                <a:lnTo>
                  <a:pt x="2872" y="9198"/>
                </a:lnTo>
                <a:lnTo>
                  <a:pt x="3115" y="9174"/>
                </a:lnTo>
                <a:lnTo>
                  <a:pt x="3359" y="9125"/>
                </a:lnTo>
                <a:lnTo>
                  <a:pt x="3578" y="9028"/>
                </a:lnTo>
                <a:lnTo>
                  <a:pt x="3675" y="9101"/>
                </a:lnTo>
                <a:lnTo>
                  <a:pt x="3772" y="9174"/>
                </a:lnTo>
                <a:lnTo>
                  <a:pt x="3894" y="9198"/>
                </a:lnTo>
                <a:lnTo>
                  <a:pt x="3991" y="9223"/>
                </a:lnTo>
                <a:lnTo>
                  <a:pt x="4113" y="9198"/>
                </a:lnTo>
                <a:lnTo>
                  <a:pt x="4235" y="9174"/>
                </a:lnTo>
                <a:lnTo>
                  <a:pt x="4502" y="9077"/>
                </a:lnTo>
                <a:lnTo>
                  <a:pt x="4575" y="9174"/>
                </a:lnTo>
                <a:lnTo>
                  <a:pt x="4673" y="9247"/>
                </a:lnTo>
                <a:lnTo>
                  <a:pt x="4770" y="9271"/>
                </a:lnTo>
                <a:lnTo>
                  <a:pt x="4916" y="9271"/>
                </a:lnTo>
                <a:lnTo>
                  <a:pt x="5038" y="9247"/>
                </a:lnTo>
                <a:lnTo>
                  <a:pt x="5184" y="9174"/>
                </a:lnTo>
                <a:lnTo>
                  <a:pt x="5305" y="9101"/>
                </a:lnTo>
                <a:lnTo>
                  <a:pt x="5427" y="9028"/>
                </a:lnTo>
                <a:lnTo>
                  <a:pt x="5524" y="9125"/>
                </a:lnTo>
                <a:lnTo>
                  <a:pt x="5646" y="9198"/>
                </a:lnTo>
                <a:lnTo>
                  <a:pt x="5768" y="9223"/>
                </a:lnTo>
                <a:lnTo>
                  <a:pt x="5914" y="9247"/>
                </a:lnTo>
                <a:lnTo>
                  <a:pt x="6060" y="9247"/>
                </a:lnTo>
                <a:lnTo>
                  <a:pt x="6181" y="9223"/>
                </a:lnTo>
                <a:lnTo>
                  <a:pt x="6327" y="9174"/>
                </a:lnTo>
                <a:lnTo>
                  <a:pt x="6473" y="9125"/>
                </a:lnTo>
                <a:lnTo>
                  <a:pt x="6546" y="9198"/>
                </a:lnTo>
                <a:lnTo>
                  <a:pt x="6644" y="9247"/>
                </a:lnTo>
                <a:lnTo>
                  <a:pt x="6741" y="9271"/>
                </a:lnTo>
                <a:lnTo>
                  <a:pt x="6838" y="9296"/>
                </a:lnTo>
                <a:lnTo>
                  <a:pt x="6960" y="9271"/>
                </a:lnTo>
                <a:lnTo>
                  <a:pt x="7057" y="9247"/>
                </a:lnTo>
                <a:lnTo>
                  <a:pt x="7155" y="9223"/>
                </a:lnTo>
                <a:lnTo>
                  <a:pt x="7252" y="9150"/>
                </a:lnTo>
                <a:lnTo>
                  <a:pt x="7325" y="9174"/>
                </a:lnTo>
                <a:lnTo>
                  <a:pt x="7398" y="9150"/>
                </a:lnTo>
                <a:lnTo>
                  <a:pt x="7447" y="9125"/>
                </a:lnTo>
                <a:lnTo>
                  <a:pt x="7471" y="9077"/>
                </a:lnTo>
                <a:lnTo>
                  <a:pt x="7520" y="9028"/>
                </a:lnTo>
                <a:lnTo>
                  <a:pt x="7520" y="8979"/>
                </a:lnTo>
                <a:lnTo>
                  <a:pt x="7495" y="8906"/>
                </a:lnTo>
                <a:lnTo>
                  <a:pt x="7471" y="8833"/>
                </a:lnTo>
                <a:lnTo>
                  <a:pt x="7398" y="8760"/>
                </a:lnTo>
                <a:lnTo>
                  <a:pt x="7325" y="8712"/>
                </a:lnTo>
                <a:lnTo>
                  <a:pt x="7179" y="8712"/>
                </a:lnTo>
                <a:lnTo>
                  <a:pt x="7106" y="8760"/>
                </a:lnTo>
                <a:lnTo>
                  <a:pt x="7009" y="8858"/>
                </a:lnTo>
                <a:lnTo>
                  <a:pt x="6960" y="8882"/>
                </a:lnTo>
                <a:lnTo>
                  <a:pt x="6911" y="8882"/>
                </a:lnTo>
                <a:lnTo>
                  <a:pt x="6814" y="8858"/>
                </a:lnTo>
                <a:lnTo>
                  <a:pt x="6692" y="8760"/>
                </a:lnTo>
                <a:lnTo>
                  <a:pt x="6619" y="8687"/>
                </a:lnTo>
                <a:lnTo>
                  <a:pt x="6546" y="8663"/>
                </a:lnTo>
                <a:lnTo>
                  <a:pt x="6473" y="8663"/>
                </a:lnTo>
                <a:lnTo>
                  <a:pt x="6376" y="8712"/>
                </a:lnTo>
                <a:lnTo>
                  <a:pt x="6303" y="8760"/>
                </a:lnTo>
                <a:lnTo>
                  <a:pt x="6206" y="8809"/>
                </a:lnTo>
                <a:lnTo>
                  <a:pt x="6084" y="8858"/>
                </a:lnTo>
                <a:lnTo>
                  <a:pt x="5889" y="8858"/>
                </a:lnTo>
                <a:lnTo>
                  <a:pt x="5792" y="8809"/>
                </a:lnTo>
                <a:lnTo>
                  <a:pt x="5743" y="8736"/>
                </a:lnTo>
                <a:lnTo>
                  <a:pt x="5695" y="8639"/>
                </a:lnTo>
                <a:lnTo>
                  <a:pt x="5670" y="8590"/>
                </a:lnTo>
                <a:lnTo>
                  <a:pt x="5646" y="8541"/>
                </a:lnTo>
                <a:lnTo>
                  <a:pt x="5549" y="8493"/>
                </a:lnTo>
                <a:close/>
                <a:moveTo>
                  <a:pt x="13943" y="7276"/>
                </a:moveTo>
                <a:lnTo>
                  <a:pt x="13773" y="7325"/>
                </a:lnTo>
                <a:lnTo>
                  <a:pt x="13603" y="7373"/>
                </a:lnTo>
                <a:lnTo>
                  <a:pt x="13578" y="7398"/>
                </a:lnTo>
                <a:lnTo>
                  <a:pt x="13554" y="7422"/>
                </a:lnTo>
                <a:lnTo>
                  <a:pt x="13432" y="7544"/>
                </a:lnTo>
                <a:lnTo>
                  <a:pt x="13359" y="7714"/>
                </a:lnTo>
                <a:lnTo>
                  <a:pt x="13286" y="7884"/>
                </a:lnTo>
                <a:lnTo>
                  <a:pt x="13262" y="8079"/>
                </a:lnTo>
                <a:lnTo>
                  <a:pt x="13262" y="8298"/>
                </a:lnTo>
                <a:lnTo>
                  <a:pt x="13262" y="8493"/>
                </a:lnTo>
                <a:lnTo>
                  <a:pt x="13286" y="8663"/>
                </a:lnTo>
                <a:lnTo>
                  <a:pt x="13311" y="8809"/>
                </a:lnTo>
                <a:lnTo>
                  <a:pt x="13359" y="8955"/>
                </a:lnTo>
                <a:lnTo>
                  <a:pt x="13432" y="9077"/>
                </a:lnTo>
                <a:lnTo>
                  <a:pt x="13530" y="9174"/>
                </a:lnTo>
                <a:lnTo>
                  <a:pt x="13627" y="9247"/>
                </a:lnTo>
                <a:lnTo>
                  <a:pt x="13724" y="9320"/>
                </a:lnTo>
                <a:lnTo>
                  <a:pt x="13846" y="9393"/>
                </a:lnTo>
                <a:lnTo>
                  <a:pt x="14114" y="9466"/>
                </a:lnTo>
                <a:lnTo>
                  <a:pt x="14406" y="9490"/>
                </a:lnTo>
                <a:lnTo>
                  <a:pt x="14698" y="9515"/>
                </a:lnTo>
                <a:lnTo>
                  <a:pt x="14965" y="9490"/>
                </a:lnTo>
                <a:lnTo>
                  <a:pt x="15233" y="9442"/>
                </a:lnTo>
                <a:lnTo>
                  <a:pt x="15501" y="9369"/>
                </a:lnTo>
                <a:lnTo>
                  <a:pt x="15744" y="9247"/>
                </a:lnTo>
                <a:lnTo>
                  <a:pt x="15938" y="9101"/>
                </a:lnTo>
                <a:lnTo>
                  <a:pt x="16036" y="9004"/>
                </a:lnTo>
                <a:lnTo>
                  <a:pt x="16109" y="8906"/>
                </a:lnTo>
                <a:lnTo>
                  <a:pt x="16157" y="8809"/>
                </a:lnTo>
                <a:lnTo>
                  <a:pt x="16206" y="8687"/>
                </a:lnTo>
                <a:lnTo>
                  <a:pt x="16230" y="8566"/>
                </a:lnTo>
                <a:lnTo>
                  <a:pt x="16230" y="8444"/>
                </a:lnTo>
                <a:lnTo>
                  <a:pt x="16230" y="8322"/>
                </a:lnTo>
                <a:lnTo>
                  <a:pt x="16206" y="8176"/>
                </a:lnTo>
                <a:lnTo>
                  <a:pt x="16157" y="8030"/>
                </a:lnTo>
                <a:lnTo>
                  <a:pt x="16109" y="7909"/>
                </a:lnTo>
                <a:lnTo>
                  <a:pt x="16011" y="7763"/>
                </a:lnTo>
                <a:lnTo>
                  <a:pt x="15890" y="7665"/>
                </a:lnTo>
                <a:lnTo>
                  <a:pt x="15768" y="7568"/>
                </a:lnTo>
                <a:lnTo>
                  <a:pt x="15622" y="7495"/>
                </a:lnTo>
                <a:lnTo>
                  <a:pt x="15476" y="7422"/>
                </a:lnTo>
                <a:lnTo>
                  <a:pt x="15330" y="7398"/>
                </a:lnTo>
                <a:lnTo>
                  <a:pt x="15014" y="7325"/>
                </a:lnTo>
                <a:lnTo>
                  <a:pt x="14673" y="7300"/>
                </a:lnTo>
                <a:lnTo>
                  <a:pt x="14308" y="7276"/>
                </a:lnTo>
                <a:close/>
                <a:moveTo>
                  <a:pt x="15038" y="5889"/>
                </a:moveTo>
                <a:lnTo>
                  <a:pt x="15549" y="5913"/>
                </a:lnTo>
                <a:lnTo>
                  <a:pt x="16084" y="5962"/>
                </a:lnTo>
                <a:lnTo>
                  <a:pt x="16620" y="6011"/>
                </a:lnTo>
                <a:lnTo>
                  <a:pt x="17131" y="6059"/>
                </a:lnTo>
                <a:lnTo>
                  <a:pt x="17179" y="6084"/>
                </a:lnTo>
                <a:lnTo>
                  <a:pt x="17301" y="6084"/>
                </a:lnTo>
                <a:lnTo>
                  <a:pt x="17350" y="6059"/>
                </a:lnTo>
                <a:lnTo>
                  <a:pt x="18031" y="6059"/>
                </a:lnTo>
                <a:lnTo>
                  <a:pt x="18080" y="7130"/>
                </a:lnTo>
                <a:lnTo>
                  <a:pt x="18080" y="7665"/>
                </a:lnTo>
                <a:lnTo>
                  <a:pt x="18055" y="8201"/>
                </a:lnTo>
                <a:lnTo>
                  <a:pt x="17958" y="9369"/>
                </a:lnTo>
                <a:lnTo>
                  <a:pt x="17885" y="9928"/>
                </a:lnTo>
                <a:lnTo>
                  <a:pt x="17788" y="10512"/>
                </a:lnTo>
                <a:lnTo>
                  <a:pt x="17715" y="10780"/>
                </a:lnTo>
                <a:lnTo>
                  <a:pt x="17617" y="11047"/>
                </a:lnTo>
                <a:lnTo>
                  <a:pt x="17496" y="11291"/>
                </a:lnTo>
                <a:lnTo>
                  <a:pt x="17350" y="11534"/>
                </a:lnTo>
                <a:lnTo>
                  <a:pt x="17204" y="11680"/>
                </a:lnTo>
                <a:lnTo>
                  <a:pt x="17058" y="11826"/>
                </a:lnTo>
                <a:lnTo>
                  <a:pt x="16912" y="11923"/>
                </a:lnTo>
                <a:lnTo>
                  <a:pt x="16741" y="12021"/>
                </a:lnTo>
                <a:lnTo>
                  <a:pt x="16644" y="11996"/>
                </a:lnTo>
                <a:lnTo>
                  <a:pt x="16547" y="12021"/>
                </a:lnTo>
                <a:lnTo>
                  <a:pt x="16352" y="12069"/>
                </a:lnTo>
                <a:lnTo>
                  <a:pt x="16133" y="12118"/>
                </a:lnTo>
                <a:lnTo>
                  <a:pt x="15914" y="12142"/>
                </a:lnTo>
                <a:lnTo>
                  <a:pt x="15282" y="12142"/>
                </a:lnTo>
                <a:lnTo>
                  <a:pt x="14844" y="12118"/>
                </a:lnTo>
                <a:lnTo>
                  <a:pt x="14333" y="12069"/>
                </a:lnTo>
                <a:lnTo>
                  <a:pt x="10366" y="12069"/>
                </a:lnTo>
                <a:lnTo>
                  <a:pt x="7982" y="12094"/>
                </a:lnTo>
                <a:lnTo>
                  <a:pt x="5695" y="12069"/>
                </a:lnTo>
                <a:lnTo>
                  <a:pt x="2896" y="12069"/>
                </a:lnTo>
                <a:lnTo>
                  <a:pt x="2337" y="12045"/>
                </a:lnTo>
                <a:lnTo>
                  <a:pt x="2069" y="11996"/>
                </a:lnTo>
                <a:lnTo>
                  <a:pt x="1801" y="11948"/>
                </a:lnTo>
                <a:lnTo>
                  <a:pt x="1558" y="11875"/>
                </a:lnTo>
                <a:lnTo>
                  <a:pt x="1315" y="11753"/>
                </a:lnTo>
                <a:lnTo>
                  <a:pt x="1193" y="11656"/>
                </a:lnTo>
                <a:lnTo>
                  <a:pt x="1071" y="11558"/>
                </a:lnTo>
                <a:lnTo>
                  <a:pt x="974" y="11437"/>
                </a:lnTo>
                <a:lnTo>
                  <a:pt x="877" y="11315"/>
                </a:lnTo>
                <a:lnTo>
                  <a:pt x="755" y="11023"/>
                </a:lnTo>
                <a:lnTo>
                  <a:pt x="658" y="10707"/>
                </a:lnTo>
                <a:lnTo>
                  <a:pt x="682" y="10634"/>
                </a:lnTo>
                <a:lnTo>
                  <a:pt x="658" y="10536"/>
                </a:lnTo>
                <a:lnTo>
                  <a:pt x="609" y="10342"/>
                </a:lnTo>
                <a:lnTo>
                  <a:pt x="585" y="10123"/>
                </a:lnTo>
                <a:lnTo>
                  <a:pt x="560" y="9709"/>
                </a:lnTo>
                <a:lnTo>
                  <a:pt x="560" y="9296"/>
                </a:lnTo>
                <a:lnTo>
                  <a:pt x="585" y="8882"/>
                </a:lnTo>
                <a:lnTo>
                  <a:pt x="609" y="8395"/>
                </a:lnTo>
                <a:lnTo>
                  <a:pt x="609" y="7909"/>
                </a:lnTo>
                <a:lnTo>
                  <a:pt x="585" y="6960"/>
                </a:lnTo>
                <a:lnTo>
                  <a:pt x="537" y="5963"/>
                </a:lnTo>
                <a:lnTo>
                  <a:pt x="537" y="5963"/>
                </a:lnTo>
                <a:lnTo>
                  <a:pt x="560" y="5986"/>
                </a:lnTo>
                <a:lnTo>
                  <a:pt x="731" y="5962"/>
                </a:lnTo>
                <a:lnTo>
                  <a:pt x="1315" y="5913"/>
                </a:lnTo>
                <a:lnTo>
                  <a:pt x="3067" y="5913"/>
                </a:lnTo>
                <a:lnTo>
                  <a:pt x="4892" y="5962"/>
                </a:lnTo>
                <a:lnTo>
                  <a:pt x="6741" y="6011"/>
                </a:lnTo>
                <a:lnTo>
                  <a:pt x="7909" y="6035"/>
                </a:lnTo>
                <a:lnTo>
                  <a:pt x="9101" y="6035"/>
                </a:lnTo>
                <a:lnTo>
                  <a:pt x="10269" y="5986"/>
                </a:lnTo>
                <a:lnTo>
                  <a:pt x="11437" y="5938"/>
                </a:lnTo>
                <a:lnTo>
                  <a:pt x="12410" y="5913"/>
                </a:lnTo>
                <a:lnTo>
                  <a:pt x="12435" y="5938"/>
                </a:lnTo>
                <a:lnTo>
                  <a:pt x="12459" y="5962"/>
                </a:lnTo>
                <a:lnTo>
                  <a:pt x="12508" y="5986"/>
                </a:lnTo>
                <a:lnTo>
                  <a:pt x="12532" y="5986"/>
                </a:lnTo>
                <a:lnTo>
                  <a:pt x="12654" y="5913"/>
                </a:lnTo>
                <a:lnTo>
                  <a:pt x="13846" y="5889"/>
                </a:lnTo>
                <a:close/>
                <a:moveTo>
                  <a:pt x="5062" y="1"/>
                </a:moveTo>
                <a:lnTo>
                  <a:pt x="4210" y="25"/>
                </a:lnTo>
                <a:lnTo>
                  <a:pt x="3359" y="49"/>
                </a:lnTo>
                <a:lnTo>
                  <a:pt x="2507" y="98"/>
                </a:lnTo>
                <a:lnTo>
                  <a:pt x="2458" y="74"/>
                </a:lnTo>
                <a:lnTo>
                  <a:pt x="2118" y="49"/>
                </a:lnTo>
                <a:lnTo>
                  <a:pt x="1801" y="49"/>
                </a:lnTo>
                <a:lnTo>
                  <a:pt x="1534" y="122"/>
                </a:lnTo>
                <a:lnTo>
                  <a:pt x="1290" y="220"/>
                </a:lnTo>
                <a:lnTo>
                  <a:pt x="1071" y="366"/>
                </a:lnTo>
                <a:lnTo>
                  <a:pt x="852" y="536"/>
                </a:lnTo>
                <a:lnTo>
                  <a:pt x="682" y="731"/>
                </a:lnTo>
                <a:lnTo>
                  <a:pt x="536" y="974"/>
                </a:lnTo>
                <a:lnTo>
                  <a:pt x="414" y="1217"/>
                </a:lnTo>
                <a:lnTo>
                  <a:pt x="317" y="1485"/>
                </a:lnTo>
                <a:lnTo>
                  <a:pt x="220" y="1777"/>
                </a:lnTo>
                <a:lnTo>
                  <a:pt x="147" y="2069"/>
                </a:lnTo>
                <a:lnTo>
                  <a:pt x="98" y="2361"/>
                </a:lnTo>
                <a:lnTo>
                  <a:pt x="49" y="2653"/>
                </a:lnTo>
                <a:lnTo>
                  <a:pt x="25" y="3212"/>
                </a:lnTo>
                <a:lnTo>
                  <a:pt x="1" y="3991"/>
                </a:lnTo>
                <a:lnTo>
                  <a:pt x="1" y="4794"/>
                </a:lnTo>
                <a:lnTo>
                  <a:pt x="1" y="4818"/>
                </a:lnTo>
                <a:lnTo>
                  <a:pt x="1" y="4891"/>
                </a:lnTo>
                <a:lnTo>
                  <a:pt x="25" y="4940"/>
                </a:lnTo>
                <a:lnTo>
                  <a:pt x="49" y="6376"/>
                </a:lnTo>
                <a:lnTo>
                  <a:pt x="98" y="7544"/>
                </a:lnTo>
                <a:lnTo>
                  <a:pt x="98" y="8128"/>
                </a:lnTo>
                <a:lnTo>
                  <a:pt x="98" y="8712"/>
                </a:lnTo>
                <a:lnTo>
                  <a:pt x="49" y="9198"/>
                </a:lnTo>
                <a:lnTo>
                  <a:pt x="49" y="9709"/>
                </a:lnTo>
                <a:lnTo>
                  <a:pt x="74" y="10196"/>
                </a:lnTo>
                <a:lnTo>
                  <a:pt x="98" y="10439"/>
                </a:lnTo>
                <a:lnTo>
                  <a:pt x="171" y="10682"/>
                </a:lnTo>
                <a:lnTo>
                  <a:pt x="171" y="10707"/>
                </a:lnTo>
                <a:lnTo>
                  <a:pt x="220" y="10999"/>
                </a:lnTo>
                <a:lnTo>
                  <a:pt x="293" y="11291"/>
                </a:lnTo>
                <a:lnTo>
                  <a:pt x="414" y="11558"/>
                </a:lnTo>
                <a:lnTo>
                  <a:pt x="487" y="11704"/>
                </a:lnTo>
                <a:lnTo>
                  <a:pt x="585" y="11826"/>
                </a:lnTo>
                <a:lnTo>
                  <a:pt x="731" y="11972"/>
                </a:lnTo>
                <a:lnTo>
                  <a:pt x="877" y="12094"/>
                </a:lnTo>
                <a:lnTo>
                  <a:pt x="1023" y="12191"/>
                </a:lnTo>
                <a:lnTo>
                  <a:pt x="1193" y="12288"/>
                </a:lnTo>
                <a:lnTo>
                  <a:pt x="1363" y="12337"/>
                </a:lnTo>
                <a:lnTo>
                  <a:pt x="1558" y="12386"/>
                </a:lnTo>
                <a:lnTo>
                  <a:pt x="1947" y="12459"/>
                </a:lnTo>
                <a:lnTo>
                  <a:pt x="2580" y="12507"/>
                </a:lnTo>
                <a:lnTo>
                  <a:pt x="3237" y="12532"/>
                </a:lnTo>
                <a:lnTo>
                  <a:pt x="4527" y="12507"/>
                </a:lnTo>
                <a:lnTo>
                  <a:pt x="5865" y="12532"/>
                </a:lnTo>
                <a:lnTo>
                  <a:pt x="7203" y="12556"/>
                </a:lnTo>
                <a:lnTo>
                  <a:pt x="13773" y="12556"/>
                </a:lnTo>
                <a:lnTo>
                  <a:pt x="14381" y="12580"/>
                </a:lnTo>
                <a:lnTo>
                  <a:pt x="14990" y="12605"/>
                </a:lnTo>
                <a:lnTo>
                  <a:pt x="15330" y="12629"/>
                </a:lnTo>
                <a:lnTo>
                  <a:pt x="15671" y="12653"/>
                </a:lnTo>
                <a:lnTo>
                  <a:pt x="16036" y="12653"/>
                </a:lnTo>
                <a:lnTo>
                  <a:pt x="16206" y="12629"/>
                </a:lnTo>
                <a:lnTo>
                  <a:pt x="16376" y="12580"/>
                </a:lnTo>
                <a:lnTo>
                  <a:pt x="16449" y="12605"/>
                </a:lnTo>
                <a:lnTo>
                  <a:pt x="16595" y="12605"/>
                </a:lnTo>
                <a:lnTo>
                  <a:pt x="16741" y="12580"/>
                </a:lnTo>
                <a:lnTo>
                  <a:pt x="16985" y="12507"/>
                </a:lnTo>
                <a:lnTo>
                  <a:pt x="17228" y="12386"/>
                </a:lnTo>
                <a:lnTo>
                  <a:pt x="17447" y="12215"/>
                </a:lnTo>
                <a:lnTo>
                  <a:pt x="17642" y="12021"/>
                </a:lnTo>
                <a:lnTo>
                  <a:pt x="17812" y="11802"/>
                </a:lnTo>
                <a:lnTo>
                  <a:pt x="17982" y="11583"/>
                </a:lnTo>
                <a:lnTo>
                  <a:pt x="18104" y="11364"/>
                </a:lnTo>
                <a:lnTo>
                  <a:pt x="18201" y="11096"/>
                </a:lnTo>
                <a:lnTo>
                  <a:pt x="18299" y="10804"/>
                </a:lnTo>
                <a:lnTo>
                  <a:pt x="18347" y="10512"/>
                </a:lnTo>
                <a:lnTo>
                  <a:pt x="18420" y="10245"/>
                </a:lnTo>
                <a:lnTo>
                  <a:pt x="18469" y="9661"/>
                </a:lnTo>
                <a:lnTo>
                  <a:pt x="18542" y="9077"/>
                </a:lnTo>
                <a:lnTo>
                  <a:pt x="18591" y="8371"/>
                </a:lnTo>
                <a:lnTo>
                  <a:pt x="18615" y="8030"/>
                </a:lnTo>
                <a:lnTo>
                  <a:pt x="18639" y="7665"/>
                </a:lnTo>
                <a:lnTo>
                  <a:pt x="18639" y="7179"/>
                </a:lnTo>
                <a:lnTo>
                  <a:pt x="18615" y="6692"/>
                </a:lnTo>
                <a:lnTo>
                  <a:pt x="18566" y="5719"/>
                </a:lnTo>
                <a:lnTo>
                  <a:pt x="18542" y="5208"/>
                </a:lnTo>
                <a:lnTo>
                  <a:pt x="18542" y="4697"/>
                </a:lnTo>
                <a:lnTo>
                  <a:pt x="18566" y="3675"/>
                </a:lnTo>
                <a:lnTo>
                  <a:pt x="18566" y="2750"/>
                </a:lnTo>
                <a:lnTo>
                  <a:pt x="18518" y="1680"/>
                </a:lnTo>
                <a:lnTo>
                  <a:pt x="18493" y="1582"/>
                </a:lnTo>
                <a:lnTo>
                  <a:pt x="18493" y="1436"/>
                </a:lnTo>
                <a:lnTo>
                  <a:pt x="18493" y="1242"/>
                </a:lnTo>
                <a:lnTo>
                  <a:pt x="18445" y="1047"/>
                </a:lnTo>
                <a:lnTo>
                  <a:pt x="18396" y="852"/>
                </a:lnTo>
                <a:lnTo>
                  <a:pt x="18299" y="682"/>
                </a:lnTo>
                <a:lnTo>
                  <a:pt x="18201" y="560"/>
                </a:lnTo>
                <a:lnTo>
                  <a:pt x="18080" y="439"/>
                </a:lnTo>
                <a:lnTo>
                  <a:pt x="17909" y="341"/>
                </a:lnTo>
                <a:lnTo>
                  <a:pt x="17739" y="268"/>
                </a:lnTo>
                <a:lnTo>
                  <a:pt x="17569" y="195"/>
                </a:lnTo>
                <a:lnTo>
                  <a:pt x="17398" y="171"/>
                </a:lnTo>
                <a:lnTo>
                  <a:pt x="17204" y="171"/>
                </a:lnTo>
                <a:lnTo>
                  <a:pt x="17033" y="195"/>
                </a:lnTo>
                <a:lnTo>
                  <a:pt x="16985" y="171"/>
                </a:lnTo>
                <a:lnTo>
                  <a:pt x="16912" y="171"/>
                </a:lnTo>
                <a:lnTo>
                  <a:pt x="15963" y="147"/>
                </a:lnTo>
                <a:lnTo>
                  <a:pt x="15014" y="122"/>
                </a:lnTo>
                <a:lnTo>
                  <a:pt x="13116" y="74"/>
                </a:lnTo>
                <a:lnTo>
                  <a:pt x="11218" y="25"/>
                </a:lnTo>
                <a:lnTo>
                  <a:pt x="10293" y="25"/>
                </a:lnTo>
                <a:lnTo>
                  <a:pt x="9344" y="49"/>
                </a:lnTo>
                <a:lnTo>
                  <a:pt x="8493" y="74"/>
                </a:lnTo>
                <a:lnTo>
                  <a:pt x="7641" y="74"/>
                </a:lnTo>
                <a:lnTo>
                  <a:pt x="5914" y="25"/>
                </a:lnTo>
                <a:lnTo>
                  <a:pt x="5062"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42" name="Google Shape;842;p39"/>
          <p:cNvSpPr/>
          <p:nvPr/>
        </p:nvSpPr>
        <p:spPr>
          <a:xfrm>
            <a:off x="1447327" y="3292938"/>
            <a:ext cx="386615" cy="302080"/>
          </a:xfrm>
          <a:custGeom>
            <a:avLst/>
            <a:gdLst/>
            <a:ahLst/>
            <a:cxnLst/>
            <a:rect l="l" t="t" r="r" b="b"/>
            <a:pathLst>
              <a:path w="17690" h="13822" extrusionOk="0">
                <a:moveTo>
                  <a:pt x="4867" y="2166"/>
                </a:moveTo>
                <a:lnTo>
                  <a:pt x="5694" y="2215"/>
                </a:lnTo>
                <a:lnTo>
                  <a:pt x="6497" y="2263"/>
                </a:lnTo>
                <a:lnTo>
                  <a:pt x="7568" y="2288"/>
                </a:lnTo>
                <a:lnTo>
                  <a:pt x="8638" y="2312"/>
                </a:lnTo>
                <a:lnTo>
                  <a:pt x="10755" y="2312"/>
                </a:lnTo>
                <a:lnTo>
                  <a:pt x="11826" y="2361"/>
                </a:lnTo>
                <a:lnTo>
                  <a:pt x="12896" y="2434"/>
                </a:lnTo>
                <a:lnTo>
                  <a:pt x="13967" y="2507"/>
                </a:lnTo>
                <a:lnTo>
                  <a:pt x="15013" y="2555"/>
                </a:lnTo>
                <a:lnTo>
                  <a:pt x="15841" y="2531"/>
                </a:lnTo>
                <a:lnTo>
                  <a:pt x="16644" y="2531"/>
                </a:lnTo>
                <a:lnTo>
                  <a:pt x="16838" y="2555"/>
                </a:lnTo>
                <a:lnTo>
                  <a:pt x="17033" y="2604"/>
                </a:lnTo>
                <a:lnTo>
                  <a:pt x="17106" y="2628"/>
                </a:lnTo>
                <a:lnTo>
                  <a:pt x="17179" y="2701"/>
                </a:lnTo>
                <a:lnTo>
                  <a:pt x="17228" y="2774"/>
                </a:lnTo>
                <a:lnTo>
                  <a:pt x="17252" y="2872"/>
                </a:lnTo>
                <a:lnTo>
                  <a:pt x="17252" y="2872"/>
                </a:lnTo>
                <a:lnTo>
                  <a:pt x="16863" y="2799"/>
                </a:lnTo>
                <a:lnTo>
                  <a:pt x="16473" y="2774"/>
                </a:lnTo>
                <a:lnTo>
                  <a:pt x="16084" y="2750"/>
                </a:lnTo>
                <a:lnTo>
                  <a:pt x="15695" y="2726"/>
                </a:lnTo>
                <a:lnTo>
                  <a:pt x="14892" y="2726"/>
                </a:lnTo>
                <a:lnTo>
                  <a:pt x="14113" y="2750"/>
                </a:lnTo>
                <a:lnTo>
                  <a:pt x="12239" y="2750"/>
                </a:lnTo>
                <a:lnTo>
                  <a:pt x="10390" y="2726"/>
                </a:lnTo>
                <a:lnTo>
                  <a:pt x="9466" y="2677"/>
                </a:lnTo>
                <a:lnTo>
                  <a:pt x="8541" y="2653"/>
                </a:lnTo>
                <a:lnTo>
                  <a:pt x="7641" y="2604"/>
                </a:lnTo>
                <a:lnTo>
                  <a:pt x="6716" y="2580"/>
                </a:lnTo>
                <a:lnTo>
                  <a:pt x="5207" y="2555"/>
                </a:lnTo>
                <a:lnTo>
                  <a:pt x="5013" y="2555"/>
                </a:lnTo>
                <a:lnTo>
                  <a:pt x="4818" y="2580"/>
                </a:lnTo>
                <a:lnTo>
                  <a:pt x="4648" y="2628"/>
                </a:lnTo>
                <a:lnTo>
                  <a:pt x="4477" y="2701"/>
                </a:lnTo>
                <a:lnTo>
                  <a:pt x="4356" y="2239"/>
                </a:lnTo>
                <a:lnTo>
                  <a:pt x="4380" y="2215"/>
                </a:lnTo>
                <a:lnTo>
                  <a:pt x="4404" y="2215"/>
                </a:lnTo>
                <a:lnTo>
                  <a:pt x="4550" y="2166"/>
                </a:lnTo>
                <a:close/>
                <a:moveTo>
                  <a:pt x="15330" y="3163"/>
                </a:moveTo>
                <a:lnTo>
                  <a:pt x="16230" y="3188"/>
                </a:lnTo>
                <a:lnTo>
                  <a:pt x="16035" y="3577"/>
                </a:lnTo>
                <a:lnTo>
                  <a:pt x="15524" y="3577"/>
                </a:lnTo>
                <a:lnTo>
                  <a:pt x="15135" y="3601"/>
                </a:lnTo>
                <a:lnTo>
                  <a:pt x="15232" y="3334"/>
                </a:lnTo>
                <a:lnTo>
                  <a:pt x="15330" y="3163"/>
                </a:lnTo>
                <a:close/>
                <a:moveTo>
                  <a:pt x="16425" y="3212"/>
                </a:moveTo>
                <a:lnTo>
                  <a:pt x="17179" y="3261"/>
                </a:lnTo>
                <a:lnTo>
                  <a:pt x="17155" y="3285"/>
                </a:lnTo>
                <a:lnTo>
                  <a:pt x="17106" y="3382"/>
                </a:lnTo>
                <a:lnTo>
                  <a:pt x="16984" y="3577"/>
                </a:lnTo>
                <a:lnTo>
                  <a:pt x="16522" y="3601"/>
                </a:lnTo>
                <a:lnTo>
                  <a:pt x="16352" y="3577"/>
                </a:lnTo>
                <a:lnTo>
                  <a:pt x="16400" y="3382"/>
                </a:lnTo>
                <a:lnTo>
                  <a:pt x="16425" y="3212"/>
                </a:lnTo>
                <a:close/>
                <a:moveTo>
                  <a:pt x="15038" y="3139"/>
                </a:moveTo>
                <a:lnTo>
                  <a:pt x="14940" y="3334"/>
                </a:lnTo>
                <a:lnTo>
                  <a:pt x="14843" y="3504"/>
                </a:lnTo>
                <a:lnTo>
                  <a:pt x="14794" y="3601"/>
                </a:lnTo>
                <a:lnTo>
                  <a:pt x="13894" y="3650"/>
                </a:lnTo>
                <a:lnTo>
                  <a:pt x="13943" y="3407"/>
                </a:lnTo>
                <a:lnTo>
                  <a:pt x="13943" y="3139"/>
                </a:lnTo>
                <a:close/>
                <a:moveTo>
                  <a:pt x="14575" y="4064"/>
                </a:moveTo>
                <a:lnTo>
                  <a:pt x="14308" y="4623"/>
                </a:lnTo>
                <a:lnTo>
                  <a:pt x="13602" y="4623"/>
                </a:lnTo>
                <a:lnTo>
                  <a:pt x="13724" y="4356"/>
                </a:lnTo>
                <a:lnTo>
                  <a:pt x="13797" y="4064"/>
                </a:lnTo>
                <a:close/>
                <a:moveTo>
                  <a:pt x="15524" y="3991"/>
                </a:moveTo>
                <a:lnTo>
                  <a:pt x="15816" y="4015"/>
                </a:lnTo>
                <a:lnTo>
                  <a:pt x="15670" y="4283"/>
                </a:lnTo>
                <a:lnTo>
                  <a:pt x="15451" y="4648"/>
                </a:lnTo>
                <a:lnTo>
                  <a:pt x="14916" y="4648"/>
                </a:lnTo>
                <a:lnTo>
                  <a:pt x="14673" y="4623"/>
                </a:lnTo>
                <a:lnTo>
                  <a:pt x="14965" y="4039"/>
                </a:lnTo>
                <a:lnTo>
                  <a:pt x="15524" y="3991"/>
                </a:lnTo>
                <a:close/>
                <a:moveTo>
                  <a:pt x="16741" y="4039"/>
                </a:moveTo>
                <a:lnTo>
                  <a:pt x="16425" y="4648"/>
                </a:lnTo>
                <a:lnTo>
                  <a:pt x="15816" y="4648"/>
                </a:lnTo>
                <a:lnTo>
                  <a:pt x="16011" y="4307"/>
                </a:lnTo>
                <a:lnTo>
                  <a:pt x="16157" y="4039"/>
                </a:lnTo>
                <a:lnTo>
                  <a:pt x="16449" y="4064"/>
                </a:lnTo>
                <a:lnTo>
                  <a:pt x="16741" y="4039"/>
                </a:lnTo>
                <a:close/>
                <a:moveTo>
                  <a:pt x="14916" y="4988"/>
                </a:moveTo>
                <a:lnTo>
                  <a:pt x="15208" y="5013"/>
                </a:lnTo>
                <a:lnTo>
                  <a:pt x="14965" y="5426"/>
                </a:lnTo>
                <a:lnTo>
                  <a:pt x="14259" y="5426"/>
                </a:lnTo>
                <a:lnTo>
                  <a:pt x="14502" y="4988"/>
                </a:lnTo>
                <a:close/>
                <a:moveTo>
                  <a:pt x="13480" y="4964"/>
                </a:moveTo>
                <a:lnTo>
                  <a:pt x="14113" y="4988"/>
                </a:lnTo>
                <a:lnTo>
                  <a:pt x="13918" y="5378"/>
                </a:lnTo>
                <a:lnTo>
                  <a:pt x="13894" y="5426"/>
                </a:lnTo>
                <a:lnTo>
                  <a:pt x="13578" y="5426"/>
                </a:lnTo>
                <a:lnTo>
                  <a:pt x="13261" y="5451"/>
                </a:lnTo>
                <a:lnTo>
                  <a:pt x="13261" y="5451"/>
                </a:lnTo>
                <a:lnTo>
                  <a:pt x="13480" y="4964"/>
                </a:lnTo>
                <a:close/>
                <a:moveTo>
                  <a:pt x="16206" y="5037"/>
                </a:moveTo>
                <a:lnTo>
                  <a:pt x="15987" y="5451"/>
                </a:lnTo>
                <a:lnTo>
                  <a:pt x="15670" y="5402"/>
                </a:lnTo>
                <a:lnTo>
                  <a:pt x="15354" y="5402"/>
                </a:lnTo>
                <a:lnTo>
                  <a:pt x="15573" y="5037"/>
                </a:lnTo>
                <a:close/>
                <a:moveTo>
                  <a:pt x="15135" y="5816"/>
                </a:moveTo>
                <a:lnTo>
                  <a:pt x="15768" y="5840"/>
                </a:lnTo>
                <a:lnTo>
                  <a:pt x="15549" y="6278"/>
                </a:lnTo>
                <a:lnTo>
                  <a:pt x="15208" y="6278"/>
                </a:lnTo>
                <a:lnTo>
                  <a:pt x="14892" y="6327"/>
                </a:lnTo>
                <a:lnTo>
                  <a:pt x="15135" y="5816"/>
                </a:lnTo>
                <a:close/>
                <a:moveTo>
                  <a:pt x="14259" y="5791"/>
                </a:moveTo>
                <a:lnTo>
                  <a:pt x="14770" y="5816"/>
                </a:lnTo>
                <a:lnTo>
                  <a:pt x="14478" y="6351"/>
                </a:lnTo>
                <a:lnTo>
                  <a:pt x="13845" y="6351"/>
                </a:lnTo>
                <a:lnTo>
                  <a:pt x="13943" y="6083"/>
                </a:lnTo>
                <a:lnTo>
                  <a:pt x="14064" y="5840"/>
                </a:lnTo>
                <a:lnTo>
                  <a:pt x="14089" y="5791"/>
                </a:lnTo>
                <a:close/>
                <a:moveTo>
                  <a:pt x="13164" y="5694"/>
                </a:moveTo>
                <a:lnTo>
                  <a:pt x="13432" y="5743"/>
                </a:lnTo>
                <a:lnTo>
                  <a:pt x="13724" y="5767"/>
                </a:lnTo>
                <a:lnTo>
                  <a:pt x="13456" y="6327"/>
                </a:lnTo>
                <a:lnTo>
                  <a:pt x="13188" y="6351"/>
                </a:lnTo>
                <a:lnTo>
                  <a:pt x="12896" y="6400"/>
                </a:lnTo>
                <a:lnTo>
                  <a:pt x="13164" y="5694"/>
                </a:lnTo>
                <a:close/>
                <a:moveTo>
                  <a:pt x="15378" y="6594"/>
                </a:moveTo>
                <a:lnTo>
                  <a:pt x="15257" y="6838"/>
                </a:lnTo>
                <a:lnTo>
                  <a:pt x="15159" y="6862"/>
                </a:lnTo>
                <a:lnTo>
                  <a:pt x="14892" y="6911"/>
                </a:lnTo>
                <a:lnTo>
                  <a:pt x="14624" y="6935"/>
                </a:lnTo>
                <a:lnTo>
                  <a:pt x="14600" y="6935"/>
                </a:lnTo>
                <a:lnTo>
                  <a:pt x="14746" y="6643"/>
                </a:lnTo>
                <a:lnTo>
                  <a:pt x="15208" y="6594"/>
                </a:lnTo>
                <a:close/>
                <a:moveTo>
                  <a:pt x="15038" y="7349"/>
                </a:moveTo>
                <a:lnTo>
                  <a:pt x="14916" y="7592"/>
                </a:lnTo>
                <a:lnTo>
                  <a:pt x="14794" y="7811"/>
                </a:lnTo>
                <a:lnTo>
                  <a:pt x="14162" y="7811"/>
                </a:lnTo>
                <a:lnTo>
                  <a:pt x="14356" y="7397"/>
                </a:lnTo>
                <a:lnTo>
                  <a:pt x="14697" y="7397"/>
                </a:lnTo>
                <a:lnTo>
                  <a:pt x="15038" y="7349"/>
                </a:lnTo>
                <a:close/>
                <a:moveTo>
                  <a:pt x="14040" y="8030"/>
                </a:moveTo>
                <a:lnTo>
                  <a:pt x="14283" y="8079"/>
                </a:lnTo>
                <a:lnTo>
                  <a:pt x="14575" y="8103"/>
                </a:lnTo>
                <a:lnTo>
                  <a:pt x="14405" y="8273"/>
                </a:lnTo>
                <a:lnTo>
                  <a:pt x="14210" y="8395"/>
                </a:lnTo>
                <a:lnTo>
                  <a:pt x="14016" y="8492"/>
                </a:lnTo>
                <a:lnTo>
                  <a:pt x="13772" y="8565"/>
                </a:lnTo>
                <a:lnTo>
                  <a:pt x="14040" y="8030"/>
                </a:lnTo>
                <a:close/>
                <a:moveTo>
                  <a:pt x="13748" y="6619"/>
                </a:moveTo>
                <a:lnTo>
                  <a:pt x="14332" y="6643"/>
                </a:lnTo>
                <a:lnTo>
                  <a:pt x="14162" y="6935"/>
                </a:lnTo>
                <a:lnTo>
                  <a:pt x="13967" y="6935"/>
                </a:lnTo>
                <a:lnTo>
                  <a:pt x="13772" y="6959"/>
                </a:lnTo>
                <a:lnTo>
                  <a:pt x="13724" y="6984"/>
                </a:lnTo>
                <a:lnTo>
                  <a:pt x="13699" y="7008"/>
                </a:lnTo>
                <a:lnTo>
                  <a:pt x="13675" y="7057"/>
                </a:lnTo>
                <a:lnTo>
                  <a:pt x="13675" y="7130"/>
                </a:lnTo>
                <a:lnTo>
                  <a:pt x="13724" y="7203"/>
                </a:lnTo>
                <a:lnTo>
                  <a:pt x="13845" y="7276"/>
                </a:lnTo>
                <a:lnTo>
                  <a:pt x="13967" y="7324"/>
                </a:lnTo>
                <a:lnTo>
                  <a:pt x="13724" y="7811"/>
                </a:lnTo>
                <a:lnTo>
                  <a:pt x="13456" y="7811"/>
                </a:lnTo>
                <a:lnTo>
                  <a:pt x="13432" y="7835"/>
                </a:lnTo>
                <a:lnTo>
                  <a:pt x="13456" y="7860"/>
                </a:lnTo>
                <a:lnTo>
                  <a:pt x="13480" y="7884"/>
                </a:lnTo>
                <a:lnTo>
                  <a:pt x="13651" y="7933"/>
                </a:lnTo>
                <a:lnTo>
                  <a:pt x="13310" y="8614"/>
                </a:lnTo>
                <a:lnTo>
                  <a:pt x="12896" y="8638"/>
                </a:lnTo>
                <a:lnTo>
                  <a:pt x="12872" y="8638"/>
                </a:lnTo>
                <a:lnTo>
                  <a:pt x="13018" y="8419"/>
                </a:lnTo>
                <a:lnTo>
                  <a:pt x="13140" y="8176"/>
                </a:lnTo>
                <a:lnTo>
                  <a:pt x="13359" y="7665"/>
                </a:lnTo>
                <a:lnTo>
                  <a:pt x="13553" y="7130"/>
                </a:lnTo>
                <a:lnTo>
                  <a:pt x="13748" y="6619"/>
                </a:lnTo>
                <a:close/>
                <a:moveTo>
                  <a:pt x="12872" y="6473"/>
                </a:moveTo>
                <a:lnTo>
                  <a:pt x="13359" y="6570"/>
                </a:lnTo>
                <a:lnTo>
                  <a:pt x="12945" y="7616"/>
                </a:lnTo>
                <a:lnTo>
                  <a:pt x="12702" y="8152"/>
                </a:lnTo>
                <a:lnTo>
                  <a:pt x="12434" y="8638"/>
                </a:lnTo>
                <a:lnTo>
                  <a:pt x="12434" y="8687"/>
                </a:lnTo>
                <a:lnTo>
                  <a:pt x="12166" y="8687"/>
                </a:lnTo>
                <a:lnTo>
                  <a:pt x="12264" y="8395"/>
                </a:lnTo>
                <a:lnTo>
                  <a:pt x="12507" y="7641"/>
                </a:lnTo>
                <a:lnTo>
                  <a:pt x="12750" y="6886"/>
                </a:lnTo>
                <a:lnTo>
                  <a:pt x="12872" y="6473"/>
                </a:lnTo>
                <a:close/>
                <a:moveTo>
                  <a:pt x="13821" y="3115"/>
                </a:moveTo>
                <a:lnTo>
                  <a:pt x="13578" y="3674"/>
                </a:lnTo>
                <a:lnTo>
                  <a:pt x="12921" y="3650"/>
                </a:lnTo>
                <a:lnTo>
                  <a:pt x="12872" y="3674"/>
                </a:lnTo>
                <a:lnTo>
                  <a:pt x="12823" y="3723"/>
                </a:lnTo>
                <a:lnTo>
                  <a:pt x="12823" y="3796"/>
                </a:lnTo>
                <a:lnTo>
                  <a:pt x="12872" y="3820"/>
                </a:lnTo>
                <a:lnTo>
                  <a:pt x="13140" y="3942"/>
                </a:lnTo>
                <a:lnTo>
                  <a:pt x="13432" y="4015"/>
                </a:lnTo>
                <a:lnTo>
                  <a:pt x="13164" y="4672"/>
                </a:lnTo>
                <a:lnTo>
                  <a:pt x="12872" y="4696"/>
                </a:lnTo>
                <a:lnTo>
                  <a:pt x="12823" y="4745"/>
                </a:lnTo>
                <a:lnTo>
                  <a:pt x="12799" y="4794"/>
                </a:lnTo>
                <a:lnTo>
                  <a:pt x="12823" y="4842"/>
                </a:lnTo>
                <a:lnTo>
                  <a:pt x="12872" y="4867"/>
                </a:lnTo>
                <a:lnTo>
                  <a:pt x="13042" y="4891"/>
                </a:lnTo>
                <a:lnTo>
                  <a:pt x="12750" y="5670"/>
                </a:lnTo>
                <a:lnTo>
                  <a:pt x="12483" y="6448"/>
                </a:lnTo>
                <a:lnTo>
                  <a:pt x="12045" y="7860"/>
                </a:lnTo>
                <a:lnTo>
                  <a:pt x="11826" y="8444"/>
                </a:lnTo>
                <a:lnTo>
                  <a:pt x="11753" y="8638"/>
                </a:lnTo>
                <a:lnTo>
                  <a:pt x="11704" y="8711"/>
                </a:lnTo>
                <a:lnTo>
                  <a:pt x="11777" y="8663"/>
                </a:lnTo>
                <a:lnTo>
                  <a:pt x="11729" y="8736"/>
                </a:lnTo>
                <a:lnTo>
                  <a:pt x="10999" y="8784"/>
                </a:lnTo>
                <a:lnTo>
                  <a:pt x="11120" y="8517"/>
                </a:lnTo>
                <a:lnTo>
                  <a:pt x="11218" y="8225"/>
                </a:lnTo>
                <a:lnTo>
                  <a:pt x="11364" y="7689"/>
                </a:lnTo>
                <a:lnTo>
                  <a:pt x="11607" y="6789"/>
                </a:lnTo>
                <a:lnTo>
                  <a:pt x="11753" y="6351"/>
                </a:lnTo>
                <a:lnTo>
                  <a:pt x="11899" y="5889"/>
                </a:lnTo>
                <a:lnTo>
                  <a:pt x="12118" y="5207"/>
                </a:lnTo>
                <a:lnTo>
                  <a:pt x="12337" y="4502"/>
                </a:lnTo>
                <a:lnTo>
                  <a:pt x="12556" y="3820"/>
                </a:lnTo>
                <a:lnTo>
                  <a:pt x="12799" y="3115"/>
                </a:lnTo>
                <a:close/>
                <a:moveTo>
                  <a:pt x="12434" y="3115"/>
                </a:moveTo>
                <a:lnTo>
                  <a:pt x="12288" y="3382"/>
                </a:lnTo>
                <a:lnTo>
                  <a:pt x="12142" y="3674"/>
                </a:lnTo>
                <a:lnTo>
                  <a:pt x="12045" y="3991"/>
                </a:lnTo>
                <a:lnTo>
                  <a:pt x="11948" y="4307"/>
                </a:lnTo>
                <a:lnTo>
                  <a:pt x="11777" y="4964"/>
                </a:lnTo>
                <a:lnTo>
                  <a:pt x="11607" y="5572"/>
                </a:lnTo>
                <a:lnTo>
                  <a:pt x="10536" y="8809"/>
                </a:lnTo>
                <a:lnTo>
                  <a:pt x="10342" y="8833"/>
                </a:lnTo>
                <a:lnTo>
                  <a:pt x="10488" y="8249"/>
                </a:lnTo>
                <a:lnTo>
                  <a:pt x="10585" y="7665"/>
                </a:lnTo>
                <a:lnTo>
                  <a:pt x="10950" y="6132"/>
                </a:lnTo>
                <a:lnTo>
                  <a:pt x="11120" y="5402"/>
                </a:lnTo>
                <a:lnTo>
                  <a:pt x="11315" y="4648"/>
                </a:lnTo>
                <a:lnTo>
                  <a:pt x="11388" y="4258"/>
                </a:lnTo>
                <a:lnTo>
                  <a:pt x="11437" y="3869"/>
                </a:lnTo>
                <a:lnTo>
                  <a:pt x="11485" y="3480"/>
                </a:lnTo>
                <a:lnTo>
                  <a:pt x="11485" y="3115"/>
                </a:lnTo>
                <a:close/>
                <a:moveTo>
                  <a:pt x="11169" y="3090"/>
                </a:moveTo>
                <a:lnTo>
                  <a:pt x="11072" y="3455"/>
                </a:lnTo>
                <a:lnTo>
                  <a:pt x="10974" y="3820"/>
                </a:lnTo>
                <a:lnTo>
                  <a:pt x="10804" y="4550"/>
                </a:lnTo>
                <a:lnTo>
                  <a:pt x="10658" y="5305"/>
                </a:lnTo>
                <a:lnTo>
                  <a:pt x="10512" y="6035"/>
                </a:lnTo>
                <a:lnTo>
                  <a:pt x="10342" y="6716"/>
                </a:lnTo>
                <a:lnTo>
                  <a:pt x="10147" y="7422"/>
                </a:lnTo>
                <a:lnTo>
                  <a:pt x="9977" y="8152"/>
                </a:lnTo>
                <a:lnTo>
                  <a:pt x="9904" y="8517"/>
                </a:lnTo>
                <a:lnTo>
                  <a:pt x="9855" y="8857"/>
                </a:lnTo>
                <a:lnTo>
                  <a:pt x="9490" y="8906"/>
                </a:lnTo>
                <a:lnTo>
                  <a:pt x="9539" y="8687"/>
                </a:lnTo>
                <a:lnTo>
                  <a:pt x="9539" y="8468"/>
                </a:lnTo>
                <a:lnTo>
                  <a:pt x="9514" y="8054"/>
                </a:lnTo>
                <a:lnTo>
                  <a:pt x="9539" y="7616"/>
                </a:lnTo>
                <a:lnTo>
                  <a:pt x="9563" y="7178"/>
                </a:lnTo>
                <a:lnTo>
                  <a:pt x="9685" y="6327"/>
                </a:lnTo>
                <a:lnTo>
                  <a:pt x="9758" y="5816"/>
                </a:lnTo>
                <a:lnTo>
                  <a:pt x="9855" y="5353"/>
                </a:lnTo>
                <a:lnTo>
                  <a:pt x="9977" y="4867"/>
                </a:lnTo>
                <a:lnTo>
                  <a:pt x="10098" y="4380"/>
                </a:lnTo>
                <a:lnTo>
                  <a:pt x="10171" y="4088"/>
                </a:lnTo>
                <a:lnTo>
                  <a:pt x="10244" y="3747"/>
                </a:lnTo>
                <a:lnTo>
                  <a:pt x="10293" y="3407"/>
                </a:lnTo>
                <a:lnTo>
                  <a:pt x="10293" y="3236"/>
                </a:lnTo>
                <a:lnTo>
                  <a:pt x="10269" y="3090"/>
                </a:lnTo>
                <a:close/>
                <a:moveTo>
                  <a:pt x="9149" y="3042"/>
                </a:moveTo>
                <a:lnTo>
                  <a:pt x="9952" y="3066"/>
                </a:lnTo>
                <a:lnTo>
                  <a:pt x="9879" y="3382"/>
                </a:lnTo>
                <a:lnTo>
                  <a:pt x="9831" y="3674"/>
                </a:lnTo>
                <a:lnTo>
                  <a:pt x="9782" y="3991"/>
                </a:lnTo>
                <a:lnTo>
                  <a:pt x="9709" y="4283"/>
                </a:lnTo>
                <a:lnTo>
                  <a:pt x="9490" y="5110"/>
                </a:lnTo>
                <a:lnTo>
                  <a:pt x="9393" y="5548"/>
                </a:lnTo>
                <a:lnTo>
                  <a:pt x="9320" y="5962"/>
                </a:lnTo>
                <a:lnTo>
                  <a:pt x="9222" y="6789"/>
                </a:lnTo>
                <a:lnTo>
                  <a:pt x="9125" y="7592"/>
                </a:lnTo>
                <a:lnTo>
                  <a:pt x="9125" y="7738"/>
                </a:lnTo>
                <a:lnTo>
                  <a:pt x="9125" y="7908"/>
                </a:lnTo>
                <a:lnTo>
                  <a:pt x="9149" y="8273"/>
                </a:lnTo>
                <a:lnTo>
                  <a:pt x="9149" y="8614"/>
                </a:lnTo>
                <a:lnTo>
                  <a:pt x="9125" y="8784"/>
                </a:lnTo>
                <a:lnTo>
                  <a:pt x="9076" y="8930"/>
                </a:lnTo>
                <a:lnTo>
                  <a:pt x="9052" y="8955"/>
                </a:lnTo>
                <a:lnTo>
                  <a:pt x="8906" y="8955"/>
                </a:lnTo>
                <a:lnTo>
                  <a:pt x="8517" y="9003"/>
                </a:lnTo>
                <a:lnTo>
                  <a:pt x="8638" y="8273"/>
                </a:lnTo>
                <a:lnTo>
                  <a:pt x="8736" y="7519"/>
                </a:lnTo>
                <a:lnTo>
                  <a:pt x="8857" y="6035"/>
                </a:lnTo>
                <a:lnTo>
                  <a:pt x="8955" y="5280"/>
                </a:lnTo>
                <a:lnTo>
                  <a:pt x="9052" y="4550"/>
                </a:lnTo>
                <a:lnTo>
                  <a:pt x="9149" y="3796"/>
                </a:lnTo>
                <a:lnTo>
                  <a:pt x="9149" y="3407"/>
                </a:lnTo>
                <a:lnTo>
                  <a:pt x="9149" y="3042"/>
                </a:lnTo>
                <a:close/>
                <a:moveTo>
                  <a:pt x="8006" y="2993"/>
                </a:moveTo>
                <a:lnTo>
                  <a:pt x="8809" y="3017"/>
                </a:lnTo>
                <a:lnTo>
                  <a:pt x="8784" y="3139"/>
                </a:lnTo>
                <a:lnTo>
                  <a:pt x="8784" y="3261"/>
                </a:lnTo>
                <a:lnTo>
                  <a:pt x="8784" y="3504"/>
                </a:lnTo>
                <a:lnTo>
                  <a:pt x="8784" y="3747"/>
                </a:lnTo>
                <a:lnTo>
                  <a:pt x="8760" y="3991"/>
                </a:lnTo>
                <a:lnTo>
                  <a:pt x="8687" y="4502"/>
                </a:lnTo>
                <a:lnTo>
                  <a:pt x="8590" y="4988"/>
                </a:lnTo>
                <a:lnTo>
                  <a:pt x="8517" y="5475"/>
                </a:lnTo>
                <a:lnTo>
                  <a:pt x="8395" y="6375"/>
                </a:lnTo>
                <a:lnTo>
                  <a:pt x="8298" y="7251"/>
                </a:lnTo>
                <a:lnTo>
                  <a:pt x="8200" y="8152"/>
                </a:lnTo>
                <a:lnTo>
                  <a:pt x="8079" y="9028"/>
                </a:lnTo>
                <a:lnTo>
                  <a:pt x="7957" y="9028"/>
                </a:lnTo>
                <a:lnTo>
                  <a:pt x="7981" y="8273"/>
                </a:lnTo>
                <a:lnTo>
                  <a:pt x="8006" y="7495"/>
                </a:lnTo>
                <a:lnTo>
                  <a:pt x="8103" y="5962"/>
                </a:lnTo>
                <a:lnTo>
                  <a:pt x="8127" y="5572"/>
                </a:lnTo>
                <a:lnTo>
                  <a:pt x="8103" y="5159"/>
                </a:lnTo>
                <a:lnTo>
                  <a:pt x="8054" y="4380"/>
                </a:lnTo>
                <a:lnTo>
                  <a:pt x="8030" y="3674"/>
                </a:lnTo>
                <a:lnTo>
                  <a:pt x="8030" y="3334"/>
                </a:lnTo>
                <a:lnTo>
                  <a:pt x="8006" y="2993"/>
                </a:lnTo>
                <a:close/>
                <a:moveTo>
                  <a:pt x="6959" y="2945"/>
                </a:moveTo>
                <a:lnTo>
                  <a:pt x="7081" y="2969"/>
                </a:lnTo>
                <a:lnTo>
                  <a:pt x="7714" y="2969"/>
                </a:lnTo>
                <a:lnTo>
                  <a:pt x="7641" y="3285"/>
                </a:lnTo>
                <a:lnTo>
                  <a:pt x="7592" y="3626"/>
                </a:lnTo>
                <a:lnTo>
                  <a:pt x="7592" y="3966"/>
                </a:lnTo>
                <a:lnTo>
                  <a:pt x="7616" y="4307"/>
                </a:lnTo>
                <a:lnTo>
                  <a:pt x="7665" y="5013"/>
                </a:lnTo>
                <a:lnTo>
                  <a:pt x="7689" y="5329"/>
                </a:lnTo>
                <a:lnTo>
                  <a:pt x="7689" y="5670"/>
                </a:lnTo>
                <a:lnTo>
                  <a:pt x="7665" y="6497"/>
                </a:lnTo>
                <a:lnTo>
                  <a:pt x="7592" y="7349"/>
                </a:lnTo>
                <a:lnTo>
                  <a:pt x="7543" y="8200"/>
                </a:lnTo>
                <a:lnTo>
                  <a:pt x="7543" y="8638"/>
                </a:lnTo>
                <a:lnTo>
                  <a:pt x="7543" y="9052"/>
                </a:lnTo>
                <a:lnTo>
                  <a:pt x="7081" y="9052"/>
                </a:lnTo>
                <a:lnTo>
                  <a:pt x="7130" y="8614"/>
                </a:lnTo>
                <a:lnTo>
                  <a:pt x="7178" y="8152"/>
                </a:lnTo>
                <a:lnTo>
                  <a:pt x="7178" y="7689"/>
                </a:lnTo>
                <a:lnTo>
                  <a:pt x="7178" y="7227"/>
                </a:lnTo>
                <a:lnTo>
                  <a:pt x="7154" y="6302"/>
                </a:lnTo>
                <a:lnTo>
                  <a:pt x="7081" y="5402"/>
                </a:lnTo>
                <a:lnTo>
                  <a:pt x="7008" y="4648"/>
                </a:lnTo>
                <a:lnTo>
                  <a:pt x="6935" y="3893"/>
                </a:lnTo>
                <a:lnTo>
                  <a:pt x="6935" y="3674"/>
                </a:lnTo>
                <a:lnTo>
                  <a:pt x="6959" y="3431"/>
                </a:lnTo>
                <a:lnTo>
                  <a:pt x="6959" y="3188"/>
                </a:lnTo>
                <a:lnTo>
                  <a:pt x="6959" y="2945"/>
                </a:lnTo>
                <a:close/>
                <a:moveTo>
                  <a:pt x="6570" y="2945"/>
                </a:moveTo>
                <a:lnTo>
                  <a:pt x="6546" y="3163"/>
                </a:lnTo>
                <a:lnTo>
                  <a:pt x="6521" y="3382"/>
                </a:lnTo>
                <a:lnTo>
                  <a:pt x="6497" y="3796"/>
                </a:lnTo>
                <a:lnTo>
                  <a:pt x="6521" y="4210"/>
                </a:lnTo>
                <a:lnTo>
                  <a:pt x="6619" y="5061"/>
                </a:lnTo>
                <a:lnTo>
                  <a:pt x="6716" y="6059"/>
                </a:lnTo>
                <a:lnTo>
                  <a:pt x="6740" y="6546"/>
                </a:lnTo>
                <a:lnTo>
                  <a:pt x="6765" y="7057"/>
                </a:lnTo>
                <a:lnTo>
                  <a:pt x="6765" y="7568"/>
                </a:lnTo>
                <a:lnTo>
                  <a:pt x="6765" y="8079"/>
                </a:lnTo>
                <a:lnTo>
                  <a:pt x="6716" y="8590"/>
                </a:lnTo>
                <a:lnTo>
                  <a:pt x="6643" y="9076"/>
                </a:lnTo>
                <a:lnTo>
                  <a:pt x="6473" y="9076"/>
                </a:lnTo>
                <a:lnTo>
                  <a:pt x="6473" y="8979"/>
                </a:lnTo>
                <a:lnTo>
                  <a:pt x="6448" y="8882"/>
                </a:lnTo>
                <a:lnTo>
                  <a:pt x="6400" y="8711"/>
                </a:lnTo>
                <a:lnTo>
                  <a:pt x="6351" y="8298"/>
                </a:lnTo>
                <a:lnTo>
                  <a:pt x="6302" y="7884"/>
                </a:lnTo>
                <a:lnTo>
                  <a:pt x="6229" y="7081"/>
                </a:lnTo>
                <a:lnTo>
                  <a:pt x="6181" y="6424"/>
                </a:lnTo>
                <a:lnTo>
                  <a:pt x="6108" y="5767"/>
                </a:lnTo>
                <a:lnTo>
                  <a:pt x="5913" y="4137"/>
                </a:lnTo>
                <a:lnTo>
                  <a:pt x="5864" y="3820"/>
                </a:lnTo>
                <a:lnTo>
                  <a:pt x="5816" y="3528"/>
                </a:lnTo>
                <a:lnTo>
                  <a:pt x="5743" y="3212"/>
                </a:lnTo>
                <a:lnTo>
                  <a:pt x="5645" y="2945"/>
                </a:lnTo>
                <a:close/>
                <a:moveTo>
                  <a:pt x="5013" y="2920"/>
                </a:moveTo>
                <a:lnTo>
                  <a:pt x="5475" y="2945"/>
                </a:lnTo>
                <a:lnTo>
                  <a:pt x="5451" y="3236"/>
                </a:lnTo>
                <a:lnTo>
                  <a:pt x="5475" y="3528"/>
                </a:lnTo>
                <a:lnTo>
                  <a:pt x="5524" y="4137"/>
                </a:lnTo>
                <a:lnTo>
                  <a:pt x="5718" y="5767"/>
                </a:lnTo>
                <a:lnTo>
                  <a:pt x="5791" y="6424"/>
                </a:lnTo>
                <a:lnTo>
                  <a:pt x="5840" y="7081"/>
                </a:lnTo>
                <a:lnTo>
                  <a:pt x="5889" y="7860"/>
                </a:lnTo>
                <a:lnTo>
                  <a:pt x="5986" y="8663"/>
                </a:lnTo>
                <a:lnTo>
                  <a:pt x="6010" y="8857"/>
                </a:lnTo>
                <a:lnTo>
                  <a:pt x="6035" y="9003"/>
                </a:lnTo>
                <a:lnTo>
                  <a:pt x="6083" y="9125"/>
                </a:lnTo>
                <a:lnTo>
                  <a:pt x="5913" y="9149"/>
                </a:lnTo>
                <a:lnTo>
                  <a:pt x="5962" y="9052"/>
                </a:lnTo>
                <a:lnTo>
                  <a:pt x="5962" y="8906"/>
                </a:lnTo>
                <a:lnTo>
                  <a:pt x="5864" y="8395"/>
                </a:lnTo>
                <a:lnTo>
                  <a:pt x="5718" y="7860"/>
                </a:lnTo>
                <a:lnTo>
                  <a:pt x="5572" y="7349"/>
                </a:lnTo>
                <a:lnTo>
                  <a:pt x="5451" y="6838"/>
                </a:lnTo>
                <a:lnTo>
                  <a:pt x="5207" y="5670"/>
                </a:lnTo>
                <a:lnTo>
                  <a:pt x="5086" y="5110"/>
                </a:lnTo>
                <a:lnTo>
                  <a:pt x="4940" y="4550"/>
                </a:lnTo>
                <a:lnTo>
                  <a:pt x="4721" y="3723"/>
                </a:lnTo>
                <a:lnTo>
                  <a:pt x="4526" y="2920"/>
                </a:lnTo>
                <a:close/>
                <a:moveTo>
                  <a:pt x="5572" y="9612"/>
                </a:moveTo>
                <a:lnTo>
                  <a:pt x="5791" y="9660"/>
                </a:lnTo>
                <a:lnTo>
                  <a:pt x="5621" y="9904"/>
                </a:lnTo>
                <a:lnTo>
                  <a:pt x="5499" y="10147"/>
                </a:lnTo>
                <a:lnTo>
                  <a:pt x="5426" y="10293"/>
                </a:lnTo>
                <a:lnTo>
                  <a:pt x="5378" y="10439"/>
                </a:lnTo>
                <a:lnTo>
                  <a:pt x="5329" y="10609"/>
                </a:lnTo>
                <a:lnTo>
                  <a:pt x="5353" y="10755"/>
                </a:lnTo>
                <a:lnTo>
                  <a:pt x="5378" y="10804"/>
                </a:lnTo>
                <a:lnTo>
                  <a:pt x="5402" y="10853"/>
                </a:lnTo>
                <a:lnTo>
                  <a:pt x="5402" y="10926"/>
                </a:lnTo>
                <a:lnTo>
                  <a:pt x="5426" y="10999"/>
                </a:lnTo>
                <a:lnTo>
                  <a:pt x="5451" y="11120"/>
                </a:lnTo>
                <a:lnTo>
                  <a:pt x="5499" y="11217"/>
                </a:lnTo>
                <a:lnTo>
                  <a:pt x="5305" y="11242"/>
                </a:lnTo>
                <a:lnTo>
                  <a:pt x="5110" y="11290"/>
                </a:lnTo>
                <a:lnTo>
                  <a:pt x="4988" y="11193"/>
                </a:lnTo>
                <a:lnTo>
                  <a:pt x="4940" y="11144"/>
                </a:lnTo>
                <a:lnTo>
                  <a:pt x="4867" y="11071"/>
                </a:lnTo>
                <a:lnTo>
                  <a:pt x="5037" y="10853"/>
                </a:lnTo>
                <a:lnTo>
                  <a:pt x="5159" y="10585"/>
                </a:lnTo>
                <a:lnTo>
                  <a:pt x="5353" y="10074"/>
                </a:lnTo>
                <a:lnTo>
                  <a:pt x="5451" y="9831"/>
                </a:lnTo>
                <a:lnTo>
                  <a:pt x="5572" y="9612"/>
                </a:lnTo>
                <a:close/>
                <a:moveTo>
                  <a:pt x="14016" y="11193"/>
                </a:moveTo>
                <a:lnTo>
                  <a:pt x="14040" y="11290"/>
                </a:lnTo>
                <a:lnTo>
                  <a:pt x="13845" y="11290"/>
                </a:lnTo>
                <a:lnTo>
                  <a:pt x="13724" y="11315"/>
                </a:lnTo>
                <a:lnTo>
                  <a:pt x="13651" y="11217"/>
                </a:lnTo>
                <a:lnTo>
                  <a:pt x="13772" y="11217"/>
                </a:lnTo>
                <a:lnTo>
                  <a:pt x="14016" y="11193"/>
                </a:lnTo>
                <a:close/>
                <a:moveTo>
                  <a:pt x="5864" y="10950"/>
                </a:moveTo>
                <a:lnTo>
                  <a:pt x="6083" y="11023"/>
                </a:lnTo>
                <a:lnTo>
                  <a:pt x="6302" y="11047"/>
                </a:lnTo>
                <a:lnTo>
                  <a:pt x="6692" y="11071"/>
                </a:lnTo>
                <a:lnTo>
                  <a:pt x="7397" y="11096"/>
                </a:lnTo>
                <a:lnTo>
                  <a:pt x="8079" y="11120"/>
                </a:lnTo>
                <a:lnTo>
                  <a:pt x="9490" y="11120"/>
                </a:lnTo>
                <a:lnTo>
                  <a:pt x="10877" y="11169"/>
                </a:lnTo>
                <a:lnTo>
                  <a:pt x="12288" y="11217"/>
                </a:lnTo>
                <a:lnTo>
                  <a:pt x="13188" y="11217"/>
                </a:lnTo>
                <a:lnTo>
                  <a:pt x="13261" y="11315"/>
                </a:lnTo>
                <a:lnTo>
                  <a:pt x="13310" y="11388"/>
                </a:lnTo>
                <a:lnTo>
                  <a:pt x="12872" y="11339"/>
                </a:lnTo>
                <a:lnTo>
                  <a:pt x="12434" y="11315"/>
                </a:lnTo>
                <a:lnTo>
                  <a:pt x="11534" y="11315"/>
                </a:lnTo>
                <a:lnTo>
                  <a:pt x="10634" y="11363"/>
                </a:lnTo>
                <a:lnTo>
                  <a:pt x="9733" y="11363"/>
                </a:lnTo>
                <a:lnTo>
                  <a:pt x="9247" y="11339"/>
                </a:lnTo>
                <a:lnTo>
                  <a:pt x="8736" y="11290"/>
                </a:lnTo>
                <a:lnTo>
                  <a:pt x="8225" y="11242"/>
                </a:lnTo>
                <a:lnTo>
                  <a:pt x="7738" y="11193"/>
                </a:lnTo>
                <a:lnTo>
                  <a:pt x="6862" y="11120"/>
                </a:lnTo>
                <a:lnTo>
                  <a:pt x="6424" y="11120"/>
                </a:lnTo>
                <a:lnTo>
                  <a:pt x="6205" y="11144"/>
                </a:lnTo>
                <a:lnTo>
                  <a:pt x="6010" y="11193"/>
                </a:lnTo>
                <a:lnTo>
                  <a:pt x="5986" y="11169"/>
                </a:lnTo>
                <a:lnTo>
                  <a:pt x="5864" y="10950"/>
                </a:lnTo>
                <a:close/>
                <a:moveTo>
                  <a:pt x="5572" y="12191"/>
                </a:moveTo>
                <a:lnTo>
                  <a:pt x="5499" y="12215"/>
                </a:lnTo>
                <a:lnTo>
                  <a:pt x="5402" y="12264"/>
                </a:lnTo>
                <a:lnTo>
                  <a:pt x="5329" y="12312"/>
                </a:lnTo>
                <a:lnTo>
                  <a:pt x="5256" y="12361"/>
                </a:lnTo>
                <a:lnTo>
                  <a:pt x="5232" y="12434"/>
                </a:lnTo>
                <a:lnTo>
                  <a:pt x="5183" y="12507"/>
                </a:lnTo>
                <a:lnTo>
                  <a:pt x="5183" y="12580"/>
                </a:lnTo>
                <a:lnTo>
                  <a:pt x="5207" y="12629"/>
                </a:lnTo>
                <a:lnTo>
                  <a:pt x="5232" y="12726"/>
                </a:lnTo>
                <a:lnTo>
                  <a:pt x="5305" y="12799"/>
                </a:lnTo>
                <a:lnTo>
                  <a:pt x="5378" y="12823"/>
                </a:lnTo>
                <a:lnTo>
                  <a:pt x="5475" y="12848"/>
                </a:lnTo>
                <a:lnTo>
                  <a:pt x="5572" y="12823"/>
                </a:lnTo>
                <a:lnTo>
                  <a:pt x="5670" y="12799"/>
                </a:lnTo>
                <a:lnTo>
                  <a:pt x="5767" y="12750"/>
                </a:lnTo>
                <a:lnTo>
                  <a:pt x="5840" y="12653"/>
                </a:lnTo>
                <a:lnTo>
                  <a:pt x="5864" y="12580"/>
                </a:lnTo>
                <a:lnTo>
                  <a:pt x="5889" y="12483"/>
                </a:lnTo>
                <a:lnTo>
                  <a:pt x="5864" y="12410"/>
                </a:lnTo>
                <a:lnTo>
                  <a:pt x="5816" y="12312"/>
                </a:lnTo>
                <a:lnTo>
                  <a:pt x="5743" y="12264"/>
                </a:lnTo>
                <a:lnTo>
                  <a:pt x="5670" y="12215"/>
                </a:lnTo>
                <a:lnTo>
                  <a:pt x="5572" y="12191"/>
                </a:lnTo>
                <a:close/>
                <a:moveTo>
                  <a:pt x="14040" y="12239"/>
                </a:moveTo>
                <a:lnTo>
                  <a:pt x="13967" y="12264"/>
                </a:lnTo>
                <a:lnTo>
                  <a:pt x="13918" y="12288"/>
                </a:lnTo>
                <a:lnTo>
                  <a:pt x="13797" y="12361"/>
                </a:lnTo>
                <a:lnTo>
                  <a:pt x="13724" y="12458"/>
                </a:lnTo>
                <a:lnTo>
                  <a:pt x="13699" y="12531"/>
                </a:lnTo>
                <a:lnTo>
                  <a:pt x="13675" y="12604"/>
                </a:lnTo>
                <a:lnTo>
                  <a:pt x="13699" y="12677"/>
                </a:lnTo>
                <a:lnTo>
                  <a:pt x="13724" y="12750"/>
                </a:lnTo>
                <a:lnTo>
                  <a:pt x="13797" y="12872"/>
                </a:lnTo>
                <a:lnTo>
                  <a:pt x="13918" y="12945"/>
                </a:lnTo>
                <a:lnTo>
                  <a:pt x="13967" y="12969"/>
                </a:lnTo>
                <a:lnTo>
                  <a:pt x="14113" y="12969"/>
                </a:lnTo>
                <a:lnTo>
                  <a:pt x="14186" y="12945"/>
                </a:lnTo>
                <a:lnTo>
                  <a:pt x="14308" y="12872"/>
                </a:lnTo>
                <a:lnTo>
                  <a:pt x="14381" y="12750"/>
                </a:lnTo>
                <a:lnTo>
                  <a:pt x="14405" y="12677"/>
                </a:lnTo>
                <a:lnTo>
                  <a:pt x="14405" y="12604"/>
                </a:lnTo>
                <a:lnTo>
                  <a:pt x="14405" y="12531"/>
                </a:lnTo>
                <a:lnTo>
                  <a:pt x="14381" y="12458"/>
                </a:lnTo>
                <a:lnTo>
                  <a:pt x="14308" y="12361"/>
                </a:lnTo>
                <a:lnTo>
                  <a:pt x="14186" y="12288"/>
                </a:lnTo>
                <a:lnTo>
                  <a:pt x="14113" y="12264"/>
                </a:lnTo>
                <a:lnTo>
                  <a:pt x="14040" y="12239"/>
                </a:lnTo>
                <a:close/>
                <a:moveTo>
                  <a:pt x="14089" y="11753"/>
                </a:moveTo>
                <a:lnTo>
                  <a:pt x="14235" y="11777"/>
                </a:lnTo>
                <a:lnTo>
                  <a:pt x="14381" y="11801"/>
                </a:lnTo>
                <a:lnTo>
                  <a:pt x="14502" y="11874"/>
                </a:lnTo>
                <a:lnTo>
                  <a:pt x="14600" y="11972"/>
                </a:lnTo>
                <a:lnTo>
                  <a:pt x="14673" y="12093"/>
                </a:lnTo>
                <a:lnTo>
                  <a:pt x="14746" y="12215"/>
                </a:lnTo>
                <a:lnTo>
                  <a:pt x="14770" y="12385"/>
                </a:lnTo>
                <a:lnTo>
                  <a:pt x="14794" y="12580"/>
                </a:lnTo>
                <a:lnTo>
                  <a:pt x="14770" y="12750"/>
                </a:lnTo>
                <a:lnTo>
                  <a:pt x="14721" y="12896"/>
                </a:lnTo>
                <a:lnTo>
                  <a:pt x="14648" y="13042"/>
                </a:lnTo>
                <a:lnTo>
                  <a:pt x="14551" y="13164"/>
                </a:lnTo>
                <a:lnTo>
                  <a:pt x="14405" y="13261"/>
                </a:lnTo>
                <a:lnTo>
                  <a:pt x="14259" y="13334"/>
                </a:lnTo>
                <a:lnTo>
                  <a:pt x="14089" y="13383"/>
                </a:lnTo>
                <a:lnTo>
                  <a:pt x="13870" y="13383"/>
                </a:lnTo>
                <a:lnTo>
                  <a:pt x="13651" y="13334"/>
                </a:lnTo>
                <a:lnTo>
                  <a:pt x="13480" y="13261"/>
                </a:lnTo>
                <a:lnTo>
                  <a:pt x="13334" y="13164"/>
                </a:lnTo>
                <a:lnTo>
                  <a:pt x="13237" y="13018"/>
                </a:lnTo>
                <a:lnTo>
                  <a:pt x="13164" y="12848"/>
                </a:lnTo>
                <a:lnTo>
                  <a:pt x="13164" y="12653"/>
                </a:lnTo>
                <a:lnTo>
                  <a:pt x="13213" y="12434"/>
                </a:lnTo>
                <a:lnTo>
                  <a:pt x="13286" y="12264"/>
                </a:lnTo>
                <a:lnTo>
                  <a:pt x="13359" y="12118"/>
                </a:lnTo>
                <a:lnTo>
                  <a:pt x="13480" y="11972"/>
                </a:lnTo>
                <a:lnTo>
                  <a:pt x="13602" y="11850"/>
                </a:lnTo>
                <a:lnTo>
                  <a:pt x="13602" y="11826"/>
                </a:lnTo>
                <a:lnTo>
                  <a:pt x="13675" y="11850"/>
                </a:lnTo>
                <a:lnTo>
                  <a:pt x="13748" y="11850"/>
                </a:lnTo>
                <a:lnTo>
                  <a:pt x="13797" y="11826"/>
                </a:lnTo>
                <a:lnTo>
                  <a:pt x="13845" y="11777"/>
                </a:lnTo>
                <a:lnTo>
                  <a:pt x="13918" y="11777"/>
                </a:lnTo>
                <a:lnTo>
                  <a:pt x="14089" y="11753"/>
                </a:lnTo>
                <a:close/>
                <a:moveTo>
                  <a:pt x="5475" y="11631"/>
                </a:moveTo>
                <a:lnTo>
                  <a:pt x="5524" y="11704"/>
                </a:lnTo>
                <a:lnTo>
                  <a:pt x="5597" y="11728"/>
                </a:lnTo>
                <a:lnTo>
                  <a:pt x="5645" y="11753"/>
                </a:lnTo>
                <a:lnTo>
                  <a:pt x="5743" y="11753"/>
                </a:lnTo>
                <a:lnTo>
                  <a:pt x="5840" y="11728"/>
                </a:lnTo>
                <a:lnTo>
                  <a:pt x="5937" y="11753"/>
                </a:lnTo>
                <a:lnTo>
                  <a:pt x="6010" y="11801"/>
                </a:lnTo>
                <a:lnTo>
                  <a:pt x="6083" y="11874"/>
                </a:lnTo>
                <a:lnTo>
                  <a:pt x="6132" y="11972"/>
                </a:lnTo>
                <a:lnTo>
                  <a:pt x="6181" y="12093"/>
                </a:lnTo>
                <a:lnTo>
                  <a:pt x="6229" y="12361"/>
                </a:lnTo>
                <a:lnTo>
                  <a:pt x="6229" y="12653"/>
                </a:lnTo>
                <a:lnTo>
                  <a:pt x="6181" y="12945"/>
                </a:lnTo>
                <a:lnTo>
                  <a:pt x="6132" y="13067"/>
                </a:lnTo>
                <a:lnTo>
                  <a:pt x="6083" y="13164"/>
                </a:lnTo>
                <a:lnTo>
                  <a:pt x="6010" y="13261"/>
                </a:lnTo>
                <a:lnTo>
                  <a:pt x="5937" y="13310"/>
                </a:lnTo>
                <a:lnTo>
                  <a:pt x="5840" y="13359"/>
                </a:lnTo>
                <a:lnTo>
                  <a:pt x="5743" y="13383"/>
                </a:lnTo>
                <a:lnTo>
                  <a:pt x="5645" y="13407"/>
                </a:lnTo>
                <a:lnTo>
                  <a:pt x="5548" y="13407"/>
                </a:lnTo>
                <a:lnTo>
                  <a:pt x="5353" y="13359"/>
                </a:lnTo>
                <a:lnTo>
                  <a:pt x="5159" y="13286"/>
                </a:lnTo>
                <a:lnTo>
                  <a:pt x="5013" y="13140"/>
                </a:lnTo>
                <a:lnTo>
                  <a:pt x="4867" y="12994"/>
                </a:lnTo>
                <a:lnTo>
                  <a:pt x="4769" y="12823"/>
                </a:lnTo>
                <a:lnTo>
                  <a:pt x="4721" y="12629"/>
                </a:lnTo>
                <a:lnTo>
                  <a:pt x="4721" y="12434"/>
                </a:lnTo>
                <a:lnTo>
                  <a:pt x="4745" y="12264"/>
                </a:lnTo>
                <a:lnTo>
                  <a:pt x="4818" y="12118"/>
                </a:lnTo>
                <a:lnTo>
                  <a:pt x="4915" y="11972"/>
                </a:lnTo>
                <a:lnTo>
                  <a:pt x="5037" y="11850"/>
                </a:lnTo>
                <a:lnTo>
                  <a:pt x="5159" y="11753"/>
                </a:lnTo>
                <a:lnTo>
                  <a:pt x="5329" y="11680"/>
                </a:lnTo>
                <a:lnTo>
                  <a:pt x="5475" y="11631"/>
                </a:lnTo>
                <a:close/>
                <a:moveTo>
                  <a:pt x="706" y="0"/>
                </a:moveTo>
                <a:lnTo>
                  <a:pt x="511" y="25"/>
                </a:lnTo>
                <a:lnTo>
                  <a:pt x="317" y="49"/>
                </a:lnTo>
                <a:lnTo>
                  <a:pt x="146" y="122"/>
                </a:lnTo>
                <a:lnTo>
                  <a:pt x="73" y="171"/>
                </a:lnTo>
                <a:lnTo>
                  <a:pt x="25" y="268"/>
                </a:lnTo>
                <a:lnTo>
                  <a:pt x="0" y="341"/>
                </a:lnTo>
                <a:lnTo>
                  <a:pt x="25" y="438"/>
                </a:lnTo>
                <a:lnTo>
                  <a:pt x="49" y="536"/>
                </a:lnTo>
                <a:lnTo>
                  <a:pt x="122" y="609"/>
                </a:lnTo>
                <a:lnTo>
                  <a:pt x="195" y="633"/>
                </a:lnTo>
                <a:lnTo>
                  <a:pt x="292" y="657"/>
                </a:lnTo>
                <a:lnTo>
                  <a:pt x="657" y="657"/>
                </a:lnTo>
                <a:lnTo>
                  <a:pt x="1047" y="682"/>
                </a:lnTo>
                <a:lnTo>
                  <a:pt x="1412" y="730"/>
                </a:lnTo>
                <a:lnTo>
                  <a:pt x="1777" y="755"/>
                </a:lnTo>
                <a:lnTo>
                  <a:pt x="3188" y="828"/>
                </a:lnTo>
                <a:lnTo>
                  <a:pt x="3212" y="998"/>
                </a:lnTo>
                <a:lnTo>
                  <a:pt x="3237" y="1144"/>
                </a:lnTo>
                <a:lnTo>
                  <a:pt x="3358" y="1460"/>
                </a:lnTo>
                <a:lnTo>
                  <a:pt x="3480" y="1777"/>
                </a:lnTo>
                <a:lnTo>
                  <a:pt x="3602" y="2069"/>
                </a:lnTo>
                <a:lnTo>
                  <a:pt x="3772" y="2701"/>
                </a:lnTo>
                <a:lnTo>
                  <a:pt x="3918" y="3309"/>
                </a:lnTo>
                <a:lnTo>
                  <a:pt x="4210" y="4550"/>
                </a:lnTo>
                <a:lnTo>
                  <a:pt x="5329" y="9076"/>
                </a:lnTo>
                <a:lnTo>
                  <a:pt x="5329" y="9101"/>
                </a:lnTo>
                <a:lnTo>
                  <a:pt x="5159" y="9344"/>
                </a:lnTo>
                <a:lnTo>
                  <a:pt x="5037" y="9563"/>
                </a:lnTo>
                <a:lnTo>
                  <a:pt x="4842" y="9928"/>
                </a:lnTo>
                <a:lnTo>
                  <a:pt x="4696" y="10317"/>
                </a:lnTo>
                <a:lnTo>
                  <a:pt x="4526" y="10634"/>
                </a:lnTo>
                <a:lnTo>
                  <a:pt x="4453" y="10780"/>
                </a:lnTo>
                <a:lnTo>
                  <a:pt x="4380" y="10950"/>
                </a:lnTo>
                <a:lnTo>
                  <a:pt x="4356" y="10999"/>
                </a:lnTo>
                <a:lnTo>
                  <a:pt x="4380" y="11047"/>
                </a:lnTo>
                <a:lnTo>
                  <a:pt x="4404" y="11144"/>
                </a:lnTo>
                <a:lnTo>
                  <a:pt x="4429" y="11217"/>
                </a:lnTo>
                <a:lnTo>
                  <a:pt x="4453" y="11315"/>
                </a:lnTo>
                <a:lnTo>
                  <a:pt x="4526" y="11412"/>
                </a:lnTo>
                <a:lnTo>
                  <a:pt x="4672" y="11607"/>
                </a:lnTo>
                <a:lnTo>
                  <a:pt x="4502" y="11801"/>
                </a:lnTo>
                <a:lnTo>
                  <a:pt x="4380" y="12045"/>
                </a:lnTo>
                <a:lnTo>
                  <a:pt x="4307" y="12288"/>
                </a:lnTo>
                <a:lnTo>
                  <a:pt x="4283" y="12556"/>
                </a:lnTo>
                <a:lnTo>
                  <a:pt x="4283" y="12726"/>
                </a:lnTo>
                <a:lnTo>
                  <a:pt x="4307" y="12872"/>
                </a:lnTo>
                <a:lnTo>
                  <a:pt x="4356" y="13018"/>
                </a:lnTo>
                <a:lnTo>
                  <a:pt x="4429" y="13140"/>
                </a:lnTo>
                <a:lnTo>
                  <a:pt x="4502" y="13261"/>
                </a:lnTo>
                <a:lnTo>
                  <a:pt x="4575" y="13383"/>
                </a:lnTo>
                <a:lnTo>
                  <a:pt x="4696" y="13480"/>
                </a:lnTo>
                <a:lnTo>
                  <a:pt x="4818" y="13578"/>
                </a:lnTo>
                <a:lnTo>
                  <a:pt x="4940" y="13651"/>
                </a:lnTo>
                <a:lnTo>
                  <a:pt x="5061" y="13724"/>
                </a:lnTo>
                <a:lnTo>
                  <a:pt x="5207" y="13772"/>
                </a:lnTo>
                <a:lnTo>
                  <a:pt x="5353" y="13797"/>
                </a:lnTo>
                <a:lnTo>
                  <a:pt x="5499" y="13821"/>
                </a:lnTo>
                <a:lnTo>
                  <a:pt x="5791" y="13821"/>
                </a:lnTo>
                <a:lnTo>
                  <a:pt x="5937" y="13797"/>
                </a:lnTo>
                <a:lnTo>
                  <a:pt x="6108" y="13748"/>
                </a:lnTo>
                <a:lnTo>
                  <a:pt x="6254" y="13675"/>
                </a:lnTo>
                <a:lnTo>
                  <a:pt x="6375" y="13553"/>
                </a:lnTo>
                <a:lnTo>
                  <a:pt x="6473" y="13432"/>
                </a:lnTo>
                <a:lnTo>
                  <a:pt x="6570" y="13286"/>
                </a:lnTo>
                <a:lnTo>
                  <a:pt x="6619" y="13140"/>
                </a:lnTo>
                <a:lnTo>
                  <a:pt x="6667" y="12969"/>
                </a:lnTo>
                <a:lnTo>
                  <a:pt x="6692" y="12799"/>
                </a:lnTo>
                <a:lnTo>
                  <a:pt x="6692" y="12629"/>
                </a:lnTo>
                <a:lnTo>
                  <a:pt x="6692" y="12434"/>
                </a:lnTo>
                <a:lnTo>
                  <a:pt x="6667" y="12264"/>
                </a:lnTo>
                <a:lnTo>
                  <a:pt x="6619" y="12093"/>
                </a:lnTo>
                <a:lnTo>
                  <a:pt x="6570" y="11923"/>
                </a:lnTo>
                <a:lnTo>
                  <a:pt x="6497" y="11777"/>
                </a:lnTo>
                <a:lnTo>
                  <a:pt x="6424" y="11631"/>
                </a:lnTo>
                <a:lnTo>
                  <a:pt x="6327" y="11509"/>
                </a:lnTo>
                <a:lnTo>
                  <a:pt x="6862" y="11534"/>
                </a:lnTo>
                <a:lnTo>
                  <a:pt x="7373" y="11534"/>
                </a:lnTo>
                <a:lnTo>
                  <a:pt x="8371" y="11631"/>
                </a:lnTo>
                <a:lnTo>
                  <a:pt x="9368" y="11728"/>
                </a:lnTo>
                <a:lnTo>
                  <a:pt x="9831" y="11753"/>
                </a:lnTo>
                <a:lnTo>
                  <a:pt x="10293" y="11753"/>
                </a:lnTo>
                <a:lnTo>
                  <a:pt x="11218" y="11704"/>
                </a:lnTo>
                <a:lnTo>
                  <a:pt x="11704" y="11680"/>
                </a:lnTo>
                <a:lnTo>
                  <a:pt x="12166" y="11680"/>
                </a:lnTo>
                <a:lnTo>
                  <a:pt x="12629" y="11704"/>
                </a:lnTo>
                <a:lnTo>
                  <a:pt x="13091" y="11753"/>
                </a:lnTo>
                <a:lnTo>
                  <a:pt x="12921" y="11996"/>
                </a:lnTo>
                <a:lnTo>
                  <a:pt x="12799" y="12264"/>
                </a:lnTo>
                <a:lnTo>
                  <a:pt x="12750" y="12434"/>
                </a:lnTo>
                <a:lnTo>
                  <a:pt x="12702" y="12580"/>
                </a:lnTo>
                <a:lnTo>
                  <a:pt x="12702" y="12726"/>
                </a:lnTo>
                <a:lnTo>
                  <a:pt x="12702" y="12872"/>
                </a:lnTo>
                <a:lnTo>
                  <a:pt x="12750" y="13018"/>
                </a:lnTo>
                <a:lnTo>
                  <a:pt x="12799" y="13140"/>
                </a:lnTo>
                <a:lnTo>
                  <a:pt x="12848" y="13261"/>
                </a:lnTo>
                <a:lnTo>
                  <a:pt x="12945" y="13383"/>
                </a:lnTo>
                <a:lnTo>
                  <a:pt x="13042" y="13480"/>
                </a:lnTo>
                <a:lnTo>
                  <a:pt x="13140" y="13553"/>
                </a:lnTo>
                <a:lnTo>
                  <a:pt x="13261" y="13626"/>
                </a:lnTo>
                <a:lnTo>
                  <a:pt x="13407" y="13699"/>
                </a:lnTo>
                <a:lnTo>
                  <a:pt x="13553" y="13748"/>
                </a:lnTo>
                <a:lnTo>
                  <a:pt x="13699" y="13797"/>
                </a:lnTo>
                <a:lnTo>
                  <a:pt x="13845" y="13821"/>
                </a:lnTo>
                <a:lnTo>
                  <a:pt x="14016" y="13821"/>
                </a:lnTo>
                <a:lnTo>
                  <a:pt x="14283" y="13797"/>
                </a:lnTo>
                <a:lnTo>
                  <a:pt x="14502" y="13748"/>
                </a:lnTo>
                <a:lnTo>
                  <a:pt x="14697" y="13651"/>
                </a:lnTo>
                <a:lnTo>
                  <a:pt x="14867" y="13505"/>
                </a:lnTo>
                <a:lnTo>
                  <a:pt x="14989" y="13359"/>
                </a:lnTo>
                <a:lnTo>
                  <a:pt x="15086" y="13164"/>
                </a:lnTo>
                <a:lnTo>
                  <a:pt x="15159" y="12969"/>
                </a:lnTo>
                <a:lnTo>
                  <a:pt x="15208" y="12750"/>
                </a:lnTo>
                <a:lnTo>
                  <a:pt x="15208" y="12531"/>
                </a:lnTo>
                <a:lnTo>
                  <a:pt x="15184" y="12337"/>
                </a:lnTo>
                <a:lnTo>
                  <a:pt x="15159" y="12118"/>
                </a:lnTo>
                <a:lnTo>
                  <a:pt x="15086" y="11923"/>
                </a:lnTo>
                <a:lnTo>
                  <a:pt x="14989" y="11728"/>
                </a:lnTo>
                <a:lnTo>
                  <a:pt x="14867" y="11582"/>
                </a:lnTo>
                <a:lnTo>
                  <a:pt x="14721" y="11436"/>
                </a:lnTo>
                <a:lnTo>
                  <a:pt x="14551" y="11339"/>
                </a:lnTo>
                <a:lnTo>
                  <a:pt x="14405" y="11144"/>
                </a:lnTo>
                <a:lnTo>
                  <a:pt x="14648" y="11120"/>
                </a:lnTo>
                <a:lnTo>
                  <a:pt x="14989" y="11120"/>
                </a:lnTo>
                <a:lnTo>
                  <a:pt x="15062" y="11071"/>
                </a:lnTo>
                <a:lnTo>
                  <a:pt x="15086" y="10999"/>
                </a:lnTo>
                <a:lnTo>
                  <a:pt x="15111" y="10926"/>
                </a:lnTo>
                <a:lnTo>
                  <a:pt x="15086" y="10853"/>
                </a:lnTo>
                <a:lnTo>
                  <a:pt x="15062" y="10780"/>
                </a:lnTo>
                <a:lnTo>
                  <a:pt x="14989" y="10707"/>
                </a:lnTo>
                <a:lnTo>
                  <a:pt x="14892" y="10682"/>
                </a:lnTo>
                <a:lnTo>
                  <a:pt x="14648" y="10682"/>
                </a:lnTo>
                <a:lnTo>
                  <a:pt x="14429" y="10707"/>
                </a:lnTo>
                <a:lnTo>
                  <a:pt x="13967" y="10780"/>
                </a:lnTo>
                <a:lnTo>
                  <a:pt x="12653" y="10780"/>
                </a:lnTo>
                <a:lnTo>
                  <a:pt x="11339" y="10755"/>
                </a:lnTo>
                <a:lnTo>
                  <a:pt x="10050" y="10707"/>
                </a:lnTo>
                <a:lnTo>
                  <a:pt x="8760" y="10707"/>
                </a:lnTo>
                <a:lnTo>
                  <a:pt x="7495" y="10731"/>
                </a:lnTo>
                <a:lnTo>
                  <a:pt x="7081" y="10707"/>
                </a:lnTo>
                <a:lnTo>
                  <a:pt x="6643" y="10682"/>
                </a:lnTo>
                <a:lnTo>
                  <a:pt x="6229" y="10634"/>
                </a:lnTo>
                <a:lnTo>
                  <a:pt x="5816" y="10634"/>
                </a:lnTo>
                <a:lnTo>
                  <a:pt x="5864" y="10439"/>
                </a:lnTo>
                <a:lnTo>
                  <a:pt x="5913" y="10269"/>
                </a:lnTo>
                <a:lnTo>
                  <a:pt x="6035" y="9977"/>
                </a:lnTo>
                <a:lnTo>
                  <a:pt x="6059" y="9831"/>
                </a:lnTo>
                <a:lnTo>
                  <a:pt x="6083" y="9709"/>
                </a:lnTo>
                <a:lnTo>
                  <a:pt x="6400" y="9709"/>
                </a:lnTo>
                <a:lnTo>
                  <a:pt x="6716" y="9685"/>
                </a:lnTo>
                <a:lnTo>
                  <a:pt x="7300" y="9660"/>
                </a:lnTo>
                <a:lnTo>
                  <a:pt x="7860" y="9636"/>
                </a:lnTo>
                <a:lnTo>
                  <a:pt x="8395" y="9612"/>
                </a:lnTo>
                <a:lnTo>
                  <a:pt x="9466" y="9514"/>
                </a:lnTo>
                <a:lnTo>
                  <a:pt x="10512" y="9417"/>
                </a:lnTo>
                <a:lnTo>
                  <a:pt x="11558" y="9368"/>
                </a:lnTo>
                <a:lnTo>
                  <a:pt x="12604" y="9295"/>
                </a:lnTo>
                <a:lnTo>
                  <a:pt x="13140" y="9247"/>
                </a:lnTo>
                <a:lnTo>
                  <a:pt x="13651" y="9174"/>
                </a:lnTo>
                <a:lnTo>
                  <a:pt x="13991" y="9125"/>
                </a:lnTo>
                <a:lnTo>
                  <a:pt x="14332" y="9003"/>
                </a:lnTo>
                <a:lnTo>
                  <a:pt x="14624" y="8833"/>
                </a:lnTo>
                <a:lnTo>
                  <a:pt x="14916" y="8614"/>
                </a:lnTo>
                <a:lnTo>
                  <a:pt x="15062" y="8492"/>
                </a:lnTo>
                <a:lnTo>
                  <a:pt x="15159" y="8322"/>
                </a:lnTo>
                <a:lnTo>
                  <a:pt x="15257" y="8152"/>
                </a:lnTo>
                <a:lnTo>
                  <a:pt x="15354" y="7957"/>
                </a:lnTo>
                <a:lnTo>
                  <a:pt x="15500" y="7592"/>
                </a:lnTo>
                <a:lnTo>
                  <a:pt x="15646" y="7227"/>
                </a:lnTo>
                <a:lnTo>
                  <a:pt x="15914" y="6546"/>
                </a:lnTo>
                <a:lnTo>
                  <a:pt x="15987" y="6546"/>
                </a:lnTo>
                <a:lnTo>
                  <a:pt x="16011" y="6521"/>
                </a:lnTo>
                <a:lnTo>
                  <a:pt x="16035" y="6497"/>
                </a:lnTo>
                <a:lnTo>
                  <a:pt x="16035" y="6473"/>
                </a:lnTo>
                <a:lnTo>
                  <a:pt x="16011" y="6424"/>
                </a:lnTo>
                <a:lnTo>
                  <a:pt x="15987" y="6424"/>
                </a:lnTo>
                <a:lnTo>
                  <a:pt x="16303" y="5816"/>
                </a:lnTo>
                <a:lnTo>
                  <a:pt x="16327" y="5767"/>
                </a:lnTo>
                <a:lnTo>
                  <a:pt x="16352" y="5743"/>
                </a:lnTo>
                <a:lnTo>
                  <a:pt x="16376" y="5670"/>
                </a:lnTo>
                <a:lnTo>
                  <a:pt x="17009" y="4550"/>
                </a:lnTo>
                <a:lnTo>
                  <a:pt x="17325" y="3991"/>
                </a:lnTo>
                <a:lnTo>
                  <a:pt x="17641" y="3431"/>
                </a:lnTo>
                <a:lnTo>
                  <a:pt x="17666" y="3334"/>
                </a:lnTo>
                <a:lnTo>
                  <a:pt x="17641" y="3236"/>
                </a:lnTo>
                <a:lnTo>
                  <a:pt x="17690" y="2945"/>
                </a:lnTo>
                <a:lnTo>
                  <a:pt x="17690" y="2799"/>
                </a:lnTo>
                <a:lnTo>
                  <a:pt x="17690" y="2677"/>
                </a:lnTo>
                <a:lnTo>
                  <a:pt x="17641" y="2555"/>
                </a:lnTo>
                <a:lnTo>
                  <a:pt x="17568" y="2458"/>
                </a:lnTo>
                <a:lnTo>
                  <a:pt x="17495" y="2361"/>
                </a:lnTo>
                <a:lnTo>
                  <a:pt x="17398" y="2288"/>
                </a:lnTo>
                <a:lnTo>
                  <a:pt x="17301" y="2215"/>
                </a:lnTo>
                <a:lnTo>
                  <a:pt x="17155" y="2166"/>
                </a:lnTo>
                <a:lnTo>
                  <a:pt x="16984" y="2117"/>
                </a:lnTo>
                <a:lnTo>
                  <a:pt x="16790" y="2069"/>
                </a:lnTo>
                <a:lnTo>
                  <a:pt x="16376" y="2069"/>
                </a:lnTo>
                <a:lnTo>
                  <a:pt x="15597" y="2093"/>
                </a:lnTo>
                <a:lnTo>
                  <a:pt x="14283" y="2093"/>
                </a:lnTo>
                <a:lnTo>
                  <a:pt x="13651" y="2069"/>
                </a:lnTo>
                <a:lnTo>
                  <a:pt x="12994" y="2020"/>
                </a:lnTo>
                <a:lnTo>
                  <a:pt x="11753" y="1923"/>
                </a:lnTo>
                <a:lnTo>
                  <a:pt x="10488" y="1898"/>
                </a:lnTo>
                <a:lnTo>
                  <a:pt x="9222" y="1874"/>
                </a:lnTo>
                <a:lnTo>
                  <a:pt x="7981" y="1874"/>
                </a:lnTo>
                <a:lnTo>
                  <a:pt x="7032" y="1850"/>
                </a:lnTo>
                <a:lnTo>
                  <a:pt x="6083" y="1825"/>
                </a:lnTo>
                <a:lnTo>
                  <a:pt x="5159" y="1801"/>
                </a:lnTo>
                <a:lnTo>
                  <a:pt x="4210" y="1801"/>
                </a:lnTo>
                <a:lnTo>
                  <a:pt x="4112" y="1509"/>
                </a:lnTo>
                <a:lnTo>
                  <a:pt x="3991" y="1241"/>
                </a:lnTo>
                <a:lnTo>
                  <a:pt x="3942" y="998"/>
                </a:lnTo>
                <a:lnTo>
                  <a:pt x="3845" y="633"/>
                </a:lnTo>
                <a:lnTo>
                  <a:pt x="3796" y="463"/>
                </a:lnTo>
                <a:lnTo>
                  <a:pt x="3723" y="292"/>
                </a:lnTo>
                <a:lnTo>
                  <a:pt x="3650" y="195"/>
                </a:lnTo>
                <a:lnTo>
                  <a:pt x="3577" y="146"/>
                </a:lnTo>
                <a:lnTo>
                  <a:pt x="3529" y="146"/>
                </a:lnTo>
                <a:lnTo>
                  <a:pt x="2604" y="122"/>
                </a:lnTo>
                <a:lnTo>
                  <a:pt x="1655" y="73"/>
                </a:lnTo>
                <a:lnTo>
                  <a:pt x="901"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43" name="Google Shape;843;p39"/>
          <p:cNvSpPr/>
          <p:nvPr/>
        </p:nvSpPr>
        <p:spPr>
          <a:xfrm>
            <a:off x="2032260" y="3284961"/>
            <a:ext cx="389303" cy="316439"/>
          </a:xfrm>
          <a:custGeom>
            <a:avLst/>
            <a:gdLst/>
            <a:ahLst/>
            <a:cxnLst/>
            <a:rect l="l" t="t" r="r" b="b"/>
            <a:pathLst>
              <a:path w="17813" h="14479" extrusionOk="0">
                <a:moveTo>
                  <a:pt x="9904" y="1387"/>
                </a:moveTo>
                <a:lnTo>
                  <a:pt x="10074" y="1412"/>
                </a:lnTo>
                <a:lnTo>
                  <a:pt x="10245" y="1460"/>
                </a:lnTo>
                <a:lnTo>
                  <a:pt x="10391" y="1509"/>
                </a:lnTo>
                <a:lnTo>
                  <a:pt x="10464" y="1558"/>
                </a:lnTo>
                <a:lnTo>
                  <a:pt x="10537" y="1631"/>
                </a:lnTo>
                <a:lnTo>
                  <a:pt x="10610" y="1777"/>
                </a:lnTo>
                <a:lnTo>
                  <a:pt x="9880" y="1728"/>
                </a:lnTo>
                <a:lnTo>
                  <a:pt x="9150" y="1704"/>
                </a:lnTo>
                <a:lnTo>
                  <a:pt x="7057" y="1728"/>
                </a:lnTo>
                <a:lnTo>
                  <a:pt x="7082" y="1606"/>
                </a:lnTo>
                <a:lnTo>
                  <a:pt x="7179" y="1509"/>
                </a:lnTo>
                <a:lnTo>
                  <a:pt x="7276" y="1436"/>
                </a:lnTo>
                <a:lnTo>
                  <a:pt x="7422" y="1412"/>
                </a:lnTo>
                <a:lnTo>
                  <a:pt x="7568" y="1387"/>
                </a:lnTo>
                <a:lnTo>
                  <a:pt x="7714" y="1387"/>
                </a:lnTo>
                <a:lnTo>
                  <a:pt x="7982" y="1412"/>
                </a:lnTo>
                <a:lnTo>
                  <a:pt x="8980" y="1412"/>
                </a:lnTo>
                <a:lnTo>
                  <a:pt x="9344" y="1387"/>
                </a:lnTo>
                <a:close/>
                <a:moveTo>
                  <a:pt x="9393" y="414"/>
                </a:moveTo>
                <a:lnTo>
                  <a:pt x="9880" y="463"/>
                </a:lnTo>
                <a:lnTo>
                  <a:pt x="10123" y="511"/>
                </a:lnTo>
                <a:lnTo>
                  <a:pt x="10342" y="560"/>
                </a:lnTo>
                <a:lnTo>
                  <a:pt x="10561" y="633"/>
                </a:lnTo>
                <a:lnTo>
                  <a:pt x="10756" y="730"/>
                </a:lnTo>
                <a:lnTo>
                  <a:pt x="10926" y="852"/>
                </a:lnTo>
                <a:lnTo>
                  <a:pt x="11072" y="974"/>
                </a:lnTo>
                <a:lnTo>
                  <a:pt x="11194" y="1144"/>
                </a:lnTo>
                <a:lnTo>
                  <a:pt x="11291" y="1339"/>
                </a:lnTo>
                <a:lnTo>
                  <a:pt x="11364" y="1558"/>
                </a:lnTo>
                <a:lnTo>
                  <a:pt x="11364" y="1825"/>
                </a:lnTo>
                <a:lnTo>
                  <a:pt x="10999" y="1801"/>
                </a:lnTo>
                <a:lnTo>
                  <a:pt x="10999" y="1679"/>
                </a:lnTo>
                <a:lnTo>
                  <a:pt x="10975" y="1582"/>
                </a:lnTo>
                <a:lnTo>
                  <a:pt x="10926" y="1485"/>
                </a:lnTo>
                <a:lnTo>
                  <a:pt x="10877" y="1387"/>
                </a:lnTo>
                <a:lnTo>
                  <a:pt x="10707" y="1217"/>
                </a:lnTo>
                <a:lnTo>
                  <a:pt x="10537" y="1095"/>
                </a:lnTo>
                <a:lnTo>
                  <a:pt x="10293" y="1022"/>
                </a:lnTo>
                <a:lnTo>
                  <a:pt x="10050" y="974"/>
                </a:lnTo>
                <a:lnTo>
                  <a:pt x="9807" y="949"/>
                </a:lnTo>
                <a:lnTo>
                  <a:pt x="9539" y="925"/>
                </a:lnTo>
                <a:lnTo>
                  <a:pt x="9004" y="974"/>
                </a:lnTo>
                <a:lnTo>
                  <a:pt x="8493" y="998"/>
                </a:lnTo>
                <a:lnTo>
                  <a:pt x="8152" y="998"/>
                </a:lnTo>
                <a:lnTo>
                  <a:pt x="7787" y="974"/>
                </a:lnTo>
                <a:lnTo>
                  <a:pt x="7593" y="974"/>
                </a:lnTo>
                <a:lnTo>
                  <a:pt x="7422" y="998"/>
                </a:lnTo>
                <a:lnTo>
                  <a:pt x="7252" y="1047"/>
                </a:lnTo>
                <a:lnTo>
                  <a:pt x="7082" y="1095"/>
                </a:lnTo>
                <a:lnTo>
                  <a:pt x="6911" y="1217"/>
                </a:lnTo>
                <a:lnTo>
                  <a:pt x="6790" y="1363"/>
                </a:lnTo>
                <a:lnTo>
                  <a:pt x="6741" y="1460"/>
                </a:lnTo>
                <a:lnTo>
                  <a:pt x="6692" y="1558"/>
                </a:lnTo>
                <a:lnTo>
                  <a:pt x="6692" y="1631"/>
                </a:lnTo>
                <a:lnTo>
                  <a:pt x="6692" y="1728"/>
                </a:lnTo>
                <a:lnTo>
                  <a:pt x="6181" y="1728"/>
                </a:lnTo>
                <a:lnTo>
                  <a:pt x="6206" y="1436"/>
                </a:lnTo>
                <a:lnTo>
                  <a:pt x="6230" y="1290"/>
                </a:lnTo>
                <a:lnTo>
                  <a:pt x="6303" y="1168"/>
                </a:lnTo>
                <a:lnTo>
                  <a:pt x="6425" y="998"/>
                </a:lnTo>
                <a:lnTo>
                  <a:pt x="6571" y="876"/>
                </a:lnTo>
                <a:lnTo>
                  <a:pt x="6765" y="779"/>
                </a:lnTo>
                <a:lnTo>
                  <a:pt x="6936" y="706"/>
                </a:lnTo>
                <a:lnTo>
                  <a:pt x="7301" y="584"/>
                </a:lnTo>
                <a:lnTo>
                  <a:pt x="7690" y="487"/>
                </a:lnTo>
                <a:lnTo>
                  <a:pt x="8079" y="438"/>
                </a:lnTo>
                <a:lnTo>
                  <a:pt x="8493" y="414"/>
                </a:lnTo>
                <a:close/>
                <a:moveTo>
                  <a:pt x="17131" y="2336"/>
                </a:moveTo>
                <a:lnTo>
                  <a:pt x="17179" y="2604"/>
                </a:lnTo>
                <a:lnTo>
                  <a:pt x="16839" y="2945"/>
                </a:lnTo>
                <a:lnTo>
                  <a:pt x="16790" y="2482"/>
                </a:lnTo>
                <a:lnTo>
                  <a:pt x="16936" y="2336"/>
                </a:lnTo>
                <a:close/>
                <a:moveTo>
                  <a:pt x="17179" y="2969"/>
                </a:moveTo>
                <a:lnTo>
                  <a:pt x="17155" y="3431"/>
                </a:lnTo>
                <a:lnTo>
                  <a:pt x="16888" y="3577"/>
                </a:lnTo>
                <a:lnTo>
                  <a:pt x="16888" y="3455"/>
                </a:lnTo>
                <a:lnTo>
                  <a:pt x="16863" y="3310"/>
                </a:lnTo>
                <a:lnTo>
                  <a:pt x="17009" y="3188"/>
                </a:lnTo>
                <a:lnTo>
                  <a:pt x="17131" y="3042"/>
                </a:lnTo>
                <a:lnTo>
                  <a:pt x="17179" y="2969"/>
                </a:lnTo>
                <a:close/>
                <a:moveTo>
                  <a:pt x="17155" y="3626"/>
                </a:moveTo>
                <a:lnTo>
                  <a:pt x="17155" y="4064"/>
                </a:lnTo>
                <a:lnTo>
                  <a:pt x="16936" y="4234"/>
                </a:lnTo>
                <a:lnTo>
                  <a:pt x="16912" y="3869"/>
                </a:lnTo>
                <a:lnTo>
                  <a:pt x="17033" y="3747"/>
                </a:lnTo>
                <a:lnTo>
                  <a:pt x="17155" y="3626"/>
                </a:lnTo>
                <a:close/>
                <a:moveTo>
                  <a:pt x="17155" y="4258"/>
                </a:moveTo>
                <a:lnTo>
                  <a:pt x="17179" y="4599"/>
                </a:lnTo>
                <a:lnTo>
                  <a:pt x="16912" y="4769"/>
                </a:lnTo>
                <a:lnTo>
                  <a:pt x="16936" y="4526"/>
                </a:lnTo>
                <a:lnTo>
                  <a:pt x="17155" y="4258"/>
                </a:lnTo>
                <a:close/>
                <a:moveTo>
                  <a:pt x="1509" y="2093"/>
                </a:moveTo>
                <a:lnTo>
                  <a:pt x="2045" y="2117"/>
                </a:lnTo>
                <a:lnTo>
                  <a:pt x="4332" y="2190"/>
                </a:lnTo>
                <a:lnTo>
                  <a:pt x="5524" y="2239"/>
                </a:lnTo>
                <a:lnTo>
                  <a:pt x="6741" y="2239"/>
                </a:lnTo>
                <a:lnTo>
                  <a:pt x="9150" y="2215"/>
                </a:lnTo>
                <a:lnTo>
                  <a:pt x="9734" y="2215"/>
                </a:lnTo>
                <a:lnTo>
                  <a:pt x="10293" y="2239"/>
                </a:lnTo>
                <a:lnTo>
                  <a:pt x="11437" y="2312"/>
                </a:lnTo>
                <a:lnTo>
                  <a:pt x="12581" y="2385"/>
                </a:lnTo>
                <a:lnTo>
                  <a:pt x="13165" y="2409"/>
                </a:lnTo>
                <a:lnTo>
                  <a:pt x="13724" y="2409"/>
                </a:lnTo>
                <a:lnTo>
                  <a:pt x="14819" y="2361"/>
                </a:lnTo>
                <a:lnTo>
                  <a:pt x="15379" y="2361"/>
                </a:lnTo>
                <a:lnTo>
                  <a:pt x="15914" y="2336"/>
                </a:lnTo>
                <a:lnTo>
                  <a:pt x="16450" y="2361"/>
                </a:lnTo>
                <a:lnTo>
                  <a:pt x="16304" y="2458"/>
                </a:lnTo>
                <a:lnTo>
                  <a:pt x="16133" y="2555"/>
                </a:lnTo>
                <a:lnTo>
                  <a:pt x="15987" y="2653"/>
                </a:lnTo>
                <a:lnTo>
                  <a:pt x="15914" y="2726"/>
                </a:lnTo>
                <a:lnTo>
                  <a:pt x="15841" y="2799"/>
                </a:lnTo>
                <a:lnTo>
                  <a:pt x="15817" y="2872"/>
                </a:lnTo>
                <a:lnTo>
                  <a:pt x="15793" y="2969"/>
                </a:lnTo>
                <a:lnTo>
                  <a:pt x="15817" y="3018"/>
                </a:lnTo>
                <a:lnTo>
                  <a:pt x="15866" y="3042"/>
                </a:lnTo>
                <a:lnTo>
                  <a:pt x="15963" y="3042"/>
                </a:lnTo>
                <a:lnTo>
                  <a:pt x="16036" y="3018"/>
                </a:lnTo>
                <a:lnTo>
                  <a:pt x="16206" y="2920"/>
                </a:lnTo>
                <a:lnTo>
                  <a:pt x="16523" y="2677"/>
                </a:lnTo>
                <a:lnTo>
                  <a:pt x="16571" y="2653"/>
                </a:lnTo>
                <a:lnTo>
                  <a:pt x="16644" y="3091"/>
                </a:lnTo>
                <a:lnTo>
                  <a:pt x="16596" y="3139"/>
                </a:lnTo>
                <a:lnTo>
                  <a:pt x="16133" y="3407"/>
                </a:lnTo>
                <a:lnTo>
                  <a:pt x="15939" y="3577"/>
                </a:lnTo>
                <a:lnTo>
                  <a:pt x="15866" y="3674"/>
                </a:lnTo>
                <a:lnTo>
                  <a:pt x="15793" y="3772"/>
                </a:lnTo>
                <a:lnTo>
                  <a:pt x="15793" y="3820"/>
                </a:lnTo>
                <a:lnTo>
                  <a:pt x="15793" y="3869"/>
                </a:lnTo>
                <a:lnTo>
                  <a:pt x="15841" y="3893"/>
                </a:lnTo>
                <a:lnTo>
                  <a:pt x="15890" y="3893"/>
                </a:lnTo>
                <a:lnTo>
                  <a:pt x="16085" y="3820"/>
                </a:lnTo>
                <a:lnTo>
                  <a:pt x="16304" y="3723"/>
                </a:lnTo>
                <a:lnTo>
                  <a:pt x="16498" y="3601"/>
                </a:lnTo>
                <a:lnTo>
                  <a:pt x="16669" y="3455"/>
                </a:lnTo>
                <a:lnTo>
                  <a:pt x="16693" y="3699"/>
                </a:lnTo>
                <a:lnTo>
                  <a:pt x="16158" y="4039"/>
                </a:lnTo>
                <a:lnTo>
                  <a:pt x="15963" y="4185"/>
                </a:lnTo>
                <a:lnTo>
                  <a:pt x="15744" y="4356"/>
                </a:lnTo>
                <a:lnTo>
                  <a:pt x="15647" y="4453"/>
                </a:lnTo>
                <a:lnTo>
                  <a:pt x="15574" y="4575"/>
                </a:lnTo>
                <a:lnTo>
                  <a:pt x="15525" y="4672"/>
                </a:lnTo>
                <a:lnTo>
                  <a:pt x="15525" y="4794"/>
                </a:lnTo>
                <a:lnTo>
                  <a:pt x="15549" y="4818"/>
                </a:lnTo>
                <a:lnTo>
                  <a:pt x="15574" y="4842"/>
                </a:lnTo>
                <a:lnTo>
                  <a:pt x="15647" y="4867"/>
                </a:lnTo>
                <a:lnTo>
                  <a:pt x="15744" y="4818"/>
                </a:lnTo>
                <a:lnTo>
                  <a:pt x="15841" y="4769"/>
                </a:lnTo>
                <a:lnTo>
                  <a:pt x="15987" y="4599"/>
                </a:lnTo>
                <a:lnTo>
                  <a:pt x="16255" y="4356"/>
                </a:lnTo>
                <a:lnTo>
                  <a:pt x="16547" y="4137"/>
                </a:lnTo>
                <a:lnTo>
                  <a:pt x="16693" y="4039"/>
                </a:lnTo>
                <a:lnTo>
                  <a:pt x="16693" y="4404"/>
                </a:lnTo>
                <a:lnTo>
                  <a:pt x="16255" y="4672"/>
                </a:lnTo>
                <a:lnTo>
                  <a:pt x="16036" y="4818"/>
                </a:lnTo>
                <a:lnTo>
                  <a:pt x="15841" y="4964"/>
                </a:lnTo>
                <a:lnTo>
                  <a:pt x="15647" y="5134"/>
                </a:lnTo>
                <a:lnTo>
                  <a:pt x="15574" y="5232"/>
                </a:lnTo>
                <a:lnTo>
                  <a:pt x="15525" y="5329"/>
                </a:lnTo>
                <a:lnTo>
                  <a:pt x="15525" y="5378"/>
                </a:lnTo>
                <a:lnTo>
                  <a:pt x="15549" y="5402"/>
                </a:lnTo>
                <a:lnTo>
                  <a:pt x="15574" y="5426"/>
                </a:lnTo>
                <a:lnTo>
                  <a:pt x="15622" y="5426"/>
                </a:lnTo>
                <a:lnTo>
                  <a:pt x="15744" y="5378"/>
                </a:lnTo>
                <a:lnTo>
                  <a:pt x="15866" y="5329"/>
                </a:lnTo>
                <a:lnTo>
                  <a:pt x="16109" y="5159"/>
                </a:lnTo>
                <a:lnTo>
                  <a:pt x="16571" y="4818"/>
                </a:lnTo>
                <a:lnTo>
                  <a:pt x="16669" y="4745"/>
                </a:lnTo>
                <a:lnTo>
                  <a:pt x="16669" y="4745"/>
                </a:lnTo>
                <a:lnTo>
                  <a:pt x="16644" y="4964"/>
                </a:lnTo>
                <a:lnTo>
                  <a:pt x="16328" y="5207"/>
                </a:lnTo>
                <a:lnTo>
                  <a:pt x="16133" y="5378"/>
                </a:lnTo>
                <a:lnTo>
                  <a:pt x="15914" y="5572"/>
                </a:lnTo>
                <a:lnTo>
                  <a:pt x="15817" y="5694"/>
                </a:lnTo>
                <a:lnTo>
                  <a:pt x="15744" y="5791"/>
                </a:lnTo>
                <a:lnTo>
                  <a:pt x="15695" y="5913"/>
                </a:lnTo>
                <a:lnTo>
                  <a:pt x="15720" y="6035"/>
                </a:lnTo>
                <a:lnTo>
                  <a:pt x="15403" y="6083"/>
                </a:lnTo>
                <a:lnTo>
                  <a:pt x="15136" y="6108"/>
                </a:lnTo>
                <a:lnTo>
                  <a:pt x="14089" y="6108"/>
                </a:lnTo>
                <a:lnTo>
                  <a:pt x="13554" y="6059"/>
                </a:lnTo>
                <a:lnTo>
                  <a:pt x="13019" y="6059"/>
                </a:lnTo>
                <a:lnTo>
                  <a:pt x="11340" y="6108"/>
                </a:lnTo>
                <a:lnTo>
                  <a:pt x="10318" y="6108"/>
                </a:lnTo>
                <a:lnTo>
                  <a:pt x="10001" y="6156"/>
                </a:lnTo>
                <a:lnTo>
                  <a:pt x="9928" y="5962"/>
                </a:lnTo>
                <a:lnTo>
                  <a:pt x="9831" y="5791"/>
                </a:lnTo>
                <a:lnTo>
                  <a:pt x="9709" y="5670"/>
                </a:lnTo>
                <a:lnTo>
                  <a:pt x="9539" y="5548"/>
                </a:lnTo>
                <a:lnTo>
                  <a:pt x="9417" y="5499"/>
                </a:lnTo>
                <a:lnTo>
                  <a:pt x="9296" y="5475"/>
                </a:lnTo>
                <a:lnTo>
                  <a:pt x="9028" y="5426"/>
                </a:lnTo>
                <a:lnTo>
                  <a:pt x="8882" y="5451"/>
                </a:lnTo>
                <a:lnTo>
                  <a:pt x="8761" y="5451"/>
                </a:lnTo>
                <a:lnTo>
                  <a:pt x="8615" y="5499"/>
                </a:lnTo>
                <a:lnTo>
                  <a:pt x="8517" y="5548"/>
                </a:lnTo>
                <a:lnTo>
                  <a:pt x="8420" y="5572"/>
                </a:lnTo>
                <a:lnTo>
                  <a:pt x="8323" y="5597"/>
                </a:lnTo>
                <a:lnTo>
                  <a:pt x="8225" y="5645"/>
                </a:lnTo>
                <a:lnTo>
                  <a:pt x="8128" y="5718"/>
                </a:lnTo>
                <a:lnTo>
                  <a:pt x="8055" y="5816"/>
                </a:lnTo>
                <a:lnTo>
                  <a:pt x="7982" y="5913"/>
                </a:lnTo>
                <a:lnTo>
                  <a:pt x="7933" y="6059"/>
                </a:lnTo>
                <a:lnTo>
                  <a:pt x="7885" y="6205"/>
                </a:lnTo>
                <a:lnTo>
                  <a:pt x="7568" y="6229"/>
                </a:lnTo>
                <a:lnTo>
                  <a:pt x="7228" y="6229"/>
                </a:lnTo>
                <a:lnTo>
                  <a:pt x="6546" y="6205"/>
                </a:lnTo>
                <a:lnTo>
                  <a:pt x="5865" y="6181"/>
                </a:lnTo>
                <a:lnTo>
                  <a:pt x="5524" y="6156"/>
                </a:lnTo>
                <a:lnTo>
                  <a:pt x="5208" y="6181"/>
                </a:lnTo>
                <a:lnTo>
                  <a:pt x="4551" y="6205"/>
                </a:lnTo>
                <a:lnTo>
                  <a:pt x="3918" y="6205"/>
                </a:lnTo>
                <a:lnTo>
                  <a:pt x="3310" y="6181"/>
                </a:lnTo>
                <a:lnTo>
                  <a:pt x="2994" y="6156"/>
                </a:lnTo>
                <a:lnTo>
                  <a:pt x="2677" y="6108"/>
                </a:lnTo>
                <a:lnTo>
                  <a:pt x="2385" y="6035"/>
                </a:lnTo>
                <a:lnTo>
                  <a:pt x="2118" y="5962"/>
                </a:lnTo>
                <a:lnTo>
                  <a:pt x="1850" y="5840"/>
                </a:lnTo>
                <a:lnTo>
                  <a:pt x="1631" y="5718"/>
                </a:lnTo>
                <a:lnTo>
                  <a:pt x="1412" y="5548"/>
                </a:lnTo>
                <a:lnTo>
                  <a:pt x="1242" y="5329"/>
                </a:lnTo>
                <a:lnTo>
                  <a:pt x="1096" y="5110"/>
                </a:lnTo>
                <a:lnTo>
                  <a:pt x="974" y="4818"/>
                </a:lnTo>
                <a:lnTo>
                  <a:pt x="901" y="4477"/>
                </a:lnTo>
                <a:lnTo>
                  <a:pt x="877" y="4137"/>
                </a:lnTo>
                <a:lnTo>
                  <a:pt x="901" y="3796"/>
                </a:lnTo>
                <a:lnTo>
                  <a:pt x="926" y="3455"/>
                </a:lnTo>
                <a:lnTo>
                  <a:pt x="974" y="2774"/>
                </a:lnTo>
                <a:lnTo>
                  <a:pt x="974" y="2434"/>
                </a:lnTo>
                <a:lnTo>
                  <a:pt x="950" y="2093"/>
                </a:lnTo>
                <a:close/>
                <a:moveTo>
                  <a:pt x="17155" y="5767"/>
                </a:moveTo>
                <a:lnTo>
                  <a:pt x="17106" y="5864"/>
                </a:lnTo>
                <a:lnTo>
                  <a:pt x="17033" y="5986"/>
                </a:lnTo>
                <a:lnTo>
                  <a:pt x="16961" y="6083"/>
                </a:lnTo>
                <a:lnTo>
                  <a:pt x="16863" y="6181"/>
                </a:lnTo>
                <a:lnTo>
                  <a:pt x="16717" y="6302"/>
                </a:lnTo>
                <a:lnTo>
                  <a:pt x="16523" y="6400"/>
                </a:lnTo>
                <a:lnTo>
                  <a:pt x="16523" y="6400"/>
                </a:lnTo>
                <a:lnTo>
                  <a:pt x="16669" y="6229"/>
                </a:lnTo>
                <a:lnTo>
                  <a:pt x="17155" y="5767"/>
                </a:lnTo>
                <a:close/>
                <a:moveTo>
                  <a:pt x="877" y="2093"/>
                </a:moveTo>
                <a:lnTo>
                  <a:pt x="804" y="2434"/>
                </a:lnTo>
                <a:lnTo>
                  <a:pt x="755" y="2799"/>
                </a:lnTo>
                <a:lnTo>
                  <a:pt x="707" y="3164"/>
                </a:lnTo>
                <a:lnTo>
                  <a:pt x="682" y="3553"/>
                </a:lnTo>
                <a:lnTo>
                  <a:pt x="682" y="3918"/>
                </a:lnTo>
                <a:lnTo>
                  <a:pt x="707" y="4283"/>
                </a:lnTo>
                <a:lnTo>
                  <a:pt x="780" y="4648"/>
                </a:lnTo>
                <a:lnTo>
                  <a:pt x="853" y="4988"/>
                </a:lnTo>
                <a:lnTo>
                  <a:pt x="950" y="5232"/>
                </a:lnTo>
                <a:lnTo>
                  <a:pt x="1072" y="5426"/>
                </a:lnTo>
                <a:lnTo>
                  <a:pt x="1242" y="5621"/>
                </a:lnTo>
                <a:lnTo>
                  <a:pt x="1412" y="5767"/>
                </a:lnTo>
                <a:lnTo>
                  <a:pt x="1607" y="5913"/>
                </a:lnTo>
                <a:lnTo>
                  <a:pt x="1801" y="6035"/>
                </a:lnTo>
                <a:lnTo>
                  <a:pt x="2045" y="6132"/>
                </a:lnTo>
                <a:lnTo>
                  <a:pt x="2264" y="6205"/>
                </a:lnTo>
                <a:lnTo>
                  <a:pt x="2580" y="6302"/>
                </a:lnTo>
                <a:lnTo>
                  <a:pt x="2896" y="6351"/>
                </a:lnTo>
                <a:lnTo>
                  <a:pt x="3213" y="6351"/>
                </a:lnTo>
                <a:lnTo>
                  <a:pt x="3553" y="6375"/>
                </a:lnTo>
                <a:lnTo>
                  <a:pt x="4210" y="6327"/>
                </a:lnTo>
                <a:lnTo>
                  <a:pt x="4843" y="6302"/>
                </a:lnTo>
                <a:lnTo>
                  <a:pt x="5695" y="6254"/>
                </a:lnTo>
                <a:lnTo>
                  <a:pt x="6108" y="6254"/>
                </a:lnTo>
                <a:lnTo>
                  <a:pt x="6546" y="6278"/>
                </a:lnTo>
                <a:lnTo>
                  <a:pt x="7203" y="6327"/>
                </a:lnTo>
                <a:lnTo>
                  <a:pt x="7544" y="6327"/>
                </a:lnTo>
                <a:lnTo>
                  <a:pt x="7860" y="6302"/>
                </a:lnTo>
                <a:lnTo>
                  <a:pt x="7836" y="6521"/>
                </a:lnTo>
                <a:lnTo>
                  <a:pt x="7812" y="6521"/>
                </a:lnTo>
                <a:lnTo>
                  <a:pt x="6133" y="6546"/>
                </a:lnTo>
                <a:lnTo>
                  <a:pt x="4454" y="6570"/>
                </a:lnTo>
                <a:lnTo>
                  <a:pt x="2921" y="6546"/>
                </a:lnTo>
                <a:lnTo>
                  <a:pt x="2142" y="6546"/>
                </a:lnTo>
                <a:lnTo>
                  <a:pt x="1753" y="6521"/>
                </a:lnTo>
                <a:lnTo>
                  <a:pt x="1388" y="6473"/>
                </a:lnTo>
                <a:lnTo>
                  <a:pt x="1242" y="6424"/>
                </a:lnTo>
                <a:lnTo>
                  <a:pt x="1096" y="6351"/>
                </a:lnTo>
                <a:lnTo>
                  <a:pt x="974" y="6254"/>
                </a:lnTo>
                <a:lnTo>
                  <a:pt x="877" y="6132"/>
                </a:lnTo>
                <a:lnTo>
                  <a:pt x="780" y="6010"/>
                </a:lnTo>
                <a:lnTo>
                  <a:pt x="731" y="5864"/>
                </a:lnTo>
                <a:lnTo>
                  <a:pt x="609" y="5548"/>
                </a:lnTo>
                <a:lnTo>
                  <a:pt x="536" y="5207"/>
                </a:lnTo>
                <a:lnTo>
                  <a:pt x="512" y="4867"/>
                </a:lnTo>
                <a:lnTo>
                  <a:pt x="488" y="4234"/>
                </a:lnTo>
                <a:lnTo>
                  <a:pt x="463" y="3577"/>
                </a:lnTo>
                <a:lnTo>
                  <a:pt x="488" y="2896"/>
                </a:lnTo>
                <a:lnTo>
                  <a:pt x="488" y="2531"/>
                </a:lnTo>
                <a:lnTo>
                  <a:pt x="463" y="2312"/>
                </a:lnTo>
                <a:lnTo>
                  <a:pt x="439" y="2142"/>
                </a:lnTo>
                <a:lnTo>
                  <a:pt x="877" y="2093"/>
                </a:lnTo>
                <a:close/>
                <a:moveTo>
                  <a:pt x="17179" y="4842"/>
                </a:moveTo>
                <a:lnTo>
                  <a:pt x="17204" y="4964"/>
                </a:lnTo>
                <a:lnTo>
                  <a:pt x="17204" y="5183"/>
                </a:lnTo>
                <a:lnTo>
                  <a:pt x="17204" y="5378"/>
                </a:lnTo>
                <a:lnTo>
                  <a:pt x="16888" y="5597"/>
                </a:lnTo>
                <a:lnTo>
                  <a:pt x="16571" y="5864"/>
                </a:lnTo>
                <a:lnTo>
                  <a:pt x="16401" y="5986"/>
                </a:lnTo>
                <a:lnTo>
                  <a:pt x="16206" y="6132"/>
                </a:lnTo>
                <a:lnTo>
                  <a:pt x="16133" y="6229"/>
                </a:lnTo>
                <a:lnTo>
                  <a:pt x="16060" y="6327"/>
                </a:lnTo>
                <a:lnTo>
                  <a:pt x="16012" y="6424"/>
                </a:lnTo>
                <a:lnTo>
                  <a:pt x="15987" y="6521"/>
                </a:lnTo>
                <a:lnTo>
                  <a:pt x="15744" y="6546"/>
                </a:lnTo>
                <a:lnTo>
                  <a:pt x="15209" y="6570"/>
                </a:lnTo>
                <a:lnTo>
                  <a:pt x="14673" y="6546"/>
                </a:lnTo>
                <a:lnTo>
                  <a:pt x="14138" y="6521"/>
                </a:lnTo>
                <a:lnTo>
                  <a:pt x="13603" y="6521"/>
                </a:lnTo>
                <a:lnTo>
                  <a:pt x="11778" y="6546"/>
                </a:lnTo>
                <a:lnTo>
                  <a:pt x="10488" y="6546"/>
                </a:lnTo>
                <a:lnTo>
                  <a:pt x="10269" y="6570"/>
                </a:lnTo>
                <a:lnTo>
                  <a:pt x="10074" y="6619"/>
                </a:lnTo>
                <a:lnTo>
                  <a:pt x="10050" y="6327"/>
                </a:lnTo>
                <a:lnTo>
                  <a:pt x="10415" y="6351"/>
                </a:lnTo>
                <a:lnTo>
                  <a:pt x="10780" y="6327"/>
                </a:lnTo>
                <a:lnTo>
                  <a:pt x="11510" y="6302"/>
                </a:lnTo>
                <a:lnTo>
                  <a:pt x="12459" y="6254"/>
                </a:lnTo>
                <a:lnTo>
                  <a:pt x="13384" y="6254"/>
                </a:lnTo>
                <a:lnTo>
                  <a:pt x="13968" y="6278"/>
                </a:lnTo>
                <a:lnTo>
                  <a:pt x="14552" y="6302"/>
                </a:lnTo>
                <a:lnTo>
                  <a:pt x="15428" y="6302"/>
                </a:lnTo>
                <a:lnTo>
                  <a:pt x="15720" y="6254"/>
                </a:lnTo>
                <a:lnTo>
                  <a:pt x="15963" y="6205"/>
                </a:lnTo>
                <a:lnTo>
                  <a:pt x="16158" y="6132"/>
                </a:lnTo>
                <a:lnTo>
                  <a:pt x="16328" y="6010"/>
                </a:lnTo>
                <a:lnTo>
                  <a:pt x="16450" y="5889"/>
                </a:lnTo>
                <a:lnTo>
                  <a:pt x="16571" y="5743"/>
                </a:lnTo>
                <a:lnTo>
                  <a:pt x="16669" y="5572"/>
                </a:lnTo>
                <a:lnTo>
                  <a:pt x="16766" y="5402"/>
                </a:lnTo>
                <a:lnTo>
                  <a:pt x="16815" y="5207"/>
                </a:lnTo>
                <a:lnTo>
                  <a:pt x="17179" y="4842"/>
                </a:lnTo>
                <a:close/>
                <a:moveTo>
                  <a:pt x="9174" y="5937"/>
                </a:moveTo>
                <a:lnTo>
                  <a:pt x="9296" y="5986"/>
                </a:lnTo>
                <a:lnTo>
                  <a:pt x="9417" y="6059"/>
                </a:lnTo>
                <a:lnTo>
                  <a:pt x="9515" y="6181"/>
                </a:lnTo>
                <a:lnTo>
                  <a:pt x="9588" y="6351"/>
                </a:lnTo>
                <a:lnTo>
                  <a:pt x="9612" y="6521"/>
                </a:lnTo>
                <a:lnTo>
                  <a:pt x="9612" y="6692"/>
                </a:lnTo>
                <a:lnTo>
                  <a:pt x="9612" y="6911"/>
                </a:lnTo>
                <a:lnTo>
                  <a:pt x="9588" y="7105"/>
                </a:lnTo>
                <a:lnTo>
                  <a:pt x="9515" y="7300"/>
                </a:lnTo>
                <a:lnTo>
                  <a:pt x="9442" y="7470"/>
                </a:lnTo>
                <a:lnTo>
                  <a:pt x="9320" y="7592"/>
                </a:lnTo>
                <a:lnTo>
                  <a:pt x="9247" y="7665"/>
                </a:lnTo>
                <a:lnTo>
                  <a:pt x="9174" y="7689"/>
                </a:lnTo>
                <a:lnTo>
                  <a:pt x="9077" y="7714"/>
                </a:lnTo>
                <a:lnTo>
                  <a:pt x="8834" y="7714"/>
                </a:lnTo>
                <a:lnTo>
                  <a:pt x="8736" y="7689"/>
                </a:lnTo>
                <a:lnTo>
                  <a:pt x="8615" y="7641"/>
                </a:lnTo>
                <a:lnTo>
                  <a:pt x="8517" y="7568"/>
                </a:lnTo>
                <a:lnTo>
                  <a:pt x="8444" y="7495"/>
                </a:lnTo>
                <a:lnTo>
                  <a:pt x="8371" y="7422"/>
                </a:lnTo>
                <a:lnTo>
                  <a:pt x="8323" y="7349"/>
                </a:lnTo>
                <a:lnTo>
                  <a:pt x="8298" y="7251"/>
                </a:lnTo>
                <a:lnTo>
                  <a:pt x="8274" y="7057"/>
                </a:lnTo>
                <a:lnTo>
                  <a:pt x="8250" y="6862"/>
                </a:lnTo>
                <a:lnTo>
                  <a:pt x="8274" y="6692"/>
                </a:lnTo>
                <a:lnTo>
                  <a:pt x="8323" y="6302"/>
                </a:lnTo>
                <a:lnTo>
                  <a:pt x="8371" y="6108"/>
                </a:lnTo>
                <a:lnTo>
                  <a:pt x="8396" y="6035"/>
                </a:lnTo>
                <a:lnTo>
                  <a:pt x="8444" y="5962"/>
                </a:lnTo>
                <a:lnTo>
                  <a:pt x="8542" y="5986"/>
                </a:lnTo>
                <a:lnTo>
                  <a:pt x="8858" y="5937"/>
                </a:lnTo>
                <a:close/>
                <a:moveTo>
                  <a:pt x="8493" y="0"/>
                </a:moveTo>
                <a:lnTo>
                  <a:pt x="7958" y="49"/>
                </a:lnTo>
                <a:lnTo>
                  <a:pt x="7422" y="122"/>
                </a:lnTo>
                <a:lnTo>
                  <a:pt x="7179" y="195"/>
                </a:lnTo>
                <a:lnTo>
                  <a:pt x="6936" y="268"/>
                </a:lnTo>
                <a:lnTo>
                  <a:pt x="6692" y="365"/>
                </a:lnTo>
                <a:lnTo>
                  <a:pt x="6449" y="487"/>
                </a:lnTo>
                <a:lnTo>
                  <a:pt x="6303" y="584"/>
                </a:lnTo>
                <a:lnTo>
                  <a:pt x="6157" y="706"/>
                </a:lnTo>
                <a:lnTo>
                  <a:pt x="6035" y="852"/>
                </a:lnTo>
                <a:lnTo>
                  <a:pt x="5938" y="1022"/>
                </a:lnTo>
                <a:lnTo>
                  <a:pt x="5841" y="1193"/>
                </a:lnTo>
                <a:lnTo>
                  <a:pt x="5792" y="1387"/>
                </a:lnTo>
                <a:lnTo>
                  <a:pt x="5792" y="1558"/>
                </a:lnTo>
                <a:lnTo>
                  <a:pt x="5841" y="1728"/>
                </a:lnTo>
                <a:lnTo>
                  <a:pt x="4332" y="1704"/>
                </a:lnTo>
                <a:lnTo>
                  <a:pt x="3188" y="1655"/>
                </a:lnTo>
                <a:lnTo>
                  <a:pt x="2045" y="1606"/>
                </a:lnTo>
                <a:lnTo>
                  <a:pt x="853" y="1606"/>
                </a:lnTo>
                <a:lnTo>
                  <a:pt x="609" y="1631"/>
                </a:lnTo>
                <a:lnTo>
                  <a:pt x="366" y="1679"/>
                </a:lnTo>
                <a:lnTo>
                  <a:pt x="147" y="1752"/>
                </a:lnTo>
                <a:lnTo>
                  <a:pt x="74" y="1801"/>
                </a:lnTo>
                <a:lnTo>
                  <a:pt x="50" y="1825"/>
                </a:lnTo>
                <a:lnTo>
                  <a:pt x="1" y="1923"/>
                </a:lnTo>
                <a:lnTo>
                  <a:pt x="1" y="2020"/>
                </a:lnTo>
                <a:lnTo>
                  <a:pt x="50" y="2117"/>
                </a:lnTo>
                <a:lnTo>
                  <a:pt x="25" y="2336"/>
                </a:lnTo>
                <a:lnTo>
                  <a:pt x="25" y="2580"/>
                </a:lnTo>
                <a:lnTo>
                  <a:pt x="25" y="3042"/>
                </a:lnTo>
                <a:lnTo>
                  <a:pt x="1" y="3869"/>
                </a:lnTo>
                <a:lnTo>
                  <a:pt x="1" y="4258"/>
                </a:lnTo>
                <a:lnTo>
                  <a:pt x="25" y="4672"/>
                </a:lnTo>
                <a:lnTo>
                  <a:pt x="50" y="4988"/>
                </a:lnTo>
                <a:lnTo>
                  <a:pt x="98" y="5329"/>
                </a:lnTo>
                <a:lnTo>
                  <a:pt x="171" y="5645"/>
                </a:lnTo>
                <a:lnTo>
                  <a:pt x="269" y="5962"/>
                </a:lnTo>
                <a:lnTo>
                  <a:pt x="220" y="6010"/>
                </a:lnTo>
                <a:lnTo>
                  <a:pt x="220" y="6083"/>
                </a:lnTo>
                <a:lnTo>
                  <a:pt x="171" y="7251"/>
                </a:lnTo>
                <a:lnTo>
                  <a:pt x="147" y="8419"/>
                </a:lnTo>
                <a:lnTo>
                  <a:pt x="147" y="10731"/>
                </a:lnTo>
                <a:lnTo>
                  <a:pt x="147" y="11169"/>
                </a:lnTo>
                <a:lnTo>
                  <a:pt x="123" y="11582"/>
                </a:lnTo>
                <a:lnTo>
                  <a:pt x="50" y="12410"/>
                </a:lnTo>
                <a:lnTo>
                  <a:pt x="25" y="12775"/>
                </a:lnTo>
                <a:lnTo>
                  <a:pt x="25" y="13140"/>
                </a:lnTo>
                <a:lnTo>
                  <a:pt x="50" y="13310"/>
                </a:lnTo>
                <a:lnTo>
                  <a:pt x="98" y="13505"/>
                </a:lnTo>
                <a:lnTo>
                  <a:pt x="147" y="13675"/>
                </a:lnTo>
                <a:lnTo>
                  <a:pt x="220" y="13845"/>
                </a:lnTo>
                <a:lnTo>
                  <a:pt x="317" y="13991"/>
                </a:lnTo>
                <a:lnTo>
                  <a:pt x="415" y="14113"/>
                </a:lnTo>
                <a:lnTo>
                  <a:pt x="561" y="14210"/>
                </a:lnTo>
                <a:lnTo>
                  <a:pt x="707" y="14283"/>
                </a:lnTo>
                <a:lnTo>
                  <a:pt x="877" y="14356"/>
                </a:lnTo>
                <a:lnTo>
                  <a:pt x="1047" y="14405"/>
                </a:lnTo>
                <a:lnTo>
                  <a:pt x="1412" y="14454"/>
                </a:lnTo>
                <a:lnTo>
                  <a:pt x="1801" y="14478"/>
                </a:lnTo>
                <a:lnTo>
                  <a:pt x="2191" y="14454"/>
                </a:lnTo>
                <a:lnTo>
                  <a:pt x="2848" y="14405"/>
                </a:lnTo>
                <a:lnTo>
                  <a:pt x="3894" y="14332"/>
                </a:lnTo>
                <a:lnTo>
                  <a:pt x="4940" y="14308"/>
                </a:lnTo>
                <a:lnTo>
                  <a:pt x="7009" y="14235"/>
                </a:lnTo>
                <a:lnTo>
                  <a:pt x="9369" y="14210"/>
                </a:lnTo>
                <a:lnTo>
                  <a:pt x="11729" y="14235"/>
                </a:lnTo>
                <a:lnTo>
                  <a:pt x="12824" y="14283"/>
                </a:lnTo>
                <a:lnTo>
                  <a:pt x="13919" y="14332"/>
                </a:lnTo>
                <a:lnTo>
                  <a:pt x="15014" y="14356"/>
                </a:lnTo>
                <a:lnTo>
                  <a:pt x="16279" y="14356"/>
                </a:lnTo>
                <a:lnTo>
                  <a:pt x="16450" y="14332"/>
                </a:lnTo>
                <a:lnTo>
                  <a:pt x="16620" y="14283"/>
                </a:lnTo>
                <a:lnTo>
                  <a:pt x="16766" y="14235"/>
                </a:lnTo>
                <a:lnTo>
                  <a:pt x="16888" y="14162"/>
                </a:lnTo>
                <a:lnTo>
                  <a:pt x="17009" y="14089"/>
                </a:lnTo>
                <a:lnTo>
                  <a:pt x="17131" y="14016"/>
                </a:lnTo>
                <a:lnTo>
                  <a:pt x="17228" y="13918"/>
                </a:lnTo>
                <a:lnTo>
                  <a:pt x="17398" y="13675"/>
                </a:lnTo>
                <a:lnTo>
                  <a:pt x="17544" y="13407"/>
                </a:lnTo>
                <a:lnTo>
                  <a:pt x="17642" y="13091"/>
                </a:lnTo>
                <a:lnTo>
                  <a:pt x="17690" y="12750"/>
                </a:lnTo>
                <a:lnTo>
                  <a:pt x="17739" y="12337"/>
                </a:lnTo>
                <a:lnTo>
                  <a:pt x="17763" y="11631"/>
                </a:lnTo>
                <a:lnTo>
                  <a:pt x="17812" y="9733"/>
                </a:lnTo>
                <a:lnTo>
                  <a:pt x="17812" y="8760"/>
                </a:lnTo>
                <a:lnTo>
                  <a:pt x="17812" y="7860"/>
                </a:lnTo>
                <a:lnTo>
                  <a:pt x="17763" y="7154"/>
                </a:lnTo>
                <a:lnTo>
                  <a:pt x="17739" y="6911"/>
                </a:lnTo>
                <a:lnTo>
                  <a:pt x="17715" y="6765"/>
                </a:lnTo>
                <a:lnTo>
                  <a:pt x="17690" y="6692"/>
                </a:lnTo>
                <a:lnTo>
                  <a:pt x="17642" y="6643"/>
                </a:lnTo>
                <a:lnTo>
                  <a:pt x="17569" y="6619"/>
                </a:lnTo>
                <a:lnTo>
                  <a:pt x="17520" y="6619"/>
                </a:lnTo>
                <a:lnTo>
                  <a:pt x="17447" y="6643"/>
                </a:lnTo>
                <a:lnTo>
                  <a:pt x="17398" y="6667"/>
                </a:lnTo>
                <a:lnTo>
                  <a:pt x="17350" y="6692"/>
                </a:lnTo>
                <a:lnTo>
                  <a:pt x="17325" y="6740"/>
                </a:lnTo>
                <a:lnTo>
                  <a:pt x="17228" y="6765"/>
                </a:lnTo>
                <a:lnTo>
                  <a:pt x="17155" y="6813"/>
                </a:lnTo>
                <a:lnTo>
                  <a:pt x="16985" y="6959"/>
                </a:lnTo>
                <a:lnTo>
                  <a:pt x="16839" y="7130"/>
                </a:lnTo>
                <a:lnTo>
                  <a:pt x="16717" y="7276"/>
                </a:lnTo>
                <a:lnTo>
                  <a:pt x="16547" y="7495"/>
                </a:lnTo>
                <a:lnTo>
                  <a:pt x="16401" y="7762"/>
                </a:lnTo>
                <a:lnTo>
                  <a:pt x="16328" y="7908"/>
                </a:lnTo>
                <a:lnTo>
                  <a:pt x="16255" y="8054"/>
                </a:lnTo>
                <a:lnTo>
                  <a:pt x="16231" y="8176"/>
                </a:lnTo>
                <a:lnTo>
                  <a:pt x="16206" y="8322"/>
                </a:lnTo>
                <a:lnTo>
                  <a:pt x="16231" y="8371"/>
                </a:lnTo>
                <a:lnTo>
                  <a:pt x="16255" y="8395"/>
                </a:lnTo>
                <a:lnTo>
                  <a:pt x="16304" y="8395"/>
                </a:lnTo>
                <a:lnTo>
                  <a:pt x="16401" y="8346"/>
                </a:lnTo>
                <a:lnTo>
                  <a:pt x="16498" y="8273"/>
                </a:lnTo>
                <a:lnTo>
                  <a:pt x="16644" y="8103"/>
                </a:lnTo>
                <a:lnTo>
                  <a:pt x="16766" y="7884"/>
                </a:lnTo>
                <a:lnTo>
                  <a:pt x="16888" y="7689"/>
                </a:lnTo>
                <a:lnTo>
                  <a:pt x="17106" y="7373"/>
                </a:lnTo>
                <a:lnTo>
                  <a:pt x="17350" y="7057"/>
                </a:lnTo>
                <a:lnTo>
                  <a:pt x="17398" y="7762"/>
                </a:lnTo>
                <a:lnTo>
                  <a:pt x="17301" y="7787"/>
                </a:lnTo>
                <a:lnTo>
                  <a:pt x="17179" y="7811"/>
                </a:lnTo>
                <a:lnTo>
                  <a:pt x="17082" y="7884"/>
                </a:lnTo>
                <a:lnTo>
                  <a:pt x="16985" y="7957"/>
                </a:lnTo>
                <a:lnTo>
                  <a:pt x="16790" y="8152"/>
                </a:lnTo>
                <a:lnTo>
                  <a:pt x="16669" y="8322"/>
                </a:lnTo>
                <a:lnTo>
                  <a:pt x="16450" y="8590"/>
                </a:lnTo>
                <a:lnTo>
                  <a:pt x="16231" y="8882"/>
                </a:lnTo>
                <a:lnTo>
                  <a:pt x="16109" y="9101"/>
                </a:lnTo>
                <a:lnTo>
                  <a:pt x="16060" y="9198"/>
                </a:lnTo>
                <a:lnTo>
                  <a:pt x="16036" y="9271"/>
                </a:lnTo>
                <a:lnTo>
                  <a:pt x="16060" y="9320"/>
                </a:lnTo>
                <a:lnTo>
                  <a:pt x="16060" y="9393"/>
                </a:lnTo>
                <a:lnTo>
                  <a:pt x="16109" y="9417"/>
                </a:lnTo>
                <a:lnTo>
                  <a:pt x="16182" y="9417"/>
                </a:lnTo>
                <a:lnTo>
                  <a:pt x="16255" y="9368"/>
                </a:lnTo>
                <a:lnTo>
                  <a:pt x="16352" y="9271"/>
                </a:lnTo>
                <a:lnTo>
                  <a:pt x="16523" y="9028"/>
                </a:lnTo>
                <a:lnTo>
                  <a:pt x="16620" y="8882"/>
                </a:lnTo>
                <a:lnTo>
                  <a:pt x="16815" y="8638"/>
                </a:lnTo>
                <a:lnTo>
                  <a:pt x="16985" y="8419"/>
                </a:lnTo>
                <a:lnTo>
                  <a:pt x="17204" y="8200"/>
                </a:lnTo>
                <a:lnTo>
                  <a:pt x="17398" y="8006"/>
                </a:lnTo>
                <a:lnTo>
                  <a:pt x="17423" y="8468"/>
                </a:lnTo>
                <a:lnTo>
                  <a:pt x="17252" y="8565"/>
                </a:lnTo>
                <a:lnTo>
                  <a:pt x="17106" y="8687"/>
                </a:lnTo>
                <a:lnTo>
                  <a:pt x="16839" y="8955"/>
                </a:lnTo>
                <a:lnTo>
                  <a:pt x="16669" y="9149"/>
                </a:lnTo>
                <a:lnTo>
                  <a:pt x="16498" y="9368"/>
                </a:lnTo>
                <a:lnTo>
                  <a:pt x="16352" y="9587"/>
                </a:lnTo>
                <a:lnTo>
                  <a:pt x="16304" y="9709"/>
                </a:lnTo>
                <a:lnTo>
                  <a:pt x="16255" y="9831"/>
                </a:lnTo>
                <a:lnTo>
                  <a:pt x="16255" y="9879"/>
                </a:lnTo>
                <a:lnTo>
                  <a:pt x="16279" y="9904"/>
                </a:lnTo>
                <a:lnTo>
                  <a:pt x="16304" y="9928"/>
                </a:lnTo>
                <a:lnTo>
                  <a:pt x="16352" y="9928"/>
                </a:lnTo>
                <a:lnTo>
                  <a:pt x="16450" y="9879"/>
                </a:lnTo>
                <a:lnTo>
                  <a:pt x="16547" y="9806"/>
                </a:lnTo>
                <a:lnTo>
                  <a:pt x="16693" y="9660"/>
                </a:lnTo>
                <a:lnTo>
                  <a:pt x="16839" y="9514"/>
                </a:lnTo>
                <a:lnTo>
                  <a:pt x="16961" y="9320"/>
                </a:lnTo>
                <a:lnTo>
                  <a:pt x="17423" y="8784"/>
                </a:lnTo>
                <a:lnTo>
                  <a:pt x="17423" y="9076"/>
                </a:lnTo>
                <a:lnTo>
                  <a:pt x="17423" y="9101"/>
                </a:lnTo>
                <a:lnTo>
                  <a:pt x="17082" y="9441"/>
                </a:lnTo>
                <a:lnTo>
                  <a:pt x="16742" y="9806"/>
                </a:lnTo>
                <a:lnTo>
                  <a:pt x="16425" y="10123"/>
                </a:lnTo>
                <a:lnTo>
                  <a:pt x="16304" y="10293"/>
                </a:lnTo>
                <a:lnTo>
                  <a:pt x="16255" y="10366"/>
                </a:lnTo>
                <a:lnTo>
                  <a:pt x="16206" y="10463"/>
                </a:lnTo>
                <a:lnTo>
                  <a:pt x="16206" y="10512"/>
                </a:lnTo>
                <a:lnTo>
                  <a:pt x="16231" y="10536"/>
                </a:lnTo>
                <a:lnTo>
                  <a:pt x="16255" y="10561"/>
                </a:lnTo>
                <a:lnTo>
                  <a:pt x="16304" y="10561"/>
                </a:lnTo>
                <a:lnTo>
                  <a:pt x="16401" y="10512"/>
                </a:lnTo>
                <a:lnTo>
                  <a:pt x="16474" y="10463"/>
                </a:lnTo>
                <a:lnTo>
                  <a:pt x="16620" y="10293"/>
                </a:lnTo>
                <a:lnTo>
                  <a:pt x="16888" y="9977"/>
                </a:lnTo>
                <a:lnTo>
                  <a:pt x="17155" y="9612"/>
                </a:lnTo>
                <a:lnTo>
                  <a:pt x="17423" y="9222"/>
                </a:lnTo>
                <a:lnTo>
                  <a:pt x="17423" y="9928"/>
                </a:lnTo>
                <a:lnTo>
                  <a:pt x="17398" y="9928"/>
                </a:lnTo>
                <a:lnTo>
                  <a:pt x="16961" y="10293"/>
                </a:lnTo>
                <a:lnTo>
                  <a:pt x="16766" y="10488"/>
                </a:lnTo>
                <a:lnTo>
                  <a:pt x="16547" y="10682"/>
                </a:lnTo>
                <a:lnTo>
                  <a:pt x="16377" y="10853"/>
                </a:lnTo>
                <a:lnTo>
                  <a:pt x="16231" y="11047"/>
                </a:lnTo>
                <a:lnTo>
                  <a:pt x="16158" y="11145"/>
                </a:lnTo>
                <a:lnTo>
                  <a:pt x="16109" y="11266"/>
                </a:lnTo>
                <a:lnTo>
                  <a:pt x="16085" y="11388"/>
                </a:lnTo>
                <a:lnTo>
                  <a:pt x="16085" y="11485"/>
                </a:lnTo>
                <a:lnTo>
                  <a:pt x="16133" y="11534"/>
                </a:lnTo>
                <a:lnTo>
                  <a:pt x="16206" y="11558"/>
                </a:lnTo>
                <a:lnTo>
                  <a:pt x="16304" y="11509"/>
                </a:lnTo>
                <a:lnTo>
                  <a:pt x="16377" y="11461"/>
                </a:lnTo>
                <a:lnTo>
                  <a:pt x="16547" y="11291"/>
                </a:lnTo>
                <a:lnTo>
                  <a:pt x="16669" y="11096"/>
                </a:lnTo>
                <a:lnTo>
                  <a:pt x="16790" y="10926"/>
                </a:lnTo>
                <a:lnTo>
                  <a:pt x="17423" y="10196"/>
                </a:lnTo>
                <a:lnTo>
                  <a:pt x="17423" y="10755"/>
                </a:lnTo>
                <a:lnTo>
                  <a:pt x="17033" y="11096"/>
                </a:lnTo>
                <a:lnTo>
                  <a:pt x="16669" y="11436"/>
                </a:lnTo>
                <a:lnTo>
                  <a:pt x="16498" y="11607"/>
                </a:lnTo>
                <a:lnTo>
                  <a:pt x="16352" y="11777"/>
                </a:lnTo>
                <a:lnTo>
                  <a:pt x="16231" y="11972"/>
                </a:lnTo>
                <a:lnTo>
                  <a:pt x="16182" y="12093"/>
                </a:lnTo>
                <a:lnTo>
                  <a:pt x="16158" y="12191"/>
                </a:lnTo>
                <a:lnTo>
                  <a:pt x="16158" y="12239"/>
                </a:lnTo>
                <a:lnTo>
                  <a:pt x="16182" y="12288"/>
                </a:lnTo>
                <a:lnTo>
                  <a:pt x="16279" y="12288"/>
                </a:lnTo>
                <a:lnTo>
                  <a:pt x="16352" y="12239"/>
                </a:lnTo>
                <a:lnTo>
                  <a:pt x="16450" y="12166"/>
                </a:lnTo>
                <a:lnTo>
                  <a:pt x="16596" y="11996"/>
                </a:lnTo>
                <a:lnTo>
                  <a:pt x="16888" y="11655"/>
                </a:lnTo>
                <a:lnTo>
                  <a:pt x="17423" y="10999"/>
                </a:lnTo>
                <a:lnTo>
                  <a:pt x="17398" y="11485"/>
                </a:lnTo>
                <a:lnTo>
                  <a:pt x="17301" y="11582"/>
                </a:lnTo>
                <a:lnTo>
                  <a:pt x="17204" y="11680"/>
                </a:lnTo>
                <a:lnTo>
                  <a:pt x="17009" y="11899"/>
                </a:lnTo>
                <a:lnTo>
                  <a:pt x="16863" y="12045"/>
                </a:lnTo>
                <a:lnTo>
                  <a:pt x="16693" y="12191"/>
                </a:lnTo>
                <a:lnTo>
                  <a:pt x="16328" y="12410"/>
                </a:lnTo>
                <a:lnTo>
                  <a:pt x="16158" y="12556"/>
                </a:lnTo>
                <a:lnTo>
                  <a:pt x="15914" y="12750"/>
                </a:lnTo>
                <a:lnTo>
                  <a:pt x="15817" y="12848"/>
                </a:lnTo>
                <a:lnTo>
                  <a:pt x="15768" y="12969"/>
                </a:lnTo>
                <a:lnTo>
                  <a:pt x="15744" y="13018"/>
                </a:lnTo>
                <a:lnTo>
                  <a:pt x="15744" y="13067"/>
                </a:lnTo>
                <a:lnTo>
                  <a:pt x="15768" y="13115"/>
                </a:lnTo>
                <a:lnTo>
                  <a:pt x="15817" y="13164"/>
                </a:lnTo>
                <a:lnTo>
                  <a:pt x="15866" y="13213"/>
                </a:lnTo>
                <a:lnTo>
                  <a:pt x="15939" y="13188"/>
                </a:lnTo>
                <a:lnTo>
                  <a:pt x="16012" y="13164"/>
                </a:lnTo>
                <a:lnTo>
                  <a:pt x="16085" y="13140"/>
                </a:lnTo>
                <a:lnTo>
                  <a:pt x="16377" y="12872"/>
                </a:lnTo>
                <a:lnTo>
                  <a:pt x="16693" y="12653"/>
                </a:lnTo>
                <a:lnTo>
                  <a:pt x="17058" y="12361"/>
                </a:lnTo>
                <a:lnTo>
                  <a:pt x="17228" y="12191"/>
                </a:lnTo>
                <a:lnTo>
                  <a:pt x="17398" y="12020"/>
                </a:lnTo>
                <a:lnTo>
                  <a:pt x="17374" y="12312"/>
                </a:lnTo>
                <a:lnTo>
                  <a:pt x="17228" y="12385"/>
                </a:lnTo>
                <a:lnTo>
                  <a:pt x="17082" y="12507"/>
                </a:lnTo>
                <a:lnTo>
                  <a:pt x="16815" y="12726"/>
                </a:lnTo>
                <a:lnTo>
                  <a:pt x="16620" y="12921"/>
                </a:lnTo>
                <a:lnTo>
                  <a:pt x="16401" y="13115"/>
                </a:lnTo>
                <a:lnTo>
                  <a:pt x="16182" y="13359"/>
                </a:lnTo>
                <a:lnTo>
                  <a:pt x="16109" y="13456"/>
                </a:lnTo>
                <a:lnTo>
                  <a:pt x="16036" y="13578"/>
                </a:lnTo>
                <a:lnTo>
                  <a:pt x="16036" y="13626"/>
                </a:lnTo>
                <a:lnTo>
                  <a:pt x="16036" y="13675"/>
                </a:lnTo>
                <a:lnTo>
                  <a:pt x="16085" y="13699"/>
                </a:lnTo>
                <a:lnTo>
                  <a:pt x="16133" y="13699"/>
                </a:lnTo>
                <a:lnTo>
                  <a:pt x="16255" y="13651"/>
                </a:lnTo>
                <a:lnTo>
                  <a:pt x="16352" y="13602"/>
                </a:lnTo>
                <a:lnTo>
                  <a:pt x="16547" y="13432"/>
                </a:lnTo>
                <a:lnTo>
                  <a:pt x="16888" y="13067"/>
                </a:lnTo>
                <a:lnTo>
                  <a:pt x="17301" y="12677"/>
                </a:lnTo>
                <a:lnTo>
                  <a:pt x="17350" y="12629"/>
                </a:lnTo>
                <a:lnTo>
                  <a:pt x="17350" y="12629"/>
                </a:lnTo>
                <a:lnTo>
                  <a:pt x="17301" y="12969"/>
                </a:lnTo>
                <a:lnTo>
                  <a:pt x="17204" y="13286"/>
                </a:lnTo>
                <a:lnTo>
                  <a:pt x="17131" y="13456"/>
                </a:lnTo>
                <a:lnTo>
                  <a:pt x="17033" y="13578"/>
                </a:lnTo>
                <a:lnTo>
                  <a:pt x="16936" y="13699"/>
                </a:lnTo>
                <a:lnTo>
                  <a:pt x="16815" y="13797"/>
                </a:lnTo>
                <a:lnTo>
                  <a:pt x="16669" y="13894"/>
                </a:lnTo>
                <a:lnTo>
                  <a:pt x="16474" y="13967"/>
                </a:lnTo>
                <a:lnTo>
                  <a:pt x="16279" y="13991"/>
                </a:lnTo>
                <a:lnTo>
                  <a:pt x="15671" y="13991"/>
                </a:lnTo>
                <a:lnTo>
                  <a:pt x="15282" y="13943"/>
                </a:lnTo>
                <a:lnTo>
                  <a:pt x="14162" y="13894"/>
                </a:lnTo>
                <a:lnTo>
                  <a:pt x="13043" y="13821"/>
                </a:lnTo>
                <a:lnTo>
                  <a:pt x="11924" y="13797"/>
                </a:lnTo>
                <a:lnTo>
                  <a:pt x="10780" y="13772"/>
                </a:lnTo>
                <a:lnTo>
                  <a:pt x="8517" y="13772"/>
                </a:lnTo>
                <a:lnTo>
                  <a:pt x="6279" y="13797"/>
                </a:lnTo>
                <a:lnTo>
                  <a:pt x="4016" y="13870"/>
                </a:lnTo>
                <a:lnTo>
                  <a:pt x="3651" y="13894"/>
                </a:lnTo>
                <a:lnTo>
                  <a:pt x="3237" y="13943"/>
                </a:lnTo>
                <a:lnTo>
                  <a:pt x="2410" y="14016"/>
                </a:lnTo>
                <a:lnTo>
                  <a:pt x="1996" y="14040"/>
                </a:lnTo>
                <a:lnTo>
                  <a:pt x="1582" y="14016"/>
                </a:lnTo>
                <a:lnTo>
                  <a:pt x="1193" y="13943"/>
                </a:lnTo>
                <a:lnTo>
                  <a:pt x="1023" y="13894"/>
                </a:lnTo>
                <a:lnTo>
                  <a:pt x="828" y="13821"/>
                </a:lnTo>
                <a:lnTo>
                  <a:pt x="755" y="13772"/>
                </a:lnTo>
                <a:lnTo>
                  <a:pt x="682" y="13699"/>
                </a:lnTo>
                <a:lnTo>
                  <a:pt x="609" y="13626"/>
                </a:lnTo>
                <a:lnTo>
                  <a:pt x="561" y="13529"/>
                </a:lnTo>
                <a:lnTo>
                  <a:pt x="512" y="13334"/>
                </a:lnTo>
                <a:lnTo>
                  <a:pt x="488" y="13115"/>
                </a:lnTo>
                <a:lnTo>
                  <a:pt x="463" y="12896"/>
                </a:lnTo>
                <a:lnTo>
                  <a:pt x="488" y="12677"/>
                </a:lnTo>
                <a:lnTo>
                  <a:pt x="536" y="12288"/>
                </a:lnTo>
                <a:lnTo>
                  <a:pt x="585" y="11412"/>
                </a:lnTo>
                <a:lnTo>
                  <a:pt x="609" y="10561"/>
                </a:lnTo>
                <a:lnTo>
                  <a:pt x="609" y="9563"/>
                </a:lnTo>
                <a:lnTo>
                  <a:pt x="634" y="8565"/>
                </a:lnTo>
                <a:lnTo>
                  <a:pt x="634" y="7543"/>
                </a:lnTo>
                <a:lnTo>
                  <a:pt x="609" y="6546"/>
                </a:lnTo>
                <a:lnTo>
                  <a:pt x="731" y="6667"/>
                </a:lnTo>
                <a:lnTo>
                  <a:pt x="853" y="6765"/>
                </a:lnTo>
                <a:lnTo>
                  <a:pt x="999" y="6862"/>
                </a:lnTo>
                <a:lnTo>
                  <a:pt x="1144" y="6911"/>
                </a:lnTo>
                <a:lnTo>
                  <a:pt x="1315" y="6959"/>
                </a:lnTo>
                <a:lnTo>
                  <a:pt x="1485" y="6984"/>
                </a:lnTo>
                <a:lnTo>
                  <a:pt x="1290" y="7154"/>
                </a:lnTo>
                <a:lnTo>
                  <a:pt x="1193" y="7227"/>
                </a:lnTo>
                <a:lnTo>
                  <a:pt x="1096" y="7324"/>
                </a:lnTo>
                <a:lnTo>
                  <a:pt x="1047" y="7373"/>
                </a:lnTo>
                <a:lnTo>
                  <a:pt x="1023" y="7446"/>
                </a:lnTo>
                <a:lnTo>
                  <a:pt x="1047" y="7495"/>
                </a:lnTo>
                <a:lnTo>
                  <a:pt x="1096" y="7543"/>
                </a:lnTo>
                <a:lnTo>
                  <a:pt x="1169" y="7592"/>
                </a:lnTo>
                <a:lnTo>
                  <a:pt x="1217" y="7592"/>
                </a:lnTo>
                <a:lnTo>
                  <a:pt x="1242" y="7568"/>
                </a:lnTo>
                <a:lnTo>
                  <a:pt x="1363" y="7470"/>
                </a:lnTo>
                <a:lnTo>
                  <a:pt x="1509" y="7349"/>
                </a:lnTo>
                <a:lnTo>
                  <a:pt x="1704" y="7154"/>
                </a:lnTo>
                <a:lnTo>
                  <a:pt x="1826" y="7008"/>
                </a:lnTo>
                <a:lnTo>
                  <a:pt x="2020" y="7032"/>
                </a:lnTo>
                <a:lnTo>
                  <a:pt x="2264" y="7032"/>
                </a:lnTo>
                <a:lnTo>
                  <a:pt x="2093" y="7154"/>
                </a:lnTo>
                <a:lnTo>
                  <a:pt x="1850" y="7349"/>
                </a:lnTo>
                <a:lnTo>
                  <a:pt x="1753" y="7446"/>
                </a:lnTo>
                <a:lnTo>
                  <a:pt x="1680" y="7543"/>
                </a:lnTo>
                <a:lnTo>
                  <a:pt x="1655" y="7641"/>
                </a:lnTo>
                <a:lnTo>
                  <a:pt x="1680" y="7714"/>
                </a:lnTo>
                <a:lnTo>
                  <a:pt x="1753" y="7738"/>
                </a:lnTo>
                <a:lnTo>
                  <a:pt x="1850" y="7714"/>
                </a:lnTo>
                <a:lnTo>
                  <a:pt x="1947" y="7665"/>
                </a:lnTo>
                <a:lnTo>
                  <a:pt x="2045" y="7568"/>
                </a:lnTo>
                <a:lnTo>
                  <a:pt x="2239" y="7373"/>
                </a:lnTo>
                <a:lnTo>
                  <a:pt x="2410" y="7203"/>
                </a:lnTo>
                <a:lnTo>
                  <a:pt x="2580" y="7032"/>
                </a:lnTo>
                <a:lnTo>
                  <a:pt x="2775" y="7032"/>
                </a:lnTo>
                <a:lnTo>
                  <a:pt x="2726" y="7081"/>
                </a:lnTo>
                <a:lnTo>
                  <a:pt x="2483" y="7276"/>
                </a:lnTo>
                <a:lnTo>
                  <a:pt x="2361" y="7397"/>
                </a:lnTo>
                <a:lnTo>
                  <a:pt x="2288" y="7519"/>
                </a:lnTo>
                <a:lnTo>
                  <a:pt x="2264" y="7568"/>
                </a:lnTo>
                <a:lnTo>
                  <a:pt x="2264" y="7641"/>
                </a:lnTo>
                <a:lnTo>
                  <a:pt x="2288" y="7689"/>
                </a:lnTo>
                <a:lnTo>
                  <a:pt x="2312" y="7738"/>
                </a:lnTo>
                <a:lnTo>
                  <a:pt x="2361" y="7762"/>
                </a:lnTo>
                <a:lnTo>
                  <a:pt x="2410" y="7787"/>
                </a:lnTo>
                <a:lnTo>
                  <a:pt x="2458" y="7787"/>
                </a:lnTo>
                <a:lnTo>
                  <a:pt x="2531" y="7762"/>
                </a:lnTo>
                <a:lnTo>
                  <a:pt x="2653" y="7665"/>
                </a:lnTo>
                <a:lnTo>
                  <a:pt x="2848" y="7470"/>
                </a:lnTo>
                <a:lnTo>
                  <a:pt x="3042" y="7251"/>
                </a:lnTo>
                <a:lnTo>
                  <a:pt x="3140" y="7154"/>
                </a:lnTo>
                <a:lnTo>
                  <a:pt x="3188" y="7057"/>
                </a:lnTo>
                <a:lnTo>
                  <a:pt x="3505" y="7057"/>
                </a:lnTo>
                <a:lnTo>
                  <a:pt x="3261" y="7203"/>
                </a:lnTo>
                <a:lnTo>
                  <a:pt x="3067" y="7349"/>
                </a:lnTo>
                <a:lnTo>
                  <a:pt x="2969" y="7446"/>
                </a:lnTo>
                <a:lnTo>
                  <a:pt x="2921" y="7543"/>
                </a:lnTo>
                <a:lnTo>
                  <a:pt x="2896" y="7616"/>
                </a:lnTo>
                <a:lnTo>
                  <a:pt x="2896" y="7665"/>
                </a:lnTo>
                <a:lnTo>
                  <a:pt x="2921" y="7714"/>
                </a:lnTo>
                <a:lnTo>
                  <a:pt x="2945" y="7738"/>
                </a:lnTo>
                <a:lnTo>
                  <a:pt x="2994" y="7762"/>
                </a:lnTo>
                <a:lnTo>
                  <a:pt x="3042" y="7787"/>
                </a:lnTo>
                <a:lnTo>
                  <a:pt x="3091" y="7762"/>
                </a:lnTo>
                <a:lnTo>
                  <a:pt x="3164" y="7738"/>
                </a:lnTo>
                <a:lnTo>
                  <a:pt x="3310" y="7568"/>
                </a:lnTo>
                <a:lnTo>
                  <a:pt x="3456" y="7397"/>
                </a:lnTo>
                <a:lnTo>
                  <a:pt x="3748" y="7057"/>
                </a:lnTo>
                <a:lnTo>
                  <a:pt x="4186" y="7057"/>
                </a:lnTo>
                <a:lnTo>
                  <a:pt x="4040" y="7154"/>
                </a:lnTo>
                <a:lnTo>
                  <a:pt x="3870" y="7324"/>
                </a:lnTo>
                <a:lnTo>
                  <a:pt x="3724" y="7495"/>
                </a:lnTo>
                <a:lnTo>
                  <a:pt x="3699" y="7568"/>
                </a:lnTo>
                <a:lnTo>
                  <a:pt x="3699" y="7616"/>
                </a:lnTo>
                <a:lnTo>
                  <a:pt x="3724" y="7665"/>
                </a:lnTo>
                <a:lnTo>
                  <a:pt x="3772" y="7714"/>
                </a:lnTo>
                <a:lnTo>
                  <a:pt x="3845" y="7738"/>
                </a:lnTo>
                <a:lnTo>
                  <a:pt x="3894" y="7738"/>
                </a:lnTo>
                <a:lnTo>
                  <a:pt x="3967" y="7714"/>
                </a:lnTo>
                <a:lnTo>
                  <a:pt x="4016" y="7665"/>
                </a:lnTo>
                <a:lnTo>
                  <a:pt x="4137" y="7495"/>
                </a:lnTo>
                <a:lnTo>
                  <a:pt x="4259" y="7324"/>
                </a:lnTo>
                <a:lnTo>
                  <a:pt x="4332" y="7203"/>
                </a:lnTo>
                <a:lnTo>
                  <a:pt x="4381" y="7057"/>
                </a:lnTo>
                <a:lnTo>
                  <a:pt x="4624" y="7057"/>
                </a:lnTo>
                <a:lnTo>
                  <a:pt x="4502" y="7154"/>
                </a:lnTo>
                <a:lnTo>
                  <a:pt x="4405" y="7300"/>
                </a:lnTo>
                <a:lnTo>
                  <a:pt x="4332" y="7422"/>
                </a:lnTo>
                <a:lnTo>
                  <a:pt x="4259" y="7543"/>
                </a:lnTo>
                <a:lnTo>
                  <a:pt x="4259" y="7616"/>
                </a:lnTo>
                <a:lnTo>
                  <a:pt x="4283" y="7665"/>
                </a:lnTo>
                <a:lnTo>
                  <a:pt x="4308" y="7714"/>
                </a:lnTo>
                <a:lnTo>
                  <a:pt x="4356" y="7762"/>
                </a:lnTo>
                <a:lnTo>
                  <a:pt x="4405" y="7787"/>
                </a:lnTo>
                <a:lnTo>
                  <a:pt x="4454" y="7787"/>
                </a:lnTo>
                <a:lnTo>
                  <a:pt x="4527" y="7762"/>
                </a:lnTo>
                <a:lnTo>
                  <a:pt x="4575" y="7738"/>
                </a:lnTo>
                <a:lnTo>
                  <a:pt x="4600" y="7689"/>
                </a:lnTo>
                <a:lnTo>
                  <a:pt x="4746" y="7495"/>
                </a:lnTo>
                <a:lnTo>
                  <a:pt x="4867" y="7300"/>
                </a:lnTo>
                <a:lnTo>
                  <a:pt x="4965" y="7178"/>
                </a:lnTo>
                <a:lnTo>
                  <a:pt x="5038" y="7032"/>
                </a:lnTo>
                <a:lnTo>
                  <a:pt x="5354" y="7032"/>
                </a:lnTo>
                <a:lnTo>
                  <a:pt x="5208" y="7178"/>
                </a:lnTo>
                <a:lnTo>
                  <a:pt x="5062" y="7373"/>
                </a:lnTo>
                <a:lnTo>
                  <a:pt x="4989" y="7470"/>
                </a:lnTo>
                <a:lnTo>
                  <a:pt x="4940" y="7592"/>
                </a:lnTo>
                <a:lnTo>
                  <a:pt x="4940" y="7641"/>
                </a:lnTo>
                <a:lnTo>
                  <a:pt x="4940" y="7665"/>
                </a:lnTo>
                <a:lnTo>
                  <a:pt x="4989" y="7762"/>
                </a:lnTo>
                <a:lnTo>
                  <a:pt x="5086" y="7787"/>
                </a:lnTo>
                <a:lnTo>
                  <a:pt x="5135" y="7787"/>
                </a:lnTo>
                <a:lnTo>
                  <a:pt x="5159" y="7762"/>
                </a:lnTo>
                <a:lnTo>
                  <a:pt x="5257" y="7689"/>
                </a:lnTo>
                <a:lnTo>
                  <a:pt x="5330" y="7616"/>
                </a:lnTo>
                <a:lnTo>
                  <a:pt x="5451" y="7422"/>
                </a:lnTo>
                <a:lnTo>
                  <a:pt x="5670" y="7032"/>
                </a:lnTo>
                <a:lnTo>
                  <a:pt x="6011" y="7032"/>
                </a:lnTo>
                <a:lnTo>
                  <a:pt x="5889" y="7130"/>
                </a:lnTo>
                <a:lnTo>
                  <a:pt x="5719" y="7300"/>
                </a:lnTo>
                <a:lnTo>
                  <a:pt x="5573" y="7495"/>
                </a:lnTo>
                <a:lnTo>
                  <a:pt x="5549" y="7568"/>
                </a:lnTo>
                <a:lnTo>
                  <a:pt x="5573" y="7616"/>
                </a:lnTo>
                <a:lnTo>
                  <a:pt x="5597" y="7665"/>
                </a:lnTo>
                <a:lnTo>
                  <a:pt x="5646" y="7714"/>
                </a:lnTo>
                <a:lnTo>
                  <a:pt x="5695" y="7738"/>
                </a:lnTo>
                <a:lnTo>
                  <a:pt x="5743" y="7738"/>
                </a:lnTo>
                <a:lnTo>
                  <a:pt x="5816" y="7714"/>
                </a:lnTo>
                <a:lnTo>
                  <a:pt x="5865" y="7665"/>
                </a:lnTo>
                <a:lnTo>
                  <a:pt x="6060" y="7349"/>
                </a:lnTo>
                <a:lnTo>
                  <a:pt x="6157" y="7178"/>
                </a:lnTo>
                <a:lnTo>
                  <a:pt x="6230" y="7032"/>
                </a:lnTo>
                <a:lnTo>
                  <a:pt x="6936" y="7008"/>
                </a:lnTo>
                <a:lnTo>
                  <a:pt x="6936" y="7008"/>
                </a:lnTo>
                <a:lnTo>
                  <a:pt x="6765" y="7154"/>
                </a:lnTo>
                <a:lnTo>
                  <a:pt x="6619" y="7276"/>
                </a:lnTo>
                <a:lnTo>
                  <a:pt x="6449" y="7422"/>
                </a:lnTo>
                <a:lnTo>
                  <a:pt x="6303" y="7592"/>
                </a:lnTo>
                <a:lnTo>
                  <a:pt x="6279" y="7641"/>
                </a:lnTo>
                <a:lnTo>
                  <a:pt x="6254" y="7714"/>
                </a:lnTo>
                <a:lnTo>
                  <a:pt x="6279" y="7762"/>
                </a:lnTo>
                <a:lnTo>
                  <a:pt x="6303" y="7811"/>
                </a:lnTo>
                <a:lnTo>
                  <a:pt x="6352" y="7835"/>
                </a:lnTo>
                <a:lnTo>
                  <a:pt x="6400" y="7860"/>
                </a:lnTo>
                <a:lnTo>
                  <a:pt x="6473" y="7835"/>
                </a:lnTo>
                <a:lnTo>
                  <a:pt x="6522" y="7811"/>
                </a:lnTo>
                <a:lnTo>
                  <a:pt x="6790" y="7470"/>
                </a:lnTo>
                <a:lnTo>
                  <a:pt x="6911" y="7251"/>
                </a:lnTo>
                <a:lnTo>
                  <a:pt x="7009" y="7032"/>
                </a:lnTo>
                <a:lnTo>
                  <a:pt x="7009" y="7008"/>
                </a:lnTo>
                <a:lnTo>
                  <a:pt x="7398" y="7008"/>
                </a:lnTo>
                <a:lnTo>
                  <a:pt x="7252" y="7130"/>
                </a:lnTo>
                <a:lnTo>
                  <a:pt x="7106" y="7276"/>
                </a:lnTo>
                <a:lnTo>
                  <a:pt x="6984" y="7446"/>
                </a:lnTo>
                <a:lnTo>
                  <a:pt x="6887" y="7616"/>
                </a:lnTo>
                <a:lnTo>
                  <a:pt x="6863" y="7689"/>
                </a:lnTo>
                <a:lnTo>
                  <a:pt x="6887" y="7738"/>
                </a:lnTo>
                <a:lnTo>
                  <a:pt x="6911" y="7787"/>
                </a:lnTo>
                <a:lnTo>
                  <a:pt x="6960" y="7835"/>
                </a:lnTo>
                <a:lnTo>
                  <a:pt x="7009" y="7860"/>
                </a:lnTo>
                <a:lnTo>
                  <a:pt x="7057" y="7860"/>
                </a:lnTo>
                <a:lnTo>
                  <a:pt x="7130" y="7835"/>
                </a:lnTo>
                <a:lnTo>
                  <a:pt x="7179" y="7787"/>
                </a:lnTo>
                <a:lnTo>
                  <a:pt x="7398" y="7397"/>
                </a:lnTo>
                <a:lnTo>
                  <a:pt x="7617" y="7008"/>
                </a:lnTo>
                <a:lnTo>
                  <a:pt x="7812" y="7008"/>
                </a:lnTo>
                <a:lnTo>
                  <a:pt x="7812" y="7081"/>
                </a:lnTo>
                <a:lnTo>
                  <a:pt x="7690" y="7251"/>
                </a:lnTo>
                <a:lnTo>
                  <a:pt x="7568" y="7446"/>
                </a:lnTo>
                <a:lnTo>
                  <a:pt x="7520" y="7568"/>
                </a:lnTo>
                <a:lnTo>
                  <a:pt x="7471" y="7665"/>
                </a:lnTo>
                <a:lnTo>
                  <a:pt x="7471" y="7762"/>
                </a:lnTo>
                <a:lnTo>
                  <a:pt x="7495" y="7811"/>
                </a:lnTo>
                <a:lnTo>
                  <a:pt x="7544" y="7860"/>
                </a:lnTo>
                <a:lnTo>
                  <a:pt x="7593" y="7884"/>
                </a:lnTo>
                <a:lnTo>
                  <a:pt x="7666" y="7908"/>
                </a:lnTo>
                <a:lnTo>
                  <a:pt x="7739" y="7884"/>
                </a:lnTo>
                <a:lnTo>
                  <a:pt x="7787" y="7835"/>
                </a:lnTo>
                <a:lnTo>
                  <a:pt x="7836" y="7762"/>
                </a:lnTo>
                <a:lnTo>
                  <a:pt x="7933" y="7519"/>
                </a:lnTo>
                <a:lnTo>
                  <a:pt x="8031" y="7665"/>
                </a:lnTo>
                <a:lnTo>
                  <a:pt x="8152" y="7835"/>
                </a:lnTo>
                <a:lnTo>
                  <a:pt x="8274" y="7957"/>
                </a:lnTo>
                <a:lnTo>
                  <a:pt x="8444" y="8054"/>
                </a:lnTo>
                <a:lnTo>
                  <a:pt x="8615" y="8127"/>
                </a:lnTo>
                <a:lnTo>
                  <a:pt x="8785" y="8176"/>
                </a:lnTo>
                <a:lnTo>
                  <a:pt x="9004" y="8200"/>
                </a:lnTo>
                <a:lnTo>
                  <a:pt x="9198" y="8152"/>
                </a:lnTo>
                <a:lnTo>
                  <a:pt x="9393" y="8079"/>
                </a:lnTo>
                <a:lnTo>
                  <a:pt x="9563" y="7981"/>
                </a:lnTo>
                <a:lnTo>
                  <a:pt x="9709" y="7860"/>
                </a:lnTo>
                <a:lnTo>
                  <a:pt x="9807" y="7714"/>
                </a:lnTo>
                <a:lnTo>
                  <a:pt x="9904" y="7543"/>
                </a:lnTo>
                <a:lnTo>
                  <a:pt x="9977" y="7373"/>
                </a:lnTo>
                <a:lnTo>
                  <a:pt x="10026" y="7178"/>
                </a:lnTo>
                <a:lnTo>
                  <a:pt x="10050" y="6984"/>
                </a:lnTo>
                <a:lnTo>
                  <a:pt x="10415" y="7032"/>
                </a:lnTo>
                <a:lnTo>
                  <a:pt x="10293" y="7130"/>
                </a:lnTo>
                <a:lnTo>
                  <a:pt x="10172" y="7227"/>
                </a:lnTo>
                <a:lnTo>
                  <a:pt x="10026" y="7397"/>
                </a:lnTo>
                <a:lnTo>
                  <a:pt x="9928" y="7616"/>
                </a:lnTo>
                <a:lnTo>
                  <a:pt x="9904" y="7665"/>
                </a:lnTo>
                <a:lnTo>
                  <a:pt x="9928" y="7738"/>
                </a:lnTo>
                <a:lnTo>
                  <a:pt x="9977" y="7762"/>
                </a:lnTo>
                <a:lnTo>
                  <a:pt x="10026" y="7811"/>
                </a:lnTo>
                <a:lnTo>
                  <a:pt x="10099" y="7811"/>
                </a:lnTo>
                <a:lnTo>
                  <a:pt x="10147" y="7787"/>
                </a:lnTo>
                <a:lnTo>
                  <a:pt x="10220" y="7762"/>
                </a:lnTo>
                <a:lnTo>
                  <a:pt x="10245" y="7689"/>
                </a:lnTo>
                <a:lnTo>
                  <a:pt x="10342" y="7519"/>
                </a:lnTo>
                <a:lnTo>
                  <a:pt x="10439" y="7349"/>
                </a:lnTo>
                <a:lnTo>
                  <a:pt x="10488" y="7203"/>
                </a:lnTo>
                <a:lnTo>
                  <a:pt x="10512" y="7057"/>
                </a:lnTo>
                <a:lnTo>
                  <a:pt x="11048" y="7057"/>
                </a:lnTo>
                <a:lnTo>
                  <a:pt x="10926" y="7178"/>
                </a:lnTo>
                <a:lnTo>
                  <a:pt x="10829" y="7300"/>
                </a:lnTo>
                <a:lnTo>
                  <a:pt x="10756" y="7446"/>
                </a:lnTo>
                <a:lnTo>
                  <a:pt x="10683" y="7592"/>
                </a:lnTo>
                <a:lnTo>
                  <a:pt x="10683" y="7641"/>
                </a:lnTo>
                <a:lnTo>
                  <a:pt x="10683" y="7665"/>
                </a:lnTo>
                <a:lnTo>
                  <a:pt x="10707" y="7714"/>
                </a:lnTo>
                <a:lnTo>
                  <a:pt x="10756" y="7714"/>
                </a:lnTo>
                <a:lnTo>
                  <a:pt x="10829" y="7738"/>
                </a:lnTo>
                <a:lnTo>
                  <a:pt x="10877" y="7714"/>
                </a:lnTo>
                <a:lnTo>
                  <a:pt x="10902" y="7689"/>
                </a:lnTo>
                <a:lnTo>
                  <a:pt x="10999" y="7543"/>
                </a:lnTo>
                <a:lnTo>
                  <a:pt x="11096" y="7373"/>
                </a:lnTo>
                <a:lnTo>
                  <a:pt x="11267" y="7057"/>
                </a:lnTo>
                <a:lnTo>
                  <a:pt x="11534" y="7032"/>
                </a:lnTo>
                <a:lnTo>
                  <a:pt x="11340" y="7300"/>
                </a:lnTo>
                <a:lnTo>
                  <a:pt x="11242" y="7446"/>
                </a:lnTo>
                <a:lnTo>
                  <a:pt x="11169" y="7592"/>
                </a:lnTo>
                <a:lnTo>
                  <a:pt x="11169" y="7665"/>
                </a:lnTo>
                <a:lnTo>
                  <a:pt x="11194" y="7714"/>
                </a:lnTo>
                <a:lnTo>
                  <a:pt x="11218" y="7762"/>
                </a:lnTo>
                <a:lnTo>
                  <a:pt x="11267" y="7787"/>
                </a:lnTo>
                <a:lnTo>
                  <a:pt x="11388" y="7787"/>
                </a:lnTo>
                <a:lnTo>
                  <a:pt x="11437" y="7762"/>
                </a:lnTo>
                <a:lnTo>
                  <a:pt x="11461" y="7714"/>
                </a:lnTo>
                <a:lnTo>
                  <a:pt x="11632" y="7373"/>
                </a:lnTo>
                <a:lnTo>
                  <a:pt x="11778" y="7032"/>
                </a:lnTo>
                <a:lnTo>
                  <a:pt x="12191" y="7032"/>
                </a:lnTo>
                <a:lnTo>
                  <a:pt x="12021" y="7227"/>
                </a:lnTo>
                <a:lnTo>
                  <a:pt x="11948" y="7349"/>
                </a:lnTo>
                <a:lnTo>
                  <a:pt x="11875" y="7470"/>
                </a:lnTo>
                <a:lnTo>
                  <a:pt x="11851" y="7592"/>
                </a:lnTo>
                <a:lnTo>
                  <a:pt x="11851" y="7641"/>
                </a:lnTo>
                <a:lnTo>
                  <a:pt x="11875" y="7714"/>
                </a:lnTo>
                <a:lnTo>
                  <a:pt x="11924" y="7738"/>
                </a:lnTo>
                <a:lnTo>
                  <a:pt x="11972" y="7762"/>
                </a:lnTo>
                <a:lnTo>
                  <a:pt x="12021" y="7738"/>
                </a:lnTo>
                <a:lnTo>
                  <a:pt x="12070" y="7689"/>
                </a:lnTo>
                <a:lnTo>
                  <a:pt x="12143" y="7592"/>
                </a:lnTo>
                <a:lnTo>
                  <a:pt x="12240" y="7349"/>
                </a:lnTo>
                <a:lnTo>
                  <a:pt x="12386" y="7032"/>
                </a:lnTo>
                <a:lnTo>
                  <a:pt x="12775" y="7008"/>
                </a:lnTo>
                <a:lnTo>
                  <a:pt x="12654" y="7130"/>
                </a:lnTo>
                <a:lnTo>
                  <a:pt x="12556" y="7276"/>
                </a:lnTo>
                <a:lnTo>
                  <a:pt x="12459" y="7397"/>
                </a:lnTo>
                <a:lnTo>
                  <a:pt x="12386" y="7568"/>
                </a:lnTo>
                <a:lnTo>
                  <a:pt x="12386" y="7616"/>
                </a:lnTo>
                <a:lnTo>
                  <a:pt x="12410" y="7665"/>
                </a:lnTo>
                <a:lnTo>
                  <a:pt x="12435" y="7689"/>
                </a:lnTo>
                <a:lnTo>
                  <a:pt x="12483" y="7714"/>
                </a:lnTo>
                <a:lnTo>
                  <a:pt x="12581" y="7714"/>
                </a:lnTo>
                <a:lnTo>
                  <a:pt x="12605" y="7689"/>
                </a:lnTo>
                <a:lnTo>
                  <a:pt x="12654" y="7641"/>
                </a:lnTo>
                <a:lnTo>
                  <a:pt x="12702" y="7470"/>
                </a:lnTo>
                <a:lnTo>
                  <a:pt x="12775" y="7300"/>
                </a:lnTo>
                <a:lnTo>
                  <a:pt x="12970" y="7008"/>
                </a:lnTo>
                <a:lnTo>
                  <a:pt x="13384" y="7008"/>
                </a:lnTo>
                <a:lnTo>
                  <a:pt x="13165" y="7276"/>
                </a:lnTo>
                <a:lnTo>
                  <a:pt x="12994" y="7568"/>
                </a:lnTo>
                <a:lnTo>
                  <a:pt x="12970" y="7641"/>
                </a:lnTo>
                <a:lnTo>
                  <a:pt x="12994" y="7714"/>
                </a:lnTo>
                <a:lnTo>
                  <a:pt x="13043" y="7762"/>
                </a:lnTo>
                <a:lnTo>
                  <a:pt x="13116" y="7787"/>
                </a:lnTo>
                <a:lnTo>
                  <a:pt x="13189" y="7762"/>
                </a:lnTo>
                <a:lnTo>
                  <a:pt x="13238" y="7714"/>
                </a:lnTo>
                <a:lnTo>
                  <a:pt x="13408" y="7373"/>
                </a:lnTo>
                <a:lnTo>
                  <a:pt x="13578" y="7008"/>
                </a:lnTo>
                <a:lnTo>
                  <a:pt x="13919" y="7008"/>
                </a:lnTo>
                <a:lnTo>
                  <a:pt x="13676" y="7300"/>
                </a:lnTo>
                <a:lnTo>
                  <a:pt x="13457" y="7592"/>
                </a:lnTo>
                <a:lnTo>
                  <a:pt x="13432" y="7665"/>
                </a:lnTo>
                <a:lnTo>
                  <a:pt x="13432" y="7714"/>
                </a:lnTo>
                <a:lnTo>
                  <a:pt x="13457" y="7738"/>
                </a:lnTo>
                <a:lnTo>
                  <a:pt x="13505" y="7787"/>
                </a:lnTo>
                <a:lnTo>
                  <a:pt x="13554" y="7811"/>
                </a:lnTo>
                <a:lnTo>
                  <a:pt x="13603" y="7811"/>
                </a:lnTo>
                <a:lnTo>
                  <a:pt x="13651" y="7787"/>
                </a:lnTo>
                <a:lnTo>
                  <a:pt x="13700" y="7738"/>
                </a:lnTo>
                <a:lnTo>
                  <a:pt x="13943" y="7397"/>
                </a:lnTo>
                <a:lnTo>
                  <a:pt x="14041" y="7203"/>
                </a:lnTo>
                <a:lnTo>
                  <a:pt x="14089" y="7008"/>
                </a:lnTo>
                <a:lnTo>
                  <a:pt x="14357" y="7032"/>
                </a:lnTo>
                <a:lnTo>
                  <a:pt x="14211" y="7178"/>
                </a:lnTo>
                <a:lnTo>
                  <a:pt x="14065" y="7349"/>
                </a:lnTo>
                <a:lnTo>
                  <a:pt x="13943" y="7519"/>
                </a:lnTo>
                <a:lnTo>
                  <a:pt x="13846" y="7714"/>
                </a:lnTo>
                <a:lnTo>
                  <a:pt x="13846" y="7787"/>
                </a:lnTo>
                <a:lnTo>
                  <a:pt x="13846" y="7860"/>
                </a:lnTo>
                <a:lnTo>
                  <a:pt x="13895" y="7884"/>
                </a:lnTo>
                <a:lnTo>
                  <a:pt x="13943" y="7908"/>
                </a:lnTo>
                <a:lnTo>
                  <a:pt x="14016" y="7933"/>
                </a:lnTo>
                <a:lnTo>
                  <a:pt x="14065" y="7908"/>
                </a:lnTo>
                <a:lnTo>
                  <a:pt x="14138" y="7860"/>
                </a:lnTo>
                <a:lnTo>
                  <a:pt x="14162" y="7811"/>
                </a:lnTo>
                <a:lnTo>
                  <a:pt x="14260" y="7616"/>
                </a:lnTo>
                <a:lnTo>
                  <a:pt x="14357" y="7446"/>
                </a:lnTo>
                <a:lnTo>
                  <a:pt x="14576" y="7105"/>
                </a:lnTo>
                <a:lnTo>
                  <a:pt x="14576" y="7081"/>
                </a:lnTo>
                <a:lnTo>
                  <a:pt x="14576" y="7032"/>
                </a:lnTo>
                <a:lnTo>
                  <a:pt x="15014" y="7057"/>
                </a:lnTo>
                <a:lnTo>
                  <a:pt x="14795" y="7203"/>
                </a:lnTo>
                <a:lnTo>
                  <a:pt x="14625" y="7397"/>
                </a:lnTo>
                <a:lnTo>
                  <a:pt x="14552" y="7495"/>
                </a:lnTo>
                <a:lnTo>
                  <a:pt x="14479" y="7616"/>
                </a:lnTo>
                <a:lnTo>
                  <a:pt x="14454" y="7738"/>
                </a:lnTo>
                <a:lnTo>
                  <a:pt x="14430" y="7860"/>
                </a:lnTo>
                <a:lnTo>
                  <a:pt x="14430" y="7908"/>
                </a:lnTo>
                <a:lnTo>
                  <a:pt x="14454" y="7957"/>
                </a:lnTo>
                <a:lnTo>
                  <a:pt x="14503" y="7981"/>
                </a:lnTo>
                <a:lnTo>
                  <a:pt x="14552" y="8006"/>
                </a:lnTo>
                <a:lnTo>
                  <a:pt x="14649" y="8006"/>
                </a:lnTo>
                <a:lnTo>
                  <a:pt x="14673" y="7981"/>
                </a:lnTo>
                <a:lnTo>
                  <a:pt x="14722" y="7933"/>
                </a:lnTo>
                <a:lnTo>
                  <a:pt x="14819" y="7689"/>
                </a:lnTo>
                <a:lnTo>
                  <a:pt x="14941" y="7470"/>
                </a:lnTo>
                <a:lnTo>
                  <a:pt x="15160" y="7057"/>
                </a:lnTo>
                <a:lnTo>
                  <a:pt x="15720" y="7032"/>
                </a:lnTo>
                <a:lnTo>
                  <a:pt x="15622" y="7130"/>
                </a:lnTo>
                <a:lnTo>
                  <a:pt x="15476" y="7251"/>
                </a:lnTo>
                <a:lnTo>
                  <a:pt x="15379" y="7397"/>
                </a:lnTo>
                <a:lnTo>
                  <a:pt x="15282" y="7543"/>
                </a:lnTo>
                <a:lnTo>
                  <a:pt x="15209" y="7714"/>
                </a:lnTo>
                <a:lnTo>
                  <a:pt x="15184" y="7787"/>
                </a:lnTo>
                <a:lnTo>
                  <a:pt x="15209" y="7860"/>
                </a:lnTo>
                <a:lnTo>
                  <a:pt x="15257" y="7908"/>
                </a:lnTo>
                <a:lnTo>
                  <a:pt x="15330" y="7933"/>
                </a:lnTo>
                <a:lnTo>
                  <a:pt x="15403" y="7957"/>
                </a:lnTo>
                <a:lnTo>
                  <a:pt x="15452" y="7957"/>
                </a:lnTo>
                <a:lnTo>
                  <a:pt x="15525" y="7933"/>
                </a:lnTo>
                <a:lnTo>
                  <a:pt x="15574" y="7860"/>
                </a:lnTo>
                <a:lnTo>
                  <a:pt x="15647" y="7714"/>
                </a:lnTo>
                <a:lnTo>
                  <a:pt x="15744" y="7568"/>
                </a:lnTo>
                <a:lnTo>
                  <a:pt x="15963" y="7300"/>
                </a:lnTo>
                <a:lnTo>
                  <a:pt x="16060" y="7154"/>
                </a:lnTo>
                <a:lnTo>
                  <a:pt x="16133" y="7081"/>
                </a:lnTo>
                <a:lnTo>
                  <a:pt x="16158" y="6984"/>
                </a:lnTo>
                <a:lnTo>
                  <a:pt x="16450" y="6935"/>
                </a:lnTo>
                <a:lnTo>
                  <a:pt x="16693" y="6838"/>
                </a:lnTo>
                <a:lnTo>
                  <a:pt x="16474" y="7008"/>
                </a:lnTo>
                <a:lnTo>
                  <a:pt x="16279" y="7178"/>
                </a:lnTo>
                <a:lnTo>
                  <a:pt x="16158" y="7300"/>
                </a:lnTo>
                <a:lnTo>
                  <a:pt x="16036" y="7446"/>
                </a:lnTo>
                <a:lnTo>
                  <a:pt x="15939" y="7592"/>
                </a:lnTo>
                <a:lnTo>
                  <a:pt x="15866" y="7762"/>
                </a:lnTo>
                <a:lnTo>
                  <a:pt x="15866" y="7835"/>
                </a:lnTo>
                <a:lnTo>
                  <a:pt x="15890" y="7884"/>
                </a:lnTo>
                <a:lnTo>
                  <a:pt x="15914" y="7933"/>
                </a:lnTo>
                <a:lnTo>
                  <a:pt x="15963" y="7957"/>
                </a:lnTo>
                <a:lnTo>
                  <a:pt x="16085" y="7957"/>
                </a:lnTo>
                <a:lnTo>
                  <a:pt x="16133" y="7933"/>
                </a:lnTo>
                <a:lnTo>
                  <a:pt x="16182" y="7884"/>
                </a:lnTo>
                <a:lnTo>
                  <a:pt x="16352" y="7616"/>
                </a:lnTo>
                <a:lnTo>
                  <a:pt x="16547" y="7373"/>
                </a:lnTo>
                <a:lnTo>
                  <a:pt x="16766" y="7105"/>
                </a:lnTo>
                <a:lnTo>
                  <a:pt x="16863" y="6984"/>
                </a:lnTo>
                <a:lnTo>
                  <a:pt x="16936" y="6838"/>
                </a:lnTo>
                <a:lnTo>
                  <a:pt x="16961" y="6813"/>
                </a:lnTo>
                <a:lnTo>
                  <a:pt x="16936" y="6789"/>
                </a:lnTo>
                <a:lnTo>
                  <a:pt x="16912" y="6740"/>
                </a:lnTo>
                <a:lnTo>
                  <a:pt x="17082" y="6643"/>
                </a:lnTo>
                <a:lnTo>
                  <a:pt x="17252" y="6497"/>
                </a:lnTo>
                <a:lnTo>
                  <a:pt x="17374" y="6327"/>
                </a:lnTo>
                <a:lnTo>
                  <a:pt x="17496" y="6156"/>
                </a:lnTo>
                <a:lnTo>
                  <a:pt x="17593" y="5962"/>
                </a:lnTo>
                <a:lnTo>
                  <a:pt x="17642" y="5743"/>
                </a:lnTo>
                <a:lnTo>
                  <a:pt x="17690" y="5499"/>
                </a:lnTo>
                <a:lnTo>
                  <a:pt x="17690" y="5256"/>
                </a:lnTo>
                <a:lnTo>
                  <a:pt x="17690" y="4842"/>
                </a:lnTo>
                <a:lnTo>
                  <a:pt x="17666" y="4429"/>
                </a:lnTo>
                <a:lnTo>
                  <a:pt x="17642" y="3991"/>
                </a:lnTo>
                <a:lnTo>
                  <a:pt x="17642" y="3577"/>
                </a:lnTo>
                <a:lnTo>
                  <a:pt x="17690" y="2945"/>
                </a:lnTo>
                <a:lnTo>
                  <a:pt x="17690" y="2628"/>
                </a:lnTo>
                <a:lnTo>
                  <a:pt x="17642" y="2312"/>
                </a:lnTo>
                <a:lnTo>
                  <a:pt x="17690" y="2239"/>
                </a:lnTo>
                <a:lnTo>
                  <a:pt x="17739" y="2166"/>
                </a:lnTo>
                <a:lnTo>
                  <a:pt x="17763" y="2069"/>
                </a:lnTo>
                <a:lnTo>
                  <a:pt x="17715" y="1971"/>
                </a:lnTo>
                <a:lnTo>
                  <a:pt x="17666" y="1898"/>
                </a:lnTo>
                <a:lnTo>
                  <a:pt x="17569" y="1850"/>
                </a:lnTo>
                <a:lnTo>
                  <a:pt x="17423" y="1825"/>
                </a:lnTo>
                <a:lnTo>
                  <a:pt x="17252" y="1801"/>
                </a:lnTo>
                <a:lnTo>
                  <a:pt x="16912" y="1801"/>
                </a:lnTo>
                <a:lnTo>
                  <a:pt x="16571" y="1825"/>
                </a:lnTo>
                <a:lnTo>
                  <a:pt x="16279" y="1850"/>
                </a:lnTo>
                <a:lnTo>
                  <a:pt x="14649" y="1850"/>
                </a:lnTo>
                <a:lnTo>
                  <a:pt x="14089" y="1874"/>
                </a:lnTo>
                <a:lnTo>
                  <a:pt x="13530" y="1923"/>
                </a:lnTo>
                <a:lnTo>
                  <a:pt x="12946" y="1898"/>
                </a:lnTo>
                <a:lnTo>
                  <a:pt x="12362" y="1898"/>
                </a:lnTo>
                <a:lnTo>
                  <a:pt x="11802" y="1850"/>
                </a:lnTo>
                <a:lnTo>
                  <a:pt x="11778" y="1533"/>
                </a:lnTo>
                <a:lnTo>
                  <a:pt x="11729" y="1266"/>
                </a:lnTo>
                <a:lnTo>
                  <a:pt x="11632" y="1022"/>
                </a:lnTo>
                <a:lnTo>
                  <a:pt x="11486" y="803"/>
                </a:lnTo>
                <a:lnTo>
                  <a:pt x="11315" y="633"/>
                </a:lnTo>
                <a:lnTo>
                  <a:pt x="11121" y="463"/>
                </a:lnTo>
                <a:lnTo>
                  <a:pt x="10902" y="341"/>
                </a:lnTo>
                <a:lnTo>
                  <a:pt x="10658" y="244"/>
                </a:lnTo>
                <a:lnTo>
                  <a:pt x="10415" y="171"/>
                </a:lnTo>
                <a:lnTo>
                  <a:pt x="10147" y="98"/>
                </a:lnTo>
                <a:lnTo>
                  <a:pt x="9855" y="49"/>
                </a:lnTo>
                <a:lnTo>
                  <a:pt x="9588" y="25"/>
                </a:lnTo>
                <a:lnTo>
                  <a:pt x="9004"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44" name="Google Shape;844;p39"/>
          <p:cNvSpPr/>
          <p:nvPr/>
        </p:nvSpPr>
        <p:spPr>
          <a:xfrm>
            <a:off x="2640621" y="3259436"/>
            <a:ext cx="351516" cy="354707"/>
          </a:xfrm>
          <a:custGeom>
            <a:avLst/>
            <a:gdLst/>
            <a:ahLst/>
            <a:cxnLst/>
            <a:rect l="l" t="t" r="r" b="b"/>
            <a:pathLst>
              <a:path w="16084" h="16230" extrusionOk="0">
                <a:moveTo>
                  <a:pt x="9538" y="1095"/>
                </a:moveTo>
                <a:lnTo>
                  <a:pt x="9441" y="1120"/>
                </a:lnTo>
                <a:lnTo>
                  <a:pt x="9344" y="1144"/>
                </a:lnTo>
                <a:lnTo>
                  <a:pt x="9246" y="1217"/>
                </a:lnTo>
                <a:lnTo>
                  <a:pt x="9198" y="1290"/>
                </a:lnTo>
                <a:lnTo>
                  <a:pt x="9149" y="1412"/>
                </a:lnTo>
                <a:lnTo>
                  <a:pt x="9149" y="1509"/>
                </a:lnTo>
                <a:lnTo>
                  <a:pt x="9149" y="1606"/>
                </a:lnTo>
                <a:lnTo>
                  <a:pt x="9198" y="1704"/>
                </a:lnTo>
                <a:lnTo>
                  <a:pt x="9246" y="1801"/>
                </a:lnTo>
                <a:lnTo>
                  <a:pt x="9344" y="1850"/>
                </a:lnTo>
                <a:lnTo>
                  <a:pt x="9441" y="1898"/>
                </a:lnTo>
                <a:lnTo>
                  <a:pt x="9514" y="1923"/>
                </a:lnTo>
                <a:lnTo>
                  <a:pt x="9563" y="1923"/>
                </a:lnTo>
                <a:lnTo>
                  <a:pt x="9709" y="1898"/>
                </a:lnTo>
                <a:lnTo>
                  <a:pt x="9830" y="1825"/>
                </a:lnTo>
                <a:lnTo>
                  <a:pt x="9903" y="1704"/>
                </a:lnTo>
                <a:lnTo>
                  <a:pt x="9952" y="1606"/>
                </a:lnTo>
                <a:lnTo>
                  <a:pt x="9976" y="1485"/>
                </a:lnTo>
                <a:lnTo>
                  <a:pt x="9952" y="1363"/>
                </a:lnTo>
                <a:lnTo>
                  <a:pt x="9879" y="1266"/>
                </a:lnTo>
                <a:lnTo>
                  <a:pt x="9782" y="1168"/>
                </a:lnTo>
                <a:lnTo>
                  <a:pt x="9660" y="1120"/>
                </a:lnTo>
                <a:lnTo>
                  <a:pt x="9538" y="1095"/>
                </a:lnTo>
                <a:close/>
                <a:moveTo>
                  <a:pt x="10804" y="1582"/>
                </a:moveTo>
                <a:lnTo>
                  <a:pt x="10731" y="1606"/>
                </a:lnTo>
                <a:lnTo>
                  <a:pt x="10658" y="1631"/>
                </a:lnTo>
                <a:lnTo>
                  <a:pt x="10585" y="1655"/>
                </a:lnTo>
                <a:lnTo>
                  <a:pt x="10512" y="1704"/>
                </a:lnTo>
                <a:lnTo>
                  <a:pt x="10463" y="1777"/>
                </a:lnTo>
                <a:lnTo>
                  <a:pt x="10439" y="1850"/>
                </a:lnTo>
                <a:lnTo>
                  <a:pt x="10414" y="1923"/>
                </a:lnTo>
                <a:lnTo>
                  <a:pt x="10390" y="1996"/>
                </a:lnTo>
                <a:lnTo>
                  <a:pt x="10414" y="2069"/>
                </a:lnTo>
                <a:lnTo>
                  <a:pt x="10439" y="2142"/>
                </a:lnTo>
                <a:lnTo>
                  <a:pt x="10463" y="2215"/>
                </a:lnTo>
                <a:lnTo>
                  <a:pt x="10512" y="2288"/>
                </a:lnTo>
                <a:lnTo>
                  <a:pt x="10585" y="2336"/>
                </a:lnTo>
                <a:lnTo>
                  <a:pt x="10658" y="2361"/>
                </a:lnTo>
                <a:lnTo>
                  <a:pt x="10731" y="2385"/>
                </a:lnTo>
                <a:lnTo>
                  <a:pt x="10804" y="2409"/>
                </a:lnTo>
                <a:lnTo>
                  <a:pt x="10877" y="2385"/>
                </a:lnTo>
                <a:lnTo>
                  <a:pt x="10950" y="2361"/>
                </a:lnTo>
                <a:lnTo>
                  <a:pt x="11023" y="2336"/>
                </a:lnTo>
                <a:lnTo>
                  <a:pt x="11096" y="2288"/>
                </a:lnTo>
                <a:lnTo>
                  <a:pt x="11144" y="2215"/>
                </a:lnTo>
                <a:lnTo>
                  <a:pt x="11169" y="2142"/>
                </a:lnTo>
                <a:lnTo>
                  <a:pt x="11193" y="2069"/>
                </a:lnTo>
                <a:lnTo>
                  <a:pt x="11217" y="1996"/>
                </a:lnTo>
                <a:lnTo>
                  <a:pt x="11193" y="1923"/>
                </a:lnTo>
                <a:lnTo>
                  <a:pt x="11169" y="1850"/>
                </a:lnTo>
                <a:lnTo>
                  <a:pt x="11144" y="1777"/>
                </a:lnTo>
                <a:lnTo>
                  <a:pt x="11096" y="1704"/>
                </a:lnTo>
                <a:lnTo>
                  <a:pt x="11023" y="1655"/>
                </a:lnTo>
                <a:lnTo>
                  <a:pt x="10950" y="1631"/>
                </a:lnTo>
                <a:lnTo>
                  <a:pt x="10877" y="1606"/>
                </a:lnTo>
                <a:lnTo>
                  <a:pt x="10804" y="1582"/>
                </a:lnTo>
                <a:close/>
                <a:moveTo>
                  <a:pt x="11899" y="2166"/>
                </a:moveTo>
                <a:lnTo>
                  <a:pt x="11826" y="2190"/>
                </a:lnTo>
                <a:lnTo>
                  <a:pt x="11728" y="2215"/>
                </a:lnTo>
                <a:lnTo>
                  <a:pt x="11655" y="2239"/>
                </a:lnTo>
                <a:lnTo>
                  <a:pt x="11607" y="2288"/>
                </a:lnTo>
                <a:lnTo>
                  <a:pt x="11558" y="2361"/>
                </a:lnTo>
                <a:lnTo>
                  <a:pt x="11534" y="2434"/>
                </a:lnTo>
                <a:lnTo>
                  <a:pt x="11509" y="2580"/>
                </a:lnTo>
                <a:lnTo>
                  <a:pt x="11534" y="2726"/>
                </a:lnTo>
                <a:lnTo>
                  <a:pt x="11558" y="2799"/>
                </a:lnTo>
                <a:lnTo>
                  <a:pt x="11607" y="2872"/>
                </a:lnTo>
                <a:lnTo>
                  <a:pt x="11655" y="2920"/>
                </a:lnTo>
                <a:lnTo>
                  <a:pt x="11728" y="2945"/>
                </a:lnTo>
                <a:lnTo>
                  <a:pt x="11826" y="2969"/>
                </a:lnTo>
                <a:lnTo>
                  <a:pt x="11899" y="2993"/>
                </a:lnTo>
                <a:lnTo>
                  <a:pt x="11996" y="2969"/>
                </a:lnTo>
                <a:lnTo>
                  <a:pt x="12069" y="2945"/>
                </a:lnTo>
                <a:lnTo>
                  <a:pt x="12142" y="2920"/>
                </a:lnTo>
                <a:lnTo>
                  <a:pt x="12215" y="2872"/>
                </a:lnTo>
                <a:lnTo>
                  <a:pt x="12239" y="2799"/>
                </a:lnTo>
                <a:lnTo>
                  <a:pt x="12288" y="2726"/>
                </a:lnTo>
                <a:lnTo>
                  <a:pt x="12312" y="2580"/>
                </a:lnTo>
                <a:lnTo>
                  <a:pt x="12288" y="2434"/>
                </a:lnTo>
                <a:lnTo>
                  <a:pt x="12239" y="2361"/>
                </a:lnTo>
                <a:lnTo>
                  <a:pt x="12215" y="2288"/>
                </a:lnTo>
                <a:lnTo>
                  <a:pt x="12142" y="2239"/>
                </a:lnTo>
                <a:lnTo>
                  <a:pt x="12069" y="2215"/>
                </a:lnTo>
                <a:lnTo>
                  <a:pt x="11996" y="2190"/>
                </a:lnTo>
                <a:lnTo>
                  <a:pt x="11899" y="2166"/>
                </a:lnTo>
                <a:close/>
                <a:moveTo>
                  <a:pt x="9757" y="2409"/>
                </a:moveTo>
                <a:lnTo>
                  <a:pt x="9660" y="2434"/>
                </a:lnTo>
                <a:lnTo>
                  <a:pt x="9563" y="2458"/>
                </a:lnTo>
                <a:lnTo>
                  <a:pt x="9490" y="2507"/>
                </a:lnTo>
                <a:lnTo>
                  <a:pt x="9417" y="2580"/>
                </a:lnTo>
                <a:lnTo>
                  <a:pt x="9368" y="2653"/>
                </a:lnTo>
                <a:lnTo>
                  <a:pt x="9344" y="2750"/>
                </a:lnTo>
                <a:lnTo>
                  <a:pt x="9319" y="2847"/>
                </a:lnTo>
                <a:lnTo>
                  <a:pt x="9344" y="2945"/>
                </a:lnTo>
                <a:lnTo>
                  <a:pt x="9392" y="3042"/>
                </a:lnTo>
                <a:lnTo>
                  <a:pt x="9465" y="3139"/>
                </a:lnTo>
                <a:lnTo>
                  <a:pt x="9538" y="3188"/>
                </a:lnTo>
                <a:lnTo>
                  <a:pt x="9636" y="3237"/>
                </a:lnTo>
                <a:lnTo>
                  <a:pt x="9757" y="3261"/>
                </a:lnTo>
                <a:lnTo>
                  <a:pt x="9855" y="3237"/>
                </a:lnTo>
                <a:lnTo>
                  <a:pt x="9976" y="3188"/>
                </a:lnTo>
                <a:lnTo>
                  <a:pt x="10049" y="3139"/>
                </a:lnTo>
                <a:lnTo>
                  <a:pt x="10074" y="3115"/>
                </a:lnTo>
                <a:lnTo>
                  <a:pt x="10122" y="3066"/>
                </a:lnTo>
                <a:lnTo>
                  <a:pt x="10171" y="2969"/>
                </a:lnTo>
                <a:lnTo>
                  <a:pt x="10220" y="2847"/>
                </a:lnTo>
                <a:lnTo>
                  <a:pt x="10220" y="2774"/>
                </a:lnTo>
                <a:lnTo>
                  <a:pt x="10220" y="2701"/>
                </a:lnTo>
                <a:lnTo>
                  <a:pt x="10171" y="2628"/>
                </a:lnTo>
                <a:lnTo>
                  <a:pt x="10147" y="2555"/>
                </a:lnTo>
                <a:lnTo>
                  <a:pt x="10074" y="2507"/>
                </a:lnTo>
                <a:lnTo>
                  <a:pt x="10001" y="2458"/>
                </a:lnTo>
                <a:lnTo>
                  <a:pt x="9879" y="2434"/>
                </a:lnTo>
                <a:lnTo>
                  <a:pt x="9757" y="2409"/>
                </a:lnTo>
                <a:close/>
                <a:moveTo>
                  <a:pt x="10950" y="2750"/>
                </a:moveTo>
                <a:lnTo>
                  <a:pt x="10877" y="2774"/>
                </a:lnTo>
                <a:lnTo>
                  <a:pt x="10804" y="2823"/>
                </a:lnTo>
                <a:lnTo>
                  <a:pt x="10755" y="2872"/>
                </a:lnTo>
                <a:lnTo>
                  <a:pt x="10706" y="2920"/>
                </a:lnTo>
                <a:lnTo>
                  <a:pt x="10658" y="2993"/>
                </a:lnTo>
                <a:lnTo>
                  <a:pt x="10633" y="3066"/>
                </a:lnTo>
                <a:lnTo>
                  <a:pt x="10633" y="3139"/>
                </a:lnTo>
                <a:lnTo>
                  <a:pt x="10633" y="3212"/>
                </a:lnTo>
                <a:lnTo>
                  <a:pt x="10658" y="3285"/>
                </a:lnTo>
                <a:lnTo>
                  <a:pt x="10706" y="3358"/>
                </a:lnTo>
                <a:lnTo>
                  <a:pt x="10755" y="3407"/>
                </a:lnTo>
                <a:lnTo>
                  <a:pt x="10804" y="3456"/>
                </a:lnTo>
                <a:lnTo>
                  <a:pt x="10877" y="3504"/>
                </a:lnTo>
                <a:lnTo>
                  <a:pt x="10950" y="3529"/>
                </a:lnTo>
                <a:lnTo>
                  <a:pt x="11120" y="3529"/>
                </a:lnTo>
                <a:lnTo>
                  <a:pt x="11193" y="3504"/>
                </a:lnTo>
                <a:lnTo>
                  <a:pt x="11242" y="3456"/>
                </a:lnTo>
                <a:lnTo>
                  <a:pt x="11315" y="3407"/>
                </a:lnTo>
                <a:lnTo>
                  <a:pt x="11363" y="3358"/>
                </a:lnTo>
                <a:lnTo>
                  <a:pt x="11388" y="3285"/>
                </a:lnTo>
                <a:lnTo>
                  <a:pt x="11412" y="3212"/>
                </a:lnTo>
                <a:lnTo>
                  <a:pt x="11436" y="3139"/>
                </a:lnTo>
                <a:lnTo>
                  <a:pt x="11412" y="3066"/>
                </a:lnTo>
                <a:lnTo>
                  <a:pt x="11388" y="2993"/>
                </a:lnTo>
                <a:lnTo>
                  <a:pt x="11363" y="2920"/>
                </a:lnTo>
                <a:lnTo>
                  <a:pt x="11315" y="2872"/>
                </a:lnTo>
                <a:lnTo>
                  <a:pt x="11242" y="2823"/>
                </a:lnTo>
                <a:lnTo>
                  <a:pt x="11193" y="2774"/>
                </a:lnTo>
                <a:lnTo>
                  <a:pt x="11120" y="2750"/>
                </a:lnTo>
                <a:close/>
                <a:moveTo>
                  <a:pt x="9855" y="3626"/>
                </a:moveTo>
                <a:lnTo>
                  <a:pt x="9757" y="3650"/>
                </a:lnTo>
                <a:lnTo>
                  <a:pt x="9709" y="3699"/>
                </a:lnTo>
                <a:lnTo>
                  <a:pt x="9636" y="3748"/>
                </a:lnTo>
                <a:lnTo>
                  <a:pt x="9587" y="3796"/>
                </a:lnTo>
                <a:lnTo>
                  <a:pt x="9563" y="3869"/>
                </a:lnTo>
                <a:lnTo>
                  <a:pt x="9538" y="3942"/>
                </a:lnTo>
                <a:lnTo>
                  <a:pt x="9514" y="4040"/>
                </a:lnTo>
                <a:lnTo>
                  <a:pt x="9538" y="4113"/>
                </a:lnTo>
                <a:lnTo>
                  <a:pt x="9563" y="4186"/>
                </a:lnTo>
                <a:lnTo>
                  <a:pt x="9587" y="4259"/>
                </a:lnTo>
                <a:lnTo>
                  <a:pt x="9636" y="4307"/>
                </a:lnTo>
                <a:lnTo>
                  <a:pt x="9709" y="4356"/>
                </a:lnTo>
                <a:lnTo>
                  <a:pt x="9757" y="4405"/>
                </a:lnTo>
                <a:lnTo>
                  <a:pt x="9855" y="4429"/>
                </a:lnTo>
                <a:lnTo>
                  <a:pt x="10001" y="4429"/>
                </a:lnTo>
                <a:lnTo>
                  <a:pt x="10074" y="4405"/>
                </a:lnTo>
                <a:lnTo>
                  <a:pt x="10147" y="4356"/>
                </a:lnTo>
                <a:lnTo>
                  <a:pt x="10220" y="4307"/>
                </a:lnTo>
                <a:lnTo>
                  <a:pt x="10268" y="4259"/>
                </a:lnTo>
                <a:lnTo>
                  <a:pt x="10293" y="4186"/>
                </a:lnTo>
                <a:lnTo>
                  <a:pt x="10317" y="4113"/>
                </a:lnTo>
                <a:lnTo>
                  <a:pt x="10341" y="4040"/>
                </a:lnTo>
                <a:lnTo>
                  <a:pt x="10317" y="3942"/>
                </a:lnTo>
                <a:lnTo>
                  <a:pt x="10293" y="3869"/>
                </a:lnTo>
                <a:lnTo>
                  <a:pt x="10268" y="3796"/>
                </a:lnTo>
                <a:lnTo>
                  <a:pt x="10220" y="3748"/>
                </a:lnTo>
                <a:lnTo>
                  <a:pt x="10147" y="3699"/>
                </a:lnTo>
                <a:lnTo>
                  <a:pt x="10074" y="3650"/>
                </a:lnTo>
                <a:lnTo>
                  <a:pt x="10001" y="3626"/>
                </a:lnTo>
                <a:close/>
                <a:moveTo>
                  <a:pt x="8784" y="341"/>
                </a:moveTo>
                <a:lnTo>
                  <a:pt x="8881" y="390"/>
                </a:lnTo>
                <a:lnTo>
                  <a:pt x="9003" y="414"/>
                </a:lnTo>
                <a:lnTo>
                  <a:pt x="9271" y="438"/>
                </a:lnTo>
                <a:lnTo>
                  <a:pt x="9538" y="463"/>
                </a:lnTo>
                <a:lnTo>
                  <a:pt x="9782" y="511"/>
                </a:lnTo>
                <a:lnTo>
                  <a:pt x="10171" y="584"/>
                </a:lnTo>
                <a:lnTo>
                  <a:pt x="10512" y="706"/>
                </a:lnTo>
                <a:lnTo>
                  <a:pt x="10877" y="852"/>
                </a:lnTo>
                <a:lnTo>
                  <a:pt x="11217" y="1022"/>
                </a:lnTo>
                <a:lnTo>
                  <a:pt x="11582" y="1217"/>
                </a:lnTo>
                <a:lnTo>
                  <a:pt x="11899" y="1460"/>
                </a:lnTo>
                <a:lnTo>
                  <a:pt x="12191" y="1704"/>
                </a:lnTo>
                <a:lnTo>
                  <a:pt x="12483" y="1971"/>
                </a:lnTo>
                <a:lnTo>
                  <a:pt x="12726" y="2263"/>
                </a:lnTo>
                <a:lnTo>
                  <a:pt x="12994" y="2555"/>
                </a:lnTo>
                <a:lnTo>
                  <a:pt x="13480" y="3188"/>
                </a:lnTo>
                <a:lnTo>
                  <a:pt x="13261" y="3358"/>
                </a:lnTo>
                <a:lnTo>
                  <a:pt x="13042" y="3529"/>
                </a:lnTo>
                <a:lnTo>
                  <a:pt x="12556" y="3821"/>
                </a:lnTo>
                <a:lnTo>
                  <a:pt x="12580" y="3723"/>
                </a:lnTo>
                <a:lnTo>
                  <a:pt x="12580" y="3626"/>
                </a:lnTo>
                <a:lnTo>
                  <a:pt x="12556" y="3553"/>
                </a:lnTo>
                <a:lnTo>
                  <a:pt x="12507" y="3480"/>
                </a:lnTo>
                <a:lnTo>
                  <a:pt x="12458" y="3431"/>
                </a:lnTo>
                <a:lnTo>
                  <a:pt x="12410" y="3383"/>
                </a:lnTo>
                <a:lnTo>
                  <a:pt x="12337" y="3334"/>
                </a:lnTo>
                <a:lnTo>
                  <a:pt x="12239" y="3310"/>
                </a:lnTo>
                <a:lnTo>
                  <a:pt x="12093" y="3310"/>
                </a:lnTo>
                <a:lnTo>
                  <a:pt x="11996" y="3334"/>
                </a:lnTo>
                <a:lnTo>
                  <a:pt x="11923" y="3383"/>
                </a:lnTo>
                <a:lnTo>
                  <a:pt x="11874" y="3431"/>
                </a:lnTo>
                <a:lnTo>
                  <a:pt x="11826" y="3480"/>
                </a:lnTo>
                <a:lnTo>
                  <a:pt x="11777" y="3553"/>
                </a:lnTo>
                <a:lnTo>
                  <a:pt x="11753" y="3626"/>
                </a:lnTo>
                <a:lnTo>
                  <a:pt x="11753" y="3723"/>
                </a:lnTo>
                <a:lnTo>
                  <a:pt x="11777" y="3845"/>
                </a:lnTo>
                <a:lnTo>
                  <a:pt x="11826" y="3967"/>
                </a:lnTo>
                <a:lnTo>
                  <a:pt x="11923" y="4064"/>
                </a:lnTo>
                <a:lnTo>
                  <a:pt x="12045" y="4113"/>
                </a:lnTo>
                <a:lnTo>
                  <a:pt x="11388" y="4453"/>
                </a:lnTo>
                <a:lnTo>
                  <a:pt x="11412" y="4380"/>
                </a:lnTo>
                <a:lnTo>
                  <a:pt x="11412" y="4283"/>
                </a:lnTo>
                <a:lnTo>
                  <a:pt x="11388" y="4210"/>
                </a:lnTo>
                <a:lnTo>
                  <a:pt x="11363" y="4137"/>
                </a:lnTo>
                <a:lnTo>
                  <a:pt x="11266" y="4040"/>
                </a:lnTo>
                <a:lnTo>
                  <a:pt x="11169" y="3967"/>
                </a:lnTo>
                <a:lnTo>
                  <a:pt x="11023" y="3942"/>
                </a:lnTo>
                <a:lnTo>
                  <a:pt x="10901" y="3942"/>
                </a:lnTo>
                <a:lnTo>
                  <a:pt x="10804" y="3991"/>
                </a:lnTo>
                <a:lnTo>
                  <a:pt x="10706" y="4040"/>
                </a:lnTo>
                <a:lnTo>
                  <a:pt x="10682" y="4088"/>
                </a:lnTo>
                <a:lnTo>
                  <a:pt x="10658" y="4113"/>
                </a:lnTo>
                <a:lnTo>
                  <a:pt x="10633" y="4161"/>
                </a:lnTo>
                <a:lnTo>
                  <a:pt x="10585" y="4259"/>
                </a:lnTo>
                <a:lnTo>
                  <a:pt x="10585" y="4332"/>
                </a:lnTo>
                <a:lnTo>
                  <a:pt x="10585" y="4405"/>
                </a:lnTo>
                <a:lnTo>
                  <a:pt x="10609" y="4526"/>
                </a:lnTo>
                <a:lnTo>
                  <a:pt x="10706" y="4623"/>
                </a:lnTo>
                <a:lnTo>
                  <a:pt x="10779" y="4696"/>
                </a:lnTo>
                <a:lnTo>
                  <a:pt x="10901" y="4745"/>
                </a:lnTo>
                <a:lnTo>
                  <a:pt x="10463" y="5037"/>
                </a:lnTo>
                <a:lnTo>
                  <a:pt x="10049" y="5329"/>
                </a:lnTo>
                <a:lnTo>
                  <a:pt x="10074" y="5207"/>
                </a:lnTo>
                <a:lnTo>
                  <a:pt x="10049" y="5110"/>
                </a:lnTo>
                <a:lnTo>
                  <a:pt x="10025" y="5013"/>
                </a:lnTo>
                <a:lnTo>
                  <a:pt x="9952" y="4915"/>
                </a:lnTo>
                <a:lnTo>
                  <a:pt x="9879" y="4867"/>
                </a:lnTo>
                <a:lnTo>
                  <a:pt x="9782" y="4818"/>
                </a:lnTo>
                <a:lnTo>
                  <a:pt x="9587" y="4818"/>
                </a:lnTo>
                <a:lnTo>
                  <a:pt x="9490" y="4842"/>
                </a:lnTo>
                <a:lnTo>
                  <a:pt x="9417" y="4891"/>
                </a:lnTo>
                <a:lnTo>
                  <a:pt x="9344" y="4964"/>
                </a:lnTo>
                <a:lnTo>
                  <a:pt x="9295" y="5037"/>
                </a:lnTo>
                <a:lnTo>
                  <a:pt x="9271" y="5110"/>
                </a:lnTo>
                <a:lnTo>
                  <a:pt x="9246" y="5207"/>
                </a:lnTo>
                <a:lnTo>
                  <a:pt x="9246" y="5232"/>
                </a:lnTo>
                <a:lnTo>
                  <a:pt x="9271" y="5378"/>
                </a:lnTo>
                <a:lnTo>
                  <a:pt x="9344" y="5475"/>
                </a:lnTo>
                <a:lnTo>
                  <a:pt x="9417" y="5572"/>
                </a:lnTo>
                <a:lnTo>
                  <a:pt x="9538" y="5621"/>
                </a:lnTo>
                <a:lnTo>
                  <a:pt x="9611" y="5645"/>
                </a:lnTo>
                <a:lnTo>
                  <a:pt x="9246" y="5864"/>
                </a:lnTo>
                <a:lnTo>
                  <a:pt x="8881" y="6059"/>
                </a:lnTo>
                <a:lnTo>
                  <a:pt x="8906" y="5791"/>
                </a:lnTo>
                <a:lnTo>
                  <a:pt x="8881" y="5524"/>
                </a:lnTo>
                <a:lnTo>
                  <a:pt x="8857" y="4988"/>
                </a:lnTo>
                <a:lnTo>
                  <a:pt x="8857" y="4721"/>
                </a:lnTo>
                <a:lnTo>
                  <a:pt x="8906" y="4721"/>
                </a:lnTo>
                <a:lnTo>
                  <a:pt x="8954" y="4696"/>
                </a:lnTo>
                <a:lnTo>
                  <a:pt x="9003" y="4648"/>
                </a:lnTo>
                <a:lnTo>
                  <a:pt x="9052" y="4599"/>
                </a:lnTo>
                <a:lnTo>
                  <a:pt x="9076" y="4502"/>
                </a:lnTo>
                <a:lnTo>
                  <a:pt x="9076" y="4405"/>
                </a:lnTo>
                <a:lnTo>
                  <a:pt x="9027" y="4332"/>
                </a:lnTo>
                <a:lnTo>
                  <a:pt x="8979" y="4283"/>
                </a:lnTo>
                <a:lnTo>
                  <a:pt x="8930" y="4234"/>
                </a:lnTo>
                <a:lnTo>
                  <a:pt x="8857" y="4234"/>
                </a:lnTo>
                <a:lnTo>
                  <a:pt x="8857" y="3748"/>
                </a:lnTo>
                <a:lnTo>
                  <a:pt x="8979" y="3748"/>
                </a:lnTo>
                <a:lnTo>
                  <a:pt x="9076" y="3699"/>
                </a:lnTo>
                <a:lnTo>
                  <a:pt x="9149" y="3626"/>
                </a:lnTo>
                <a:lnTo>
                  <a:pt x="9198" y="3529"/>
                </a:lnTo>
                <a:lnTo>
                  <a:pt x="9198" y="3431"/>
                </a:lnTo>
                <a:lnTo>
                  <a:pt x="9173" y="3334"/>
                </a:lnTo>
                <a:lnTo>
                  <a:pt x="9125" y="3237"/>
                </a:lnTo>
                <a:lnTo>
                  <a:pt x="9052" y="3188"/>
                </a:lnTo>
                <a:lnTo>
                  <a:pt x="8979" y="3139"/>
                </a:lnTo>
                <a:lnTo>
                  <a:pt x="8881" y="3139"/>
                </a:lnTo>
                <a:lnTo>
                  <a:pt x="8881" y="2726"/>
                </a:lnTo>
                <a:lnTo>
                  <a:pt x="8833" y="2288"/>
                </a:lnTo>
                <a:lnTo>
                  <a:pt x="8906" y="2312"/>
                </a:lnTo>
                <a:lnTo>
                  <a:pt x="8979" y="2312"/>
                </a:lnTo>
                <a:lnTo>
                  <a:pt x="9027" y="2288"/>
                </a:lnTo>
                <a:lnTo>
                  <a:pt x="9100" y="2263"/>
                </a:lnTo>
                <a:lnTo>
                  <a:pt x="9125" y="2190"/>
                </a:lnTo>
                <a:lnTo>
                  <a:pt x="9149" y="2117"/>
                </a:lnTo>
                <a:lnTo>
                  <a:pt x="9149" y="2044"/>
                </a:lnTo>
                <a:lnTo>
                  <a:pt x="9125" y="1971"/>
                </a:lnTo>
                <a:lnTo>
                  <a:pt x="9076" y="1923"/>
                </a:lnTo>
                <a:lnTo>
                  <a:pt x="9027" y="1874"/>
                </a:lnTo>
                <a:lnTo>
                  <a:pt x="8979" y="1850"/>
                </a:lnTo>
                <a:lnTo>
                  <a:pt x="8833" y="1850"/>
                </a:lnTo>
                <a:lnTo>
                  <a:pt x="8784" y="1874"/>
                </a:lnTo>
                <a:lnTo>
                  <a:pt x="8760" y="1655"/>
                </a:lnTo>
                <a:lnTo>
                  <a:pt x="8735" y="1314"/>
                </a:lnTo>
                <a:lnTo>
                  <a:pt x="8735" y="998"/>
                </a:lnTo>
                <a:lnTo>
                  <a:pt x="8784" y="341"/>
                </a:lnTo>
                <a:close/>
                <a:moveTo>
                  <a:pt x="8638" y="0"/>
                </a:moveTo>
                <a:lnTo>
                  <a:pt x="8565" y="25"/>
                </a:lnTo>
                <a:lnTo>
                  <a:pt x="8516" y="73"/>
                </a:lnTo>
                <a:lnTo>
                  <a:pt x="8443" y="219"/>
                </a:lnTo>
                <a:lnTo>
                  <a:pt x="8395" y="365"/>
                </a:lnTo>
                <a:lnTo>
                  <a:pt x="8346" y="511"/>
                </a:lnTo>
                <a:lnTo>
                  <a:pt x="8346" y="682"/>
                </a:lnTo>
                <a:lnTo>
                  <a:pt x="8322" y="1022"/>
                </a:lnTo>
                <a:lnTo>
                  <a:pt x="8346" y="1339"/>
                </a:lnTo>
                <a:lnTo>
                  <a:pt x="8395" y="2117"/>
                </a:lnTo>
                <a:lnTo>
                  <a:pt x="8443" y="2896"/>
                </a:lnTo>
                <a:lnTo>
                  <a:pt x="8443" y="3334"/>
                </a:lnTo>
                <a:lnTo>
                  <a:pt x="8443" y="3772"/>
                </a:lnTo>
                <a:lnTo>
                  <a:pt x="8395" y="4648"/>
                </a:lnTo>
                <a:lnTo>
                  <a:pt x="8419" y="5475"/>
                </a:lnTo>
                <a:lnTo>
                  <a:pt x="8443" y="5889"/>
                </a:lnTo>
                <a:lnTo>
                  <a:pt x="8419" y="6302"/>
                </a:lnTo>
                <a:lnTo>
                  <a:pt x="8370" y="6400"/>
                </a:lnTo>
                <a:lnTo>
                  <a:pt x="8395" y="6473"/>
                </a:lnTo>
                <a:lnTo>
                  <a:pt x="8443" y="6546"/>
                </a:lnTo>
                <a:lnTo>
                  <a:pt x="8468" y="6570"/>
                </a:lnTo>
                <a:lnTo>
                  <a:pt x="8541" y="6570"/>
                </a:lnTo>
                <a:lnTo>
                  <a:pt x="8589" y="6594"/>
                </a:lnTo>
                <a:lnTo>
                  <a:pt x="8662" y="6594"/>
                </a:lnTo>
                <a:lnTo>
                  <a:pt x="8735" y="6570"/>
                </a:lnTo>
                <a:lnTo>
                  <a:pt x="8784" y="6521"/>
                </a:lnTo>
                <a:lnTo>
                  <a:pt x="8979" y="6473"/>
                </a:lnTo>
                <a:lnTo>
                  <a:pt x="9149" y="6424"/>
                </a:lnTo>
                <a:lnTo>
                  <a:pt x="9490" y="6254"/>
                </a:lnTo>
                <a:lnTo>
                  <a:pt x="9806" y="6059"/>
                </a:lnTo>
                <a:lnTo>
                  <a:pt x="10122" y="5840"/>
                </a:lnTo>
                <a:lnTo>
                  <a:pt x="10731" y="5378"/>
                </a:lnTo>
                <a:lnTo>
                  <a:pt x="11023" y="5159"/>
                </a:lnTo>
                <a:lnTo>
                  <a:pt x="11339" y="4964"/>
                </a:lnTo>
                <a:lnTo>
                  <a:pt x="11996" y="4599"/>
                </a:lnTo>
                <a:lnTo>
                  <a:pt x="12702" y="4234"/>
                </a:lnTo>
                <a:lnTo>
                  <a:pt x="13018" y="4040"/>
                </a:lnTo>
                <a:lnTo>
                  <a:pt x="13358" y="3821"/>
                </a:lnTo>
                <a:lnTo>
                  <a:pt x="13650" y="3577"/>
                </a:lnTo>
                <a:lnTo>
                  <a:pt x="13942" y="3310"/>
                </a:lnTo>
                <a:lnTo>
                  <a:pt x="13967" y="3261"/>
                </a:lnTo>
                <a:lnTo>
                  <a:pt x="13991" y="3188"/>
                </a:lnTo>
                <a:lnTo>
                  <a:pt x="13991" y="3139"/>
                </a:lnTo>
                <a:lnTo>
                  <a:pt x="13967" y="3091"/>
                </a:lnTo>
                <a:lnTo>
                  <a:pt x="13894" y="2993"/>
                </a:lnTo>
                <a:lnTo>
                  <a:pt x="13845" y="2969"/>
                </a:lnTo>
                <a:lnTo>
                  <a:pt x="13796" y="2945"/>
                </a:lnTo>
                <a:lnTo>
                  <a:pt x="13602" y="2604"/>
                </a:lnTo>
                <a:lnTo>
                  <a:pt x="13358" y="2288"/>
                </a:lnTo>
                <a:lnTo>
                  <a:pt x="13115" y="1996"/>
                </a:lnTo>
                <a:lnTo>
                  <a:pt x="12823" y="1704"/>
                </a:lnTo>
                <a:lnTo>
                  <a:pt x="12507" y="1436"/>
                </a:lnTo>
                <a:lnTo>
                  <a:pt x="12191" y="1168"/>
                </a:lnTo>
                <a:lnTo>
                  <a:pt x="11874" y="949"/>
                </a:lnTo>
                <a:lnTo>
                  <a:pt x="11558" y="755"/>
                </a:lnTo>
                <a:lnTo>
                  <a:pt x="11193" y="560"/>
                </a:lnTo>
                <a:lnTo>
                  <a:pt x="10804" y="390"/>
                </a:lnTo>
                <a:lnTo>
                  <a:pt x="10439" y="268"/>
                </a:lnTo>
                <a:lnTo>
                  <a:pt x="10025" y="146"/>
                </a:lnTo>
                <a:lnTo>
                  <a:pt x="9733" y="73"/>
                </a:lnTo>
                <a:lnTo>
                  <a:pt x="9392" y="25"/>
                </a:lnTo>
                <a:lnTo>
                  <a:pt x="9222" y="0"/>
                </a:lnTo>
                <a:lnTo>
                  <a:pt x="9052" y="0"/>
                </a:lnTo>
                <a:lnTo>
                  <a:pt x="8906" y="49"/>
                </a:lnTo>
                <a:lnTo>
                  <a:pt x="8760" y="98"/>
                </a:lnTo>
                <a:lnTo>
                  <a:pt x="8711" y="25"/>
                </a:lnTo>
                <a:lnTo>
                  <a:pt x="8638" y="0"/>
                </a:lnTo>
                <a:close/>
                <a:moveTo>
                  <a:pt x="11169" y="6278"/>
                </a:moveTo>
                <a:lnTo>
                  <a:pt x="11144" y="6521"/>
                </a:lnTo>
                <a:lnTo>
                  <a:pt x="11144" y="6765"/>
                </a:lnTo>
                <a:lnTo>
                  <a:pt x="11144" y="7300"/>
                </a:lnTo>
                <a:lnTo>
                  <a:pt x="10147" y="7276"/>
                </a:lnTo>
                <a:lnTo>
                  <a:pt x="9855" y="7251"/>
                </a:lnTo>
                <a:lnTo>
                  <a:pt x="10195" y="7032"/>
                </a:lnTo>
                <a:lnTo>
                  <a:pt x="10536" y="6789"/>
                </a:lnTo>
                <a:lnTo>
                  <a:pt x="11169" y="6278"/>
                </a:lnTo>
                <a:close/>
                <a:moveTo>
                  <a:pt x="11826" y="5767"/>
                </a:moveTo>
                <a:lnTo>
                  <a:pt x="11801" y="6010"/>
                </a:lnTo>
                <a:lnTo>
                  <a:pt x="11801" y="6229"/>
                </a:lnTo>
                <a:lnTo>
                  <a:pt x="11753" y="6765"/>
                </a:lnTo>
                <a:lnTo>
                  <a:pt x="11753" y="7057"/>
                </a:lnTo>
                <a:lnTo>
                  <a:pt x="11753" y="7324"/>
                </a:lnTo>
                <a:lnTo>
                  <a:pt x="11436" y="7324"/>
                </a:lnTo>
                <a:lnTo>
                  <a:pt x="11436" y="7081"/>
                </a:lnTo>
                <a:lnTo>
                  <a:pt x="11388" y="6838"/>
                </a:lnTo>
                <a:lnTo>
                  <a:pt x="11363" y="6497"/>
                </a:lnTo>
                <a:lnTo>
                  <a:pt x="11315" y="6327"/>
                </a:lnTo>
                <a:lnTo>
                  <a:pt x="11266" y="6181"/>
                </a:lnTo>
                <a:lnTo>
                  <a:pt x="11461" y="6035"/>
                </a:lnTo>
                <a:lnTo>
                  <a:pt x="11826" y="5767"/>
                </a:lnTo>
                <a:close/>
                <a:moveTo>
                  <a:pt x="12507" y="5329"/>
                </a:moveTo>
                <a:lnTo>
                  <a:pt x="12507" y="5743"/>
                </a:lnTo>
                <a:lnTo>
                  <a:pt x="12507" y="6132"/>
                </a:lnTo>
                <a:lnTo>
                  <a:pt x="12458" y="6716"/>
                </a:lnTo>
                <a:lnTo>
                  <a:pt x="12434" y="7324"/>
                </a:lnTo>
                <a:lnTo>
                  <a:pt x="12166" y="7324"/>
                </a:lnTo>
                <a:lnTo>
                  <a:pt x="12166" y="7008"/>
                </a:lnTo>
                <a:lnTo>
                  <a:pt x="12166" y="6716"/>
                </a:lnTo>
                <a:lnTo>
                  <a:pt x="12166" y="6108"/>
                </a:lnTo>
                <a:lnTo>
                  <a:pt x="12166" y="5840"/>
                </a:lnTo>
                <a:lnTo>
                  <a:pt x="12142" y="5718"/>
                </a:lnTo>
                <a:lnTo>
                  <a:pt x="12118" y="5572"/>
                </a:lnTo>
                <a:lnTo>
                  <a:pt x="12507" y="5329"/>
                </a:lnTo>
                <a:close/>
                <a:moveTo>
                  <a:pt x="13261" y="4915"/>
                </a:moveTo>
                <a:lnTo>
                  <a:pt x="13285" y="5159"/>
                </a:lnTo>
                <a:lnTo>
                  <a:pt x="13310" y="5426"/>
                </a:lnTo>
                <a:lnTo>
                  <a:pt x="13358" y="5937"/>
                </a:lnTo>
                <a:lnTo>
                  <a:pt x="13383" y="6643"/>
                </a:lnTo>
                <a:lnTo>
                  <a:pt x="13407" y="6984"/>
                </a:lnTo>
                <a:lnTo>
                  <a:pt x="13456" y="7324"/>
                </a:lnTo>
                <a:lnTo>
                  <a:pt x="12945" y="7324"/>
                </a:lnTo>
                <a:lnTo>
                  <a:pt x="12921" y="7251"/>
                </a:lnTo>
                <a:lnTo>
                  <a:pt x="12872" y="7203"/>
                </a:lnTo>
                <a:lnTo>
                  <a:pt x="12872" y="6667"/>
                </a:lnTo>
                <a:lnTo>
                  <a:pt x="12896" y="6132"/>
                </a:lnTo>
                <a:lnTo>
                  <a:pt x="12921" y="5913"/>
                </a:lnTo>
                <a:lnTo>
                  <a:pt x="12896" y="5645"/>
                </a:lnTo>
                <a:lnTo>
                  <a:pt x="12872" y="5402"/>
                </a:lnTo>
                <a:lnTo>
                  <a:pt x="12823" y="5280"/>
                </a:lnTo>
                <a:lnTo>
                  <a:pt x="12775" y="5183"/>
                </a:lnTo>
                <a:lnTo>
                  <a:pt x="13261" y="4915"/>
                </a:lnTo>
                <a:close/>
                <a:moveTo>
                  <a:pt x="14088" y="4502"/>
                </a:moveTo>
                <a:lnTo>
                  <a:pt x="14040" y="4672"/>
                </a:lnTo>
                <a:lnTo>
                  <a:pt x="14015" y="4842"/>
                </a:lnTo>
                <a:lnTo>
                  <a:pt x="14015" y="5037"/>
                </a:lnTo>
                <a:lnTo>
                  <a:pt x="14040" y="5232"/>
                </a:lnTo>
                <a:lnTo>
                  <a:pt x="14064" y="5597"/>
                </a:lnTo>
                <a:lnTo>
                  <a:pt x="14088" y="5937"/>
                </a:lnTo>
                <a:lnTo>
                  <a:pt x="14088" y="6278"/>
                </a:lnTo>
                <a:lnTo>
                  <a:pt x="14064" y="6643"/>
                </a:lnTo>
                <a:lnTo>
                  <a:pt x="14064" y="6984"/>
                </a:lnTo>
                <a:lnTo>
                  <a:pt x="14088" y="7154"/>
                </a:lnTo>
                <a:lnTo>
                  <a:pt x="14113" y="7324"/>
                </a:lnTo>
                <a:lnTo>
                  <a:pt x="13748" y="7324"/>
                </a:lnTo>
                <a:lnTo>
                  <a:pt x="13796" y="6984"/>
                </a:lnTo>
                <a:lnTo>
                  <a:pt x="13796" y="6619"/>
                </a:lnTo>
                <a:lnTo>
                  <a:pt x="13748" y="5937"/>
                </a:lnTo>
                <a:lnTo>
                  <a:pt x="13723" y="5645"/>
                </a:lnTo>
                <a:lnTo>
                  <a:pt x="13699" y="5353"/>
                </a:lnTo>
                <a:lnTo>
                  <a:pt x="13650" y="5037"/>
                </a:lnTo>
                <a:lnTo>
                  <a:pt x="13553" y="4769"/>
                </a:lnTo>
                <a:lnTo>
                  <a:pt x="14088" y="4502"/>
                </a:lnTo>
                <a:close/>
                <a:moveTo>
                  <a:pt x="14964" y="4113"/>
                </a:moveTo>
                <a:lnTo>
                  <a:pt x="14940" y="4137"/>
                </a:lnTo>
                <a:lnTo>
                  <a:pt x="14891" y="4526"/>
                </a:lnTo>
                <a:lnTo>
                  <a:pt x="14891" y="4915"/>
                </a:lnTo>
                <a:lnTo>
                  <a:pt x="14891" y="5694"/>
                </a:lnTo>
                <a:lnTo>
                  <a:pt x="14867" y="6083"/>
                </a:lnTo>
                <a:lnTo>
                  <a:pt x="14843" y="6497"/>
                </a:lnTo>
                <a:lnTo>
                  <a:pt x="14818" y="6911"/>
                </a:lnTo>
                <a:lnTo>
                  <a:pt x="14818" y="7324"/>
                </a:lnTo>
                <a:lnTo>
                  <a:pt x="14551" y="7324"/>
                </a:lnTo>
                <a:lnTo>
                  <a:pt x="14551" y="7300"/>
                </a:lnTo>
                <a:lnTo>
                  <a:pt x="14502" y="7130"/>
                </a:lnTo>
                <a:lnTo>
                  <a:pt x="14502" y="6959"/>
                </a:lnTo>
                <a:lnTo>
                  <a:pt x="14502" y="6619"/>
                </a:lnTo>
                <a:lnTo>
                  <a:pt x="14526" y="5937"/>
                </a:lnTo>
                <a:lnTo>
                  <a:pt x="14526" y="5718"/>
                </a:lnTo>
                <a:lnTo>
                  <a:pt x="14502" y="5524"/>
                </a:lnTo>
                <a:lnTo>
                  <a:pt x="14453" y="5086"/>
                </a:lnTo>
                <a:lnTo>
                  <a:pt x="14429" y="4721"/>
                </a:lnTo>
                <a:lnTo>
                  <a:pt x="14429" y="4550"/>
                </a:lnTo>
                <a:lnTo>
                  <a:pt x="14356" y="4380"/>
                </a:lnTo>
                <a:lnTo>
                  <a:pt x="14964" y="4113"/>
                </a:lnTo>
                <a:close/>
                <a:moveTo>
                  <a:pt x="15329" y="5013"/>
                </a:moveTo>
                <a:lnTo>
                  <a:pt x="15354" y="5134"/>
                </a:lnTo>
                <a:lnTo>
                  <a:pt x="15500" y="5670"/>
                </a:lnTo>
                <a:lnTo>
                  <a:pt x="15597" y="6229"/>
                </a:lnTo>
                <a:lnTo>
                  <a:pt x="15621" y="6497"/>
                </a:lnTo>
                <a:lnTo>
                  <a:pt x="15621" y="6765"/>
                </a:lnTo>
                <a:lnTo>
                  <a:pt x="15597" y="7057"/>
                </a:lnTo>
                <a:lnTo>
                  <a:pt x="15573" y="7324"/>
                </a:lnTo>
                <a:lnTo>
                  <a:pt x="15402" y="7300"/>
                </a:lnTo>
                <a:lnTo>
                  <a:pt x="15208" y="7300"/>
                </a:lnTo>
                <a:lnTo>
                  <a:pt x="15256" y="7130"/>
                </a:lnTo>
                <a:lnTo>
                  <a:pt x="15281" y="6959"/>
                </a:lnTo>
                <a:lnTo>
                  <a:pt x="15305" y="6594"/>
                </a:lnTo>
                <a:lnTo>
                  <a:pt x="15329" y="5864"/>
                </a:lnTo>
                <a:lnTo>
                  <a:pt x="15329" y="5013"/>
                </a:lnTo>
                <a:close/>
                <a:moveTo>
                  <a:pt x="14940" y="3529"/>
                </a:moveTo>
                <a:lnTo>
                  <a:pt x="14891" y="3553"/>
                </a:lnTo>
                <a:lnTo>
                  <a:pt x="14843" y="3553"/>
                </a:lnTo>
                <a:lnTo>
                  <a:pt x="14843" y="3602"/>
                </a:lnTo>
                <a:lnTo>
                  <a:pt x="14794" y="3626"/>
                </a:lnTo>
                <a:lnTo>
                  <a:pt x="13918" y="4015"/>
                </a:lnTo>
                <a:lnTo>
                  <a:pt x="13067" y="4453"/>
                </a:lnTo>
                <a:lnTo>
                  <a:pt x="12239" y="4915"/>
                </a:lnTo>
                <a:lnTo>
                  <a:pt x="11826" y="5159"/>
                </a:lnTo>
                <a:lnTo>
                  <a:pt x="11436" y="5426"/>
                </a:lnTo>
                <a:lnTo>
                  <a:pt x="11071" y="5694"/>
                </a:lnTo>
                <a:lnTo>
                  <a:pt x="10706" y="5962"/>
                </a:lnTo>
                <a:lnTo>
                  <a:pt x="10001" y="6521"/>
                </a:lnTo>
                <a:lnTo>
                  <a:pt x="9636" y="6765"/>
                </a:lnTo>
                <a:lnTo>
                  <a:pt x="9246" y="7008"/>
                </a:lnTo>
                <a:lnTo>
                  <a:pt x="8833" y="7178"/>
                </a:lnTo>
                <a:lnTo>
                  <a:pt x="8638" y="7276"/>
                </a:lnTo>
                <a:lnTo>
                  <a:pt x="8419" y="7324"/>
                </a:lnTo>
                <a:lnTo>
                  <a:pt x="8346" y="7349"/>
                </a:lnTo>
                <a:lnTo>
                  <a:pt x="8297" y="7397"/>
                </a:lnTo>
                <a:lnTo>
                  <a:pt x="8273" y="7446"/>
                </a:lnTo>
                <a:lnTo>
                  <a:pt x="8249" y="7519"/>
                </a:lnTo>
                <a:lnTo>
                  <a:pt x="8249" y="7568"/>
                </a:lnTo>
                <a:lnTo>
                  <a:pt x="8273" y="7641"/>
                </a:lnTo>
                <a:lnTo>
                  <a:pt x="8297" y="7689"/>
                </a:lnTo>
                <a:lnTo>
                  <a:pt x="8346" y="7738"/>
                </a:lnTo>
                <a:lnTo>
                  <a:pt x="8468" y="7787"/>
                </a:lnTo>
                <a:lnTo>
                  <a:pt x="8614" y="7762"/>
                </a:lnTo>
                <a:lnTo>
                  <a:pt x="8687" y="7738"/>
                </a:lnTo>
                <a:lnTo>
                  <a:pt x="8833" y="7714"/>
                </a:lnTo>
                <a:lnTo>
                  <a:pt x="8979" y="7738"/>
                </a:lnTo>
                <a:lnTo>
                  <a:pt x="9149" y="7714"/>
                </a:lnTo>
                <a:lnTo>
                  <a:pt x="9660" y="7738"/>
                </a:lnTo>
                <a:lnTo>
                  <a:pt x="10147" y="7762"/>
                </a:lnTo>
                <a:lnTo>
                  <a:pt x="11169" y="7811"/>
                </a:lnTo>
                <a:lnTo>
                  <a:pt x="12166" y="7835"/>
                </a:lnTo>
                <a:lnTo>
                  <a:pt x="13164" y="7811"/>
                </a:lnTo>
                <a:lnTo>
                  <a:pt x="14186" y="7835"/>
                </a:lnTo>
                <a:lnTo>
                  <a:pt x="14599" y="7860"/>
                </a:lnTo>
                <a:lnTo>
                  <a:pt x="15086" y="7908"/>
                </a:lnTo>
                <a:lnTo>
                  <a:pt x="15329" y="7908"/>
                </a:lnTo>
                <a:lnTo>
                  <a:pt x="15548" y="7884"/>
                </a:lnTo>
                <a:lnTo>
                  <a:pt x="15767" y="7860"/>
                </a:lnTo>
                <a:lnTo>
                  <a:pt x="15962" y="7787"/>
                </a:lnTo>
                <a:lnTo>
                  <a:pt x="16011" y="7738"/>
                </a:lnTo>
                <a:lnTo>
                  <a:pt x="16059" y="7665"/>
                </a:lnTo>
                <a:lnTo>
                  <a:pt x="16059" y="7592"/>
                </a:lnTo>
                <a:lnTo>
                  <a:pt x="16035" y="7519"/>
                </a:lnTo>
                <a:lnTo>
                  <a:pt x="16084" y="6959"/>
                </a:lnTo>
                <a:lnTo>
                  <a:pt x="16084" y="6424"/>
                </a:lnTo>
                <a:lnTo>
                  <a:pt x="16011" y="5864"/>
                </a:lnTo>
                <a:lnTo>
                  <a:pt x="15913" y="5329"/>
                </a:lnTo>
                <a:lnTo>
                  <a:pt x="15792" y="4867"/>
                </a:lnTo>
                <a:lnTo>
                  <a:pt x="15694" y="4575"/>
                </a:lnTo>
                <a:lnTo>
                  <a:pt x="15597" y="4307"/>
                </a:lnTo>
                <a:lnTo>
                  <a:pt x="15451" y="4040"/>
                </a:lnTo>
                <a:lnTo>
                  <a:pt x="15305" y="3821"/>
                </a:lnTo>
                <a:lnTo>
                  <a:pt x="15232" y="3723"/>
                </a:lnTo>
                <a:lnTo>
                  <a:pt x="15135" y="3650"/>
                </a:lnTo>
                <a:lnTo>
                  <a:pt x="15037" y="3577"/>
                </a:lnTo>
                <a:lnTo>
                  <a:pt x="14940" y="3529"/>
                </a:lnTo>
                <a:close/>
                <a:moveTo>
                  <a:pt x="7324" y="1168"/>
                </a:moveTo>
                <a:lnTo>
                  <a:pt x="7300" y="1363"/>
                </a:lnTo>
                <a:lnTo>
                  <a:pt x="7275" y="1582"/>
                </a:lnTo>
                <a:lnTo>
                  <a:pt x="7300" y="1971"/>
                </a:lnTo>
                <a:lnTo>
                  <a:pt x="7348" y="2653"/>
                </a:lnTo>
                <a:lnTo>
                  <a:pt x="7373" y="2993"/>
                </a:lnTo>
                <a:lnTo>
                  <a:pt x="7397" y="3334"/>
                </a:lnTo>
                <a:lnTo>
                  <a:pt x="7397" y="4794"/>
                </a:lnTo>
                <a:lnTo>
                  <a:pt x="7397" y="6254"/>
                </a:lnTo>
                <a:lnTo>
                  <a:pt x="7397" y="6789"/>
                </a:lnTo>
                <a:lnTo>
                  <a:pt x="7373" y="7324"/>
                </a:lnTo>
                <a:lnTo>
                  <a:pt x="7397" y="7884"/>
                </a:lnTo>
                <a:lnTo>
                  <a:pt x="7446" y="8127"/>
                </a:lnTo>
                <a:lnTo>
                  <a:pt x="7494" y="8395"/>
                </a:lnTo>
                <a:lnTo>
                  <a:pt x="7470" y="8444"/>
                </a:lnTo>
                <a:lnTo>
                  <a:pt x="7519" y="8492"/>
                </a:lnTo>
                <a:lnTo>
                  <a:pt x="7567" y="8565"/>
                </a:lnTo>
                <a:lnTo>
                  <a:pt x="7640" y="8614"/>
                </a:lnTo>
                <a:lnTo>
                  <a:pt x="7786" y="8614"/>
                </a:lnTo>
                <a:lnTo>
                  <a:pt x="8078" y="8663"/>
                </a:lnTo>
                <a:lnTo>
                  <a:pt x="9003" y="8663"/>
                </a:lnTo>
                <a:lnTo>
                  <a:pt x="9952" y="8736"/>
                </a:lnTo>
                <a:lnTo>
                  <a:pt x="10414" y="8760"/>
                </a:lnTo>
                <a:lnTo>
                  <a:pt x="10901" y="8784"/>
                </a:lnTo>
                <a:lnTo>
                  <a:pt x="11899" y="8760"/>
                </a:lnTo>
                <a:lnTo>
                  <a:pt x="12872" y="8736"/>
                </a:lnTo>
                <a:lnTo>
                  <a:pt x="13869" y="8711"/>
                </a:lnTo>
                <a:lnTo>
                  <a:pt x="14867" y="8736"/>
                </a:lnTo>
                <a:lnTo>
                  <a:pt x="14794" y="9052"/>
                </a:lnTo>
                <a:lnTo>
                  <a:pt x="14721" y="9368"/>
                </a:lnTo>
                <a:lnTo>
                  <a:pt x="14697" y="9685"/>
                </a:lnTo>
                <a:lnTo>
                  <a:pt x="14672" y="10025"/>
                </a:lnTo>
                <a:lnTo>
                  <a:pt x="14648" y="10293"/>
                </a:lnTo>
                <a:lnTo>
                  <a:pt x="14599" y="10536"/>
                </a:lnTo>
                <a:lnTo>
                  <a:pt x="14526" y="10780"/>
                </a:lnTo>
                <a:lnTo>
                  <a:pt x="14453" y="11023"/>
                </a:lnTo>
                <a:lnTo>
                  <a:pt x="14356" y="11266"/>
                </a:lnTo>
                <a:lnTo>
                  <a:pt x="14234" y="11485"/>
                </a:lnTo>
                <a:lnTo>
                  <a:pt x="13967" y="11923"/>
                </a:lnTo>
                <a:lnTo>
                  <a:pt x="13699" y="12337"/>
                </a:lnTo>
                <a:lnTo>
                  <a:pt x="13383" y="12750"/>
                </a:lnTo>
                <a:lnTo>
                  <a:pt x="12775" y="13529"/>
                </a:lnTo>
                <a:lnTo>
                  <a:pt x="12580" y="13748"/>
                </a:lnTo>
                <a:lnTo>
                  <a:pt x="12385" y="13943"/>
                </a:lnTo>
                <a:lnTo>
                  <a:pt x="12166" y="14113"/>
                </a:lnTo>
                <a:lnTo>
                  <a:pt x="11947" y="14283"/>
                </a:lnTo>
                <a:lnTo>
                  <a:pt x="11485" y="14575"/>
                </a:lnTo>
                <a:lnTo>
                  <a:pt x="10998" y="14819"/>
                </a:lnTo>
                <a:lnTo>
                  <a:pt x="10536" y="15062"/>
                </a:lnTo>
                <a:lnTo>
                  <a:pt x="10074" y="15257"/>
                </a:lnTo>
                <a:lnTo>
                  <a:pt x="9587" y="15403"/>
                </a:lnTo>
                <a:lnTo>
                  <a:pt x="9100" y="15549"/>
                </a:lnTo>
                <a:lnTo>
                  <a:pt x="8614" y="15646"/>
                </a:lnTo>
                <a:lnTo>
                  <a:pt x="8127" y="15695"/>
                </a:lnTo>
                <a:lnTo>
                  <a:pt x="7616" y="15719"/>
                </a:lnTo>
                <a:lnTo>
                  <a:pt x="7105" y="15695"/>
                </a:lnTo>
                <a:lnTo>
                  <a:pt x="6618" y="15622"/>
                </a:lnTo>
                <a:lnTo>
                  <a:pt x="6132" y="15524"/>
                </a:lnTo>
                <a:lnTo>
                  <a:pt x="5669" y="15378"/>
                </a:lnTo>
                <a:lnTo>
                  <a:pt x="5207" y="15184"/>
                </a:lnTo>
                <a:lnTo>
                  <a:pt x="4745" y="14989"/>
                </a:lnTo>
                <a:lnTo>
                  <a:pt x="4331" y="14746"/>
                </a:lnTo>
                <a:lnTo>
                  <a:pt x="3893" y="14502"/>
                </a:lnTo>
                <a:lnTo>
                  <a:pt x="3504" y="14235"/>
                </a:lnTo>
                <a:lnTo>
                  <a:pt x="3090" y="13943"/>
                </a:lnTo>
                <a:lnTo>
                  <a:pt x="2725" y="13626"/>
                </a:lnTo>
                <a:lnTo>
                  <a:pt x="2360" y="13310"/>
                </a:lnTo>
                <a:lnTo>
                  <a:pt x="2020" y="12945"/>
                </a:lnTo>
                <a:lnTo>
                  <a:pt x="1728" y="12580"/>
                </a:lnTo>
                <a:lnTo>
                  <a:pt x="1436" y="12191"/>
                </a:lnTo>
                <a:lnTo>
                  <a:pt x="1192" y="11777"/>
                </a:lnTo>
                <a:lnTo>
                  <a:pt x="973" y="11339"/>
                </a:lnTo>
                <a:lnTo>
                  <a:pt x="803" y="10901"/>
                </a:lnTo>
                <a:lnTo>
                  <a:pt x="657" y="10463"/>
                </a:lnTo>
                <a:lnTo>
                  <a:pt x="560" y="10001"/>
                </a:lnTo>
                <a:lnTo>
                  <a:pt x="487" y="9539"/>
                </a:lnTo>
                <a:lnTo>
                  <a:pt x="462" y="9076"/>
                </a:lnTo>
                <a:lnTo>
                  <a:pt x="438" y="8614"/>
                </a:lnTo>
                <a:lnTo>
                  <a:pt x="462" y="8152"/>
                </a:lnTo>
                <a:lnTo>
                  <a:pt x="511" y="7689"/>
                </a:lnTo>
                <a:lnTo>
                  <a:pt x="560" y="7251"/>
                </a:lnTo>
                <a:lnTo>
                  <a:pt x="633" y="6789"/>
                </a:lnTo>
                <a:lnTo>
                  <a:pt x="754" y="6327"/>
                </a:lnTo>
                <a:lnTo>
                  <a:pt x="876" y="5864"/>
                </a:lnTo>
                <a:lnTo>
                  <a:pt x="1022" y="5426"/>
                </a:lnTo>
                <a:lnTo>
                  <a:pt x="1192" y="4988"/>
                </a:lnTo>
                <a:lnTo>
                  <a:pt x="1411" y="4575"/>
                </a:lnTo>
                <a:lnTo>
                  <a:pt x="1655" y="4210"/>
                </a:lnTo>
                <a:lnTo>
                  <a:pt x="1947" y="3821"/>
                </a:lnTo>
                <a:lnTo>
                  <a:pt x="2263" y="3456"/>
                </a:lnTo>
                <a:lnTo>
                  <a:pt x="2604" y="3139"/>
                </a:lnTo>
                <a:lnTo>
                  <a:pt x="2969" y="2823"/>
                </a:lnTo>
                <a:lnTo>
                  <a:pt x="3358" y="2531"/>
                </a:lnTo>
                <a:lnTo>
                  <a:pt x="3772" y="2263"/>
                </a:lnTo>
                <a:lnTo>
                  <a:pt x="4185" y="1996"/>
                </a:lnTo>
                <a:lnTo>
                  <a:pt x="4575" y="1752"/>
                </a:lnTo>
                <a:lnTo>
                  <a:pt x="4891" y="1582"/>
                </a:lnTo>
                <a:lnTo>
                  <a:pt x="5231" y="1460"/>
                </a:lnTo>
                <a:lnTo>
                  <a:pt x="5572" y="1387"/>
                </a:lnTo>
                <a:lnTo>
                  <a:pt x="5913" y="1314"/>
                </a:lnTo>
                <a:lnTo>
                  <a:pt x="6253" y="1266"/>
                </a:lnTo>
                <a:lnTo>
                  <a:pt x="6618" y="1217"/>
                </a:lnTo>
                <a:lnTo>
                  <a:pt x="7324" y="1168"/>
                </a:lnTo>
                <a:close/>
                <a:moveTo>
                  <a:pt x="7592" y="755"/>
                </a:moveTo>
                <a:lnTo>
                  <a:pt x="7519" y="779"/>
                </a:lnTo>
                <a:lnTo>
                  <a:pt x="7470" y="828"/>
                </a:lnTo>
                <a:lnTo>
                  <a:pt x="7008" y="803"/>
                </a:lnTo>
                <a:lnTo>
                  <a:pt x="6545" y="828"/>
                </a:lnTo>
                <a:lnTo>
                  <a:pt x="6107" y="876"/>
                </a:lnTo>
                <a:lnTo>
                  <a:pt x="5669" y="974"/>
                </a:lnTo>
                <a:lnTo>
                  <a:pt x="5231" y="1095"/>
                </a:lnTo>
                <a:lnTo>
                  <a:pt x="4818" y="1241"/>
                </a:lnTo>
                <a:lnTo>
                  <a:pt x="4404" y="1412"/>
                </a:lnTo>
                <a:lnTo>
                  <a:pt x="3991" y="1606"/>
                </a:lnTo>
                <a:lnTo>
                  <a:pt x="3601" y="1850"/>
                </a:lnTo>
                <a:lnTo>
                  <a:pt x="3212" y="2093"/>
                </a:lnTo>
                <a:lnTo>
                  <a:pt x="2847" y="2361"/>
                </a:lnTo>
                <a:lnTo>
                  <a:pt x="2506" y="2653"/>
                </a:lnTo>
                <a:lnTo>
                  <a:pt x="2166" y="2969"/>
                </a:lnTo>
                <a:lnTo>
                  <a:pt x="1849" y="3285"/>
                </a:lnTo>
                <a:lnTo>
                  <a:pt x="1557" y="3626"/>
                </a:lnTo>
                <a:lnTo>
                  <a:pt x="1265" y="3991"/>
                </a:lnTo>
                <a:lnTo>
                  <a:pt x="1046" y="4332"/>
                </a:lnTo>
                <a:lnTo>
                  <a:pt x="852" y="4721"/>
                </a:lnTo>
                <a:lnTo>
                  <a:pt x="681" y="5110"/>
                </a:lnTo>
                <a:lnTo>
                  <a:pt x="535" y="5524"/>
                </a:lnTo>
                <a:lnTo>
                  <a:pt x="414" y="5962"/>
                </a:lnTo>
                <a:lnTo>
                  <a:pt x="292" y="6375"/>
                </a:lnTo>
                <a:lnTo>
                  <a:pt x="146" y="7203"/>
                </a:lnTo>
                <a:lnTo>
                  <a:pt x="73" y="7641"/>
                </a:lnTo>
                <a:lnTo>
                  <a:pt x="24" y="8054"/>
                </a:lnTo>
                <a:lnTo>
                  <a:pt x="0" y="8468"/>
                </a:lnTo>
                <a:lnTo>
                  <a:pt x="0" y="8906"/>
                </a:lnTo>
                <a:lnTo>
                  <a:pt x="24" y="9320"/>
                </a:lnTo>
                <a:lnTo>
                  <a:pt x="73" y="9733"/>
                </a:lnTo>
                <a:lnTo>
                  <a:pt x="122" y="10171"/>
                </a:lnTo>
                <a:lnTo>
                  <a:pt x="219" y="10585"/>
                </a:lnTo>
                <a:lnTo>
                  <a:pt x="341" y="11023"/>
                </a:lnTo>
                <a:lnTo>
                  <a:pt x="487" y="11437"/>
                </a:lnTo>
                <a:lnTo>
                  <a:pt x="681" y="11826"/>
                </a:lnTo>
                <a:lnTo>
                  <a:pt x="900" y="12215"/>
                </a:lnTo>
                <a:lnTo>
                  <a:pt x="1119" y="12604"/>
                </a:lnTo>
                <a:lnTo>
                  <a:pt x="1387" y="12969"/>
                </a:lnTo>
                <a:lnTo>
                  <a:pt x="1679" y="13310"/>
                </a:lnTo>
                <a:lnTo>
                  <a:pt x="1995" y="13626"/>
                </a:lnTo>
                <a:lnTo>
                  <a:pt x="2312" y="13943"/>
                </a:lnTo>
                <a:lnTo>
                  <a:pt x="2652" y="14235"/>
                </a:lnTo>
                <a:lnTo>
                  <a:pt x="3017" y="14527"/>
                </a:lnTo>
                <a:lnTo>
                  <a:pt x="3382" y="14770"/>
                </a:lnTo>
                <a:lnTo>
                  <a:pt x="3772" y="15013"/>
                </a:lnTo>
                <a:lnTo>
                  <a:pt x="4161" y="15232"/>
                </a:lnTo>
                <a:lnTo>
                  <a:pt x="4550" y="15451"/>
                </a:lnTo>
                <a:lnTo>
                  <a:pt x="4964" y="15622"/>
                </a:lnTo>
                <a:lnTo>
                  <a:pt x="5377" y="15792"/>
                </a:lnTo>
                <a:lnTo>
                  <a:pt x="5791" y="15938"/>
                </a:lnTo>
                <a:lnTo>
                  <a:pt x="6229" y="16060"/>
                </a:lnTo>
                <a:lnTo>
                  <a:pt x="6667" y="16133"/>
                </a:lnTo>
                <a:lnTo>
                  <a:pt x="7105" y="16206"/>
                </a:lnTo>
                <a:lnTo>
                  <a:pt x="7543" y="16230"/>
                </a:lnTo>
                <a:lnTo>
                  <a:pt x="8005" y="16230"/>
                </a:lnTo>
                <a:lnTo>
                  <a:pt x="8443" y="16206"/>
                </a:lnTo>
                <a:lnTo>
                  <a:pt x="8906" y="16157"/>
                </a:lnTo>
                <a:lnTo>
                  <a:pt x="9368" y="16035"/>
                </a:lnTo>
                <a:lnTo>
                  <a:pt x="9830" y="15914"/>
                </a:lnTo>
                <a:lnTo>
                  <a:pt x="10293" y="15743"/>
                </a:lnTo>
                <a:lnTo>
                  <a:pt x="10731" y="15573"/>
                </a:lnTo>
                <a:lnTo>
                  <a:pt x="11169" y="15354"/>
                </a:lnTo>
                <a:lnTo>
                  <a:pt x="11582" y="15135"/>
                </a:lnTo>
                <a:lnTo>
                  <a:pt x="11996" y="14892"/>
                </a:lnTo>
                <a:lnTo>
                  <a:pt x="12385" y="14624"/>
                </a:lnTo>
                <a:lnTo>
                  <a:pt x="12750" y="14332"/>
                </a:lnTo>
                <a:lnTo>
                  <a:pt x="13091" y="13991"/>
                </a:lnTo>
                <a:lnTo>
                  <a:pt x="13407" y="13626"/>
                </a:lnTo>
                <a:lnTo>
                  <a:pt x="13699" y="13237"/>
                </a:lnTo>
                <a:lnTo>
                  <a:pt x="13991" y="12848"/>
                </a:lnTo>
                <a:lnTo>
                  <a:pt x="14502" y="12069"/>
                </a:lnTo>
                <a:lnTo>
                  <a:pt x="14721" y="11680"/>
                </a:lnTo>
                <a:lnTo>
                  <a:pt x="14916" y="11291"/>
                </a:lnTo>
                <a:lnTo>
                  <a:pt x="15037" y="10877"/>
                </a:lnTo>
                <a:lnTo>
                  <a:pt x="15086" y="10658"/>
                </a:lnTo>
                <a:lnTo>
                  <a:pt x="15135" y="10439"/>
                </a:lnTo>
                <a:lnTo>
                  <a:pt x="15208" y="9563"/>
                </a:lnTo>
                <a:lnTo>
                  <a:pt x="15281" y="9149"/>
                </a:lnTo>
                <a:lnTo>
                  <a:pt x="15329" y="8930"/>
                </a:lnTo>
                <a:lnTo>
                  <a:pt x="15378" y="8711"/>
                </a:lnTo>
                <a:lnTo>
                  <a:pt x="15402" y="8687"/>
                </a:lnTo>
                <a:lnTo>
                  <a:pt x="15427" y="8638"/>
                </a:lnTo>
                <a:lnTo>
                  <a:pt x="15451" y="8565"/>
                </a:lnTo>
                <a:lnTo>
                  <a:pt x="15451" y="8492"/>
                </a:lnTo>
                <a:lnTo>
                  <a:pt x="15451" y="8419"/>
                </a:lnTo>
                <a:lnTo>
                  <a:pt x="15402" y="8371"/>
                </a:lnTo>
                <a:lnTo>
                  <a:pt x="15378" y="8322"/>
                </a:lnTo>
                <a:lnTo>
                  <a:pt x="15305" y="8273"/>
                </a:lnTo>
                <a:lnTo>
                  <a:pt x="15232" y="8249"/>
                </a:lnTo>
                <a:lnTo>
                  <a:pt x="14672" y="8225"/>
                </a:lnTo>
                <a:lnTo>
                  <a:pt x="14137" y="8225"/>
                </a:lnTo>
                <a:lnTo>
                  <a:pt x="13067" y="8249"/>
                </a:lnTo>
                <a:lnTo>
                  <a:pt x="11972" y="8273"/>
                </a:lnTo>
                <a:lnTo>
                  <a:pt x="10901" y="8298"/>
                </a:lnTo>
                <a:lnTo>
                  <a:pt x="10414" y="8273"/>
                </a:lnTo>
                <a:lnTo>
                  <a:pt x="9952" y="8249"/>
                </a:lnTo>
                <a:lnTo>
                  <a:pt x="9003" y="8200"/>
                </a:lnTo>
                <a:lnTo>
                  <a:pt x="8492" y="8152"/>
                </a:lnTo>
                <a:lnTo>
                  <a:pt x="8224" y="8127"/>
                </a:lnTo>
                <a:lnTo>
                  <a:pt x="7957" y="8152"/>
                </a:lnTo>
                <a:lnTo>
                  <a:pt x="7957" y="7738"/>
                </a:lnTo>
                <a:lnTo>
                  <a:pt x="7932" y="7300"/>
                </a:lnTo>
                <a:lnTo>
                  <a:pt x="7884" y="6448"/>
                </a:lnTo>
                <a:lnTo>
                  <a:pt x="7859" y="5086"/>
                </a:lnTo>
                <a:lnTo>
                  <a:pt x="7835" y="3699"/>
                </a:lnTo>
                <a:lnTo>
                  <a:pt x="7835" y="3042"/>
                </a:lnTo>
                <a:lnTo>
                  <a:pt x="7786" y="2385"/>
                </a:lnTo>
                <a:lnTo>
                  <a:pt x="7738" y="2093"/>
                </a:lnTo>
                <a:lnTo>
                  <a:pt x="7713" y="1728"/>
                </a:lnTo>
                <a:lnTo>
                  <a:pt x="7713" y="1533"/>
                </a:lnTo>
                <a:lnTo>
                  <a:pt x="7713" y="1363"/>
                </a:lnTo>
                <a:lnTo>
                  <a:pt x="7738" y="1193"/>
                </a:lnTo>
                <a:lnTo>
                  <a:pt x="7786" y="1071"/>
                </a:lnTo>
                <a:lnTo>
                  <a:pt x="7811" y="998"/>
                </a:lnTo>
                <a:lnTo>
                  <a:pt x="7811" y="925"/>
                </a:lnTo>
                <a:lnTo>
                  <a:pt x="7786" y="852"/>
                </a:lnTo>
                <a:lnTo>
                  <a:pt x="7738" y="803"/>
                </a:lnTo>
                <a:lnTo>
                  <a:pt x="7665" y="779"/>
                </a:lnTo>
                <a:lnTo>
                  <a:pt x="7592" y="755"/>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45" name="Google Shape;845;p39"/>
          <p:cNvSpPr/>
          <p:nvPr/>
        </p:nvSpPr>
        <p:spPr>
          <a:xfrm>
            <a:off x="3196312" y="3304106"/>
            <a:ext cx="397258" cy="292507"/>
          </a:xfrm>
          <a:custGeom>
            <a:avLst/>
            <a:gdLst/>
            <a:ahLst/>
            <a:cxnLst/>
            <a:rect l="l" t="t" r="r" b="b"/>
            <a:pathLst>
              <a:path w="18177" h="13384" extrusionOk="0">
                <a:moveTo>
                  <a:pt x="10877" y="4039"/>
                </a:moveTo>
                <a:lnTo>
                  <a:pt x="10755" y="4064"/>
                </a:lnTo>
                <a:lnTo>
                  <a:pt x="10707" y="4088"/>
                </a:lnTo>
                <a:lnTo>
                  <a:pt x="10634" y="4112"/>
                </a:lnTo>
                <a:lnTo>
                  <a:pt x="10609" y="4185"/>
                </a:lnTo>
                <a:lnTo>
                  <a:pt x="10561" y="4258"/>
                </a:lnTo>
                <a:lnTo>
                  <a:pt x="10536" y="4331"/>
                </a:lnTo>
                <a:lnTo>
                  <a:pt x="10536" y="4429"/>
                </a:lnTo>
                <a:lnTo>
                  <a:pt x="10561" y="4575"/>
                </a:lnTo>
                <a:lnTo>
                  <a:pt x="10585" y="4623"/>
                </a:lnTo>
                <a:lnTo>
                  <a:pt x="10634" y="4696"/>
                </a:lnTo>
                <a:lnTo>
                  <a:pt x="10707" y="4745"/>
                </a:lnTo>
                <a:lnTo>
                  <a:pt x="10780" y="4769"/>
                </a:lnTo>
                <a:lnTo>
                  <a:pt x="10828" y="4794"/>
                </a:lnTo>
                <a:lnTo>
                  <a:pt x="10999" y="4794"/>
                </a:lnTo>
                <a:lnTo>
                  <a:pt x="11047" y="4769"/>
                </a:lnTo>
                <a:lnTo>
                  <a:pt x="11169" y="4696"/>
                </a:lnTo>
                <a:lnTo>
                  <a:pt x="11266" y="4575"/>
                </a:lnTo>
                <a:lnTo>
                  <a:pt x="11291" y="4502"/>
                </a:lnTo>
                <a:lnTo>
                  <a:pt x="11291" y="4429"/>
                </a:lnTo>
                <a:lnTo>
                  <a:pt x="11291" y="4356"/>
                </a:lnTo>
                <a:lnTo>
                  <a:pt x="11266" y="4283"/>
                </a:lnTo>
                <a:lnTo>
                  <a:pt x="11169" y="4161"/>
                </a:lnTo>
                <a:lnTo>
                  <a:pt x="11120" y="4088"/>
                </a:lnTo>
                <a:lnTo>
                  <a:pt x="11047" y="4064"/>
                </a:lnTo>
                <a:lnTo>
                  <a:pt x="10950" y="4039"/>
                </a:lnTo>
                <a:close/>
                <a:moveTo>
                  <a:pt x="12361" y="3942"/>
                </a:moveTo>
                <a:lnTo>
                  <a:pt x="12288" y="3966"/>
                </a:lnTo>
                <a:lnTo>
                  <a:pt x="12215" y="4015"/>
                </a:lnTo>
                <a:lnTo>
                  <a:pt x="12142" y="4064"/>
                </a:lnTo>
                <a:lnTo>
                  <a:pt x="12093" y="4137"/>
                </a:lnTo>
                <a:lnTo>
                  <a:pt x="12045" y="4210"/>
                </a:lnTo>
                <a:lnTo>
                  <a:pt x="12020" y="4307"/>
                </a:lnTo>
                <a:lnTo>
                  <a:pt x="11996" y="4380"/>
                </a:lnTo>
                <a:lnTo>
                  <a:pt x="12020" y="4477"/>
                </a:lnTo>
                <a:lnTo>
                  <a:pt x="12045" y="4550"/>
                </a:lnTo>
                <a:lnTo>
                  <a:pt x="12093" y="4623"/>
                </a:lnTo>
                <a:lnTo>
                  <a:pt x="12142" y="4696"/>
                </a:lnTo>
                <a:lnTo>
                  <a:pt x="12215" y="4745"/>
                </a:lnTo>
                <a:lnTo>
                  <a:pt x="12288" y="4794"/>
                </a:lnTo>
                <a:lnTo>
                  <a:pt x="12361" y="4818"/>
                </a:lnTo>
                <a:lnTo>
                  <a:pt x="12531" y="4818"/>
                </a:lnTo>
                <a:lnTo>
                  <a:pt x="12629" y="4794"/>
                </a:lnTo>
                <a:lnTo>
                  <a:pt x="12702" y="4745"/>
                </a:lnTo>
                <a:lnTo>
                  <a:pt x="12750" y="4696"/>
                </a:lnTo>
                <a:lnTo>
                  <a:pt x="12823" y="4623"/>
                </a:lnTo>
                <a:lnTo>
                  <a:pt x="12848" y="4550"/>
                </a:lnTo>
                <a:lnTo>
                  <a:pt x="12872" y="4477"/>
                </a:lnTo>
                <a:lnTo>
                  <a:pt x="12896" y="4380"/>
                </a:lnTo>
                <a:lnTo>
                  <a:pt x="12872" y="4307"/>
                </a:lnTo>
                <a:lnTo>
                  <a:pt x="12848" y="4210"/>
                </a:lnTo>
                <a:lnTo>
                  <a:pt x="12823" y="4137"/>
                </a:lnTo>
                <a:lnTo>
                  <a:pt x="12750" y="4064"/>
                </a:lnTo>
                <a:lnTo>
                  <a:pt x="12702" y="4015"/>
                </a:lnTo>
                <a:lnTo>
                  <a:pt x="12629" y="3966"/>
                </a:lnTo>
                <a:lnTo>
                  <a:pt x="12531" y="3942"/>
                </a:lnTo>
                <a:close/>
                <a:moveTo>
                  <a:pt x="11534" y="5013"/>
                </a:moveTo>
                <a:lnTo>
                  <a:pt x="11412" y="5061"/>
                </a:lnTo>
                <a:lnTo>
                  <a:pt x="11315" y="5110"/>
                </a:lnTo>
                <a:lnTo>
                  <a:pt x="11242" y="5232"/>
                </a:lnTo>
                <a:lnTo>
                  <a:pt x="11218" y="5353"/>
                </a:lnTo>
                <a:lnTo>
                  <a:pt x="11242" y="5475"/>
                </a:lnTo>
                <a:lnTo>
                  <a:pt x="11315" y="5572"/>
                </a:lnTo>
                <a:lnTo>
                  <a:pt x="11412" y="5645"/>
                </a:lnTo>
                <a:lnTo>
                  <a:pt x="11534" y="5670"/>
                </a:lnTo>
                <a:lnTo>
                  <a:pt x="11655" y="5645"/>
                </a:lnTo>
                <a:lnTo>
                  <a:pt x="11753" y="5572"/>
                </a:lnTo>
                <a:lnTo>
                  <a:pt x="11826" y="5475"/>
                </a:lnTo>
                <a:lnTo>
                  <a:pt x="11850" y="5353"/>
                </a:lnTo>
                <a:lnTo>
                  <a:pt x="11826" y="5232"/>
                </a:lnTo>
                <a:lnTo>
                  <a:pt x="11753" y="5110"/>
                </a:lnTo>
                <a:lnTo>
                  <a:pt x="11655" y="5061"/>
                </a:lnTo>
                <a:lnTo>
                  <a:pt x="11534" y="5013"/>
                </a:lnTo>
                <a:close/>
                <a:moveTo>
                  <a:pt x="12312" y="5889"/>
                </a:moveTo>
                <a:lnTo>
                  <a:pt x="12239" y="5913"/>
                </a:lnTo>
                <a:lnTo>
                  <a:pt x="12166" y="5937"/>
                </a:lnTo>
                <a:lnTo>
                  <a:pt x="12093" y="5986"/>
                </a:lnTo>
                <a:lnTo>
                  <a:pt x="12045" y="6059"/>
                </a:lnTo>
                <a:lnTo>
                  <a:pt x="12020" y="6132"/>
                </a:lnTo>
                <a:lnTo>
                  <a:pt x="11996" y="6205"/>
                </a:lnTo>
                <a:lnTo>
                  <a:pt x="11996" y="6278"/>
                </a:lnTo>
                <a:lnTo>
                  <a:pt x="11996" y="6351"/>
                </a:lnTo>
                <a:lnTo>
                  <a:pt x="12020" y="6424"/>
                </a:lnTo>
                <a:lnTo>
                  <a:pt x="12045" y="6497"/>
                </a:lnTo>
                <a:lnTo>
                  <a:pt x="12093" y="6570"/>
                </a:lnTo>
                <a:lnTo>
                  <a:pt x="12166" y="6619"/>
                </a:lnTo>
                <a:lnTo>
                  <a:pt x="12239" y="6643"/>
                </a:lnTo>
                <a:lnTo>
                  <a:pt x="12312" y="6667"/>
                </a:lnTo>
                <a:lnTo>
                  <a:pt x="12458" y="6667"/>
                </a:lnTo>
                <a:lnTo>
                  <a:pt x="12531" y="6643"/>
                </a:lnTo>
                <a:lnTo>
                  <a:pt x="12604" y="6619"/>
                </a:lnTo>
                <a:lnTo>
                  <a:pt x="12677" y="6570"/>
                </a:lnTo>
                <a:lnTo>
                  <a:pt x="12726" y="6497"/>
                </a:lnTo>
                <a:lnTo>
                  <a:pt x="12750" y="6424"/>
                </a:lnTo>
                <a:lnTo>
                  <a:pt x="12775" y="6351"/>
                </a:lnTo>
                <a:lnTo>
                  <a:pt x="12799" y="6278"/>
                </a:lnTo>
                <a:lnTo>
                  <a:pt x="12775" y="6205"/>
                </a:lnTo>
                <a:lnTo>
                  <a:pt x="12750" y="6132"/>
                </a:lnTo>
                <a:lnTo>
                  <a:pt x="12726" y="6059"/>
                </a:lnTo>
                <a:lnTo>
                  <a:pt x="12677" y="5986"/>
                </a:lnTo>
                <a:lnTo>
                  <a:pt x="12604" y="5937"/>
                </a:lnTo>
                <a:lnTo>
                  <a:pt x="12531" y="5913"/>
                </a:lnTo>
                <a:lnTo>
                  <a:pt x="12458" y="5889"/>
                </a:lnTo>
                <a:close/>
                <a:moveTo>
                  <a:pt x="10950" y="5889"/>
                </a:moveTo>
                <a:lnTo>
                  <a:pt x="10853" y="5913"/>
                </a:lnTo>
                <a:lnTo>
                  <a:pt x="10780" y="5937"/>
                </a:lnTo>
                <a:lnTo>
                  <a:pt x="10707" y="5986"/>
                </a:lnTo>
                <a:lnTo>
                  <a:pt x="10634" y="6035"/>
                </a:lnTo>
                <a:lnTo>
                  <a:pt x="10585" y="6108"/>
                </a:lnTo>
                <a:lnTo>
                  <a:pt x="10536" y="6181"/>
                </a:lnTo>
                <a:lnTo>
                  <a:pt x="10512" y="6254"/>
                </a:lnTo>
                <a:lnTo>
                  <a:pt x="10488" y="6351"/>
                </a:lnTo>
                <a:lnTo>
                  <a:pt x="10512" y="6424"/>
                </a:lnTo>
                <a:lnTo>
                  <a:pt x="10536" y="6521"/>
                </a:lnTo>
                <a:lnTo>
                  <a:pt x="10585" y="6594"/>
                </a:lnTo>
                <a:lnTo>
                  <a:pt x="10634" y="6643"/>
                </a:lnTo>
                <a:lnTo>
                  <a:pt x="10707" y="6716"/>
                </a:lnTo>
                <a:lnTo>
                  <a:pt x="10780" y="6740"/>
                </a:lnTo>
                <a:lnTo>
                  <a:pt x="10853" y="6765"/>
                </a:lnTo>
                <a:lnTo>
                  <a:pt x="10950" y="6789"/>
                </a:lnTo>
                <a:lnTo>
                  <a:pt x="11023" y="6765"/>
                </a:lnTo>
                <a:lnTo>
                  <a:pt x="11120" y="6740"/>
                </a:lnTo>
                <a:lnTo>
                  <a:pt x="11193" y="6716"/>
                </a:lnTo>
                <a:lnTo>
                  <a:pt x="11242" y="6643"/>
                </a:lnTo>
                <a:lnTo>
                  <a:pt x="11315" y="6594"/>
                </a:lnTo>
                <a:lnTo>
                  <a:pt x="11339" y="6521"/>
                </a:lnTo>
                <a:lnTo>
                  <a:pt x="11364" y="6424"/>
                </a:lnTo>
                <a:lnTo>
                  <a:pt x="11388" y="6351"/>
                </a:lnTo>
                <a:lnTo>
                  <a:pt x="11364" y="6254"/>
                </a:lnTo>
                <a:lnTo>
                  <a:pt x="11339" y="6181"/>
                </a:lnTo>
                <a:lnTo>
                  <a:pt x="11315" y="6108"/>
                </a:lnTo>
                <a:lnTo>
                  <a:pt x="11242" y="6035"/>
                </a:lnTo>
                <a:lnTo>
                  <a:pt x="11193" y="5986"/>
                </a:lnTo>
                <a:lnTo>
                  <a:pt x="11120" y="5937"/>
                </a:lnTo>
                <a:lnTo>
                  <a:pt x="11023" y="5913"/>
                </a:lnTo>
                <a:lnTo>
                  <a:pt x="10950" y="5889"/>
                </a:lnTo>
                <a:close/>
                <a:moveTo>
                  <a:pt x="2799" y="6351"/>
                </a:moveTo>
                <a:lnTo>
                  <a:pt x="2628" y="6546"/>
                </a:lnTo>
                <a:lnTo>
                  <a:pt x="2507" y="6692"/>
                </a:lnTo>
                <a:lnTo>
                  <a:pt x="2166" y="7057"/>
                </a:lnTo>
                <a:lnTo>
                  <a:pt x="2117" y="6740"/>
                </a:lnTo>
                <a:lnTo>
                  <a:pt x="2093" y="6570"/>
                </a:lnTo>
                <a:lnTo>
                  <a:pt x="2044" y="6424"/>
                </a:lnTo>
                <a:lnTo>
                  <a:pt x="2799" y="6351"/>
                </a:lnTo>
                <a:close/>
                <a:moveTo>
                  <a:pt x="11558" y="6813"/>
                </a:moveTo>
                <a:lnTo>
                  <a:pt x="11461" y="6838"/>
                </a:lnTo>
                <a:lnTo>
                  <a:pt x="11388" y="6862"/>
                </a:lnTo>
                <a:lnTo>
                  <a:pt x="11315" y="6911"/>
                </a:lnTo>
                <a:lnTo>
                  <a:pt x="11242" y="6959"/>
                </a:lnTo>
                <a:lnTo>
                  <a:pt x="11169" y="7032"/>
                </a:lnTo>
                <a:lnTo>
                  <a:pt x="11145" y="7105"/>
                </a:lnTo>
                <a:lnTo>
                  <a:pt x="11120" y="7203"/>
                </a:lnTo>
                <a:lnTo>
                  <a:pt x="11096" y="7276"/>
                </a:lnTo>
                <a:lnTo>
                  <a:pt x="11120" y="7373"/>
                </a:lnTo>
                <a:lnTo>
                  <a:pt x="11145" y="7470"/>
                </a:lnTo>
                <a:lnTo>
                  <a:pt x="11169" y="7543"/>
                </a:lnTo>
                <a:lnTo>
                  <a:pt x="11242" y="7616"/>
                </a:lnTo>
                <a:lnTo>
                  <a:pt x="11315" y="7665"/>
                </a:lnTo>
                <a:lnTo>
                  <a:pt x="11388" y="7714"/>
                </a:lnTo>
                <a:lnTo>
                  <a:pt x="11461" y="7738"/>
                </a:lnTo>
                <a:lnTo>
                  <a:pt x="11655" y="7738"/>
                </a:lnTo>
                <a:lnTo>
                  <a:pt x="11728" y="7714"/>
                </a:lnTo>
                <a:lnTo>
                  <a:pt x="11801" y="7665"/>
                </a:lnTo>
                <a:lnTo>
                  <a:pt x="11874" y="7616"/>
                </a:lnTo>
                <a:lnTo>
                  <a:pt x="11947" y="7543"/>
                </a:lnTo>
                <a:lnTo>
                  <a:pt x="11972" y="7470"/>
                </a:lnTo>
                <a:lnTo>
                  <a:pt x="11996" y="7373"/>
                </a:lnTo>
                <a:lnTo>
                  <a:pt x="12020" y="7276"/>
                </a:lnTo>
                <a:lnTo>
                  <a:pt x="11996" y="7203"/>
                </a:lnTo>
                <a:lnTo>
                  <a:pt x="11972" y="7105"/>
                </a:lnTo>
                <a:lnTo>
                  <a:pt x="11947" y="7032"/>
                </a:lnTo>
                <a:lnTo>
                  <a:pt x="11874" y="6959"/>
                </a:lnTo>
                <a:lnTo>
                  <a:pt x="11801" y="6911"/>
                </a:lnTo>
                <a:lnTo>
                  <a:pt x="11728" y="6862"/>
                </a:lnTo>
                <a:lnTo>
                  <a:pt x="11655" y="6838"/>
                </a:lnTo>
                <a:lnTo>
                  <a:pt x="11558" y="6813"/>
                </a:lnTo>
                <a:close/>
                <a:moveTo>
                  <a:pt x="3918" y="6327"/>
                </a:moveTo>
                <a:lnTo>
                  <a:pt x="3845" y="6375"/>
                </a:lnTo>
                <a:lnTo>
                  <a:pt x="3553" y="6667"/>
                </a:lnTo>
                <a:lnTo>
                  <a:pt x="3285" y="6959"/>
                </a:lnTo>
                <a:lnTo>
                  <a:pt x="2726" y="7592"/>
                </a:lnTo>
                <a:lnTo>
                  <a:pt x="2434" y="7908"/>
                </a:lnTo>
                <a:lnTo>
                  <a:pt x="2263" y="8103"/>
                </a:lnTo>
                <a:lnTo>
                  <a:pt x="2117" y="8298"/>
                </a:lnTo>
                <a:lnTo>
                  <a:pt x="2166" y="7543"/>
                </a:lnTo>
                <a:lnTo>
                  <a:pt x="2239" y="7519"/>
                </a:lnTo>
                <a:lnTo>
                  <a:pt x="2312" y="7470"/>
                </a:lnTo>
                <a:lnTo>
                  <a:pt x="2482" y="7349"/>
                </a:lnTo>
                <a:lnTo>
                  <a:pt x="2726" y="7081"/>
                </a:lnTo>
                <a:lnTo>
                  <a:pt x="3066" y="6716"/>
                </a:lnTo>
                <a:lnTo>
                  <a:pt x="3212" y="6594"/>
                </a:lnTo>
                <a:lnTo>
                  <a:pt x="3310" y="6448"/>
                </a:lnTo>
                <a:lnTo>
                  <a:pt x="3358" y="6400"/>
                </a:lnTo>
                <a:lnTo>
                  <a:pt x="3358" y="6327"/>
                </a:lnTo>
                <a:close/>
                <a:moveTo>
                  <a:pt x="12312" y="7860"/>
                </a:moveTo>
                <a:lnTo>
                  <a:pt x="12239" y="7884"/>
                </a:lnTo>
                <a:lnTo>
                  <a:pt x="12166" y="7908"/>
                </a:lnTo>
                <a:lnTo>
                  <a:pt x="12093" y="7957"/>
                </a:lnTo>
                <a:lnTo>
                  <a:pt x="12045" y="8006"/>
                </a:lnTo>
                <a:lnTo>
                  <a:pt x="11996" y="8079"/>
                </a:lnTo>
                <a:lnTo>
                  <a:pt x="11972" y="8152"/>
                </a:lnTo>
                <a:lnTo>
                  <a:pt x="11947" y="8273"/>
                </a:lnTo>
                <a:lnTo>
                  <a:pt x="11972" y="8395"/>
                </a:lnTo>
                <a:lnTo>
                  <a:pt x="12045" y="8517"/>
                </a:lnTo>
                <a:lnTo>
                  <a:pt x="12142" y="8590"/>
                </a:lnTo>
                <a:lnTo>
                  <a:pt x="12215" y="8638"/>
                </a:lnTo>
                <a:lnTo>
                  <a:pt x="12458" y="8638"/>
                </a:lnTo>
                <a:lnTo>
                  <a:pt x="12556" y="8590"/>
                </a:lnTo>
                <a:lnTo>
                  <a:pt x="12629" y="8541"/>
                </a:lnTo>
                <a:lnTo>
                  <a:pt x="12653" y="8517"/>
                </a:lnTo>
                <a:lnTo>
                  <a:pt x="12726" y="8444"/>
                </a:lnTo>
                <a:lnTo>
                  <a:pt x="12750" y="8346"/>
                </a:lnTo>
                <a:lnTo>
                  <a:pt x="12775" y="8225"/>
                </a:lnTo>
                <a:lnTo>
                  <a:pt x="12726" y="8103"/>
                </a:lnTo>
                <a:lnTo>
                  <a:pt x="12653" y="7981"/>
                </a:lnTo>
                <a:lnTo>
                  <a:pt x="12556" y="7908"/>
                </a:lnTo>
                <a:lnTo>
                  <a:pt x="12483" y="7860"/>
                </a:lnTo>
                <a:close/>
                <a:moveTo>
                  <a:pt x="10974" y="7981"/>
                </a:moveTo>
                <a:lnTo>
                  <a:pt x="10877" y="8006"/>
                </a:lnTo>
                <a:lnTo>
                  <a:pt x="10804" y="8030"/>
                </a:lnTo>
                <a:lnTo>
                  <a:pt x="10682" y="8127"/>
                </a:lnTo>
                <a:lnTo>
                  <a:pt x="10609" y="8225"/>
                </a:lnTo>
                <a:lnTo>
                  <a:pt x="10561" y="8346"/>
                </a:lnTo>
                <a:lnTo>
                  <a:pt x="10585" y="8492"/>
                </a:lnTo>
                <a:lnTo>
                  <a:pt x="10609" y="8590"/>
                </a:lnTo>
                <a:lnTo>
                  <a:pt x="10682" y="8663"/>
                </a:lnTo>
                <a:lnTo>
                  <a:pt x="10755" y="8711"/>
                </a:lnTo>
                <a:lnTo>
                  <a:pt x="10853" y="8736"/>
                </a:lnTo>
                <a:lnTo>
                  <a:pt x="10853" y="8760"/>
                </a:lnTo>
                <a:lnTo>
                  <a:pt x="10999" y="8760"/>
                </a:lnTo>
                <a:lnTo>
                  <a:pt x="11145" y="8736"/>
                </a:lnTo>
                <a:lnTo>
                  <a:pt x="11218" y="8711"/>
                </a:lnTo>
                <a:lnTo>
                  <a:pt x="11266" y="8638"/>
                </a:lnTo>
                <a:lnTo>
                  <a:pt x="11339" y="8565"/>
                </a:lnTo>
                <a:lnTo>
                  <a:pt x="11364" y="8468"/>
                </a:lnTo>
                <a:lnTo>
                  <a:pt x="11388" y="8371"/>
                </a:lnTo>
                <a:lnTo>
                  <a:pt x="11364" y="8273"/>
                </a:lnTo>
                <a:lnTo>
                  <a:pt x="11339" y="8176"/>
                </a:lnTo>
                <a:lnTo>
                  <a:pt x="11291" y="8127"/>
                </a:lnTo>
                <a:lnTo>
                  <a:pt x="11218" y="8054"/>
                </a:lnTo>
                <a:lnTo>
                  <a:pt x="11145" y="8006"/>
                </a:lnTo>
                <a:lnTo>
                  <a:pt x="11047" y="7981"/>
                </a:lnTo>
                <a:close/>
                <a:moveTo>
                  <a:pt x="11704" y="8882"/>
                </a:moveTo>
                <a:lnTo>
                  <a:pt x="11631" y="8906"/>
                </a:lnTo>
                <a:lnTo>
                  <a:pt x="11558" y="8930"/>
                </a:lnTo>
                <a:lnTo>
                  <a:pt x="11485" y="8955"/>
                </a:lnTo>
                <a:lnTo>
                  <a:pt x="11437" y="9003"/>
                </a:lnTo>
                <a:lnTo>
                  <a:pt x="11364" y="9101"/>
                </a:lnTo>
                <a:lnTo>
                  <a:pt x="11339" y="9198"/>
                </a:lnTo>
                <a:lnTo>
                  <a:pt x="11315" y="9295"/>
                </a:lnTo>
                <a:lnTo>
                  <a:pt x="11315" y="9393"/>
                </a:lnTo>
                <a:lnTo>
                  <a:pt x="11364" y="9490"/>
                </a:lnTo>
                <a:lnTo>
                  <a:pt x="11437" y="9587"/>
                </a:lnTo>
                <a:lnTo>
                  <a:pt x="11510" y="9636"/>
                </a:lnTo>
                <a:lnTo>
                  <a:pt x="11607" y="9685"/>
                </a:lnTo>
                <a:lnTo>
                  <a:pt x="11850" y="9685"/>
                </a:lnTo>
                <a:lnTo>
                  <a:pt x="11899" y="9636"/>
                </a:lnTo>
                <a:lnTo>
                  <a:pt x="11996" y="9587"/>
                </a:lnTo>
                <a:lnTo>
                  <a:pt x="12045" y="9514"/>
                </a:lnTo>
                <a:lnTo>
                  <a:pt x="12093" y="9393"/>
                </a:lnTo>
                <a:lnTo>
                  <a:pt x="12093" y="9295"/>
                </a:lnTo>
                <a:lnTo>
                  <a:pt x="12093" y="9222"/>
                </a:lnTo>
                <a:lnTo>
                  <a:pt x="12069" y="9125"/>
                </a:lnTo>
                <a:lnTo>
                  <a:pt x="11996" y="9003"/>
                </a:lnTo>
                <a:lnTo>
                  <a:pt x="11923" y="8955"/>
                </a:lnTo>
                <a:lnTo>
                  <a:pt x="11850" y="8930"/>
                </a:lnTo>
                <a:lnTo>
                  <a:pt x="11777" y="8906"/>
                </a:lnTo>
                <a:lnTo>
                  <a:pt x="11704" y="8882"/>
                </a:lnTo>
                <a:close/>
                <a:moveTo>
                  <a:pt x="4112" y="6327"/>
                </a:moveTo>
                <a:lnTo>
                  <a:pt x="4745" y="6375"/>
                </a:lnTo>
                <a:lnTo>
                  <a:pt x="4721" y="6619"/>
                </a:lnTo>
                <a:lnTo>
                  <a:pt x="4721" y="6886"/>
                </a:lnTo>
                <a:lnTo>
                  <a:pt x="4648" y="6886"/>
                </a:lnTo>
                <a:lnTo>
                  <a:pt x="4477" y="6959"/>
                </a:lnTo>
                <a:lnTo>
                  <a:pt x="4380" y="7081"/>
                </a:lnTo>
                <a:lnTo>
                  <a:pt x="4161" y="7349"/>
                </a:lnTo>
                <a:lnTo>
                  <a:pt x="3431" y="8249"/>
                </a:lnTo>
                <a:lnTo>
                  <a:pt x="3091" y="8590"/>
                </a:lnTo>
                <a:lnTo>
                  <a:pt x="2750" y="8955"/>
                </a:lnTo>
                <a:lnTo>
                  <a:pt x="2409" y="9344"/>
                </a:lnTo>
                <a:lnTo>
                  <a:pt x="2239" y="9539"/>
                </a:lnTo>
                <a:lnTo>
                  <a:pt x="2117" y="9733"/>
                </a:lnTo>
                <a:lnTo>
                  <a:pt x="2117" y="8736"/>
                </a:lnTo>
                <a:lnTo>
                  <a:pt x="2239" y="8687"/>
                </a:lnTo>
                <a:lnTo>
                  <a:pt x="2385" y="8614"/>
                </a:lnTo>
                <a:lnTo>
                  <a:pt x="2507" y="8517"/>
                </a:lnTo>
                <a:lnTo>
                  <a:pt x="2628" y="8371"/>
                </a:lnTo>
                <a:lnTo>
                  <a:pt x="2823" y="8127"/>
                </a:lnTo>
                <a:lnTo>
                  <a:pt x="3018" y="7884"/>
                </a:lnTo>
                <a:lnTo>
                  <a:pt x="3577" y="7276"/>
                </a:lnTo>
                <a:lnTo>
                  <a:pt x="3869" y="6959"/>
                </a:lnTo>
                <a:lnTo>
                  <a:pt x="4161" y="6667"/>
                </a:lnTo>
                <a:lnTo>
                  <a:pt x="4210" y="6619"/>
                </a:lnTo>
                <a:lnTo>
                  <a:pt x="4234" y="6570"/>
                </a:lnTo>
                <a:lnTo>
                  <a:pt x="4234" y="6521"/>
                </a:lnTo>
                <a:lnTo>
                  <a:pt x="4210" y="6448"/>
                </a:lnTo>
                <a:lnTo>
                  <a:pt x="4185" y="6375"/>
                </a:lnTo>
                <a:lnTo>
                  <a:pt x="4112" y="6327"/>
                </a:lnTo>
                <a:close/>
                <a:moveTo>
                  <a:pt x="12239" y="9709"/>
                </a:moveTo>
                <a:lnTo>
                  <a:pt x="12166" y="9733"/>
                </a:lnTo>
                <a:lnTo>
                  <a:pt x="12093" y="9782"/>
                </a:lnTo>
                <a:lnTo>
                  <a:pt x="12020" y="9831"/>
                </a:lnTo>
                <a:lnTo>
                  <a:pt x="11972" y="9879"/>
                </a:lnTo>
                <a:lnTo>
                  <a:pt x="11947" y="9952"/>
                </a:lnTo>
                <a:lnTo>
                  <a:pt x="11923" y="10025"/>
                </a:lnTo>
                <a:lnTo>
                  <a:pt x="11923" y="10098"/>
                </a:lnTo>
                <a:lnTo>
                  <a:pt x="11923" y="10196"/>
                </a:lnTo>
                <a:lnTo>
                  <a:pt x="11947" y="10269"/>
                </a:lnTo>
                <a:lnTo>
                  <a:pt x="11972" y="10342"/>
                </a:lnTo>
                <a:lnTo>
                  <a:pt x="12020" y="10390"/>
                </a:lnTo>
                <a:lnTo>
                  <a:pt x="12093" y="10439"/>
                </a:lnTo>
                <a:lnTo>
                  <a:pt x="12166" y="10488"/>
                </a:lnTo>
                <a:lnTo>
                  <a:pt x="12239" y="10512"/>
                </a:lnTo>
                <a:lnTo>
                  <a:pt x="12385" y="10512"/>
                </a:lnTo>
                <a:lnTo>
                  <a:pt x="12483" y="10488"/>
                </a:lnTo>
                <a:lnTo>
                  <a:pt x="12531" y="10439"/>
                </a:lnTo>
                <a:lnTo>
                  <a:pt x="12604" y="10390"/>
                </a:lnTo>
                <a:lnTo>
                  <a:pt x="12653" y="10342"/>
                </a:lnTo>
                <a:lnTo>
                  <a:pt x="12677" y="10269"/>
                </a:lnTo>
                <a:lnTo>
                  <a:pt x="12702" y="10196"/>
                </a:lnTo>
                <a:lnTo>
                  <a:pt x="12726" y="10098"/>
                </a:lnTo>
                <a:lnTo>
                  <a:pt x="12702" y="10025"/>
                </a:lnTo>
                <a:lnTo>
                  <a:pt x="12677" y="9952"/>
                </a:lnTo>
                <a:lnTo>
                  <a:pt x="12653" y="9879"/>
                </a:lnTo>
                <a:lnTo>
                  <a:pt x="12604" y="9831"/>
                </a:lnTo>
                <a:lnTo>
                  <a:pt x="12531" y="9782"/>
                </a:lnTo>
                <a:lnTo>
                  <a:pt x="12483" y="9733"/>
                </a:lnTo>
                <a:lnTo>
                  <a:pt x="12385" y="9709"/>
                </a:lnTo>
                <a:close/>
                <a:moveTo>
                  <a:pt x="10950" y="9831"/>
                </a:moveTo>
                <a:lnTo>
                  <a:pt x="10853" y="9855"/>
                </a:lnTo>
                <a:lnTo>
                  <a:pt x="10755" y="9879"/>
                </a:lnTo>
                <a:lnTo>
                  <a:pt x="10658" y="9952"/>
                </a:lnTo>
                <a:lnTo>
                  <a:pt x="10609" y="10025"/>
                </a:lnTo>
                <a:lnTo>
                  <a:pt x="10561" y="10123"/>
                </a:lnTo>
                <a:lnTo>
                  <a:pt x="10561" y="10220"/>
                </a:lnTo>
                <a:lnTo>
                  <a:pt x="10561" y="10342"/>
                </a:lnTo>
                <a:lnTo>
                  <a:pt x="10585" y="10415"/>
                </a:lnTo>
                <a:lnTo>
                  <a:pt x="10634" y="10463"/>
                </a:lnTo>
                <a:lnTo>
                  <a:pt x="10755" y="10560"/>
                </a:lnTo>
                <a:lnTo>
                  <a:pt x="10828" y="10609"/>
                </a:lnTo>
                <a:lnTo>
                  <a:pt x="10950" y="10633"/>
                </a:lnTo>
                <a:lnTo>
                  <a:pt x="11047" y="10609"/>
                </a:lnTo>
                <a:lnTo>
                  <a:pt x="11145" y="10560"/>
                </a:lnTo>
                <a:lnTo>
                  <a:pt x="11266" y="10463"/>
                </a:lnTo>
                <a:lnTo>
                  <a:pt x="11291" y="10415"/>
                </a:lnTo>
                <a:lnTo>
                  <a:pt x="11315" y="10342"/>
                </a:lnTo>
                <a:lnTo>
                  <a:pt x="11339" y="10220"/>
                </a:lnTo>
                <a:lnTo>
                  <a:pt x="11315" y="10123"/>
                </a:lnTo>
                <a:lnTo>
                  <a:pt x="11291" y="10025"/>
                </a:lnTo>
                <a:lnTo>
                  <a:pt x="11218" y="9952"/>
                </a:lnTo>
                <a:lnTo>
                  <a:pt x="11145" y="9879"/>
                </a:lnTo>
                <a:lnTo>
                  <a:pt x="11047" y="9855"/>
                </a:lnTo>
                <a:lnTo>
                  <a:pt x="10950" y="9831"/>
                </a:lnTo>
                <a:close/>
                <a:moveTo>
                  <a:pt x="4696" y="7373"/>
                </a:moveTo>
                <a:lnTo>
                  <a:pt x="4672" y="8079"/>
                </a:lnTo>
                <a:lnTo>
                  <a:pt x="4575" y="8127"/>
                </a:lnTo>
                <a:lnTo>
                  <a:pt x="4477" y="8176"/>
                </a:lnTo>
                <a:lnTo>
                  <a:pt x="4404" y="8273"/>
                </a:lnTo>
                <a:lnTo>
                  <a:pt x="4331" y="8346"/>
                </a:lnTo>
                <a:lnTo>
                  <a:pt x="4088" y="8760"/>
                </a:lnTo>
                <a:lnTo>
                  <a:pt x="3723" y="9320"/>
                </a:lnTo>
                <a:lnTo>
                  <a:pt x="3529" y="9587"/>
                </a:lnTo>
                <a:lnTo>
                  <a:pt x="3310" y="9855"/>
                </a:lnTo>
                <a:lnTo>
                  <a:pt x="3139" y="9977"/>
                </a:lnTo>
                <a:lnTo>
                  <a:pt x="2969" y="10098"/>
                </a:lnTo>
                <a:lnTo>
                  <a:pt x="2604" y="10390"/>
                </a:lnTo>
                <a:lnTo>
                  <a:pt x="2434" y="10560"/>
                </a:lnTo>
                <a:lnTo>
                  <a:pt x="2263" y="10706"/>
                </a:lnTo>
                <a:lnTo>
                  <a:pt x="2142" y="10901"/>
                </a:lnTo>
                <a:lnTo>
                  <a:pt x="2069" y="11071"/>
                </a:lnTo>
                <a:lnTo>
                  <a:pt x="2117" y="10536"/>
                </a:lnTo>
                <a:lnTo>
                  <a:pt x="2117" y="10001"/>
                </a:lnTo>
                <a:lnTo>
                  <a:pt x="2336" y="9904"/>
                </a:lnTo>
                <a:lnTo>
                  <a:pt x="2555" y="9782"/>
                </a:lnTo>
                <a:lnTo>
                  <a:pt x="2750" y="9612"/>
                </a:lnTo>
                <a:lnTo>
                  <a:pt x="2945" y="9441"/>
                </a:lnTo>
                <a:lnTo>
                  <a:pt x="3310" y="9052"/>
                </a:lnTo>
                <a:lnTo>
                  <a:pt x="3626" y="8687"/>
                </a:lnTo>
                <a:lnTo>
                  <a:pt x="4015" y="8249"/>
                </a:lnTo>
                <a:lnTo>
                  <a:pt x="4380" y="7787"/>
                </a:lnTo>
                <a:lnTo>
                  <a:pt x="4550" y="7592"/>
                </a:lnTo>
                <a:lnTo>
                  <a:pt x="4696" y="7373"/>
                </a:lnTo>
                <a:close/>
                <a:moveTo>
                  <a:pt x="17033" y="6254"/>
                </a:moveTo>
                <a:lnTo>
                  <a:pt x="17009" y="6473"/>
                </a:lnTo>
                <a:lnTo>
                  <a:pt x="17009" y="6692"/>
                </a:lnTo>
                <a:lnTo>
                  <a:pt x="17033" y="7154"/>
                </a:lnTo>
                <a:lnTo>
                  <a:pt x="17009" y="7884"/>
                </a:lnTo>
                <a:lnTo>
                  <a:pt x="16984" y="8614"/>
                </a:lnTo>
                <a:lnTo>
                  <a:pt x="16936" y="9247"/>
                </a:lnTo>
                <a:lnTo>
                  <a:pt x="16911" y="9879"/>
                </a:lnTo>
                <a:lnTo>
                  <a:pt x="16911" y="10488"/>
                </a:lnTo>
                <a:lnTo>
                  <a:pt x="16936" y="11120"/>
                </a:lnTo>
                <a:lnTo>
                  <a:pt x="16376" y="11193"/>
                </a:lnTo>
                <a:lnTo>
                  <a:pt x="16425" y="10488"/>
                </a:lnTo>
                <a:lnTo>
                  <a:pt x="16449" y="9758"/>
                </a:lnTo>
                <a:lnTo>
                  <a:pt x="16473" y="8298"/>
                </a:lnTo>
                <a:lnTo>
                  <a:pt x="16473" y="7592"/>
                </a:lnTo>
                <a:lnTo>
                  <a:pt x="16449" y="6886"/>
                </a:lnTo>
                <a:lnTo>
                  <a:pt x="16449" y="6594"/>
                </a:lnTo>
                <a:lnTo>
                  <a:pt x="16425" y="6448"/>
                </a:lnTo>
                <a:lnTo>
                  <a:pt x="16400" y="6302"/>
                </a:lnTo>
                <a:lnTo>
                  <a:pt x="16717" y="6278"/>
                </a:lnTo>
                <a:lnTo>
                  <a:pt x="17033" y="6254"/>
                </a:lnTo>
                <a:close/>
                <a:moveTo>
                  <a:pt x="10147" y="3334"/>
                </a:moveTo>
                <a:lnTo>
                  <a:pt x="10415" y="3407"/>
                </a:lnTo>
                <a:lnTo>
                  <a:pt x="10682" y="3431"/>
                </a:lnTo>
                <a:lnTo>
                  <a:pt x="10950" y="3407"/>
                </a:lnTo>
                <a:lnTo>
                  <a:pt x="11242" y="3407"/>
                </a:lnTo>
                <a:lnTo>
                  <a:pt x="11218" y="3455"/>
                </a:lnTo>
                <a:lnTo>
                  <a:pt x="11218" y="3528"/>
                </a:lnTo>
                <a:lnTo>
                  <a:pt x="11242" y="3626"/>
                </a:lnTo>
                <a:lnTo>
                  <a:pt x="11266" y="3699"/>
                </a:lnTo>
                <a:lnTo>
                  <a:pt x="11315" y="3772"/>
                </a:lnTo>
                <a:lnTo>
                  <a:pt x="11388" y="3820"/>
                </a:lnTo>
                <a:lnTo>
                  <a:pt x="11485" y="3869"/>
                </a:lnTo>
                <a:lnTo>
                  <a:pt x="11607" y="3869"/>
                </a:lnTo>
                <a:lnTo>
                  <a:pt x="11704" y="3820"/>
                </a:lnTo>
                <a:lnTo>
                  <a:pt x="11801" y="3772"/>
                </a:lnTo>
                <a:lnTo>
                  <a:pt x="11850" y="3723"/>
                </a:lnTo>
                <a:lnTo>
                  <a:pt x="11874" y="3650"/>
                </a:lnTo>
                <a:lnTo>
                  <a:pt x="11899" y="3528"/>
                </a:lnTo>
                <a:lnTo>
                  <a:pt x="11874" y="3431"/>
                </a:lnTo>
                <a:lnTo>
                  <a:pt x="11874" y="3382"/>
                </a:lnTo>
                <a:lnTo>
                  <a:pt x="12823" y="3382"/>
                </a:lnTo>
                <a:lnTo>
                  <a:pt x="12823" y="3626"/>
                </a:lnTo>
                <a:lnTo>
                  <a:pt x="12848" y="3820"/>
                </a:lnTo>
                <a:lnTo>
                  <a:pt x="12896" y="4380"/>
                </a:lnTo>
                <a:lnTo>
                  <a:pt x="12969" y="4940"/>
                </a:lnTo>
                <a:lnTo>
                  <a:pt x="12994" y="5499"/>
                </a:lnTo>
                <a:lnTo>
                  <a:pt x="12994" y="6059"/>
                </a:lnTo>
                <a:lnTo>
                  <a:pt x="12945" y="7397"/>
                </a:lnTo>
                <a:lnTo>
                  <a:pt x="12896" y="8711"/>
                </a:lnTo>
                <a:lnTo>
                  <a:pt x="12896" y="9320"/>
                </a:lnTo>
                <a:lnTo>
                  <a:pt x="12896" y="9928"/>
                </a:lnTo>
                <a:lnTo>
                  <a:pt x="12896" y="11120"/>
                </a:lnTo>
                <a:lnTo>
                  <a:pt x="12458" y="11096"/>
                </a:lnTo>
                <a:lnTo>
                  <a:pt x="12020" y="11096"/>
                </a:lnTo>
                <a:lnTo>
                  <a:pt x="12020" y="11023"/>
                </a:lnTo>
                <a:lnTo>
                  <a:pt x="12020" y="10925"/>
                </a:lnTo>
                <a:lnTo>
                  <a:pt x="11996" y="10852"/>
                </a:lnTo>
                <a:lnTo>
                  <a:pt x="11947" y="10779"/>
                </a:lnTo>
                <a:lnTo>
                  <a:pt x="11899" y="10731"/>
                </a:lnTo>
                <a:lnTo>
                  <a:pt x="11850" y="10682"/>
                </a:lnTo>
                <a:lnTo>
                  <a:pt x="11777" y="10633"/>
                </a:lnTo>
                <a:lnTo>
                  <a:pt x="11704" y="10609"/>
                </a:lnTo>
                <a:lnTo>
                  <a:pt x="11534" y="10609"/>
                </a:lnTo>
                <a:lnTo>
                  <a:pt x="11461" y="10633"/>
                </a:lnTo>
                <a:lnTo>
                  <a:pt x="11388" y="10682"/>
                </a:lnTo>
                <a:lnTo>
                  <a:pt x="11339" y="10731"/>
                </a:lnTo>
                <a:lnTo>
                  <a:pt x="11291" y="10779"/>
                </a:lnTo>
                <a:lnTo>
                  <a:pt x="11242" y="10852"/>
                </a:lnTo>
                <a:lnTo>
                  <a:pt x="11218" y="10925"/>
                </a:lnTo>
                <a:lnTo>
                  <a:pt x="11218" y="11023"/>
                </a:lnTo>
                <a:lnTo>
                  <a:pt x="11242" y="11120"/>
                </a:lnTo>
                <a:lnTo>
                  <a:pt x="10853" y="11144"/>
                </a:lnTo>
                <a:lnTo>
                  <a:pt x="10463" y="11217"/>
                </a:lnTo>
                <a:lnTo>
                  <a:pt x="10415" y="10852"/>
                </a:lnTo>
                <a:lnTo>
                  <a:pt x="10366" y="10488"/>
                </a:lnTo>
                <a:lnTo>
                  <a:pt x="10342" y="9758"/>
                </a:lnTo>
                <a:lnTo>
                  <a:pt x="10317" y="8322"/>
                </a:lnTo>
                <a:lnTo>
                  <a:pt x="10317" y="7251"/>
                </a:lnTo>
                <a:lnTo>
                  <a:pt x="10293" y="6716"/>
                </a:lnTo>
                <a:lnTo>
                  <a:pt x="10269" y="6205"/>
                </a:lnTo>
                <a:lnTo>
                  <a:pt x="10171" y="4502"/>
                </a:lnTo>
                <a:lnTo>
                  <a:pt x="10147" y="3699"/>
                </a:lnTo>
                <a:lnTo>
                  <a:pt x="10147" y="3334"/>
                </a:lnTo>
                <a:close/>
                <a:moveTo>
                  <a:pt x="16035" y="6302"/>
                </a:moveTo>
                <a:lnTo>
                  <a:pt x="16035" y="6448"/>
                </a:lnTo>
                <a:lnTo>
                  <a:pt x="16035" y="6594"/>
                </a:lnTo>
                <a:lnTo>
                  <a:pt x="16060" y="6886"/>
                </a:lnTo>
                <a:lnTo>
                  <a:pt x="16060" y="7592"/>
                </a:lnTo>
                <a:lnTo>
                  <a:pt x="16035" y="8298"/>
                </a:lnTo>
                <a:lnTo>
                  <a:pt x="16011" y="9028"/>
                </a:lnTo>
                <a:lnTo>
                  <a:pt x="15962" y="9758"/>
                </a:lnTo>
                <a:lnTo>
                  <a:pt x="15938" y="10488"/>
                </a:lnTo>
                <a:lnTo>
                  <a:pt x="15938" y="10852"/>
                </a:lnTo>
                <a:lnTo>
                  <a:pt x="15962" y="11217"/>
                </a:lnTo>
                <a:lnTo>
                  <a:pt x="15719" y="11217"/>
                </a:lnTo>
                <a:lnTo>
                  <a:pt x="15743" y="11169"/>
                </a:lnTo>
                <a:lnTo>
                  <a:pt x="15768" y="10852"/>
                </a:lnTo>
                <a:lnTo>
                  <a:pt x="15768" y="10536"/>
                </a:lnTo>
                <a:lnTo>
                  <a:pt x="15743" y="10220"/>
                </a:lnTo>
                <a:lnTo>
                  <a:pt x="15743" y="9904"/>
                </a:lnTo>
                <a:lnTo>
                  <a:pt x="15743" y="9198"/>
                </a:lnTo>
                <a:lnTo>
                  <a:pt x="15743" y="8517"/>
                </a:lnTo>
                <a:lnTo>
                  <a:pt x="15695" y="7884"/>
                </a:lnTo>
                <a:lnTo>
                  <a:pt x="15622" y="7251"/>
                </a:lnTo>
                <a:lnTo>
                  <a:pt x="15622" y="7008"/>
                </a:lnTo>
                <a:lnTo>
                  <a:pt x="15622" y="6765"/>
                </a:lnTo>
                <a:lnTo>
                  <a:pt x="15670" y="6302"/>
                </a:lnTo>
                <a:close/>
                <a:moveTo>
                  <a:pt x="15354" y="6302"/>
                </a:moveTo>
                <a:lnTo>
                  <a:pt x="15281" y="6546"/>
                </a:lnTo>
                <a:lnTo>
                  <a:pt x="15257" y="6813"/>
                </a:lnTo>
                <a:lnTo>
                  <a:pt x="15232" y="7081"/>
                </a:lnTo>
                <a:lnTo>
                  <a:pt x="15232" y="7349"/>
                </a:lnTo>
                <a:lnTo>
                  <a:pt x="15305" y="7884"/>
                </a:lnTo>
                <a:lnTo>
                  <a:pt x="15354" y="8395"/>
                </a:lnTo>
                <a:lnTo>
                  <a:pt x="15354" y="8760"/>
                </a:lnTo>
                <a:lnTo>
                  <a:pt x="15354" y="9149"/>
                </a:lnTo>
                <a:lnTo>
                  <a:pt x="15330" y="9904"/>
                </a:lnTo>
                <a:lnTo>
                  <a:pt x="15305" y="10220"/>
                </a:lnTo>
                <a:lnTo>
                  <a:pt x="15305" y="10585"/>
                </a:lnTo>
                <a:lnTo>
                  <a:pt x="15330" y="10925"/>
                </a:lnTo>
                <a:lnTo>
                  <a:pt x="15378" y="11071"/>
                </a:lnTo>
                <a:lnTo>
                  <a:pt x="15427" y="11242"/>
                </a:lnTo>
                <a:lnTo>
                  <a:pt x="15208" y="11242"/>
                </a:lnTo>
                <a:lnTo>
                  <a:pt x="15232" y="11193"/>
                </a:lnTo>
                <a:lnTo>
                  <a:pt x="15232" y="11120"/>
                </a:lnTo>
                <a:lnTo>
                  <a:pt x="15184" y="10755"/>
                </a:lnTo>
                <a:lnTo>
                  <a:pt x="15135" y="10366"/>
                </a:lnTo>
                <a:lnTo>
                  <a:pt x="15086" y="9636"/>
                </a:lnTo>
                <a:lnTo>
                  <a:pt x="15062" y="8882"/>
                </a:lnTo>
                <a:lnTo>
                  <a:pt x="15013" y="8127"/>
                </a:lnTo>
                <a:lnTo>
                  <a:pt x="14989" y="7543"/>
                </a:lnTo>
                <a:lnTo>
                  <a:pt x="14989" y="6959"/>
                </a:lnTo>
                <a:lnTo>
                  <a:pt x="14989" y="6789"/>
                </a:lnTo>
                <a:lnTo>
                  <a:pt x="15013" y="6619"/>
                </a:lnTo>
                <a:lnTo>
                  <a:pt x="15038" y="6473"/>
                </a:lnTo>
                <a:lnTo>
                  <a:pt x="15038" y="6302"/>
                </a:lnTo>
                <a:close/>
                <a:moveTo>
                  <a:pt x="4575" y="10633"/>
                </a:moveTo>
                <a:lnTo>
                  <a:pt x="4575" y="10950"/>
                </a:lnTo>
                <a:lnTo>
                  <a:pt x="4599" y="11290"/>
                </a:lnTo>
                <a:lnTo>
                  <a:pt x="4429" y="11242"/>
                </a:lnTo>
                <a:lnTo>
                  <a:pt x="4258" y="11217"/>
                </a:lnTo>
                <a:lnTo>
                  <a:pt x="3893" y="11217"/>
                </a:lnTo>
                <a:lnTo>
                  <a:pt x="4088" y="11047"/>
                </a:lnTo>
                <a:lnTo>
                  <a:pt x="4283" y="10852"/>
                </a:lnTo>
                <a:lnTo>
                  <a:pt x="4575" y="10633"/>
                </a:lnTo>
                <a:close/>
                <a:moveTo>
                  <a:pt x="4648" y="8711"/>
                </a:moveTo>
                <a:lnTo>
                  <a:pt x="4648" y="8882"/>
                </a:lnTo>
                <a:lnTo>
                  <a:pt x="4599" y="9952"/>
                </a:lnTo>
                <a:lnTo>
                  <a:pt x="4550" y="9952"/>
                </a:lnTo>
                <a:lnTo>
                  <a:pt x="4477" y="10001"/>
                </a:lnTo>
                <a:lnTo>
                  <a:pt x="4404" y="10074"/>
                </a:lnTo>
                <a:lnTo>
                  <a:pt x="4283" y="10196"/>
                </a:lnTo>
                <a:lnTo>
                  <a:pt x="3942" y="10536"/>
                </a:lnTo>
                <a:lnTo>
                  <a:pt x="3626" y="10828"/>
                </a:lnTo>
                <a:lnTo>
                  <a:pt x="3480" y="10974"/>
                </a:lnTo>
                <a:lnTo>
                  <a:pt x="3358" y="11169"/>
                </a:lnTo>
                <a:lnTo>
                  <a:pt x="3334" y="11242"/>
                </a:lnTo>
                <a:lnTo>
                  <a:pt x="3237" y="11242"/>
                </a:lnTo>
                <a:lnTo>
                  <a:pt x="2653" y="11266"/>
                </a:lnTo>
                <a:lnTo>
                  <a:pt x="2044" y="11315"/>
                </a:lnTo>
                <a:lnTo>
                  <a:pt x="2044" y="11315"/>
                </a:lnTo>
                <a:lnTo>
                  <a:pt x="2069" y="11144"/>
                </a:lnTo>
                <a:lnTo>
                  <a:pt x="2093" y="11193"/>
                </a:lnTo>
                <a:lnTo>
                  <a:pt x="2142" y="11217"/>
                </a:lnTo>
                <a:lnTo>
                  <a:pt x="2190" y="11242"/>
                </a:lnTo>
                <a:lnTo>
                  <a:pt x="2239" y="11217"/>
                </a:lnTo>
                <a:lnTo>
                  <a:pt x="2409" y="11120"/>
                </a:lnTo>
                <a:lnTo>
                  <a:pt x="2555" y="11023"/>
                </a:lnTo>
                <a:lnTo>
                  <a:pt x="2823" y="10779"/>
                </a:lnTo>
                <a:lnTo>
                  <a:pt x="3261" y="10415"/>
                </a:lnTo>
                <a:lnTo>
                  <a:pt x="3650" y="10050"/>
                </a:lnTo>
                <a:lnTo>
                  <a:pt x="3845" y="9831"/>
                </a:lnTo>
                <a:lnTo>
                  <a:pt x="4039" y="9612"/>
                </a:lnTo>
                <a:lnTo>
                  <a:pt x="4356" y="9125"/>
                </a:lnTo>
                <a:lnTo>
                  <a:pt x="4648" y="8711"/>
                </a:lnTo>
                <a:close/>
                <a:moveTo>
                  <a:pt x="6035" y="536"/>
                </a:moveTo>
                <a:lnTo>
                  <a:pt x="6327" y="560"/>
                </a:lnTo>
                <a:lnTo>
                  <a:pt x="6619" y="584"/>
                </a:lnTo>
                <a:lnTo>
                  <a:pt x="7203" y="584"/>
                </a:lnTo>
                <a:lnTo>
                  <a:pt x="7592" y="609"/>
                </a:lnTo>
                <a:lnTo>
                  <a:pt x="8346" y="609"/>
                </a:lnTo>
                <a:lnTo>
                  <a:pt x="8736" y="560"/>
                </a:lnTo>
                <a:lnTo>
                  <a:pt x="8663" y="803"/>
                </a:lnTo>
                <a:lnTo>
                  <a:pt x="8638" y="1047"/>
                </a:lnTo>
                <a:lnTo>
                  <a:pt x="8638" y="1436"/>
                </a:lnTo>
                <a:lnTo>
                  <a:pt x="8638" y="1971"/>
                </a:lnTo>
                <a:lnTo>
                  <a:pt x="8687" y="2531"/>
                </a:lnTo>
                <a:lnTo>
                  <a:pt x="8711" y="3066"/>
                </a:lnTo>
                <a:lnTo>
                  <a:pt x="8711" y="3626"/>
                </a:lnTo>
                <a:lnTo>
                  <a:pt x="8687" y="4575"/>
                </a:lnTo>
                <a:lnTo>
                  <a:pt x="8711" y="5499"/>
                </a:lnTo>
                <a:lnTo>
                  <a:pt x="8760" y="7373"/>
                </a:lnTo>
                <a:lnTo>
                  <a:pt x="8833" y="9271"/>
                </a:lnTo>
                <a:lnTo>
                  <a:pt x="8857" y="11144"/>
                </a:lnTo>
                <a:lnTo>
                  <a:pt x="7178" y="11144"/>
                </a:lnTo>
                <a:lnTo>
                  <a:pt x="6911" y="11169"/>
                </a:lnTo>
                <a:lnTo>
                  <a:pt x="6643" y="11169"/>
                </a:lnTo>
                <a:lnTo>
                  <a:pt x="6400" y="11217"/>
                </a:lnTo>
                <a:lnTo>
                  <a:pt x="6156" y="11315"/>
                </a:lnTo>
                <a:lnTo>
                  <a:pt x="6132" y="11023"/>
                </a:lnTo>
                <a:lnTo>
                  <a:pt x="6132" y="10731"/>
                </a:lnTo>
                <a:lnTo>
                  <a:pt x="6132" y="10147"/>
                </a:lnTo>
                <a:lnTo>
                  <a:pt x="6059" y="8711"/>
                </a:lnTo>
                <a:lnTo>
                  <a:pt x="6035" y="7933"/>
                </a:lnTo>
                <a:lnTo>
                  <a:pt x="6035" y="7178"/>
                </a:lnTo>
                <a:lnTo>
                  <a:pt x="6083" y="6424"/>
                </a:lnTo>
                <a:lnTo>
                  <a:pt x="6132" y="5645"/>
                </a:lnTo>
                <a:lnTo>
                  <a:pt x="6229" y="4210"/>
                </a:lnTo>
                <a:lnTo>
                  <a:pt x="6254" y="3480"/>
                </a:lnTo>
                <a:lnTo>
                  <a:pt x="6254" y="3115"/>
                </a:lnTo>
                <a:lnTo>
                  <a:pt x="6229" y="2750"/>
                </a:lnTo>
                <a:lnTo>
                  <a:pt x="6035" y="1485"/>
                </a:lnTo>
                <a:lnTo>
                  <a:pt x="6035" y="1241"/>
                </a:lnTo>
                <a:lnTo>
                  <a:pt x="6035" y="1022"/>
                </a:lnTo>
                <a:lnTo>
                  <a:pt x="6035" y="536"/>
                </a:lnTo>
                <a:close/>
                <a:moveTo>
                  <a:pt x="14721" y="6327"/>
                </a:moveTo>
                <a:lnTo>
                  <a:pt x="14624" y="6497"/>
                </a:lnTo>
                <a:lnTo>
                  <a:pt x="14600" y="6716"/>
                </a:lnTo>
                <a:lnTo>
                  <a:pt x="14575" y="6959"/>
                </a:lnTo>
                <a:lnTo>
                  <a:pt x="14551" y="7203"/>
                </a:lnTo>
                <a:lnTo>
                  <a:pt x="14575" y="7665"/>
                </a:lnTo>
                <a:lnTo>
                  <a:pt x="14600" y="8006"/>
                </a:lnTo>
                <a:lnTo>
                  <a:pt x="14673" y="9612"/>
                </a:lnTo>
                <a:lnTo>
                  <a:pt x="14721" y="10439"/>
                </a:lnTo>
                <a:lnTo>
                  <a:pt x="14770" y="10828"/>
                </a:lnTo>
                <a:lnTo>
                  <a:pt x="14843" y="11242"/>
                </a:lnTo>
                <a:lnTo>
                  <a:pt x="14843" y="11266"/>
                </a:lnTo>
                <a:lnTo>
                  <a:pt x="14600" y="11290"/>
                </a:lnTo>
                <a:lnTo>
                  <a:pt x="14381" y="11339"/>
                </a:lnTo>
                <a:lnTo>
                  <a:pt x="14454" y="10755"/>
                </a:lnTo>
                <a:lnTo>
                  <a:pt x="14502" y="10171"/>
                </a:lnTo>
                <a:lnTo>
                  <a:pt x="14502" y="9587"/>
                </a:lnTo>
                <a:lnTo>
                  <a:pt x="14478" y="9003"/>
                </a:lnTo>
                <a:lnTo>
                  <a:pt x="14429" y="7689"/>
                </a:lnTo>
                <a:lnTo>
                  <a:pt x="14405" y="7008"/>
                </a:lnTo>
                <a:lnTo>
                  <a:pt x="14356" y="6375"/>
                </a:lnTo>
                <a:lnTo>
                  <a:pt x="14721" y="6327"/>
                </a:lnTo>
                <a:close/>
                <a:moveTo>
                  <a:pt x="12361" y="2871"/>
                </a:moveTo>
                <a:lnTo>
                  <a:pt x="11680" y="2920"/>
                </a:lnTo>
                <a:lnTo>
                  <a:pt x="10901" y="2944"/>
                </a:lnTo>
                <a:lnTo>
                  <a:pt x="10512" y="2944"/>
                </a:lnTo>
                <a:lnTo>
                  <a:pt x="10147" y="2993"/>
                </a:lnTo>
                <a:lnTo>
                  <a:pt x="10074" y="3042"/>
                </a:lnTo>
                <a:lnTo>
                  <a:pt x="10025" y="3090"/>
                </a:lnTo>
                <a:lnTo>
                  <a:pt x="10001" y="3090"/>
                </a:lnTo>
                <a:lnTo>
                  <a:pt x="9904" y="3139"/>
                </a:lnTo>
                <a:lnTo>
                  <a:pt x="9831" y="3212"/>
                </a:lnTo>
                <a:lnTo>
                  <a:pt x="9806" y="3334"/>
                </a:lnTo>
                <a:lnTo>
                  <a:pt x="9782" y="3455"/>
                </a:lnTo>
                <a:lnTo>
                  <a:pt x="9758" y="3723"/>
                </a:lnTo>
                <a:lnTo>
                  <a:pt x="9782" y="3918"/>
                </a:lnTo>
                <a:lnTo>
                  <a:pt x="9782" y="4429"/>
                </a:lnTo>
                <a:lnTo>
                  <a:pt x="9806" y="4940"/>
                </a:lnTo>
                <a:lnTo>
                  <a:pt x="9855" y="5937"/>
                </a:lnTo>
                <a:lnTo>
                  <a:pt x="9879" y="7032"/>
                </a:lnTo>
                <a:lnTo>
                  <a:pt x="9904" y="8127"/>
                </a:lnTo>
                <a:lnTo>
                  <a:pt x="9928" y="9758"/>
                </a:lnTo>
                <a:lnTo>
                  <a:pt x="9952" y="10560"/>
                </a:lnTo>
                <a:lnTo>
                  <a:pt x="10001" y="10974"/>
                </a:lnTo>
                <a:lnTo>
                  <a:pt x="10050" y="11363"/>
                </a:lnTo>
                <a:lnTo>
                  <a:pt x="10025" y="11388"/>
                </a:lnTo>
                <a:lnTo>
                  <a:pt x="10001" y="11436"/>
                </a:lnTo>
                <a:lnTo>
                  <a:pt x="10001" y="11534"/>
                </a:lnTo>
                <a:lnTo>
                  <a:pt x="10025" y="11631"/>
                </a:lnTo>
                <a:lnTo>
                  <a:pt x="10074" y="11655"/>
                </a:lnTo>
                <a:lnTo>
                  <a:pt x="10123" y="11680"/>
                </a:lnTo>
                <a:lnTo>
                  <a:pt x="10171" y="11680"/>
                </a:lnTo>
                <a:lnTo>
                  <a:pt x="10244" y="11704"/>
                </a:lnTo>
                <a:lnTo>
                  <a:pt x="10317" y="11704"/>
                </a:lnTo>
                <a:lnTo>
                  <a:pt x="10585" y="11728"/>
                </a:lnTo>
                <a:lnTo>
                  <a:pt x="10853" y="11704"/>
                </a:lnTo>
                <a:lnTo>
                  <a:pt x="11364" y="11655"/>
                </a:lnTo>
                <a:lnTo>
                  <a:pt x="12142" y="11631"/>
                </a:lnTo>
                <a:lnTo>
                  <a:pt x="12921" y="11607"/>
                </a:lnTo>
                <a:lnTo>
                  <a:pt x="12969" y="11655"/>
                </a:lnTo>
                <a:lnTo>
                  <a:pt x="13042" y="11680"/>
                </a:lnTo>
                <a:lnTo>
                  <a:pt x="13091" y="11704"/>
                </a:lnTo>
                <a:lnTo>
                  <a:pt x="13164" y="11680"/>
                </a:lnTo>
                <a:lnTo>
                  <a:pt x="13237" y="11655"/>
                </a:lnTo>
                <a:lnTo>
                  <a:pt x="13286" y="11607"/>
                </a:lnTo>
                <a:lnTo>
                  <a:pt x="13334" y="11558"/>
                </a:lnTo>
                <a:lnTo>
                  <a:pt x="13359" y="11461"/>
                </a:lnTo>
                <a:lnTo>
                  <a:pt x="13383" y="10877"/>
                </a:lnTo>
                <a:lnTo>
                  <a:pt x="13383" y="10293"/>
                </a:lnTo>
                <a:lnTo>
                  <a:pt x="13359" y="9685"/>
                </a:lnTo>
                <a:lnTo>
                  <a:pt x="13359" y="9101"/>
                </a:lnTo>
                <a:lnTo>
                  <a:pt x="13432" y="6619"/>
                </a:lnTo>
                <a:lnTo>
                  <a:pt x="13432" y="6059"/>
                </a:lnTo>
                <a:lnTo>
                  <a:pt x="13432" y="5524"/>
                </a:lnTo>
                <a:lnTo>
                  <a:pt x="13407" y="4964"/>
                </a:lnTo>
                <a:lnTo>
                  <a:pt x="13334" y="4404"/>
                </a:lnTo>
                <a:lnTo>
                  <a:pt x="13213" y="3723"/>
                </a:lnTo>
                <a:lnTo>
                  <a:pt x="13188" y="3480"/>
                </a:lnTo>
                <a:lnTo>
                  <a:pt x="13188" y="3212"/>
                </a:lnTo>
                <a:lnTo>
                  <a:pt x="13213" y="3139"/>
                </a:lnTo>
                <a:lnTo>
                  <a:pt x="13188" y="3042"/>
                </a:lnTo>
                <a:lnTo>
                  <a:pt x="13140" y="2969"/>
                </a:lnTo>
                <a:lnTo>
                  <a:pt x="13042" y="2920"/>
                </a:lnTo>
                <a:lnTo>
                  <a:pt x="12896" y="2871"/>
                </a:lnTo>
                <a:close/>
                <a:moveTo>
                  <a:pt x="3188" y="5816"/>
                </a:moveTo>
                <a:lnTo>
                  <a:pt x="2823" y="5840"/>
                </a:lnTo>
                <a:lnTo>
                  <a:pt x="2458" y="5864"/>
                </a:lnTo>
                <a:lnTo>
                  <a:pt x="2093" y="5937"/>
                </a:lnTo>
                <a:lnTo>
                  <a:pt x="1923" y="5986"/>
                </a:lnTo>
                <a:lnTo>
                  <a:pt x="1752" y="6035"/>
                </a:lnTo>
                <a:lnTo>
                  <a:pt x="1679" y="6059"/>
                </a:lnTo>
                <a:lnTo>
                  <a:pt x="1631" y="6083"/>
                </a:lnTo>
                <a:lnTo>
                  <a:pt x="1631" y="6108"/>
                </a:lnTo>
                <a:lnTo>
                  <a:pt x="1582" y="6181"/>
                </a:lnTo>
                <a:lnTo>
                  <a:pt x="1582" y="6278"/>
                </a:lnTo>
                <a:lnTo>
                  <a:pt x="1606" y="6351"/>
                </a:lnTo>
                <a:lnTo>
                  <a:pt x="1655" y="6400"/>
                </a:lnTo>
                <a:lnTo>
                  <a:pt x="1704" y="7032"/>
                </a:lnTo>
                <a:lnTo>
                  <a:pt x="1704" y="7665"/>
                </a:lnTo>
                <a:lnTo>
                  <a:pt x="1704" y="8930"/>
                </a:lnTo>
                <a:lnTo>
                  <a:pt x="1606" y="11461"/>
                </a:lnTo>
                <a:lnTo>
                  <a:pt x="1631" y="11558"/>
                </a:lnTo>
                <a:lnTo>
                  <a:pt x="1655" y="11631"/>
                </a:lnTo>
                <a:lnTo>
                  <a:pt x="1728" y="11655"/>
                </a:lnTo>
                <a:lnTo>
                  <a:pt x="1801" y="11680"/>
                </a:lnTo>
                <a:lnTo>
                  <a:pt x="1947" y="11728"/>
                </a:lnTo>
                <a:lnTo>
                  <a:pt x="2117" y="11753"/>
                </a:lnTo>
                <a:lnTo>
                  <a:pt x="2434" y="11753"/>
                </a:lnTo>
                <a:lnTo>
                  <a:pt x="2750" y="11728"/>
                </a:lnTo>
                <a:lnTo>
                  <a:pt x="3066" y="11704"/>
                </a:lnTo>
                <a:lnTo>
                  <a:pt x="3942" y="11704"/>
                </a:lnTo>
                <a:lnTo>
                  <a:pt x="4356" y="11728"/>
                </a:lnTo>
                <a:lnTo>
                  <a:pt x="4575" y="11728"/>
                </a:lnTo>
                <a:lnTo>
                  <a:pt x="4794" y="11704"/>
                </a:lnTo>
                <a:lnTo>
                  <a:pt x="4891" y="11680"/>
                </a:lnTo>
                <a:lnTo>
                  <a:pt x="4964" y="11655"/>
                </a:lnTo>
                <a:lnTo>
                  <a:pt x="5013" y="11582"/>
                </a:lnTo>
                <a:lnTo>
                  <a:pt x="5013" y="11509"/>
                </a:lnTo>
                <a:lnTo>
                  <a:pt x="4988" y="11169"/>
                </a:lnTo>
                <a:lnTo>
                  <a:pt x="4964" y="10852"/>
                </a:lnTo>
                <a:lnTo>
                  <a:pt x="4988" y="10196"/>
                </a:lnTo>
                <a:lnTo>
                  <a:pt x="5037" y="8882"/>
                </a:lnTo>
                <a:lnTo>
                  <a:pt x="5086" y="7178"/>
                </a:lnTo>
                <a:lnTo>
                  <a:pt x="5110" y="6692"/>
                </a:lnTo>
                <a:lnTo>
                  <a:pt x="5110" y="6448"/>
                </a:lnTo>
                <a:lnTo>
                  <a:pt x="5086" y="6205"/>
                </a:lnTo>
                <a:lnTo>
                  <a:pt x="5061" y="6132"/>
                </a:lnTo>
                <a:lnTo>
                  <a:pt x="5037" y="6035"/>
                </a:lnTo>
                <a:lnTo>
                  <a:pt x="4988" y="5962"/>
                </a:lnTo>
                <a:lnTo>
                  <a:pt x="4915" y="5889"/>
                </a:lnTo>
                <a:lnTo>
                  <a:pt x="4818" y="5864"/>
                </a:lnTo>
                <a:lnTo>
                  <a:pt x="3991" y="5816"/>
                </a:lnTo>
                <a:close/>
                <a:moveTo>
                  <a:pt x="5889" y="25"/>
                </a:moveTo>
                <a:lnTo>
                  <a:pt x="5816" y="49"/>
                </a:lnTo>
                <a:lnTo>
                  <a:pt x="5743" y="98"/>
                </a:lnTo>
                <a:lnTo>
                  <a:pt x="5670" y="219"/>
                </a:lnTo>
                <a:lnTo>
                  <a:pt x="5621" y="341"/>
                </a:lnTo>
                <a:lnTo>
                  <a:pt x="5548" y="609"/>
                </a:lnTo>
                <a:lnTo>
                  <a:pt x="5524" y="901"/>
                </a:lnTo>
                <a:lnTo>
                  <a:pt x="5524" y="1193"/>
                </a:lnTo>
                <a:lnTo>
                  <a:pt x="5548" y="1509"/>
                </a:lnTo>
                <a:lnTo>
                  <a:pt x="5572" y="1801"/>
                </a:lnTo>
                <a:lnTo>
                  <a:pt x="5670" y="2361"/>
                </a:lnTo>
                <a:lnTo>
                  <a:pt x="5718" y="2750"/>
                </a:lnTo>
                <a:lnTo>
                  <a:pt x="5743" y="3139"/>
                </a:lnTo>
                <a:lnTo>
                  <a:pt x="5743" y="3528"/>
                </a:lnTo>
                <a:lnTo>
                  <a:pt x="5718" y="3918"/>
                </a:lnTo>
                <a:lnTo>
                  <a:pt x="5694" y="4672"/>
                </a:lnTo>
                <a:lnTo>
                  <a:pt x="5621" y="5475"/>
                </a:lnTo>
                <a:lnTo>
                  <a:pt x="5572" y="6278"/>
                </a:lnTo>
                <a:lnTo>
                  <a:pt x="5548" y="7081"/>
                </a:lnTo>
                <a:lnTo>
                  <a:pt x="5524" y="7908"/>
                </a:lnTo>
                <a:lnTo>
                  <a:pt x="5548" y="8711"/>
                </a:lnTo>
                <a:lnTo>
                  <a:pt x="5645" y="10293"/>
                </a:lnTo>
                <a:lnTo>
                  <a:pt x="5645" y="10925"/>
                </a:lnTo>
                <a:lnTo>
                  <a:pt x="5670" y="11242"/>
                </a:lnTo>
                <a:lnTo>
                  <a:pt x="5718" y="11558"/>
                </a:lnTo>
                <a:lnTo>
                  <a:pt x="5743" y="11631"/>
                </a:lnTo>
                <a:lnTo>
                  <a:pt x="5767" y="11680"/>
                </a:lnTo>
                <a:lnTo>
                  <a:pt x="5816" y="11728"/>
                </a:lnTo>
                <a:lnTo>
                  <a:pt x="5986" y="11728"/>
                </a:lnTo>
                <a:lnTo>
                  <a:pt x="6108" y="11680"/>
                </a:lnTo>
                <a:lnTo>
                  <a:pt x="6351" y="11728"/>
                </a:lnTo>
                <a:lnTo>
                  <a:pt x="6619" y="11753"/>
                </a:lnTo>
                <a:lnTo>
                  <a:pt x="8030" y="11753"/>
                </a:lnTo>
                <a:lnTo>
                  <a:pt x="8857" y="11728"/>
                </a:lnTo>
                <a:lnTo>
                  <a:pt x="8955" y="11704"/>
                </a:lnTo>
                <a:lnTo>
                  <a:pt x="9028" y="11680"/>
                </a:lnTo>
                <a:lnTo>
                  <a:pt x="9149" y="11680"/>
                </a:lnTo>
                <a:lnTo>
                  <a:pt x="9271" y="11655"/>
                </a:lnTo>
                <a:lnTo>
                  <a:pt x="9320" y="11607"/>
                </a:lnTo>
                <a:lnTo>
                  <a:pt x="9344" y="11582"/>
                </a:lnTo>
                <a:lnTo>
                  <a:pt x="9368" y="11509"/>
                </a:lnTo>
                <a:lnTo>
                  <a:pt x="9393" y="11436"/>
                </a:lnTo>
                <a:lnTo>
                  <a:pt x="9368" y="9563"/>
                </a:lnTo>
                <a:lnTo>
                  <a:pt x="9295" y="7714"/>
                </a:lnTo>
                <a:lnTo>
                  <a:pt x="9222" y="5840"/>
                </a:lnTo>
                <a:lnTo>
                  <a:pt x="9198" y="4915"/>
                </a:lnTo>
                <a:lnTo>
                  <a:pt x="9198" y="3991"/>
                </a:lnTo>
                <a:lnTo>
                  <a:pt x="9198" y="3431"/>
                </a:lnTo>
                <a:lnTo>
                  <a:pt x="9174" y="2871"/>
                </a:lnTo>
                <a:lnTo>
                  <a:pt x="9125" y="2312"/>
                </a:lnTo>
                <a:lnTo>
                  <a:pt x="9076" y="1752"/>
                </a:lnTo>
                <a:lnTo>
                  <a:pt x="9052" y="1266"/>
                </a:lnTo>
                <a:lnTo>
                  <a:pt x="9052" y="803"/>
                </a:lnTo>
                <a:lnTo>
                  <a:pt x="9076" y="609"/>
                </a:lnTo>
                <a:lnTo>
                  <a:pt x="9076" y="487"/>
                </a:lnTo>
                <a:lnTo>
                  <a:pt x="9076" y="463"/>
                </a:lnTo>
                <a:lnTo>
                  <a:pt x="9052" y="414"/>
                </a:lnTo>
                <a:lnTo>
                  <a:pt x="9076" y="341"/>
                </a:lnTo>
                <a:lnTo>
                  <a:pt x="9076" y="268"/>
                </a:lnTo>
                <a:lnTo>
                  <a:pt x="9052" y="195"/>
                </a:lnTo>
                <a:lnTo>
                  <a:pt x="9003" y="146"/>
                </a:lnTo>
                <a:lnTo>
                  <a:pt x="8955" y="73"/>
                </a:lnTo>
                <a:lnTo>
                  <a:pt x="8906" y="25"/>
                </a:lnTo>
                <a:lnTo>
                  <a:pt x="8736" y="25"/>
                </a:lnTo>
                <a:lnTo>
                  <a:pt x="8298" y="73"/>
                </a:lnTo>
                <a:lnTo>
                  <a:pt x="7884" y="73"/>
                </a:lnTo>
                <a:lnTo>
                  <a:pt x="7032" y="49"/>
                </a:lnTo>
                <a:lnTo>
                  <a:pt x="6521" y="49"/>
                </a:lnTo>
                <a:lnTo>
                  <a:pt x="6278" y="73"/>
                </a:lnTo>
                <a:lnTo>
                  <a:pt x="6010" y="98"/>
                </a:lnTo>
                <a:lnTo>
                  <a:pt x="5962" y="49"/>
                </a:lnTo>
                <a:lnTo>
                  <a:pt x="5889" y="25"/>
                </a:lnTo>
                <a:close/>
                <a:moveTo>
                  <a:pt x="16619" y="5791"/>
                </a:moveTo>
                <a:lnTo>
                  <a:pt x="16108" y="5816"/>
                </a:lnTo>
                <a:lnTo>
                  <a:pt x="15622" y="5864"/>
                </a:lnTo>
                <a:lnTo>
                  <a:pt x="15111" y="5889"/>
                </a:lnTo>
                <a:lnTo>
                  <a:pt x="14697" y="5889"/>
                </a:lnTo>
                <a:lnTo>
                  <a:pt x="14478" y="5937"/>
                </a:lnTo>
                <a:lnTo>
                  <a:pt x="14283" y="6010"/>
                </a:lnTo>
                <a:lnTo>
                  <a:pt x="14210" y="5937"/>
                </a:lnTo>
                <a:lnTo>
                  <a:pt x="14113" y="5913"/>
                </a:lnTo>
                <a:lnTo>
                  <a:pt x="14089" y="5913"/>
                </a:lnTo>
                <a:lnTo>
                  <a:pt x="14040" y="5937"/>
                </a:lnTo>
                <a:lnTo>
                  <a:pt x="14016" y="5986"/>
                </a:lnTo>
                <a:lnTo>
                  <a:pt x="13991" y="6035"/>
                </a:lnTo>
                <a:lnTo>
                  <a:pt x="13943" y="6351"/>
                </a:lnTo>
                <a:lnTo>
                  <a:pt x="13918" y="6667"/>
                </a:lnTo>
                <a:lnTo>
                  <a:pt x="13918" y="7008"/>
                </a:lnTo>
                <a:lnTo>
                  <a:pt x="13918" y="7324"/>
                </a:lnTo>
                <a:lnTo>
                  <a:pt x="13967" y="7981"/>
                </a:lnTo>
                <a:lnTo>
                  <a:pt x="14016" y="8614"/>
                </a:lnTo>
                <a:lnTo>
                  <a:pt x="14040" y="9344"/>
                </a:lnTo>
                <a:lnTo>
                  <a:pt x="14040" y="10050"/>
                </a:lnTo>
                <a:lnTo>
                  <a:pt x="14016" y="10755"/>
                </a:lnTo>
                <a:lnTo>
                  <a:pt x="13967" y="11120"/>
                </a:lnTo>
                <a:lnTo>
                  <a:pt x="13894" y="11461"/>
                </a:lnTo>
                <a:lnTo>
                  <a:pt x="13894" y="11558"/>
                </a:lnTo>
                <a:lnTo>
                  <a:pt x="13918" y="11631"/>
                </a:lnTo>
                <a:lnTo>
                  <a:pt x="13967" y="11704"/>
                </a:lnTo>
                <a:lnTo>
                  <a:pt x="14040" y="11728"/>
                </a:lnTo>
                <a:lnTo>
                  <a:pt x="14089" y="11753"/>
                </a:lnTo>
                <a:lnTo>
                  <a:pt x="14235" y="11753"/>
                </a:lnTo>
                <a:lnTo>
                  <a:pt x="14308" y="11704"/>
                </a:lnTo>
                <a:lnTo>
                  <a:pt x="14624" y="11728"/>
                </a:lnTo>
                <a:lnTo>
                  <a:pt x="15597" y="11728"/>
                </a:lnTo>
                <a:lnTo>
                  <a:pt x="16327" y="11704"/>
                </a:lnTo>
                <a:lnTo>
                  <a:pt x="16668" y="11655"/>
                </a:lnTo>
                <a:lnTo>
                  <a:pt x="17033" y="11607"/>
                </a:lnTo>
                <a:lnTo>
                  <a:pt x="17082" y="11655"/>
                </a:lnTo>
                <a:lnTo>
                  <a:pt x="17130" y="11680"/>
                </a:lnTo>
                <a:lnTo>
                  <a:pt x="17203" y="11704"/>
                </a:lnTo>
                <a:lnTo>
                  <a:pt x="17276" y="11704"/>
                </a:lnTo>
                <a:lnTo>
                  <a:pt x="17349" y="11680"/>
                </a:lnTo>
                <a:lnTo>
                  <a:pt x="17398" y="11631"/>
                </a:lnTo>
                <a:lnTo>
                  <a:pt x="17422" y="11582"/>
                </a:lnTo>
                <a:lnTo>
                  <a:pt x="17422" y="11509"/>
                </a:lnTo>
                <a:lnTo>
                  <a:pt x="17374" y="11144"/>
                </a:lnTo>
                <a:lnTo>
                  <a:pt x="17349" y="10779"/>
                </a:lnTo>
                <a:lnTo>
                  <a:pt x="17349" y="10050"/>
                </a:lnTo>
                <a:lnTo>
                  <a:pt x="17349" y="9344"/>
                </a:lnTo>
                <a:lnTo>
                  <a:pt x="17398" y="8614"/>
                </a:lnTo>
                <a:lnTo>
                  <a:pt x="17422" y="7884"/>
                </a:lnTo>
                <a:lnTo>
                  <a:pt x="17447" y="7154"/>
                </a:lnTo>
                <a:lnTo>
                  <a:pt x="17447" y="6911"/>
                </a:lnTo>
                <a:lnTo>
                  <a:pt x="17422" y="6643"/>
                </a:lnTo>
                <a:lnTo>
                  <a:pt x="17398" y="6375"/>
                </a:lnTo>
                <a:lnTo>
                  <a:pt x="17349" y="6254"/>
                </a:lnTo>
                <a:lnTo>
                  <a:pt x="17301" y="6156"/>
                </a:lnTo>
                <a:lnTo>
                  <a:pt x="17325" y="6083"/>
                </a:lnTo>
                <a:lnTo>
                  <a:pt x="17325" y="6035"/>
                </a:lnTo>
                <a:lnTo>
                  <a:pt x="17301" y="5937"/>
                </a:lnTo>
                <a:lnTo>
                  <a:pt x="17228" y="5840"/>
                </a:lnTo>
                <a:lnTo>
                  <a:pt x="17179" y="5816"/>
                </a:lnTo>
                <a:lnTo>
                  <a:pt x="17106" y="5791"/>
                </a:lnTo>
                <a:close/>
                <a:moveTo>
                  <a:pt x="195" y="0"/>
                </a:moveTo>
                <a:lnTo>
                  <a:pt x="146" y="49"/>
                </a:lnTo>
                <a:lnTo>
                  <a:pt x="98" y="73"/>
                </a:lnTo>
                <a:lnTo>
                  <a:pt x="49" y="195"/>
                </a:lnTo>
                <a:lnTo>
                  <a:pt x="25" y="317"/>
                </a:lnTo>
                <a:lnTo>
                  <a:pt x="0" y="438"/>
                </a:lnTo>
                <a:lnTo>
                  <a:pt x="0" y="584"/>
                </a:lnTo>
                <a:lnTo>
                  <a:pt x="49" y="876"/>
                </a:lnTo>
                <a:lnTo>
                  <a:pt x="73" y="1120"/>
                </a:lnTo>
                <a:lnTo>
                  <a:pt x="49" y="1947"/>
                </a:lnTo>
                <a:lnTo>
                  <a:pt x="49" y="2774"/>
                </a:lnTo>
                <a:lnTo>
                  <a:pt x="49" y="3601"/>
                </a:lnTo>
                <a:lnTo>
                  <a:pt x="49" y="4429"/>
                </a:lnTo>
                <a:lnTo>
                  <a:pt x="0" y="6108"/>
                </a:lnTo>
                <a:lnTo>
                  <a:pt x="0" y="6984"/>
                </a:lnTo>
                <a:lnTo>
                  <a:pt x="25" y="7860"/>
                </a:lnTo>
                <a:lnTo>
                  <a:pt x="73" y="9587"/>
                </a:lnTo>
                <a:lnTo>
                  <a:pt x="146" y="11315"/>
                </a:lnTo>
                <a:lnTo>
                  <a:pt x="171" y="12191"/>
                </a:lnTo>
                <a:lnTo>
                  <a:pt x="195" y="13067"/>
                </a:lnTo>
                <a:lnTo>
                  <a:pt x="219" y="13188"/>
                </a:lnTo>
                <a:lnTo>
                  <a:pt x="292" y="13261"/>
                </a:lnTo>
                <a:lnTo>
                  <a:pt x="341" y="13310"/>
                </a:lnTo>
                <a:lnTo>
                  <a:pt x="390" y="13310"/>
                </a:lnTo>
                <a:lnTo>
                  <a:pt x="901" y="13383"/>
                </a:lnTo>
                <a:lnTo>
                  <a:pt x="1923" y="13383"/>
                </a:lnTo>
                <a:lnTo>
                  <a:pt x="2409" y="13334"/>
                </a:lnTo>
                <a:lnTo>
                  <a:pt x="3431" y="13261"/>
                </a:lnTo>
                <a:lnTo>
                  <a:pt x="3942" y="13213"/>
                </a:lnTo>
                <a:lnTo>
                  <a:pt x="4453" y="13188"/>
                </a:lnTo>
                <a:lnTo>
                  <a:pt x="10050" y="13188"/>
                </a:lnTo>
                <a:lnTo>
                  <a:pt x="11169" y="13164"/>
                </a:lnTo>
                <a:lnTo>
                  <a:pt x="13432" y="13091"/>
                </a:lnTo>
                <a:lnTo>
                  <a:pt x="14575" y="13067"/>
                </a:lnTo>
                <a:lnTo>
                  <a:pt x="16765" y="13067"/>
                </a:lnTo>
                <a:lnTo>
                  <a:pt x="17301" y="13091"/>
                </a:lnTo>
                <a:lnTo>
                  <a:pt x="17544" y="13140"/>
                </a:lnTo>
                <a:lnTo>
                  <a:pt x="17812" y="13164"/>
                </a:lnTo>
                <a:lnTo>
                  <a:pt x="17933" y="13164"/>
                </a:lnTo>
                <a:lnTo>
                  <a:pt x="18031" y="13115"/>
                </a:lnTo>
                <a:lnTo>
                  <a:pt x="18104" y="13042"/>
                </a:lnTo>
                <a:lnTo>
                  <a:pt x="18152" y="12945"/>
                </a:lnTo>
                <a:lnTo>
                  <a:pt x="18177" y="12848"/>
                </a:lnTo>
                <a:lnTo>
                  <a:pt x="18152" y="12750"/>
                </a:lnTo>
                <a:lnTo>
                  <a:pt x="18079" y="12677"/>
                </a:lnTo>
                <a:lnTo>
                  <a:pt x="17958" y="12629"/>
                </a:lnTo>
                <a:lnTo>
                  <a:pt x="17495" y="12556"/>
                </a:lnTo>
                <a:lnTo>
                  <a:pt x="17033" y="12531"/>
                </a:lnTo>
                <a:lnTo>
                  <a:pt x="16084" y="12507"/>
                </a:lnTo>
                <a:lnTo>
                  <a:pt x="14940" y="12483"/>
                </a:lnTo>
                <a:lnTo>
                  <a:pt x="13821" y="12507"/>
                </a:lnTo>
                <a:lnTo>
                  <a:pt x="11558" y="12580"/>
                </a:lnTo>
                <a:lnTo>
                  <a:pt x="10415" y="12604"/>
                </a:lnTo>
                <a:lnTo>
                  <a:pt x="9271" y="12629"/>
                </a:lnTo>
                <a:lnTo>
                  <a:pt x="7057" y="12604"/>
                </a:lnTo>
                <a:lnTo>
                  <a:pt x="5937" y="12604"/>
                </a:lnTo>
                <a:lnTo>
                  <a:pt x="4818" y="12629"/>
                </a:lnTo>
                <a:lnTo>
                  <a:pt x="3796" y="12677"/>
                </a:lnTo>
                <a:lnTo>
                  <a:pt x="2774" y="12726"/>
                </a:lnTo>
                <a:lnTo>
                  <a:pt x="1752" y="12799"/>
                </a:lnTo>
                <a:lnTo>
                  <a:pt x="730" y="12848"/>
                </a:lnTo>
                <a:lnTo>
                  <a:pt x="682" y="11169"/>
                </a:lnTo>
                <a:lnTo>
                  <a:pt x="609" y="9490"/>
                </a:lnTo>
                <a:lnTo>
                  <a:pt x="560" y="7787"/>
                </a:lnTo>
                <a:lnTo>
                  <a:pt x="536" y="6959"/>
                </a:lnTo>
                <a:lnTo>
                  <a:pt x="560" y="6108"/>
                </a:lnTo>
                <a:lnTo>
                  <a:pt x="584" y="4356"/>
                </a:lnTo>
                <a:lnTo>
                  <a:pt x="560" y="2579"/>
                </a:lnTo>
                <a:lnTo>
                  <a:pt x="584" y="1752"/>
                </a:lnTo>
                <a:lnTo>
                  <a:pt x="584" y="1363"/>
                </a:lnTo>
                <a:lnTo>
                  <a:pt x="584" y="949"/>
                </a:lnTo>
                <a:lnTo>
                  <a:pt x="560" y="706"/>
                </a:lnTo>
                <a:lnTo>
                  <a:pt x="536" y="438"/>
                </a:lnTo>
                <a:lnTo>
                  <a:pt x="511" y="317"/>
                </a:lnTo>
                <a:lnTo>
                  <a:pt x="463" y="219"/>
                </a:lnTo>
                <a:lnTo>
                  <a:pt x="390" y="98"/>
                </a:lnTo>
                <a:lnTo>
                  <a:pt x="317" y="25"/>
                </a:lnTo>
                <a:lnTo>
                  <a:pt x="26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46" name="Google Shape;846;p39"/>
          <p:cNvSpPr/>
          <p:nvPr/>
        </p:nvSpPr>
        <p:spPr>
          <a:xfrm>
            <a:off x="3784982" y="3304106"/>
            <a:ext cx="396734" cy="292507"/>
          </a:xfrm>
          <a:custGeom>
            <a:avLst/>
            <a:gdLst/>
            <a:ahLst/>
            <a:cxnLst/>
            <a:rect l="l" t="t" r="r" b="b"/>
            <a:pathLst>
              <a:path w="18153" h="13384" extrusionOk="0">
                <a:moveTo>
                  <a:pt x="15865" y="1752"/>
                </a:moveTo>
                <a:lnTo>
                  <a:pt x="15962" y="1801"/>
                </a:lnTo>
                <a:lnTo>
                  <a:pt x="16230" y="1801"/>
                </a:lnTo>
                <a:lnTo>
                  <a:pt x="16279" y="1825"/>
                </a:lnTo>
                <a:lnTo>
                  <a:pt x="16303" y="1850"/>
                </a:lnTo>
                <a:lnTo>
                  <a:pt x="16327" y="1923"/>
                </a:lnTo>
                <a:lnTo>
                  <a:pt x="16303" y="1971"/>
                </a:lnTo>
                <a:lnTo>
                  <a:pt x="16279" y="2117"/>
                </a:lnTo>
                <a:lnTo>
                  <a:pt x="16230" y="2190"/>
                </a:lnTo>
                <a:lnTo>
                  <a:pt x="16157" y="2288"/>
                </a:lnTo>
                <a:lnTo>
                  <a:pt x="16084" y="2336"/>
                </a:lnTo>
                <a:lnTo>
                  <a:pt x="16011" y="2361"/>
                </a:lnTo>
                <a:lnTo>
                  <a:pt x="15938" y="2336"/>
                </a:lnTo>
                <a:lnTo>
                  <a:pt x="15865" y="2239"/>
                </a:lnTo>
                <a:lnTo>
                  <a:pt x="15792" y="2142"/>
                </a:lnTo>
                <a:lnTo>
                  <a:pt x="15768" y="2020"/>
                </a:lnTo>
                <a:lnTo>
                  <a:pt x="15768" y="1923"/>
                </a:lnTo>
                <a:lnTo>
                  <a:pt x="15841" y="1801"/>
                </a:lnTo>
                <a:lnTo>
                  <a:pt x="15865" y="1752"/>
                </a:lnTo>
                <a:close/>
                <a:moveTo>
                  <a:pt x="10925" y="4015"/>
                </a:moveTo>
                <a:lnTo>
                  <a:pt x="11023" y="4039"/>
                </a:lnTo>
                <a:lnTo>
                  <a:pt x="11071" y="4064"/>
                </a:lnTo>
                <a:lnTo>
                  <a:pt x="11096" y="4064"/>
                </a:lnTo>
                <a:lnTo>
                  <a:pt x="11096" y="4088"/>
                </a:lnTo>
                <a:lnTo>
                  <a:pt x="11120" y="4112"/>
                </a:lnTo>
                <a:lnTo>
                  <a:pt x="11120" y="4137"/>
                </a:lnTo>
                <a:lnTo>
                  <a:pt x="11120" y="4185"/>
                </a:lnTo>
                <a:lnTo>
                  <a:pt x="11120" y="4210"/>
                </a:lnTo>
                <a:lnTo>
                  <a:pt x="11096" y="4283"/>
                </a:lnTo>
                <a:lnTo>
                  <a:pt x="11023" y="4380"/>
                </a:lnTo>
                <a:lnTo>
                  <a:pt x="10998" y="4429"/>
                </a:lnTo>
                <a:lnTo>
                  <a:pt x="10950" y="4477"/>
                </a:lnTo>
                <a:lnTo>
                  <a:pt x="10901" y="4477"/>
                </a:lnTo>
                <a:lnTo>
                  <a:pt x="10901" y="4453"/>
                </a:lnTo>
                <a:lnTo>
                  <a:pt x="10877" y="4453"/>
                </a:lnTo>
                <a:lnTo>
                  <a:pt x="10828" y="4380"/>
                </a:lnTo>
                <a:lnTo>
                  <a:pt x="10779" y="4307"/>
                </a:lnTo>
                <a:lnTo>
                  <a:pt x="10779" y="4234"/>
                </a:lnTo>
                <a:lnTo>
                  <a:pt x="10779" y="4137"/>
                </a:lnTo>
                <a:lnTo>
                  <a:pt x="10828" y="4064"/>
                </a:lnTo>
                <a:lnTo>
                  <a:pt x="10901" y="4015"/>
                </a:lnTo>
                <a:close/>
                <a:moveTo>
                  <a:pt x="12507" y="5159"/>
                </a:moveTo>
                <a:lnTo>
                  <a:pt x="12580" y="5183"/>
                </a:lnTo>
                <a:lnTo>
                  <a:pt x="12629" y="5256"/>
                </a:lnTo>
                <a:lnTo>
                  <a:pt x="12677" y="5329"/>
                </a:lnTo>
                <a:lnTo>
                  <a:pt x="12677" y="5451"/>
                </a:lnTo>
                <a:lnTo>
                  <a:pt x="12653" y="5548"/>
                </a:lnTo>
                <a:lnTo>
                  <a:pt x="12604" y="5645"/>
                </a:lnTo>
                <a:lnTo>
                  <a:pt x="12556" y="5743"/>
                </a:lnTo>
                <a:lnTo>
                  <a:pt x="12507" y="5767"/>
                </a:lnTo>
                <a:lnTo>
                  <a:pt x="12458" y="5791"/>
                </a:lnTo>
                <a:lnTo>
                  <a:pt x="12337" y="5767"/>
                </a:lnTo>
                <a:lnTo>
                  <a:pt x="12239" y="5718"/>
                </a:lnTo>
                <a:lnTo>
                  <a:pt x="12166" y="5645"/>
                </a:lnTo>
                <a:lnTo>
                  <a:pt x="12142" y="5572"/>
                </a:lnTo>
                <a:lnTo>
                  <a:pt x="12142" y="5499"/>
                </a:lnTo>
                <a:lnTo>
                  <a:pt x="12166" y="5426"/>
                </a:lnTo>
                <a:lnTo>
                  <a:pt x="12191" y="5353"/>
                </a:lnTo>
                <a:lnTo>
                  <a:pt x="12264" y="5329"/>
                </a:lnTo>
                <a:lnTo>
                  <a:pt x="12312" y="5305"/>
                </a:lnTo>
                <a:lnTo>
                  <a:pt x="12337" y="5256"/>
                </a:lnTo>
                <a:lnTo>
                  <a:pt x="12361" y="5183"/>
                </a:lnTo>
                <a:lnTo>
                  <a:pt x="12410" y="5159"/>
                </a:lnTo>
                <a:close/>
                <a:moveTo>
                  <a:pt x="5499" y="6229"/>
                </a:moveTo>
                <a:lnTo>
                  <a:pt x="5597" y="6302"/>
                </a:lnTo>
                <a:lnTo>
                  <a:pt x="5694" y="6351"/>
                </a:lnTo>
                <a:lnTo>
                  <a:pt x="5743" y="6424"/>
                </a:lnTo>
                <a:lnTo>
                  <a:pt x="5767" y="6546"/>
                </a:lnTo>
                <a:lnTo>
                  <a:pt x="5743" y="6643"/>
                </a:lnTo>
                <a:lnTo>
                  <a:pt x="5670" y="6740"/>
                </a:lnTo>
                <a:lnTo>
                  <a:pt x="5621" y="6813"/>
                </a:lnTo>
                <a:lnTo>
                  <a:pt x="5524" y="6838"/>
                </a:lnTo>
                <a:lnTo>
                  <a:pt x="5475" y="6862"/>
                </a:lnTo>
                <a:lnTo>
                  <a:pt x="5426" y="6862"/>
                </a:lnTo>
                <a:lnTo>
                  <a:pt x="5329" y="6789"/>
                </a:lnTo>
                <a:lnTo>
                  <a:pt x="5280" y="6716"/>
                </a:lnTo>
                <a:lnTo>
                  <a:pt x="5280" y="6643"/>
                </a:lnTo>
                <a:lnTo>
                  <a:pt x="5280" y="6594"/>
                </a:lnTo>
                <a:lnTo>
                  <a:pt x="5305" y="6497"/>
                </a:lnTo>
                <a:lnTo>
                  <a:pt x="5353" y="6400"/>
                </a:lnTo>
                <a:lnTo>
                  <a:pt x="5475" y="6254"/>
                </a:lnTo>
                <a:lnTo>
                  <a:pt x="5499" y="6229"/>
                </a:lnTo>
                <a:close/>
                <a:moveTo>
                  <a:pt x="7568" y="7470"/>
                </a:moveTo>
                <a:lnTo>
                  <a:pt x="7616" y="7519"/>
                </a:lnTo>
                <a:lnTo>
                  <a:pt x="7689" y="7519"/>
                </a:lnTo>
                <a:lnTo>
                  <a:pt x="7835" y="7543"/>
                </a:lnTo>
                <a:lnTo>
                  <a:pt x="7908" y="7568"/>
                </a:lnTo>
                <a:lnTo>
                  <a:pt x="7957" y="7592"/>
                </a:lnTo>
                <a:lnTo>
                  <a:pt x="7957" y="7616"/>
                </a:lnTo>
                <a:lnTo>
                  <a:pt x="7957" y="7641"/>
                </a:lnTo>
                <a:lnTo>
                  <a:pt x="7957" y="7665"/>
                </a:lnTo>
                <a:lnTo>
                  <a:pt x="7908" y="7714"/>
                </a:lnTo>
                <a:lnTo>
                  <a:pt x="7908" y="7738"/>
                </a:lnTo>
                <a:lnTo>
                  <a:pt x="7811" y="7811"/>
                </a:lnTo>
                <a:lnTo>
                  <a:pt x="7787" y="7835"/>
                </a:lnTo>
                <a:lnTo>
                  <a:pt x="7714" y="7884"/>
                </a:lnTo>
                <a:lnTo>
                  <a:pt x="7641" y="7884"/>
                </a:lnTo>
                <a:lnTo>
                  <a:pt x="7641" y="7908"/>
                </a:lnTo>
                <a:lnTo>
                  <a:pt x="7592" y="7908"/>
                </a:lnTo>
                <a:lnTo>
                  <a:pt x="7543" y="7884"/>
                </a:lnTo>
                <a:lnTo>
                  <a:pt x="7519" y="7884"/>
                </a:lnTo>
                <a:lnTo>
                  <a:pt x="7495" y="7860"/>
                </a:lnTo>
                <a:lnTo>
                  <a:pt x="7495" y="7835"/>
                </a:lnTo>
                <a:lnTo>
                  <a:pt x="7470" y="7811"/>
                </a:lnTo>
                <a:lnTo>
                  <a:pt x="7422" y="7689"/>
                </a:lnTo>
                <a:lnTo>
                  <a:pt x="7397" y="7616"/>
                </a:lnTo>
                <a:lnTo>
                  <a:pt x="7422" y="7543"/>
                </a:lnTo>
                <a:lnTo>
                  <a:pt x="7495" y="7519"/>
                </a:lnTo>
                <a:lnTo>
                  <a:pt x="7568" y="7470"/>
                </a:lnTo>
                <a:close/>
                <a:moveTo>
                  <a:pt x="16011" y="1363"/>
                </a:moveTo>
                <a:lnTo>
                  <a:pt x="15889" y="1387"/>
                </a:lnTo>
                <a:lnTo>
                  <a:pt x="15768" y="1436"/>
                </a:lnTo>
                <a:lnTo>
                  <a:pt x="15646" y="1509"/>
                </a:lnTo>
                <a:lnTo>
                  <a:pt x="15573" y="1582"/>
                </a:lnTo>
                <a:lnTo>
                  <a:pt x="15500" y="1655"/>
                </a:lnTo>
                <a:lnTo>
                  <a:pt x="15476" y="1752"/>
                </a:lnTo>
                <a:lnTo>
                  <a:pt x="15427" y="1825"/>
                </a:lnTo>
                <a:lnTo>
                  <a:pt x="15403" y="2020"/>
                </a:lnTo>
                <a:lnTo>
                  <a:pt x="15451" y="2215"/>
                </a:lnTo>
                <a:lnTo>
                  <a:pt x="15500" y="2361"/>
                </a:lnTo>
                <a:lnTo>
                  <a:pt x="15330" y="2458"/>
                </a:lnTo>
                <a:lnTo>
                  <a:pt x="15159" y="2579"/>
                </a:lnTo>
                <a:lnTo>
                  <a:pt x="14989" y="2725"/>
                </a:lnTo>
                <a:lnTo>
                  <a:pt x="14843" y="2896"/>
                </a:lnTo>
                <a:lnTo>
                  <a:pt x="14283" y="3528"/>
                </a:lnTo>
                <a:lnTo>
                  <a:pt x="13918" y="3893"/>
                </a:lnTo>
                <a:lnTo>
                  <a:pt x="13529" y="4234"/>
                </a:lnTo>
                <a:lnTo>
                  <a:pt x="13140" y="4599"/>
                </a:lnTo>
                <a:lnTo>
                  <a:pt x="12775" y="4964"/>
                </a:lnTo>
                <a:lnTo>
                  <a:pt x="12677" y="4891"/>
                </a:lnTo>
                <a:lnTo>
                  <a:pt x="12556" y="4842"/>
                </a:lnTo>
                <a:lnTo>
                  <a:pt x="12507" y="4842"/>
                </a:lnTo>
                <a:lnTo>
                  <a:pt x="12434" y="4818"/>
                </a:lnTo>
                <a:lnTo>
                  <a:pt x="12264" y="4818"/>
                </a:lnTo>
                <a:lnTo>
                  <a:pt x="12191" y="4867"/>
                </a:lnTo>
                <a:lnTo>
                  <a:pt x="12020" y="4696"/>
                </a:lnTo>
                <a:lnTo>
                  <a:pt x="11826" y="4502"/>
                </a:lnTo>
                <a:lnTo>
                  <a:pt x="11655" y="4331"/>
                </a:lnTo>
                <a:lnTo>
                  <a:pt x="11582" y="4307"/>
                </a:lnTo>
                <a:lnTo>
                  <a:pt x="11582" y="4161"/>
                </a:lnTo>
                <a:lnTo>
                  <a:pt x="11582" y="4039"/>
                </a:lnTo>
                <a:lnTo>
                  <a:pt x="11534" y="3918"/>
                </a:lnTo>
                <a:lnTo>
                  <a:pt x="11485" y="3820"/>
                </a:lnTo>
                <a:lnTo>
                  <a:pt x="11388" y="3723"/>
                </a:lnTo>
                <a:lnTo>
                  <a:pt x="11242" y="3626"/>
                </a:lnTo>
                <a:lnTo>
                  <a:pt x="11169" y="3577"/>
                </a:lnTo>
                <a:lnTo>
                  <a:pt x="11120" y="3528"/>
                </a:lnTo>
                <a:lnTo>
                  <a:pt x="11047" y="3504"/>
                </a:lnTo>
                <a:lnTo>
                  <a:pt x="10974" y="3504"/>
                </a:lnTo>
                <a:lnTo>
                  <a:pt x="10828" y="3528"/>
                </a:lnTo>
                <a:lnTo>
                  <a:pt x="10682" y="3601"/>
                </a:lnTo>
                <a:lnTo>
                  <a:pt x="10536" y="3723"/>
                </a:lnTo>
                <a:lnTo>
                  <a:pt x="10439" y="3869"/>
                </a:lnTo>
                <a:lnTo>
                  <a:pt x="10341" y="4039"/>
                </a:lnTo>
                <a:lnTo>
                  <a:pt x="10317" y="4234"/>
                </a:lnTo>
                <a:lnTo>
                  <a:pt x="10317" y="4380"/>
                </a:lnTo>
                <a:lnTo>
                  <a:pt x="10171" y="4477"/>
                </a:lnTo>
                <a:lnTo>
                  <a:pt x="10025" y="4575"/>
                </a:lnTo>
                <a:lnTo>
                  <a:pt x="9879" y="4721"/>
                </a:lnTo>
                <a:lnTo>
                  <a:pt x="9733" y="4867"/>
                </a:lnTo>
                <a:lnTo>
                  <a:pt x="9490" y="5159"/>
                </a:lnTo>
                <a:lnTo>
                  <a:pt x="9319" y="5402"/>
                </a:lnTo>
                <a:lnTo>
                  <a:pt x="8954" y="5864"/>
                </a:lnTo>
                <a:lnTo>
                  <a:pt x="8614" y="6375"/>
                </a:lnTo>
                <a:lnTo>
                  <a:pt x="8298" y="6789"/>
                </a:lnTo>
                <a:lnTo>
                  <a:pt x="8152" y="7008"/>
                </a:lnTo>
                <a:lnTo>
                  <a:pt x="8030" y="7227"/>
                </a:lnTo>
                <a:lnTo>
                  <a:pt x="7908" y="7203"/>
                </a:lnTo>
                <a:lnTo>
                  <a:pt x="7787" y="7178"/>
                </a:lnTo>
                <a:lnTo>
                  <a:pt x="7738" y="7154"/>
                </a:lnTo>
                <a:lnTo>
                  <a:pt x="7616" y="7130"/>
                </a:lnTo>
                <a:lnTo>
                  <a:pt x="7470" y="7130"/>
                </a:lnTo>
                <a:lnTo>
                  <a:pt x="7349" y="7178"/>
                </a:lnTo>
                <a:lnTo>
                  <a:pt x="7227" y="7251"/>
                </a:lnTo>
                <a:lnTo>
                  <a:pt x="7178" y="7203"/>
                </a:lnTo>
                <a:lnTo>
                  <a:pt x="6935" y="7081"/>
                </a:lnTo>
                <a:lnTo>
                  <a:pt x="6692" y="6935"/>
                </a:lnTo>
                <a:lnTo>
                  <a:pt x="6448" y="6765"/>
                </a:lnTo>
                <a:lnTo>
                  <a:pt x="6327" y="6716"/>
                </a:lnTo>
                <a:lnTo>
                  <a:pt x="6205" y="6667"/>
                </a:lnTo>
                <a:lnTo>
                  <a:pt x="6229" y="6546"/>
                </a:lnTo>
                <a:lnTo>
                  <a:pt x="6205" y="6424"/>
                </a:lnTo>
                <a:lnTo>
                  <a:pt x="6181" y="6278"/>
                </a:lnTo>
                <a:lnTo>
                  <a:pt x="6132" y="6181"/>
                </a:lnTo>
                <a:lnTo>
                  <a:pt x="6059" y="6059"/>
                </a:lnTo>
                <a:lnTo>
                  <a:pt x="5986" y="5962"/>
                </a:lnTo>
                <a:lnTo>
                  <a:pt x="5889" y="5889"/>
                </a:lnTo>
                <a:lnTo>
                  <a:pt x="5767" y="5840"/>
                </a:lnTo>
                <a:lnTo>
                  <a:pt x="5694" y="5816"/>
                </a:lnTo>
                <a:lnTo>
                  <a:pt x="5621" y="5791"/>
                </a:lnTo>
                <a:lnTo>
                  <a:pt x="5475" y="5791"/>
                </a:lnTo>
                <a:lnTo>
                  <a:pt x="5329" y="5840"/>
                </a:lnTo>
                <a:lnTo>
                  <a:pt x="5207" y="5913"/>
                </a:lnTo>
                <a:lnTo>
                  <a:pt x="5086" y="6010"/>
                </a:lnTo>
                <a:lnTo>
                  <a:pt x="4964" y="6156"/>
                </a:lnTo>
                <a:lnTo>
                  <a:pt x="4891" y="6302"/>
                </a:lnTo>
                <a:lnTo>
                  <a:pt x="4818" y="6473"/>
                </a:lnTo>
                <a:lnTo>
                  <a:pt x="4818" y="6570"/>
                </a:lnTo>
                <a:lnTo>
                  <a:pt x="4818" y="6692"/>
                </a:lnTo>
                <a:lnTo>
                  <a:pt x="4769" y="6716"/>
                </a:lnTo>
                <a:lnTo>
                  <a:pt x="3918" y="7714"/>
                </a:lnTo>
                <a:lnTo>
                  <a:pt x="3504" y="8225"/>
                </a:lnTo>
                <a:lnTo>
                  <a:pt x="3090" y="8760"/>
                </a:lnTo>
                <a:lnTo>
                  <a:pt x="2677" y="9271"/>
                </a:lnTo>
                <a:lnTo>
                  <a:pt x="2214" y="9782"/>
                </a:lnTo>
                <a:lnTo>
                  <a:pt x="2044" y="9952"/>
                </a:lnTo>
                <a:lnTo>
                  <a:pt x="1874" y="10147"/>
                </a:lnTo>
                <a:lnTo>
                  <a:pt x="1801" y="10244"/>
                </a:lnTo>
                <a:lnTo>
                  <a:pt x="1752" y="10366"/>
                </a:lnTo>
                <a:lnTo>
                  <a:pt x="1703" y="10488"/>
                </a:lnTo>
                <a:lnTo>
                  <a:pt x="1703" y="10609"/>
                </a:lnTo>
                <a:lnTo>
                  <a:pt x="1728" y="10682"/>
                </a:lnTo>
                <a:lnTo>
                  <a:pt x="1776" y="10731"/>
                </a:lnTo>
                <a:lnTo>
                  <a:pt x="1849" y="10755"/>
                </a:lnTo>
                <a:lnTo>
                  <a:pt x="1922" y="10731"/>
                </a:lnTo>
                <a:lnTo>
                  <a:pt x="2020" y="10682"/>
                </a:lnTo>
                <a:lnTo>
                  <a:pt x="2117" y="10633"/>
                </a:lnTo>
                <a:lnTo>
                  <a:pt x="2263" y="10463"/>
                </a:lnTo>
                <a:lnTo>
                  <a:pt x="2579" y="10123"/>
                </a:lnTo>
                <a:lnTo>
                  <a:pt x="2969" y="9733"/>
                </a:lnTo>
                <a:lnTo>
                  <a:pt x="3163" y="9514"/>
                </a:lnTo>
                <a:lnTo>
                  <a:pt x="3334" y="9295"/>
                </a:lnTo>
                <a:lnTo>
                  <a:pt x="3747" y="8760"/>
                </a:lnTo>
                <a:lnTo>
                  <a:pt x="4185" y="8225"/>
                </a:lnTo>
                <a:lnTo>
                  <a:pt x="4648" y="7714"/>
                </a:lnTo>
                <a:lnTo>
                  <a:pt x="5086" y="7203"/>
                </a:lnTo>
                <a:lnTo>
                  <a:pt x="5159" y="7251"/>
                </a:lnTo>
                <a:lnTo>
                  <a:pt x="5280" y="7300"/>
                </a:lnTo>
                <a:lnTo>
                  <a:pt x="5378" y="7324"/>
                </a:lnTo>
                <a:lnTo>
                  <a:pt x="5499" y="7324"/>
                </a:lnTo>
                <a:lnTo>
                  <a:pt x="5645" y="7300"/>
                </a:lnTo>
                <a:lnTo>
                  <a:pt x="5791" y="7251"/>
                </a:lnTo>
                <a:lnTo>
                  <a:pt x="5913" y="7154"/>
                </a:lnTo>
                <a:lnTo>
                  <a:pt x="6010" y="7057"/>
                </a:lnTo>
                <a:lnTo>
                  <a:pt x="6205" y="7178"/>
                </a:lnTo>
                <a:lnTo>
                  <a:pt x="6400" y="7300"/>
                </a:lnTo>
                <a:lnTo>
                  <a:pt x="6716" y="7519"/>
                </a:lnTo>
                <a:lnTo>
                  <a:pt x="6862" y="7616"/>
                </a:lnTo>
                <a:lnTo>
                  <a:pt x="7032" y="7689"/>
                </a:lnTo>
                <a:lnTo>
                  <a:pt x="7057" y="7811"/>
                </a:lnTo>
                <a:lnTo>
                  <a:pt x="7105" y="7933"/>
                </a:lnTo>
                <a:lnTo>
                  <a:pt x="7154" y="8030"/>
                </a:lnTo>
                <a:lnTo>
                  <a:pt x="7227" y="8127"/>
                </a:lnTo>
                <a:lnTo>
                  <a:pt x="7324" y="8176"/>
                </a:lnTo>
                <a:lnTo>
                  <a:pt x="7397" y="8225"/>
                </a:lnTo>
                <a:lnTo>
                  <a:pt x="7495" y="8273"/>
                </a:lnTo>
                <a:lnTo>
                  <a:pt x="7714" y="8273"/>
                </a:lnTo>
                <a:lnTo>
                  <a:pt x="7835" y="8225"/>
                </a:lnTo>
                <a:lnTo>
                  <a:pt x="8006" y="8127"/>
                </a:lnTo>
                <a:lnTo>
                  <a:pt x="8152" y="8006"/>
                </a:lnTo>
                <a:lnTo>
                  <a:pt x="8225" y="7908"/>
                </a:lnTo>
                <a:lnTo>
                  <a:pt x="8273" y="7835"/>
                </a:lnTo>
                <a:lnTo>
                  <a:pt x="8298" y="7738"/>
                </a:lnTo>
                <a:lnTo>
                  <a:pt x="8322" y="7641"/>
                </a:lnTo>
                <a:lnTo>
                  <a:pt x="8322" y="7543"/>
                </a:lnTo>
                <a:lnTo>
                  <a:pt x="8298" y="7470"/>
                </a:lnTo>
                <a:lnTo>
                  <a:pt x="8468" y="7300"/>
                </a:lnTo>
                <a:lnTo>
                  <a:pt x="8614" y="7130"/>
                </a:lnTo>
                <a:lnTo>
                  <a:pt x="8906" y="6740"/>
                </a:lnTo>
                <a:lnTo>
                  <a:pt x="9173" y="6327"/>
                </a:lnTo>
                <a:lnTo>
                  <a:pt x="9417" y="5962"/>
                </a:lnTo>
                <a:lnTo>
                  <a:pt x="9782" y="5499"/>
                </a:lnTo>
                <a:lnTo>
                  <a:pt x="10195" y="5086"/>
                </a:lnTo>
                <a:lnTo>
                  <a:pt x="10268" y="5013"/>
                </a:lnTo>
                <a:lnTo>
                  <a:pt x="10366" y="4940"/>
                </a:lnTo>
                <a:lnTo>
                  <a:pt x="10585" y="4818"/>
                </a:lnTo>
                <a:lnTo>
                  <a:pt x="10706" y="4891"/>
                </a:lnTo>
                <a:lnTo>
                  <a:pt x="10828" y="4915"/>
                </a:lnTo>
                <a:lnTo>
                  <a:pt x="10950" y="4940"/>
                </a:lnTo>
                <a:lnTo>
                  <a:pt x="11096" y="4915"/>
                </a:lnTo>
                <a:lnTo>
                  <a:pt x="11193" y="4867"/>
                </a:lnTo>
                <a:lnTo>
                  <a:pt x="11266" y="4794"/>
                </a:lnTo>
                <a:lnTo>
                  <a:pt x="11363" y="4721"/>
                </a:lnTo>
                <a:lnTo>
                  <a:pt x="11436" y="4648"/>
                </a:lnTo>
                <a:lnTo>
                  <a:pt x="11704" y="4964"/>
                </a:lnTo>
                <a:lnTo>
                  <a:pt x="11874" y="5183"/>
                </a:lnTo>
                <a:lnTo>
                  <a:pt x="11801" y="5305"/>
                </a:lnTo>
                <a:lnTo>
                  <a:pt x="11777" y="5426"/>
                </a:lnTo>
                <a:lnTo>
                  <a:pt x="11753" y="5548"/>
                </a:lnTo>
                <a:lnTo>
                  <a:pt x="11777" y="5694"/>
                </a:lnTo>
                <a:lnTo>
                  <a:pt x="11826" y="5816"/>
                </a:lnTo>
                <a:lnTo>
                  <a:pt x="11899" y="5913"/>
                </a:lnTo>
                <a:lnTo>
                  <a:pt x="12020" y="6010"/>
                </a:lnTo>
                <a:lnTo>
                  <a:pt x="12142" y="6059"/>
                </a:lnTo>
                <a:lnTo>
                  <a:pt x="12264" y="6108"/>
                </a:lnTo>
                <a:lnTo>
                  <a:pt x="12410" y="6108"/>
                </a:lnTo>
                <a:lnTo>
                  <a:pt x="12531" y="6083"/>
                </a:lnTo>
                <a:lnTo>
                  <a:pt x="12653" y="6035"/>
                </a:lnTo>
                <a:lnTo>
                  <a:pt x="12726" y="5986"/>
                </a:lnTo>
                <a:lnTo>
                  <a:pt x="12799" y="5913"/>
                </a:lnTo>
                <a:lnTo>
                  <a:pt x="12872" y="5840"/>
                </a:lnTo>
                <a:lnTo>
                  <a:pt x="12921" y="5743"/>
                </a:lnTo>
                <a:lnTo>
                  <a:pt x="12969" y="5548"/>
                </a:lnTo>
                <a:lnTo>
                  <a:pt x="12969" y="5329"/>
                </a:lnTo>
                <a:lnTo>
                  <a:pt x="12969" y="5280"/>
                </a:lnTo>
                <a:lnTo>
                  <a:pt x="13042" y="5256"/>
                </a:lnTo>
                <a:lnTo>
                  <a:pt x="13383" y="4915"/>
                </a:lnTo>
                <a:lnTo>
                  <a:pt x="13748" y="4575"/>
                </a:lnTo>
                <a:lnTo>
                  <a:pt x="14454" y="3942"/>
                </a:lnTo>
                <a:lnTo>
                  <a:pt x="15111" y="3309"/>
                </a:lnTo>
                <a:lnTo>
                  <a:pt x="15768" y="2677"/>
                </a:lnTo>
                <a:lnTo>
                  <a:pt x="15792" y="2652"/>
                </a:lnTo>
                <a:lnTo>
                  <a:pt x="15914" y="2701"/>
                </a:lnTo>
                <a:lnTo>
                  <a:pt x="16157" y="2701"/>
                </a:lnTo>
                <a:lnTo>
                  <a:pt x="16279" y="2652"/>
                </a:lnTo>
                <a:lnTo>
                  <a:pt x="16376" y="2579"/>
                </a:lnTo>
                <a:lnTo>
                  <a:pt x="16449" y="2506"/>
                </a:lnTo>
                <a:lnTo>
                  <a:pt x="16522" y="2409"/>
                </a:lnTo>
                <a:lnTo>
                  <a:pt x="16595" y="2312"/>
                </a:lnTo>
                <a:lnTo>
                  <a:pt x="16643" y="2215"/>
                </a:lnTo>
                <a:lnTo>
                  <a:pt x="16668" y="2093"/>
                </a:lnTo>
                <a:lnTo>
                  <a:pt x="16692" y="1996"/>
                </a:lnTo>
                <a:lnTo>
                  <a:pt x="16692" y="1874"/>
                </a:lnTo>
                <a:lnTo>
                  <a:pt x="16668" y="1777"/>
                </a:lnTo>
                <a:lnTo>
                  <a:pt x="16643" y="1679"/>
                </a:lnTo>
                <a:lnTo>
                  <a:pt x="16570" y="1606"/>
                </a:lnTo>
                <a:lnTo>
                  <a:pt x="16522" y="1533"/>
                </a:lnTo>
                <a:lnTo>
                  <a:pt x="16424" y="1460"/>
                </a:lnTo>
                <a:lnTo>
                  <a:pt x="16352" y="1436"/>
                </a:lnTo>
                <a:lnTo>
                  <a:pt x="16254" y="1412"/>
                </a:lnTo>
                <a:lnTo>
                  <a:pt x="16157" y="1387"/>
                </a:lnTo>
                <a:lnTo>
                  <a:pt x="16011" y="1363"/>
                </a:lnTo>
                <a:close/>
                <a:moveTo>
                  <a:pt x="195" y="0"/>
                </a:moveTo>
                <a:lnTo>
                  <a:pt x="146" y="49"/>
                </a:lnTo>
                <a:lnTo>
                  <a:pt x="98" y="73"/>
                </a:lnTo>
                <a:lnTo>
                  <a:pt x="49" y="195"/>
                </a:lnTo>
                <a:lnTo>
                  <a:pt x="0" y="317"/>
                </a:lnTo>
                <a:lnTo>
                  <a:pt x="0" y="438"/>
                </a:lnTo>
                <a:lnTo>
                  <a:pt x="0" y="584"/>
                </a:lnTo>
                <a:lnTo>
                  <a:pt x="25" y="876"/>
                </a:lnTo>
                <a:lnTo>
                  <a:pt x="49" y="1120"/>
                </a:lnTo>
                <a:lnTo>
                  <a:pt x="49" y="1947"/>
                </a:lnTo>
                <a:lnTo>
                  <a:pt x="25" y="2774"/>
                </a:lnTo>
                <a:lnTo>
                  <a:pt x="49" y="3601"/>
                </a:lnTo>
                <a:lnTo>
                  <a:pt x="25" y="4429"/>
                </a:lnTo>
                <a:lnTo>
                  <a:pt x="0" y="6108"/>
                </a:lnTo>
                <a:lnTo>
                  <a:pt x="0" y="6984"/>
                </a:lnTo>
                <a:lnTo>
                  <a:pt x="0" y="7860"/>
                </a:lnTo>
                <a:lnTo>
                  <a:pt x="73" y="9587"/>
                </a:lnTo>
                <a:lnTo>
                  <a:pt x="146" y="11315"/>
                </a:lnTo>
                <a:lnTo>
                  <a:pt x="171" y="12191"/>
                </a:lnTo>
                <a:lnTo>
                  <a:pt x="171" y="13067"/>
                </a:lnTo>
                <a:lnTo>
                  <a:pt x="195" y="13188"/>
                </a:lnTo>
                <a:lnTo>
                  <a:pt x="268" y="13261"/>
                </a:lnTo>
                <a:lnTo>
                  <a:pt x="317" y="13310"/>
                </a:lnTo>
                <a:lnTo>
                  <a:pt x="390" y="13310"/>
                </a:lnTo>
                <a:lnTo>
                  <a:pt x="900" y="13383"/>
                </a:lnTo>
                <a:lnTo>
                  <a:pt x="1898" y="13383"/>
                </a:lnTo>
                <a:lnTo>
                  <a:pt x="2409" y="13334"/>
                </a:lnTo>
                <a:lnTo>
                  <a:pt x="3431" y="13261"/>
                </a:lnTo>
                <a:lnTo>
                  <a:pt x="3942" y="13213"/>
                </a:lnTo>
                <a:lnTo>
                  <a:pt x="4453" y="13188"/>
                </a:lnTo>
                <a:lnTo>
                  <a:pt x="10025" y="13188"/>
                </a:lnTo>
                <a:lnTo>
                  <a:pt x="11169" y="13164"/>
                </a:lnTo>
                <a:lnTo>
                  <a:pt x="13432" y="13091"/>
                </a:lnTo>
                <a:lnTo>
                  <a:pt x="14575" y="13067"/>
                </a:lnTo>
                <a:lnTo>
                  <a:pt x="16741" y="13067"/>
                </a:lnTo>
                <a:lnTo>
                  <a:pt x="17276" y="13091"/>
                </a:lnTo>
                <a:lnTo>
                  <a:pt x="17544" y="13140"/>
                </a:lnTo>
                <a:lnTo>
                  <a:pt x="17811" y="13164"/>
                </a:lnTo>
                <a:lnTo>
                  <a:pt x="17933" y="13164"/>
                </a:lnTo>
                <a:lnTo>
                  <a:pt x="18030" y="13115"/>
                </a:lnTo>
                <a:lnTo>
                  <a:pt x="18103" y="13042"/>
                </a:lnTo>
                <a:lnTo>
                  <a:pt x="18152" y="12945"/>
                </a:lnTo>
                <a:lnTo>
                  <a:pt x="18152" y="12848"/>
                </a:lnTo>
                <a:lnTo>
                  <a:pt x="18128" y="12750"/>
                </a:lnTo>
                <a:lnTo>
                  <a:pt x="18055" y="12677"/>
                </a:lnTo>
                <a:lnTo>
                  <a:pt x="17957" y="12629"/>
                </a:lnTo>
                <a:lnTo>
                  <a:pt x="17495" y="12556"/>
                </a:lnTo>
                <a:lnTo>
                  <a:pt x="17008" y="12531"/>
                </a:lnTo>
                <a:lnTo>
                  <a:pt x="16084" y="12507"/>
                </a:lnTo>
                <a:lnTo>
                  <a:pt x="14940" y="12483"/>
                </a:lnTo>
                <a:lnTo>
                  <a:pt x="13821" y="12507"/>
                </a:lnTo>
                <a:lnTo>
                  <a:pt x="11534" y="12580"/>
                </a:lnTo>
                <a:lnTo>
                  <a:pt x="10414" y="12604"/>
                </a:lnTo>
                <a:lnTo>
                  <a:pt x="9271" y="12629"/>
                </a:lnTo>
                <a:lnTo>
                  <a:pt x="7032" y="12604"/>
                </a:lnTo>
                <a:lnTo>
                  <a:pt x="5913" y="12604"/>
                </a:lnTo>
                <a:lnTo>
                  <a:pt x="4818" y="12629"/>
                </a:lnTo>
                <a:lnTo>
                  <a:pt x="3796" y="12677"/>
                </a:lnTo>
                <a:lnTo>
                  <a:pt x="2774" y="12726"/>
                </a:lnTo>
                <a:lnTo>
                  <a:pt x="1752" y="12799"/>
                </a:lnTo>
                <a:lnTo>
                  <a:pt x="730" y="12848"/>
                </a:lnTo>
                <a:lnTo>
                  <a:pt x="681" y="11169"/>
                </a:lnTo>
                <a:lnTo>
                  <a:pt x="608" y="9490"/>
                </a:lnTo>
                <a:lnTo>
                  <a:pt x="535" y="7787"/>
                </a:lnTo>
                <a:lnTo>
                  <a:pt x="535" y="6959"/>
                </a:lnTo>
                <a:lnTo>
                  <a:pt x="535" y="6108"/>
                </a:lnTo>
                <a:lnTo>
                  <a:pt x="560" y="4356"/>
                </a:lnTo>
                <a:lnTo>
                  <a:pt x="560" y="2579"/>
                </a:lnTo>
                <a:lnTo>
                  <a:pt x="560" y="1752"/>
                </a:lnTo>
                <a:lnTo>
                  <a:pt x="584" y="1363"/>
                </a:lnTo>
                <a:lnTo>
                  <a:pt x="584" y="949"/>
                </a:lnTo>
                <a:lnTo>
                  <a:pt x="560" y="706"/>
                </a:lnTo>
                <a:lnTo>
                  <a:pt x="535" y="438"/>
                </a:lnTo>
                <a:lnTo>
                  <a:pt x="511" y="317"/>
                </a:lnTo>
                <a:lnTo>
                  <a:pt x="463" y="219"/>
                </a:lnTo>
                <a:lnTo>
                  <a:pt x="390" y="98"/>
                </a:lnTo>
                <a:lnTo>
                  <a:pt x="317" y="25"/>
                </a:lnTo>
                <a:lnTo>
                  <a:pt x="244"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47" name="Google Shape;847;p39"/>
          <p:cNvSpPr/>
          <p:nvPr/>
        </p:nvSpPr>
        <p:spPr>
          <a:xfrm>
            <a:off x="4383224" y="3275389"/>
            <a:ext cx="382353" cy="335037"/>
          </a:xfrm>
          <a:custGeom>
            <a:avLst/>
            <a:gdLst/>
            <a:ahLst/>
            <a:cxnLst/>
            <a:rect l="l" t="t" r="r" b="b"/>
            <a:pathLst>
              <a:path w="17495" h="15330" extrusionOk="0">
                <a:moveTo>
                  <a:pt x="4648" y="1412"/>
                </a:moveTo>
                <a:lnTo>
                  <a:pt x="4526" y="1485"/>
                </a:lnTo>
                <a:lnTo>
                  <a:pt x="4429" y="1558"/>
                </a:lnTo>
                <a:lnTo>
                  <a:pt x="4258" y="1728"/>
                </a:lnTo>
                <a:lnTo>
                  <a:pt x="4185" y="1825"/>
                </a:lnTo>
                <a:lnTo>
                  <a:pt x="4112" y="1947"/>
                </a:lnTo>
                <a:lnTo>
                  <a:pt x="3869" y="1947"/>
                </a:lnTo>
                <a:lnTo>
                  <a:pt x="3893" y="1898"/>
                </a:lnTo>
                <a:lnTo>
                  <a:pt x="4015" y="1679"/>
                </a:lnTo>
                <a:lnTo>
                  <a:pt x="4088" y="1436"/>
                </a:lnTo>
                <a:lnTo>
                  <a:pt x="4088" y="1412"/>
                </a:lnTo>
                <a:close/>
                <a:moveTo>
                  <a:pt x="4939" y="1412"/>
                </a:moveTo>
                <a:lnTo>
                  <a:pt x="4867" y="1509"/>
                </a:lnTo>
                <a:lnTo>
                  <a:pt x="4818" y="1631"/>
                </a:lnTo>
                <a:lnTo>
                  <a:pt x="4794" y="1752"/>
                </a:lnTo>
                <a:lnTo>
                  <a:pt x="4769" y="1898"/>
                </a:lnTo>
                <a:lnTo>
                  <a:pt x="4769" y="1947"/>
                </a:lnTo>
                <a:lnTo>
                  <a:pt x="4380" y="1947"/>
                </a:lnTo>
                <a:lnTo>
                  <a:pt x="4404" y="1898"/>
                </a:lnTo>
                <a:lnTo>
                  <a:pt x="4526" y="1679"/>
                </a:lnTo>
                <a:lnTo>
                  <a:pt x="4672" y="1436"/>
                </a:lnTo>
                <a:lnTo>
                  <a:pt x="4672" y="1412"/>
                </a:lnTo>
                <a:close/>
                <a:moveTo>
                  <a:pt x="5815" y="1387"/>
                </a:moveTo>
                <a:lnTo>
                  <a:pt x="5645" y="1558"/>
                </a:lnTo>
                <a:lnTo>
                  <a:pt x="5475" y="1704"/>
                </a:lnTo>
                <a:lnTo>
                  <a:pt x="5402" y="1825"/>
                </a:lnTo>
                <a:lnTo>
                  <a:pt x="5304" y="1947"/>
                </a:lnTo>
                <a:lnTo>
                  <a:pt x="5037" y="1947"/>
                </a:lnTo>
                <a:lnTo>
                  <a:pt x="5037" y="1898"/>
                </a:lnTo>
                <a:lnTo>
                  <a:pt x="5061" y="1777"/>
                </a:lnTo>
                <a:lnTo>
                  <a:pt x="5085" y="1631"/>
                </a:lnTo>
                <a:lnTo>
                  <a:pt x="5183" y="1387"/>
                </a:lnTo>
                <a:close/>
                <a:moveTo>
                  <a:pt x="3407" y="1412"/>
                </a:moveTo>
                <a:lnTo>
                  <a:pt x="3285" y="1533"/>
                </a:lnTo>
                <a:lnTo>
                  <a:pt x="3188" y="1679"/>
                </a:lnTo>
                <a:lnTo>
                  <a:pt x="3090" y="1825"/>
                </a:lnTo>
                <a:lnTo>
                  <a:pt x="3042" y="1971"/>
                </a:lnTo>
                <a:lnTo>
                  <a:pt x="2774" y="1971"/>
                </a:lnTo>
                <a:lnTo>
                  <a:pt x="2847" y="1801"/>
                </a:lnTo>
                <a:lnTo>
                  <a:pt x="3042" y="1412"/>
                </a:lnTo>
                <a:close/>
                <a:moveTo>
                  <a:pt x="4039" y="1412"/>
                </a:moveTo>
                <a:lnTo>
                  <a:pt x="3966" y="1509"/>
                </a:lnTo>
                <a:lnTo>
                  <a:pt x="3893" y="1606"/>
                </a:lnTo>
                <a:lnTo>
                  <a:pt x="3747" y="1801"/>
                </a:lnTo>
                <a:lnTo>
                  <a:pt x="3626" y="1947"/>
                </a:lnTo>
                <a:lnTo>
                  <a:pt x="3334" y="1971"/>
                </a:lnTo>
                <a:lnTo>
                  <a:pt x="3455" y="1679"/>
                </a:lnTo>
                <a:lnTo>
                  <a:pt x="3601" y="1412"/>
                </a:lnTo>
                <a:close/>
                <a:moveTo>
                  <a:pt x="2239" y="1412"/>
                </a:moveTo>
                <a:lnTo>
                  <a:pt x="2068" y="1533"/>
                </a:lnTo>
                <a:lnTo>
                  <a:pt x="1947" y="1679"/>
                </a:lnTo>
                <a:lnTo>
                  <a:pt x="1801" y="1825"/>
                </a:lnTo>
                <a:lnTo>
                  <a:pt x="1679" y="1971"/>
                </a:lnTo>
                <a:lnTo>
                  <a:pt x="1509" y="1996"/>
                </a:lnTo>
                <a:lnTo>
                  <a:pt x="1655" y="1704"/>
                </a:lnTo>
                <a:lnTo>
                  <a:pt x="1849" y="1436"/>
                </a:lnTo>
                <a:lnTo>
                  <a:pt x="2166" y="1412"/>
                </a:lnTo>
                <a:close/>
                <a:moveTo>
                  <a:pt x="2896" y="1412"/>
                </a:moveTo>
                <a:lnTo>
                  <a:pt x="2774" y="1558"/>
                </a:lnTo>
                <a:lnTo>
                  <a:pt x="2677" y="1704"/>
                </a:lnTo>
                <a:lnTo>
                  <a:pt x="2579" y="1850"/>
                </a:lnTo>
                <a:lnTo>
                  <a:pt x="2506" y="1996"/>
                </a:lnTo>
                <a:lnTo>
                  <a:pt x="2214" y="1971"/>
                </a:lnTo>
                <a:lnTo>
                  <a:pt x="1995" y="1971"/>
                </a:lnTo>
                <a:lnTo>
                  <a:pt x="2239" y="1679"/>
                </a:lnTo>
                <a:lnTo>
                  <a:pt x="2482" y="1412"/>
                </a:lnTo>
                <a:close/>
                <a:moveTo>
                  <a:pt x="7056" y="1387"/>
                </a:moveTo>
                <a:lnTo>
                  <a:pt x="6935" y="1558"/>
                </a:lnTo>
                <a:lnTo>
                  <a:pt x="6667" y="1898"/>
                </a:lnTo>
                <a:lnTo>
                  <a:pt x="6594" y="1996"/>
                </a:lnTo>
                <a:lnTo>
                  <a:pt x="6278" y="1971"/>
                </a:lnTo>
                <a:lnTo>
                  <a:pt x="6302" y="1898"/>
                </a:lnTo>
                <a:lnTo>
                  <a:pt x="6594" y="1436"/>
                </a:lnTo>
                <a:lnTo>
                  <a:pt x="6570" y="1412"/>
                </a:lnTo>
                <a:lnTo>
                  <a:pt x="6545" y="1412"/>
                </a:lnTo>
                <a:lnTo>
                  <a:pt x="6351" y="1582"/>
                </a:lnTo>
                <a:lnTo>
                  <a:pt x="6156" y="1777"/>
                </a:lnTo>
                <a:lnTo>
                  <a:pt x="6083" y="1874"/>
                </a:lnTo>
                <a:lnTo>
                  <a:pt x="6010" y="1971"/>
                </a:lnTo>
                <a:lnTo>
                  <a:pt x="5596" y="1971"/>
                </a:lnTo>
                <a:lnTo>
                  <a:pt x="5694" y="1801"/>
                </a:lnTo>
                <a:lnTo>
                  <a:pt x="5840" y="1606"/>
                </a:lnTo>
                <a:lnTo>
                  <a:pt x="5986" y="1387"/>
                </a:lnTo>
                <a:close/>
                <a:moveTo>
                  <a:pt x="7665" y="1387"/>
                </a:moveTo>
                <a:lnTo>
                  <a:pt x="7519" y="1509"/>
                </a:lnTo>
                <a:lnTo>
                  <a:pt x="7373" y="1655"/>
                </a:lnTo>
                <a:lnTo>
                  <a:pt x="7251" y="1825"/>
                </a:lnTo>
                <a:lnTo>
                  <a:pt x="7154" y="1996"/>
                </a:lnTo>
                <a:lnTo>
                  <a:pt x="6910" y="1996"/>
                </a:lnTo>
                <a:lnTo>
                  <a:pt x="7056" y="1777"/>
                </a:lnTo>
                <a:lnTo>
                  <a:pt x="7348" y="1387"/>
                </a:lnTo>
                <a:close/>
                <a:moveTo>
                  <a:pt x="15135" y="1412"/>
                </a:moveTo>
                <a:lnTo>
                  <a:pt x="15281" y="1436"/>
                </a:lnTo>
                <a:lnTo>
                  <a:pt x="15524" y="1436"/>
                </a:lnTo>
                <a:lnTo>
                  <a:pt x="15475" y="1509"/>
                </a:lnTo>
                <a:lnTo>
                  <a:pt x="15232" y="1728"/>
                </a:lnTo>
                <a:lnTo>
                  <a:pt x="15135" y="1874"/>
                </a:lnTo>
                <a:lnTo>
                  <a:pt x="15037" y="1996"/>
                </a:lnTo>
                <a:lnTo>
                  <a:pt x="14697" y="1996"/>
                </a:lnTo>
                <a:lnTo>
                  <a:pt x="14794" y="1898"/>
                </a:lnTo>
                <a:lnTo>
                  <a:pt x="14989" y="1655"/>
                </a:lnTo>
                <a:lnTo>
                  <a:pt x="15135" y="1412"/>
                </a:lnTo>
                <a:close/>
                <a:moveTo>
                  <a:pt x="15865" y="1436"/>
                </a:moveTo>
                <a:lnTo>
                  <a:pt x="16254" y="1460"/>
                </a:lnTo>
                <a:lnTo>
                  <a:pt x="16278" y="1460"/>
                </a:lnTo>
                <a:lnTo>
                  <a:pt x="16157" y="1606"/>
                </a:lnTo>
                <a:lnTo>
                  <a:pt x="16035" y="1801"/>
                </a:lnTo>
                <a:lnTo>
                  <a:pt x="15913" y="1996"/>
                </a:lnTo>
                <a:lnTo>
                  <a:pt x="15427" y="1996"/>
                </a:lnTo>
                <a:lnTo>
                  <a:pt x="15646" y="1728"/>
                </a:lnTo>
                <a:lnTo>
                  <a:pt x="15865" y="1436"/>
                </a:lnTo>
                <a:close/>
                <a:moveTo>
                  <a:pt x="8176" y="1387"/>
                </a:moveTo>
                <a:lnTo>
                  <a:pt x="8030" y="1533"/>
                </a:lnTo>
                <a:lnTo>
                  <a:pt x="7884" y="1679"/>
                </a:lnTo>
                <a:lnTo>
                  <a:pt x="7665" y="2020"/>
                </a:lnTo>
                <a:lnTo>
                  <a:pt x="7494" y="2020"/>
                </a:lnTo>
                <a:lnTo>
                  <a:pt x="7640" y="1704"/>
                </a:lnTo>
                <a:lnTo>
                  <a:pt x="7786" y="1387"/>
                </a:lnTo>
                <a:close/>
                <a:moveTo>
                  <a:pt x="8687" y="1387"/>
                </a:moveTo>
                <a:lnTo>
                  <a:pt x="8638" y="1436"/>
                </a:lnTo>
                <a:lnTo>
                  <a:pt x="8419" y="1679"/>
                </a:lnTo>
                <a:lnTo>
                  <a:pt x="8322" y="1825"/>
                </a:lnTo>
                <a:lnTo>
                  <a:pt x="8224" y="1971"/>
                </a:lnTo>
                <a:lnTo>
                  <a:pt x="8224" y="2020"/>
                </a:lnTo>
                <a:lnTo>
                  <a:pt x="8005" y="2020"/>
                </a:lnTo>
                <a:lnTo>
                  <a:pt x="8200" y="1704"/>
                </a:lnTo>
                <a:lnTo>
                  <a:pt x="8273" y="1558"/>
                </a:lnTo>
                <a:lnTo>
                  <a:pt x="8346" y="1387"/>
                </a:lnTo>
                <a:close/>
                <a:moveTo>
                  <a:pt x="9441" y="1387"/>
                </a:moveTo>
                <a:lnTo>
                  <a:pt x="9271" y="1558"/>
                </a:lnTo>
                <a:lnTo>
                  <a:pt x="9125" y="1752"/>
                </a:lnTo>
                <a:lnTo>
                  <a:pt x="9027" y="1874"/>
                </a:lnTo>
                <a:lnTo>
                  <a:pt x="8930" y="2020"/>
                </a:lnTo>
                <a:lnTo>
                  <a:pt x="8468" y="2020"/>
                </a:lnTo>
                <a:lnTo>
                  <a:pt x="8565" y="1923"/>
                </a:lnTo>
                <a:lnTo>
                  <a:pt x="8833" y="1631"/>
                </a:lnTo>
                <a:lnTo>
                  <a:pt x="8954" y="1509"/>
                </a:lnTo>
                <a:lnTo>
                  <a:pt x="9076" y="1387"/>
                </a:lnTo>
                <a:close/>
                <a:moveTo>
                  <a:pt x="10220" y="1363"/>
                </a:moveTo>
                <a:lnTo>
                  <a:pt x="10074" y="1436"/>
                </a:lnTo>
                <a:lnTo>
                  <a:pt x="9952" y="1558"/>
                </a:lnTo>
                <a:lnTo>
                  <a:pt x="9757" y="1801"/>
                </a:lnTo>
                <a:lnTo>
                  <a:pt x="9587" y="2020"/>
                </a:lnTo>
                <a:lnTo>
                  <a:pt x="9271" y="2020"/>
                </a:lnTo>
                <a:lnTo>
                  <a:pt x="9368" y="1874"/>
                </a:lnTo>
                <a:lnTo>
                  <a:pt x="9514" y="1631"/>
                </a:lnTo>
                <a:lnTo>
                  <a:pt x="9587" y="1509"/>
                </a:lnTo>
                <a:lnTo>
                  <a:pt x="9636" y="1387"/>
                </a:lnTo>
                <a:lnTo>
                  <a:pt x="10220" y="1363"/>
                </a:lnTo>
                <a:close/>
                <a:moveTo>
                  <a:pt x="11436" y="1339"/>
                </a:moveTo>
                <a:lnTo>
                  <a:pt x="11290" y="1558"/>
                </a:lnTo>
                <a:lnTo>
                  <a:pt x="11120" y="1777"/>
                </a:lnTo>
                <a:lnTo>
                  <a:pt x="11047" y="1898"/>
                </a:lnTo>
                <a:lnTo>
                  <a:pt x="10998" y="2020"/>
                </a:lnTo>
                <a:lnTo>
                  <a:pt x="10609" y="2020"/>
                </a:lnTo>
                <a:lnTo>
                  <a:pt x="10755" y="1874"/>
                </a:lnTo>
                <a:lnTo>
                  <a:pt x="10877" y="1728"/>
                </a:lnTo>
                <a:lnTo>
                  <a:pt x="10950" y="1582"/>
                </a:lnTo>
                <a:lnTo>
                  <a:pt x="11023" y="1412"/>
                </a:lnTo>
                <a:lnTo>
                  <a:pt x="10998" y="1363"/>
                </a:lnTo>
                <a:lnTo>
                  <a:pt x="10950" y="1363"/>
                </a:lnTo>
                <a:lnTo>
                  <a:pt x="10585" y="1679"/>
                </a:lnTo>
                <a:lnTo>
                  <a:pt x="10244" y="2020"/>
                </a:lnTo>
                <a:lnTo>
                  <a:pt x="9830" y="2020"/>
                </a:lnTo>
                <a:lnTo>
                  <a:pt x="9952" y="1850"/>
                </a:lnTo>
                <a:lnTo>
                  <a:pt x="10074" y="1704"/>
                </a:lnTo>
                <a:lnTo>
                  <a:pt x="10195" y="1533"/>
                </a:lnTo>
                <a:lnTo>
                  <a:pt x="10317" y="1363"/>
                </a:lnTo>
                <a:lnTo>
                  <a:pt x="11436" y="1339"/>
                </a:lnTo>
                <a:close/>
                <a:moveTo>
                  <a:pt x="11996" y="1339"/>
                </a:moveTo>
                <a:lnTo>
                  <a:pt x="11874" y="1485"/>
                </a:lnTo>
                <a:lnTo>
                  <a:pt x="11777" y="1655"/>
                </a:lnTo>
                <a:lnTo>
                  <a:pt x="11704" y="1850"/>
                </a:lnTo>
                <a:lnTo>
                  <a:pt x="11680" y="2020"/>
                </a:lnTo>
                <a:lnTo>
                  <a:pt x="11290" y="2020"/>
                </a:lnTo>
                <a:lnTo>
                  <a:pt x="11388" y="1850"/>
                </a:lnTo>
                <a:lnTo>
                  <a:pt x="11485" y="1679"/>
                </a:lnTo>
                <a:lnTo>
                  <a:pt x="11558" y="1509"/>
                </a:lnTo>
                <a:lnTo>
                  <a:pt x="11631" y="1339"/>
                </a:lnTo>
                <a:close/>
                <a:moveTo>
                  <a:pt x="12993" y="1314"/>
                </a:moveTo>
                <a:lnTo>
                  <a:pt x="12823" y="1485"/>
                </a:lnTo>
                <a:lnTo>
                  <a:pt x="12653" y="1655"/>
                </a:lnTo>
                <a:lnTo>
                  <a:pt x="12507" y="1801"/>
                </a:lnTo>
                <a:lnTo>
                  <a:pt x="12434" y="1898"/>
                </a:lnTo>
                <a:lnTo>
                  <a:pt x="12385" y="2020"/>
                </a:lnTo>
                <a:lnTo>
                  <a:pt x="11972" y="2020"/>
                </a:lnTo>
                <a:lnTo>
                  <a:pt x="12045" y="1801"/>
                </a:lnTo>
                <a:lnTo>
                  <a:pt x="12166" y="1582"/>
                </a:lnTo>
                <a:lnTo>
                  <a:pt x="12312" y="1314"/>
                </a:lnTo>
                <a:close/>
                <a:moveTo>
                  <a:pt x="13115" y="1314"/>
                </a:moveTo>
                <a:lnTo>
                  <a:pt x="13602" y="1339"/>
                </a:lnTo>
                <a:lnTo>
                  <a:pt x="13407" y="1582"/>
                </a:lnTo>
                <a:lnTo>
                  <a:pt x="13261" y="1777"/>
                </a:lnTo>
                <a:lnTo>
                  <a:pt x="13188" y="1898"/>
                </a:lnTo>
                <a:lnTo>
                  <a:pt x="13139" y="2020"/>
                </a:lnTo>
                <a:lnTo>
                  <a:pt x="12677" y="2020"/>
                </a:lnTo>
                <a:lnTo>
                  <a:pt x="12775" y="1825"/>
                </a:lnTo>
                <a:lnTo>
                  <a:pt x="13115" y="1314"/>
                </a:lnTo>
                <a:close/>
                <a:moveTo>
                  <a:pt x="13796" y="1339"/>
                </a:moveTo>
                <a:lnTo>
                  <a:pt x="14137" y="1363"/>
                </a:lnTo>
                <a:lnTo>
                  <a:pt x="13894" y="1631"/>
                </a:lnTo>
                <a:lnTo>
                  <a:pt x="13748" y="1801"/>
                </a:lnTo>
                <a:lnTo>
                  <a:pt x="13699" y="1898"/>
                </a:lnTo>
                <a:lnTo>
                  <a:pt x="13675" y="2020"/>
                </a:lnTo>
                <a:lnTo>
                  <a:pt x="13431" y="2020"/>
                </a:lnTo>
                <a:lnTo>
                  <a:pt x="13553" y="1752"/>
                </a:lnTo>
                <a:lnTo>
                  <a:pt x="13796" y="1339"/>
                </a:lnTo>
                <a:close/>
                <a:moveTo>
                  <a:pt x="14259" y="1387"/>
                </a:moveTo>
                <a:lnTo>
                  <a:pt x="15013" y="1412"/>
                </a:lnTo>
                <a:lnTo>
                  <a:pt x="14794" y="1606"/>
                </a:lnTo>
                <a:lnTo>
                  <a:pt x="14599" y="1801"/>
                </a:lnTo>
                <a:lnTo>
                  <a:pt x="14502" y="1898"/>
                </a:lnTo>
                <a:lnTo>
                  <a:pt x="14405" y="2020"/>
                </a:lnTo>
                <a:lnTo>
                  <a:pt x="13918" y="2020"/>
                </a:lnTo>
                <a:lnTo>
                  <a:pt x="14015" y="1850"/>
                </a:lnTo>
                <a:lnTo>
                  <a:pt x="14088" y="1704"/>
                </a:lnTo>
                <a:lnTo>
                  <a:pt x="14259" y="1387"/>
                </a:lnTo>
                <a:close/>
                <a:moveTo>
                  <a:pt x="16643" y="1412"/>
                </a:moveTo>
                <a:lnTo>
                  <a:pt x="16789" y="1436"/>
                </a:lnTo>
                <a:lnTo>
                  <a:pt x="16838" y="1460"/>
                </a:lnTo>
                <a:lnTo>
                  <a:pt x="16911" y="1485"/>
                </a:lnTo>
                <a:lnTo>
                  <a:pt x="16643" y="1679"/>
                </a:lnTo>
                <a:lnTo>
                  <a:pt x="16424" y="1898"/>
                </a:lnTo>
                <a:lnTo>
                  <a:pt x="16278" y="2044"/>
                </a:lnTo>
                <a:lnTo>
                  <a:pt x="16230" y="2020"/>
                </a:lnTo>
                <a:lnTo>
                  <a:pt x="16157" y="1996"/>
                </a:lnTo>
                <a:lnTo>
                  <a:pt x="16303" y="1728"/>
                </a:lnTo>
                <a:lnTo>
                  <a:pt x="16497" y="1436"/>
                </a:lnTo>
                <a:lnTo>
                  <a:pt x="16643" y="1412"/>
                </a:lnTo>
                <a:close/>
                <a:moveTo>
                  <a:pt x="389" y="1387"/>
                </a:moveTo>
                <a:lnTo>
                  <a:pt x="657" y="1436"/>
                </a:lnTo>
                <a:lnTo>
                  <a:pt x="973" y="1460"/>
                </a:lnTo>
                <a:lnTo>
                  <a:pt x="803" y="1606"/>
                </a:lnTo>
                <a:lnTo>
                  <a:pt x="657" y="1752"/>
                </a:lnTo>
                <a:lnTo>
                  <a:pt x="535" y="1923"/>
                </a:lnTo>
                <a:lnTo>
                  <a:pt x="487" y="1996"/>
                </a:lnTo>
                <a:lnTo>
                  <a:pt x="438" y="2069"/>
                </a:lnTo>
                <a:lnTo>
                  <a:pt x="438" y="1679"/>
                </a:lnTo>
                <a:lnTo>
                  <a:pt x="389" y="1387"/>
                </a:lnTo>
                <a:close/>
                <a:moveTo>
                  <a:pt x="1655" y="1436"/>
                </a:moveTo>
                <a:lnTo>
                  <a:pt x="1509" y="1558"/>
                </a:lnTo>
                <a:lnTo>
                  <a:pt x="1363" y="1728"/>
                </a:lnTo>
                <a:lnTo>
                  <a:pt x="1241" y="1898"/>
                </a:lnTo>
                <a:lnTo>
                  <a:pt x="1168" y="2093"/>
                </a:lnTo>
                <a:lnTo>
                  <a:pt x="1144" y="2093"/>
                </a:lnTo>
                <a:lnTo>
                  <a:pt x="1095" y="2142"/>
                </a:lnTo>
                <a:lnTo>
                  <a:pt x="1071" y="2190"/>
                </a:lnTo>
                <a:lnTo>
                  <a:pt x="1071" y="2239"/>
                </a:lnTo>
                <a:lnTo>
                  <a:pt x="1071" y="2288"/>
                </a:lnTo>
                <a:lnTo>
                  <a:pt x="1071" y="2409"/>
                </a:lnTo>
                <a:lnTo>
                  <a:pt x="1046" y="2409"/>
                </a:lnTo>
                <a:lnTo>
                  <a:pt x="925" y="2458"/>
                </a:lnTo>
                <a:lnTo>
                  <a:pt x="827" y="2531"/>
                </a:lnTo>
                <a:lnTo>
                  <a:pt x="633" y="2726"/>
                </a:lnTo>
                <a:lnTo>
                  <a:pt x="462" y="2872"/>
                </a:lnTo>
                <a:lnTo>
                  <a:pt x="462" y="2677"/>
                </a:lnTo>
                <a:lnTo>
                  <a:pt x="438" y="2263"/>
                </a:lnTo>
                <a:lnTo>
                  <a:pt x="462" y="2263"/>
                </a:lnTo>
                <a:lnTo>
                  <a:pt x="608" y="2215"/>
                </a:lnTo>
                <a:lnTo>
                  <a:pt x="657" y="2166"/>
                </a:lnTo>
                <a:lnTo>
                  <a:pt x="730" y="2117"/>
                </a:lnTo>
                <a:lnTo>
                  <a:pt x="973" y="1850"/>
                </a:lnTo>
                <a:lnTo>
                  <a:pt x="1168" y="1655"/>
                </a:lnTo>
                <a:lnTo>
                  <a:pt x="1387" y="1460"/>
                </a:lnTo>
                <a:lnTo>
                  <a:pt x="1655" y="1436"/>
                </a:lnTo>
                <a:close/>
                <a:moveTo>
                  <a:pt x="16935" y="1631"/>
                </a:moveTo>
                <a:lnTo>
                  <a:pt x="16960" y="1947"/>
                </a:lnTo>
                <a:lnTo>
                  <a:pt x="16960" y="2239"/>
                </a:lnTo>
                <a:lnTo>
                  <a:pt x="16935" y="2847"/>
                </a:lnTo>
                <a:lnTo>
                  <a:pt x="16814" y="2920"/>
                </a:lnTo>
                <a:lnTo>
                  <a:pt x="16692" y="2993"/>
                </a:lnTo>
                <a:lnTo>
                  <a:pt x="16473" y="3188"/>
                </a:lnTo>
                <a:lnTo>
                  <a:pt x="16376" y="3310"/>
                </a:lnTo>
                <a:lnTo>
                  <a:pt x="16424" y="2872"/>
                </a:lnTo>
                <a:lnTo>
                  <a:pt x="16619" y="2726"/>
                </a:lnTo>
                <a:lnTo>
                  <a:pt x="16765" y="2628"/>
                </a:lnTo>
                <a:lnTo>
                  <a:pt x="16838" y="2580"/>
                </a:lnTo>
                <a:lnTo>
                  <a:pt x="16911" y="2507"/>
                </a:lnTo>
                <a:lnTo>
                  <a:pt x="16911" y="2482"/>
                </a:lnTo>
                <a:lnTo>
                  <a:pt x="16911" y="2434"/>
                </a:lnTo>
                <a:lnTo>
                  <a:pt x="16887" y="2409"/>
                </a:lnTo>
                <a:lnTo>
                  <a:pt x="16838" y="2385"/>
                </a:lnTo>
                <a:lnTo>
                  <a:pt x="16765" y="2409"/>
                </a:lnTo>
                <a:lnTo>
                  <a:pt x="16692" y="2458"/>
                </a:lnTo>
                <a:lnTo>
                  <a:pt x="16570" y="2580"/>
                </a:lnTo>
                <a:lnTo>
                  <a:pt x="16400" y="2701"/>
                </a:lnTo>
                <a:lnTo>
                  <a:pt x="16376" y="2555"/>
                </a:lnTo>
                <a:lnTo>
                  <a:pt x="16327" y="2434"/>
                </a:lnTo>
                <a:lnTo>
                  <a:pt x="16424" y="2361"/>
                </a:lnTo>
                <a:lnTo>
                  <a:pt x="16497" y="2239"/>
                </a:lnTo>
                <a:lnTo>
                  <a:pt x="16643" y="2020"/>
                </a:lnTo>
                <a:lnTo>
                  <a:pt x="16935" y="1631"/>
                </a:lnTo>
                <a:close/>
                <a:moveTo>
                  <a:pt x="1022" y="2896"/>
                </a:moveTo>
                <a:lnTo>
                  <a:pt x="998" y="3237"/>
                </a:lnTo>
                <a:lnTo>
                  <a:pt x="900" y="3310"/>
                </a:lnTo>
                <a:lnTo>
                  <a:pt x="803" y="3407"/>
                </a:lnTo>
                <a:lnTo>
                  <a:pt x="657" y="3675"/>
                </a:lnTo>
                <a:lnTo>
                  <a:pt x="511" y="3966"/>
                </a:lnTo>
                <a:lnTo>
                  <a:pt x="487" y="3310"/>
                </a:lnTo>
                <a:lnTo>
                  <a:pt x="608" y="3261"/>
                </a:lnTo>
                <a:lnTo>
                  <a:pt x="706" y="3188"/>
                </a:lnTo>
                <a:lnTo>
                  <a:pt x="900" y="3018"/>
                </a:lnTo>
                <a:lnTo>
                  <a:pt x="1022" y="2896"/>
                </a:lnTo>
                <a:close/>
                <a:moveTo>
                  <a:pt x="16935" y="3139"/>
                </a:moveTo>
                <a:lnTo>
                  <a:pt x="16935" y="3504"/>
                </a:lnTo>
                <a:lnTo>
                  <a:pt x="16789" y="3577"/>
                </a:lnTo>
                <a:lnTo>
                  <a:pt x="16668" y="3675"/>
                </a:lnTo>
                <a:lnTo>
                  <a:pt x="16449" y="3893"/>
                </a:lnTo>
                <a:lnTo>
                  <a:pt x="16376" y="3991"/>
                </a:lnTo>
                <a:lnTo>
                  <a:pt x="16376" y="3723"/>
                </a:lnTo>
                <a:lnTo>
                  <a:pt x="16400" y="3675"/>
                </a:lnTo>
                <a:lnTo>
                  <a:pt x="16619" y="3407"/>
                </a:lnTo>
                <a:lnTo>
                  <a:pt x="16741" y="3310"/>
                </a:lnTo>
                <a:lnTo>
                  <a:pt x="16838" y="3212"/>
                </a:lnTo>
                <a:lnTo>
                  <a:pt x="16935" y="3139"/>
                </a:lnTo>
                <a:close/>
                <a:moveTo>
                  <a:pt x="16935" y="3723"/>
                </a:moveTo>
                <a:lnTo>
                  <a:pt x="16935" y="4258"/>
                </a:lnTo>
                <a:lnTo>
                  <a:pt x="16546" y="4599"/>
                </a:lnTo>
                <a:lnTo>
                  <a:pt x="16424" y="4721"/>
                </a:lnTo>
                <a:lnTo>
                  <a:pt x="16400" y="4429"/>
                </a:lnTo>
                <a:lnTo>
                  <a:pt x="16522" y="4210"/>
                </a:lnTo>
                <a:lnTo>
                  <a:pt x="16643" y="4015"/>
                </a:lnTo>
                <a:lnTo>
                  <a:pt x="16935" y="3723"/>
                </a:lnTo>
                <a:close/>
                <a:moveTo>
                  <a:pt x="998" y="3553"/>
                </a:moveTo>
                <a:lnTo>
                  <a:pt x="973" y="4210"/>
                </a:lnTo>
                <a:lnTo>
                  <a:pt x="949" y="4234"/>
                </a:lnTo>
                <a:lnTo>
                  <a:pt x="803" y="4429"/>
                </a:lnTo>
                <a:lnTo>
                  <a:pt x="657" y="4623"/>
                </a:lnTo>
                <a:lnTo>
                  <a:pt x="535" y="4769"/>
                </a:lnTo>
                <a:lnTo>
                  <a:pt x="535" y="4234"/>
                </a:lnTo>
                <a:lnTo>
                  <a:pt x="681" y="4039"/>
                </a:lnTo>
                <a:lnTo>
                  <a:pt x="803" y="3845"/>
                </a:lnTo>
                <a:lnTo>
                  <a:pt x="998" y="3553"/>
                </a:lnTo>
                <a:close/>
                <a:moveTo>
                  <a:pt x="16935" y="4599"/>
                </a:moveTo>
                <a:lnTo>
                  <a:pt x="16911" y="5256"/>
                </a:lnTo>
                <a:lnTo>
                  <a:pt x="16668" y="5426"/>
                </a:lnTo>
                <a:lnTo>
                  <a:pt x="16570" y="5524"/>
                </a:lnTo>
                <a:lnTo>
                  <a:pt x="16449" y="5621"/>
                </a:lnTo>
                <a:lnTo>
                  <a:pt x="16424" y="5670"/>
                </a:lnTo>
                <a:lnTo>
                  <a:pt x="16424" y="5207"/>
                </a:lnTo>
                <a:lnTo>
                  <a:pt x="16570" y="5037"/>
                </a:lnTo>
                <a:lnTo>
                  <a:pt x="16692" y="4891"/>
                </a:lnTo>
                <a:lnTo>
                  <a:pt x="16814" y="4745"/>
                </a:lnTo>
                <a:lnTo>
                  <a:pt x="16935" y="4599"/>
                </a:lnTo>
                <a:close/>
                <a:moveTo>
                  <a:pt x="973" y="4696"/>
                </a:moveTo>
                <a:lnTo>
                  <a:pt x="973" y="5280"/>
                </a:lnTo>
                <a:lnTo>
                  <a:pt x="730" y="5475"/>
                </a:lnTo>
                <a:lnTo>
                  <a:pt x="633" y="5597"/>
                </a:lnTo>
                <a:lnTo>
                  <a:pt x="535" y="5718"/>
                </a:lnTo>
                <a:lnTo>
                  <a:pt x="535" y="5159"/>
                </a:lnTo>
                <a:lnTo>
                  <a:pt x="584" y="5134"/>
                </a:lnTo>
                <a:lnTo>
                  <a:pt x="754" y="4964"/>
                </a:lnTo>
                <a:lnTo>
                  <a:pt x="900" y="4794"/>
                </a:lnTo>
                <a:lnTo>
                  <a:pt x="973" y="4696"/>
                </a:lnTo>
                <a:close/>
                <a:moveTo>
                  <a:pt x="16911" y="5378"/>
                </a:moveTo>
                <a:lnTo>
                  <a:pt x="16911" y="5962"/>
                </a:lnTo>
                <a:lnTo>
                  <a:pt x="16911" y="6132"/>
                </a:lnTo>
                <a:lnTo>
                  <a:pt x="16789" y="6181"/>
                </a:lnTo>
                <a:lnTo>
                  <a:pt x="16643" y="6278"/>
                </a:lnTo>
                <a:lnTo>
                  <a:pt x="16424" y="6473"/>
                </a:lnTo>
                <a:lnTo>
                  <a:pt x="16424" y="6108"/>
                </a:lnTo>
                <a:lnTo>
                  <a:pt x="16570" y="5937"/>
                </a:lnTo>
                <a:lnTo>
                  <a:pt x="16911" y="5378"/>
                </a:lnTo>
                <a:close/>
                <a:moveTo>
                  <a:pt x="973" y="5670"/>
                </a:moveTo>
                <a:lnTo>
                  <a:pt x="973" y="6156"/>
                </a:lnTo>
                <a:lnTo>
                  <a:pt x="876" y="6229"/>
                </a:lnTo>
                <a:lnTo>
                  <a:pt x="779" y="6278"/>
                </a:lnTo>
                <a:lnTo>
                  <a:pt x="633" y="6448"/>
                </a:lnTo>
                <a:lnTo>
                  <a:pt x="511" y="6619"/>
                </a:lnTo>
                <a:lnTo>
                  <a:pt x="511" y="6181"/>
                </a:lnTo>
                <a:lnTo>
                  <a:pt x="973" y="5670"/>
                </a:lnTo>
                <a:close/>
                <a:moveTo>
                  <a:pt x="16911" y="6351"/>
                </a:moveTo>
                <a:lnTo>
                  <a:pt x="16911" y="6765"/>
                </a:lnTo>
                <a:lnTo>
                  <a:pt x="16668" y="6935"/>
                </a:lnTo>
                <a:lnTo>
                  <a:pt x="16570" y="7032"/>
                </a:lnTo>
                <a:lnTo>
                  <a:pt x="16449" y="7130"/>
                </a:lnTo>
                <a:lnTo>
                  <a:pt x="16400" y="7203"/>
                </a:lnTo>
                <a:lnTo>
                  <a:pt x="16400" y="6838"/>
                </a:lnTo>
                <a:lnTo>
                  <a:pt x="16424" y="6813"/>
                </a:lnTo>
                <a:lnTo>
                  <a:pt x="16643" y="6594"/>
                </a:lnTo>
                <a:lnTo>
                  <a:pt x="16911" y="6351"/>
                </a:lnTo>
                <a:close/>
                <a:moveTo>
                  <a:pt x="949" y="6619"/>
                </a:moveTo>
                <a:lnTo>
                  <a:pt x="949" y="6789"/>
                </a:lnTo>
                <a:lnTo>
                  <a:pt x="949" y="7178"/>
                </a:lnTo>
                <a:lnTo>
                  <a:pt x="827" y="7227"/>
                </a:lnTo>
                <a:lnTo>
                  <a:pt x="706" y="7324"/>
                </a:lnTo>
                <a:lnTo>
                  <a:pt x="584" y="7446"/>
                </a:lnTo>
                <a:lnTo>
                  <a:pt x="487" y="7568"/>
                </a:lnTo>
                <a:lnTo>
                  <a:pt x="487" y="7130"/>
                </a:lnTo>
                <a:lnTo>
                  <a:pt x="584" y="7057"/>
                </a:lnTo>
                <a:lnTo>
                  <a:pt x="681" y="6959"/>
                </a:lnTo>
                <a:lnTo>
                  <a:pt x="852" y="6740"/>
                </a:lnTo>
                <a:lnTo>
                  <a:pt x="949" y="6619"/>
                </a:lnTo>
                <a:close/>
                <a:moveTo>
                  <a:pt x="16911" y="6886"/>
                </a:moveTo>
                <a:lnTo>
                  <a:pt x="16935" y="7519"/>
                </a:lnTo>
                <a:lnTo>
                  <a:pt x="16814" y="7616"/>
                </a:lnTo>
                <a:lnTo>
                  <a:pt x="16668" y="7714"/>
                </a:lnTo>
                <a:lnTo>
                  <a:pt x="16546" y="7835"/>
                </a:lnTo>
                <a:lnTo>
                  <a:pt x="16449" y="7957"/>
                </a:lnTo>
                <a:lnTo>
                  <a:pt x="16376" y="8030"/>
                </a:lnTo>
                <a:lnTo>
                  <a:pt x="16376" y="7665"/>
                </a:lnTo>
                <a:lnTo>
                  <a:pt x="16522" y="7495"/>
                </a:lnTo>
                <a:lnTo>
                  <a:pt x="16619" y="7324"/>
                </a:lnTo>
                <a:lnTo>
                  <a:pt x="16789" y="7105"/>
                </a:lnTo>
                <a:lnTo>
                  <a:pt x="16911" y="6886"/>
                </a:lnTo>
                <a:close/>
                <a:moveTo>
                  <a:pt x="949" y="7422"/>
                </a:moveTo>
                <a:lnTo>
                  <a:pt x="973" y="8006"/>
                </a:lnTo>
                <a:lnTo>
                  <a:pt x="852" y="8054"/>
                </a:lnTo>
                <a:lnTo>
                  <a:pt x="754" y="8103"/>
                </a:lnTo>
                <a:lnTo>
                  <a:pt x="560" y="8273"/>
                </a:lnTo>
                <a:lnTo>
                  <a:pt x="462" y="8371"/>
                </a:lnTo>
                <a:lnTo>
                  <a:pt x="462" y="7957"/>
                </a:lnTo>
                <a:lnTo>
                  <a:pt x="535" y="7957"/>
                </a:lnTo>
                <a:lnTo>
                  <a:pt x="584" y="7933"/>
                </a:lnTo>
                <a:lnTo>
                  <a:pt x="608" y="7884"/>
                </a:lnTo>
                <a:lnTo>
                  <a:pt x="730" y="7714"/>
                </a:lnTo>
                <a:lnTo>
                  <a:pt x="852" y="7543"/>
                </a:lnTo>
                <a:lnTo>
                  <a:pt x="949" y="7422"/>
                </a:lnTo>
                <a:close/>
                <a:moveTo>
                  <a:pt x="16935" y="7714"/>
                </a:moveTo>
                <a:lnTo>
                  <a:pt x="16935" y="8419"/>
                </a:lnTo>
                <a:lnTo>
                  <a:pt x="16716" y="8541"/>
                </a:lnTo>
                <a:lnTo>
                  <a:pt x="16497" y="8711"/>
                </a:lnTo>
                <a:lnTo>
                  <a:pt x="16351" y="8857"/>
                </a:lnTo>
                <a:lnTo>
                  <a:pt x="16376" y="8444"/>
                </a:lnTo>
                <a:lnTo>
                  <a:pt x="16449" y="8371"/>
                </a:lnTo>
                <a:lnTo>
                  <a:pt x="16522" y="8273"/>
                </a:lnTo>
                <a:lnTo>
                  <a:pt x="16668" y="8079"/>
                </a:lnTo>
                <a:lnTo>
                  <a:pt x="16862" y="7835"/>
                </a:lnTo>
                <a:lnTo>
                  <a:pt x="16935" y="7714"/>
                </a:lnTo>
                <a:close/>
                <a:moveTo>
                  <a:pt x="13042" y="3869"/>
                </a:moveTo>
                <a:lnTo>
                  <a:pt x="12872" y="3893"/>
                </a:lnTo>
                <a:lnTo>
                  <a:pt x="12702" y="3918"/>
                </a:lnTo>
                <a:lnTo>
                  <a:pt x="12239" y="3966"/>
                </a:lnTo>
                <a:lnTo>
                  <a:pt x="11777" y="3991"/>
                </a:lnTo>
                <a:lnTo>
                  <a:pt x="11388" y="3991"/>
                </a:lnTo>
                <a:lnTo>
                  <a:pt x="10974" y="3966"/>
                </a:lnTo>
                <a:lnTo>
                  <a:pt x="10755" y="3966"/>
                </a:lnTo>
                <a:lnTo>
                  <a:pt x="10560" y="4015"/>
                </a:lnTo>
                <a:lnTo>
                  <a:pt x="10366" y="4064"/>
                </a:lnTo>
                <a:lnTo>
                  <a:pt x="10220" y="4137"/>
                </a:lnTo>
                <a:lnTo>
                  <a:pt x="10171" y="4185"/>
                </a:lnTo>
                <a:lnTo>
                  <a:pt x="10122" y="4258"/>
                </a:lnTo>
                <a:lnTo>
                  <a:pt x="10147" y="4331"/>
                </a:lnTo>
                <a:lnTo>
                  <a:pt x="10171" y="4404"/>
                </a:lnTo>
                <a:lnTo>
                  <a:pt x="10341" y="4502"/>
                </a:lnTo>
                <a:lnTo>
                  <a:pt x="10536" y="4575"/>
                </a:lnTo>
                <a:lnTo>
                  <a:pt x="10731" y="4599"/>
                </a:lnTo>
                <a:lnTo>
                  <a:pt x="10950" y="4623"/>
                </a:lnTo>
                <a:lnTo>
                  <a:pt x="12142" y="4623"/>
                </a:lnTo>
                <a:lnTo>
                  <a:pt x="12580" y="4599"/>
                </a:lnTo>
                <a:lnTo>
                  <a:pt x="12458" y="4745"/>
                </a:lnTo>
                <a:lnTo>
                  <a:pt x="12312" y="4867"/>
                </a:lnTo>
                <a:lnTo>
                  <a:pt x="12020" y="5110"/>
                </a:lnTo>
                <a:lnTo>
                  <a:pt x="11461" y="5548"/>
                </a:lnTo>
                <a:lnTo>
                  <a:pt x="10901" y="5986"/>
                </a:lnTo>
                <a:lnTo>
                  <a:pt x="10633" y="6205"/>
                </a:lnTo>
                <a:lnTo>
                  <a:pt x="10366" y="6473"/>
                </a:lnTo>
                <a:lnTo>
                  <a:pt x="9879" y="7008"/>
                </a:lnTo>
                <a:lnTo>
                  <a:pt x="9392" y="7568"/>
                </a:lnTo>
                <a:lnTo>
                  <a:pt x="9149" y="7835"/>
                </a:lnTo>
                <a:lnTo>
                  <a:pt x="8881" y="8079"/>
                </a:lnTo>
                <a:lnTo>
                  <a:pt x="8760" y="7957"/>
                </a:lnTo>
                <a:lnTo>
                  <a:pt x="8614" y="7860"/>
                </a:lnTo>
                <a:lnTo>
                  <a:pt x="8346" y="7665"/>
                </a:lnTo>
                <a:lnTo>
                  <a:pt x="7957" y="7324"/>
                </a:lnTo>
                <a:lnTo>
                  <a:pt x="7567" y="6959"/>
                </a:lnTo>
                <a:lnTo>
                  <a:pt x="7300" y="6692"/>
                </a:lnTo>
                <a:lnTo>
                  <a:pt x="7008" y="6424"/>
                </a:lnTo>
                <a:lnTo>
                  <a:pt x="6837" y="6302"/>
                </a:lnTo>
                <a:lnTo>
                  <a:pt x="6667" y="6205"/>
                </a:lnTo>
                <a:lnTo>
                  <a:pt x="6497" y="6132"/>
                </a:lnTo>
                <a:lnTo>
                  <a:pt x="6302" y="6083"/>
                </a:lnTo>
                <a:lnTo>
                  <a:pt x="6253" y="6059"/>
                </a:lnTo>
                <a:lnTo>
                  <a:pt x="6107" y="6059"/>
                </a:lnTo>
                <a:lnTo>
                  <a:pt x="6034" y="6108"/>
                </a:lnTo>
                <a:lnTo>
                  <a:pt x="5864" y="6205"/>
                </a:lnTo>
                <a:lnTo>
                  <a:pt x="5718" y="6351"/>
                </a:lnTo>
                <a:lnTo>
                  <a:pt x="5450" y="6643"/>
                </a:lnTo>
                <a:lnTo>
                  <a:pt x="5207" y="6984"/>
                </a:lnTo>
                <a:lnTo>
                  <a:pt x="4964" y="7300"/>
                </a:lnTo>
                <a:lnTo>
                  <a:pt x="4818" y="7519"/>
                </a:lnTo>
                <a:lnTo>
                  <a:pt x="4623" y="7714"/>
                </a:lnTo>
                <a:lnTo>
                  <a:pt x="4258" y="8079"/>
                </a:lnTo>
                <a:lnTo>
                  <a:pt x="3918" y="8468"/>
                </a:lnTo>
                <a:lnTo>
                  <a:pt x="3747" y="8687"/>
                </a:lnTo>
                <a:lnTo>
                  <a:pt x="3626" y="8906"/>
                </a:lnTo>
                <a:lnTo>
                  <a:pt x="3601" y="8955"/>
                </a:lnTo>
                <a:lnTo>
                  <a:pt x="3601" y="9003"/>
                </a:lnTo>
                <a:lnTo>
                  <a:pt x="3626" y="9052"/>
                </a:lnTo>
                <a:lnTo>
                  <a:pt x="3650" y="9101"/>
                </a:lnTo>
                <a:lnTo>
                  <a:pt x="3699" y="9125"/>
                </a:lnTo>
                <a:lnTo>
                  <a:pt x="3747" y="9149"/>
                </a:lnTo>
                <a:lnTo>
                  <a:pt x="3796" y="9149"/>
                </a:lnTo>
                <a:lnTo>
                  <a:pt x="3869" y="9125"/>
                </a:lnTo>
                <a:lnTo>
                  <a:pt x="4064" y="9028"/>
                </a:lnTo>
                <a:lnTo>
                  <a:pt x="4283" y="8857"/>
                </a:lnTo>
                <a:lnTo>
                  <a:pt x="4477" y="8687"/>
                </a:lnTo>
                <a:lnTo>
                  <a:pt x="4672" y="8492"/>
                </a:lnTo>
                <a:lnTo>
                  <a:pt x="5037" y="8103"/>
                </a:lnTo>
                <a:lnTo>
                  <a:pt x="5353" y="7689"/>
                </a:lnTo>
                <a:lnTo>
                  <a:pt x="5669" y="7276"/>
                </a:lnTo>
                <a:lnTo>
                  <a:pt x="6010" y="6838"/>
                </a:lnTo>
                <a:lnTo>
                  <a:pt x="6156" y="6716"/>
                </a:lnTo>
                <a:lnTo>
                  <a:pt x="6302" y="6594"/>
                </a:lnTo>
                <a:lnTo>
                  <a:pt x="6594" y="6838"/>
                </a:lnTo>
                <a:lnTo>
                  <a:pt x="6910" y="7105"/>
                </a:lnTo>
                <a:lnTo>
                  <a:pt x="7470" y="7665"/>
                </a:lnTo>
                <a:lnTo>
                  <a:pt x="7762" y="7933"/>
                </a:lnTo>
                <a:lnTo>
                  <a:pt x="8078" y="8249"/>
                </a:lnTo>
                <a:lnTo>
                  <a:pt x="8249" y="8395"/>
                </a:lnTo>
                <a:lnTo>
                  <a:pt x="8443" y="8492"/>
                </a:lnTo>
                <a:lnTo>
                  <a:pt x="8614" y="8565"/>
                </a:lnTo>
                <a:lnTo>
                  <a:pt x="8808" y="8590"/>
                </a:lnTo>
                <a:lnTo>
                  <a:pt x="8906" y="8565"/>
                </a:lnTo>
                <a:lnTo>
                  <a:pt x="8979" y="8590"/>
                </a:lnTo>
                <a:lnTo>
                  <a:pt x="9076" y="8541"/>
                </a:lnTo>
                <a:lnTo>
                  <a:pt x="9392" y="8298"/>
                </a:lnTo>
                <a:lnTo>
                  <a:pt x="9684" y="8006"/>
                </a:lnTo>
                <a:lnTo>
                  <a:pt x="10244" y="7422"/>
                </a:lnTo>
                <a:lnTo>
                  <a:pt x="10779" y="6838"/>
                </a:lnTo>
                <a:lnTo>
                  <a:pt x="11071" y="6570"/>
                </a:lnTo>
                <a:lnTo>
                  <a:pt x="11388" y="6302"/>
                </a:lnTo>
                <a:lnTo>
                  <a:pt x="11996" y="5840"/>
                </a:lnTo>
                <a:lnTo>
                  <a:pt x="12604" y="5353"/>
                </a:lnTo>
                <a:lnTo>
                  <a:pt x="12847" y="5134"/>
                </a:lnTo>
                <a:lnTo>
                  <a:pt x="13066" y="4915"/>
                </a:lnTo>
                <a:lnTo>
                  <a:pt x="13139" y="5743"/>
                </a:lnTo>
                <a:lnTo>
                  <a:pt x="13115" y="6059"/>
                </a:lnTo>
                <a:lnTo>
                  <a:pt x="13091" y="6448"/>
                </a:lnTo>
                <a:lnTo>
                  <a:pt x="13091" y="6643"/>
                </a:lnTo>
                <a:lnTo>
                  <a:pt x="13115" y="6813"/>
                </a:lnTo>
                <a:lnTo>
                  <a:pt x="13164" y="6984"/>
                </a:lnTo>
                <a:lnTo>
                  <a:pt x="13261" y="7105"/>
                </a:lnTo>
                <a:lnTo>
                  <a:pt x="13310" y="7130"/>
                </a:lnTo>
                <a:lnTo>
                  <a:pt x="13383" y="7154"/>
                </a:lnTo>
                <a:lnTo>
                  <a:pt x="13456" y="7154"/>
                </a:lnTo>
                <a:lnTo>
                  <a:pt x="13504" y="7130"/>
                </a:lnTo>
                <a:lnTo>
                  <a:pt x="13626" y="7032"/>
                </a:lnTo>
                <a:lnTo>
                  <a:pt x="13699" y="6886"/>
                </a:lnTo>
                <a:lnTo>
                  <a:pt x="13723" y="6716"/>
                </a:lnTo>
                <a:lnTo>
                  <a:pt x="13748" y="6546"/>
                </a:lnTo>
                <a:lnTo>
                  <a:pt x="13723" y="6181"/>
                </a:lnTo>
                <a:lnTo>
                  <a:pt x="13699" y="5889"/>
                </a:lnTo>
                <a:lnTo>
                  <a:pt x="13675" y="5086"/>
                </a:lnTo>
                <a:lnTo>
                  <a:pt x="13650" y="4672"/>
                </a:lnTo>
                <a:lnTo>
                  <a:pt x="13602" y="4477"/>
                </a:lnTo>
                <a:lnTo>
                  <a:pt x="13529" y="4307"/>
                </a:lnTo>
                <a:lnTo>
                  <a:pt x="13504" y="4258"/>
                </a:lnTo>
                <a:lnTo>
                  <a:pt x="13456" y="4210"/>
                </a:lnTo>
                <a:lnTo>
                  <a:pt x="13456" y="4137"/>
                </a:lnTo>
                <a:lnTo>
                  <a:pt x="13456" y="4064"/>
                </a:lnTo>
                <a:lnTo>
                  <a:pt x="13407" y="4015"/>
                </a:lnTo>
                <a:lnTo>
                  <a:pt x="13358" y="3966"/>
                </a:lnTo>
                <a:lnTo>
                  <a:pt x="13285" y="3918"/>
                </a:lnTo>
                <a:lnTo>
                  <a:pt x="13188" y="3893"/>
                </a:lnTo>
                <a:lnTo>
                  <a:pt x="13042" y="3869"/>
                </a:lnTo>
                <a:close/>
                <a:moveTo>
                  <a:pt x="973" y="8298"/>
                </a:moveTo>
                <a:lnTo>
                  <a:pt x="998" y="8882"/>
                </a:lnTo>
                <a:lnTo>
                  <a:pt x="925" y="8906"/>
                </a:lnTo>
                <a:lnTo>
                  <a:pt x="827" y="8979"/>
                </a:lnTo>
                <a:lnTo>
                  <a:pt x="730" y="9052"/>
                </a:lnTo>
                <a:lnTo>
                  <a:pt x="487" y="9320"/>
                </a:lnTo>
                <a:lnTo>
                  <a:pt x="487" y="8955"/>
                </a:lnTo>
                <a:lnTo>
                  <a:pt x="560" y="8906"/>
                </a:lnTo>
                <a:lnTo>
                  <a:pt x="608" y="8809"/>
                </a:lnTo>
                <a:lnTo>
                  <a:pt x="803" y="8541"/>
                </a:lnTo>
                <a:lnTo>
                  <a:pt x="973" y="8298"/>
                </a:lnTo>
                <a:close/>
                <a:moveTo>
                  <a:pt x="16935" y="8541"/>
                </a:moveTo>
                <a:lnTo>
                  <a:pt x="16935" y="8979"/>
                </a:lnTo>
                <a:lnTo>
                  <a:pt x="16960" y="9247"/>
                </a:lnTo>
                <a:lnTo>
                  <a:pt x="16716" y="9393"/>
                </a:lnTo>
                <a:lnTo>
                  <a:pt x="16497" y="9539"/>
                </a:lnTo>
                <a:lnTo>
                  <a:pt x="16376" y="9660"/>
                </a:lnTo>
                <a:lnTo>
                  <a:pt x="16376" y="9198"/>
                </a:lnTo>
                <a:lnTo>
                  <a:pt x="16424" y="9149"/>
                </a:lnTo>
                <a:lnTo>
                  <a:pt x="16497" y="9076"/>
                </a:lnTo>
                <a:lnTo>
                  <a:pt x="16595" y="8930"/>
                </a:lnTo>
                <a:lnTo>
                  <a:pt x="16935" y="8541"/>
                </a:lnTo>
                <a:close/>
                <a:moveTo>
                  <a:pt x="998" y="9076"/>
                </a:moveTo>
                <a:lnTo>
                  <a:pt x="1022" y="9685"/>
                </a:lnTo>
                <a:lnTo>
                  <a:pt x="925" y="9709"/>
                </a:lnTo>
                <a:lnTo>
                  <a:pt x="827" y="9782"/>
                </a:lnTo>
                <a:lnTo>
                  <a:pt x="657" y="9904"/>
                </a:lnTo>
                <a:lnTo>
                  <a:pt x="535" y="10025"/>
                </a:lnTo>
                <a:lnTo>
                  <a:pt x="511" y="9636"/>
                </a:lnTo>
                <a:lnTo>
                  <a:pt x="584" y="9587"/>
                </a:lnTo>
                <a:lnTo>
                  <a:pt x="852" y="9247"/>
                </a:lnTo>
                <a:lnTo>
                  <a:pt x="998" y="9076"/>
                </a:lnTo>
                <a:close/>
                <a:moveTo>
                  <a:pt x="16960" y="9368"/>
                </a:moveTo>
                <a:lnTo>
                  <a:pt x="16935" y="9806"/>
                </a:lnTo>
                <a:lnTo>
                  <a:pt x="16741" y="9928"/>
                </a:lnTo>
                <a:lnTo>
                  <a:pt x="16546" y="10074"/>
                </a:lnTo>
                <a:lnTo>
                  <a:pt x="16400" y="10196"/>
                </a:lnTo>
                <a:lnTo>
                  <a:pt x="16376" y="9952"/>
                </a:lnTo>
                <a:lnTo>
                  <a:pt x="16449" y="9855"/>
                </a:lnTo>
                <a:lnTo>
                  <a:pt x="16668" y="9636"/>
                </a:lnTo>
                <a:lnTo>
                  <a:pt x="16960" y="9368"/>
                </a:lnTo>
                <a:close/>
                <a:moveTo>
                  <a:pt x="16935" y="10001"/>
                </a:moveTo>
                <a:lnTo>
                  <a:pt x="16935" y="10342"/>
                </a:lnTo>
                <a:lnTo>
                  <a:pt x="16814" y="10415"/>
                </a:lnTo>
                <a:lnTo>
                  <a:pt x="16668" y="10488"/>
                </a:lnTo>
                <a:lnTo>
                  <a:pt x="16424" y="10682"/>
                </a:lnTo>
                <a:lnTo>
                  <a:pt x="16400" y="10488"/>
                </a:lnTo>
                <a:lnTo>
                  <a:pt x="16546" y="10342"/>
                </a:lnTo>
                <a:lnTo>
                  <a:pt x="16692" y="10220"/>
                </a:lnTo>
                <a:lnTo>
                  <a:pt x="16935" y="10001"/>
                </a:lnTo>
                <a:close/>
                <a:moveTo>
                  <a:pt x="1046" y="10050"/>
                </a:moveTo>
                <a:lnTo>
                  <a:pt x="1046" y="10415"/>
                </a:lnTo>
                <a:lnTo>
                  <a:pt x="949" y="10463"/>
                </a:lnTo>
                <a:lnTo>
                  <a:pt x="852" y="10512"/>
                </a:lnTo>
                <a:lnTo>
                  <a:pt x="681" y="10682"/>
                </a:lnTo>
                <a:lnTo>
                  <a:pt x="584" y="10755"/>
                </a:lnTo>
                <a:lnTo>
                  <a:pt x="560" y="10536"/>
                </a:lnTo>
                <a:lnTo>
                  <a:pt x="657" y="10463"/>
                </a:lnTo>
                <a:lnTo>
                  <a:pt x="730" y="10390"/>
                </a:lnTo>
                <a:lnTo>
                  <a:pt x="876" y="10220"/>
                </a:lnTo>
                <a:lnTo>
                  <a:pt x="1046" y="10050"/>
                </a:lnTo>
                <a:close/>
                <a:moveTo>
                  <a:pt x="4185" y="2385"/>
                </a:moveTo>
                <a:lnTo>
                  <a:pt x="5158" y="2409"/>
                </a:lnTo>
                <a:lnTo>
                  <a:pt x="6132" y="2434"/>
                </a:lnTo>
                <a:lnTo>
                  <a:pt x="7129" y="2458"/>
                </a:lnTo>
                <a:lnTo>
                  <a:pt x="8103" y="2482"/>
                </a:lnTo>
                <a:lnTo>
                  <a:pt x="15938" y="2482"/>
                </a:lnTo>
                <a:lnTo>
                  <a:pt x="15938" y="2823"/>
                </a:lnTo>
                <a:lnTo>
                  <a:pt x="15913" y="3164"/>
                </a:lnTo>
                <a:lnTo>
                  <a:pt x="15889" y="3529"/>
                </a:lnTo>
                <a:lnTo>
                  <a:pt x="15913" y="3869"/>
                </a:lnTo>
                <a:lnTo>
                  <a:pt x="15938" y="5013"/>
                </a:lnTo>
                <a:lnTo>
                  <a:pt x="15938" y="5597"/>
                </a:lnTo>
                <a:lnTo>
                  <a:pt x="15938" y="6181"/>
                </a:lnTo>
                <a:lnTo>
                  <a:pt x="15913" y="7300"/>
                </a:lnTo>
                <a:lnTo>
                  <a:pt x="15889" y="8419"/>
                </a:lnTo>
                <a:lnTo>
                  <a:pt x="15889" y="9539"/>
                </a:lnTo>
                <a:lnTo>
                  <a:pt x="15913" y="10123"/>
                </a:lnTo>
                <a:lnTo>
                  <a:pt x="15938" y="10682"/>
                </a:lnTo>
                <a:lnTo>
                  <a:pt x="14161" y="10634"/>
                </a:lnTo>
                <a:lnTo>
                  <a:pt x="13285" y="10609"/>
                </a:lnTo>
                <a:lnTo>
                  <a:pt x="12385" y="10609"/>
                </a:lnTo>
                <a:lnTo>
                  <a:pt x="11315" y="10585"/>
                </a:lnTo>
                <a:lnTo>
                  <a:pt x="10220" y="10561"/>
                </a:lnTo>
                <a:lnTo>
                  <a:pt x="9149" y="10536"/>
                </a:lnTo>
                <a:lnTo>
                  <a:pt x="8614" y="10536"/>
                </a:lnTo>
                <a:lnTo>
                  <a:pt x="8054" y="10561"/>
                </a:lnTo>
                <a:lnTo>
                  <a:pt x="7056" y="10609"/>
                </a:lnTo>
                <a:lnTo>
                  <a:pt x="6059" y="10609"/>
                </a:lnTo>
                <a:lnTo>
                  <a:pt x="5037" y="10634"/>
                </a:lnTo>
                <a:lnTo>
                  <a:pt x="4039" y="10658"/>
                </a:lnTo>
                <a:lnTo>
                  <a:pt x="3334" y="10707"/>
                </a:lnTo>
                <a:lnTo>
                  <a:pt x="2604" y="10755"/>
                </a:lnTo>
                <a:lnTo>
                  <a:pt x="2068" y="10731"/>
                </a:lnTo>
                <a:lnTo>
                  <a:pt x="1533" y="10707"/>
                </a:lnTo>
                <a:lnTo>
                  <a:pt x="1460" y="8833"/>
                </a:lnTo>
                <a:lnTo>
                  <a:pt x="1436" y="7908"/>
                </a:lnTo>
                <a:lnTo>
                  <a:pt x="1411" y="6959"/>
                </a:lnTo>
                <a:lnTo>
                  <a:pt x="1460" y="5840"/>
                </a:lnTo>
                <a:lnTo>
                  <a:pt x="1509" y="4672"/>
                </a:lnTo>
                <a:lnTo>
                  <a:pt x="1533" y="3529"/>
                </a:lnTo>
                <a:lnTo>
                  <a:pt x="1509" y="2945"/>
                </a:lnTo>
                <a:lnTo>
                  <a:pt x="1484" y="2385"/>
                </a:lnTo>
                <a:lnTo>
                  <a:pt x="1703" y="2385"/>
                </a:lnTo>
                <a:lnTo>
                  <a:pt x="1947" y="2409"/>
                </a:lnTo>
                <a:lnTo>
                  <a:pt x="2409" y="2434"/>
                </a:lnTo>
                <a:lnTo>
                  <a:pt x="3285" y="2409"/>
                </a:lnTo>
                <a:lnTo>
                  <a:pt x="4185" y="2385"/>
                </a:lnTo>
                <a:close/>
                <a:moveTo>
                  <a:pt x="12288" y="11096"/>
                </a:moveTo>
                <a:lnTo>
                  <a:pt x="12531" y="11120"/>
                </a:lnTo>
                <a:lnTo>
                  <a:pt x="12434" y="11193"/>
                </a:lnTo>
                <a:lnTo>
                  <a:pt x="12191" y="11364"/>
                </a:lnTo>
                <a:lnTo>
                  <a:pt x="12118" y="11437"/>
                </a:lnTo>
                <a:lnTo>
                  <a:pt x="11874" y="11437"/>
                </a:lnTo>
                <a:lnTo>
                  <a:pt x="11923" y="11388"/>
                </a:lnTo>
                <a:lnTo>
                  <a:pt x="12118" y="11242"/>
                </a:lnTo>
                <a:lnTo>
                  <a:pt x="12288" y="11096"/>
                </a:lnTo>
                <a:close/>
                <a:moveTo>
                  <a:pt x="11290" y="11072"/>
                </a:moveTo>
                <a:lnTo>
                  <a:pt x="11972" y="11096"/>
                </a:lnTo>
                <a:lnTo>
                  <a:pt x="11753" y="11193"/>
                </a:lnTo>
                <a:lnTo>
                  <a:pt x="11534" y="11339"/>
                </a:lnTo>
                <a:lnTo>
                  <a:pt x="11388" y="11437"/>
                </a:lnTo>
                <a:lnTo>
                  <a:pt x="10877" y="11461"/>
                </a:lnTo>
                <a:lnTo>
                  <a:pt x="10925" y="11412"/>
                </a:lnTo>
                <a:lnTo>
                  <a:pt x="11120" y="11242"/>
                </a:lnTo>
                <a:lnTo>
                  <a:pt x="11217" y="11169"/>
                </a:lnTo>
                <a:lnTo>
                  <a:pt x="11290" y="11072"/>
                </a:lnTo>
                <a:close/>
                <a:moveTo>
                  <a:pt x="13115" y="11120"/>
                </a:moveTo>
                <a:lnTo>
                  <a:pt x="12920" y="11291"/>
                </a:lnTo>
                <a:lnTo>
                  <a:pt x="12775" y="11461"/>
                </a:lnTo>
                <a:lnTo>
                  <a:pt x="12604" y="11461"/>
                </a:lnTo>
                <a:lnTo>
                  <a:pt x="12945" y="11120"/>
                </a:lnTo>
                <a:close/>
                <a:moveTo>
                  <a:pt x="1509" y="11145"/>
                </a:moveTo>
                <a:lnTo>
                  <a:pt x="1776" y="11218"/>
                </a:lnTo>
                <a:lnTo>
                  <a:pt x="2044" y="11266"/>
                </a:lnTo>
                <a:lnTo>
                  <a:pt x="1849" y="11388"/>
                </a:lnTo>
                <a:lnTo>
                  <a:pt x="1679" y="11510"/>
                </a:lnTo>
                <a:lnTo>
                  <a:pt x="1095" y="11510"/>
                </a:lnTo>
                <a:lnTo>
                  <a:pt x="1241" y="11364"/>
                </a:lnTo>
                <a:lnTo>
                  <a:pt x="1387" y="11266"/>
                </a:lnTo>
                <a:lnTo>
                  <a:pt x="1509" y="11145"/>
                </a:lnTo>
                <a:close/>
                <a:moveTo>
                  <a:pt x="13504" y="11145"/>
                </a:moveTo>
                <a:lnTo>
                  <a:pt x="14234" y="11169"/>
                </a:lnTo>
                <a:lnTo>
                  <a:pt x="14088" y="11242"/>
                </a:lnTo>
                <a:lnTo>
                  <a:pt x="13942" y="11315"/>
                </a:lnTo>
                <a:lnTo>
                  <a:pt x="13821" y="11412"/>
                </a:lnTo>
                <a:lnTo>
                  <a:pt x="13723" y="11510"/>
                </a:lnTo>
                <a:lnTo>
                  <a:pt x="13139" y="11485"/>
                </a:lnTo>
                <a:lnTo>
                  <a:pt x="13285" y="11339"/>
                </a:lnTo>
                <a:lnTo>
                  <a:pt x="13504" y="11145"/>
                </a:lnTo>
                <a:close/>
                <a:moveTo>
                  <a:pt x="16960" y="10999"/>
                </a:moveTo>
                <a:lnTo>
                  <a:pt x="17008" y="11485"/>
                </a:lnTo>
                <a:lnTo>
                  <a:pt x="16935" y="11461"/>
                </a:lnTo>
                <a:lnTo>
                  <a:pt x="16887" y="11461"/>
                </a:lnTo>
                <a:lnTo>
                  <a:pt x="16570" y="11510"/>
                </a:lnTo>
                <a:lnTo>
                  <a:pt x="16765" y="11242"/>
                </a:lnTo>
                <a:lnTo>
                  <a:pt x="16960" y="10999"/>
                </a:lnTo>
                <a:close/>
                <a:moveTo>
                  <a:pt x="15037" y="11169"/>
                </a:moveTo>
                <a:lnTo>
                  <a:pt x="14818" y="11339"/>
                </a:lnTo>
                <a:lnTo>
                  <a:pt x="14697" y="11461"/>
                </a:lnTo>
                <a:lnTo>
                  <a:pt x="14624" y="11558"/>
                </a:lnTo>
                <a:lnTo>
                  <a:pt x="14259" y="11558"/>
                </a:lnTo>
                <a:lnTo>
                  <a:pt x="14551" y="11364"/>
                </a:lnTo>
                <a:lnTo>
                  <a:pt x="14697" y="11266"/>
                </a:lnTo>
                <a:lnTo>
                  <a:pt x="14818" y="11169"/>
                </a:lnTo>
                <a:close/>
                <a:moveTo>
                  <a:pt x="15962" y="11193"/>
                </a:moveTo>
                <a:lnTo>
                  <a:pt x="15913" y="11242"/>
                </a:lnTo>
                <a:lnTo>
                  <a:pt x="15743" y="11388"/>
                </a:lnTo>
                <a:lnTo>
                  <a:pt x="15621" y="11558"/>
                </a:lnTo>
                <a:lnTo>
                  <a:pt x="15037" y="11558"/>
                </a:lnTo>
                <a:lnTo>
                  <a:pt x="15183" y="11412"/>
                </a:lnTo>
                <a:lnTo>
                  <a:pt x="15329" y="11291"/>
                </a:lnTo>
                <a:lnTo>
                  <a:pt x="15500" y="11193"/>
                </a:lnTo>
                <a:close/>
                <a:moveTo>
                  <a:pt x="16935" y="10366"/>
                </a:moveTo>
                <a:lnTo>
                  <a:pt x="16960" y="10853"/>
                </a:lnTo>
                <a:lnTo>
                  <a:pt x="16765" y="10974"/>
                </a:lnTo>
                <a:lnTo>
                  <a:pt x="16570" y="11120"/>
                </a:lnTo>
                <a:lnTo>
                  <a:pt x="16400" y="11315"/>
                </a:lnTo>
                <a:lnTo>
                  <a:pt x="16230" y="11534"/>
                </a:lnTo>
                <a:lnTo>
                  <a:pt x="15962" y="11558"/>
                </a:lnTo>
                <a:lnTo>
                  <a:pt x="16084" y="11412"/>
                </a:lnTo>
                <a:lnTo>
                  <a:pt x="16181" y="11315"/>
                </a:lnTo>
                <a:lnTo>
                  <a:pt x="16230" y="11266"/>
                </a:lnTo>
                <a:lnTo>
                  <a:pt x="16278" y="11193"/>
                </a:lnTo>
                <a:lnTo>
                  <a:pt x="16376" y="11169"/>
                </a:lnTo>
                <a:lnTo>
                  <a:pt x="16449" y="11096"/>
                </a:lnTo>
                <a:lnTo>
                  <a:pt x="16497" y="11023"/>
                </a:lnTo>
                <a:lnTo>
                  <a:pt x="16497" y="10926"/>
                </a:lnTo>
                <a:lnTo>
                  <a:pt x="16570" y="10877"/>
                </a:lnTo>
                <a:lnTo>
                  <a:pt x="16789" y="10634"/>
                </a:lnTo>
                <a:lnTo>
                  <a:pt x="16887" y="10512"/>
                </a:lnTo>
                <a:lnTo>
                  <a:pt x="16935" y="10366"/>
                </a:lnTo>
                <a:close/>
                <a:moveTo>
                  <a:pt x="1071" y="10780"/>
                </a:moveTo>
                <a:lnTo>
                  <a:pt x="1071" y="10828"/>
                </a:lnTo>
                <a:lnTo>
                  <a:pt x="1071" y="10901"/>
                </a:lnTo>
                <a:lnTo>
                  <a:pt x="1119" y="10974"/>
                </a:lnTo>
                <a:lnTo>
                  <a:pt x="1144" y="10999"/>
                </a:lnTo>
                <a:lnTo>
                  <a:pt x="1192" y="11047"/>
                </a:lnTo>
                <a:lnTo>
                  <a:pt x="1022" y="11169"/>
                </a:lnTo>
                <a:lnTo>
                  <a:pt x="827" y="11339"/>
                </a:lnTo>
                <a:lnTo>
                  <a:pt x="730" y="11461"/>
                </a:lnTo>
                <a:lnTo>
                  <a:pt x="657" y="11558"/>
                </a:lnTo>
                <a:lnTo>
                  <a:pt x="608" y="11583"/>
                </a:lnTo>
                <a:lnTo>
                  <a:pt x="608" y="11266"/>
                </a:lnTo>
                <a:lnTo>
                  <a:pt x="681" y="11193"/>
                </a:lnTo>
                <a:lnTo>
                  <a:pt x="754" y="11120"/>
                </a:lnTo>
                <a:lnTo>
                  <a:pt x="949" y="10901"/>
                </a:lnTo>
                <a:lnTo>
                  <a:pt x="1071" y="10780"/>
                </a:lnTo>
                <a:close/>
                <a:moveTo>
                  <a:pt x="2750" y="11266"/>
                </a:moveTo>
                <a:lnTo>
                  <a:pt x="2604" y="11412"/>
                </a:lnTo>
                <a:lnTo>
                  <a:pt x="2458" y="11583"/>
                </a:lnTo>
                <a:lnTo>
                  <a:pt x="2117" y="11534"/>
                </a:lnTo>
                <a:lnTo>
                  <a:pt x="2141" y="11510"/>
                </a:lnTo>
                <a:lnTo>
                  <a:pt x="2287" y="11388"/>
                </a:lnTo>
                <a:lnTo>
                  <a:pt x="2385" y="11266"/>
                </a:lnTo>
                <a:close/>
                <a:moveTo>
                  <a:pt x="8176" y="11072"/>
                </a:moveTo>
                <a:lnTo>
                  <a:pt x="8127" y="11120"/>
                </a:lnTo>
                <a:lnTo>
                  <a:pt x="7884" y="11339"/>
                </a:lnTo>
                <a:lnTo>
                  <a:pt x="7665" y="11583"/>
                </a:lnTo>
                <a:lnTo>
                  <a:pt x="7251" y="11583"/>
                </a:lnTo>
                <a:lnTo>
                  <a:pt x="7373" y="11461"/>
                </a:lnTo>
                <a:lnTo>
                  <a:pt x="7738" y="11096"/>
                </a:lnTo>
                <a:lnTo>
                  <a:pt x="8176" y="11072"/>
                </a:lnTo>
                <a:close/>
                <a:moveTo>
                  <a:pt x="9125" y="11047"/>
                </a:moveTo>
                <a:lnTo>
                  <a:pt x="8979" y="11145"/>
                </a:lnTo>
                <a:lnTo>
                  <a:pt x="8735" y="11339"/>
                </a:lnTo>
                <a:lnTo>
                  <a:pt x="8614" y="11461"/>
                </a:lnTo>
                <a:lnTo>
                  <a:pt x="8541" y="11583"/>
                </a:lnTo>
                <a:lnTo>
                  <a:pt x="8030" y="11583"/>
                </a:lnTo>
                <a:lnTo>
                  <a:pt x="8224" y="11388"/>
                </a:lnTo>
                <a:lnTo>
                  <a:pt x="8468" y="11169"/>
                </a:lnTo>
                <a:lnTo>
                  <a:pt x="8614" y="11072"/>
                </a:lnTo>
                <a:lnTo>
                  <a:pt x="9125" y="11047"/>
                </a:lnTo>
                <a:close/>
                <a:moveTo>
                  <a:pt x="10317" y="11047"/>
                </a:moveTo>
                <a:lnTo>
                  <a:pt x="10828" y="11072"/>
                </a:lnTo>
                <a:lnTo>
                  <a:pt x="10731" y="11120"/>
                </a:lnTo>
                <a:lnTo>
                  <a:pt x="10512" y="11315"/>
                </a:lnTo>
                <a:lnTo>
                  <a:pt x="10414" y="11412"/>
                </a:lnTo>
                <a:lnTo>
                  <a:pt x="10341" y="11534"/>
                </a:lnTo>
                <a:lnTo>
                  <a:pt x="9733" y="11583"/>
                </a:lnTo>
                <a:lnTo>
                  <a:pt x="10001" y="11315"/>
                </a:lnTo>
                <a:lnTo>
                  <a:pt x="10317" y="11072"/>
                </a:lnTo>
                <a:lnTo>
                  <a:pt x="10317" y="11047"/>
                </a:lnTo>
                <a:close/>
                <a:moveTo>
                  <a:pt x="7446" y="11096"/>
                </a:moveTo>
                <a:lnTo>
                  <a:pt x="7227" y="11242"/>
                </a:lnTo>
                <a:lnTo>
                  <a:pt x="7032" y="11388"/>
                </a:lnTo>
                <a:lnTo>
                  <a:pt x="6935" y="11485"/>
                </a:lnTo>
                <a:lnTo>
                  <a:pt x="6862" y="11583"/>
                </a:lnTo>
                <a:lnTo>
                  <a:pt x="6618" y="11607"/>
                </a:lnTo>
                <a:lnTo>
                  <a:pt x="6156" y="11607"/>
                </a:lnTo>
                <a:lnTo>
                  <a:pt x="6424" y="11388"/>
                </a:lnTo>
                <a:lnTo>
                  <a:pt x="6594" y="11266"/>
                </a:lnTo>
                <a:lnTo>
                  <a:pt x="6667" y="11193"/>
                </a:lnTo>
                <a:lnTo>
                  <a:pt x="6740" y="11120"/>
                </a:lnTo>
                <a:lnTo>
                  <a:pt x="7446" y="11096"/>
                </a:lnTo>
                <a:close/>
                <a:moveTo>
                  <a:pt x="10122" y="11047"/>
                </a:moveTo>
                <a:lnTo>
                  <a:pt x="9928" y="11169"/>
                </a:lnTo>
                <a:lnTo>
                  <a:pt x="9733" y="11291"/>
                </a:lnTo>
                <a:lnTo>
                  <a:pt x="9563" y="11437"/>
                </a:lnTo>
                <a:lnTo>
                  <a:pt x="9392" y="11607"/>
                </a:lnTo>
                <a:lnTo>
                  <a:pt x="8906" y="11607"/>
                </a:lnTo>
                <a:lnTo>
                  <a:pt x="9149" y="11364"/>
                </a:lnTo>
                <a:lnTo>
                  <a:pt x="9490" y="11047"/>
                </a:lnTo>
                <a:close/>
                <a:moveTo>
                  <a:pt x="3650" y="11193"/>
                </a:moveTo>
                <a:lnTo>
                  <a:pt x="3382" y="11364"/>
                </a:lnTo>
                <a:lnTo>
                  <a:pt x="3261" y="11485"/>
                </a:lnTo>
                <a:lnTo>
                  <a:pt x="3139" y="11631"/>
                </a:lnTo>
                <a:lnTo>
                  <a:pt x="2798" y="11607"/>
                </a:lnTo>
                <a:lnTo>
                  <a:pt x="3066" y="11242"/>
                </a:lnTo>
                <a:lnTo>
                  <a:pt x="3650" y="11193"/>
                </a:lnTo>
                <a:close/>
                <a:moveTo>
                  <a:pt x="4331" y="11145"/>
                </a:moveTo>
                <a:lnTo>
                  <a:pt x="4112" y="11315"/>
                </a:lnTo>
                <a:lnTo>
                  <a:pt x="3966" y="11461"/>
                </a:lnTo>
                <a:lnTo>
                  <a:pt x="3869" y="11558"/>
                </a:lnTo>
                <a:lnTo>
                  <a:pt x="3772" y="11656"/>
                </a:lnTo>
                <a:lnTo>
                  <a:pt x="3407" y="11656"/>
                </a:lnTo>
                <a:lnTo>
                  <a:pt x="3577" y="11485"/>
                </a:lnTo>
                <a:lnTo>
                  <a:pt x="3699" y="11339"/>
                </a:lnTo>
                <a:lnTo>
                  <a:pt x="3820" y="11169"/>
                </a:lnTo>
                <a:lnTo>
                  <a:pt x="4331" y="11145"/>
                </a:lnTo>
                <a:close/>
                <a:moveTo>
                  <a:pt x="6375" y="11120"/>
                </a:moveTo>
                <a:lnTo>
                  <a:pt x="6205" y="11242"/>
                </a:lnTo>
                <a:lnTo>
                  <a:pt x="5986" y="11412"/>
                </a:lnTo>
                <a:lnTo>
                  <a:pt x="5888" y="11510"/>
                </a:lnTo>
                <a:lnTo>
                  <a:pt x="5815" y="11631"/>
                </a:lnTo>
                <a:lnTo>
                  <a:pt x="5037" y="11656"/>
                </a:lnTo>
                <a:lnTo>
                  <a:pt x="5353" y="11339"/>
                </a:lnTo>
                <a:lnTo>
                  <a:pt x="5572" y="11169"/>
                </a:lnTo>
                <a:lnTo>
                  <a:pt x="5596" y="11120"/>
                </a:lnTo>
                <a:close/>
                <a:moveTo>
                  <a:pt x="5134" y="11145"/>
                </a:moveTo>
                <a:lnTo>
                  <a:pt x="4964" y="11291"/>
                </a:lnTo>
                <a:lnTo>
                  <a:pt x="4794" y="11461"/>
                </a:lnTo>
                <a:lnTo>
                  <a:pt x="4769" y="11510"/>
                </a:lnTo>
                <a:lnTo>
                  <a:pt x="4769" y="11583"/>
                </a:lnTo>
                <a:lnTo>
                  <a:pt x="4769" y="11631"/>
                </a:lnTo>
                <a:lnTo>
                  <a:pt x="4794" y="11656"/>
                </a:lnTo>
                <a:lnTo>
                  <a:pt x="4137" y="11680"/>
                </a:lnTo>
                <a:lnTo>
                  <a:pt x="4137" y="11680"/>
                </a:lnTo>
                <a:lnTo>
                  <a:pt x="4258" y="11510"/>
                </a:lnTo>
                <a:lnTo>
                  <a:pt x="4404" y="11388"/>
                </a:lnTo>
                <a:lnTo>
                  <a:pt x="4575" y="11266"/>
                </a:lnTo>
                <a:lnTo>
                  <a:pt x="4672" y="11218"/>
                </a:lnTo>
                <a:lnTo>
                  <a:pt x="4721" y="11145"/>
                </a:lnTo>
                <a:close/>
                <a:moveTo>
                  <a:pt x="8541" y="0"/>
                </a:moveTo>
                <a:lnTo>
                  <a:pt x="8468" y="49"/>
                </a:lnTo>
                <a:lnTo>
                  <a:pt x="8395" y="146"/>
                </a:lnTo>
                <a:lnTo>
                  <a:pt x="8370" y="244"/>
                </a:lnTo>
                <a:lnTo>
                  <a:pt x="8346" y="463"/>
                </a:lnTo>
                <a:lnTo>
                  <a:pt x="8370" y="706"/>
                </a:lnTo>
                <a:lnTo>
                  <a:pt x="8419" y="949"/>
                </a:lnTo>
                <a:lnTo>
                  <a:pt x="4842" y="974"/>
                </a:lnTo>
                <a:lnTo>
                  <a:pt x="2555" y="998"/>
                </a:lnTo>
                <a:lnTo>
                  <a:pt x="1411" y="1022"/>
                </a:lnTo>
                <a:lnTo>
                  <a:pt x="827" y="1022"/>
                </a:lnTo>
                <a:lnTo>
                  <a:pt x="511" y="1047"/>
                </a:lnTo>
                <a:lnTo>
                  <a:pt x="243" y="1120"/>
                </a:lnTo>
                <a:lnTo>
                  <a:pt x="195" y="1144"/>
                </a:lnTo>
                <a:lnTo>
                  <a:pt x="170" y="1193"/>
                </a:lnTo>
                <a:lnTo>
                  <a:pt x="146" y="1241"/>
                </a:lnTo>
                <a:lnTo>
                  <a:pt x="170" y="1290"/>
                </a:lnTo>
                <a:lnTo>
                  <a:pt x="146" y="1314"/>
                </a:lnTo>
                <a:lnTo>
                  <a:pt x="73" y="1509"/>
                </a:lnTo>
                <a:lnTo>
                  <a:pt x="24" y="1704"/>
                </a:lnTo>
                <a:lnTo>
                  <a:pt x="0" y="1923"/>
                </a:lnTo>
                <a:lnTo>
                  <a:pt x="0" y="2142"/>
                </a:lnTo>
                <a:lnTo>
                  <a:pt x="24" y="2580"/>
                </a:lnTo>
                <a:lnTo>
                  <a:pt x="73" y="2993"/>
                </a:lnTo>
                <a:lnTo>
                  <a:pt x="97" y="3626"/>
                </a:lnTo>
                <a:lnTo>
                  <a:pt x="122" y="4234"/>
                </a:lnTo>
                <a:lnTo>
                  <a:pt x="122" y="5475"/>
                </a:lnTo>
                <a:lnTo>
                  <a:pt x="97" y="6302"/>
                </a:lnTo>
                <a:lnTo>
                  <a:pt x="73" y="7130"/>
                </a:lnTo>
                <a:lnTo>
                  <a:pt x="49" y="7957"/>
                </a:lnTo>
                <a:lnTo>
                  <a:pt x="49" y="8784"/>
                </a:lnTo>
                <a:lnTo>
                  <a:pt x="73" y="9563"/>
                </a:lnTo>
                <a:lnTo>
                  <a:pt x="97" y="10317"/>
                </a:lnTo>
                <a:lnTo>
                  <a:pt x="146" y="11072"/>
                </a:lnTo>
                <a:lnTo>
                  <a:pt x="170" y="11850"/>
                </a:lnTo>
                <a:lnTo>
                  <a:pt x="195" y="11923"/>
                </a:lnTo>
                <a:lnTo>
                  <a:pt x="219" y="11972"/>
                </a:lnTo>
                <a:lnTo>
                  <a:pt x="268" y="12020"/>
                </a:lnTo>
                <a:lnTo>
                  <a:pt x="316" y="12045"/>
                </a:lnTo>
                <a:lnTo>
                  <a:pt x="438" y="12045"/>
                </a:lnTo>
                <a:lnTo>
                  <a:pt x="511" y="12020"/>
                </a:lnTo>
                <a:lnTo>
                  <a:pt x="560" y="11996"/>
                </a:lnTo>
                <a:lnTo>
                  <a:pt x="560" y="11972"/>
                </a:lnTo>
                <a:lnTo>
                  <a:pt x="681" y="11923"/>
                </a:lnTo>
                <a:lnTo>
                  <a:pt x="803" y="11899"/>
                </a:lnTo>
                <a:lnTo>
                  <a:pt x="949" y="11874"/>
                </a:lnTo>
                <a:lnTo>
                  <a:pt x="1119" y="11874"/>
                </a:lnTo>
                <a:lnTo>
                  <a:pt x="1436" y="11899"/>
                </a:lnTo>
                <a:lnTo>
                  <a:pt x="1679" y="11923"/>
                </a:lnTo>
                <a:lnTo>
                  <a:pt x="2360" y="11972"/>
                </a:lnTo>
                <a:lnTo>
                  <a:pt x="3042" y="12045"/>
                </a:lnTo>
                <a:lnTo>
                  <a:pt x="3747" y="12093"/>
                </a:lnTo>
                <a:lnTo>
                  <a:pt x="4477" y="12118"/>
                </a:lnTo>
                <a:lnTo>
                  <a:pt x="4404" y="12215"/>
                </a:lnTo>
                <a:lnTo>
                  <a:pt x="4307" y="12337"/>
                </a:lnTo>
                <a:lnTo>
                  <a:pt x="4161" y="12580"/>
                </a:lnTo>
                <a:lnTo>
                  <a:pt x="3991" y="13018"/>
                </a:lnTo>
                <a:lnTo>
                  <a:pt x="3845" y="13334"/>
                </a:lnTo>
                <a:lnTo>
                  <a:pt x="3674" y="13651"/>
                </a:lnTo>
                <a:lnTo>
                  <a:pt x="3358" y="14283"/>
                </a:lnTo>
                <a:lnTo>
                  <a:pt x="3236" y="14502"/>
                </a:lnTo>
                <a:lnTo>
                  <a:pt x="3139" y="14746"/>
                </a:lnTo>
                <a:lnTo>
                  <a:pt x="3090" y="14843"/>
                </a:lnTo>
                <a:lnTo>
                  <a:pt x="3090" y="14965"/>
                </a:lnTo>
                <a:lnTo>
                  <a:pt x="3090" y="15086"/>
                </a:lnTo>
                <a:lnTo>
                  <a:pt x="3139" y="15232"/>
                </a:lnTo>
                <a:lnTo>
                  <a:pt x="3188" y="15281"/>
                </a:lnTo>
                <a:lnTo>
                  <a:pt x="3236" y="15305"/>
                </a:lnTo>
                <a:lnTo>
                  <a:pt x="3309" y="15330"/>
                </a:lnTo>
                <a:lnTo>
                  <a:pt x="3382" y="15305"/>
                </a:lnTo>
                <a:lnTo>
                  <a:pt x="3480" y="15281"/>
                </a:lnTo>
                <a:lnTo>
                  <a:pt x="3553" y="15208"/>
                </a:lnTo>
                <a:lnTo>
                  <a:pt x="3601" y="15159"/>
                </a:lnTo>
                <a:lnTo>
                  <a:pt x="3650" y="15086"/>
                </a:lnTo>
                <a:lnTo>
                  <a:pt x="3747" y="14916"/>
                </a:lnTo>
                <a:lnTo>
                  <a:pt x="3820" y="14721"/>
                </a:lnTo>
                <a:lnTo>
                  <a:pt x="4088" y="14210"/>
                </a:lnTo>
                <a:lnTo>
                  <a:pt x="4331" y="13699"/>
                </a:lnTo>
                <a:lnTo>
                  <a:pt x="4526" y="13237"/>
                </a:lnTo>
                <a:lnTo>
                  <a:pt x="4721" y="12750"/>
                </a:lnTo>
                <a:lnTo>
                  <a:pt x="4867" y="12434"/>
                </a:lnTo>
                <a:lnTo>
                  <a:pt x="4939" y="12264"/>
                </a:lnTo>
                <a:lnTo>
                  <a:pt x="4988" y="12118"/>
                </a:lnTo>
                <a:lnTo>
                  <a:pt x="6180" y="12045"/>
                </a:lnTo>
                <a:lnTo>
                  <a:pt x="7348" y="11996"/>
                </a:lnTo>
                <a:lnTo>
                  <a:pt x="7932" y="11996"/>
                </a:lnTo>
                <a:lnTo>
                  <a:pt x="8516" y="12020"/>
                </a:lnTo>
                <a:lnTo>
                  <a:pt x="9684" y="12020"/>
                </a:lnTo>
                <a:lnTo>
                  <a:pt x="10341" y="11996"/>
                </a:lnTo>
                <a:lnTo>
                  <a:pt x="10998" y="11947"/>
                </a:lnTo>
                <a:lnTo>
                  <a:pt x="11631" y="11874"/>
                </a:lnTo>
                <a:lnTo>
                  <a:pt x="12337" y="11874"/>
                </a:lnTo>
                <a:lnTo>
                  <a:pt x="12337" y="11996"/>
                </a:lnTo>
                <a:lnTo>
                  <a:pt x="12434" y="12410"/>
                </a:lnTo>
                <a:lnTo>
                  <a:pt x="12580" y="12799"/>
                </a:lnTo>
                <a:lnTo>
                  <a:pt x="12775" y="13188"/>
                </a:lnTo>
                <a:lnTo>
                  <a:pt x="12969" y="13578"/>
                </a:lnTo>
                <a:lnTo>
                  <a:pt x="13188" y="13943"/>
                </a:lnTo>
                <a:lnTo>
                  <a:pt x="13431" y="14308"/>
                </a:lnTo>
                <a:lnTo>
                  <a:pt x="13918" y="15013"/>
                </a:lnTo>
                <a:lnTo>
                  <a:pt x="14015" y="15111"/>
                </a:lnTo>
                <a:lnTo>
                  <a:pt x="14137" y="15159"/>
                </a:lnTo>
                <a:lnTo>
                  <a:pt x="14259" y="15135"/>
                </a:lnTo>
                <a:lnTo>
                  <a:pt x="14356" y="15111"/>
                </a:lnTo>
                <a:lnTo>
                  <a:pt x="14453" y="15038"/>
                </a:lnTo>
                <a:lnTo>
                  <a:pt x="14502" y="14940"/>
                </a:lnTo>
                <a:lnTo>
                  <a:pt x="14502" y="14819"/>
                </a:lnTo>
                <a:lnTo>
                  <a:pt x="14478" y="14770"/>
                </a:lnTo>
                <a:lnTo>
                  <a:pt x="14453" y="14697"/>
                </a:lnTo>
                <a:lnTo>
                  <a:pt x="13991" y="14040"/>
                </a:lnTo>
                <a:lnTo>
                  <a:pt x="13577" y="13359"/>
                </a:lnTo>
                <a:lnTo>
                  <a:pt x="13383" y="12994"/>
                </a:lnTo>
                <a:lnTo>
                  <a:pt x="13188" y="12653"/>
                </a:lnTo>
                <a:lnTo>
                  <a:pt x="13042" y="12288"/>
                </a:lnTo>
                <a:lnTo>
                  <a:pt x="12872" y="11899"/>
                </a:lnTo>
                <a:lnTo>
                  <a:pt x="13918" y="11947"/>
                </a:lnTo>
                <a:lnTo>
                  <a:pt x="14940" y="11996"/>
                </a:lnTo>
                <a:lnTo>
                  <a:pt x="15451" y="11996"/>
                </a:lnTo>
                <a:lnTo>
                  <a:pt x="15986" y="11972"/>
                </a:lnTo>
                <a:lnTo>
                  <a:pt x="16497" y="11947"/>
                </a:lnTo>
                <a:lnTo>
                  <a:pt x="17008" y="11899"/>
                </a:lnTo>
                <a:lnTo>
                  <a:pt x="17057" y="11874"/>
                </a:lnTo>
                <a:lnTo>
                  <a:pt x="17106" y="11947"/>
                </a:lnTo>
                <a:lnTo>
                  <a:pt x="17154" y="11996"/>
                </a:lnTo>
                <a:lnTo>
                  <a:pt x="17325" y="11996"/>
                </a:lnTo>
                <a:lnTo>
                  <a:pt x="17398" y="11947"/>
                </a:lnTo>
                <a:lnTo>
                  <a:pt x="17446" y="11899"/>
                </a:lnTo>
                <a:lnTo>
                  <a:pt x="17495" y="11802"/>
                </a:lnTo>
                <a:lnTo>
                  <a:pt x="17495" y="11704"/>
                </a:lnTo>
                <a:lnTo>
                  <a:pt x="17446" y="11339"/>
                </a:lnTo>
                <a:lnTo>
                  <a:pt x="17398" y="10950"/>
                </a:lnTo>
                <a:lnTo>
                  <a:pt x="17373" y="10171"/>
                </a:lnTo>
                <a:lnTo>
                  <a:pt x="17398" y="9393"/>
                </a:lnTo>
                <a:lnTo>
                  <a:pt x="17373" y="8614"/>
                </a:lnTo>
                <a:lnTo>
                  <a:pt x="17373" y="7008"/>
                </a:lnTo>
                <a:lnTo>
                  <a:pt x="17349" y="5402"/>
                </a:lnTo>
                <a:lnTo>
                  <a:pt x="17349" y="2507"/>
                </a:lnTo>
                <a:lnTo>
                  <a:pt x="17373" y="2239"/>
                </a:lnTo>
                <a:lnTo>
                  <a:pt x="17373" y="1898"/>
                </a:lnTo>
                <a:lnTo>
                  <a:pt x="17349" y="1728"/>
                </a:lnTo>
                <a:lnTo>
                  <a:pt x="17325" y="1558"/>
                </a:lnTo>
                <a:lnTo>
                  <a:pt x="17276" y="1436"/>
                </a:lnTo>
                <a:lnTo>
                  <a:pt x="17203" y="1314"/>
                </a:lnTo>
                <a:lnTo>
                  <a:pt x="17203" y="1241"/>
                </a:lnTo>
                <a:lnTo>
                  <a:pt x="17203" y="1193"/>
                </a:lnTo>
                <a:lnTo>
                  <a:pt x="17179" y="1144"/>
                </a:lnTo>
                <a:lnTo>
                  <a:pt x="17154" y="1095"/>
                </a:lnTo>
                <a:lnTo>
                  <a:pt x="17033" y="1047"/>
                </a:lnTo>
                <a:lnTo>
                  <a:pt x="16911" y="998"/>
                </a:lnTo>
                <a:lnTo>
                  <a:pt x="16789" y="974"/>
                </a:lnTo>
                <a:lnTo>
                  <a:pt x="16643" y="974"/>
                </a:lnTo>
                <a:lnTo>
                  <a:pt x="16351" y="998"/>
                </a:lnTo>
                <a:lnTo>
                  <a:pt x="16108" y="998"/>
                </a:lnTo>
                <a:lnTo>
                  <a:pt x="15062" y="974"/>
                </a:lnTo>
                <a:lnTo>
                  <a:pt x="14015" y="925"/>
                </a:lnTo>
                <a:lnTo>
                  <a:pt x="13456" y="901"/>
                </a:lnTo>
                <a:lnTo>
                  <a:pt x="12872" y="876"/>
                </a:lnTo>
                <a:lnTo>
                  <a:pt x="11704" y="901"/>
                </a:lnTo>
                <a:lnTo>
                  <a:pt x="9392" y="949"/>
                </a:lnTo>
                <a:lnTo>
                  <a:pt x="8930" y="949"/>
                </a:lnTo>
                <a:lnTo>
                  <a:pt x="8954" y="852"/>
                </a:lnTo>
                <a:lnTo>
                  <a:pt x="8954" y="779"/>
                </a:lnTo>
                <a:lnTo>
                  <a:pt x="8954" y="706"/>
                </a:lnTo>
                <a:lnTo>
                  <a:pt x="8906" y="609"/>
                </a:lnTo>
                <a:lnTo>
                  <a:pt x="8881" y="584"/>
                </a:lnTo>
                <a:lnTo>
                  <a:pt x="8857" y="463"/>
                </a:lnTo>
                <a:lnTo>
                  <a:pt x="8833" y="244"/>
                </a:lnTo>
                <a:lnTo>
                  <a:pt x="8808" y="146"/>
                </a:lnTo>
                <a:lnTo>
                  <a:pt x="8735" y="49"/>
                </a:lnTo>
                <a:lnTo>
                  <a:pt x="866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48" name="Google Shape;848;p39"/>
          <p:cNvSpPr/>
          <p:nvPr/>
        </p:nvSpPr>
        <p:spPr>
          <a:xfrm>
            <a:off x="4951132" y="3234980"/>
            <a:ext cx="419616" cy="422785"/>
          </a:xfrm>
          <a:custGeom>
            <a:avLst/>
            <a:gdLst/>
            <a:ahLst/>
            <a:cxnLst/>
            <a:rect l="l" t="t" r="r" b="b"/>
            <a:pathLst>
              <a:path w="19200" h="19345" extrusionOk="0">
                <a:moveTo>
                  <a:pt x="15987" y="3382"/>
                </a:moveTo>
                <a:lnTo>
                  <a:pt x="16133" y="3528"/>
                </a:lnTo>
                <a:lnTo>
                  <a:pt x="15914" y="3577"/>
                </a:lnTo>
                <a:lnTo>
                  <a:pt x="15720" y="3601"/>
                </a:lnTo>
                <a:lnTo>
                  <a:pt x="15306" y="3626"/>
                </a:lnTo>
                <a:lnTo>
                  <a:pt x="15379" y="3601"/>
                </a:lnTo>
                <a:lnTo>
                  <a:pt x="15695" y="3504"/>
                </a:lnTo>
                <a:lnTo>
                  <a:pt x="15987" y="3382"/>
                </a:lnTo>
                <a:close/>
                <a:moveTo>
                  <a:pt x="10707" y="2628"/>
                </a:moveTo>
                <a:lnTo>
                  <a:pt x="10804" y="2652"/>
                </a:lnTo>
                <a:lnTo>
                  <a:pt x="10877" y="2677"/>
                </a:lnTo>
                <a:lnTo>
                  <a:pt x="10902" y="2701"/>
                </a:lnTo>
                <a:lnTo>
                  <a:pt x="10926" y="2750"/>
                </a:lnTo>
                <a:lnTo>
                  <a:pt x="10950" y="2798"/>
                </a:lnTo>
                <a:lnTo>
                  <a:pt x="10926" y="2847"/>
                </a:lnTo>
                <a:lnTo>
                  <a:pt x="10877" y="2969"/>
                </a:lnTo>
                <a:lnTo>
                  <a:pt x="10804" y="3090"/>
                </a:lnTo>
                <a:lnTo>
                  <a:pt x="10707" y="3188"/>
                </a:lnTo>
                <a:lnTo>
                  <a:pt x="10537" y="3358"/>
                </a:lnTo>
                <a:lnTo>
                  <a:pt x="10172" y="3650"/>
                </a:lnTo>
                <a:lnTo>
                  <a:pt x="9758" y="3893"/>
                </a:lnTo>
                <a:lnTo>
                  <a:pt x="9320" y="4112"/>
                </a:lnTo>
                <a:lnTo>
                  <a:pt x="8882" y="4258"/>
                </a:lnTo>
                <a:lnTo>
                  <a:pt x="8785" y="4283"/>
                </a:lnTo>
                <a:lnTo>
                  <a:pt x="8736" y="4258"/>
                </a:lnTo>
                <a:lnTo>
                  <a:pt x="8688" y="4210"/>
                </a:lnTo>
                <a:lnTo>
                  <a:pt x="8688" y="4161"/>
                </a:lnTo>
                <a:lnTo>
                  <a:pt x="8688" y="4015"/>
                </a:lnTo>
                <a:lnTo>
                  <a:pt x="8712" y="3869"/>
                </a:lnTo>
                <a:lnTo>
                  <a:pt x="8712" y="3577"/>
                </a:lnTo>
                <a:lnTo>
                  <a:pt x="8688" y="3285"/>
                </a:lnTo>
                <a:lnTo>
                  <a:pt x="8663" y="3236"/>
                </a:lnTo>
                <a:lnTo>
                  <a:pt x="8615" y="3212"/>
                </a:lnTo>
                <a:lnTo>
                  <a:pt x="8517" y="3163"/>
                </a:lnTo>
                <a:lnTo>
                  <a:pt x="8396" y="3139"/>
                </a:lnTo>
                <a:lnTo>
                  <a:pt x="8250" y="3090"/>
                </a:lnTo>
                <a:lnTo>
                  <a:pt x="8128" y="3017"/>
                </a:lnTo>
                <a:lnTo>
                  <a:pt x="8079" y="2944"/>
                </a:lnTo>
                <a:lnTo>
                  <a:pt x="8031" y="2896"/>
                </a:lnTo>
                <a:lnTo>
                  <a:pt x="8590" y="2774"/>
                </a:lnTo>
                <a:lnTo>
                  <a:pt x="8858" y="2725"/>
                </a:lnTo>
                <a:lnTo>
                  <a:pt x="9150" y="2677"/>
                </a:lnTo>
                <a:lnTo>
                  <a:pt x="9369" y="2652"/>
                </a:lnTo>
                <a:lnTo>
                  <a:pt x="10002" y="2652"/>
                </a:lnTo>
                <a:lnTo>
                  <a:pt x="10367" y="2628"/>
                </a:lnTo>
                <a:close/>
                <a:moveTo>
                  <a:pt x="10440" y="2360"/>
                </a:moveTo>
                <a:lnTo>
                  <a:pt x="10172" y="2385"/>
                </a:lnTo>
                <a:lnTo>
                  <a:pt x="9223" y="2385"/>
                </a:lnTo>
                <a:lnTo>
                  <a:pt x="8809" y="2433"/>
                </a:lnTo>
                <a:lnTo>
                  <a:pt x="8420" y="2482"/>
                </a:lnTo>
                <a:lnTo>
                  <a:pt x="8006" y="2579"/>
                </a:lnTo>
                <a:lnTo>
                  <a:pt x="7982" y="2579"/>
                </a:lnTo>
                <a:lnTo>
                  <a:pt x="7885" y="2604"/>
                </a:lnTo>
                <a:lnTo>
                  <a:pt x="7812" y="2652"/>
                </a:lnTo>
                <a:lnTo>
                  <a:pt x="7763" y="2701"/>
                </a:lnTo>
                <a:lnTo>
                  <a:pt x="7739" y="2774"/>
                </a:lnTo>
                <a:lnTo>
                  <a:pt x="7714" y="2847"/>
                </a:lnTo>
                <a:lnTo>
                  <a:pt x="7739" y="2944"/>
                </a:lnTo>
                <a:lnTo>
                  <a:pt x="7763" y="3017"/>
                </a:lnTo>
                <a:lnTo>
                  <a:pt x="7812" y="3115"/>
                </a:lnTo>
                <a:lnTo>
                  <a:pt x="7860" y="3188"/>
                </a:lnTo>
                <a:lnTo>
                  <a:pt x="8006" y="3334"/>
                </a:lnTo>
                <a:lnTo>
                  <a:pt x="8177" y="3431"/>
                </a:lnTo>
                <a:lnTo>
                  <a:pt x="8347" y="3480"/>
                </a:lnTo>
                <a:lnTo>
                  <a:pt x="8347" y="3845"/>
                </a:lnTo>
                <a:lnTo>
                  <a:pt x="8323" y="4015"/>
                </a:lnTo>
                <a:lnTo>
                  <a:pt x="8347" y="4210"/>
                </a:lnTo>
                <a:lnTo>
                  <a:pt x="8371" y="4356"/>
                </a:lnTo>
                <a:lnTo>
                  <a:pt x="8396" y="4429"/>
                </a:lnTo>
                <a:lnTo>
                  <a:pt x="8444" y="4502"/>
                </a:lnTo>
                <a:lnTo>
                  <a:pt x="8493" y="4550"/>
                </a:lnTo>
                <a:lnTo>
                  <a:pt x="8566" y="4575"/>
                </a:lnTo>
                <a:lnTo>
                  <a:pt x="8639" y="4599"/>
                </a:lnTo>
                <a:lnTo>
                  <a:pt x="8736" y="4623"/>
                </a:lnTo>
                <a:lnTo>
                  <a:pt x="8882" y="4623"/>
                </a:lnTo>
                <a:lnTo>
                  <a:pt x="9004" y="4599"/>
                </a:lnTo>
                <a:lnTo>
                  <a:pt x="9272" y="4502"/>
                </a:lnTo>
                <a:lnTo>
                  <a:pt x="9515" y="4380"/>
                </a:lnTo>
                <a:lnTo>
                  <a:pt x="9758" y="4234"/>
                </a:lnTo>
                <a:lnTo>
                  <a:pt x="10075" y="4064"/>
                </a:lnTo>
                <a:lnTo>
                  <a:pt x="10367" y="3869"/>
                </a:lnTo>
                <a:lnTo>
                  <a:pt x="10659" y="3650"/>
                </a:lnTo>
                <a:lnTo>
                  <a:pt x="10950" y="3431"/>
                </a:lnTo>
                <a:lnTo>
                  <a:pt x="11072" y="3261"/>
                </a:lnTo>
                <a:lnTo>
                  <a:pt x="11169" y="3090"/>
                </a:lnTo>
                <a:lnTo>
                  <a:pt x="11242" y="2920"/>
                </a:lnTo>
                <a:lnTo>
                  <a:pt x="11242" y="2774"/>
                </a:lnTo>
                <a:lnTo>
                  <a:pt x="11194" y="2628"/>
                </a:lnTo>
                <a:lnTo>
                  <a:pt x="11145" y="2579"/>
                </a:lnTo>
                <a:lnTo>
                  <a:pt x="11096" y="2506"/>
                </a:lnTo>
                <a:lnTo>
                  <a:pt x="10926" y="2433"/>
                </a:lnTo>
                <a:lnTo>
                  <a:pt x="10707" y="2385"/>
                </a:lnTo>
                <a:lnTo>
                  <a:pt x="10440" y="2360"/>
                </a:lnTo>
                <a:close/>
                <a:moveTo>
                  <a:pt x="11486" y="5037"/>
                </a:moveTo>
                <a:lnTo>
                  <a:pt x="11510" y="5061"/>
                </a:lnTo>
                <a:lnTo>
                  <a:pt x="11607" y="5134"/>
                </a:lnTo>
                <a:lnTo>
                  <a:pt x="11656" y="5232"/>
                </a:lnTo>
                <a:lnTo>
                  <a:pt x="11656" y="5329"/>
                </a:lnTo>
                <a:lnTo>
                  <a:pt x="11607" y="5426"/>
                </a:lnTo>
                <a:lnTo>
                  <a:pt x="11559" y="5499"/>
                </a:lnTo>
                <a:lnTo>
                  <a:pt x="11486" y="5548"/>
                </a:lnTo>
                <a:lnTo>
                  <a:pt x="11413" y="5572"/>
                </a:lnTo>
                <a:lnTo>
                  <a:pt x="11340" y="5572"/>
                </a:lnTo>
                <a:lnTo>
                  <a:pt x="11413" y="5280"/>
                </a:lnTo>
                <a:lnTo>
                  <a:pt x="11437" y="5159"/>
                </a:lnTo>
                <a:lnTo>
                  <a:pt x="11486" y="5037"/>
                </a:lnTo>
                <a:close/>
                <a:moveTo>
                  <a:pt x="11486" y="4672"/>
                </a:moveTo>
                <a:lnTo>
                  <a:pt x="11364" y="4721"/>
                </a:lnTo>
                <a:lnTo>
                  <a:pt x="11242" y="4818"/>
                </a:lnTo>
                <a:lnTo>
                  <a:pt x="11145" y="4940"/>
                </a:lnTo>
                <a:lnTo>
                  <a:pt x="11096" y="5086"/>
                </a:lnTo>
                <a:lnTo>
                  <a:pt x="11048" y="5256"/>
                </a:lnTo>
                <a:lnTo>
                  <a:pt x="11023" y="5426"/>
                </a:lnTo>
                <a:lnTo>
                  <a:pt x="10975" y="5499"/>
                </a:lnTo>
                <a:lnTo>
                  <a:pt x="10926" y="5572"/>
                </a:lnTo>
                <a:lnTo>
                  <a:pt x="10902" y="5645"/>
                </a:lnTo>
                <a:lnTo>
                  <a:pt x="10877" y="5742"/>
                </a:lnTo>
                <a:lnTo>
                  <a:pt x="10902" y="5815"/>
                </a:lnTo>
                <a:lnTo>
                  <a:pt x="10975" y="5864"/>
                </a:lnTo>
                <a:lnTo>
                  <a:pt x="11121" y="5937"/>
                </a:lnTo>
                <a:lnTo>
                  <a:pt x="11242" y="5961"/>
                </a:lnTo>
                <a:lnTo>
                  <a:pt x="11388" y="5961"/>
                </a:lnTo>
                <a:lnTo>
                  <a:pt x="11510" y="5937"/>
                </a:lnTo>
                <a:lnTo>
                  <a:pt x="11632" y="5913"/>
                </a:lnTo>
                <a:lnTo>
                  <a:pt x="11753" y="5840"/>
                </a:lnTo>
                <a:lnTo>
                  <a:pt x="11875" y="5742"/>
                </a:lnTo>
                <a:lnTo>
                  <a:pt x="11948" y="5621"/>
                </a:lnTo>
                <a:lnTo>
                  <a:pt x="12021" y="5499"/>
                </a:lnTo>
                <a:lnTo>
                  <a:pt x="12070" y="5378"/>
                </a:lnTo>
                <a:lnTo>
                  <a:pt x="12070" y="5256"/>
                </a:lnTo>
                <a:lnTo>
                  <a:pt x="12045" y="5110"/>
                </a:lnTo>
                <a:lnTo>
                  <a:pt x="11997" y="5013"/>
                </a:lnTo>
                <a:lnTo>
                  <a:pt x="11924" y="4891"/>
                </a:lnTo>
                <a:lnTo>
                  <a:pt x="11851" y="4794"/>
                </a:lnTo>
                <a:lnTo>
                  <a:pt x="11729" y="4721"/>
                </a:lnTo>
                <a:lnTo>
                  <a:pt x="11656" y="4696"/>
                </a:lnTo>
                <a:lnTo>
                  <a:pt x="11607" y="4696"/>
                </a:lnTo>
                <a:lnTo>
                  <a:pt x="11559" y="4672"/>
                </a:lnTo>
                <a:close/>
                <a:moveTo>
                  <a:pt x="14479" y="3991"/>
                </a:moveTo>
                <a:lnTo>
                  <a:pt x="15063" y="4064"/>
                </a:lnTo>
                <a:lnTo>
                  <a:pt x="15574" y="4064"/>
                </a:lnTo>
                <a:lnTo>
                  <a:pt x="15184" y="4234"/>
                </a:lnTo>
                <a:lnTo>
                  <a:pt x="14260" y="4599"/>
                </a:lnTo>
                <a:lnTo>
                  <a:pt x="13797" y="4818"/>
                </a:lnTo>
                <a:lnTo>
                  <a:pt x="13578" y="4940"/>
                </a:lnTo>
                <a:lnTo>
                  <a:pt x="13384" y="5061"/>
                </a:lnTo>
                <a:lnTo>
                  <a:pt x="13359" y="5086"/>
                </a:lnTo>
                <a:lnTo>
                  <a:pt x="13359" y="5134"/>
                </a:lnTo>
                <a:lnTo>
                  <a:pt x="13384" y="5159"/>
                </a:lnTo>
                <a:lnTo>
                  <a:pt x="13627" y="5159"/>
                </a:lnTo>
                <a:lnTo>
                  <a:pt x="13870" y="5110"/>
                </a:lnTo>
                <a:lnTo>
                  <a:pt x="14089" y="5061"/>
                </a:lnTo>
                <a:lnTo>
                  <a:pt x="14308" y="4988"/>
                </a:lnTo>
                <a:lnTo>
                  <a:pt x="14746" y="4818"/>
                </a:lnTo>
                <a:lnTo>
                  <a:pt x="15184" y="4648"/>
                </a:lnTo>
                <a:lnTo>
                  <a:pt x="16109" y="4283"/>
                </a:lnTo>
                <a:lnTo>
                  <a:pt x="16377" y="4185"/>
                </a:lnTo>
                <a:lnTo>
                  <a:pt x="16644" y="4088"/>
                </a:lnTo>
                <a:lnTo>
                  <a:pt x="17034" y="4623"/>
                </a:lnTo>
                <a:lnTo>
                  <a:pt x="16790" y="4696"/>
                </a:lnTo>
                <a:lnTo>
                  <a:pt x="16255" y="4842"/>
                </a:lnTo>
                <a:lnTo>
                  <a:pt x="15720" y="4964"/>
                </a:lnTo>
                <a:lnTo>
                  <a:pt x="15282" y="5061"/>
                </a:lnTo>
                <a:lnTo>
                  <a:pt x="15014" y="5110"/>
                </a:lnTo>
                <a:lnTo>
                  <a:pt x="14771" y="5207"/>
                </a:lnTo>
                <a:lnTo>
                  <a:pt x="14552" y="5305"/>
                </a:lnTo>
                <a:lnTo>
                  <a:pt x="14333" y="5426"/>
                </a:lnTo>
                <a:lnTo>
                  <a:pt x="14162" y="5572"/>
                </a:lnTo>
                <a:lnTo>
                  <a:pt x="14114" y="5669"/>
                </a:lnTo>
                <a:lnTo>
                  <a:pt x="14041" y="5767"/>
                </a:lnTo>
                <a:lnTo>
                  <a:pt x="14065" y="5815"/>
                </a:lnTo>
                <a:lnTo>
                  <a:pt x="14065" y="5840"/>
                </a:lnTo>
                <a:lnTo>
                  <a:pt x="14114" y="5840"/>
                </a:lnTo>
                <a:lnTo>
                  <a:pt x="14552" y="5694"/>
                </a:lnTo>
                <a:lnTo>
                  <a:pt x="15014" y="5572"/>
                </a:lnTo>
                <a:lnTo>
                  <a:pt x="15476" y="5426"/>
                </a:lnTo>
                <a:lnTo>
                  <a:pt x="15939" y="5329"/>
                </a:lnTo>
                <a:lnTo>
                  <a:pt x="16596" y="5232"/>
                </a:lnTo>
                <a:lnTo>
                  <a:pt x="16985" y="5134"/>
                </a:lnTo>
                <a:lnTo>
                  <a:pt x="17155" y="5086"/>
                </a:lnTo>
                <a:lnTo>
                  <a:pt x="17301" y="5013"/>
                </a:lnTo>
                <a:lnTo>
                  <a:pt x="17569" y="5451"/>
                </a:lnTo>
                <a:lnTo>
                  <a:pt x="14284" y="6740"/>
                </a:lnTo>
                <a:lnTo>
                  <a:pt x="14162" y="6667"/>
                </a:lnTo>
                <a:lnTo>
                  <a:pt x="13992" y="6594"/>
                </a:lnTo>
                <a:lnTo>
                  <a:pt x="13700" y="6399"/>
                </a:lnTo>
                <a:lnTo>
                  <a:pt x="13530" y="6302"/>
                </a:lnTo>
                <a:lnTo>
                  <a:pt x="13384" y="6253"/>
                </a:lnTo>
                <a:lnTo>
                  <a:pt x="13213" y="6253"/>
                </a:lnTo>
                <a:lnTo>
                  <a:pt x="13043" y="6278"/>
                </a:lnTo>
                <a:lnTo>
                  <a:pt x="12921" y="6351"/>
                </a:lnTo>
                <a:lnTo>
                  <a:pt x="12800" y="6424"/>
                </a:lnTo>
                <a:lnTo>
                  <a:pt x="12581" y="6594"/>
                </a:lnTo>
                <a:lnTo>
                  <a:pt x="12386" y="6789"/>
                </a:lnTo>
                <a:lnTo>
                  <a:pt x="12167" y="6983"/>
                </a:lnTo>
                <a:lnTo>
                  <a:pt x="11972" y="7081"/>
                </a:lnTo>
                <a:lnTo>
                  <a:pt x="11875" y="7129"/>
                </a:lnTo>
                <a:lnTo>
                  <a:pt x="11778" y="7154"/>
                </a:lnTo>
                <a:lnTo>
                  <a:pt x="11680" y="7154"/>
                </a:lnTo>
                <a:lnTo>
                  <a:pt x="11583" y="7129"/>
                </a:lnTo>
                <a:lnTo>
                  <a:pt x="11486" y="7105"/>
                </a:lnTo>
                <a:lnTo>
                  <a:pt x="11364" y="7056"/>
                </a:lnTo>
                <a:lnTo>
                  <a:pt x="11291" y="7008"/>
                </a:lnTo>
                <a:lnTo>
                  <a:pt x="11291" y="6935"/>
                </a:lnTo>
                <a:lnTo>
                  <a:pt x="11291" y="6886"/>
                </a:lnTo>
                <a:lnTo>
                  <a:pt x="11340" y="6837"/>
                </a:lnTo>
                <a:lnTo>
                  <a:pt x="11461" y="6740"/>
                </a:lnTo>
                <a:lnTo>
                  <a:pt x="11583" y="6691"/>
                </a:lnTo>
                <a:lnTo>
                  <a:pt x="11753" y="6618"/>
                </a:lnTo>
                <a:lnTo>
                  <a:pt x="11899" y="6545"/>
                </a:lnTo>
                <a:lnTo>
                  <a:pt x="12240" y="6424"/>
                </a:lnTo>
                <a:lnTo>
                  <a:pt x="12313" y="6375"/>
                </a:lnTo>
                <a:lnTo>
                  <a:pt x="12362" y="6326"/>
                </a:lnTo>
                <a:lnTo>
                  <a:pt x="12362" y="6278"/>
                </a:lnTo>
                <a:lnTo>
                  <a:pt x="12362" y="6205"/>
                </a:lnTo>
                <a:lnTo>
                  <a:pt x="12337" y="6059"/>
                </a:lnTo>
                <a:lnTo>
                  <a:pt x="12337" y="6010"/>
                </a:lnTo>
                <a:lnTo>
                  <a:pt x="12362" y="5937"/>
                </a:lnTo>
                <a:lnTo>
                  <a:pt x="12435" y="5840"/>
                </a:lnTo>
                <a:lnTo>
                  <a:pt x="12508" y="5742"/>
                </a:lnTo>
                <a:lnTo>
                  <a:pt x="12702" y="5597"/>
                </a:lnTo>
                <a:lnTo>
                  <a:pt x="12897" y="5426"/>
                </a:lnTo>
                <a:lnTo>
                  <a:pt x="12970" y="5329"/>
                </a:lnTo>
                <a:lnTo>
                  <a:pt x="13043" y="5207"/>
                </a:lnTo>
                <a:lnTo>
                  <a:pt x="13043" y="5134"/>
                </a:lnTo>
                <a:lnTo>
                  <a:pt x="13067" y="5061"/>
                </a:lnTo>
                <a:lnTo>
                  <a:pt x="13043" y="4915"/>
                </a:lnTo>
                <a:lnTo>
                  <a:pt x="13019" y="4769"/>
                </a:lnTo>
                <a:lnTo>
                  <a:pt x="13043" y="4623"/>
                </a:lnTo>
                <a:lnTo>
                  <a:pt x="13067" y="4526"/>
                </a:lnTo>
                <a:lnTo>
                  <a:pt x="13140" y="4429"/>
                </a:lnTo>
                <a:lnTo>
                  <a:pt x="13457" y="4380"/>
                </a:lnTo>
                <a:lnTo>
                  <a:pt x="13773" y="4283"/>
                </a:lnTo>
                <a:lnTo>
                  <a:pt x="14089" y="4161"/>
                </a:lnTo>
                <a:lnTo>
                  <a:pt x="14406" y="4039"/>
                </a:lnTo>
                <a:lnTo>
                  <a:pt x="14479" y="3991"/>
                </a:lnTo>
                <a:close/>
                <a:moveTo>
                  <a:pt x="17739" y="5767"/>
                </a:moveTo>
                <a:lnTo>
                  <a:pt x="18007" y="6326"/>
                </a:lnTo>
                <a:lnTo>
                  <a:pt x="17739" y="6399"/>
                </a:lnTo>
                <a:lnTo>
                  <a:pt x="17496" y="6497"/>
                </a:lnTo>
                <a:lnTo>
                  <a:pt x="17034" y="6691"/>
                </a:lnTo>
                <a:lnTo>
                  <a:pt x="16255" y="6983"/>
                </a:lnTo>
                <a:lnTo>
                  <a:pt x="15452" y="7251"/>
                </a:lnTo>
                <a:lnTo>
                  <a:pt x="15330" y="7154"/>
                </a:lnTo>
                <a:lnTo>
                  <a:pt x="15160" y="7056"/>
                </a:lnTo>
                <a:lnTo>
                  <a:pt x="14941" y="6959"/>
                </a:lnTo>
                <a:lnTo>
                  <a:pt x="14698" y="6862"/>
                </a:lnTo>
                <a:lnTo>
                  <a:pt x="15063" y="6789"/>
                </a:lnTo>
                <a:lnTo>
                  <a:pt x="15428" y="6691"/>
                </a:lnTo>
                <a:lnTo>
                  <a:pt x="16133" y="6448"/>
                </a:lnTo>
                <a:lnTo>
                  <a:pt x="16596" y="6253"/>
                </a:lnTo>
                <a:lnTo>
                  <a:pt x="17082" y="6059"/>
                </a:lnTo>
                <a:lnTo>
                  <a:pt x="17545" y="5864"/>
                </a:lnTo>
                <a:lnTo>
                  <a:pt x="17739" y="5767"/>
                </a:lnTo>
                <a:close/>
                <a:moveTo>
                  <a:pt x="13311" y="6618"/>
                </a:moveTo>
                <a:lnTo>
                  <a:pt x="13408" y="6643"/>
                </a:lnTo>
                <a:lnTo>
                  <a:pt x="13627" y="6716"/>
                </a:lnTo>
                <a:lnTo>
                  <a:pt x="13822" y="6813"/>
                </a:lnTo>
                <a:lnTo>
                  <a:pt x="14016" y="6935"/>
                </a:lnTo>
                <a:lnTo>
                  <a:pt x="14235" y="7032"/>
                </a:lnTo>
                <a:lnTo>
                  <a:pt x="14430" y="7105"/>
                </a:lnTo>
                <a:lnTo>
                  <a:pt x="14965" y="7275"/>
                </a:lnTo>
                <a:lnTo>
                  <a:pt x="15136" y="7373"/>
                </a:lnTo>
                <a:lnTo>
                  <a:pt x="15038" y="7397"/>
                </a:lnTo>
                <a:lnTo>
                  <a:pt x="15014" y="7421"/>
                </a:lnTo>
                <a:lnTo>
                  <a:pt x="15014" y="7446"/>
                </a:lnTo>
                <a:lnTo>
                  <a:pt x="15014" y="7470"/>
                </a:lnTo>
                <a:lnTo>
                  <a:pt x="15038" y="7494"/>
                </a:lnTo>
                <a:lnTo>
                  <a:pt x="15257" y="7543"/>
                </a:lnTo>
                <a:lnTo>
                  <a:pt x="15160" y="7616"/>
                </a:lnTo>
                <a:lnTo>
                  <a:pt x="15014" y="7665"/>
                </a:lnTo>
                <a:lnTo>
                  <a:pt x="14819" y="7713"/>
                </a:lnTo>
                <a:lnTo>
                  <a:pt x="14625" y="7689"/>
                </a:lnTo>
                <a:lnTo>
                  <a:pt x="14406" y="7665"/>
                </a:lnTo>
                <a:lnTo>
                  <a:pt x="14016" y="7567"/>
                </a:lnTo>
                <a:lnTo>
                  <a:pt x="13627" y="7446"/>
                </a:lnTo>
                <a:lnTo>
                  <a:pt x="13238" y="7324"/>
                </a:lnTo>
                <a:lnTo>
                  <a:pt x="12994" y="7251"/>
                </a:lnTo>
                <a:lnTo>
                  <a:pt x="12727" y="7202"/>
                </a:lnTo>
                <a:lnTo>
                  <a:pt x="12459" y="7178"/>
                </a:lnTo>
                <a:lnTo>
                  <a:pt x="12191" y="7178"/>
                </a:lnTo>
                <a:lnTo>
                  <a:pt x="12532" y="7032"/>
                </a:lnTo>
                <a:lnTo>
                  <a:pt x="12702" y="6910"/>
                </a:lnTo>
                <a:lnTo>
                  <a:pt x="12824" y="6789"/>
                </a:lnTo>
                <a:lnTo>
                  <a:pt x="12921" y="6716"/>
                </a:lnTo>
                <a:lnTo>
                  <a:pt x="13019" y="6667"/>
                </a:lnTo>
                <a:lnTo>
                  <a:pt x="13116" y="6643"/>
                </a:lnTo>
                <a:lnTo>
                  <a:pt x="13213" y="6618"/>
                </a:lnTo>
                <a:close/>
                <a:moveTo>
                  <a:pt x="18323" y="7227"/>
                </a:moveTo>
                <a:lnTo>
                  <a:pt x="18445" y="7665"/>
                </a:lnTo>
                <a:lnTo>
                  <a:pt x="18518" y="8103"/>
                </a:lnTo>
                <a:lnTo>
                  <a:pt x="18056" y="8224"/>
                </a:lnTo>
                <a:lnTo>
                  <a:pt x="17885" y="8127"/>
                </a:lnTo>
                <a:lnTo>
                  <a:pt x="17715" y="8005"/>
                </a:lnTo>
                <a:lnTo>
                  <a:pt x="17399" y="7762"/>
                </a:lnTo>
                <a:lnTo>
                  <a:pt x="17666" y="7665"/>
                </a:lnTo>
                <a:lnTo>
                  <a:pt x="17910" y="7543"/>
                </a:lnTo>
                <a:lnTo>
                  <a:pt x="18153" y="7397"/>
                </a:lnTo>
                <a:lnTo>
                  <a:pt x="18226" y="7324"/>
                </a:lnTo>
                <a:lnTo>
                  <a:pt x="18323" y="7227"/>
                </a:lnTo>
                <a:close/>
                <a:moveTo>
                  <a:pt x="17155" y="8030"/>
                </a:moveTo>
                <a:lnTo>
                  <a:pt x="17326" y="8103"/>
                </a:lnTo>
                <a:lnTo>
                  <a:pt x="17520" y="8273"/>
                </a:lnTo>
                <a:lnTo>
                  <a:pt x="17545" y="8297"/>
                </a:lnTo>
                <a:lnTo>
                  <a:pt x="17326" y="8200"/>
                </a:lnTo>
                <a:lnTo>
                  <a:pt x="17228" y="8151"/>
                </a:lnTo>
                <a:lnTo>
                  <a:pt x="17131" y="8078"/>
                </a:lnTo>
                <a:lnTo>
                  <a:pt x="17082" y="8054"/>
                </a:lnTo>
                <a:lnTo>
                  <a:pt x="17082" y="8030"/>
                </a:lnTo>
                <a:close/>
                <a:moveTo>
                  <a:pt x="16790" y="7981"/>
                </a:moveTo>
                <a:lnTo>
                  <a:pt x="16790" y="8054"/>
                </a:lnTo>
                <a:lnTo>
                  <a:pt x="16790" y="8151"/>
                </a:lnTo>
                <a:lnTo>
                  <a:pt x="16815" y="8224"/>
                </a:lnTo>
                <a:lnTo>
                  <a:pt x="16863" y="8273"/>
                </a:lnTo>
                <a:lnTo>
                  <a:pt x="16961" y="8395"/>
                </a:lnTo>
                <a:lnTo>
                  <a:pt x="17131" y="8468"/>
                </a:lnTo>
                <a:lnTo>
                  <a:pt x="17155" y="8492"/>
                </a:lnTo>
                <a:lnTo>
                  <a:pt x="16839" y="8589"/>
                </a:lnTo>
                <a:lnTo>
                  <a:pt x="16328" y="8711"/>
                </a:lnTo>
                <a:lnTo>
                  <a:pt x="16206" y="8468"/>
                </a:lnTo>
                <a:lnTo>
                  <a:pt x="16109" y="8224"/>
                </a:lnTo>
                <a:lnTo>
                  <a:pt x="16450" y="8103"/>
                </a:lnTo>
                <a:lnTo>
                  <a:pt x="16790" y="7981"/>
                </a:lnTo>
                <a:close/>
                <a:moveTo>
                  <a:pt x="15695" y="8322"/>
                </a:moveTo>
                <a:lnTo>
                  <a:pt x="15744" y="8370"/>
                </a:lnTo>
                <a:lnTo>
                  <a:pt x="15793" y="8443"/>
                </a:lnTo>
                <a:lnTo>
                  <a:pt x="15890" y="8614"/>
                </a:lnTo>
                <a:lnTo>
                  <a:pt x="15939" y="8784"/>
                </a:lnTo>
                <a:lnTo>
                  <a:pt x="15744" y="8833"/>
                </a:lnTo>
                <a:lnTo>
                  <a:pt x="15671" y="8662"/>
                </a:lnTo>
                <a:lnTo>
                  <a:pt x="15598" y="8468"/>
                </a:lnTo>
                <a:lnTo>
                  <a:pt x="15574" y="8395"/>
                </a:lnTo>
                <a:lnTo>
                  <a:pt x="15574" y="8346"/>
                </a:lnTo>
                <a:lnTo>
                  <a:pt x="15695" y="8322"/>
                </a:lnTo>
                <a:close/>
                <a:moveTo>
                  <a:pt x="17520" y="8784"/>
                </a:moveTo>
                <a:lnTo>
                  <a:pt x="17520" y="8906"/>
                </a:lnTo>
                <a:lnTo>
                  <a:pt x="17472" y="8979"/>
                </a:lnTo>
                <a:lnTo>
                  <a:pt x="17423" y="9052"/>
                </a:lnTo>
                <a:lnTo>
                  <a:pt x="17326" y="9100"/>
                </a:lnTo>
                <a:lnTo>
                  <a:pt x="17228" y="9125"/>
                </a:lnTo>
                <a:lnTo>
                  <a:pt x="17009" y="9149"/>
                </a:lnTo>
                <a:lnTo>
                  <a:pt x="16839" y="9125"/>
                </a:lnTo>
                <a:lnTo>
                  <a:pt x="16693" y="9076"/>
                </a:lnTo>
                <a:lnTo>
                  <a:pt x="16571" y="9027"/>
                </a:lnTo>
                <a:lnTo>
                  <a:pt x="16766" y="8979"/>
                </a:lnTo>
                <a:lnTo>
                  <a:pt x="17520" y="8784"/>
                </a:lnTo>
                <a:close/>
                <a:moveTo>
                  <a:pt x="18591" y="8614"/>
                </a:moveTo>
                <a:lnTo>
                  <a:pt x="18640" y="9027"/>
                </a:lnTo>
                <a:lnTo>
                  <a:pt x="18615" y="9027"/>
                </a:lnTo>
                <a:lnTo>
                  <a:pt x="18396" y="9052"/>
                </a:lnTo>
                <a:lnTo>
                  <a:pt x="18153" y="9076"/>
                </a:lnTo>
                <a:lnTo>
                  <a:pt x="17715" y="9198"/>
                </a:lnTo>
                <a:lnTo>
                  <a:pt x="17764" y="9100"/>
                </a:lnTo>
                <a:lnTo>
                  <a:pt x="17812" y="8979"/>
                </a:lnTo>
                <a:lnTo>
                  <a:pt x="17837" y="8857"/>
                </a:lnTo>
                <a:lnTo>
                  <a:pt x="17812" y="8711"/>
                </a:lnTo>
                <a:lnTo>
                  <a:pt x="18202" y="8614"/>
                </a:lnTo>
                <a:close/>
                <a:moveTo>
                  <a:pt x="16133" y="9125"/>
                </a:moveTo>
                <a:lnTo>
                  <a:pt x="16231" y="9222"/>
                </a:lnTo>
                <a:lnTo>
                  <a:pt x="16352" y="9319"/>
                </a:lnTo>
                <a:lnTo>
                  <a:pt x="16498" y="9392"/>
                </a:lnTo>
                <a:lnTo>
                  <a:pt x="16644" y="9465"/>
                </a:lnTo>
                <a:lnTo>
                  <a:pt x="16839" y="9490"/>
                </a:lnTo>
                <a:lnTo>
                  <a:pt x="16596" y="9587"/>
                </a:lnTo>
                <a:lnTo>
                  <a:pt x="16596" y="9611"/>
                </a:lnTo>
                <a:lnTo>
                  <a:pt x="16352" y="9490"/>
                </a:lnTo>
                <a:lnTo>
                  <a:pt x="16158" y="9344"/>
                </a:lnTo>
                <a:lnTo>
                  <a:pt x="15963" y="9149"/>
                </a:lnTo>
                <a:lnTo>
                  <a:pt x="16133" y="9125"/>
                </a:lnTo>
                <a:close/>
                <a:moveTo>
                  <a:pt x="18640" y="9368"/>
                </a:moveTo>
                <a:lnTo>
                  <a:pt x="18640" y="10001"/>
                </a:lnTo>
                <a:lnTo>
                  <a:pt x="18591" y="10025"/>
                </a:lnTo>
                <a:lnTo>
                  <a:pt x="18275" y="10122"/>
                </a:lnTo>
                <a:lnTo>
                  <a:pt x="17983" y="10244"/>
                </a:lnTo>
                <a:lnTo>
                  <a:pt x="17569" y="10366"/>
                </a:lnTo>
                <a:lnTo>
                  <a:pt x="17155" y="10463"/>
                </a:lnTo>
                <a:lnTo>
                  <a:pt x="17180" y="10317"/>
                </a:lnTo>
                <a:lnTo>
                  <a:pt x="17155" y="10147"/>
                </a:lnTo>
                <a:lnTo>
                  <a:pt x="17107" y="10001"/>
                </a:lnTo>
                <a:lnTo>
                  <a:pt x="17009" y="9903"/>
                </a:lnTo>
                <a:lnTo>
                  <a:pt x="18640" y="9368"/>
                </a:lnTo>
                <a:close/>
                <a:moveTo>
                  <a:pt x="18591" y="10487"/>
                </a:moveTo>
                <a:lnTo>
                  <a:pt x="18494" y="11169"/>
                </a:lnTo>
                <a:lnTo>
                  <a:pt x="18469" y="11169"/>
                </a:lnTo>
                <a:lnTo>
                  <a:pt x="18177" y="11217"/>
                </a:lnTo>
                <a:lnTo>
                  <a:pt x="17885" y="11315"/>
                </a:lnTo>
                <a:lnTo>
                  <a:pt x="17301" y="11534"/>
                </a:lnTo>
                <a:lnTo>
                  <a:pt x="16839" y="11680"/>
                </a:lnTo>
                <a:lnTo>
                  <a:pt x="16377" y="11826"/>
                </a:lnTo>
                <a:lnTo>
                  <a:pt x="16401" y="11728"/>
                </a:lnTo>
                <a:lnTo>
                  <a:pt x="16425" y="11607"/>
                </a:lnTo>
                <a:lnTo>
                  <a:pt x="16523" y="11412"/>
                </a:lnTo>
                <a:lnTo>
                  <a:pt x="16644" y="11217"/>
                </a:lnTo>
                <a:lnTo>
                  <a:pt x="16766" y="11071"/>
                </a:lnTo>
                <a:lnTo>
                  <a:pt x="16839" y="10974"/>
                </a:lnTo>
                <a:lnTo>
                  <a:pt x="16936" y="10950"/>
                </a:lnTo>
                <a:lnTo>
                  <a:pt x="17593" y="10804"/>
                </a:lnTo>
                <a:lnTo>
                  <a:pt x="18250" y="10609"/>
                </a:lnTo>
                <a:lnTo>
                  <a:pt x="18421" y="10560"/>
                </a:lnTo>
                <a:lnTo>
                  <a:pt x="18591" y="10487"/>
                </a:lnTo>
                <a:close/>
                <a:moveTo>
                  <a:pt x="18396" y="11607"/>
                </a:moveTo>
                <a:lnTo>
                  <a:pt x="18299" y="11972"/>
                </a:lnTo>
                <a:lnTo>
                  <a:pt x="18202" y="12361"/>
                </a:lnTo>
                <a:lnTo>
                  <a:pt x="18007" y="12337"/>
                </a:lnTo>
                <a:lnTo>
                  <a:pt x="17788" y="12337"/>
                </a:lnTo>
                <a:lnTo>
                  <a:pt x="17739" y="12239"/>
                </a:lnTo>
                <a:lnTo>
                  <a:pt x="17666" y="12166"/>
                </a:lnTo>
                <a:lnTo>
                  <a:pt x="17618" y="12142"/>
                </a:lnTo>
                <a:lnTo>
                  <a:pt x="17472" y="12142"/>
                </a:lnTo>
                <a:lnTo>
                  <a:pt x="17399" y="12191"/>
                </a:lnTo>
                <a:lnTo>
                  <a:pt x="17350" y="12215"/>
                </a:lnTo>
                <a:lnTo>
                  <a:pt x="17180" y="12337"/>
                </a:lnTo>
                <a:lnTo>
                  <a:pt x="17058" y="12458"/>
                </a:lnTo>
                <a:lnTo>
                  <a:pt x="16961" y="12580"/>
                </a:lnTo>
                <a:lnTo>
                  <a:pt x="16742" y="12653"/>
                </a:lnTo>
                <a:lnTo>
                  <a:pt x="16425" y="12799"/>
                </a:lnTo>
                <a:lnTo>
                  <a:pt x="16425" y="12702"/>
                </a:lnTo>
                <a:lnTo>
                  <a:pt x="16401" y="12239"/>
                </a:lnTo>
                <a:lnTo>
                  <a:pt x="16961" y="12069"/>
                </a:lnTo>
                <a:lnTo>
                  <a:pt x="17569" y="11850"/>
                </a:lnTo>
                <a:lnTo>
                  <a:pt x="18202" y="11655"/>
                </a:lnTo>
                <a:lnTo>
                  <a:pt x="18396" y="11607"/>
                </a:lnTo>
                <a:close/>
                <a:moveTo>
                  <a:pt x="18056" y="12799"/>
                </a:moveTo>
                <a:lnTo>
                  <a:pt x="17861" y="13261"/>
                </a:lnTo>
                <a:lnTo>
                  <a:pt x="17666" y="13286"/>
                </a:lnTo>
                <a:lnTo>
                  <a:pt x="17739" y="13067"/>
                </a:lnTo>
                <a:lnTo>
                  <a:pt x="17812" y="12823"/>
                </a:lnTo>
                <a:lnTo>
                  <a:pt x="18056" y="12799"/>
                </a:lnTo>
                <a:close/>
                <a:moveTo>
                  <a:pt x="17423" y="12921"/>
                </a:moveTo>
                <a:lnTo>
                  <a:pt x="17350" y="13115"/>
                </a:lnTo>
                <a:lnTo>
                  <a:pt x="17301" y="13213"/>
                </a:lnTo>
                <a:lnTo>
                  <a:pt x="17228" y="13310"/>
                </a:lnTo>
                <a:lnTo>
                  <a:pt x="17204" y="13334"/>
                </a:lnTo>
                <a:lnTo>
                  <a:pt x="17204" y="13310"/>
                </a:lnTo>
                <a:lnTo>
                  <a:pt x="17131" y="13237"/>
                </a:lnTo>
                <a:lnTo>
                  <a:pt x="17107" y="13164"/>
                </a:lnTo>
                <a:lnTo>
                  <a:pt x="17107" y="13091"/>
                </a:lnTo>
                <a:lnTo>
                  <a:pt x="17107" y="13018"/>
                </a:lnTo>
                <a:lnTo>
                  <a:pt x="17423" y="12921"/>
                </a:lnTo>
                <a:close/>
                <a:moveTo>
                  <a:pt x="16790" y="13140"/>
                </a:moveTo>
                <a:lnTo>
                  <a:pt x="16815" y="13237"/>
                </a:lnTo>
                <a:lnTo>
                  <a:pt x="16839" y="13359"/>
                </a:lnTo>
                <a:lnTo>
                  <a:pt x="16888" y="13456"/>
                </a:lnTo>
                <a:lnTo>
                  <a:pt x="16961" y="13553"/>
                </a:lnTo>
                <a:lnTo>
                  <a:pt x="16498" y="13772"/>
                </a:lnTo>
                <a:lnTo>
                  <a:pt x="16206" y="13918"/>
                </a:lnTo>
                <a:lnTo>
                  <a:pt x="15890" y="14040"/>
                </a:lnTo>
                <a:lnTo>
                  <a:pt x="15257" y="14210"/>
                </a:lnTo>
                <a:lnTo>
                  <a:pt x="15257" y="14210"/>
                </a:lnTo>
                <a:lnTo>
                  <a:pt x="15428" y="13967"/>
                </a:lnTo>
                <a:lnTo>
                  <a:pt x="15598" y="13748"/>
                </a:lnTo>
                <a:lnTo>
                  <a:pt x="15841" y="13553"/>
                </a:lnTo>
                <a:lnTo>
                  <a:pt x="16377" y="13286"/>
                </a:lnTo>
                <a:lnTo>
                  <a:pt x="16790" y="13140"/>
                </a:lnTo>
                <a:close/>
                <a:moveTo>
                  <a:pt x="18153" y="6740"/>
                </a:moveTo>
                <a:lnTo>
                  <a:pt x="18250" y="6983"/>
                </a:lnTo>
                <a:lnTo>
                  <a:pt x="18056" y="7008"/>
                </a:lnTo>
                <a:lnTo>
                  <a:pt x="17885" y="7056"/>
                </a:lnTo>
                <a:lnTo>
                  <a:pt x="17520" y="7227"/>
                </a:lnTo>
                <a:lnTo>
                  <a:pt x="17155" y="7397"/>
                </a:lnTo>
                <a:lnTo>
                  <a:pt x="16839" y="7543"/>
                </a:lnTo>
                <a:lnTo>
                  <a:pt x="16328" y="7713"/>
                </a:lnTo>
                <a:lnTo>
                  <a:pt x="16085" y="7811"/>
                </a:lnTo>
                <a:lnTo>
                  <a:pt x="15817" y="7908"/>
                </a:lnTo>
                <a:lnTo>
                  <a:pt x="15695" y="7859"/>
                </a:lnTo>
                <a:lnTo>
                  <a:pt x="15549" y="7835"/>
                </a:lnTo>
                <a:lnTo>
                  <a:pt x="15403" y="7859"/>
                </a:lnTo>
                <a:lnTo>
                  <a:pt x="15355" y="7908"/>
                </a:lnTo>
                <a:lnTo>
                  <a:pt x="15282" y="7932"/>
                </a:lnTo>
                <a:lnTo>
                  <a:pt x="15233" y="8030"/>
                </a:lnTo>
                <a:lnTo>
                  <a:pt x="15184" y="8151"/>
                </a:lnTo>
                <a:lnTo>
                  <a:pt x="15184" y="8273"/>
                </a:lnTo>
                <a:lnTo>
                  <a:pt x="15184" y="8395"/>
                </a:lnTo>
                <a:lnTo>
                  <a:pt x="15257" y="8638"/>
                </a:lnTo>
                <a:lnTo>
                  <a:pt x="15330" y="8857"/>
                </a:lnTo>
                <a:lnTo>
                  <a:pt x="15379" y="8930"/>
                </a:lnTo>
                <a:lnTo>
                  <a:pt x="15160" y="9003"/>
                </a:lnTo>
                <a:lnTo>
                  <a:pt x="14941" y="9100"/>
                </a:lnTo>
                <a:lnTo>
                  <a:pt x="14917" y="9125"/>
                </a:lnTo>
                <a:lnTo>
                  <a:pt x="14917" y="9149"/>
                </a:lnTo>
                <a:lnTo>
                  <a:pt x="14917" y="9173"/>
                </a:lnTo>
                <a:lnTo>
                  <a:pt x="14941" y="9198"/>
                </a:lnTo>
                <a:lnTo>
                  <a:pt x="15257" y="9222"/>
                </a:lnTo>
                <a:lnTo>
                  <a:pt x="15549" y="9222"/>
                </a:lnTo>
                <a:lnTo>
                  <a:pt x="15671" y="9368"/>
                </a:lnTo>
                <a:lnTo>
                  <a:pt x="15817" y="9514"/>
                </a:lnTo>
                <a:lnTo>
                  <a:pt x="15963" y="9660"/>
                </a:lnTo>
                <a:lnTo>
                  <a:pt x="16133" y="9782"/>
                </a:lnTo>
                <a:lnTo>
                  <a:pt x="15379" y="10074"/>
                </a:lnTo>
                <a:lnTo>
                  <a:pt x="15038" y="10244"/>
                </a:lnTo>
                <a:lnTo>
                  <a:pt x="14673" y="10439"/>
                </a:lnTo>
                <a:lnTo>
                  <a:pt x="14649" y="10487"/>
                </a:lnTo>
                <a:lnTo>
                  <a:pt x="14649" y="10536"/>
                </a:lnTo>
                <a:lnTo>
                  <a:pt x="14673" y="10585"/>
                </a:lnTo>
                <a:lnTo>
                  <a:pt x="14722" y="10585"/>
                </a:lnTo>
                <a:lnTo>
                  <a:pt x="14965" y="10560"/>
                </a:lnTo>
                <a:lnTo>
                  <a:pt x="15184" y="10536"/>
                </a:lnTo>
                <a:lnTo>
                  <a:pt x="15647" y="10390"/>
                </a:lnTo>
                <a:lnTo>
                  <a:pt x="16109" y="10244"/>
                </a:lnTo>
                <a:lnTo>
                  <a:pt x="16547" y="10074"/>
                </a:lnTo>
                <a:lnTo>
                  <a:pt x="16571" y="10049"/>
                </a:lnTo>
                <a:lnTo>
                  <a:pt x="16693" y="10171"/>
                </a:lnTo>
                <a:lnTo>
                  <a:pt x="16717" y="10220"/>
                </a:lnTo>
                <a:lnTo>
                  <a:pt x="16742" y="10293"/>
                </a:lnTo>
                <a:lnTo>
                  <a:pt x="16742" y="10366"/>
                </a:lnTo>
                <a:lnTo>
                  <a:pt x="16742" y="10439"/>
                </a:lnTo>
                <a:lnTo>
                  <a:pt x="16669" y="10585"/>
                </a:lnTo>
                <a:lnTo>
                  <a:pt x="16158" y="10706"/>
                </a:lnTo>
                <a:lnTo>
                  <a:pt x="15598" y="10804"/>
                </a:lnTo>
                <a:lnTo>
                  <a:pt x="15355" y="10877"/>
                </a:lnTo>
                <a:lnTo>
                  <a:pt x="15087" y="10974"/>
                </a:lnTo>
                <a:lnTo>
                  <a:pt x="14844" y="11096"/>
                </a:lnTo>
                <a:lnTo>
                  <a:pt x="14625" y="11217"/>
                </a:lnTo>
                <a:lnTo>
                  <a:pt x="14600" y="11266"/>
                </a:lnTo>
                <a:lnTo>
                  <a:pt x="14600" y="11315"/>
                </a:lnTo>
                <a:lnTo>
                  <a:pt x="14625" y="11363"/>
                </a:lnTo>
                <a:lnTo>
                  <a:pt x="14673" y="11363"/>
                </a:lnTo>
                <a:lnTo>
                  <a:pt x="15087" y="11339"/>
                </a:lnTo>
                <a:lnTo>
                  <a:pt x="15476" y="11266"/>
                </a:lnTo>
                <a:lnTo>
                  <a:pt x="16279" y="11096"/>
                </a:lnTo>
                <a:lnTo>
                  <a:pt x="16231" y="11193"/>
                </a:lnTo>
                <a:lnTo>
                  <a:pt x="16133" y="11388"/>
                </a:lnTo>
                <a:lnTo>
                  <a:pt x="16060" y="11558"/>
                </a:lnTo>
                <a:lnTo>
                  <a:pt x="16036" y="11728"/>
                </a:lnTo>
                <a:lnTo>
                  <a:pt x="16012" y="11923"/>
                </a:lnTo>
                <a:lnTo>
                  <a:pt x="15379" y="12069"/>
                </a:lnTo>
                <a:lnTo>
                  <a:pt x="15087" y="12142"/>
                </a:lnTo>
                <a:lnTo>
                  <a:pt x="14795" y="12264"/>
                </a:lnTo>
                <a:lnTo>
                  <a:pt x="14771" y="12288"/>
                </a:lnTo>
                <a:lnTo>
                  <a:pt x="14771" y="12312"/>
                </a:lnTo>
                <a:lnTo>
                  <a:pt x="14771" y="12337"/>
                </a:lnTo>
                <a:lnTo>
                  <a:pt x="14795" y="12361"/>
                </a:lnTo>
                <a:lnTo>
                  <a:pt x="14941" y="12410"/>
                </a:lnTo>
                <a:lnTo>
                  <a:pt x="15087" y="12434"/>
                </a:lnTo>
                <a:lnTo>
                  <a:pt x="15403" y="12434"/>
                </a:lnTo>
                <a:lnTo>
                  <a:pt x="15720" y="12410"/>
                </a:lnTo>
                <a:lnTo>
                  <a:pt x="16036" y="12337"/>
                </a:lnTo>
                <a:lnTo>
                  <a:pt x="16036" y="12556"/>
                </a:lnTo>
                <a:lnTo>
                  <a:pt x="16036" y="12702"/>
                </a:lnTo>
                <a:lnTo>
                  <a:pt x="16012" y="12823"/>
                </a:lnTo>
                <a:lnTo>
                  <a:pt x="15987" y="12945"/>
                </a:lnTo>
                <a:lnTo>
                  <a:pt x="15914" y="13018"/>
                </a:lnTo>
                <a:lnTo>
                  <a:pt x="15647" y="13164"/>
                </a:lnTo>
                <a:lnTo>
                  <a:pt x="15355" y="13261"/>
                </a:lnTo>
                <a:lnTo>
                  <a:pt x="15063" y="13383"/>
                </a:lnTo>
                <a:lnTo>
                  <a:pt x="14771" y="13505"/>
                </a:lnTo>
                <a:lnTo>
                  <a:pt x="14479" y="13651"/>
                </a:lnTo>
                <a:lnTo>
                  <a:pt x="14454" y="13699"/>
                </a:lnTo>
                <a:lnTo>
                  <a:pt x="14454" y="13723"/>
                </a:lnTo>
                <a:lnTo>
                  <a:pt x="14454" y="13772"/>
                </a:lnTo>
                <a:lnTo>
                  <a:pt x="14503" y="13796"/>
                </a:lnTo>
                <a:lnTo>
                  <a:pt x="14649" y="13821"/>
                </a:lnTo>
                <a:lnTo>
                  <a:pt x="14795" y="13845"/>
                </a:lnTo>
                <a:lnTo>
                  <a:pt x="14941" y="13821"/>
                </a:lnTo>
                <a:lnTo>
                  <a:pt x="15087" y="13821"/>
                </a:lnTo>
                <a:lnTo>
                  <a:pt x="14917" y="14040"/>
                </a:lnTo>
                <a:lnTo>
                  <a:pt x="14649" y="14332"/>
                </a:lnTo>
                <a:lnTo>
                  <a:pt x="14552" y="14405"/>
                </a:lnTo>
                <a:lnTo>
                  <a:pt x="14454" y="14429"/>
                </a:lnTo>
                <a:lnTo>
                  <a:pt x="14357" y="14429"/>
                </a:lnTo>
                <a:lnTo>
                  <a:pt x="14260" y="14380"/>
                </a:lnTo>
                <a:lnTo>
                  <a:pt x="14187" y="14332"/>
                </a:lnTo>
                <a:lnTo>
                  <a:pt x="14114" y="14259"/>
                </a:lnTo>
                <a:lnTo>
                  <a:pt x="13968" y="14088"/>
                </a:lnTo>
                <a:lnTo>
                  <a:pt x="13870" y="13967"/>
                </a:lnTo>
                <a:lnTo>
                  <a:pt x="13822" y="13821"/>
                </a:lnTo>
                <a:lnTo>
                  <a:pt x="13700" y="13553"/>
                </a:lnTo>
                <a:lnTo>
                  <a:pt x="13651" y="13261"/>
                </a:lnTo>
                <a:lnTo>
                  <a:pt x="13627" y="12969"/>
                </a:lnTo>
                <a:lnTo>
                  <a:pt x="13627" y="12653"/>
                </a:lnTo>
                <a:lnTo>
                  <a:pt x="13603" y="12361"/>
                </a:lnTo>
                <a:lnTo>
                  <a:pt x="13578" y="12215"/>
                </a:lnTo>
                <a:lnTo>
                  <a:pt x="13554" y="12069"/>
                </a:lnTo>
                <a:lnTo>
                  <a:pt x="13481" y="11947"/>
                </a:lnTo>
                <a:lnTo>
                  <a:pt x="13384" y="11801"/>
                </a:lnTo>
                <a:lnTo>
                  <a:pt x="13262" y="11631"/>
                </a:lnTo>
                <a:lnTo>
                  <a:pt x="13165" y="11461"/>
                </a:lnTo>
                <a:lnTo>
                  <a:pt x="13067" y="11266"/>
                </a:lnTo>
                <a:lnTo>
                  <a:pt x="13019" y="11047"/>
                </a:lnTo>
                <a:lnTo>
                  <a:pt x="12970" y="10901"/>
                </a:lnTo>
                <a:lnTo>
                  <a:pt x="12921" y="10755"/>
                </a:lnTo>
                <a:lnTo>
                  <a:pt x="12824" y="10633"/>
                </a:lnTo>
                <a:lnTo>
                  <a:pt x="12727" y="10512"/>
                </a:lnTo>
                <a:lnTo>
                  <a:pt x="12629" y="10439"/>
                </a:lnTo>
                <a:lnTo>
                  <a:pt x="12508" y="10390"/>
                </a:lnTo>
                <a:lnTo>
                  <a:pt x="12410" y="10341"/>
                </a:lnTo>
                <a:lnTo>
                  <a:pt x="12289" y="10317"/>
                </a:lnTo>
                <a:lnTo>
                  <a:pt x="11778" y="10317"/>
                </a:lnTo>
                <a:lnTo>
                  <a:pt x="11534" y="10293"/>
                </a:lnTo>
                <a:lnTo>
                  <a:pt x="11437" y="10268"/>
                </a:lnTo>
                <a:lnTo>
                  <a:pt x="11364" y="10220"/>
                </a:lnTo>
                <a:lnTo>
                  <a:pt x="11267" y="10171"/>
                </a:lnTo>
                <a:lnTo>
                  <a:pt x="11218" y="10122"/>
                </a:lnTo>
                <a:lnTo>
                  <a:pt x="11121" y="9976"/>
                </a:lnTo>
                <a:lnTo>
                  <a:pt x="11048" y="9806"/>
                </a:lnTo>
                <a:lnTo>
                  <a:pt x="11023" y="9611"/>
                </a:lnTo>
                <a:lnTo>
                  <a:pt x="11023" y="9417"/>
                </a:lnTo>
                <a:lnTo>
                  <a:pt x="11023" y="9198"/>
                </a:lnTo>
                <a:lnTo>
                  <a:pt x="11072" y="8906"/>
                </a:lnTo>
                <a:lnTo>
                  <a:pt x="11096" y="8589"/>
                </a:lnTo>
                <a:lnTo>
                  <a:pt x="11169" y="8297"/>
                </a:lnTo>
                <a:lnTo>
                  <a:pt x="11291" y="8030"/>
                </a:lnTo>
                <a:lnTo>
                  <a:pt x="11413" y="7859"/>
                </a:lnTo>
                <a:lnTo>
                  <a:pt x="11583" y="7713"/>
                </a:lnTo>
                <a:lnTo>
                  <a:pt x="11753" y="7616"/>
                </a:lnTo>
                <a:lnTo>
                  <a:pt x="11948" y="7567"/>
                </a:lnTo>
                <a:lnTo>
                  <a:pt x="12167" y="7519"/>
                </a:lnTo>
                <a:lnTo>
                  <a:pt x="12605" y="7519"/>
                </a:lnTo>
                <a:lnTo>
                  <a:pt x="12800" y="7543"/>
                </a:lnTo>
                <a:lnTo>
                  <a:pt x="13092" y="7592"/>
                </a:lnTo>
                <a:lnTo>
                  <a:pt x="13384" y="7689"/>
                </a:lnTo>
                <a:lnTo>
                  <a:pt x="13992" y="7859"/>
                </a:lnTo>
                <a:lnTo>
                  <a:pt x="14284" y="7932"/>
                </a:lnTo>
                <a:lnTo>
                  <a:pt x="14576" y="7957"/>
                </a:lnTo>
                <a:lnTo>
                  <a:pt x="15038" y="7957"/>
                </a:lnTo>
                <a:lnTo>
                  <a:pt x="15184" y="7908"/>
                </a:lnTo>
                <a:lnTo>
                  <a:pt x="15355" y="7835"/>
                </a:lnTo>
                <a:lnTo>
                  <a:pt x="15476" y="7762"/>
                </a:lnTo>
                <a:lnTo>
                  <a:pt x="15549" y="7665"/>
                </a:lnTo>
                <a:lnTo>
                  <a:pt x="15574" y="7543"/>
                </a:lnTo>
                <a:lnTo>
                  <a:pt x="15866" y="7519"/>
                </a:lnTo>
                <a:lnTo>
                  <a:pt x="16158" y="7446"/>
                </a:lnTo>
                <a:lnTo>
                  <a:pt x="16474" y="7348"/>
                </a:lnTo>
                <a:lnTo>
                  <a:pt x="16766" y="7227"/>
                </a:lnTo>
                <a:lnTo>
                  <a:pt x="17764" y="6837"/>
                </a:lnTo>
                <a:lnTo>
                  <a:pt x="18153" y="6740"/>
                </a:lnTo>
                <a:close/>
                <a:moveTo>
                  <a:pt x="6206" y="2725"/>
                </a:moveTo>
                <a:lnTo>
                  <a:pt x="6230" y="2774"/>
                </a:lnTo>
                <a:lnTo>
                  <a:pt x="6230" y="2847"/>
                </a:lnTo>
                <a:lnTo>
                  <a:pt x="6230" y="2944"/>
                </a:lnTo>
                <a:lnTo>
                  <a:pt x="6108" y="3236"/>
                </a:lnTo>
                <a:lnTo>
                  <a:pt x="6060" y="3382"/>
                </a:lnTo>
                <a:lnTo>
                  <a:pt x="6035" y="3528"/>
                </a:lnTo>
                <a:lnTo>
                  <a:pt x="6035" y="3601"/>
                </a:lnTo>
                <a:lnTo>
                  <a:pt x="6035" y="3699"/>
                </a:lnTo>
                <a:lnTo>
                  <a:pt x="6108" y="3845"/>
                </a:lnTo>
                <a:lnTo>
                  <a:pt x="6181" y="4015"/>
                </a:lnTo>
                <a:lnTo>
                  <a:pt x="6254" y="4161"/>
                </a:lnTo>
                <a:lnTo>
                  <a:pt x="6254" y="4210"/>
                </a:lnTo>
                <a:lnTo>
                  <a:pt x="6254" y="4234"/>
                </a:lnTo>
                <a:lnTo>
                  <a:pt x="6230" y="4234"/>
                </a:lnTo>
                <a:lnTo>
                  <a:pt x="6181" y="4258"/>
                </a:lnTo>
                <a:lnTo>
                  <a:pt x="6084" y="4234"/>
                </a:lnTo>
                <a:lnTo>
                  <a:pt x="5962" y="4185"/>
                </a:lnTo>
                <a:lnTo>
                  <a:pt x="5695" y="4064"/>
                </a:lnTo>
                <a:lnTo>
                  <a:pt x="5549" y="3966"/>
                </a:lnTo>
                <a:lnTo>
                  <a:pt x="5330" y="3820"/>
                </a:lnTo>
                <a:lnTo>
                  <a:pt x="5208" y="3772"/>
                </a:lnTo>
                <a:lnTo>
                  <a:pt x="5086" y="3747"/>
                </a:lnTo>
                <a:lnTo>
                  <a:pt x="4989" y="3747"/>
                </a:lnTo>
                <a:lnTo>
                  <a:pt x="4892" y="3772"/>
                </a:lnTo>
                <a:lnTo>
                  <a:pt x="4721" y="3845"/>
                </a:lnTo>
                <a:lnTo>
                  <a:pt x="4332" y="4039"/>
                </a:lnTo>
                <a:lnTo>
                  <a:pt x="3967" y="4210"/>
                </a:lnTo>
                <a:lnTo>
                  <a:pt x="3821" y="4258"/>
                </a:lnTo>
                <a:lnTo>
                  <a:pt x="3724" y="4331"/>
                </a:lnTo>
                <a:lnTo>
                  <a:pt x="3651" y="4429"/>
                </a:lnTo>
                <a:lnTo>
                  <a:pt x="3602" y="4526"/>
                </a:lnTo>
                <a:lnTo>
                  <a:pt x="3578" y="4623"/>
                </a:lnTo>
                <a:lnTo>
                  <a:pt x="3578" y="4721"/>
                </a:lnTo>
                <a:lnTo>
                  <a:pt x="3578" y="4818"/>
                </a:lnTo>
                <a:lnTo>
                  <a:pt x="3602" y="4915"/>
                </a:lnTo>
                <a:lnTo>
                  <a:pt x="3651" y="5013"/>
                </a:lnTo>
                <a:lnTo>
                  <a:pt x="3724" y="5086"/>
                </a:lnTo>
                <a:lnTo>
                  <a:pt x="3797" y="5159"/>
                </a:lnTo>
                <a:lnTo>
                  <a:pt x="3894" y="5232"/>
                </a:lnTo>
                <a:lnTo>
                  <a:pt x="3991" y="5256"/>
                </a:lnTo>
                <a:lnTo>
                  <a:pt x="4113" y="5280"/>
                </a:lnTo>
                <a:lnTo>
                  <a:pt x="4235" y="5280"/>
                </a:lnTo>
                <a:lnTo>
                  <a:pt x="4356" y="5256"/>
                </a:lnTo>
                <a:lnTo>
                  <a:pt x="4551" y="5183"/>
                </a:lnTo>
                <a:lnTo>
                  <a:pt x="4721" y="5086"/>
                </a:lnTo>
                <a:lnTo>
                  <a:pt x="5062" y="4891"/>
                </a:lnTo>
                <a:lnTo>
                  <a:pt x="5232" y="4842"/>
                </a:lnTo>
                <a:lnTo>
                  <a:pt x="5403" y="4818"/>
                </a:lnTo>
                <a:lnTo>
                  <a:pt x="5476" y="4842"/>
                </a:lnTo>
                <a:lnTo>
                  <a:pt x="5573" y="4867"/>
                </a:lnTo>
                <a:lnTo>
                  <a:pt x="5646" y="4915"/>
                </a:lnTo>
                <a:lnTo>
                  <a:pt x="5743" y="4988"/>
                </a:lnTo>
                <a:lnTo>
                  <a:pt x="5865" y="5134"/>
                </a:lnTo>
                <a:lnTo>
                  <a:pt x="5914" y="5256"/>
                </a:lnTo>
                <a:lnTo>
                  <a:pt x="5938" y="5353"/>
                </a:lnTo>
                <a:lnTo>
                  <a:pt x="5889" y="5451"/>
                </a:lnTo>
                <a:lnTo>
                  <a:pt x="5841" y="5524"/>
                </a:lnTo>
                <a:lnTo>
                  <a:pt x="5743" y="5597"/>
                </a:lnTo>
                <a:lnTo>
                  <a:pt x="5500" y="5718"/>
                </a:lnTo>
                <a:lnTo>
                  <a:pt x="5111" y="5888"/>
                </a:lnTo>
                <a:lnTo>
                  <a:pt x="4940" y="5986"/>
                </a:lnTo>
                <a:lnTo>
                  <a:pt x="4746" y="6107"/>
                </a:lnTo>
                <a:lnTo>
                  <a:pt x="4454" y="6351"/>
                </a:lnTo>
                <a:lnTo>
                  <a:pt x="4210" y="6618"/>
                </a:lnTo>
                <a:lnTo>
                  <a:pt x="3699" y="7178"/>
                </a:lnTo>
                <a:lnTo>
                  <a:pt x="3553" y="7324"/>
                </a:lnTo>
                <a:lnTo>
                  <a:pt x="3407" y="7421"/>
                </a:lnTo>
                <a:lnTo>
                  <a:pt x="3261" y="7519"/>
                </a:lnTo>
                <a:lnTo>
                  <a:pt x="3091" y="7592"/>
                </a:lnTo>
                <a:lnTo>
                  <a:pt x="2751" y="7738"/>
                </a:lnTo>
                <a:lnTo>
                  <a:pt x="2410" y="7859"/>
                </a:lnTo>
                <a:lnTo>
                  <a:pt x="2215" y="7957"/>
                </a:lnTo>
                <a:lnTo>
                  <a:pt x="1996" y="8054"/>
                </a:lnTo>
                <a:lnTo>
                  <a:pt x="1777" y="8200"/>
                </a:lnTo>
                <a:lnTo>
                  <a:pt x="1583" y="8370"/>
                </a:lnTo>
                <a:lnTo>
                  <a:pt x="1510" y="8468"/>
                </a:lnTo>
                <a:lnTo>
                  <a:pt x="1437" y="8565"/>
                </a:lnTo>
                <a:lnTo>
                  <a:pt x="1388" y="8687"/>
                </a:lnTo>
                <a:lnTo>
                  <a:pt x="1364" y="8784"/>
                </a:lnTo>
                <a:lnTo>
                  <a:pt x="1364" y="8881"/>
                </a:lnTo>
                <a:lnTo>
                  <a:pt x="1388" y="9003"/>
                </a:lnTo>
                <a:lnTo>
                  <a:pt x="1437" y="9100"/>
                </a:lnTo>
                <a:lnTo>
                  <a:pt x="1534" y="9222"/>
                </a:lnTo>
                <a:lnTo>
                  <a:pt x="1631" y="9295"/>
                </a:lnTo>
                <a:lnTo>
                  <a:pt x="1729" y="9319"/>
                </a:lnTo>
                <a:lnTo>
                  <a:pt x="1972" y="9392"/>
                </a:lnTo>
                <a:lnTo>
                  <a:pt x="2191" y="9441"/>
                </a:lnTo>
                <a:lnTo>
                  <a:pt x="2361" y="9538"/>
                </a:lnTo>
                <a:lnTo>
                  <a:pt x="2532" y="9660"/>
                </a:lnTo>
                <a:lnTo>
                  <a:pt x="2702" y="9830"/>
                </a:lnTo>
                <a:lnTo>
                  <a:pt x="2872" y="9976"/>
                </a:lnTo>
                <a:lnTo>
                  <a:pt x="3067" y="10074"/>
                </a:lnTo>
                <a:lnTo>
                  <a:pt x="3261" y="10147"/>
                </a:lnTo>
                <a:lnTo>
                  <a:pt x="3456" y="10195"/>
                </a:lnTo>
                <a:lnTo>
                  <a:pt x="3894" y="10293"/>
                </a:lnTo>
                <a:lnTo>
                  <a:pt x="4089" y="10317"/>
                </a:lnTo>
                <a:lnTo>
                  <a:pt x="4308" y="10390"/>
                </a:lnTo>
                <a:lnTo>
                  <a:pt x="4770" y="10536"/>
                </a:lnTo>
                <a:lnTo>
                  <a:pt x="5232" y="10755"/>
                </a:lnTo>
                <a:lnTo>
                  <a:pt x="6108" y="11217"/>
                </a:lnTo>
                <a:lnTo>
                  <a:pt x="6327" y="11339"/>
                </a:lnTo>
                <a:lnTo>
                  <a:pt x="6546" y="11485"/>
                </a:lnTo>
                <a:lnTo>
                  <a:pt x="6717" y="11680"/>
                </a:lnTo>
                <a:lnTo>
                  <a:pt x="6790" y="11777"/>
                </a:lnTo>
                <a:lnTo>
                  <a:pt x="6838" y="11899"/>
                </a:lnTo>
                <a:lnTo>
                  <a:pt x="6887" y="12045"/>
                </a:lnTo>
                <a:lnTo>
                  <a:pt x="6887" y="12191"/>
                </a:lnTo>
                <a:lnTo>
                  <a:pt x="6863" y="12337"/>
                </a:lnTo>
                <a:lnTo>
                  <a:pt x="6838" y="12483"/>
                </a:lnTo>
                <a:lnTo>
                  <a:pt x="6741" y="12750"/>
                </a:lnTo>
                <a:lnTo>
                  <a:pt x="6595" y="13018"/>
                </a:lnTo>
                <a:lnTo>
                  <a:pt x="6473" y="13237"/>
                </a:lnTo>
                <a:lnTo>
                  <a:pt x="6327" y="13456"/>
                </a:lnTo>
                <a:lnTo>
                  <a:pt x="6011" y="13869"/>
                </a:lnTo>
                <a:lnTo>
                  <a:pt x="5695" y="14283"/>
                </a:lnTo>
                <a:lnTo>
                  <a:pt x="5403" y="14697"/>
                </a:lnTo>
                <a:lnTo>
                  <a:pt x="5281" y="14891"/>
                </a:lnTo>
                <a:lnTo>
                  <a:pt x="5184" y="15110"/>
                </a:lnTo>
                <a:lnTo>
                  <a:pt x="5111" y="15329"/>
                </a:lnTo>
                <a:lnTo>
                  <a:pt x="5062" y="15548"/>
                </a:lnTo>
                <a:lnTo>
                  <a:pt x="5062" y="15840"/>
                </a:lnTo>
                <a:lnTo>
                  <a:pt x="5038" y="16011"/>
                </a:lnTo>
                <a:lnTo>
                  <a:pt x="5013" y="16157"/>
                </a:lnTo>
                <a:lnTo>
                  <a:pt x="4916" y="15889"/>
                </a:lnTo>
                <a:lnTo>
                  <a:pt x="4819" y="15621"/>
                </a:lnTo>
                <a:lnTo>
                  <a:pt x="4673" y="15062"/>
                </a:lnTo>
                <a:lnTo>
                  <a:pt x="4551" y="14478"/>
                </a:lnTo>
                <a:lnTo>
                  <a:pt x="4405" y="13918"/>
                </a:lnTo>
                <a:lnTo>
                  <a:pt x="4283" y="13578"/>
                </a:lnTo>
                <a:lnTo>
                  <a:pt x="4162" y="13237"/>
                </a:lnTo>
                <a:lnTo>
                  <a:pt x="3894" y="12580"/>
                </a:lnTo>
                <a:lnTo>
                  <a:pt x="3626" y="11923"/>
                </a:lnTo>
                <a:lnTo>
                  <a:pt x="3359" y="11242"/>
                </a:lnTo>
                <a:lnTo>
                  <a:pt x="3261" y="11023"/>
                </a:lnTo>
                <a:lnTo>
                  <a:pt x="3164" y="10804"/>
                </a:lnTo>
                <a:lnTo>
                  <a:pt x="3067" y="10609"/>
                </a:lnTo>
                <a:lnTo>
                  <a:pt x="2945" y="10414"/>
                </a:lnTo>
                <a:lnTo>
                  <a:pt x="2799" y="10244"/>
                </a:lnTo>
                <a:lnTo>
                  <a:pt x="2629" y="10074"/>
                </a:lnTo>
                <a:lnTo>
                  <a:pt x="2459" y="9903"/>
                </a:lnTo>
                <a:lnTo>
                  <a:pt x="2264" y="9757"/>
                </a:lnTo>
                <a:lnTo>
                  <a:pt x="2045" y="9611"/>
                </a:lnTo>
                <a:lnTo>
                  <a:pt x="1802" y="9465"/>
                </a:lnTo>
                <a:lnTo>
                  <a:pt x="1339" y="9222"/>
                </a:lnTo>
                <a:lnTo>
                  <a:pt x="1218" y="9125"/>
                </a:lnTo>
                <a:lnTo>
                  <a:pt x="1120" y="9052"/>
                </a:lnTo>
                <a:lnTo>
                  <a:pt x="974" y="8857"/>
                </a:lnTo>
                <a:lnTo>
                  <a:pt x="853" y="8662"/>
                </a:lnTo>
                <a:lnTo>
                  <a:pt x="731" y="8419"/>
                </a:lnTo>
                <a:lnTo>
                  <a:pt x="682" y="8346"/>
                </a:lnTo>
                <a:lnTo>
                  <a:pt x="804" y="7786"/>
                </a:lnTo>
                <a:lnTo>
                  <a:pt x="926" y="7227"/>
                </a:lnTo>
                <a:lnTo>
                  <a:pt x="1096" y="6691"/>
                </a:lnTo>
                <a:lnTo>
                  <a:pt x="1315" y="6156"/>
                </a:lnTo>
                <a:lnTo>
                  <a:pt x="1534" y="5621"/>
                </a:lnTo>
                <a:lnTo>
                  <a:pt x="1802" y="5134"/>
                </a:lnTo>
                <a:lnTo>
                  <a:pt x="2069" y="4648"/>
                </a:lnTo>
                <a:lnTo>
                  <a:pt x="2386" y="4185"/>
                </a:lnTo>
                <a:lnTo>
                  <a:pt x="2653" y="3820"/>
                </a:lnTo>
                <a:lnTo>
                  <a:pt x="2945" y="3480"/>
                </a:lnTo>
                <a:lnTo>
                  <a:pt x="3237" y="3626"/>
                </a:lnTo>
                <a:lnTo>
                  <a:pt x="3578" y="3723"/>
                </a:lnTo>
                <a:lnTo>
                  <a:pt x="3894" y="3772"/>
                </a:lnTo>
                <a:lnTo>
                  <a:pt x="4064" y="3772"/>
                </a:lnTo>
                <a:lnTo>
                  <a:pt x="4235" y="3747"/>
                </a:lnTo>
                <a:lnTo>
                  <a:pt x="4381" y="3723"/>
                </a:lnTo>
                <a:lnTo>
                  <a:pt x="4502" y="3674"/>
                </a:lnTo>
                <a:lnTo>
                  <a:pt x="4746" y="3553"/>
                </a:lnTo>
                <a:lnTo>
                  <a:pt x="4989" y="3382"/>
                </a:lnTo>
                <a:lnTo>
                  <a:pt x="5208" y="3212"/>
                </a:lnTo>
                <a:lnTo>
                  <a:pt x="5451" y="3042"/>
                </a:lnTo>
                <a:lnTo>
                  <a:pt x="5646" y="2920"/>
                </a:lnTo>
                <a:lnTo>
                  <a:pt x="5841" y="2823"/>
                </a:lnTo>
                <a:lnTo>
                  <a:pt x="6011" y="2750"/>
                </a:lnTo>
                <a:lnTo>
                  <a:pt x="6084" y="2725"/>
                </a:lnTo>
                <a:close/>
                <a:moveTo>
                  <a:pt x="12240" y="18079"/>
                </a:moveTo>
                <a:lnTo>
                  <a:pt x="12386" y="18128"/>
                </a:lnTo>
                <a:lnTo>
                  <a:pt x="12556" y="18152"/>
                </a:lnTo>
                <a:lnTo>
                  <a:pt x="12289" y="18225"/>
                </a:lnTo>
                <a:lnTo>
                  <a:pt x="12289" y="18152"/>
                </a:lnTo>
                <a:lnTo>
                  <a:pt x="12264" y="18103"/>
                </a:lnTo>
                <a:lnTo>
                  <a:pt x="12240" y="18079"/>
                </a:lnTo>
                <a:close/>
                <a:moveTo>
                  <a:pt x="10245" y="754"/>
                </a:moveTo>
                <a:lnTo>
                  <a:pt x="10804" y="779"/>
                </a:lnTo>
                <a:lnTo>
                  <a:pt x="11315" y="827"/>
                </a:lnTo>
                <a:lnTo>
                  <a:pt x="11534" y="852"/>
                </a:lnTo>
                <a:lnTo>
                  <a:pt x="11753" y="900"/>
                </a:lnTo>
                <a:lnTo>
                  <a:pt x="12216" y="1046"/>
                </a:lnTo>
                <a:lnTo>
                  <a:pt x="12678" y="1241"/>
                </a:lnTo>
                <a:lnTo>
                  <a:pt x="13116" y="1436"/>
                </a:lnTo>
                <a:lnTo>
                  <a:pt x="13578" y="1655"/>
                </a:lnTo>
                <a:lnTo>
                  <a:pt x="13043" y="1874"/>
                </a:lnTo>
                <a:lnTo>
                  <a:pt x="12824" y="1971"/>
                </a:lnTo>
                <a:lnTo>
                  <a:pt x="12629" y="2068"/>
                </a:lnTo>
                <a:lnTo>
                  <a:pt x="12435" y="2190"/>
                </a:lnTo>
                <a:lnTo>
                  <a:pt x="12264" y="2360"/>
                </a:lnTo>
                <a:lnTo>
                  <a:pt x="12240" y="2385"/>
                </a:lnTo>
                <a:lnTo>
                  <a:pt x="12264" y="2409"/>
                </a:lnTo>
                <a:lnTo>
                  <a:pt x="12289" y="2433"/>
                </a:lnTo>
                <a:lnTo>
                  <a:pt x="12532" y="2385"/>
                </a:lnTo>
                <a:lnTo>
                  <a:pt x="12751" y="2312"/>
                </a:lnTo>
                <a:lnTo>
                  <a:pt x="13213" y="2166"/>
                </a:lnTo>
                <a:lnTo>
                  <a:pt x="13603" y="2044"/>
                </a:lnTo>
                <a:lnTo>
                  <a:pt x="13822" y="1995"/>
                </a:lnTo>
                <a:lnTo>
                  <a:pt x="13992" y="1898"/>
                </a:lnTo>
                <a:lnTo>
                  <a:pt x="14162" y="1995"/>
                </a:lnTo>
                <a:lnTo>
                  <a:pt x="14114" y="2020"/>
                </a:lnTo>
                <a:lnTo>
                  <a:pt x="13724" y="2190"/>
                </a:lnTo>
                <a:lnTo>
                  <a:pt x="13311" y="2385"/>
                </a:lnTo>
                <a:lnTo>
                  <a:pt x="13140" y="2482"/>
                </a:lnTo>
                <a:lnTo>
                  <a:pt x="12946" y="2604"/>
                </a:lnTo>
                <a:lnTo>
                  <a:pt x="12775" y="2750"/>
                </a:lnTo>
                <a:lnTo>
                  <a:pt x="12654" y="2896"/>
                </a:lnTo>
                <a:lnTo>
                  <a:pt x="12629" y="2944"/>
                </a:lnTo>
                <a:lnTo>
                  <a:pt x="12654" y="2969"/>
                </a:lnTo>
                <a:lnTo>
                  <a:pt x="12678" y="2969"/>
                </a:lnTo>
                <a:lnTo>
                  <a:pt x="12824" y="2944"/>
                </a:lnTo>
                <a:lnTo>
                  <a:pt x="12994" y="2920"/>
                </a:lnTo>
                <a:lnTo>
                  <a:pt x="13286" y="2823"/>
                </a:lnTo>
                <a:lnTo>
                  <a:pt x="13846" y="2555"/>
                </a:lnTo>
                <a:lnTo>
                  <a:pt x="14211" y="2385"/>
                </a:lnTo>
                <a:lnTo>
                  <a:pt x="14576" y="2263"/>
                </a:lnTo>
                <a:lnTo>
                  <a:pt x="14698" y="2336"/>
                </a:lnTo>
                <a:lnTo>
                  <a:pt x="15014" y="2555"/>
                </a:lnTo>
                <a:lnTo>
                  <a:pt x="14503" y="2798"/>
                </a:lnTo>
                <a:lnTo>
                  <a:pt x="13749" y="3090"/>
                </a:lnTo>
                <a:lnTo>
                  <a:pt x="13359" y="3261"/>
                </a:lnTo>
                <a:lnTo>
                  <a:pt x="12994" y="3455"/>
                </a:lnTo>
                <a:lnTo>
                  <a:pt x="12970" y="3480"/>
                </a:lnTo>
                <a:lnTo>
                  <a:pt x="12970" y="3504"/>
                </a:lnTo>
                <a:lnTo>
                  <a:pt x="12994" y="3528"/>
                </a:lnTo>
                <a:lnTo>
                  <a:pt x="13019" y="3553"/>
                </a:lnTo>
                <a:lnTo>
                  <a:pt x="13213" y="3553"/>
                </a:lnTo>
                <a:lnTo>
                  <a:pt x="13432" y="3528"/>
                </a:lnTo>
                <a:lnTo>
                  <a:pt x="13822" y="3431"/>
                </a:lnTo>
                <a:lnTo>
                  <a:pt x="14235" y="3309"/>
                </a:lnTo>
                <a:lnTo>
                  <a:pt x="14625" y="3163"/>
                </a:lnTo>
                <a:lnTo>
                  <a:pt x="15014" y="3042"/>
                </a:lnTo>
                <a:lnTo>
                  <a:pt x="15452" y="2896"/>
                </a:lnTo>
                <a:lnTo>
                  <a:pt x="15647" y="3066"/>
                </a:lnTo>
                <a:lnTo>
                  <a:pt x="15428" y="3139"/>
                </a:lnTo>
                <a:lnTo>
                  <a:pt x="15209" y="3236"/>
                </a:lnTo>
                <a:lnTo>
                  <a:pt x="14795" y="3431"/>
                </a:lnTo>
                <a:lnTo>
                  <a:pt x="14430" y="3601"/>
                </a:lnTo>
                <a:lnTo>
                  <a:pt x="14138" y="3626"/>
                </a:lnTo>
                <a:lnTo>
                  <a:pt x="13870" y="3650"/>
                </a:lnTo>
                <a:lnTo>
                  <a:pt x="13578" y="3699"/>
                </a:lnTo>
                <a:lnTo>
                  <a:pt x="13311" y="3796"/>
                </a:lnTo>
                <a:lnTo>
                  <a:pt x="13189" y="3869"/>
                </a:lnTo>
                <a:lnTo>
                  <a:pt x="13067" y="3942"/>
                </a:lnTo>
                <a:lnTo>
                  <a:pt x="12970" y="4039"/>
                </a:lnTo>
                <a:lnTo>
                  <a:pt x="12873" y="4137"/>
                </a:lnTo>
                <a:lnTo>
                  <a:pt x="12800" y="4258"/>
                </a:lnTo>
                <a:lnTo>
                  <a:pt x="12727" y="4380"/>
                </a:lnTo>
                <a:lnTo>
                  <a:pt x="12654" y="4648"/>
                </a:lnTo>
                <a:lnTo>
                  <a:pt x="12629" y="4745"/>
                </a:lnTo>
                <a:lnTo>
                  <a:pt x="12629" y="4842"/>
                </a:lnTo>
                <a:lnTo>
                  <a:pt x="12629" y="5013"/>
                </a:lnTo>
                <a:lnTo>
                  <a:pt x="12629" y="5110"/>
                </a:lnTo>
                <a:lnTo>
                  <a:pt x="12605" y="5183"/>
                </a:lnTo>
                <a:lnTo>
                  <a:pt x="12556" y="5280"/>
                </a:lnTo>
                <a:lnTo>
                  <a:pt x="12459" y="5353"/>
                </a:lnTo>
                <a:lnTo>
                  <a:pt x="12240" y="5548"/>
                </a:lnTo>
                <a:lnTo>
                  <a:pt x="12045" y="5767"/>
                </a:lnTo>
                <a:lnTo>
                  <a:pt x="11997" y="5840"/>
                </a:lnTo>
                <a:lnTo>
                  <a:pt x="11972" y="5937"/>
                </a:lnTo>
                <a:lnTo>
                  <a:pt x="11972" y="6010"/>
                </a:lnTo>
                <a:lnTo>
                  <a:pt x="11997" y="6107"/>
                </a:lnTo>
                <a:lnTo>
                  <a:pt x="12045" y="6156"/>
                </a:lnTo>
                <a:lnTo>
                  <a:pt x="12070" y="6156"/>
                </a:lnTo>
                <a:lnTo>
                  <a:pt x="11948" y="6205"/>
                </a:lnTo>
                <a:lnTo>
                  <a:pt x="11534" y="6375"/>
                </a:lnTo>
                <a:lnTo>
                  <a:pt x="11364" y="6497"/>
                </a:lnTo>
                <a:lnTo>
                  <a:pt x="11169" y="6618"/>
                </a:lnTo>
                <a:lnTo>
                  <a:pt x="11048" y="6740"/>
                </a:lnTo>
                <a:lnTo>
                  <a:pt x="10999" y="6862"/>
                </a:lnTo>
                <a:lnTo>
                  <a:pt x="10999" y="6983"/>
                </a:lnTo>
                <a:lnTo>
                  <a:pt x="11048" y="7081"/>
                </a:lnTo>
                <a:lnTo>
                  <a:pt x="11121" y="7178"/>
                </a:lnTo>
                <a:lnTo>
                  <a:pt x="11218" y="7275"/>
                </a:lnTo>
                <a:lnTo>
                  <a:pt x="11364" y="7324"/>
                </a:lnTo>
                <a:lnTo>
                  <a:pt x="11486" y="7373"/>
                </a:lnTo>
                <a:lnTo>
                  <a:pt x="11340" y="7470"/>
                </a:lnTo>
                <a:lnTo>
                  <a:pt x="11194" y="7592"/>
                </a:lnTo>
                <a:lnTo>
                  <a:pt x="11072" y="7738"/>
                </a:lnTo>
                <a:lnTo>
                  <a:pt x="10950" y="7908"/>
                </a:lnTo>
                <a:lnTo>
                  <a:pt x="10853" y="8151"/>
                </a:lnTo>
                <a:lnTo>
                  <a:pt x="10804" y="8419"/>
                </a:lnTo>
                <a:lnTo>
                  <a:pt x="10731" y="8954"/>
                </a:lnTo>
                <a:lnTo>
                  <a:pt x="10683" y="9222"/>
                </a:lnTo>
                <a:lnTo>
                  <a:pt x="10659" y="9514"/>
                </a:lnTo>
                <a:lnTo>
                  <a:pt x="10683" y="9806"/>
                </a:lnTo>
                <a:lnTo>
                  <a:pt x="10707" y="9952"/>
                </a:lnTo>
                <a:lnTo>
                  <a:pt x="10780" y="10074"/>
                </a:lnTo>
                <a:lnTo>
                  <a:pt x="10926" y="10293"/>
                </a:lnTo>
                <a:lnTo>
                  <a:pt x="10999" y="10390"/>
                </a:lnTo>
                <a:lnTo>
                  <a:pt x="11096" y="10463"/>
                </a:lnTo>
                <a:lnTo>
                  <a:pt x="11194" y="10512"/>
                </a:lnTo>
                <a:lnTo>
                  <a:pt x="11315" y="10560"/>
                </a:lnTo>
                <a:lnTo>
                  <a:pt x="11583" y="10633"/>
                </a:lnTo>
                <a:lnTo>
                  <a:pt x="11875" y="10633"/>
                </a:lnTo>
                <a:lnTo>
                  <a:pt x="12191" y="10609"/>
                </a:lnTo>
                <a:lnTo>
                  <a:pt x="12337" y="10633"/>
                </a:lnTo>
                <a:lnTo>
                  <a:pt x="12459" y="10682"/>
                </a:lnTo>
                <a:lnTo>
                  <a:pt x="12556" y="10755"/>
                </a:lnTo>
                <a:lnTo>
                  <a:pt x="12629" y="10852"/>
                </a:lnTo>
                <a:lnTo>
                  <a:pt x="12702" y="10974"/>
                </a:lnTo>
                <a:lnTo>
                  <a:pt x="12751" y="11096"/>
                </a:lnTo>
                <a:lnTo>
                  <a:pt x="12800" y="11363"/>
                </a:lnTo>
                <a:lnTo>
                  <a:pt x="12848" y="11485"/>
                </a:lnTo>
                <a:lnTo>
                  <a:pt x="12897" y="11607"/>
                </a:lnTo>
                <a:lnTo>
                  <a:pt x="12946" y="11728"/>
                </a:lnTo>
                <a:lnTo>
                  <a:pt x="13043" y="11826"/>
                </a:lnTo>
                <a:lnTo>
                  <a:pt x="13165" y="12020"/>
                </a:lnTo>
                <a:lnTo>
                  <a:pt x="13262" y="12215"/>
                </a:lnTo>
                <a:lnTo>
                  <a:pt x="13311" y="12434"/>
                </a:lnTo>
                <a:lnTo>
                  <a:pt x="13311" y="12677"/>
                </a:lnTo>
                <a:lnTo>
                  <a:pt x="13311" y="13091"/>
                </a:lnTo>
                <a:lnTo>
                  <a:pt x="13359" y="13505"/>
                </a:lnTo>
                <a:lnTo>
                  <a:pt x="13408" y="13699"/>
                </a:lnTo>
                <a:lnTo>
                  <a:pt x="13457" y="13894"/>
                </a:lnTo>
                <a:lnTo>
                  <a:pt x="13554" y="14088"/>
                </a:lnTo>
                <a:lnTo>
                  <a:pt x="13651" y="14283"/>
                </a:lnTo>
                <a:lnTo>
                  <a:pt x="13822" y="14526"/>
                </a:lnTo>
                <a:lnTo>
                  <a:pt x="13919" y="14624"/>
                </a:lnTo>
                <a:lnTo>
                  <a:pt x="14016" y="14721"/>
                </a:lnTo>
                <a:lnTo>
                  <a:pt x="14138" y="14794"/>
                </a:lnTo>
                <a:lnTo>
                  <a:pt x="14260" y="14843"/>
                </a:lnTo>
                <a:lnTo>
                  <a:pt x="14406" y="14867"/>
                </a:lnTo>
                <a:lnTo>
                  <a:pt x="14576" y="14843"/>
                </a:lnTo>
                <a:lnTo>
                  <a:pt x="14698" y="14794"/>
                </a:lnTo>
                <a:lnTo>
                  <a:pt x="14819" y="14745"/>
                </a:lnTo>
                <a:lnTo>
                  <a:pt x="14917" y="14648"/>
                </a:lnTo>
                <a:lnTo>
                  <a:pt x="15014" y="14551"/>
                </a:lnTo>
                <a:lnTo>
                  <a:pt x="15355" y="14502"/>
                </a:lnTo>
                <a:lnTo>
                  <a:pt x="15695" y="14429"/>
                </a:lnTo>
                <a:lnTo>
                  <a:pt x="16377" y="14234"/>
                </a:lnTo>
                <a:lnTo>
                  <a:pt x="16717" y="14113"/>
                </a:lnTo>
                <a:lnTo>
                  <a:pt x="17034" y="13967"/>
                </a:lnTo>
                <a:lnTo>
                  <a:pt x="17350" y="13821"/>
                </a:lnTo>
                <a:lnTo>
                  <a:pt x="17691" y="13699"/>
                </a:lnTo>
                <a:lnTo>
                  <a:pt x="17472" y="14113"/>
                </a:lnTo>
                <a:lnTo>
                  <a:pt x="17228" y="14526"/>
                </a:lnTo>
                <a:lnTo>
                  <a:pt x="17107" y="14526"/>
                </a:lnTo>
                <a:lnTo>
                  <a:pt x="16961" y="14551"/>
                </a:lnTo>
                <a:lnTo>
                  <a:pt x="16669" y="14599"/>
                </a:lnTo>
                <a:lnTo>
                  <a:pt x="16231" y="14721"/>
                </a:lnTo>
                <a:lnTo>
                  <a:pt x="15233" y="15013"/>
                </a:lnTo>
                <a:lnTo>
                  <a:pt x="14284" y="15329"/>
                </a:lnTo>
                <a:lnTo>
                  <a:pt x="14260" y="15354"/>
                </a:lnTo>
                <a:lnTo>
                  <a:pt x="14235" y="15378"/>
                </a:lnTo>
                <a:lnTo>
                  <a:pt x="14235" y="15402"/>
                </a:lnTo>
                <a:lnTo>
                  <a:pt x="14284" y="15427"/>
                </a:lnTo>
                <a:lnTo>
                  <a:pt x="14454" y="15451"/>
                </a:lnTo>
                <a:lnTo>
                  <a:pt x="14673" y="15475"/>
                </a:lnTo>
                <a:lnTo>
                  <a:pt x="14868" y="15451"/>
                </a:lnTo>
                <a:lnTo>
                  <a:pt x="15063" y="15427"/>
                </a:lnTo>
                <a:lnTo>
                  <a:pt x="15452" y="15329"/>
                </a:lnTo>
                <a:lnTo>
                  <a:pt x="15841" y="15232"/>
                </a:lnTo>
                <a:lnTo>
                  <a:pt x="16304" y="15110"/>
                </a:lnTo>
                <a:lnTo>
                  <a:pt x="16766" y="14989"/>
                </a:lnTo>
                <a:lnTo>
                  <a:pt x="16936" y="14989"/>
                </a:lnTo>
                <a:lnTo>
                  <a:pt x="16815" y="15159"/>
                </a:lnTo>
                <a:lnTo>
                  <a:pt x="16571" y="15500"/>
                </a:lnTo>
                <a:lnTo>
                  <a:pt x="16231" y="15524"/>
                </a:lnTo>
                <a:lnTo>
                  <a:pt x="15890" y="15573"/>
                </a:lnTo>
                <a:lnTo>
                  <a:pt x="15233" y="15767"/>
                </a:lnTo>
                <a:lnTo>
                  <a:pt x="14381" y="16011"/>
                </a:lnTo>
                <a:lnTo>
                  <a:pt x="13968" y="16132"/>
                </a:lnTo>
                <a:lnTo>
                  <a:pt x="13530" y="16230"/>
                </a:lnTo>
                <a:lnTo>
                  <a:pt x="13505" y="16278"/>
                </a:lnTo>
                <a:lnTo>
                  <a:pt x="13481" y="16303"/>
                </a:lnTo>
                <a:lnTo>
                  <a:pt x="13505" y="16351"/>
                </a:lnTo>
                <a:lnTo>
                  <a:pt x="13554" y="16376"/>
                </a:lnTo>
                <a:lnTo>
                  <a:pt x="13919" y="16351"/>
                </a:lnTo>
                <a:lnTo>
                  <a:pt x="14284" y="16327"/>
                </a:lnTo>
                <a:lnTo>
                  <a:pt x="14625" y="16303"/>
                </a:lnTo>
                <a:lnTo>
                  <a:pt x="14990" y="16230"/>
                </a:lnTo>
                <a:lnTo>
                  <a:pt x="15549" y="16132"/>
                </a:lnTo>
                <a:lnTo>
                  <a:pt x="16133" y="16011"/>
                </a:lnTo>
                <a:lnTo>
                  <a:pt x="15866" y="16278"/>
                </a:lnTo>
                <a:lnTo>
                  <a:pt x="15574" y="16327"/>
                </a:lnTo>
                <a:lnTo>
                  <a:pt x="15282" y="16376"/>
                </a:lnTo>
                <a:lnTo>
                  <a:pt x="14698" y="16473"/>
                </a:lnTo>
                <a:lnTo>
                  <a:pt x="14308" y="16522"/>
                </a:lnTo>
                <a:lnTo>
                  <a:pt x="13943" y="16570"/>
                </a:lnTo>
                <a:lnTo>
                  <a:pt x="13578" y="16668"/>
                </a:lnTo>
                <a:lnTo>
                  <a:pt x="13408" y="16716"/>
                </a:lnTo>
                <a:lnTo>
                  <a:pt x="13238" y="16814"/>
                </a:lnTo>
                <a:lnTo>
                  <a:pt x="13213" y="16814"/>
                </a:lnTo>
                <a:lnTo>
                  <a:pt x="13213" y="16838"/>
                </a:lnTo>
                <a:lnTo>
                  <a:pt x="13238" y="16862"/>
                </a:lnTo>
                <a:lnTo>
                  <a:pt x="13262" y="16887"/>
                </a:lnTo>
                <a:lnTo>
                  <a:pt x="13457" y="16911"/>
                </a:lnTo>
                <a:lnTo>
                  <a:pt x="14065" y="16911"/>
                </a:lnTo>
                <a:lnTo>
                  <a:pt x="14479" y="16887"/>
                </a:lnTo>
                <a:lnTo>
                  <a:pt x="14868" y="16838"/>
                </a:lnTo>
                <a:lnTo>
                  <a:pt x="15282" y="16789"/>
                </a:lnTo>
                <a:lnTo>
                  <a:pt x="15014" y="17008"/>
                </a:lnTo>
                <a:lnTo>
                  <a:pt x="14722" y="17203"/>
                </a:lnTo>
                <a:lnTo>
                  <a:pt x="14552" y="17179"/>
                </a:lnTo>
                <a:lnTo>
                  <a:pt x="14357" y="17154"/>
                </a:lnTo>
                <a:lnTo>
                  <a:pt x="13968" y="17179"/>
                </a:lnTo>
                <a:lnTo>
                  <a:pt x="13603" y="17203"/>
                </a:lnTo>
                <a:lnTo>
                  <a:pt x="13238" y="17227"/>
                </a:lnTo>
                <a:lnTo>
                  <a:pt x="12532" y="17300"/>
                </a:lnTo>
                <a:lnTo>
                  <a:pt x="12483" y="17325"/>
                </a:lnTo>
                <a:lnTo>
                  <a:pt x="12459" y="17373"/>
                </a:lnTo>
                <a:lnTo>
                  <a:pt x="12483" y="17422"/>
                </a:lnTo>
                <a:lnTo>
                  <a:pt x="12532" y="17446"/>
                </a:lnTo>
                <a:lnTo>
                  <a:pt x="13165" y="17519"/>
                </a:lnTo>
                <a:lnTo>
                  <a:pt x="13481" y="17544"/>
                </a:lnTo>
                <a:lnTo>
                  <a:pt x="13797" y="17568"/>
                </a:lnTo>
                <a:lnTo>
                  <a:pt x="14089" y="17592"/>
                </a:lnTo>
                <a:lnTo>
                  <a:pt x="13846" y="17714"/>
                </a:lnTo>
                <a:lnTo>
                  <a:pt x="13530" y="17836"/>
                </a:lnTo>
                <a:lnTo>
                  <a:pt x="13505" y="17811"/>
                </a:lnTo>
                <a:lnTo>
                  <a:pt x="13432" y="17787"/>
                </a:lnTo>
                <a:lnTo>
                  <a:pt x="13335" y="17763"/>
                </a:lnTo>
                <a:lnTo>
                  <a:pt x="13140" y="17763"/>
                </a:lnTo>
                <a:lnTo>
                  <a:pt x="12946" y="17787"/>
                </a:lnTo>
                <a:lnTo>
                  <a:pt x="12751" y="17787"/>
                </a:lnTo>
                <a:lnTo>
                  <a:pt x="12337" y="17763"/>
                </a:lnTo>
                <a:lnTo>
                  <a:pt x="11948" y="17763"/>
                </a:lnTo>
                <a:lnTo>
                  <a:pt x="11899" y="17787"/>
                </a:lnTo>
                <a:lnTo>
                  <a:pt x="11899" y="17836"/>
                </a:lnTo>
                <a:lnTo>
                  <a:pt x="12021" y="17957"/>
                </a:lnTo>
                <a:lnTo>
                  <a:pt x="12167" y="18030"/>
                </a:lnTo>
                <a:lnTo>
                  <a:pt x="11948" y="17982"/>
                </a:lnTo>
                <a:lnTo>
                  <a:pt x="11656" y="17957"/>
                </a:lnTo>
                <a:lnTo>
                  <a:pt x="11534" y="17957"/>
                </a:lnTo>
                <a:lnTo>
                  <a:pt x="11413" y="17982"/>
                </a:lnTo>
                <a:lnTo>
                  <a:pt x="11340" y="18030"/>
                </a:lnTo>
                <a:lnTo>
                  <a:pt x="11340" y="18055"/>
                </a:lnTo>
                <a:lnTo>
                  <a:pt x="11315" y="18103"/>
                </a:lnTo>
                <a:lnTo>
                  <a:pt x="11340" y="18176"/>
                </a:lnTo>
                <a:lnTo>
                  <a:pt x="11388" y="18225"/>
                </a:lnTo>
                <a:lnTo>
                  <a:pt x="11559" y="18298"/>
                </a:lnTo>
                <a:lnTo>
                  <a:pt x="11753" y="18371"/>
                </a:lnTo>
                <a:lnTo>
                  <a:pt x="11510" y="18420"/>
                </a:lnTo>
                <a:lnTo>
                  <a:pt x="11437" y="18347"/>
                </a:lnTo>
                <a:lnTo>
                  <a:pt x="11291" y="18298"/>
                </a:lnTo>
                <a:lnTo>
                  <a:pt x="11121" y="18274"/>
                </a:lnTo>
                <a:lnTo>
                  <a:pt x="10926" y="18298"/>
                </a:lnTo>
                <a:lnTo>
                  <a:pt x="10756" y="18347"/>
                </a:lnTo>
                <a:lnTo>
                  <a:pt x="10731" y="18371"/>
                </a:lnTo>
                <a:lnTo>
                  <a:pt x="10731" y="18395"/>
                </a:lnTo>
                <a:lnTo>
                  <a:pt x="10731" y="18420"/>
                </a:lnTo>
                <a:lnTo>
                  <a:pt x="10756" y="18444"/>
                </a:lnTo>
                <a:lnTo>
                  <a:pt x="11023" y="18541"/>
                </a:lnTo>
                <a:lnTo>
                  <a:pt x="10926" y="18566"/>
                </a:lnTo>
                <a:lnTo>
                  <a:pt x="10877" y="18541"/>
                </a:lnTo>
                <a:lnTo>
                  <a:pt x="10488" y="18541"/>
                </a:lnTo>
                <a:lnTo>
                  <a:pt x="9515" y="18566"/>
                </a:lnTo>
                <a:lnTo>
                  <a:pt x="8396" y="18566"/>
                </a:lnTo>
                <a:lnTo>
                  <a:pt x="7885" y="18517"/>
                </a:lnTo>
                <a:lnTo>
                  <a:pt x="7666" y="18493"/>
                </a:lnTo>
                <a:lnTo>
                  <a:pt x="7471" y="18444"/>
                </a:lnTo>
                <a:lnTo>
                  <a:pt x="7082" y="18322"/>
                </a:lnTo>
                <a:lnTo>
                  <a:pt x="6692" y="18176"/>
                </a:lnTo>
                <a:lnTo>
                  <a:pt x="6303" y="18006"/>
                </a:lnTo>
                <a:lnTo>
                  <a:pt x="5938" y="17836"/>
                </a:lnTo>
                <a:lnTo>
                  <a:pt x="5208" y="17446"/>
                </a:lnTo>
                <a:lnTo>
                  <a:pt x="4527" y="17008"/>
                </a:lnTo>
                <a:lnTo>
                  <a:pt x="4162" y="16765"/>
                </a:lnTo>
                <a:lnTo>
                  <a:pt x="3797" y="16473"/>
                </a:lnTo>
                <a:lnTo>
                  <a:pt x="3456" y="16181"/>
                </a:lnTo>
                <a:lnTo>
                  <a:pt x="3140" y="15865"/>
                </a:lnTo>
                <a:lnTo>
                  <a:pt x="2823" y="15548"/>
                </a:lnTo>
                <a:lnTo>
                  <a:pt x="2532" y="15208"/>
                </a:lnTo>
                <a:lnTo>
                  <a:pt x="2264" y="14843"/>
                </a:lnTo>
                <a:lnTo>
                  <a:pt x="1996" y="14478"/>
                </a:lnTo>
                <a:lnTo>
                  <a:pt x="1753" y="14113"/>
                </a:lnTo>
                <a:lnTo>
                  <a:pt x="1534" y="13699"/>
                </a:lnTo>
                <a:lnTo>
                  <a:pt x="1339" y="13310"/>
                </a:lnTo>
                <a:lnTo>
                  <a:pt x="1169" y="12896"/>
                </a:lnTo>
                <a:lnTo>
                  <a:pt x="999" y="12483"/>
                </a:lnTo>
                <a:lnTo>
                  <a:pt x="877" y="12045"/>
                </a:lnTo>
                <a:lnTo>
                  <a:pt x="755" y="11607"/>
                </a:lnTo>
                <a:lnTo>
                  <a:pt x="682" y="11169"/>
                </a:lnTo>
                <a:lnTo>
                  <a:pt x="609" y="10658"/>
                </a:lnTo>
                <a:lnTo>
                  <a:pt x="561" y="10147"/>
                </a:lnTo>
                <a:lnTo>
                  <a:pt x="561" y="9611"/>
                </a:lnTo>
                <a:lnTo>
                  <a:pt x="585" y="9100"/>
                </a:lnTo>
                <a:lnTo>
                  <a:pt x="780" y="9319"/>
                </a:lnTo>
                <a:lnTo>
                  <a:pt x="974" y="9514"/>
                </a:lnTo>
                <a:lnTo>
                  <a:pt x="1218" y="9684"/>
                </a:lnTo>
                <a:lnTo>
                  <a:pt x="1510" y="9855"/>
                </a:lnTo>
                <a:lnTo>
                  <a:pt x="1777" y="10001"/>
                </a:lnTo>
                <a:lnTo>
                  <a:pt x="2021" y="10171"/>
                </a:lnTo>
                <a:lnTo>
                  <a:pt x="2215" y="10341"/>
                </a:lnTo>
                <a:lnTo>
                  <a:pt x="2410" y="10536"/>
                </a:lnTo>
                <a:lnTo>
                  <a:pt x="2580" y="10731"/>
                </a:lnTo>
                <a:lnTo>
                  <a:pt x="2702" y="10974"/>
                </a:lnTo>
                <a:lnTo>
                  <a:pt x="2848" y="11217"/>
                </a:lnTo>
                <a:lnTo>
                  <a:pt x="2945" y="11509"/>
                </a:lnTo>
                <a:lnTo>
                  <a:pt x="3213" y="12191"/>
                </a:lnTo>
                <a:lnTo>
                  <a:pt x="3480" y="12848"/>
                </a:lnTo>
                <a:lnTo>
                  <a:pt x="3772" y="13529"/>
                </a:lnTo>
                <a:lnTo>
                  <a:pt x="3894" y="13869"/>
                </a:lnTo>
                <a:lnTo>
                  <a:pt x="3991" y="14210"/>
                </a:lnTo>
                <a:lnTo>
                  <a:pt x="4162" y="14843"/>
                </a:lnTo>
                <a:lnTo>
                  <a:pt x="4308" y="15475"/>
                </a:lnTo>
                <a:lnTo>
                  <a:pt x="4405" y="15792"/>
                </a:lnTo>
                <a:lnTo>
                  <a:pt x="4502" y="16108"/>
                </a:lnTo>
                <a:lnTo>
                  <a:pt x="4648" y="16400"/>
                </a:lnTo>
                <a:lnTo>
                  <a:pt x="4819" y="16692"/>
                </a:lnTo>
                <a:lnTo>
                  <a:pt x="4867" y="16765"/>
                </a:lnTo>
                <a:lnTo>
                  <a:pt x="4940" y="16789"/>
                </a:lnTo>
                <a:lnTo>
                  <a:pt x="5038" y="16789"/>
                </a:lnTo>
                <a:lnTo>
                  <a:pt x="5111" y="16765"/>
                </a:lnTo>
                <a:lnTo>
                  <a:pt x="5232" y="16692"/>
                </a:lnTo>
                <a:lnTo>
                  <a:pt x="5305" y="16570"/>
                </a:lnTo>
                <a:lnTo>
                  <a:pt x="5378" y="16473"/>
                </a:lnTo>
                <a:lnTo>
                  <a:pt x="5403" y="16351"/>
                </a:lnTo>
                <a:lnTo>
                  <a:pt x="5451" y="16084"/>
                </a:lnTo>
                <a:lnTo>
                  <a:pt x="5476" y="15816"/>
                </a:lnTo>
                <a:lnTo>
                  <a:pt x="5524" y="15573"/>
                </a:lnTo>
                <a:lnTo>
                  <a:pt x="5573" y="15329"/>
                </a:lnTo>
                <a:lnTo>
                  <a:pt x="5670" y="15110"/>
                </a:lnTo>
                <a:lnTo>
                  <a:pt x="5792" y="14891"/>
                </a:lnTo>
                <a:lnTo>
                  <a:pt x="6035" y="14478"/>
                </a:lnTo>
                <a:lnTo>
                  <a:pt x="6327" y="14064"/>
                </a:lnTo>
                <a:lnTo>
                  <a:pt x="6522" y="13796"/>
                </a:lnTo>
                <a:lnTo>
                  <a:pt x="6741" y="13480"/>
                </a:lnTo>
                <a:lnTo>
                  <a:pt x="6936" y="13164"/>
                </a:lnTo>
                <a:lnTo>
                  <a:pt x="7106" y="12799"/>
                </a:lnTo>
                <a:lnTo>
                  <a:pt x="7155" y="12629"/>
                </a:lnTo>
                <a:lnTo>
                  <a:pt x="7203" y="12458"/>
                </a:lnTo>
                <a:lnTo>
                  <a:pt x="7228" y="12264"/>
                </a:lnTo>
                <a:lnTo>
                  <a:pt x="7228" y="12093"/>
                </a:lnTo>
                <a:lnTo>
                  <a:pt x="7203" y="11923"/>
                </a:lnTo>
                <a:lnTo>
                  <a:pt x="7155" y="11753"/>
                </a:lnTo>
                <a:lnTo>
                  <a:pt x="7082" y="11607"/>
                </a:lnTo>
                <a:lnTo>
                  <a:pt x="6960" y="11436"/>
                </a:lnTo>
                <a:lnTo>
                  <a:pt x="6863" y="11315"/>
                </a:lnTo>
                <a:lnTo>
                  <a:pt x="6717" y="11217"/>
                </a:lnTo>
                <a:lnTo>
                  <a:pt x="6449" y="11023"/>
                </a:lnTo>
                <a:lnTo>
                  <a:pt x="6157" y="10852"/>
                </a:lnTo>
                <a:lnTo>
                  <a:pt x="5865" y="10706"/>
                </a:lnTo>
                <a:lnTo>
                  <a:pt x="5062" y="10341"/>
                </a:lnTo>
                <a:lnTo>
                  <a:pt x="4648" y="10147"/>
                </a:lnTo>
                <a:lnTo>
                  <a:pt x="4235" y="10001"/>
                </a:lnTo>
                <a:lnTo>
                  <a:pt x="3991" y="9952"/>
                </a:lnTo>
                <a:lnTo>
                  <a:pt x="3724" y="9928"/>
                </a:lnTo>
                <a:lnTo>
                  <a:pt x="3456" y="9879"/>
                </a:lnTo>
                <a:lnTo>
                  <a:pt x="3334" y="9830"/>
                </a:lnTo>
                <a:lnTo>
                  <a:pt x="3213" y="9782"/>
                </a:lnTo>
                <a:lnTo>
                  <a:pt x="3042" y="9684"/>
                </a:lnTo>
                <a:lnTo>
                  <a:pt x="2872" y="9538"/>
                </a:lnTo>
                <a:lnTo>
                  <a:pt x="2726" y="9392"/>
                </a:lnTo>
                <a:lnTo>
                  <a:pt x="2580" y="9271"/>
                </a:lnTo>
                <a:lnTo>
                  <a:pt x="2459" y="9173"/>
                </a:lnTo>
                <a:lnTo>
                  <a:pt x="2337" y="9125"/>
                </a:lnTo>
                <a:lnTo>
                  <a:pt x="2069" y="9052"/>
                </a:lnTo>
                <a:lnTo>
                  <a:pt x="1923" y="9027"/>
                </a:lnTo>
                <a:lnTo>
                  <a:pt x="1826" y="8954"/>
                </a:lnTo>
                <a:lnTo>
                  <a:pt x="1777" y="8906"/>
                </a:lnTo>
                <a:lnTo>
                  <a:pt x="1753" y="8808"/>
                </a:lnTo>
                <a:lnTo>
                  <a:pt x="1753" y="8735"/>
                </a:lnTo>
                <a:lnTo>
                  <a:pt x="1777" y="8638"/>
                </a:lnTo>
                <a:lnTo>
                  <a:pt x="1850" y="8541"/>
                </a:lnTo>
                <a:lnTo>
                  <a:pt x="1948" y="8443"/>
                </a:lnTo>
                <a:lnTo>
                  <a:pt x="2069" y="8346"/>
                </a:lnTo>
                <a:lnTo>
                  <a:pt x="2191" y="8273"/>
                </a:lnTo>
                <a:lnTo>
                  <a:pt x="2483" y="8127"/>
                </a:lnTo>
                <a:lnTo>
                  <a:pt x="3091" y="7908"/>
                </a:lnTo>
                <a:lnTo>
                  <a:pt x="3261" y="7835"/>
                </a:lnTo>
                <a:lnTo>
                  <a:pt x="3407" y="7738"/>
                </a:lnTo>
                <a:lnTo>
                  <a:pt x="3675" y="7543"/>
                </a:lnTo>
                <a:lnTo>
                  <a:pt x="3918" y="7300"/>
                </a:lnTo>
                <a:lnTo>
                  <a:pt x="4137" y="7032"/>
                </a:lnTo>
                <a:lnTo>
                  <a:pt x="4429" y="6716"/>
                </a:lnTo>
                <a:lnTo>
                  <a:pt x="4721" y="6448"/>
                </a:lnTo>
                <a:lnTo>
                  <a:pt x="5038" y="6229"/>
                </a:lnTo>
                <a:lnTo>
                  <a:pt x="5208" y="6107"/>
                </a:lnTo>
                <a:lnTo>
                  <a:pt x="5403" y="6010"/>
                </a:lnTo>
                <a:lnTo>
                  <a:pt x="5646" y="5913"/>
                </a:lnTo>
                <a:lnTo>
                  <a:pt x="5889" y="5791"/>
                </a:lnTo>
                <a:lnTo>
                  <a:pt x="5987" y="5718"/>
                </a:lnTo>
                <a:lnTo>
                  <a:pt x="6084" y="5645"/>
                </a:lnTo>
                <a:lnTo>
                  <a:pt x="6157" y="5548"/>
                </a:lnTo>
                <a:lnTo>
                  <a:pt x="6206" y="5426"/>
                </a:lnTo>
                <a:lnTo>
                  <a:pt x="6206" y="5305"/>
                </a:lnTo>
                <a:lnTo>
                  <a:pt x="6181" y="5207"/>
                </a:lnTo>
                <a:lnTo>
                  <a:pt x="6108" y="5086"/>
                </a:lnTo>
                <a:lnTo>
                  <a:pt x="6035" y="5013"/>
                </a:lnTo>
                <a:lnTo>
                  <a:pt x="5841" y="4842"/>
                </a:lnTo>
                <a:lnTo>
                  <a:pt x="5670" y="4721"/>
                </a:lnTo>
                <a:lnTo>
                  <a:pt x="5573" y="4648"/>
                </a:lnTo>
                <a:lnTo>
                  <a:pt x="5330" y="4648"/>
                </a:lnTo>
                <a:lnTo>
                  <a:pt x="5232" y="4672"/>
                </a:lnTo>
                <a:lnTo>
                  <a:pt x="4989" y="4794"/>
                </a:lnTo>
                <a:lnTo>
                  <a:pt x="4794" y="4891"/>
                </a:lnTo>
                <a:lnTo>
                  <a:pt x="4429" y="5013"/>
                </a:lnTo>
                <a:lnTo>
                  <a:pt x="4235" y="5013"/>
                </a:lnTo>
                <a:lnTo>
                  <a:pt x="4113" y="4964"/>
                </a:lnTo>
                <a:lnTo>
                  <a:pt x="3991" y="4915"/>
                </a:lnTo>
                <a:lnTo>
                  <a:pt x="3894" y="4842"/>
                </a:lnTo>
                <a:lnTo>
                  <a:pt x="3870" y="4794"/>
                </a:lnTo>
                <a:lnTo>
                  <a:pt x="3845" y="4745"/>
                </a:lnTo>
                <a:lnTo>
                  <a:pt x="3845" y="4696"/>
                </a:lnTo>
                <a:lnTo>
                  <a:pt x="3870" y="4648"/>
                </a:lnTo>
                <a:lnTo>
                  <a:pt x="3918" y="4599"/>
                </a:lnTo>
                <a:lnTo>
                  <a:pt x="3991" y="4550"/>
                </a:lnTo>
                <a:lnTo>
                  <a:pt x="4113" y="4477"/>
                </a:lnTo>
                <a:lnTo>
                  <a:pt x="4259" y="4429"/>
                </a:lnTo>
                <a:lnTo>
                  <a:pt x="4575" y="4331"/>
                </a:lnTo>
                <a:lnTo>
                  <a:pt x="4770" y="4210"/>
                </a:lnTo>
                <a:lnTo>
                  <a:pt x="4940" y="4112"/>
                </a:lnTo>
                <a:lnTo>
                  <a:pt x="5013" y="4088"/>
                </a:lnTo>
                <a:lnTo>
                  <a:pt x="5111" y="4088"/>
                </a:lnTo>
                <a:lnTo>
                  <a:pt x="5208" y="4112"/>
                </a:lnTo>
                <a:lnTo>
                  <a:pt x="5354" y="4185"/>
                </a:lnTo>
                <a:lnTo>
                  <a:pt x="5646" y="4356"/>
                </a:lnTo>
                <a:lnTo>
                  <a:pt x="5768" y="4453"/>
                </a:lnTo>
                <a:lnTo>
                  <a:pt x="5914" y="4526"/>
                </a:lnTo>
                <a:lnTo>
                  <a:pt x="6060" y="4550"/>
                </a:lnTo>
                <a:lnTo>
                  <a:pt x="6206" y="4550"/>
                </a:lnTo>
                <a:lnTo>
                  <a:pt x="6327" y="4526"/>
                </a:lnTo>
                <a:lnTo>
                  <a:pt x="6425" y="4453"/>
                </a:lnTo>
                <a:lnTo>
                  <a:pt x="6498" y="4356"/>
                </a:lnTo>
                <a:lnTo>
                  <a:pt x="6546" y="4234"/>
                </a:lnTo>
                <a:lnTo>
                  <a:pt x="6571" y="4112"/>
                </a:lnTo>
                <a:lnTo>
                  <a:pt x="6546" y="3966"/>
                </a:lnTo>
                <a:lnTo>
                  <a:pt x="6473" y="3772"/>
                </a:lnTo>
                <a:lnTo>
                  <a:pt x="6400" y="3553"/>
                </a:lnTo>
                <a:lnTo>
                  <a:pt x="6376" y="3504"/>
                </a:lnTo>
                <a:lnTo>
                  <a:pt x="6400" y="3431"/>
                </a:lnTo>
                <a:lnTo>
                  <a:pt x="6449" y="3236"/>
                </a:lnTo>
                <a:lnTo>
                  <a:pt x="6546" y="3066"/>
                </a:lnTo>
                <a:lnTo>
                  <a:pt x="6595" y="2920"/>
                </a:lnTo>
                <a:lnTo>
                  <a:pt x="6619" y="2774"/>
                </a:lnTo>
                <a:lnTo>
                  <a:pt x="6595" y="2628"/>
                </a:lnTo>
                <a:lnTo>
                  <a:pt x="6522" y="2506"/>
                </a:lnTo>
                <a:lnTo>
                  <a:pt x="6400" y="2409"/>
                </a:lnTo>
                <a:lnTo>
                  <a:pt x="6327" y="2360"/>
                </a:lnTo>
                <a:lnTo>
                  <a:pt x="6254" y="2336"/>
                </a:lnTo>
                <a:lnTo>
                  <a:pt x="6157" y="2312"/>
                </a:lnTo>
                <a:lnTo>
                  <a:pt x="6084" y="2312"/>
                </a:lnTo>
                <a:lnTo>
                  <a:pt x="5914" y="2360"/>
                </a:lnTo>
                <a:lnTo>
                  <a:pt x="5719" y="2433"/>
                </a:lnTo>
                <a:lnTo>
                  <a:pt x="5549" y="2531"/>
                </a:lnTo>
                <a:lnTo>
                  <a:pt x="5378" y="2652"/>
                </a:lnTo>
                <a:lnTo>
                  <a:pt x="5135" y="2847"/>
                </a:lnTo>
                <a:lnTo>
                  <a:pt x="4770" y="3115"/>
                </a:lnTo>
                <a:lnTo>
                  <a:pt x="4600" y="3236"/>
                </a:lnTo>
                <a:lnTo>
                  <a:pt x="4405" y="3358"/>
                </a:lnTo>
                <a:lnTo>
                  <a:pt x="4283" y="3407"/>
                </a:lnTo>
                <a:lnTo>
                  <a:pt x="4113" y="3431"/>
                </a:lnTo>
                <a:lnTo>
                  <a:pt x="3967" y="3455"/>
                </a:lnTo>
                <a:lnTo>
                  <a:pt x="3797" y="3431"/>
                </a:lnTo>
                <a:lnTo>
                  <a:pt x="3456" y="3358"/>
                </a:lnTo>
                <a:lnTo>
                  <a:pt x="3140" y="3261"/>
                </a:lnTo>
                <a:lnTo>
                  <a:pt x="3383" y="3017"/>
                </a:lnTo>
                <a:lnTo>
                  <a:pt x="3651" y="2774"/>
                </a:lnTo>
                <a:lnTo>
                  <a:pt x="3918" y="2555"/>
                </a:lnTo>
                <a:lnTo>
                  <a:pt x="4186" y="2336"/>
                </a:lnTo>
                <a:lnTo>
                  <a:pt x="4478" y="2141"/>
                </a:lnTo>
                <a:lnTo>
                  <a:pt x="4770" y="1947"/>
                </a:lnTo>
                <a:lnTo>
                  <a:pt x="5062" y="1776"/>
                </a:lnTo>
                <a:lnTo>
                  <a:pt x="5378" y="1630"/>
                </a:lnTo>
                <a:lnTo>
                  <a:pt x="5719" y="1484"/>
                </a:lnTo>
                <a:lnTo>
                  <a:pt x="6084" y="1363"/>
                </a:lnTo>
                <a:lnTo>
                  <a:pt x="6814" y="1144"/>
                </a:lnTo>
                <a:lnTo>
                  <a:pt x="7544" y="949"/>
                </a:lnTo>
                <a:lnTo>
                  <a:pt x="8298" y="779"/>
                </a:lnTo>
                <a:lnTo>
                  <a:pt x="8323" y="803"/>
                </a:lnTo>
                <a:lnTo>
                  <a:pt x="8736" y="803"/>
                </a:lnTo>
                <a:lnTo>
                  <a:pt x="9685" y="779"/>
                </a:lnTo>
                <a:lnTo>
                  <a:pt x="10245" y="754"/>
                </a:lnTo>
                <a:close/>
                <a:moveTo>
                  <a:pt x="9588" y="0"/>
                </a:moveTo>
                <a:lnTo>
                  <a:pt x="9174" y="24"/>
                </a:lnTo>
                <a:lnTo>
                  <a:pt x="8761" y="122"/>
                </a:lnTo>
                <a:lnTo>
                  <a:pt x="7958" y="292"/>
                </a:lnTo>
                <a:lnTo>
                  <a:pt x="6984" y="511"/>
                </a:lnTo>
                <a:lnTo>
                  <a:pt x="6498" y="657"/>
                </a:lnTo>
                <a:lnTo>
                  <a:pt x="6035" y="779"/>
                </a:lnTo>
                <a:lnTo>
                  <a:pt x="5573" y="949"/>
                </a:lnTo>
                <a:lnTo>
                  <a:pt x="5135" y="1119"/>
                </a:lnTo>
                <a:lnTo>
                  <a:pt x="4721" y="1314"/>
                </a:lnTo>
                <a:lnTo>
                  <a:pt x="4332" y="1557"/>
                </a:lnTo>
                <a:lnTo>
                  <a:pt x="3943" y="1801"/>
                </a:lnTo>
                <a:lnTo>
                  <a:pt x="3578" y="2093"/>
                </a:lnTo>
                <a:lnTo>
                  <a:pt x="3213" y="2385"/>
                </a:lnTo>
                <a:lnTo>
                  <a:pt x="2872" y="2725"/>
                </a:lnTo>
                <a:lnTo>
                  <a:pt x="2580" y="3042"/>
                </a:lnTo>
                <a:lnTo>
                  <a:pt x="2288" y="3358"/>
                </a:lnTo>
                <a:lnTo>
                  <a:pt x="2021" y="3699"/>
                </a:lnTo>
                <a:lnTo>
                  <a:pt x="1777" y="4064"/>
                </a:lnTo>
                <a:lnTo>
                  <a:pt x="1534" y="4429"/>
                </a:lnTo>
                <a:lnTo>
                  <a:pt x="1315" y="4794"/>
                </a:lnTo>
                <a:lnTo>
                  <a:pt x="1120" y="5159"/>
                </a:lnTo>
                <a:lnTo>
                  <a:pt x="926" y="5548"/>
                </a:lnTo>
                <a:lnTo>
                  <a:pt x="780" y="5961"/>
                </a:lnTo>
                <a:lnTo>
                  <a:pt x="609" y="6351"/>
                </a:lnTo>
                <a:lnTo>
                  <a:pt x="488" y="6764"/>
                </a:lnTo>
                <a:lnTo>
                  <a:pt x="366" y="7178"/>
                </a:lnTo>
                <a:lnTo>
                  <a:pt x="269" y="7616"/>
                </a:lnTo>
                <a:lnTo>
                  <a:pt x="196" y="8030"/>
                </a:lnTo>
                <a:lnTo>
                  <a:pt x="123" y="8468"/>
                </a:lnTo>
                <a:lnTo>
                  <a:pt x="74" y="8906"/>
                </a:lnTo>
                <a:lnTo>
                  <a:pt x="25" y="9344"/>
                </a:lnTo>
                <a:lnTo>
                  <a:pt x="1" y="9782"/>
                </a:lnTo>
                <a:lnTo>
                  <a:pt x="25" y="10220"/>
                </a:lnTo>
                <a:lnTo>
                  <a:pt x="50" y="10633"/>
                </a:lnTo>
                <a:lnTo>
                  <a:pt x="98" y="11071"/>
                </a:lnTo>
                <a:lnTo>
                  <a:pt x="171" y="11485"/>
                </a:lnTo>
                <a:lnTo>
                  <a:pt x="244" y="11899"/>
                </a:lnTo>
                <a:lnTo>
                  <a:pt x="366" y="12288"/>
                </a:lnTo>
                <a:lnTo>
                  <a:pt x="488" y="12677"/>
                </a:lnTo>
                <a:lnTo>
                  <a:pt x="634" y="13067"/>
                </a:lnTo>
                <a:lnTo>
                  <a:pt x="804" y="13456"/>
                </a:lnTo>
                <a:lnTo>
                  <a:pt x="974" y="13821"/>
                </a:lnTo>
                <a:lnTo>
                  <a:pt x="1169" y="14186"/>
                </a:lnTo>
                <a:lnTo>
                  <a:pt x="1388" y="14526"/>
                </a:lnTo>
                <a:lnTo>
                  <a:pt x="1607" y="14891"/>
                </a:lnTo>
                <a:lnTo>
                  <a:pt x="1850" y="15208"/>
                </a:lnTo>
                <a:lnTo>
                  <a:pt x="2118" y="15548"/>
                </a:lnTo>
                <a:lnTo>
                  <a:pt x="2386" y="15840"/>
                </a:lnTo>
                <a:lnTo>
                  <a:pt x="2653" y="16157"/>
                </a:lnTo>
                <a:lnTo>
                  <a:pt x="2945" y="16449"/>
                </a:lnTo>
                <a:lnTo>
                  <a:pt x="3261" y="16741"/>
                </a:lnTo>
                <a:lnTo>
                  <a:pt x="3578" y="17008"/>
                </a:lnTo>
                <a:lnTo>
                  <a:pt x="3918" y="17252"/>
                </a:lnTo>
                <a:lnTo>
                  <a:pt x="4259" y="17495"/>
                </a:lnTo>
                <a:lnTo>
                  <a:pt x="4600" y="17738"/>
                </a:lnTo>
                <a:lnTo>
                  <a:pt x="4965" y="17957"/>
                </a:lnTo>
                <a:lnTo>
                  <a:pt x="5330" y="18176"/>
                </a:lnTo>
                <a:lnTo>
                  <a:pt x="5719" y="18371"/>
                </a:lnTo>
                <a:lnTo>
                  <a:pt x="6108" y="18541"/>
                </a:lnTo>
                <a:lnTo>
                  <a:pt x="6498" y="18712"/>
                </a:lnTo>
                <a:lnTo>
                  <a:pt x="6911" y="18858"/>
                </a:lnTo>
                <a:lnTo>
                  <a:pt x="7301" y="19004"/>
                </a:lnTo>
                <a:lnTo>
                  <a:pt x="7860" y="19150"/>
                </a:lnTo>
                <a:lnTo>
                  <a:pt x="8420" y="19271"/>
                </a:lnTo>
                <a:lnTo>
                  <a:pt x="8712" y="19320"/>
                </a:lnTo>
                <a:lnTo>
                  <a:pt x="8980" y="19344"/>
                </a:lnTo>
                <a:lnTo>
                  <a:pt x="9272" y="19344"/>
                </a:lnTo>
                <a:lnTo>
                  <a:pt x="9564" y="19320"/>
                </a:lnTo>
                <a:lnTo>
                  <a:pt x="9637" y="19344"/>
                </a:lnTo>
                <a:lnTo>
                  <a:pt x="10050" y="19296"/>
                </a:lnTo>
                <a:lnTo>
                  <a:pt x="10440" y="19223"/>
                </a:lnTo>
                <a:lnTo>
                  <a:pt x="11267" y="19028"/>
                </a:lnTo>
                <a:lnTo>
                  <a:pt x="12240" y="18809"/>
                </a:lnTo>
                <a:lnTo>
                  <a:pt x="12702" y="18687"/>
                </a:lnTo>
                <a:lnTo>
                  <a:pt x="13189" y="18566"/>
                </a:lnTo>
                <a:lnTo>
                  <a:pt x="13627" y="18395"/>
                </a:lnTo>
                <a:lnTo>
                  <a:pt x="14065" y="18225"/>
                </a:lnTo>
                <a:lnTo>
                  <a:pt x="14479" y="18006"/>
                </a:lnTo>
                <a:lnTo>
                  <a:pt x="14868" y="17787"/>
                </a:lnTo>
                <a:lnTo>
                  <a:pt x="15257" y="17519"/>
                </a:lnTo>
                <a:lnTo>
                  <a:pt x="15622" y="17252"/>
                </a:lnTo>
                <a:lnTo>
                  <a:pt x="15987" y="16960"/>
                </a:lnTo>
                <a:lnTo>
                  <a:pt x="16328" y="16619"/>
                </a:lnTo>
                <a:lnTo>
                  <a:pt x="16425" y="16522"/>
                </a:lnTo>
                <a:lnTo>
                  <a:pt x="16450" y="16522"/>
                </a:lnTo>
                <a:lnTo>
                  <a:pt x="16474" y="16473"/>
                </a:lnTo>
                <a:lnTo>
                  <a:pt x="16498" y="16449"/>
                </a:lnTo>
                <a:lnTo>
                  <a:pt x="16985" y="15913"/>
                </a:lnTo>
                <a:lnTo>
                  <a:pt x="17399" y="15354"/>
                </a:lnTo>
                <a:lnTo>
                  <a:pt x="17788" y="14745"/>
                </a:lnTo>
                <a:lnTo>
                  <a:pt x="18104" y="14137"/>
                </a:lnTo>
                <a:lnTo>
                  <a:pt x="18396" y="13505"/>
                </a:lnTo>
                <a:lnTo>
                  <a:pt x="18640" y="12823"/>
                </a:lnTo>
                <a:lnTo>
                  <a:pt x="18834" y="12166"/>
                </a:lnTo>
                <a:lnTo>
                  <a:pt x="19004" y="11461"/>
                </a:lnTo>
                <a:lnTo>
                  <a:pt x="19029" y="11412"/>
                </a:lnTo>
                <a:lnTo>
                  <a:pt x="19053" y="11339"/>
                </a:lnTo>
                <a:lnTo>
                  <a:pt x="19053" y="11290"/>
                </a:lnTo>
                <a:lnTo>
                  <a:pt x="19029" y="11217"/>
                </a:lnTo>
                <a:lnTo>
                  <a:pt x="19150" y="10439"/>
                </a:lnTo>
                <a:lnTo>
                  <a:pt x="19199" y="9903"/>
                </a:lnTo>
                <a:lnTo>
                  <a:pt x="19199" y="9344"/>
                </a:lnTo>
                <a:lnTo>
                  <a:pt x="19175" y="8833"/>
                </a:lnTo>
                <a:lnTo>
                  <a:pt x="19126" y="8297"/>
                </a:lnTo>
                <a:lnTo>
                  <a:pt x="19150" y="8224"/>
                </a:lnTo>
                <a:lnTo>
                  <a:pt x="19150" y="8151"/>
                </a:lnTo>
                <a:lnTo>
                  <a:pt x="19126" y="8078"/>
                </a:lnTo>
                <a:lnTo>
                  <a:pt x="19077" y="8005"/>
                </a:lnTo>
                <a:lnTo>
                  <a:pt x="19004" y="7616"/>
                </a:lnTo>
                <a:lnTo>
                  <a:pt x="18907" y="7227"/>
                </a:lnTo>
                <a:lnTo>
                  <a:pt x="18785" y="6862"/>
                </a:lnTo>
                <a:lnTo>
                  <a:pt x="18664" y="6472"/>
                </a:lnTo>
                <a:lnTo>
                  <a:pt x="18518" y="6107"/>
                </a:lnTo>
                <a:lnTo>
                  <a:pt x="18348" y="5767"/>
                </a:lnTo>
                <a:lnTo>
                  <a:pt x="18177" y="5402"/>
                </a:lnTo>
                <a:lnTo>
                  <a:pt x="17983" y="5061"/>
                </a:lnTo>
                <a:lnTo>
                  <a:pt x="17764" y="4721"/>
                </a:lnTo>
                <a:lnTo>
                  <a:pt x="17545" y="4404"/>
                </a:lnTo>
                <a:lnTo>
                  <a:pt x="17326" y="4088"/>
                </a:lnTo>
                <a:lnTo>
                  <a:pt x="17082" y="3772"/>
                </a:lnTo>
                <a:lnTo>
                  <a:pt x="16815" y="3480"/>
                </a:lnTo>
                <a:lnTo>
                  <a:pt x="16547" y="3188"/>
                </a:lnTo>
                <a:lnTo>
                  <a:pt x="16255" y="2896"/>
                </a:lnTo>
                <a:lnTo>
                  <a:pt x="15963" y="2628"/>
                </a:lnTo>
                <a:lnTo>
                  <a:pt x="16036" y="2579"/>
                </a:lnTo>
                <a:lnTo>
                  <a:pt x="16060" y="2555"/>
                </a:lnTo>
                <a:lnTo>
                  <a:pt x="16085" y="2506"/>
                </a:lnTo>
                <a:lnTo>
                  <a:pt x="16060" y="2433"/>
                </a:lnTo>
                <a:lnTo>
                  <a:pt x="16012" y="2360"/>
                </a:lnTo>
                <a:lnTo>
                  <a:pt x="15939" y="2336"/>
                </a:lnTo>
                <a:lnTo>
                  <a:pt x="15793" y="2336"/>
                </a:lnTo>
                <a:lnTo>
                  <a:pt x="15647" y="2360"/>
                </a:lnTo>
                <a:lnTo>
                  <a:pt x="15209" y="2020"/>
                </a:lnTo>
                <a:lnTo>
                  <a:pt x="15257" y="1947"/>
                </a:lnTo>
                <a:lnTo>
                  <a:pt x="15282" y="1898"/>
                </a:lnTo>
                <a:lnTo>
                  <a:pt x="15282" y="1849"/>
                </a:lnTo>
                <a:lnTo>
                  <a:pt x="15257" y="1825"/>
                </a:lnTo>
                <a:lnTo>
                  <a:pt x="15160" y="1776"/>
                </a:lnTo>
                <a:lnTo>
                  <a:pt x="15063" y="1752"/>
                </a:lnTo>
                <a:lnTo>
                  <a:pt x="14844" y="1752"/>
                </a:lnTo>
                <a:lnTo>
                  <a:pt x="14162" y="1338"/>
                </a:lnTo>
                <a:lnTo>
                  <a:pt x="13432" y="949"/>
                </a:lnTo>
                <a:lnTo>
                  <a:pt x="13067" y="779"/>
                </a:lnTo>
                <a:lnTo>
                  <a:pt x="12678" y="608"/>
                </a:lnTo>
                <a:lnTo>
                  <a:pt x="12289" y="462"/>
                </a:lnTo>
                <a:lnTo>
                  <a:pt x="11899" y="341"/>
                </a:lnTo>
                <a:lnTo>
                  <a:pt x="11364" y="170"/>
                </a:lnTo>
                <a:lnTo>
                  <a:pt x="10780" y="73"/>
                </a:lnTo>
                <a:lnTo>
                  <a:pt x="10513" y="24"/>
                </a:lnTo>
                <a:lnTo>
                  <a:pt x="10221" y="0"/>
                </a:lnTo>
                <a:lnTo>
                  <a:pt x="9929" y="0"/>
                </a:lnTo>
                <a:lnTo>
                  <a:pt x="9637" y="24"/>
                </a:lnTo>
                <a:lnTo>
                  <a:pt x="958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49" name="Google Shape;849;p39"/>
          <p:cNvSpPr/>
          <p:nvPr/>
        </p:nvSpPr>
        <p:spPr>
          <a:xfrm>
            <a:off x="5569065" y="3258911"/>
            <a:ext cx="359493" cy="364279"/>
          </a:xfrm>
          <a:custGeom>
            <a:avLst/>
            <a:gdLst/>
            <a:ahLst/>
            <a:cxnLst/>
            <a:rect l="l" t="t" r="r" b="b"/>
            <a:pathLst>
              <a:path w="16449" h="16668" extrusionOk="0">
                <a:moveTo>
                  <a:pt x="12288" y="1995"/>
                </a:moveTo>
                <a:lnTo>
                  <a:pt x="12093" y="2117"/>
                </a:lnTo>
                <a:lnTo>
                  <a:pt x="11923" y="2239"/>
                </a:lnTo>
                <a:lnTo>
                  <a:pt x="11655" y="2531"/>
                </a:lnTo>
                <a:lnTo>
                  <a:pt x="11461" y="2433"/>
                </a:lnTo>
                <a:lnTo>
                  <a:pt x="11874" y="2214"/>
                </a:lnTo>
                <a:lnTo>
                  <a:pt x="12288" y="1995"/>
                </a:lnTo>
                <a:close/>
                <a:moveTo>
                  <a:pt x="13261" y="2239"/>
                </a:moveTo>
                <a:lnTo>
                  <a:pt x="13359" y="2263"/>
                </a:lnTo>
                <a:lnTo>
                  <a:pt x="13456" y="2287"/>
                </a:lnTo>
                <a:lnTo>
                  <a:pt x="13529" y="2336"/>
                </a:lnTo>
                <a:lnTo>
                  <a:pt x="13578" y="2433"/>
                </a:lnTo>
                <a:lnTo>
                  <a:pt x="13626" y="2531"/>
                </a:lnTo>
                <a:lnTo>
                  <a:pt x="13675" y="2725"/>
                </a:lnTo>
                <a:lnTo>
                  <a:pt x="13651" y="2896"/>
                </a:lnTo>
                <a:lnTo>
                  <a:pt x="13626" y="3090"/>
                </a:lnTo>
                <a:lnTo>
                  <a:pt x="13578" y="3285"/>
                </a:lnTo>
                <a:lnTo>
                  <a:pt x="13480" y="3480"/>
                </a:lnTo>
                <a:lnTo>
                  <a:pt x="13383" y="3650"/>
                </a:lnTo>
                <a:lnTo>
                  <a:pt x="13188" y="4015"/>
                </a:lnTo>
                <a:lnTo>
                  <a:pt x="12969" y="3674"/>
                </a:lnTo>
                <a:lnTo>
                  <a:pt x="12702" y="3358"/>
                </a:lnTo>
                <a:lnTo>
                  <a:pt x="12410" y="3066"/>
                </a:lnTo>
                <a:lnTo>
                  <a:pt x="12093" y="2823"/>
                </a:lnTo>
                <a:lnTo>
                  <a:pt x="12288" y="2677"/>
                </a:lnTo>
                <a:lnTo>
                  <a:pt x="12483" y="2531"/>
                </a:lnTo>
                <a:lnTo>
                  <a:pt x="12726" y="2385"/>
                </a:lnTo>
                <a:lnTo>
                  <a:pt x="12945" y="2287"/>
                </a:lnTo>
                <a:lnTo>
                  <a:pt x="13164" y="2239"/>
                </a:lnTo>
                <a:close/>
                <a:moveTo>
                  <a:pt x="7981" y="3699"/>
                </a:moveTo>
                <a:lnTo>
                  <a:pt x="7981" y="3723"/>
                </a:lnTo>
                <a:lnTo>
                  <a:pt x="7932" y="3723"/>
                </a:lnTo>
                <a:lnTo>
                  <a:pt x="7908" y="3747"/>
                </a:lnTo>
                <a:lnTo>
                  <a:pt x="7835" y="3796"/>
                </a:lnTo>
                <a:lnTo>
                  <a:pt x="7786" y="3845"/>
                </a:lnTo>
                <a:lnTo>
                  <a:pt x="7738" y="3918"/>
                </a:lnTo>
                <a:lnTo>
                  <a:pt x="7689" y="3991"/>
                </a:lnTo>
                <a:lnTo>
                  <a:pt x="7689" y="4064"/>
                </a:lnTo>
                <a:lnTo>
                  <a:pt x="7689" y="4088"/>
                </a:lnTo>
                <a:lnTo>
                  <a:pt x="7689" y="4112"/>
                </a:lnTo>
                <a:lnTo>
                  <a:pt x="7689" y="4137"/>
                </a:lnTo>
                <a:lnTo>
                  <a:pt x="7689" y="4161"/>
                </a:lnTo>
                <a:lnTo>
                  <a:pt x="7689" y="4307"/>
                </a:lnTo>
                <a:lnTo>
                  <a:pt x="7738" y="4453"/>
                </a:lnTo>
                <a:lnTo>
                  <a:pt x="7786" y="4526"/>
                </a:lnTo>
                <a:lnTo>
                  <a:pt x="7859" y="4574"/>
                </a:lnTo>
                <a:lnTo>
                  <a:pt x="8030" y="4672"/>
                </a:lnTo>
                <a:lnTo>
                  <a:pt x="8176" y="4720"/>
                </a:lnTo>
                <a:lnTo>
                  <a:pt x="8297" y="4720"/>
                </a:lnTo>
                <a:lnTo>
                  <a:pt x="8395" y="4696"/>
                </a:lnTo>
                <a:lnTo>
                  <a:pt x="8492" y="4672"/>
                </a:lnTo>
                <a:lnTo>
                  <a:pt x="8589" y="4599"/>
                </a:lnTo>
                <a:lnTo>
                  <a:pt x="8662" y="4526"/>
                </a:lnTo>
                <a:lnTo>
                  <a:pt x="8711" y="4429"/>
                </a:lnTo>
                <a:lnTo>
                  <a:pt x="8711" y="4307"/>
                </a:lnTo>
                <a:lnTo>
                  <a:pt x="8711" y="4185"/>
                </a:lnTo>
                <a:lnTo>
                  <a:pt x="8662" y="4064"/>
                </a:lnTo>
                <a:lnTo>
                  <a:pt x="8614" y="3942"/>
                </a:lnTo>
                <a:lnTo>
                  <a:pt x="8541" y="3845"/>
                </a:lnTo>
                <a:lnTo>
                  <a:pt x="8468" y="3772"/>
                </a:lnTo>
                <a:lnTo>
                  <a:pt x="8370" y="3723"/>
                </a:lnTo>
                <a:lnTo>
                  <a:pt x="8273" y="3699"/>
                </a:lnTo>
                <a:close/>
                <a:moveTo>
                  <a:pt x="9830" y="3966"/>
                </a:moveTo>
                <a:lnTo>
                  <a:pt x="9709" y="3991"/>
                </a:lnTo>
                <a:lnTo>
                  <a:pt x="9611" y="4064"/>
                </a:lnTo>
                <a:lnTo>
                  <a:pt x="9538" y="4161"/>
                </a:lnTo>
                <a:lnTo>
                  <a:pt x="9514" y="4258"/>
                </a:lnTo>
                <a:lnTo>
                  <a:pt x="9490" y="4356"/>
                </a:lnTo>
                <a:lnTo>
                  <a:pt x="9514" y="4453"/>
                </a:lnTo>
                <a:lnTo>
                  <a:pt x="9563" y="4574"/>
                </a:lnTo>
                <a:lnTo>
                  <a:pt x="9636" y="4647"/>
                </a:lnTo>
                <a:lnTo>
                  <a:pt x="9757" y="4720"/>
                </a:lnTo>
                <a:lnTo>
                  <a:pt x="9879" y="4745"/>
                </a:lnTo>
                <a:lnTo>
                  <a:pt x="10025" y="4696"/>
                </a:lnTo>
                <a:lnTo>
                  <a:pt x="10098" y="4672"/>
                </a:lnTo>
                <a:lnTo>
                  <a:pt x="10147" y="4623"/>
                </a:lnTo>
                <a:lnTo>
                  <a:pt x="10244" y="4502"/>
                </a:lnTo>
                <a:lnTo>
                  <a:pt x="10268" y="4429"/>
                </a:lnTo>
                <a:lnTo>
                  <a:pt x="10268" y="4356"/>
                </a:lnTo>
                <a:lnTo>
                  <a:pt x="10244" y="4234"/>
                </a:lnTo>
                <a:lnTo>
                  <a:pt x="10220" y="4161"/>
                </a:lnTo>
                <a:lnTo>
                  <a:pt x="10147" y="4064"/>
                </a:lnTo>
                <a:lnTo>
                  <a:pt x="10074" y="4015"/>
                </a:lnTo>
                <a:lnTo>
                  <a:pt x="9952" y="3966"/>
                </a:lnTo>
                <a:close/>
                <a:moveTo>
                  <a:pt x="9125" y="5572"/>
                </a:moveTo>
                <a:lnTo>
                  <a:pt x="9003" y="5596"/>
                </a:lnTo>
                <a:lnTo>
                  <a:pt x="8881" y="5669"/>
                </a:lnTo>
                <a:lnTo>
                  <a:pt x="8808" y="5791"/>
                </a:lnTo>
                <a:lnTo>
                  <a:pt x="8784" y="5913"/>
                </a:lnTo>
                <a:lnTo>
                  <a:pt x="8808" y="6034"/>
                </a:lnTo>
                <a:lnTo>
                  <a:pt x="8881" y="6156"/>
                </a:lnTo>
                <a:lnTo>
                  <a:pt x="9003" y="6229"/>
                </a:lnTo>
                <a:lnTo>
                  <a:pt x="9125" y="6253"/>
                </a:lnTo>
                <a:lnTo>
                  <a:pt x="9246" y="6229"/>
                </a:lnTo>
                <a:lnTo>
                  <a:pt x="9368" y="6156"/>
                </a:lnTo>
                <a:lnTo>
                  <a:pt x="9441" y="6034"/>
                </a:lnTo>
                <a:lnTo>
                  <a:pt x="9465" y="5913"/>
                </a:lnTo>
                <a:lnTo>
                  <a:pt x="9441" y="5791"/>
                </a:lnTo>
                <a:lnTo>
                  <a:pt x="9368" y="5669"/>
                </a:lnTo>
                <a:lnTo>
                  <a:pt x="9246" y="5596"/>
                </a:lnTo>
                <a:lnTo>
                  <a:pt x="9125" y="5572"/>
                </a:lnTo>
                <a:close/>
                <a:moveTo>
                  <a:pt x="5013" y="9441"/>
                </a:moveTo>
                <a:lnTo>
                  <a:pt x="4842" y="9538"/>
                </a:lnTo>
                <a:lnTo>
                  <a:pt x="4672" y="9684"/>
                </a:lnTo>
                <a:lnTo>
                  <a:pt x="4502" y="9855"/>
                </a:lnTo>
                <a:lnTo>
                  <a:pt x="4356" y="10025"/>
                </a:lnTo>
                <a:lnTo>
                  <a:pt x="4112" y="10414"/>
                </a:lnTo>
                <a:lnTo>
                  <a:pt x="3918" y="10779"/>
                </a:lnTo>
                <a:lnTo>
                  <a:pt x="3723" y="11144"/>
                </a:lnTo>
                <a:lnTo>
                  <a:pt x="3650" y="11363"/>
                </a:lnTo>
                <a:lnTo>
                  <a:pt x="3553" y="11582"/>
                </a:lnTo>
                <a:lnTo>
                  <a:pt x="3504" y="11826"/>
                </a:lnTo>
                <a:lnTo>
                  <a:pt x="3480" y="12045"/>
                </a:lnTo>
                <a:lnTo>
                  <a:pt x="3480" y="12239"/>
                </a:lnTo>
                <a:lnTo>
                  <a:pt x="3528" y="12337"/>
                </a:lnTo>
                <a:lnTo>
                  <a:pt x="3577" y="12410"/>
                </a:lnTo>
                <a:lnTo>
                  <a:pt x="3601" y="12434"/>
                </a:lnTo>
                <a:lnTo>
                  <a:pt x="3626" y="12458"/>
                </a:lnTo>
                <a:lnTo>
                  <a:pt x="3650" y="12434"/>
                </a:lnTo>
                <a:lnTo>
                  <a:pt x="3674" y="12410"/>
                </a:lnTo>
                <a:lnTo>
                  <a:pt x="3747" y="12288"/>
                </a:lnTo>
                <a:lnTo>
                  <a:pt x="3772" y="12166"/>
                </a:lnTo>
                <a:lnTo>
                  <a:pt x="3820" y="11874"/>
                </a:lnTo>
                <a:lnTo>
                  <a:pt x="3869" y="11631"/>
                </a:lnTo>
                <a:lnTo>
                  <a:pt x="3966" y="11388"/>
                </a:lnTo>
                <a:lnTo>
                  <a:pt x="4137" y="10925"/>
                </a:lnTo>
                <a:lnTo>
                  <a:pt x="4331" y="10536"/>
                </a:lnTo>
                <a:lnTo>
                  <a:pt x="4575" y="10171"/>
                </a:lnTo>
                <a:lnTo>
                  <a:pt x="4818" y="9830"/>
                </a:lnTo>
                <a:lnTo>
                  <a:pt x="5061" y="9490"/>
                </a:lnTo>
                <a:lnTo>
                  <a:pt x="5061" y="9465"/>
                </a:lnTo>
                <a:lnTo>
                  <a:pt x="5061" y="9441"/>
                </a:lnTo>
                <a:close/>
                <a:moveTo>
                  <a:pt x="9003" y="2287"/>
                </a:moveTo>
                <a:lnTo>
                  <a:pt x="9319" y="2312"/>
                </a:lnTo>
                <a:lnTo>
                  <a:pt x="9611" y="2360"/>
                </a:lnTo>
                <a:lnTo>
                  <a:pt x="9928" y="2409"/>
                </a:lnTo>
                <a:lnTo>
                  <a:pt x="10220" y="2482"/>
                </a:lnTo>
                <a:lnTo>
                  <a:pt x="10512" y="2579"/>
                </a:lnTo>
                <a:lnTo>
                  <a:pt x="10804" y="2677"/>
                </a:lnTo>
                <a:lnTo>
                  <a:pt x="11071" y="2798"/>
                </a:lnTo>
                <a:lnTo>
                  <a:pt x="11339" y="2944"/>
                </a:lnTo>
                <a:lnTo>
                  <a:pt x="11582" y="3066"/>
                </a:lnTo>
                <a:lnTo>
                  <a:pt x="11826" y="3236"/>
                </a:lnTo>
                <a:lnTo>
                  <a:pt x="12020" y="3382"/>
                </a:lnTo>
                <a:lnTo>
                  <a:pt x="12215" y="3577"/>
                </a:lnTo>
                <a:lnTo>
                  <a:pt x="12580" y="3966"/>
                </a:lnTo>
                <a:lnTo>
                  <a:pt x="12921" y="4380"/>
                </a:lnTo>
                <a:lnTo>
                  <a:pt x="12410" y="5012"/>
                </a:lnTo>
                <a:lnTo>
                  <a:pt x="11874" y="5596"/>
                </a:lnTo>
                <a:lnTo>
                  <a:pt x="11339" y="6180"/>
                </a:lnTo>
                <a:lnTo>
                  <a:pt x="10804" y="6764"/>
                </a:lnTo>
                <a:lnTo>
                  <a:pt x="9684" y="7908"/>
                </a:lnTo>
                <a:lnTo>
                  <a:pt x="9149" y="8492"/>
                </a:lnTo>
                <a:lnTo>
                  <a:pt x="8614" y="9076"/>
                </a:lnTo>
                <a:lnTo>
                  <a:pt x="6667" y="11217"/>
                </a:lnTo>
                <a:lnTo>
                  <a:pt x="6302" y="11631"/>
                </a:lnTo>
                <a:lnTo>
                  <a:pt x="5889" y="12045"/>
                </a:lnTo>
                <a:lnTo>
                  <a:pt x="5499" y="12410"/>
                </a:lnTo>
                <a:lnTo>
                  <a:pt x="5061" y="12774"/>
                </a:lnTo>
                <a:lnTo>
                  <a:pt x="5061" y="12774"/>
                </a:lnTo>
                <a:lnTo>
                  <a:pt x="5110" y="12677"/>
                </a:lnTo>
                <a:lnTo>
                  <a:pt x="5329" y="12166"/>
                </a:lnTo>
                <a:lnTo>
                  <a:pt x="5572" y="11631"/>
                </a:lnTo>
                <a:lnTo>
                  <a:pt x="5597" y="11582"/>
                </a:lnTo>
                <a:lnTo>
                  <a:pt x="5548" y="11558"/>
                </a:lnTo>
                <a:lnTo>
                  <a:pt x="5499" y="11534"/>
                </a:lnTo>
                <a:lnTo>
                  <a:pt x="5475" y="11582"/>
                </a:lnTo>
                <a:lnTo>
                  <a:pt x="5183" y="11996"/>
                </a:lnTo>
                <a:lnTo>
                  <a:pt x="4915" y="12434"/>
                </a:lnTo>
                <a:lnTo>
                  <a:pt x="4745" y="12750"/>
                </a:lnTo>
                <a:lnTo>
                  <a:pt x="4648" y="12920"/>
                </a:lnTo>
                <a:lnTo>
                  <a:pt x="4599" y="13091"/>
                </a:lnTo>
                <a:lnTo>
                  <a:pt x="4477" y="13188"/>
                </a:lnTo>
                <a:lnTo>
                  <a:pt x="4404" y="13115"/>
                </a:lnTo>
                <a:lnTo>
                  <a:pt x="4258" y="13042"/>
                </a:lnTo>
                <a:lnTo>
                  <a:pt x="4331" y="12750"/>
                </a:lnTo>
                <a:lnTo>
                  <a:pt x="4404" y="12507"/>
                </a:lnTo>
                <a:lnTo>
                  <a:pt x="4526" y="12264"/>
                </a:lnTo>
                <a:lnTo>
                  <a:pt x="4769" y="11801"/>
                </a:lnTo>
                <a:lnTo>
                  <a:pt x="5232" y="11071"/>
                </a:lnTo>
                <a:lnTo>
                  <a:pt x="5694" y="10366"/>
                </a:lnTo>
                <a:lnTo>
                  <a:pt x="5718" y="10341"/>
                </a:lnTo>
                <a:lnTo>
                  <a:pt x="5694" y="10317"/>
                </a:lnTo>
                <a:lnTo>
                  <a:pt x="5670" y="10293"/>
                </a:lnTo>
                <a:lnTo>
                  <a:pt x="5645" y="10317"/>
                </a:lnTo>
                <a:lnTo>
                  <a:pt x="5037" y="11047"/>
                </a:lnTo>
                <a:lnTo>
                  <a:pt x="4745" y="11412"/>
                </a:lnTo>
                <a:lnTo>
                  <a:pt x="4477" y="11801"/>
                </a:lnTo>
                <a:lnTo>
                  <a:pt x="4331" y="12020"/>
                </a:lnTo>
                <a:lnTo>
                  <a:pt x="4185" y="12288"/>
                </a:lnTo>
                <a:lnTo>
                  <a:pt x="4064" y="12556"/>
                </a:lnTo>
                <a:lnTo>
                  <a:pt x="3966" y="12847"/>
                </a:lnTo>
                <a:lnTo>
                  <a:pt x="3674" y="12604"/>
                </a:lnTo>
                <a:lnTo>
                  <a:pt x="3407" y="12312"/>
                </a:lnTo>
                <a:lnTo>
                  <a:pt x="3188" y="11996"/>
                </a:lnTo>
                <a:lnTo>
                  <a:pt x="2969" y="11655"/>
                </a:lnTo>
                <a:lnTo>
                  <a:pt x="3066" y="11436"/>
                </a:lnTo>
                <a:lnTo>
                  <a:pt x="3139" y="11193"/>
                </a:lnTo>
                <a:lnTo>
                  <a:pt x="3236" y="10950"/>
                </a:lnTo>
                <a:lnTo>
                  <a:pt x="3358" y="10706"/>
                </a:lnTo>
                <a:lnTo>
                  <a:pt x="3626" y="10220"/>
                </a:lnTo>
                <a:lnTo>
                  <a:pt x="3869" y="9782"/>
                </a:lnTo>
                <a:lnTo>
                  <a:pt x="4161" y="9368"/>
                </a:lnTo>
                <a:lnTo>
                  <a:pt x="4453" y="8954"/>
                </a:lnTo>
                <a:lnTo>
                  <a:pt x="4769" y="8565"/>
                </a:lnTo>
                <a:lnTo>
                  <a:pt x="4794" y="8541"/>
                </a:lnTo>
                <a:lnTo>
                  <a:pt x="4769" y="8516"/>
                </a:lnTo>
                <a:lnTo>
                  <a:pt x="4745" y="8492"/>
                </a:lnTo>
                <a:lnTo>
                  <a:pt x="4721" y="8492"/>
                </a:lnTo>
                <a:lnTo>
                  <a:pt x="4331" y="8808"/>
                </a:lnTo>
                <a:lnTo>
                  <a:pt x="3991" y="9149"/>
                </a:lnTo>
                <a:lnTo>
                  <a:pt x="3699" y="9514"/>
                </a:lnTo>
                <a:lnTo>
                  <a:pt x="3407" y="9928"/>
                </a:lnTo>
                <a:lnTo>
                  <a:pt x="3236" y="10195"/>
                </a:lnTo>
                <a:lnTo>
                  <a:pt x="3042" y="10512"/>
                </a:lnTo>
                <a:lnTo>
                  <a:pt x="2871" y="10852"/>
                </a:lnTo>
                <a:lnTo>
                  <a:pt x="2798" y="11047"/>
                </a:lnTo>
                <a:lnTo>
                  <a:pt x="2750" y="11217"/>
                </a:lnTo>
                <a:lnTo>
                  <a:pt x="2579" y="10852"/>
                </a:lnTo>
                <a:lnTo>
                  <a:pt x="2458" y="10487"/>
                </a:lnTo>
                <a:lnTo>
                  <a:pt x="2579" y="10341"/>
                </a:lnTo>
                <a:lnTo>
                  <a:pt x="2652" y="10195"/>
                </a:lnTo>
                <a:lnTo>
                  <a:pt x="2798" y="9830"/>
                </a:lnTo>
                <a:lnTo>
                  <a:pt x="3236" y="8954"/>
                </a:lnTo>
                <a:lnTo>
                  <a:pt x="3455" y="8565"/>
                </a:lnTo>
                <a:lnTo>
                  <a:pt x="3699" y="8200"/>
                </a:lnTo>
                <a:lnTo>
                  <a:pt x="3966" y="7835"/>
                </a:lnTo>
                <a:lnTo>
                  <a:pt x="4185" y="7446"/>
                </a:lnTo>
                <a:lnTo>
                  <a:pt x="4210" y="7421"/>
                </a:lnTo>
                <a:lnTo>
                  <a:pt x="4185" y="7397"/>
                </a:lnTo>
                <a:lnTo>
                  <a:pt x="4161" y="7373"/>
                </a:lnTo>
                <a:lnTo>
                  <a:pt x="4137" y="7397"/>
                </a:lnTo>
                <a:lnTo>
                  <a:pt x="3966" y="7494"/>
                </a:lnTo>
                <a:lnTo>
                  <a:pt x="3820" y="7640"/>
                </a:lnTo>
                <a:lnTo>
                  <a:pt x="3674" y="7786"/>
                </a:lnTo>
                <a:lnTo>
                  <a:pt x="3528" y="7957"/>
                </a:lnTo>
                <a:lnTo>
                  <a:pt x="3285" y="8346"/>
                </a:lnTo>
                <a:lnTo>
                  <a:pt x="3066" y="8687"/>
                </a:lnTo>
                <a:lnTo>
                  <a:pt x="2798" y="9198"/>
                </a:lnTo>
                <a:lnTo>
                  <a:pt x="2555" y="9709"/>
                </a:lnTo>
                <a:lnTo>
                  <a:pt x="2458" y="9928"/>
                </a:lnTo>
                <a:lnTo>
                  <a:pt x="2360" y="10171"/>
                </a:lnTo>
                <a:lnTo>
                  <a:pt x="2239" y="9757"/>
                </a:lnTo>
                <a:lnTo>
                  <a:pt x="2166" y="9368"/>
                </a:lnTo>
                <a:lnTo>
                  <a:pt x="2239" y="9173"/>
                </a:lnTo>
                <a:lnTo>
                  <a:pt x="2385" y="8833"/>
                </a:lnTo>
                <a:lnTo>
                  <a:pt x="2555" y="8492"/>
                </a:lnTo>
                <a:lnTo>
                  <a:pt x="2725" y="8176"/>
                </a:lnTo>
                <a:lnTo>
                  <a:pt x="2920" y="7859"/>
                </a:lnTo>
                <a:lnTo>
                  <a:pt x="3309" y="7300"/>
                </a:lnTo>
                <a:lnTo>
                  <a:pt x="3528" y="7056"/>
                </a:lnTo>
                <a:lnTo>
                  <a:pt x="3747" y="6789"/>
                </a:lnTo>
                <a:lnTo>
                  <a:pt x="3893" y="6667"/>
                </a:lnTo>
                <a:lnTo>
                  <a:pt x="4088" y="6545"/>
                </a:lnTo>
                <a:lnTo>
                  <a:pt x="4234" y="6399"/>
                </a:lnTo>
                <a:lnTo>
                  <a:pt x="4380" y="6253"/>
                </a:lnTo>
                <a:lnTo>
                  <a:pt x="4356" y="6229"/>
                </a:lnTo>
                <a:lnTo>
                  <a:pt x="4283" y="6205"/>
                </a:lnTo>
                <a:lnTo>
                  <a:pt x="4185" y="6180"/>
                </a:lnTo>
                <a:lnTo>
                  <a:pt x="4064" y="6229"/>
                </a:lnTo>
                <a:lnTo>
                  <a:pt x="3942" y="6278"/>
                </a:lnTo>
                <a:lnTo>
                  <a:pt x="3820" y="6375"/>
                </a:lnTo>
                <a:lnTo>
                  <a:pt x="3699" y="6472"/>
                </a:lnTo>
                <a:lnTo>
                  <a:pt x="3455" y="6716"/>
                </a:lnTo>
                <a:lnTo>
                  <a:pt x="3236" y="6983"/>
                </a:lnTo>
                <a:lnTo>
                  <a:pt x="3017" y="7251"/>
                </a:lnTo>
                <a:lnTo>
                  <a:pt x="2750" y="7640"/>
                </a:lnTo>
                <a:lnTo>
                  <a:pt x="2579" y="7908"/>
                </a:lnTo>
                <a:lnTo>
                  <a:pt x="2409" y="8176"/>
                </a:lnTo>
                <a:lnTo>
                  <a:pt x="2239" y="8468"/>
                </a:lnTo>
                <a:lnTo>
                  <a:pt x="2093" y="8784"/>
                </a:lnTo>
                <a:lnTo>
                  <a:pt x="2093" y="8565"/>
                </a:lnTo>
                <a:lnTo>
                  <a:pt x="2093" y="8224"/>
                </a:lnTo>
                <a:lnTo>
                  <a:pt x="2239" y="7835"/>
                </a:lnTo>
                <a:lnTo>
                  <a:pt x="2385" y="7567"/>
                </a:lnTo>
                <a:lnTo>
                  <a:pt x="2506" y="7324"/>
                </a:lnTo>
                <a:lnTo>
                  <a:pt x="2823" y="6837"/>
                </a:lnTo>
                <a:lnTo>
                  <a:pt x="3139" y="6375"/>
                </a:lnTo>
                <a:lnTo>
                  <a:pt x="3309" y="6156"/>
                </a:lnTo>
                <a:lnTo>
                  <a:pt x="3504" y="5961"/>
                </a:lnTo>
                <a:lnTo>
                  <a:pt x="3723" y="5742"/>
                </a:lnTo>
                <a:lnTo>
                  <a:pt x="3942" y="5572"/>
                </a:lnTo>
                <a:lnTo>
                  <a:pt x="4161" y="5402"/>
                </a:lnTo>
                <a:lnTo>
                  <a:pt x="4404" y="5256"/>
                </a:lnTo>
                <a:lnTo>
                  <a:pt x="4429" y="5207"/>
                </a:lnTo>
                <a:lnTo>
                  <a:pt x="4429" y="5158"/>
                </a:lnTo>
                <a:lnTo>
                  <a:pt x="4380" y="5110"/>
                </a:lnTo>
                <a:lnTo>
                  <a:pt x="4331" y="5110"/>
                </a:lnTo>
                <a:lnTo>
                  <a:pt x="4088" y="5207"/>
                </a:lnTo>
                <a:lnTo>
                  <a:pt x="3845" y="5353"/>
                </a:lnTo>
                <a:lnTo>
                  <a:pt x="3626" y="5499"/>
                </a:lnTo>
                <a:lnTo>
                  <a:pt x="3431" y="5645"/>
                </a:lnTo>
                <a:lnTo>
                  <a:pt x="3236" y="5840"/>
                </a:lnTo>
                <a:lnTo>
                  <a:pt x="3042" y="6034"/>
                </a:lnTo>
                <a:lnTo>
                  <a:pt x="2701" y="6424"/>
                </a:lnTo>
                <a:lnTo>
                  <a:pt x="2409" y="6837"/>
                </a:lnTo>
                <a:lnTo>
                  <a:pt x="2166" y="7251"/>
                </a:lnTo>
                <a:lnTo>
                  <a:pt x="2239" y="6910"/>
                </a:lnTo>
                <a:lnTo>
                  <a:pt x="2312" y="6570"/>
                </a:lnTo>
                <a:lnTo>
                  <a:pt x="2409" y="6229"/>
                </a:lnTo>
                <a:lnTo>
                  <a:pt x="2531" y="5888"/>
                </a:lnTo>
                <a:lnTo>
                  <a:pt x="2774" y="5621"/>
                </a:lnTo>
                <a:lnTo>
                  <a:pt x="3042" y="5402"/>
                </a:lnTo>
                <a:lnTo>
                  <a:pt x="3626" y="4964"/>
                </a:lnTo>
                <a:lnTo>
                  <a:pt x="3650" y="4915"/>
                </a:lnTo>
                <a:lnTo>
                  <a:pt x="3650" y="4866"/>
                </a:lnTo>
                <a:lnTo>
                  <a:pt x="3626" y="4818"/>
                </a:lnTo>
                <a:lnTo>
                  <a:pt x="3407" y="4818"/>
                </a:lnTo>
                <a:lnTo>
                  <a:pt x="3261" y="4866"/>
                </a:lnTo>
                <a:lnTo>
                  <a:pt x="3090" y="4939"/>
                </a:lnTo>
                <a:lnTo>
                  <a:pt x="2944" y="5012"/>
                </a:lnTo>
                <a:lnTo>
                  <a:pt x="3236" y="4574"/>
                </a:lnTo>
                <a:lnTo>
                  <a:pt x="3577" y="4161"/>
                </a:lnTo>
                <a:lnTo>
                  <a:pt x="3747" y="3966"/>
                </a:lnTo>
                <a:lnTo>
                  <a:pt x="3942" y="3796"/>
                </a:lnTo>
                <a:lnTo>
                  <a:pt x="4137" y="3626"/>
                </a:lnTo>
                <a:lnTo>
                  <a:pt x="4356" y="3480"/>
                </a:lnTo>
                <a:lnTo>
                  <a:pt x="4623" y="3309"/>
                </a:lnTo>
                <a:lnTo>
                  <a:pt x="4867" y="3163"/>
                </a:lnTo>
                <a:lnTo>
                  <a:pt x="5426" y="2896"/>
                </a:lnTo>
                <a:lnTo>
                  <a:pt x="5986" y="2677"/>
                </a:lnTo>
                <a:lnTo>
                  <a:pt x="6594" y="2506"/>
                </a:lnTo>
                <a:lnTo>
                  <a:pt x="7178" y="2385"/>
                </a:lnTo>
                <a:lnTo>
                  <a:pt x="7786" y="2312"/>
                </a:lnTo>
                <a:lnTo>
                  <a:pt x="8419" y="2287"/>
                </a:lnTo>
                <a:close/>
                <a:moveTo>
                  <a:pt x="2506" y="11947"/>
                </a:moveTo>
                <a:lnTo>
                  <a:pt x="2798" y="12410"/>
                </a:lnTo>
                <a:lnTo>
                  <a:pt x="2969" y="12628"/>
                </a:lnTo>
                <a:lnTo>
                  <a:pt x="3139" y="12823"/>
                </a:lnTo>
                <a:lnTo>
                  <a:pt x="3334" y="12993"/>
                </a:lnTo>
                <a:lnTo>
                  <a:pt x="3528" y="13188"/>
                </a:lnTo>
                <a:lnTo>
                  <a:pt x="3723" y="13334"/>
                </a:lnTo>
                <a:lnTo>
                  <a:pt x="3918" y="13480"/>
                </a:lnTo>
                <a:lnTo>
                  <a:pt x="3528" y="13675"/>
                </a:lnTo>
                <a:lnTo>
                  <a:pt x="3309" y="13748"/>
                </a:lnTo>
                <a:lnTo>
                  <a:pt x="3090" y="13821"/>
                </a:lnTo>
                <a:lnTo>
                  <a:pt x="2871" y="13845"/>
                </a:lnTo>
                <a:lnTo>
                  <a:pt x="2677" y="13845"/>
                </a:lnTo>
                <a:lnTo>
                  <a:pt x="2506" y="13796"/>
                </a:lnTo>
                <a:lnTo>
                  <a:pt x="2409" y="13772"/>
                </a:lnTo>
                <a:lnTo>
                  <a:pt x="2336" y="13723"/>
                </a:lnTo>
                <a:lnTo>
                  <a:pt x="2239" y="13626"/>
                </a:lnTo>
                <a:lnTo>
                  <a:pt x="2190" y="13553"/>
                </a:lnTo>
                <a:lnTo>
                  <a:pt x="2141" y="13456"/>
                </a:lnTo>
                <a:lnTo>
                  <a:pt x="2117" y="13358"/>
                </a:lnTo>
                <a:lnTo>
                  <a:pt x="2117" y="13139"/>
                </a:lnTo>
                <a:lnTo>
                  <a:pt x="2166" y="12896"/>
                </a:lnTo>
                <a:lnTo>
                  <a:pt x="2239" y="12653"/>
                </a:lnTo>
                <a:lnTo>
                  <a:pt x="2336" y="12410"/>
                </a:lnTo>
                <a:lnTo>
                  <a:pt x="2506" y="11947"/>
                </a:lnTo>
                <a:close/>
                <a:moveTo>
                  <a:pt x="14064" y="6570"/>
                </a:moveTo>
                <a:lnTo>
                  <a:pt x="14113" y="6740"/>
                </a:lnTo>
                <a:lnTo>
                  <a:pt x="14162" y="6910"/>
                </a:lnTo>
                <a:lnTo>
                  <a:pt x="14210" y="7105"/>
                </a:lnTo>
                <a:lnTo>
                  <a:pt x="14235" y="7324"/>
                </a:lnTo>
                <a:lnTo>
                  <a:pt x="14235" y="7713"/>
                </a:lnTo>
                <a:lnTo>
                  <a:pt x="14235" y="8078"/>
                </a:lnTo>
                <a:lnTo>
                  <a:pt x="14235" y="8541"/>
                </a:lnTo>
                <a:lnTo>
                  <a:pt x="14210" y="9003"/>
                </a:lnTo>
                <a:lnTo>
                  <a:pt x="14162" y="9465"/>
                </a:lnTo>
                <a:lnTo>
                  <a:pt x="14064" y="9928"/>
                </a:lnTo>
                <a:lnTo>
                  <a:pt x="13943" y="10341"/>
                </a:lnTo>
                <a:lnTo>
                  <a:pt x="13797" y="10731"/>
                </a:lnTo>
                <a:lnTo>
                  <a:pt x="13602" y="11120"/>
                </a:lnTo>
                <a:lnTo>
                  <a:pt x="13383" y="11485"/>
                </a:lnTo>
                <a:lnTo>
                  <a:pt x="13140" y="11850"/>
                </a:lnTo>
                <a:lnTo>
                  <a:pt x="12848" y="12166"/>
                </a:lnTo>
                <a:lnTo>
                  <a:pt x="12556" y="12483"/>
                </a:lnTo>
                <a:lnTo>
                  <a:pt x="12239" y="12799"/>
                </a:lnTo>
                <a:lnTo>
                  <a:pt x="12191" y="12726"/>
                </a:lnTo>
                <a:lnTo>
                  <a:pt x="12142" y="12701"/>
                </a:lnTo>
                <a:lnTo>
                  <a:pt x="12020" y="12628"/>
                </a:lnTo>
                <a:lnTo>
                  <a:pt x="11972" y="12628"/>
                </a:lnTo>
                <a:lnTo>
                  <a:pt x="11947" y="12653"/>
                </a:lnTo>
                <a:lnTo>
                  <a:pt x="11947" y="12677"/>
                </a:lnTo>
                <a:lnTo>
                  <a:pt x="11947" y="12726"/>
                </a:lnTo>
                <a:lnTo>
                  <a:pt x="11996" y="12774"/>
                </a:lnTo>
                <a:lnTo>
                  <a:pt x="12020" y="12823"/>
                </a:lnTo>
                <a:lnTo>
                  <a:pt x="12045" y="12969"/>
                </a:lnTo>
                <a:lnTo>
                  <a:pt x="11680" y="13237"/>
                </a:lnTo>
                <a:lnTo>
                  <a:pt x="11582" y="13018"/>
                </a:lnTo>
                <a:lnTo>
                  <a:pt x="11558" y="12896"/>
                </a:lnTo>
                <a:lnTo>
                  <a:pt x="11534" y="12774"/>
                </a:lnTo>
                <a:lnTo>
                  <a:pt x="11509" y="12726"/>
                </a:lnTo>
                <a:lnTo>
                  <a:pt x="11461" y="12701"/>
                </a:lnTo>
                <a:lnTo>
                  <a:pt x="11412" y="12726"/>
                </a:lnTo>
                <a:lnTo>
                  <a:pt x="11388" y="12774"/>
                </a:lnTo>
                <a:lnTo>
                  <a:pt x="11363" y="13115"/>
                </a:lnTo>
                <a:lnTo>
                  <a:pt x="11363" y="13285"/>
                </a:lnTo>
                <a:lnTo>
                  <a:pt x="11388" y="13431"/>
                </a:lnTo>
                <a:lnTo>
                  <a:pt x="11266" y="13529"/>
                </a:lnTo>
                <a:lnTo>
                  <a:pt x="11096" y="13626"/>
                </a:lnTo>
                <a:lnTo>
                  <a:pt x="11023" y="13310"/>
                </a:lnTo>
                <a:lnTo>
                  <a:pt x="10925" y="12993"/>
                </a:lnTo>
                <a:lnTo>
                  <a:pt x="10877" y="12969"/>
                </a:lnTo>
                <a:lnTo>
                  <a:pt x="10828" y="12993"/>
                </a:lnTo>
                <a:lnTo>
                  <a:pt x="10779" y="13188"/>
                </a:lnTo>
                <a:lnTo>
                  <a:pt x="10779" y="13383"/>
                </a:lnTo>
                <a:lnTo>
                  <a:pt x="10804" y="13577"/>
                </a:lnTo>
                <a:lnTo>
                  <a:pt x="10852" y="13772"/>
                </a:lnTo>
                <a:lnTo>
                  <a:pt x="10487" y="13918"/>
                </a:lnTo>
                <a:lnTo>
                  <a:pt x="10487" y="13821"/>
                </a:lnTo>
                <a:lnTo>
                  <a:pt x="10463" y="13480"/>
                </a:lnTo>
                <a:lnTo>
                  <a:pt x="10439" y="13310"/>
                </a:lnTo>
                <a:lnTo>
                  <a:pt x="10414" y="13139"/>
                </a:lnTo>
                <a:lnTo>
                  <a:pt x="10390" y="13091"/>
                </a:lnTo>
                <a:lnTo>
                  <a:pt x="10293" y="13091"/>
                </a:lnTo>
                <a:lnTo>
                  <a:pt x="10268" y="13139"/>
                </a:lnTo>
                <a:lnTo>
                  <a:pt x="10195" y="13480"/>
                </a:lnTo>
                <a:lnTo>
                  <a:pt x="10195" y="13821"/>
                </a:lnTo>
                <a:lnTo>
                  <a:pt x="10171" y="14040"/>
                </a:lnTo>
                <a:lnTo>
                  <a:pt x="9782" y="14186"/>
                </a:lnTo>
                <a:lnTo>
                  <a:pt x="9806" y="13845"/>
                </a:lnTo>
                <a:lnTo>
                  <a:pt x="9879" y="13504"/>
                </a:lnTo>
                <a:lnTo>
                  <a:pt x="9928" y="13164"/>
                </a:lnTo>
                <a:lnTo>
                  <a:pt x="9952" y="12823"/>
                </a:lnTo>
                <a:lnTo>
                  <a:pt x="9952" y="12774"/>
                </a:lnTo>
                <a:lnTo>
                  <a:pt x="9928" y="12750"/>
                </a:lnTo>
                <a:lnTo>
                  <a:pt x="9879" y="12726"/>
                </a:lnTo>
                <a:lnTo>
                  <a:pt x="9806" y="12750"/>
                </a:lnTo>
                <a:lnTo>
                  <a:pt x="9757" y="12799"/>
                </a:lnTo>
                <a:lnTo>
                  <a:pt x="9636" y="13139"/>
                </a:lnTo>
                <a:lnTo>
                  <a:pt x="9490" y="13504"/>
                </a:lnTo>
                <a:lnTo>
                  <a:pt x="9417" y="13894"/>
                </a:lnTo>
                <a:lnTo>
                  <a:pt x="9392" y="14088"/>
                </a:lnTo>
                <a:lnTo>
                  <a:pt x="9368" y="14283"/>
                </a:lnTo>
                <a:lnTo>
                  <a:pt x="9125" y="14332"/>
                </a:lnTo>
                <a:lnTo>
                  <a:pt x="9125" y="14064"/>
                </a:lnTo>
                <a:lnTo>
                  <a:pt x="9149" y="13821"/>
                </a:lnTo>
                <a:lnTo>
                  <a:pt x="9173" y="13431"/>
                </a:lnTo>
                <a:lnTo>
                  <a:pt x="9222" y="13237"/>
                </a:lnTo>
                <a:lnTo>
                  <a:pt x="9246" y="13139"/>
                </a:lnTo>
                <a:lnTo>
                  <a:pt x="9295" y="13091"/>
                </a:lnTo>
                <a:lnTo>
                  <a:pt x="9295" y="13066"/>
                </a:lnTo>
                <a:lnTo>
                  <a:pt x="9295" y="13042"/>
                </a:lnTo>
                <a:lnTo>
                  <a:pt x="9246" y="13042"/>
                </a:lnTo>
                <a:lnTo>
                  <a:pt x="9173" y="13091"/>
                </a:lnTo>
                <a:lnTo>
                  <a:pt x="9125" y="13139"/>
                </a:lnTo>
                <a:lnTo>
                  <a:pt x="9027" y="13310"/>
                </a:lnTo>
                <a:lnTo>
                  <a:pt x="8954" y="13480"/>
                </a:lnTo>
                <a:lnTo>
                  <a:pt x="8906" y="13650"/>
                </a:lnTo>
                <a:lnTo>
                  <a:pt x="8808" y="13991"/>
                </a:lnTo>
                <a:lnTo>
                  <a:pt x="8784" y="14210"/>
                </a:lnTo>
                <a:lnTo>
                  <a:pt x="8784" y="14405"/>
                </a:lnTo>
                <a:lnTo>
                  <a:pt x="8443" y="14453"/>
                </a:lnTo>
                <a:lnTo>
                  <a:pt x="8443" y="14332"/>
                </a:lnTo>
                <a:lnTo>
                  <a:pt x="8492" y="13894"/>
                </a:lnTo>
                <a:lnTo>
                  <a:pt x="8589" y="13456"/>
                </a:lnTo>
                <a:lnTo>
                  <a:pt x="8735" y="13042"/>
                </a:lnTo>
                <a:lnTo>
                  <a:pt x="8833" y="12847"/>
                </a:lnTo>
                <a:lnTo>
                  <a:pt x="8930" y="12653"/>
                </a:lnTo>
                <a:lnTo>
                  <a:pt x="8930" y="12628"/>
                </a:lnTo>
                <a:lnTo>
                  <a:pt x="8906" y="12580"/>
                </a:lnTo>
                <a:lnTo>
                  <a:pt x="8881" y="12580"/>
                </a:lnTo>
                <a:lnTo>
                  <a:pt x="8857" y="12604"/>
                </a:lnTo>
                <a:lnTo>
                  <a:pt x="8687" y="12799"/>
                </a:lnTo>
                <a:lnTo>
                  <a:pt x="8516" y="12993"/>
                </a:lnTo>
                <a:lnTo>
                  <a:pt x="8395" y="13237"/>
                </a:lnTo>
                <a:lnTo>
                  <a:pt x="8297" y="13456"/>
                </a:lnTo>
                <a:lnTo>
                  <a:pt x="8200" y="13723"/>
                </a:lnTo>
                <a:lnTo>
                  <a:pt x="8127" y="13967"/>
                </a:lnTo>
                <a:lnTo>
                  <a:pt x="8103" y="14234"/>
                </a:lnTo>
                <a:lnTo>
                  <a:pt x="8078" y="14478"/>
                </a:lnTo>
                <a:lnTo>
                  <a:pt x="7762" y="14502"/>
                </a:lnTo>
                <a:lnTo>
                  <a:pt x="7811" y="14259"/>
                </a:lnTo>
                <a:lnTo>
                  <a:pt x="7859" y="14113"/>
                </a:lnTo>
                <a:lnTo>
                  <a:pt x="7908" y="13967"/>
                </a:lnTo>
                <a:lnTo>
                  <a:pt x="7957" y="13796"/>
                </a:lnTo>
                <a:lnTo>
                  <a:pt x="7981" y="13650"/>
                </a:lnTo>
                <a:lnTo>
                  <a:pt x="7957" y="13602"/>
                </a:lnTo>
                <a:lnTo>
                  <a:pt x="7932" y="13577"/>
                </a:lnTo>
                <a:lnTo>
                  <a:pt x="7884" y="13577"/>
                </a:lnTo>
                <a:lnTo>
                  <a:pt x="7811" y="13626"/>
                </a:lnTo>
                <a:lnTo>
                  <a:pt x="7738" y="13699"/>
                </a:lnTo>
                <a:lnTo>
                  <a:pt x="7689" y="13772"/>
                </a:lnTo>
                <a:lnTo>
                  <a:pt x="7640" y="13869"/>
                </a:lnTo>
                <a:lnTo>
                  <a:pt x="7567" y="14064"/>
                </a:lnTo>
                <a:lnTo>
                  <a:pt x="7519" y="14259"/>
                </a:lnTo>
                <a:lnTo>
                  <a:pt x="7446" y="14526"/>
                </a:lnTo>
                <a:lnTo>
                  <a:pt x="7105" y="14526"/>
                </a:lnTo>
                <a:lnTo>
                  <a:pt x="7129" y="14380"/>
                </a:lnTo>
                <a:lnTo>
                  <a:pt x="7178" y="14210"/>
                </a:lnTo>
                <a:lnTo>
                  <a:pt x="7300" y="13894"/>
                </a:lnTo>
                <a:lnTo>
                  <a:pt x="7421" y="13577"/>
                </a:lnTo>
                <a:lnTo>
                  <a:pt x="7421" y="13529"/>
                </a:lnTo>
                <a:lnTo>
                  <a:pt x="7397" y="13504"/>
                </a:lnTo>
                <a:lnTo>
                  <a:pt x="7324" y="13504"/>
                </a:lnTo>
                <a:lnTo>
                  <a:pt x="7154" y="13650"/>
                </a:lnTo>
                <a:lnTo>
                  <a:pt x="7008" y="13821"/>
                </a:lnTo>
                <a:lnTo>
                  <a:pt x="6886" y="13991"/>
                </a:lnTo>
                <a:lnTo>
                  <a:pt x="6789" y="14210"/>
                </a:lnTo>
                <a:lnTo>
                  <a:pt x="6740" y="14332"/>
                </a:lnTo>
                <a:lnTo>
                  <a:pt x="6716" y="14502"/>
                </a:lnTo>
                <a:lnTo>
                  <a:pt x="6497" y="14453"/>
                </a:lnTo>
                <a:lnTo>
                  <a:pt x="6302" y="14380"/>
                </a:lnTo>
                <a:lnTo>
                  <a:pt x="5889" y="14210"/>
                </a:lnTo>
                <a:lnTo>
                  <a:pt x="7008" y="13358"/>
                </a:lnTo>
                <a:lnTo>
                  <a:pt x="8078" y="12458"/>
                </a:lnTo>
                <a:lnTo>
                  <a:pt x="8881" y="11777"/>
                </a:lnTo>
                <a:lnTo>
                  <a:pt x="9271" y="11436"/>
                </a:lnTo>
                <a:lnTo>
                  <a:pt x="9684" y="11120"/>
                </a:lnTo>
                <a:lnTo>
                  <a:pt x="10463" y="10512"/>
                </a:lnTo>
                <a:lnTo>
                  <a:pt x="10828" y="10195"/>
                </a:lnTo>
                <a:lnTo>
                  <a:pt x="11193" y="9855"/>
                </a:lnTo>
                <a:lnTo>
                  <a:pt x="11388" y="9636"/>
                </a:lnTo>
                <a:lnTo>
                  <a:pt x="11582" y="9417"/>
                </a:lnTo>
                <a:lnTo>
                  <a:pt x="11923" y="8930"/>
                </a:lnTo>
                <a:lnTo>
                  <a:pt x="12264" y="8443"/>
                </a:lnTo>
                <a:lnTo>
                  <a:pt x="12434" y="8200"/>
                </a:lnTo>
                <a:lnTo>
                  <a:pt x="12629" y="7981"/>
                </a:lnTo>
                <a:lnTo>
                  <a:pt x="12969" y="7616"/>
                </a:lnTo>
                <a:lnTo>
                  <a:pt x="13334" y="7251"/>
                </a:lnTo>
                <a:lnTo>
                  <a:pt x="13699" y="6910"/>
                </a:lnTo>
                <a:lnTo>
                  <a:pt x="14064" y="6570"/>
                </a:lnTo>
                <a:close/>
                <a:moveTo>
                  <a:pt x="14356" y="1460"/>
                </a:moveTo>
                <a:lnTo>
                  <a:pt x="14575" y="1509"/>
                </a:lnTo>
                <a:lnTo>
                  <a:pt x="14721" y="1582"/>
                </a:lnTo>
                <a:lnTo>
                  <a:pt x="14843" y="1679"/>
                </a:lnTo>
                <a:lnTo>
                  <a:pt x="14916" y="1825"/>
                </a:lnTo>
                <a:lnTo>
                  <a:pt x="14964" y="1971"/>
                </a:lnTo>
                <a:lnTo>
                  <a:pt x="14989" y="2141"/>
                </a:lnTo>
                <a:lnTo>
                  <a:pt x="14964" y="2312"/>
                </a:lnTo>
                <a:lnTo>
                  <a:pt x="14940" y="2506"/>
                </a:lnTo>
                <a:lnTo>
                  <a:pt x="14867" y="2701"/>
                </a:lnTo>
                <a:lnTo>
                  <a:pt x="14721" y="3090"/>
                </a:lnTo>
                <a:lnTo>
                  <a:pt x="14551" y="3455"/>
                </a:lnTo>
                <a:lnTo>
                  <a:pt x="14381" y="3747"/>
                </a:lnTo>
                <a:lnTo>
                  <a:pt x="14162" y="4112"/>
                </a:lnTo>
                <a:lnTo>
                  <a:pt x="13918" y="4477"/>
                </a:lnTo>
                <a:lnTo>
                  <a:pt x="13432" y="5183"/>
                </a:lnTo>
                <a:lnTo>
                  <a:pt x="12385" y="6545"/>
                </a:lnTo>
                <a:lnTo>
                  <a:pt x="12045" y="7008"/>
                </a:lnTo>
                <a:lnTo>
                  <a:pt x="11704" y="7421"/>
                </a:lnTo>
                <a:lnTo>
                  <a:pt x="11339" y="7835"/>
                </a:lnTo>
                <a:lnTo>
                  <a:pt x="10950" y="8224"/>
                </a:lnTo>
                <a:lnTo>
                  <a:pt x="10560" y="8614"/>
                </a:lnTo>
                <a:lnTo>
                  <a:pt x="10171" y="9003"/>
                </a:lnTo>
                <a:lnTo>
                  <a:pt x="9319" y="9733"/>
                </a:lnTo>
                <a:lnTo>
                  <a:pt x="8565" y="10341"/>
                </a:lnTo>
                <a:lnTo>
                  <a:pt x="7835" y="10974"/>
                </a:lnTo>
                <a:lnTo>
                  <a:pt x="7129" y="11607"/>
                </a:lnTo>
                <a:lnTo>
                  <a:pt x="6789" y="11947"/>
                </a:lnTo>
                <a:lnTo>
                  <a:pt x="6448" y="12288"/>
                </a:lnTo>
                <a:lnTo>
                  <a:pt x="5791" y="12945"/>
                </a:lnTo>
                <a:lnTo>
                  <a:pt x="5134" y="13602"/>
                </a:lnTo>
                <a:lnTo>
                  <a:pt x="4794" y="13918"/>
                </a:lnTo>
                <a:lnTo>
                  <a:pt x="4429" y="14210"/>
                </a:lnTo>
                <a:lnTo>
                  <a:pt x="4064" y="14478"/>
                </a:lnTo>
                <a:lnTo>
                  <a:pt x="3674" y="14745"/>
                </a:lnTo>
                <a:lnTo>
                  <a:pt x="3431" y="14891"/>
                </a:lnTo>
                <a:lnTo>
                  <a:pt x="3115" y="15037"/>
                </a:lnTo>
                <a:lnTo>
                  <a:pt x="2750" y="15208"/>
                </a:lnTo>
                <a:lnTo>
                  <a:pt x="2360" y="15305"/>
                </a:lnTo>
                <a:lnTo>
                  <a:pt x="2166" y="15354"/>
                </a:lnTo>
                <a:lnTo>
                  <a:pt x="1971" y="15378"/>
                </a:lnTo>
                <a:lnTo>
                  <a:pt x="1776" y="15402"/>
                </a:lnTo>
                <a:lnTo>
                  <a:pt x="1606" y="15378"/>
                </a:lnTo>
                <a:lnTo>
                  <a:pt x="1460" y="15329"/>
                </a:lnTo>
                <a:lnTo>
                  <a:pt x="1314" y="15256"/>
                </a:lnTo>
                <a:lnTo>
                  <a:pt x="1192" y="15159"/>
                </a:lnTo>
                <a:lnTo>
                  <a:pt x="1095" y="15037"/>
                </a:lnTo>
                <a:lnTo>
                  <a:pt x="1022" y="14867"/>
                </a:lnTo>
                <a:lnTo>
                  <a:pt x="973" y="14672"/>
                </a:lnTo>
                <a:lnTo>
                  <a:pt x="973" y="14478"/>
                </a:lnTo>
                <a:lnTo>
                  <a:pt x="973" y="14283"/>
                </a:lnTo>
                <a:lnTo>
                  <a:pt x="998" y="14064"/>
                </a:lnTo>
                <a:lnTo>
                  <a:pt x="1046" y="13869"/>
                </a:lnTo>
                <a:lnTo>
                  <a:pt x="1168" y="13456"/>
                </a:lnTo>
                <a:lnTo>
                  <a:pt x="1752" y="12288"/>
                </a:lnTo>
                <a:lnTo>
                  <a:pt x="2020" y="11753"/>
                </a:lnTo>
                <a:lnTo>
                  <a:pt x="2141" y="11558"/>
                </a:lnTo>
                <a:lnTo>
                  <a:pt x="2190" y="11485"/>
                </a:lnTo>
                <a:lnTo>
                  <a:pt x="2239" y="11436"/>
                </a:lnTo>
                <a:lnTo>
                  <a:pt x="2287" y="11534"/>
                </a:lnTo>
                <a:lnTo>
                  <a:pt x="2263" y="11558"/>
                </a:lnTo>
                <a:lnTo>
                  <a:pt x="1995" y="12118"/>
                </a:lnTo>
                <a:lnTo>
                  <a:pt x="1874" y="12410"/>
                </a:lnTo>
                <a:lnTo>
                  <a:pt x="1776" y="12701"/>
                </a:lnTo>
                <a:lnTo>
                  <a:pt x="1703" y="12993"/>
                </a:lnTo>
                <a:lnTo>
                  <a:pt x="1703" y="13139"/>
                </a:lnTo>
                <a:lnTo>
                  <a:pt x="1703" y="13285"/>
                </a:lnTo>
                <a:lnTo>
                  <a:pt x="1703" y="13431"/>
                </a:lnTo>
                <a:lnTo>
                  <a:pt x="1728" y="13577"/>
                </a:lnTo>
                <a:lnTo>
                  <a:pt x="1776" y="13723"/>
                </a:lnTo>
                <a:lnTo>
                  <a:pt x="1849" y="13869"/>
                </a:lnTo>
                <a:lnTo>
                  <a:pt x="1922" y="13967"/>
                </a:lnTo>
                <a:lnTo>
                  <a:pt x="2020" y="14064"/>
                </a:lnTo>
                <a:lnTo>
                  <a:pt x="2117" y="14137"/>
                </a:lnTo>
                <a:lnTo>
                  <a:pt x="2214" y="14210"/>
                </a:lnTo>
                <a:lnTo>
                  <a:pt x="2336" y="14234"/>
                </a:lnTo>
                <a:lnTo>
                  <a:pt x="2458" y="14283"/>
                </a:lnTo>
                <a:lnTo>
                  <a:pt x="2701" y="14283"/>
                </a:lnTo>
                <a:lnTo>
                  <a:pt x="2969" y="14259"/>
                </a:lnTo>
                <a:lnTo>
                  <a:pt x="3236" y="14210"/>
                </a:lnTo>
                <a:lnTo>
                  <a:pt x="3480" y="14137"/>
                </a:lnTo>
                <a:lnTo>
                  <a:pt x="3674" y="14040"/>
                </a:lnTo>
                <a:lnTo>
                  <a:pt x="4064" y="13869"/>
                </a:lnTo>
                <a:lnTo>
                  <a:pt x="4404" y="13650"/>
                </a:lnTo>
                <a:lnTo>
                  <a:pt x="4745" y="13407"/>
                </a:lnTo>
                <a:lnTo>
                  <a:pt x="5086" y="13139"/>
                </a:lnTo>
                <a:lnTo>
                  <a:pt x="5718" y="12580"/>
                </a:lnTo>
                <a:lnTo>
                  <a:pt x="6351" y="12020"/>
                </a:lnTo>
                <a:lnTo>
                  <a:pt x="7056" y="11315"/>
                </a:lnTo>
                <a:lnTo>
                  <a:pt x="7762" y="10585"/>
                </a:lnTo>
                <a:lnTo>
                  <a:pt x="8443" y="9855"/>
                </a:lnTo>
                <a:lnTo>
                  <a:pt x="9149" y="9125"/>
                </a:lnTo>
                <a:lnTo>
                  <a:pt x="10585" y="7665"/>
                </a:lnTo>
                <a:lnTo>
                  <a:pt x="11315" y="6910"/>
                </a:lnTo>
                <a:lnTo>
                  <a:pt x="12045" y="6180"/>
                </a:lnTo>
                <a:lnTo>
                  <a:pt x="12580" y="5596"/>
                </a:lnTo>
                <a:lnTo>
                  <a:pt x="13091" y="4988"/>
                </a:lnTo>
                <a:lnTo>
                  <a:pt x="13334" y="4672"/>
                </a:lnTo>
                <a:lnTo>
                  <a:pt x="13553" y="4356"/>
                </a:lnTo>
                <a:lnTo>
                  <a:pt x="13772" y="4015"/>
                </a:lnTo>
                <a:lnTo>
                  <a:pt x="13943" y="3674"/>
                </a:lnTo>
                <a:lnTo>
                  <a:pt x="14040" y="3407"/>
                </a:lnTo>
                <a:lnTo>
                  <a:pt x="14113" y="3163"/>
                </a:lnTo>
                <a:lnTo>
                  <a:pt x="14162" y="2896"/>
                </a:lnTo>
                <a:lnTo>
                  <a:pt x="14186" y="2628"/>
                </a:lnTo>
                <a:lnTo>
                  <a:pt x="14137" y="2385"/>
                </a:lnTo>
                <a:lnTo>
                  <a:pt x="14089" y="2263"/>
                </a:lnTo>
                <a:lnTo>
                  <a:pt x="14040" y="2141"/>
                </a:lnTo>
                <a:lnTo>
                  <a:pt x="13967" y="2044"/>
                </a:lnTo>
                <a:lnTo>
                  <a:pt x="13894" y="1947"/>
                </a:lnTo>
                <a:lnTo>
                  <a:pt x="13772" y="1849"/>
                </a:lnTo>
                <a:lnTo>
                  <a:pt x="13651" y="1776"/>
                </a:lnTo>
                <a:lnTo>
                  <a:pt x="13480" y="1703"/>
                </a:lnTo>
                <a:lnTo>
                  <a:pt x="13334" y="1679"/>
                </a:lnTo>
                <a:lnTo>
                  <a:pt x="12994" y="1679"/>
                </a:lnTo>
                <a:lnTo>
                  <a:pt x="13261" y="1606"/>
                </a:lnTo>
                <a:lnTo>
                  <a:pt x="13529" y="1533"/>
                </a:lnTo>
                <a:lnTo>
                  <a:pt x="13821" y="1484"/>
                </a:lnTo>
                <a:lnTo>
                  <a:pt x="14113" y="1460"/>
                </a:lnTo>
                <a:close/>
                <a:moveTo>
                  <a:pt x="15573" y="535"/>
                </a:moveTo>
                <a:lnTo>
                  <a:pt x="15694" y="584"/>
                </a:lnTo>
                <a:lnTo>
                  <a:pt x="15767" y="633"/>
                </a:lnTo>
                <a:lnTo>
                  <a:pt x="15816" y="681"/>
                </a:lnTo>
                <a:lnTo>
                  <a:pt x="15840" y="754"/>
                </a:lnTo>
                <a:lnTo>
                  <a:pt x="15889" y="852"/>
                </a:lnTo>
                <a:lnTo>
                  <a:pt x="15938" y="1119"/>
                </a:lnTo>
                <a:lnTo>
                  <a:pt x="15938" y="1387"/>
                </a:lnTo>
                <a:lnTo>
                  <a:pt x="15913" y="1679"/>
                </a:lnTo>
                <a:lnTo>
                  <a:pt x="15865" y="1971"/>
                </a:lnTo>
                <a:lnTo>
                  <a:pt x="15719" y="2531"/>
                </a:lnTo>
                <a:lnTo>
                  <a:pt x="15548" y="3066"/>
                </a:lnTo>
                <a:lnTo>
                  <a:pt x="15378" y="3577"/>
                </a:lnTo>
                <a:lnTo>
                  <a:pt x="15159" y="4088"/>
                </a:lnTo>
                <a:lnTo>
                  <a:pt x="14916" y="4574"/>
                </a:lnTo>
                <a:lnTo>
                  <a:pt x="14624" y="5061"/>
                </a:lnTo>
                <a:lnTo>
                  <a:pt x="14332" y="5499"/>
                </a:lnTo>
                <a:lnTo>
                  <a:pt x="13991" y="5937"/>
                </a:lnTo>
                <a:lnTo>
                  <a:pt x="13626" y="6351"/>
                </a:lnTo>
                <a:lnTo>
                  <a:pt x="13261" y="6740"/>
                </a:lnTo>
                <a:lnTo>
                  <a:pt x="12604" y="7397"/>
                </a:lnTo>
                <a:lnTo>
                  <a:pt x="12288" y="7738"/>
                </a:lnTo>
                <a:lnTo>
                  <a:pt x="11996" y="8103"/>
                </a:lnTo>
                <a:lnTo>
                  <a:pt x="11363" y="8979"/>
                </a:lnTo>
                <a:lnTo>
                  <a:pt x="11047" y="9392"/>
                </a:lnTo>
                <a:lnTo>
                  <a:pt x="10877" y="9611"/>
                </a:lnTo>
                <a:lnTo>
                  <a:pt x="10682" y="9806"/>
                </a:lnTo>
                <a:lnTo>
                  <a:pt x="10293" y="10122"/>
                </a:lnTo>
                <a:lnTo>
                  <a:pt x="9903" y="10439"/>
                </a:lnTo>
                <a:lnTo>
                  <a:pt x="9100" y="11047"/>
                </a:lnTo>
                <a:lnTo>
                  <a:pt x="8687" y="11388"/>
                </a:lnTo>
                <a:lnTo>
                  <a:pt x="8297" y="11728"/>
                </a:lnTo>
                <a:lnTo>
                  <a:pt x="7519" y="12410"/>
                </a:lnTo>
                <a:lnTo>
                  <a:pt x="6837" y="12969"/>
                </a:lnTo>
                <a:lnTo>
                  <a:pt x="6156" y="13529"/>
                </a:lnTo>
                <a:lnTo>
                  <a:pt x="5475" y="14064"/>
                </a:lnTo>
                <a:lnTo>
                  <a:pt x="4769" y="14575"/>
                </a:lnTo>
                <a:lnTo>
                  <a:pt x="4283" y="14916"/>
                </a:lnTo>
                <a:lnTo>
                  <a:pt x="3796" y="15208"/>
                </a:lnTo>
                <a:lnTo>
                  <a:pt x="3285" y="15500"/>
                </a:lnTo>
                <a:lnTo>
                  <a:pt x="2750" y="15767"/>
                </a:lnTo>
                <a:lnTo>
                  <a:pt x="2287" y="15962"/>
                </a:lnTo>
                <a:lnTo>
                  <a:pt x="2020" y="16059"/>
                </a:lnTo>
                <a:lnTo>
                  <a:pt x="1752" y="16132"/>
                </a:lnTo>
                <a:lnTo>
                  <a:pt x="1484" y="16205"/>
                </a:lnTo>
                <a:lnTo>
                  <a:pt x="1217" y="16230"/>
                </a:lnTo>
                <a:lnTo>
                  <a:pt x="949" y="16205"/>
                </a:lnTo>
                <a:lnTo>
                  <a:pt x="827" y="16181"/>
                </a:lnTo>
                <a:lnTo>
                  <a:pt x="730" y="16132"/>
                </a:lnTo>
                <a:lnTo>
                  <a:pt x="633" y="16084"/>
                </a:lnTo>
                <a:lnTo>
                  <a:pt x="560" y="16011"/>
                </a:lnTo>
                <a:lnTo>
                  <a:pt x="511" y="15938"/>
                </a:lnTo>
                <a:lnTo>
                  <a:pt x="462" y="15840"/>
                </a:lnTo>
                <a:lnTo>
                  <a:pt x="438" y="15646"/>
                </a:lnTo>
                <a:lnTo>
                  <a:pt x="438" y="15402"/>
                </a:lnTo>
                <a:lnTo>
                  <a:pt x="487" y="15159"/>
                </a:lnTo>
                <a:lnTo>
                  <a:pt x="560" y="14891"/>
                </a:lnTo>
                <a:lnTo>
                  <a:pt x="754" y="14405"/>
                </a:lnTo>
                <a:lnTo>
                  <a:pt x="754" y="14599"/>
                </a:lnTo>
                <a:lnTo>
                  <a:pt x="754" y="14794"/>
                </a:lnTo>
                <a:lnTo>
                  <a:pt x="803" y="14964"/>
                </a:lnTo>
                <a:lnTo>
                  <a:pt x="827" y="15110"/>
                </a:lnTo>
                <a:lnTo>
                  <a:pt x="900" y="15232"/>
                </a:lnTo>
                <a:lnTo>
                  <a:pt x="973" y="15354"/>
                </a:lnTo>
                <a:lnTo>
                  <a:pt x="1046" y="15427"/>
                </a:lnTo>
                <a:lnTo>
                  <a:pt x="1144" y="15500"/>
                </a:lnTo>
                <a:lnTo>
                  <a:pt x="1241" y="15573"/>
                </a:lnTo>
                <a:lnTo>
                  <a:pt x="1338" y="15597"/>
                </a:lnTo>
                <a:lnTo>
                  <a:pt x="1460" y="15646"/>
                </a:lnTo>
                <a:lnTo>
                  <a:pt x="1849" y="15646"/>
                </a:lnTo>
                <a:lnTo>
                  <a:pt x="2141" y="15597"/>
                </a:lnTo>
                <a:lnTo>
                  <a:pt x="2433" y="15500"/>
                </a:lnTo>
                <a:lnTo>
                  <a:pt x="2750" y="15402"/>
                </a:lnTo>
                <a:lnTo>
                  <a:pt x="3042" y="15256"/>
                </a:lnTo>
                <a:lnTo>
                  <a:pt x="3626" y="14964"/>
                </a:lnTo>
                <a:lnTo>
                  <a:pt x="4112" y="14648"/>
                </a:lnTo>
                <a:lnTo>
                  <a:pt x="4453" y="14405"/>
                </a:lnTo>
                <a:lnTo>
                  <a:pt x="4794" y="14137"/>
                </a:lnTo>
                <a:lnTo>
                  <a:pt x="5134" y="13845"/>
                </a:lnTo>
                <a:lnTo>
                  <a:pt x="5767" y="13261"/>
                </a:lnTo>
                <a:lnTo>
                  <a:pt x="6375" y="12653"/>
                </a:lnTo>
                <a:lnTo>
                  <a:pt x="6983" y="12045"/>
                </a:lnTo>
                <a:lnTo>
                  <a:pt x="7738" y="11363"/>
                </a:lnTo>
                <a:lnTo>
                  <a:pt x="8492" y="10731"/>
                </a:lnTo>
                <a:lnTo>
                  <a:pt x="9271" y="10098"/>
                </a:lnTo>
                <a:lnTo>
                  <a:pt x="10049" y="9465"/>
                </a:lnTo>
                <a:lnTo>
                  <a:pt x="10439" y="9125"/>
                </a:lnTo>
                <a:lnTo>
                  <a:pt x="10828" y="8760"/>
                </a:lnTo>
                <a:lnTo>
                  <a:pt x="11193" y="8395"/>
                </a:lnTo>
                <a:lnTo>
                  <a:pt x="11558" y="8030"/>
                </a:lnTo>
                <a:lnTo>
                  <a:pt x="11899" y="7665"/>
                </a:lnTo>
                <a:lnTo>
                  <a:pt x="12239" y="7275"/>
                </a:lnTo>
                <a:lnTo>
                  <a:pt x="12896" y="6448"/>
                </a:lnTo>
                <a:lnTo>
                  <a:pt x="13894" y="5110"/>
                </a:lnTo>
                <a:lnTo>
                  <a:pt x="14381" y="4429"/>
                </a:lnTo>
                <a:lnTo>
                  <a:pt x="14599" y="4064"/>
                </a:lnTo>
                <a:lnTo>
                  <a:pt x="14818" y="3723"/>
                </a:lnTo>
                <a:lnTo>
                  <a:pt x="14989" y="3382"/>
                </a:lnTo>
                <a:lnTo>
                  <a:pt x="15159" y="2993"/>
                </a:lnTo>
                <a:lnTo>
                  <a:pt x="15281" y="2604"/>
                </a:lnTo>
                <a:lnTo>
                  <a:pt x="15329" y="2409"/>
                </a:lnTo>
                <a:lnTo>
                  <a:pt x="15378" y="2214"/>
                </a:lnTo>
                <a:lnTo>
                  <a:pt x="15378" y="2020"/>
                </a:lnTo>
                <a:lnTo>
                  <a:pt x="15354" y="1849"/>
                </a:lnTo>
                <a:lnTo>
                  <a:pt x="15305" y="1655"/>
                </a:lnTo>
                <a:lnTo>
                  <a:pt x="15232" y="1509"/>
                </a:lnTo>
                <a:lnTo>
                  <a:pt x="15135" y="1363"/>
                </a:lnTo>
                <a:lnTo>
                  <a:pt x="14989" y="1241"/>
                </a:lnTo>
                <a:lnTo>
                  <a:pt x="14794" y="1144"/>
                </a:lnTo>
                <a:lnTo>
                  <a:pt x="14575" y="1046"/>
                </a:lnTo>
                <a:lnTo>
                  <a:pt x="14332" y="998"/>
                </a:lnTo>
                <a:lnTo>
                  <a:pt x="14089" y="973"/>
                </a:lnTo>
                <a:lnTo>
                  <a:pt x="14818" y="730"/>
                </a:lnTo>
                <a:lnTo>
                  <a:pt x="15110" y="608"/>
                </a:lnTo>
                <a:lnTo>
                  <a:pt x="15281" y="560"/>
                </a:lnTo>
                <a:lnTo>
                  <a:pt x="15427" y="535"/>
                </a:lnTo>
                <a:close/>
                <a:moveTo>
                  <a:pt x="15451" y="0"/>
                </a:moveTo>
                <a:lnTo>
                  <a:pt x="15305" y="24"/>
                </a:lnTo>
                <a:lnTo>
                  <a:pt x="15013" y="97"/>
                </a:lnTo>
                <a:lnTo>
                  <a:pt x="13845" y="462"/>
                </a:lnTo>
                <a:lnTo>
                  <a:pt x="13261" y="657"/>
                </a:lnTo>
                <a:lnTo>
                  <a:pt x="12702" y="876"/>
                </a:lnTo>
                <a:lnTo>
                  <a:pt x="12118" y="1119"/>
                </a:lnTo>
                <a:lnTo>
                  <a:pt x="11582" y="1411"/>
                </a:lnTo>
                <a:lnTo>
                  <a:pt x="11047" y="1703"/>
                </a:lnTo>
                <a:lnTo>
                  <a:pt x="10536" y="2020"/>
                </a:lnTo>
                <a:lnTo>
                  <a:pt x="10512" y="2068"/>
                </a:lnTo>
                <a:lnTo>
                  <a:pt x="10195" y="1971"/>
                </a:lnTo>
                <a:lnTo>
                  <a:pt x="9879" y="1898"/>
                </a:lnTo>
                <a:lnTo>
                  <a:pt x="9246" y="1801"/>
                </a:lnTo>
                <a:lnTo>
                  <a:pt x="8906" y="1776"/>
                </a:lnTo>
                <a:lnTo>
                  <a:pt x="8565" y="1752"/>
                </a:lnTo>
                <a:lnTo>
                  <a:pt x="8224" y="1752"/>
                </a:lnTo>
                <a:lnTo>
                  <a:pt x="7884" y="1776"/>
                </a:lnTo>
                <a:lnTo>
                  <a:pt x="7543" y="1801"/>
                </a:lnTo>
                <a:lnTo>
                  <a:pt x="7178" y="1849"/>
                </a:lnTo>
                <a:lnTo>
                  <a:pt x="6837" y="1898"/>
                </a:lnTo>
                <a:lnTo>
                  <a:pt x="6497" y="1971"/>
                </a:lnTo>
                <a:lnTo>
                  <a:pt x="6181" y="2068"/>
                </a:lnTo>
                <a:lnTo>
                  <a:pt x="5840" y="2166"/>
                </a:lnTo>
                <a:lnTo>
                  <a:pt x="5524" y="2287"/>
                </a:lnTo>
                <a:lnTo>
                  <a:pt x="5207" y="2409"/>
                </a:lnTo>
                <a:lnTo>
                  <a:pt x="4891" y="2555"/>
                </a:lnTo>
                <a:lnTo>
                  <a:pt x="4575" y="2725"/>
                </a:lnTo>
                <a:lnTo>
                  <a:pt x="4283" y="2896"/>
                </a:lnTo>
                <a:lnTo>
                  <a:pt x="3991" y="3090"/>
                </a:lnTo>
                <a:lnTo>
                  <a:pt x="3626" y="3358"/>
                </a:lnTo>
                <a:lnTo>
                  <a:pt x="3285" y="3699"/>
                </a:lnTo>
                <a:lnTo>
                  <a:pt x="2969" y="4039"/>
                </a:lnTo>
                <a:lnTo>
                  <a:pt x="2677" y="4429"/>
                </a:lnTo>
                <a:lnTo>
                  <a:pt x="2433" y="4842"/>
                </a:lnTo>
                <a:lnTo>
                  <a:pt x="2214" y="5256"/>
                </a:lnTo>
                <a:lnTo>
                  <a:pt x="2044" y="5718"/>
                </a:lnTo>
                <a:lnTo>
                  <a:pt x="1874" y="6156"/>
                </a:lnTo>
                <a:lnTo>
                  <a:pt x="1776" y="6351"/>
                </a:lnTo>
                <a:lnTo>
                  <a:pt x="1679" y="6521"/>
                </a:lnTo>
                <a:lnTo>
                  <a:pt x="1630" y="6691"/>
                </a:lnTo>
                <a:lnTo>
                  <a:pt x="1630" y="6862"/>
                </a:lnTo>
                <a:lnTo>
                  <a:pt x="1655" y="6910"/>
                </a:lnTo>
                <a:lnTo>
                  <a:pt x="1703" y="6935"/>
                </a:lnTo>
                <a:lnTo>
                  <a:pt x="1630" y="7348"/>
                </a:lnTo>
                <a:lnTo>
                  <a:pt x="1582" y="7762"/>
                </a:lnTo>
                <a:lnTo>
                  <a:pt x="1557" y="8151"/>
                </a:lnTo>
                <a:lnTo>
                  <a:pt x="1557" y="8565"/>
                </a:lnTo>
                <a:lnTo>
                  <a:pt x="1557" y="8881"/>
                </a:lnTo>
                <a:lnTo>
                  <a:pt x="1606" y="9198"/>
                </a:lnTo>
                <a:lnTo>
                  <a:pt x="1655" y="9514"/>
                </a:lnTo>
                <a:lnTo>
                  <a:pt x="1703" y="9830"/>
                </a:lnTo>
                <a:lnTo>
                  <a:pt x="1776" y="10171"/>
                </a:lnTo>
                <a:lnTo>
                  <a:pt x="1874" y="10487"/>
                </a:lnTo>
                <a:lnTo>
                  <a:pt x="1995" y="10828"/>
                </a:lnTo>
                <a:lnTo>
                  <a:pt x="2117" y="11144"/>
                </a:lnTo>
                <a:lnTo>
                  <a:pt x="2020" y="11193"/>
                </a:lnTo>
                <a:lnTo>
                  <a:pt x="1898" y="11290"/>
                </a:lnTo>
                <a:lnTo>
                  <a:pt x="1776" y="11412"/>
                </a:lnTo>
                <a:lnTo>
                  <a:pt x="1655" y="11607"/>
                </a:lnTo>
                <a:lnTo>
                  <a:pt x="1387" y="12045"/>
                </a:lnTo>
                <a:lnTo>
                  <a:pt x="1119" y="12556"/>
                </a:lnTo>
                <a:lnTo>
                  <a:pt x="876" y="13091"/>
                </a:lnTo>
                <a:lnTo>
                  <a:pt x="657" y="13553"/>
                </a:lnTo>
                <a:lnTo>
                  <a:pt x="414" y="14113"/>
                </a:lnTo>
                <a:lnTo>
                  <a:pt x="243" y="14551"/>
                </a:lnTo>
                <a:lnTo>
                  <a:pt x="97" y="14989"/>
                </a:lnTo>
                <a:lnTo>
                  <a:pt x="49" y="15208"/>
                </a:lnTo>
                <a:lnTo>
                  <a:pt x="0" y="15427"/>
                </a:lnTo>
                <a:lnTo>
                  <a:pt x="0" y="15670"/>
                </a:lnTo>
                <a:lnTo>
                  <a:pt x="49" y="15889"/>
                </a:lnTo>
                <a:lnTo>
                  <a:pt x="97" y="16084"/>
                </a:lnTo>
                <a:lnTo>
                  <a:pt x="195" y="16254"/>
                </a:lnTo>
                <a:lnTo>
                  <a:pt x="316" y="16400"/>
                </a:lnTo>
                <a:lnTo>
                  <a:pt x="487" y="16497"/>
                </a:lnTo>
                <a:lnTo>
                  <a:pt x="657" y="16595"/>
                </a:lnTo>
                <a:lnTo>
                  <a:pt x="827" y="16643"/>
                </a:lnTo>
                <a:lnTo>
                  <a:pt x="1046" y="16668"/>
                </a:lnTo>
                <a:lnTo>
                  <a:pt x="1241" y="16668"/>
                </a:lnTo>
                <a:lnTo>
                  <a:pt x="1509" y="16643"/>
                </a:lnTo>
                <a:lnTo>
                  <a:pt x="1776" y="16570"/>
                </a:lnTo>
                <a:lnTo>
                  <a:pt x="2044" y="16497"/>
                </a:lnTo>
                <a:lnTo>
                  <a:pt x="2312" y="16400"/>
                </a:lnTo>
                <a:lnTo>
                  <a:pt x="2823" y="16157"/>
                </a:lnTo>
                <a:lnTo>
                  <a:pt x="3309" y="15913"/>
                </a:lnTo>
                <a:lnTo>
                  <a:pt x="3796" y="15646"/>
                </a:lnTo>
                <a:lnTo>
                  <a:pt x="4258" y="15378"/>
                </a:lnTo>
                <a:lnTo>
                  <a:pt x="4721" y="15062"/>
                </a:lnTo>
                <a:lnTo>
                  <a:pt x="5183" y="14745"/>
                </a:lnTo>
                <a:lnTo>
                  <a:pt x="5791" y="14307"/>
                </a:lnTo>
                <a:lnTo>
                  <a:pt x="5767" y="14405"/>
                </a:lnTo>
                <a:lnTo>
                  <a:pt x="5767" y="14502"/>
                </a:lnTo>
                <a:lnTo>
                  <a:pt x="5791" y="14599"/>
                </a:lnTo>
                <a:lnTo>
                  <a:pt x="5864" y="14672"/>
                </a:lnTo>
                <a:lnTo>
                  <a:pt x="5937" y="14745"/>
                </a:lnTo>
                <a:lnTo>
                  <a:pt x="6035" y="14794"/>
                </a:lnTo>
                <a:lnTo>
                  <a:pt x="6302" y="14867"/>
                </a:lnTo>
                <a:lnTo>
                  <a:pt x="6594" y="14940"/>
                </a:lnTo>
                <a:lnTo>
                  <a:pt x="6910" y="14964"/>
                </a:lnTo>
                <a:lnTo>
                  <a:pt x="7227" y="14989"/>
                </a:lnTo>
                <a:lnTo>
                  <a:pt x="7543" y="14989"/>
                </a:lnTo>
                <a:lnTo>
                  <a:pt x="7567" y="15037"/>
                </a:lnTo>
                <a:lnTo>
                  <a:pt x="7640" y="15062"/>
                </a:lnTo>
                <a:lnTo>
                  <a:pt x="7689" y="15062"/>
                </a:lnTo>
                <a:lnTo>
                  <a:pt x="7713" y="15037"/>
                </a:lnTo>
                <a:lnTo>
                  <a:pt x="7738" y="14964"/>
                </a:lnTo>
                <a:lnTo>
                  <a:pt x="8127" y="14940"/>
                </a:lnTo>
                <a:lnTo>
                  <a:pt x="8224" y="14940"/>
                </a:lnTo>
                <a:lnTo>
                  <a:pt x="8322" y="14964"/>
                </a:lnTo>
                <a:lnTo>
                  <a:pt x="8395" y="14916"/>
                </a:lnTo>
                <a:lnTo>
                  <a:pt x="8808" y="14867"/>
                </a:lnTo>
                <a:lnTo>
                  <a:pt x="9198" y="14794"/>
                </a:lnTo>
                <a:lnTo>
                  <a:pt x="9611" y="14697"/>
                </a:lnTo>
                <a:lnTo>
                  <a:pt x="10001" y="14599"/>
                </a:lnTo>
                <a:lnTo>
                  <a:pt x="10390" y="14453"/>
                </a:lnTo>
                <a:lnTo>
                  <a:pt x="10779" y="14307"/>
                </a:lnTo>
                <a:lnTo>
                  <a:pt x="11144" y="14137"/>
                </a:lnTo>
                <a:lnTo>
                  <a:pt x="11509" y="13918"/>
                </a:lnTo>
                <a:lnTo>
                  <a:pt x="12020" y="13577"/>
                </a:lnTo>
                <a:lnTo>
                  <a:pt x="12507" y="13164"/>
                </a:lnTo>
                <a:lnTo>
                  <a:pt x="12969" y="12726"/>
                </a:lnTo>
                <a:lnTo>
                  <a:pt x="13359" y="12264"/>
                </a:lnTo>
                <a:lnTo>
                  <a:pt x="13553" y="11996"/>
                </a:lnTo>
                <a:lnTo>
                  <a:pt x="13724" y="11753"/>
                </a:lnTo>
                <a:lnTo>
                  <a:pt x="13894" y="11485"/>
                </a:lnTo>
                <a:lnTo>
                  <a:pt x="14040" y="11193"/>
                </a:lnTo>
                <a:lnTo>
                  <a:pt x="14186" y="10925"/>
                </a:lnTo>
                <a:lnTo>
                  <a:pt x="14308" y="10633"/>
                </a:lnTo>
                <a:lnTo>
                  <a:pt x="14405" y="10341"/>
                </a:lnTo>
                <a:lnTo>
                  <a:pt x="14478" y="10049"/>
                </a:lnTo>
                <a:lnTo>
                  <a:pt x="14599" y="9538"/>
                </a:lnTo>
                <a:lnTo>
                  <a:pt x="14648" y="9003"/>
                </a:lnTo>
                <a:lnTo>
                  <a:pt x="14672" y="8468"/>
                </a:lnTo>
                <a:lnTo>
                  <a:pt x="14697" y="7957"/>
                </a:lnTo>
                <a:lnTo>
                  <a:pt x="14697" y="7519"/>
                </a:lnTo>
                <a:lnTo>
                  <a:pt x="14672" y="7032"/>
                </a:lnTo>
                <a:lnTo>
                  <a:pt x="14624" y="6813"/>
                </a:lnTo>
                <a:lnTo>
                  <a:pt x="14575" y="6594"/>
                </a:lnTo>
                <a:lnTo>
                  <a:pt x="14502" y="6375"/>
                </a:lnTo>
                <a:lnTo>
                  <a:pt x="14381" y="6180"/>
                </a:lnTo>
                <a:lnTo>
                  <a:pt x="14745" y="5718"/>
                </a:lnTo>
                <a:lnTo>
                  <a:pt x="15086" y="5207"/>
                </a:lnTo>
                <a:lnTo>
                  <a:pt x="15378" y="4696"/>
                </a:lnTo>
                <a:lnTo>
                  <a:pt x="15646" y="4185"/>
                </a:lnTo>
                <a:lnTo>
                  <a:pt x="15889" y="3650"/>
                </a:lnTo>
                <a:lnTo>
                  <a:pt x="16084" y="3090"/>
                </a:lnTo>
                <a:lnTo>
                  <a:pt x="16254" y="2506"/>
                </a:lnTo>
                <a:lnTo>
                  <a:pt x="16376" y="1922"/>
                </a:lnTo>
                <a:lnTo>
                  <a:pt x="16449" y="1509"/>
                </a:lnTo>
                <a:lnTo>
                  <a:pt x="16449" y="1290"/>
                </a:lnTo>
                <a:lnTo>
                  <a:pt x="16449" y="1046"/>
                </a:lnTo>
                <a:lnTo>
                  <a:pt x="16424" y="803"/>
                </a:lnTo>
                <a:lnTo>
                  <a:pt x="16376" y="584"/>
                </a:lnTo>
                <a:lnTo>
                  <a:pt x="16303" y="389"/>
                </a:lnTo>
                <a:lnTo>
                  <a:pt x="16230" y="316"/>
                </a:lnTo>
                <a:lnTo>
                  <a:pt x="16157" y="243"/>
                </a:lnTo>
                <a:lnTo>
                  <a:pt x="16035" y="122"/>
                </a:lnTo>
                <a:lnTo>
                  <a:pt x="15889" y="49"/>
                </a:lnTo>
                <a:lnTo>
                  <a:pt x="15767" y="24"/>
                </a:lnTo>
                <a:lnTo>
                  <a:pt x="15621"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50" name="Google Shape;850;p39"/>
          <p:cNvSpPr/>
          <p:nvPr/>
        </p:nvSpPr>
        <p:spPr>
          <a:xfrm>
            <a:off x="258820" y="3831081"/>
            <a:ext cx="409497" cy="398854"/>
          </a:xfrm>
          <a:custGeom>
            <a:avLst/>
            <a:gdLst/>
            <a:ahLst/>
            <a:cxnLst/>
            <a:rect l="l" t="t" r="r" b="b"/>
            <a:pathLst>
              <a:path w="18737" h="18250" extrusionOk="0">
                <a:moveTo>
                  <a:pt x="13554" y="3431"/>
                </a:moveTo>
                <a:lnTo>
                  <a:pt x="13748" y="3456"/>
                </a:lnTo>
                <a:lnTo>
                  <a:pt x="13919" y="3480"/>
                </a:lnTo>
                <a:lnTo>
                  <a:pt x="14308" y="3602"/>
                </a:lnTo>
                <a:lnTo>
                  <a:pt x="14478" y="3675"/>
                </a:lnTo>
                <a:lnTo>
                  <a:pt x="14624" y="3748"/>
                </a:lnTo>
                <a:lnTo>
                  <a:pt x="14746" y="3845"/>
                </a:lnTo>
                <a:lnTo>
                  <a:pt x="14843" y="3967"/>
                </a:lnTo>
                <a:lnTo>
                  <a:pt x="14941" y="4113"/>
                </a:lnTo>
                <a:lnTo>
                  <a:pt x="15038" y="4259"/>
                </a:lnTo>
                <a:lnTo>
                  <a:pt x="15111" y="4405"/>
                </a:lnTo>
                <a:lnTo>
                  <a:pt x="15160" y="4551"/>
                </a:lnTo>
                <a:lnTo>
                  <a:pt x="15184" y="4721"/>
                </a:lnTo>
                <a:lnTo>
                  <a:pt x="15208" y="4891"/>
                </a:lnTo>
                <a:lnTo>
                  <a:pt x="15233" y="5232"/>
                </a:lnTo>
                <a:lnTo>
                  <a:pt x="15160" y="5548"/>
                </a:lnTo>
                <a:lnTo>
                  <a:pt x="15111" y="5719"/>
                </a:lnTo>
                <a:lnTo>
                  <a:pt x="15062" y="5865"/>
                </a:lnTo>
                <a:lnTo>
                  <a:pt x="14916" y="6132"/>
                </a:lnTo>
                <a:lnTo>
                  <a:pt x="14722" y="6351"/>
                </a:lnTo>
                <a:lnTo>
                  <a:pt x="14527" y="6570"/>
                </a:lnTo>
                <a:lnTo>
                  <a:pt x="14284" y="6765"/>
                </a:lnTo>
                <a:lnTo>
                  <a:pt x="13821" y="7130"/>
                </a:lnTo>
                <a:lnTo>
                  <a:pt x="13602" y="7325"/>
                </a:lnTo>
                <a:lnTo>
                  <a:pt x="13408" y="7544"/>
                </a:lnTo>
                <a:lnTo>
                  <a:pt x="12678" y="6984"/>
                </a:lnTo>
                <a:lnTo>
                  <a:pt x="12313" y="6692"/>
                </a:lnTo>
                <a:lnTo>
                  <a:pt x="11948" y="6400"/>
                </a:lnTo>
                <a:lnTo>
                  <a:pt x="11631" y="6108"/>
                </a:lnTo>
                <a:lnTo>
                  <a:pt x="11315" y="5767"/>
                </a:lnTo>
                <a:lnTo>
                  <a:pt x="11023" y="5427"/>
                </a:lnTo>
                <a:lnTo>
                  <a:pt x="10755" y="5037"/>
                </a:lnTo>
                <a:lnTo>
                  <a:pt x="10877" y="4989"/>
                </a:lnTo>
                <a:lnTo>
                  <a:pt x="10999" y="4891"/>
                </a:lnTo>
                <a:lnTo>
                  <a:pt x="11242" y="4697"/>
                </a:lnTo>
                <a:lnTo>
                  <a:pt x="11461" y="4478"/>
                </a:lnTo>
                <a:lnTo>
                  <a:pt x="11656" y="4283"/>
                </a:lnTo>
                <a:lnTo>
                  <a:pt x="12191" y="3869"/>
                </a:lnTo>
                <a:lnTo>
                  <a:pt x="12483" y="3699"/>
                </a:lnTo>
                <a:lnTo>
                  <a:pt x="12775" y="3553"/>
                </a:lnTo>
                <a:lnTo>
                  <a:pt x="12970" y="3480"/>
                </a:lnTo>
                <a:lnTo>
                  <a:pt x="13164" y="3456"/>
                </a:lnTo>
                <a:lnTo>
                  <a:pt x="13359" y="3431"/>
                </a:lnTo>
                <a:close/>
                <a:moveTo>
                  <a:pt x="13529" y="2872"/>
                </a:moveTo>
                <a:lnTo>
                  <a:pt x="13335" y="2896"/>
                </a:lnTo>
                <a:lnTo>
                  <a:pt x="12945" y="2969"/>
                </a:lnTo>
                <a:lnTo>
                  <a:pt x="12556" y="3066"/>
                </a:lnTo>
                <a:lnTo>
                  <a:pt x="12191" y="3237"/>
                </a:lnTo>
                <a:lnTo>
                  <a:pt x="11850" y="3456"/>
                </a:lnTo>
                <a:lnTo>
                  <a:pt x="11607" y="3626"/>
                </a:lnTo>
                <a:lnTo>
                  <a:pt x="11388" y="3821"/>
                </a:lnTo>
                <a:lnTo>
                  <a:pt x="10950" y="4210"/>
                </a:lnTo>
                <a:lnTo>
                  <a:pt x="10658" y="4478"/>
                </a:lnTo>
                <a:lnTo>
                  <a:pt x="10512" y="4648"/>
                </a:lnTo>
                <a:lnTo>
                  <a:pt x="10464" y="4721"/>
                </a:lnTo>
                <a:lnTo>
                  <a:pt x="10464" y="4818"/>
                </a:lnTo>
                <a:lnTo>
                  <a:pt x="10366" y="4843"/>
                </a:lnTo>
                <a:lnTo>
                  <a:pt x="10293" y="4916"/>
                </a:lnTo>
                <a:lnTo>
                  <a:pt x="10245" y="4989"/>
                </a:lnTo>
                <a:lnTo>
                  <a:pt x="10269" y="5110"/>
                </a:lnTo>
                <a:lnTo>
                  <a:pt x="10366" y="5354"/>
                </a:lnTo>
                <a:lnTo>
                  <a:pt x="10488" y="5597"/>
                </a:lnTo>
                <a:lnTo>
                  <a:pt x="10610" y="5816"/>
                </a:lnTo>
                <a:lnTo>
                  <a:pt x="10780" y="6035"/>
                </a:lnTo>
                <a:lnTo>
                  <a:pt x="10950" y="6230"/>
                </a:lnTo>
                <a:lnTo>
                  <a:pt x="11120" y="6449"/>
                </a:lnTo>
                <a:lnTo>
                  <a:pt x="11534" y="6814"/>
                </a:lnTo>
                <a:lnTo>
                  <a:pt x="11972" y="7179"/>
                </a:lnTo>
                <a:lnTo>
                  <a:pt x="12410" y="7519"/>
                </a:lnTo>
                <a:lnTo>
                  <a:pt x="12848" y="7836"/>
                </a:lnTo>
                <a:lnTo>
                  <a:pt x="13262" y="8152"/>
                </a:lnTo>
                <a:lnTo>
                  <a:pt x="13335" y="8201"/>
                </a:lnTo>
                <a:lnTo>
                  <a:pt x="13432" y="8225"/>
                </a:lnTo>
                <a:lnTo>
                  <a:pt x="13505" y="8225"/>
                </a:lnTo>
                <a:lnTo>
                  <a:pt x="13602" y="8201"/>
                </a:lnTo>
                <a:lnTo>
                  <a:pt x="13651" y="8152"/>
                </a:lnTo>
                <a:lnTo>
                  <a:pt x="13724" y="8079"/>
                </a:lnTo>
                <a:lnTo>
                  <a:pt x="13748" y="8006"/>
                </a:lnTo>
                <a:lnTo>
                  <a:pt x="13748" y="7933"/>
                </a:lnTo>
                <a:lnTo>
                  <a:pt x="13943" y="7787"/>
                </a:lnTo>
                <a:lnTo>
                  <a:pt x="14089" y="7665"/>
                </a:lnTo>
                <a:lnTo>
                  <a:pt x="14722" y="7154"/>
                </a:lnTo>
                <a:lnTo>
                  <a:pt x="15014" y="6862"/>
                </a:lnTo>
                <a:lnTo>
                  <a:pt x="15281" y="6546"/>
                </a:lnTo>
                <a:lnTo>
                  <a:pt x="15500" y="6205"/>
                </a:lnTo>
                <a:lnTo>
                  <a:pt x="15598" y="6035"/>
                </a:lnTo>
                <a:lnTo>
                  <a:pt x="15671" y="5840"/>
                </a:lnTo>
                <a:lnTo>
                  <a:pt x="15719" y="5670"/>
                </a:lnTo>
                <a:lnTo>
                  <a:pt x="15768" y="5500"/>
                </a:lnTo>
                <a:lnTo>
                  <a:pt x="15792" y="5305"/>
                </a:lnTo>
                <a:lnTo>
                  <a:pt x="15792" y="5135"/>
                </a:lnTo>
                <a:lnTo>
                  <a:pt x="15768" y="4770"/>
                </a:lnTo>
                <a:lnTo>
                  <a:pt x="15695" y="4429"/>
                </a:lnTo>
                <a:lnTo>
                  <a:pt x="15549" y="4088"/>
                </a:lnTo>
                <a:lnTo>
                  <a:pt x="15379" y="3772"/>
                </a:lnTo>
                <a:lnTo>
                  <a:pt x="15257" y="3626"/>
                </a:lnTo>
                <a:lnTo>
                  <a:pt x="15135" y="3504"/>
                </a:lnTo>
                <a:lnTo>
                  <a:pt x="15014" y="3383"/>
                </a:lnTo>
                <a:lnTo>
                  <a:pt x="14868" y="3261"/>
                </a:lnTo>
                <a:lnTo>
                  <a:pt x="14697" y="3164"/>
                </a:lnTo>
                <a:lnTo>
                  <a:pt x="14503" y="3066"/>
                </a:lnTo>
                <a:lnTo>
                  <a:pt x="14332" y="2993"/>
                </a:lnTo>
                <a:lnTo>
                  <a:pt x="14138" y="2945"/>
                </a:lnTo>
                <a:lnTo>
                  <a:pt x="13943" y="2896"/>
                </a:lnTo>
                <a:lnTo>
                  <a:pt x="13724" y="2872"/>
                </a:lnTo>
                <a:close/>
                <a:moveTo>
                  <a:pt x="5597" y="6814"/>
                </a:moveTo>
                <a:lnTo>
                  <a:pt x="4283" y="8030"/>
                </a:lnTo>
                <a:lnTo>
                  <a:pt x="3675" y="8590"/>
                </a:lnTo>
                <a:lnTo>
                  <a:pt x="3602" y="8468"/>
                </a:lnTo>
                <a:lnTo>
                  <a:pt x="3504" y="8395"/>
                </a:lnTo>
                <a:lnTo>
                  <a:pt x="3285" y="8201"/>
                </a:lnTo>
                <a:lnTo>
                  <a:pt x="2969" y="7860"/>
                </a:lnTo>
                <a:lnTo>
                  <a:pt x="2677" y="7519"/>
                </a:lnTo>
                <a:lnTo>
                  <a:pt x="2410" y="7203"/>
                </a:lnTo>
                <a:lnTo>
                  <a:pt x="2264" y="7057"/>
                </a:lnTo>
                <a:lnTo>
                  <a:pt x="2093" y="6911"/>
                </a:lnTo>
                <a:lnTo>
                  <a:pt x="3821" y="6911"/>
                </a:lnTo>
                <a:lnTo>
                  <a:pt x="4745" y="6862"/>
                </a:lnTo>
                <a:lnTo>
                  <a:pt x="5597" y="6814"/>
                </a:lnTo>
                <a:close/>
                <a:moveTo>
                  <a:pt x="755" y="6911"/>
                </a:moveTo>
                <a:lnTo>
                  <a:pt x="1047" y="6935"/>
                </a:lnTo>
                <a:lnTo>
                  <a:pt x="1315" y="6935"/>
                </a:lnTo>
                <a:lnTo>
                  <a:pt x="1339" y="6984"/>
                </a:lnTo>
                <a:lnTo>
                  <a:pt x="1363" y="7008"/>
                </a:lnTo>
                <a:lnTo>
                  <a:pt x="1582" y="7227"/>
                </a:lnTo>
                <a:lnTo>
                  <a:pt x="1826" y="7422"/>
                </a:lnTo>
                <a:lnTo>
                  <a:pt x="2142" y="7738"/>
                </a:lnTo>
                <a:lnTo>
                  <a:pt x="2434" y="8103"/>
                </a:lnTo>
                <a:lnTo>
                  <a:pt x="2799" y="8541"/>
                </a:lnTo>
                <a:lnTo>
                  <a:pt x="3018" y="8785"/>
                </a:lnTo>
                <a:lnTo>
                  <a:pt x="3139" y="8882"/>
                </a:lnTo>
                <a:lnTo>
                  <a:pt x="3261" y="8955"/>
                </a:lnTo>
                <a:lnTo>
                  <a:pt x="3091" y="9077"/>
                </a:lnTo>
                <a:lnTo>
                  <a:pt x="2993" y="8931"/>
                </a:lnTo>
                <a:lnTo>
                  <a:pt x="2872" y="8785"/>
                </a:lnTo>
                <a:lnTo>
                  <a:pt x="2580" y="8517"/>
                </a:lnTo>
                <a:lnTo>
                  <a:pt x="2020" y="8079"/>
                </a:lnTo>
                <a:lnTo>
                  <a:pt x="1388" y="7495"/>
                </a:lnTo>
                <a:lnTo>
                  <a:pt x="755" y="6911"/>
                </a:lnTo>
                <a:close/>
                <a:moveTo>
                  <a:pt x="9490" y="8760"/>
                </a:moveTo>
                <a:lnTo>
                  <a:pt x="9369" y="8785"/>
                </a:lnTo>
                <a:lnTo>
                  <a:pt x="9271" y="8833"/>
                </a:lnTo>
                <a:lnTo>
                  <a:pt x="9101" y="9004"/>
                </a:lnTo>
                <a:lnTo>
                  <a:pt x="8931" y="9174"/>
                </a:lnTo>
                <a:lnTo>
                  <a:pt x="8760" y="9344"/>
                </a:lnTo>
                <a:lnTo>
                  <a:pt x="8566" y="9515"/>
                </a:lnTo>
                <a:lnTo>
                  <a:pt x="8103" y="9904"/>
                </a:lnTo>
                <a:lnTo>
                  <a:pt x="7617" y="10318"/>
                </a:lnTo>
                <a:lnTo>
                  <a:pt x="7276" y="10609"/>
                </a:lnTo>
                <a:lnTo>
                  <a:pt x="7081" y="10780"/>
                </a:lnTo>
                <a:lnTo>
                  <a:pt x="6887" y="10999"/>
                </a:lnTo>
                <a:lnTo>
                  <a:pt x="6716" y="11193"/>
                </a:lnTo>
                <a:lnTo>
                  <a:pt x="6595" y="11437"/>
                </a:lnTo>
                <a:lnTo>
                  <a:pt x="6570" y="11534"/>
                </a:lnTo>
                <a:lnTo>
                  <a:pt x="6546" y="11656"/>
                </a:lnTo>
                <a:lnTo>
                  <a:pt x="6546" y="11753"/>
                </a:lnTo>
                <a:lnTo>
                  <a:pt x="6570" y="11850"/>
                </a:lnTo>
                <a:lnTo>
                  <a:pt x="6619" y="11948"/>
                </a:lnTo>
                <a:lnTo>
                  <a:pt x="6668" y="11996"/>
                </a:lnTo>
                <a:lnTo>
                  <a:pt x="6765" y="12021"/>
                </a:lnTo>
                <a:lnTo>
                  <a:pt x="6838" y="12021"/>
                </a:lnTo>
                <a:lnTo>
                  <a:pt x="6935" y="11972"/>
                </a:lnTo>
                <a:lnTo>
                  <a:pt x="7033" y="11923"/>
                </a:lnTo>
                <a:lnTo>
                  <a:pt x="7154" y="11777"/>
                </a:lnTo>
                <a:lnTo>
                  <a:pt x="7422" y="11461"/>
                </a:lnTo>
                <a:lnTo>
                  <a:pt x="7641" y="11242"/>
                </a:lnTo>
                <a:lnTo>
                  <a:pt x="7860" y="11023"/>
                </a:lnTo>
                <a:lnTo>
                  <a:pt x="8322" y="10634"/>
                </a:lnTo>
                <a:lnTo>
                  <a:pt x="8736" y="10318"/>
                </a:lnTo>
                <a:lnTo>
                  <a:pt x="9174" y="9977"/>
                </a:lnTo>
                <a:lnTo>
                  <a:pt x="9393" y="9807"/>
                </a:lnTo>
                <a:lnTo>
                  <a:pt x="9563" y="9612"/>
                </a:lnTo>
                <a:lnTo>
                  <a:pt x="9709" y="9393"/>
                </a:lnTo>
                <a:lnTo>
                  <a:pt x="9831" y="9174"/>
                </a:lnTo>
                <a:lnTo>
                  <a:pt x="9855" y="9052"/>
                </a:lnTo>
                <a:lnTo>
                  <a:pt x="9855" y="8931"/>
                </a:lnTo>
                <a:lnTo>
                  <a:pt x="9782" y="8858"/>
                </a:lnTo>
                <a:lnTo>
                  <a:pt x="9709" y="8809"/>
                </a:lnTo>
                <a:lnTo>
                  <a:pt x="9588" y="8760"/>
                </a:lnTo>
                <a:close/>
                <a:moveTo>
                  <a:pt x="2045" y="13359"/>
                </a:moveTo>
                <a:lnTo>
                  <a:pt x="2166" y="13408"/>
                </a:lnTo>
                <a:lnTo>
                  <a:pt x="2166" y="13481"/>
                </a:lnTo>
                <a:lnTo>
                  <a:pt x="2166" y="13554"/>
                </a:lnTo>
                <a:lnTo>
                  <a:pt x="2118" y="13627"/>
                </a:lnTo>
                <a:lnTo>
                  <a:pt x="2069" y="13675"/>
                </a:lnTo>
                <a:lnTo>
                  <a:pt x="1947" y="13773"/>
                </a:lnTo>
                <a:lnTo>
                  <a:pt x="1826" y="13870"/>
                </a:lnTo>
                <a:lnTo>
                  <a:pt x="1655" y="13943"/>
                </a:lnTo>
                <a:lnTo>
                  <a:pt x="1461" y="14016"/>
                </a:lnTo>
                <a:lnTo>
                  <a:pt x="1461" y="14016"/>
                </a:lnTo>
                <a:lnTo>
                  <a:pt x="1607" y="13821"/>
                </a:lnTo>
                <a:lnTo>
                  <a:pt x="1753" y="13627"/>
                </a:lnTo>
                <a:lnTo>
                  <a:pt x="1874" y="13481"/>
                </a:lnTo>
                <a:lnTo>
                  <a:pt x="1972" y="13383"/>
                </a:lnTo>
                <a:lnTo>
                  <a:pt x="1996" y="13383"/>
                </a:lnTo>
                <a:lnTo>
                  <a:pt x="2045" y="13359"/>
                </a:lnTo>
                <a:close/>
                <a:moveTo>
                  <a:pt x="1996" y="12872"/>
                </a:moveTo>
                <a:lnTo>
                  <a:pt x="1899" y="12897"/>
                </a:lnTo>
                <a:lnTo>
                  <a:pt x="1826" y="12921"/>
                </a:lnTo>
                <a:lnTo>
                  <a:pt x="1655" y="13018"/>
                </a:lnTo>
                <a:lnTo>
                  <a:pt x="1534" y="13140"/>
                </a:lnTo>
                <a:lnTo>
                  <a:pt x="1388" y="13286"/>
                </a:lnTo>
                <a:lnTo>
                  <a:pt x="1242" y="13456"/>
                </a:lnTo>
                <a:lnTo>
                  <a:pt x="998" y="13797"/>
                </a:lnTo>
                <a:lnTo>
                  <a:pt x="925" y="13967"/>
                </a:lnTo>
                <a:lnTo>
                  <a:pt x="828" y="14138"/>
                </a:lnTo>
                <a:lnTo>
                  <a:pt x="804" y="14235"/>
                </a:lnTo>
                <a:lnTo>
                  <a:pt x="779" y="14308"/>
                </a:lnTo>
                <a:lnTo>
                  <a:pt x="779" y="14405"/>
                </a:lnTo>
                <a:lnTo>
                  <a:pt x="828" y="14478"/>
                </a:lnTo>
                <a:lnTo>
                  <a:pt x="877" y="14527"/>
                </a:lnTo>
                <a:lnTo>
                  <a:pt x="925" y="14576"/>
                </a:lnTo>
                <a:lnTo>
                  <a:pt x="1047" y="14576"/>
                </a:lnTo>
                <a:lnTo>
                  <a:pt x="1120" y="14551"/>
                </a:lnTo>
                <a:lnTo>
                  <a:pt x="1266" y="14551"/>
                </a:lnTo>
                <a:lnTo>
                  <a:pt x="1412" y="14527"/>
                </a:lnTo>
                <a:lnTo>
                  <a:pt x="1582" y="14478"/>
                </a:lnTo>
                <a:lnTo>
                  <a:pt x="1728" y="14430"/>
                </a:lnTo>
                <a:lnTo>
                  <a:pt x="2020" y="14284"/>
                </a:lnTo>
                <a:lnTo>
                  <a:pt x="2239" y="14138"/>
                </a:lnTo>
                <a:lnTo>
                  <a:pt x="2361" y="14040"/>
                </a:lnTo>
                <a:lnTo>
                  <a:pt x="2483" y="13919"/>
                </a:lnTo>
                <a:lnTo>
                  <a:pt x="2556" y="13773"/>
                </a:lnTo>
                <a:lnTo>
                  <a:pt x="2629" y="13627"/>
                </a:lnTo>
                <a:lnTo>
                  <a:pt x="2653" y="13481"/>
                </a:lnTo>
                <a:lnTo>
                  <a:pt x="2653" y="13408"/>
                </a:lnTo>
                <a:lnTo>
                  <a:pt x="2629" y="13335"/>
                </a:lnTo>
                <a:lnTo>
                  <a:pt x="2604" y="13262"/>
                </a:lnTo>
                <a:lnTo>
                  <a:pt x="2556" y="13189"/>
                </a:lnTo>
                <a:lnTo>
                  <a:pt x="2483" y="13140"/>
                </a:lnTo>
                <a:lnTo>
                  <a:pt x="2385" y="13091"/>
                </a:lnTo>
                <a:lnTo>
                  <a:pt x="2288" y="12970"/>
                </a:lnTo>
                <a:lnTo>
                  <a:pt x="2166" y="12897"/>
                </a:lnTo>
                <a:lnTo>
                  <a:pt x="2069" y="12872"/>
                </a:lnTo>
                <a:close/>
                <a:moveTo>
                  <a:pt x="15525" y="560"/>
                </a:moveTo>
                <a:lnTo>
                  <a:pt x="16084" y="633"/>
                </a:lnTo>
                <a:lnTo>
                  <a:pt x="16644" y="706"/>
                </a:lnTo>
                <a:lnTo>
                  <a:pt x="17204" y="828"/>
                </a:lnTo>
                <a:lnTo>
                  <a:pt x="17763" y="974"/>
                </a:lnTo>
                <a:lnTo>
                  <a:pt x="17666" y="1023"/>
                </a:lnTo>
                <a:lnTo>
                  <a:pt x="17593" y="1096"/>
                </a:lnTo>
                <a:lnTo>
                  <a:pt x="17496" y="1169"/>
                </a:lnTo>
                <a:lnTo>
                  <a:pt x="17496" y="1193"/>
                </a:lnTo>
                <a:lnTo>
                  <a:pt x="17520" y="1217"/>
                </a:lnTo>
                <a:lnTo>
                  <a:pt x="17569" y="1266"/>
                </a:lnTo>
                <a:lnTo>
                  <a:pt x="17617" y="1290"/>
                </a:lnTo>
                <a:lnTo>
                  <a:pt x="17739" y="1315"/>
                </a:lnTo>
                <a:lnTo>
                  <a:pt x="17861" y="1290"/>
                </a:lnTo>
                <a:lnTo>
                  <a:pt x="17934" y="1290"/>
                </a:lnTo>
                <a:lnTo>
                  <a:pt x="17982" y="1242"/>
                </a:lnTo>
                <a:lnTo>
                  <a:pt x="18007" y="1363"/>
                </a:lnTo>
                <a:lnTo>
                  <a:pt x="18031" y="1461"/>
                </a:lnTo>
                <a:lnTo>
                  <a:pt x="17909" y="1485"/>
                </a:lnTo>
                <a:lnTo>
                  <a:pt x="17812" y="1534"/>
                </a:lnTo>
                <a:lnTo>
                  <a:pt x="17715" y="1582"/>
                </a:lnTo>
                <a:lnTo>
                  <a:pt x="17617" y="1655"/>
                </a:lnTo>
                <a:lnTo>
                  <a:pt x="17593" y="1680"/>
                </a:lnTo>
                <a:lnTo>
                  <a:pt x="17593" y="1753"/>
                </a:lnTo>
                <a:lnTo>
                  <a:pt x="17617" y="1801"/>
                </a:lnTo>
                <a:lnTo>
                  <a:pt x="17690" y="1826"/>
                </a:lnTo>
                <a:lnTo>
                  <a:pt x="17739" y="1850"/>
                </a:lnTo>
                <a:lnTo>
                  <a:pt x="17812" y="1874"/>
                </a:lnTo>
                <a:lnTo>
                  <a:pt x="17958" y="1850"/>
                </a:lnTo>
                <a:lnTo>
                  <a:pt x="18080" y="1801"/>
                </a:lnTo>
                <a:lnTo>
                  <a:pt x="18104" y="1996"/>
                </a:lnTo>
                <a:lnTo>
                  <a:pt x="17909" y="2069"/>
                </a:lnTo>
                <a:lnTo>
                  <a:pt x="17788" y="2118"/>
                </a:lnTo>
                <a:lnTo>
                  <a:pt x="17690" y="2215"/>
                </a:lnTo>
                <a:lnTo>
                  <a:pt x="17642" y="2264"/>
                </a:lnTo>
                <a:lnTo>
                  <a:pt x="17642" y="2361"/>
                </a:lnTo>
                <a:lnTo>
                  <a:pt x="17666" y="2410"/>
                </a:lnTo>
                <a:lnTo>
                  <a:pt x="17739" y="2458"/>
                </a:lnTo>
                <a:lnTo>
                  <a:pt x="17836" y="2483"/>
                </a:lnTo>
                <a:lnTo>
                  <a:pt x="17934" y="2458"/>
                </a:lnTo>
                <a:lnTo>
                  <a:pt x="18128" y="2410"/>
                </a:lnTo>
                <a:lnTo>
                  <a:pt x="18153" y="2531"/>
                </a:lnTo>
                <a:lnTo>
                  <a:pt x="18007" y="2555"/>
                </a:lnTo>
                <a:lnTo>
                  <a:pt x="17836" y="2604"/>
                </a:lnTo>
                <a:lnTo>
                  <a:pt x="17763" y="2653"/>
                </a:lnTo>
                <a:lnTo>
                  <a:pt x="17715" y="2726"/>
                </a:lnTo>
                <a:lnTo>
                  <a:pt x="17690" y="2823"/>
                </a:lnTo>
                <a:lnTo>
                  <a:pt x="17690" y="2896"/>
                </a:lnTo>
                <a:lnTo>
                  <a:pt x="17739" y="2945"/>
                </a:lnTo>
                <a:lnTo>
                  <a:pt x="17812" y="2993"/>
                </a:lnTo>
                <a:lnTo>
                  <a:pt x="18153" y="2993"/>
                </a:lnTo>
                <a:lnTo>
                  <a:pt x="18177" y="2969"/>
                </a:lnTo>
                <a:lnTo>
                  <a:pt x="18177" y="3261"/>
                </a:lnTo>
                <a:lnTo>
                  <a:pt x="17739" y="3383"/>
                </a:lnTo>
                <a:lnTo>
                  <a:pt x="17690" y="3407"/>
                </a:lnTo>
                <a:lnTo>
                  <a:pt x="17666" y="3431"/>
                </a:lnTo>
                <a:lnTo>
                  <a:pt x="17617" y="3529"/>
                </a:lnTo>
                <a:lnTo>
                  <a:pt x="17617" y="3577"/>
                </a:lnTo>
                <a:lnTo>
                  <a:pt x="17642" y="3626"/>
                </a:lnTo>
                <a:lnTo>
                  <a:pt x="17666" y="3650"/>
                </a:lnTo>
                <a:lnTo>
                  <a:pt x="17715" y="3699"/>
                </a:lnTo>
                <a:lnTo>
                  <a:pt x="17812" y="3723"/>
                </a:lnTo>
                <a:lnTo>
                  <a:pt x="17934" y="3723"/>
                </a:lnTo>
                <a:lnTo>
                  <a:pt x="18153" y="3699"/>
                </a:lnTo>
                <a:lnTo>
                  <a:pt x="18153" y="3699"/>
                </a:lnTo>
                <a:lnTo>
                  <a:pt x="18104" y="4186"/>
                </a:lnTo>
                <a:lnTo>
                  <a:pt x="17934" y="4088"/>
                </a:lnTo>
                <a:lnTo>
                  <a:pt x="17739" y="4040"/>
                </a:lnTo>
                <a:lnTo>
                  <a:pt x="17642" y="4015"/>
                </a:lnTo>
                <a:lnTo>
                  <a:pt x="17569" y="4040"/>
                </a:lnTo>
                <a:lnTo>
                  <a:pt x="17471" y="4064"/>
                </a:lnTo>
                <a:lnTo>
                  <a:pt x="17423" y="4137"/>
                </a:lnTo>
                <a:lnTo>
                  <a:pt x="17423" y="4186"/>
                </a:lnTo>
                <a:lnTo>
                  <a:pt x="17496" y="4283"/>
                </a:lnTo>
                <a:lnTo>
                  <a:pt x="17617" y="4332"/>
                </a:lnTo>
                <a:lnTo>
                  <a:pt x="17812" y="4429"/>
                </a:lnTo>
                <a:lnTo>
                  <a:pt x="17982" y="4526"/>
                </a:lnTo>
                <a:lnTo>
                  <a:pt x="18055" y="4551"/>
                </a:lnTo>
                <a:lnTo>
                  <a:pt x="17958" y="4940"/>
                </a:lnTo>
                <a:lnTo>
                  <a:pt x="17690" y="4843"/>
                </a:lnTo>
                <a:lnTo>
                  <a:pt x="17471" y="4721"/>
                </a:lnTo>
                <a:lnTo>
                  <a:pt x="17228" y="4648"/>
                </a:lnTo>
                <a:lnTo>
                  <a:pt x="17155" y="4648"/>
                </a:lnTo>
                <a:lnTo>
                  <a:pt x="17155" y="4672"/>
                </a:lnTo>
                <a:lnTo>
                  <a:pt x="17155" y="4721"/>
                </a:lnTo>
                <a:lnTo>
                  <a:pt x="17204" y="4818"/>
                </a:lnTo>
                <a:lnTo>
                  <a:pt x="17252" y="4891"/>
                </a:lnTo>
                <a:lnTo>
                  <a:pt x="17350" y="4989"/>
                </a:lnTo>
                <a:lnTo>
                  <a:pt x="17423" y="5062"/>
                </a:lnTo>
                <a:lnTo>
                  <a:pt x="17642" y="5183"/>
                </a:lnTo>
                <a:lnTo>
                  <a:pt x="17861" y="5256"/>
                </a:lnTo>
                <a:lnTo>
                  <a:pt x="17739" y="5621"/>
                </a:lnTo>
                <a:lnTo>
                  <a:pt x="17617" y="5938"/>
                </a:lnTo>
                <a:lnTo>
                  <a:pt x="17569" y="5889"/>
                </a:lnTo>
                <a:lnTo>
                  <a:pt x="17520" y="5840"/>
                </a:lnTo>
                <a:lnTo>
                  <a:pt x="17398" y="5743"/>
                </a:lnTo>
                <a:lnTo>
                  <a:pt x="17301" y="5670"/>
                </a:lnTo>
                <a:lnTo>
                  <a:pt x="17179" y="5597"/>
                </a:lnTo>
                <a:lnTo>
                  <a:pt x="17082" y="5573"/>
                </a:lnTo>
                <a:lnTo>
                  <a:pt x="16985" y="5548"/>
                </a:lnTo>
                <a:lnTo>
                  <a:pt x="16887" y="5548"/>
                </a:lnTo>
                <a:lnTo>
                  <a:pt x="16766" y="5597"/>
                </a:lnTo>
                <a:lnTo>
                  <a:pt x="16741" y="5621"/>
                </a:lnTo>
                <a:lnTo>
                  <a:pt x="16741" y="5670"/>
                </a:lnTo>
                <a:lnTo>
                  <a:pt x="16741" y="5719"/>
                </a:lnTo>
                <a:lnTo>
                  <a:pt x="16766" y="5743"/>
                </a:lnTo>
                <a:lnTo>
                  <a:pt x="16863" y="5840"/>
                </a:lnTo>
                <a:lnTo>
                  <a:pt x="16936" y="5913"/>
                </a:lnTo>
                <a:lnTo>
                  <a:pt x="17009" y="5962"/>
                </a:lnTo>
                <a:lnTo>
                  <a:pt x="17228" y="6132"/>
                </a:lnTo>
                <a:lnTo>
                  <a:pt x="17325" y="6181"/>
                </a:lnTo>
                <a:lnTo>
                  <a:pt x="17447" y="6205"/>
                </a:lnTo>
                <a:lnTo>
                  <a:pt x="17496" y="6205"/>
                </a:lnTo>
                <a:lnTo>
                  <a:pt x="17325" y="6473"/>
                </a:lnTo>
                <a:lnTo>
                  <a:pt x="17204" y="6473"/>
                </a:lnTo>
                <a:lnTo>
                  <a:pt x="17106" y="6449"/>
                </a:lnTo>
                <a:lnTo>
                  <a:pt x="17009" y="6400"/>
                </a:lnTo>
                <a:lnTo>
                  <a:pt x="16936" y="6351"/>
                </a:lnTo>
                <a:lnTo>
                  <a:pt x="16814" y="6230"/>
                </a:lnTo>
                <a:lnTo>
                  <a:pt x="16668" y="6108"/>
                </a:lnTo>
                <a:lnTo>
                  <a:pt x="16522" y="6035"/>
                </a:lnTo>
                <a:lnTo>
                  <a:pt x="16449" y="6011"/>
                </a:lnTo>
                <a:lnTo>
                  <a:pt x="16352" y="6011"/>
                </a:lnTo>
                <a:lnTo>
                  <a:pt x="16279" y="6035"/>
                </a:lnTo>
                <a:lnTo>
                  <a:pt x="16182" y="6084"/>
                </a:lnTo>
                <a:lnTo>
                  <a:pt x="16133" y="6132"/>
                </a:lnTo>
                <a:lnTo>
                  <a:pt x="16133" y="6181"/>
                </a:lnTo>
                <a:lnTo>
                  <a:pt x="16182" y="6230"/>
                </a:lnTo>
                <a:lnTo>
                  <a:pt x="16230" y="6254"/>
                </a:lnTo>
                <a:lnTo>
                  <a:pt x="16303" y="6254"/>
                </a:lnTo>
                <a:lnTo>
                  <a:pt x="16401" y="6303"/>
                </a:lnTo>
                <a:lnTo>
                  <a:pt x="16547" y="6424"/>
                </a:lnTo>
                <a:lnTo>
                  <a:pt x="16693" y="6570"/>
                </a:lnTo>
                <a:lnTo>
                  <a:pt x="16814" y="6692"/>
                </a:lnTo>
                <a:lnTo>
                  <a:pt x="16936" y="6789"/>
                </a:lnTo>
                <a:lnTo>
                  <a:pt x="17082" y="6838"/>
                </a:lnTo>
                <a:lnTo>
                  <a:pt x="16668" y="7325"/>
                </a:lnTo>
                <a:lnTo>
                  <a:pt x="16157" y="7106"/>
                </a:lnTo>
                <a:lnTo>
                  <a:pt x="16011" y="7033"/>
                </a:lnTo>
                <a:lnTo>
                  <a:pt x="15865" y="7008"/>
                </a:lnTo>
                <a:lnTo>
                  <a:pt x="15744" y="7008"/>
                </a:lnTo>
                <a:lnTo>
                  <a:pt x="15598" y="7057"/>
                </a:lnTo>
                <a:lnTo>
                  <a:pt x="15573" y="7081"/>
                </a:lnTo>
                <a:lnTo>
                  <a:pt x="15549" y="7106"/>
                </a:lnTo>
                <a:lnTo>
                  <a:pt x="15549" y="7154"/>
                </a:lnTo>
                <a:lnTo>
                  <a:pt x="15573" y="7179"/>
                </a:lnTo>
                <a:lnTo>
                  <a:pt x="15646" y="7276"/>
                </a:lnTo>
                <a:lnTo>
                  <a:pt x="15744" y="7349"/>
                </a:lnTo>
                <a:lnTo>
                  <a:pt x="15987" y="7495"/>
                </a:lnTo>
                <a:lnTo>
                  <a:pt x="16328" y="7665"/>
                </a:lnTo>
                <a:lnTo>
                  <a:pt x="16036" y="7957"/>
                </a:lnTo>
                <a:lnTo>
                  <a:pt x="15890" y="7909"/>
                </a:lnTo>
                <a:lnTo>
                  <a:pt x="15744" y="7884"/>
                </a:lnTo>
                <a:lnTo>
                  <a:pt x="15598" y="7860"/>
                </a:lnTo>
                <a:lnTo>
                  <a:pt x="15452" y="7836"/>
                </a:lnTo>
                <a:lnTo>
                  <a:pt x="15160" y="7690"/>
                </a:lnTo>
                <a:lnTo>
                  <a:pt x="15014" y="7641"/>
                </a:lnTo>
                <a:lnTo>
                  <a:pt x="14868" y="7592"/>
                </a:lnTo>
                <a:lnTo>
                  <a:pt x="14819" y="7617"/>
                </a:lnTo>
                <a:lnTo>
                  <a:pt x="14770" y="7665"/>
                </a:lnTo>
                <a:lnTo>
                  <a:pt x="14770" y="7714"/>
                </a:lnTo>
                <a:lnTo>
                  <a:pt x="14770" y="7763"/>
                </a:lnTo>
                <a:lnTo>
                  <a:pt x="14843" y="7860"/>
                </a:lnTo>
                <a:lnTo>
                  <a:pt x="14916" y="7957"/>
                </a:lnTo>
                <a:lnTo>
                  <a:pt x="15135" y="8128"/>
                </a:lnTo>
                <a:lnTo>
                  <a:pt x="15427" y="8249"/>
                </a:lnTo>
                <a:lnTo>
                  <a:pt x="15549" y="8298"/>
                </a:lnTo>
                <a:lnTo>
                  <a:pt x="15695" y="8322"/>
                </a:lnTo>
                <a:lnTo>
                  <a:pt x="15403" y="8639"/>
                </a:lnTo>
                <a:lnTo>
                  <a:pt x="15184" y="8590"/>
                </a:lnTo>
                <a:lnTo>
                  <a:pt x="14965" y="8541"/>
                </a:lnTo>
                <a:lnTo>
                  <a:pt x="14770" y="8468"/>
                </a:lnTo>
                <a:lnTo>
                  <a:pt x="14576" y="8347"/>
                </a:lnTo>
                <a:lnTo>
                  <a:pt x="14551" y="8322"/>
                </a:lnTo>
                <a:lnTo>
                  <a:pt x="14503" y="8322"/>
                </a:lnTo>
                <a:lnTo>
                  <a:pt x="14454" y="8371"/>
                </a:lnTo>
                <a:lnTo>
                  <a:pt x="14430" y="8420"/>
                </a:lnTo>
                <a:lnTo>
                  <a:pt x="14430" y="8493"/>
                </a:lnTo>
                <a:lnTo>
                  <a:pt x="14478" y="8590"/>
                </a:lnTo>
                <a:lnTo>
                  <a:pt x="14551" y="8687"/>
                </a:lnTo>
                <a:lnTo>
                  <a:pt x="14722" y="8809"/>
                </a:lnTo>
                <a:lnTo>
                  <a:pt x="14892" y="8906"/>
                </a:lnTo>
                <a:lnTo>
                  <a:pt x="15111" y="8979"/>
                </a:lnTo>
                <a:lnTo>
                  <a:pt x="14843" y="9271"/>
                </a:lnTo>
                <a:lnTo>
                  <a:pt x="14795" y="9247"/>
                </a:lnTo>
                <a:lnTo>
                  <a:pt x="14503" y="9150"/>
                </a:lnTo>
                <a:lnTo>
                  <a:pt x="14211" y="9052"/>
                </a:lnTo>
                <a:lnTo>
                  <a:pt x="13919" y="8955"/>
                </a:lnTo>
                <a:lnTo>
                  <a:pt x="13627" y="8858"/>
                </a:lnTo>
                <a:lnTo>
                  <a:pt x="13578" y="8858"/>
                </a:lnTo>
                <a:lnTo>
                  <a:pt x="13554" y="8882"/>
                </a:lnTo>
                <a:lnTo>
                  <a:pt x="13529" y="8931"/>
                </a:lnTo>
                <a:lnTo>
                  <a:pt x="13554" y="8955"/>
                </a:lnTo>
                <a:lnTo>
                  <a:pt x="13627" y="9077"/>
                </a:lnTo>
                <a:lnTo>
                  <a:pt x="13748" y="9198"/>
                </a:lnTo>
                <a:lnTo>
                  <a:pt x="13846" y="9296"/>
                </a:lnTo>
                <a:lnTo>
                  <a:pt x="13992" y="9369"/>
                </a:lnTo>
                <a:lnTo>
                  <a:pt x="14284" y="9515"/>
                </a:lnTo>
                <a:lnTo>
                  <a:pt x="14576" y="9612"/>
                </a:lnTo>
                <a:lnTo>
                  <a:pt x="14211" y="10001"/>
                </a:lnTo>
                <a:lnTo>
                  <a:pt x="14186" y="9953"/>
                </a:lnTo>
                <a:lnTo>
                  <a:pt x="14113" y="9904"/>
                </a:lnTo>
                <a:lnTo>
                  <a:pt x="13846" y="9709"/>
                </a:lnTo>
                <a:lnTo>
                  <a:pt x="13529" y="9563"/>
                </a:lnTo>
                <a:lnTo>
                  <a:pt x="13359" y="9490"/>
                </a:lnTo>
                <a:lnTo>
                  <a:pt x="13213" y="9442"/>
                </a:lnTo>
                <a:lnTo>
                  <a:pt x="13043" y="9393"/>
                </a:lnTo>
                <a:lnTo>
                  <a:pt x="12824" y="9393"/>
                </a:lnTo>
                <a:lnTo>
                  <a:pt x="12799" y="9442"/>
                </a:lnTo>
                <a:lnTo>
                  <a:pt x="12799" y="9490"/>
                </a:lnTo>
                <a:lnTo>
                  <a:pt x="12824" y="9515"/>
                </a:lnTo>
                <a:lnTo>
                  <a:pt x="13067" y="9734"/>
                </a:lnTo>
                <a:lnTo>
                  <a:pt x="13335" y="9904"/>
                </a:lnTo>
                <a:lnTo>
                  <a:pt x="13627" y="10074"/>
                </a:lnTo>
                <a:lnTo>
                  <a:pt x="13919" y="10220"/>
                </a:lnTo>
                <a:lnTo>
                  <a:pt x="13967" y="10245"/>
                </a:lnTo>
                <a:lnTo>
                  <a:pt x="13894" y="10318"/>
                </a:lnTo>
                <a:lnTo>
                  <a:pt x="13748" y="10464"/>
                </a:lnTo>
                <a:lnTo>
                  <a:pt x="13700" y="10391"/>
                </a:lnTo>
                <a:lnTo>
                  <a:pt x="13627" y="10318"/>
                </a:lnTo>
                <a:lnTo>
                  <a:pt x="13456" y="10220"/>
                </a:lnTo>
                <a:lnTo>
                  <a:pt x="13091" y="10074"/>
                </a:lnTo>
                <a:lnTo>
                  <a:pt x="12897" y="10026"/>
                </a:lnTo>
                <a:lnTo>
                  <a:pt x="12702" y="9953"/>
                </a:lnTo>
                <a:lnTo>
                  <a:pt x="12507" y="9928"/>
                </a:lnTo>
                <a:lnTo>
                  <a:pt x="12288" y="9904"/>
                </a:lnTo>
                <a:lnTo>
                  <a:pt x="12240" y="9904"/>
                </a:lnTo>
                <a:lnTo>
                  <a:pt x="12215" y="9928"/>
                </a:lnTo>
                <a:lnTo>
                  <a:pt x="12191" y="9977"/>
                </a:lnTo>
                <a:lnTo>
                  <a:pt x="12215" y="10050"/>
                </a:lnTo>
                <a:lnTo>
                  <a:pt x="12264" y="10099"/>
                </a:lnTo>
                <a:lnTo>
                  <a:pt x="12459" y="10196"/>
                </a:lnTo>
                <a:lnTo>
                  <a:pt x="12629" y="10293"/>
                </a:lnTo>
                <a:lnTo>
                  <a:pt x="12994" y="10512"/>
                </a:lnTo>
                <a:lnTo>
                  <a:pt x="13237" y="10634"/>
                </a:lnTo>
                <a:lnTo>
                  <a:pt x="13359" y="10682"/>
                </a:lnTo>
                <a:lnTo>
                  <a:pt x="13505" y="10707"/>
                </a:lnTo>
                <a:lnTo>
                  <a:pt x="12921" y="11291"/>
                </a:lnTo>
                <a:lnTo>
                  <a:pt x="12799" y="11193"/>
                </a:lnTo>
                <a:lnTo>
                  <a:pt x="12653" y="11096"/>
                </a:lnTo>
                <a:lnTo>
                  <a:pt x="12434" y="10974"/>
                </a:lnTo>
                <a:lnTo>
                  <a:pt x="12240" y="10828"/>
                </a:lnTo>
                <a:lnTo>
                  <a:pt x="12021" y="10682"/>
                </a:lnTo>
                <a:lnTo>
                  <a:pt x="11802" y="10585"/>
                </a:lnTo>
                <a:lnTo>
                  <a:pt x="11680" y="10537"/>
                </a:lnTo>
                <a:lnTo>
                  <a:pt x="11534" y="10537"/>
                </a:lnTo>
                <a:lnTo>
                  <a:pt x="11510" y="10561"/>
                </a:lnTo>
                <a:lnTo>
                  <a:pt x="11510" y="10585"/>
                </a:lnTo>
                <a:lnTo>
                  <a:pt x="11534" y="10609"/>
                </a:lnTo>
                <a:lnTo>
                  <a:pt x="11704" y="10804"/>
                </a:lnTo>
                <a:lnTo>
                  <a:pt x="11996" y="11072"/>
                </a:lnTo>
                <a:lnTo>
                  <a:pt x="12337" y="11364"/>
                </a:lnTo>
                <a:lnTo>
                  <a:pt x="12507" y="11461"/>
                </a:lnTo>
                <a:lnTo>
                  <a:pt x="12678" y="11534"/>
                </a:lnTo>
                <a:lnTo>
                  <a:pt x="12337" y="11875"/>
                </a:lnTo>
                <a:lnTo>
                  <a:pt x="12215" y="11826"/>
                </a:lnTo>
                <a:lnTo>
                  <a:pt x="12094" y="11777"/>
                </a:lnTo>
                <a:lnTo>
                  <a:pt x="11899" y="11680"/>
                </a:lnTo>
                <a:lnTo>
                  <a:pt x="11510" y="11437"/>
                </a:lnTo>
                <a:lnTo>
                  <a:pt x="11291" y="11339"/>
                </a:lnTo>
                <a:lnTo>
                  <a:pt x="11193" y="11315"/>
                </a:lnTo>
                <a:lnTo>
                  <a:pt x="11072" y="11291"/>
                </a:lnTo>
                <a:lnTo>
                  <a:pt x="10999" y="11315"/>
                </a:lnTo>
                <a:lnTo>
                  <a:pt x="10974" y="11364"/>
                </a:lnTo>
                <a:lnTo>
                  <a:pt x="10950" y="11437"/>
                </a:lnTo>
                <a:lnTo>
                  <a:pt x="10999" y="11485"/>
                </a:lnTo>
                <a:lnTo>
                  <a:pt x="11266" y="11704"/>
                </a:lnTo>
                <a:lnTo>
                  <a:pt x="11558" y="11923"/>
                </a:lnTo>
                <a:lnTo>
                  <a:pt x="11777" y="12069"/>
                </a:lnTo>
                <a:lnTo>
                  <a:pt x="12045" y="12191"/>
                </a:lnTo>
                <a:lnTo>
                  <a:pt x="11753" y="12483"/>
                </a:lnTo>
                <a:lnTo>
                  <a:pt x="11485" y="12264"/>
                </a:lnTo>
                <a:lnTo>
                  <a:pt x="11218" y="12045"/>
                </a:lnTo>
                <a:lnTo>
                  <a:pt x="11047" y="11899"/>
                </a:lnTo>
                <a:lnTo>
                  <a:pt x="10877" y="11777"/>
                </a:lnTo>
                <a:lnTo>
                  <a:pt x="10682" y="11680"/>
                </a:lnTo>
                <a:lnTo>
                  <a:pt x="10488" y="11631"/>
                </a:lnTo>
                <a:lnTo>
                  <a:pt x="10439" y="11656"/>
                </a:lnTo>
                <a:lnTo>
                  <a:pt x="10439" y="11680"/>
                </a:lnTo>
                <a:lnTo>
                  <a:pt x="10415" y="11704"/>
                </a:lnTo>
                <a:lnTo>
                  <a:pt x="10439" y="11753"/>
                </a:lnTo>
                <a:lnTo>
                  <a:pt x="11072" y="12410"/>
                </a:lnTo>
                <a:lnTo>
                  <a:pt x="11242" y="12605"/>
                </a:lnTo>
                <a:lnTo>
                  <a:pt x="11461" y="12775"/>
                </a:lnTo>
                <a:lnTo>
                  <a:pt x="11315" y="12945"/>
                </a:lnTo>
                <a:lnTo>
                  <a:pt x="11193" y="12848"/>
                </a:lnTo>
                <a:lnTo>
                  <a:pt x="11047" y="12775"/>
                </a:lnTo>
                <a:lnTo>
                  <a:pt x="10780" y="12629"/>
                </a:lnTo>
                <a:lnTo>
                  <a:pt x="10366" y="12361"/>
                </a:lnTo>
                <a:lnTo>
                  <a:pt x="10172" y="12215"/>
                </a:lnTo>
                <a:lnTo>
                  <a:pt x="9977" y="12069"/>
                </a:lnTo>
                <a:lnTo>
                  <a:pt x="9953" y="12045"/>
                </a:lnTo>
                <a:lnTo>
                  <a:pt x="9928" y="12069"/>
                </a:lnTo>
                <a:lnTo>
                  <a:pt x="9904" y="12094"/>
                </a:lnTo>
                <a:lnTo>
                  <a:pt x="9928" y="12118"/>
                </a:lnTo>
                <a:lnTo>
                  <a:pt x="10220" y="12532"/>
                </a:lnTo>
                <a:lnTo>
                  <a:pt x="10391" y="12702"/>
                </a:lnTo>
                <a:lnTo>
                  <a:pt x="10585" y="12897"/>
                </a:lnTo>
                <a:lnTo>
                  <a:pt x="10804" y="13067"/>
                </a:lnTo>
                <a:lnTo>
                  <a:pt x="10926" y="13140"/>
                </a:lnTo>
                <a:lnTo>
                  <a:pt x="11047" y="13213"/>
                </a:lnTo>
                <a:lnTo>
                  <a:pt x="10780" y="13456"/>
                </a:lnTo>
                <a:lnTo>
                  <a:pt x="10439" y="13213"/>
                </a:lnTo>
                <a:lnTo>
                  <a:pt x="10099" y="12970"/>
                </a:lnTo>
                <a:lnTo>
                  <a:pt x="9928" y="12872"/>
                </a:lnTo>
                <a:lnTo>
                  <a:pt x="9734" y="12799"/>
                </a:lnTo>
                <a:lnTo>
                  <a:pt x="9563" y="12726"/>
                </a:lnTo>
                <a:lnTo>
                  <a:pt x="9369" y="12726"/>
                </a:lnTo>
                <a:lnTo>
                  <a:pt x="9320" y="12751"/>
                </a:lnTo>
                <a:lnTo>
                  <a:pt x="9320" y="12775"/>
                </a:lnTo>
                <a:lnTo>
                  <a:pt x="9320" y="12799"/>
                </a:lnTo>
                <a:lnTo>
                  <a:pt x="9442" y="12921"/>
                </a:lnTo>
                <a:lnTo>
                  <a:pt x="9588" y="13043"/>
                </a:lnTo>
                <a:lnTo>
                  <a:pt x="9855" y="13262"/>
                </a:lnTo>
                <a:lnTo>
                  <a:pt x="10464" y="13773"/>
                </a:lnTo>
                <a:lnTo>
                  <a:pt x="10293" y="13943"/>
                </a:lnTo>
                <a:lnTo>
                  <a:pt x="10123" y="13821"/>
                </a:lnTo>
                <a:lnTo>
                  <a:pt x="9953" y="13724"/>
                </a:lnTo>
                <a:lnTo>
                  <a:pt x="9612" y="13554"/>
                </a:lnTo>
                <a:lnTo>
                  <a:pt x="9393" y="13408"/>
                </a:lnTo>
                <a:lnTo>
                  <a:pt x="9223" y="13237"/>
                </a:lnTo>
                <a:lnTo>
                  <a:pt x="9052" y="13067"/>
                </a:lnTo>
                <a:lnTo>
                  <a:pt x="8906" y="12848"/>
                </a:lnTo>
                <a:lnTo>
                  <a:pt x="8833" y="12799"/>
                </a:lnTo>
                <a:lnTo>
                  <a:pt x="8760" y="12799"/>
                </a:lnTo>
                <a:lnTo>
                  <a:pt x="8712" y="12824"/>
                </a:lnTo>
                <a:lnTo>
                  <a:pt x="8663" y="12897"/>
                </a:lnTo>
                <a:lnTo>
                  <a:pt x="8639" y="13018"/>
                </a:lnTo>
                <a:lnTo>
                  <a:pt x="8663" y="13164"/>
                </a:lnTo>
                <a:lnTo>
                  <a:pt x="8687" y="13286"/>
                </a:lnTo>
                <a:lnTo>
                  <a:pt x="8760" y="13408"/>
                </a:lnTo>
                <a:lnTo>
                  <a:pt x="8833" y="13529"/>
                </a:lnTo>
                <a:lnTo>
                  <a:pt x="8931" y="13627"/>
                </a:lnTo>
                <a:lnTo>
                  <a:pt x="9125" y="13821"/>
                </a:lnTo>
                <a:lnTo>
                  <a:pt x="9490" y="14089"/>
                </a:lnTo>
                <a:lnTo>
                  <a:pt x="9685" y="14211"/>
                </a:lnTo>
                <a:lnTo>
                  <a:pt x="9904" y="14308"/>
                </a:lnTo>
                <a:lnTo>
                  <a:pt x="9661" y="14527"/>
                </a:lnTo>
                <a:lnTo>
                  <a:pt x="9369" y="14381"/>
                </a:lnTo>
                <a:lnTo>
                  <a:pt x="9052" y="14235"/>
                </a:lnTo>
                <a:lnTo>
                  <a:pt x="8760" y="14089"/>
                </a:lnTo>
                <a:lnTo>
                  <a:pt x="8614" y="13992"/>
                </a:lnTo>
                <a:lnTo>
                  <a:pt x="8468" y="13919"/>
                </a:lnTo>
                <a:lnTo>
                  <a:pt x="8444" y="13894"/>
                </a:lnTo>
                <a:lnTo>
                  <a:pt x="8420" y="13894"/>
                </a:lnTo>
                <a:lnTo>
                  <a:pt x="8395" y="13919"/>
                </a:lnTo>
                <a:lnTo>
                  <a:pt x="8395" y="13967"/>
                </a:lnTo>
                <a:lnTo>
                  <a:pt x="8468" y="14138"/>
                </a:lnTo>
                <a:lnTo>
                  <a:pt x="8566" y="14308"/>
                </a:lnTo>
                <a:lnTo>
                  <a:pt x="8687" y="14430"/>
                </a:lnTo>
                <a:lnTo>
                  <a:pt x="8833" y="14551"/>
                </a:lnTo>
                <a:lnTo>
                  <a:pt x="9296" y="14868"/>
                </a:lnTo>
                <a:lnTo>
                  <a:pt x="9004" y="15160"/>
                </a:lnTo>
                <a:lnTo>
                  <a:pt x="8614" y="14770"/>
                </a:lnTo>
                <a:lnTo>
                  <a:pt x="8201" y="14405"/>
                </a:lnTo>
                <a:lnTo>
                  <a:pt x="7398" y="13700"/>
                </a:lnTo>
                <a:lnTo>
                  <a:pt x="6984" y="13359"/>
                </a:lnTo>
                <a:lnTo>
                  <a:pt x="6595" y="12994"/>
                </a:lnTo>
                <a:lnTo>
                  <a:pt x="6205" y="12605"/>
                </a:lnTo>
                <a:lnTo>
                  <a:pt x="5840" y="12215"/>
                </a:lnTo>
                <a:lnTo>
                  <a:pt x="5500" y="11777"/>
                </a:lnTo>
                <a:lnTo>
                  <a:pt x="5135" y="11315"/>
                </a:lnTo>
                <a:lnTo>
                  <a:pt x="4794" y="10901"/>
                </a:lnTo>
                <a:lnTo>
                  <a:pt x="4599" y="10682"/>
                </a:lnTo>
                <a:lnTo>
                  <a:pt x="4405" y="10488"/>
                </a:lnTo>
                <a:lnTo>
                  <a:pt x="4137" y="10269"/>
                </a:lnTo>
                <a:lnTo>
                  <a:pt x="3845" y="10074"/>
                </a:lnTo>
                <a:lnTo>
                  <a:pt x="3553" y="9855"/>
                </a:lnTo>
                <a:lnTo>
                  <a:pt x="3285" y="9661"/>
                </a:lnTo>
                <a:lnTo>
                  <a:pt x="3261" y="9588"/>
                </a:lnTo>
                <a:lnTo>
                  <a:pt x="3602" y="9296"/>
                </a:lnTo>
                <a:lnTo>
                  <a:pt x="3967" y="9004"/>
                </a:lnTo>
                <a:lnTo>
                  <a:pt x="4332" y="8712"/>
                </a:lnTo>
                <a:lnTo>
                  <a:pt x="4672" y="8420"/>
                </a:lnTo>
                <a:lnTo>
                  <a:pt x="5646" y="7519"/>
                </a:lnTo>
                <a:lnTo>
                  <a:pt x="6595" y="6595"/>
                </a:lnTo>
                <a:lnTo>
                  <a:pt x="6984" y="6205"/>
                </a:lnTo>
                <a:lnTo>
                  <a:pt x="7349" y="5792"/>
                </a:lnTo>
                <a:lnTo>
                  <a:pt x="8055" y="4940"/>
                </a:lnTo>
                <a:lnTo>
                  <a:pt x="8760" y="4088"/>
                </a:lnTo>
                <a:lnTo>
                  <a:pt x="9466" y="3237"/>
                </a:lnTo>
                <a:lnTo>
                  <a:pt x="9855" y="2799"/>
                </a:lnTo>
                <a:lnTo>
                  <a:pt x="10269" y="2410"/>
                </a:lnTo>
                <a:lnTo>
                  <a:pt x="10707" y="2045"/>
                </a:lnTo>
                <a:lnTo>
                  <a:pt x="11169" y="1704"/>
                </a:lnTo>
                <a:lnTo>
                  <a:pt x="11631" y="1412"/>
                </a:lnTo>
                <a:lnTo>
                  <a:pt x="12142" y="1144"/>
                </a:lnTo>
                <a:lnTo>
                  <a:pt x="12678" y="950"/>
                </a:lnTo>
                <a:lnTo>
                  <a:pt x="13237" y="779"/>
                </a:lnTo>
                <a:lnTo>
                  <a:pt x="13797" y="658"/>
                </a:lnTo>
                <a:lnTo>
                  <a:pt x="14381" y="585"/>
                </a:lnTo>
                <a:lnTo>
                  <a:pt x="14941" y="560"/>
                </a:lnTo>
                <a:close/>
                <a:moveTo>
                  <a:pt x="11777" y="13237"/>
                </a:moveTo>
                <a:lnTo>
                  <a:pt x="11777" y="13602"/>
                </a:lnTo>
                <a:lnTo>
                  <a:pt x="11753" y="13967"/>
                </a:lnTo>
                <a:lnTo>
                  <a:pt x="11704" y="14746"/>
                </a:lnTo>
                <a:lnTo>
                  <a:pt x="11680" y="15549"/>
                </a:lnTo>
                <a:lnTo>
                  <a:pt x="11656" y="16328"/>
                </a:lnTo>
                <a:lnTo>
                  <a:pt x="11485" y="16084"/>
                </a:lnTo>
                <a:lnTo>
                  <a:pt x="11291" y="15865"/>
                </a:lnTo>
                <a:lnTo>
                  <a:pt x="10877" y="15427"/>
                </a:lnTo>
                <a:lnTo>
                  <a:pt x="10755" y="15257"/>
                </a:lnTo>
                <a:lnTo>
                  <a:pt x="10610" y="15062"/>
                </a:lnTo>
                <a:lnTo>
                  <a:pt x="10464" y="14868"/>
                </a:lnTo>
                <a:lnTo>
                  <a:pt x="10366" y="14770"/>
                </a:lnTo>
                <a:lnTo>
                  <a:pt x="10293" y="14722"/>
                </a:lnTo>
                <a:lnTo>
                  <a:pt x="10731" y="14284"/>
                </a:lnTo>
                <a:lnTo>
                  <a:pt x="11266" y="13773"/>
                </a:lnTo>
                <a:lnTo>
                  <a:pt x="11777" y="13237"/>
                </a:lnTo>
                <a:close/>
                <a:moveTo>
                  <a:pt x="3431" y="14381"/>
                </a:moveTo>
                <a:lnTo>
                  <a:pt x="3553" y="14405"/>
                </a:lnTo>
                <a:lnTo>
                  <a:pt x="3699" y="14454"/>
                </a:lnTo>
                <a:lnTo>
                  <a:pt x="3699" y="14527"/>
                </a:lnTo>
                <a:lnTo>
                  <a:pt x="3723" y="14576"/>
                </a:lnTo>
                <a:lnTo>
                  <a:pt x="3602" y="14576"/>
                </a:lnTo>
                <a:lnTo>
                  <a:pt x="3553" y="14600"/>
                </a:lnTo>
                <a:lnTo>
                  <a:pt x="3504" y="14649"/>
                </a:lnTo>
                <a:lnTo>
                  <a:pt x="3334" y="14843"/>
                </a:lnTo>
                <a:lnTo>
                  <a:pt x="3164" y="15038"/>
                </a:lnTo>
                <a:lnTo>
                  <a:pt x="2969" y="15233"/>
                </a:lnTo>
                <a:lnTo>
                  <a:pt x="2896" y="15330"/>
                </a:lnTo>
                <a:lnTo>
                  <a:pt x="2847" y="15452"/>
                </a:lnTo>
                <a:lnTo>
                  <a:pt x="2847" y="15525"/>
                </a:lnTo>
                <a:lnTo>
                  <a:pt x="2872" y="15573"/>
                </a:lnTo>
                <a:lnTo>
                  <a:pt x="2896" y="15622"/>
                </a:lnTo>
                <a:lnTo>
                  <a:pt x="2945" y="15646"/>
                </a:lnTo>
                <a:lnTo>
                  <a:pt x="3115" y="15646"/>
                </a:lnTo>
                <a:lnTo>
                  <a:pt x="3237" y="15598"/>
                </a:lnTo>
                <a:lnTo>
                  <a:pt x="3358" y="15525"/>
                </a:lnTo>
                <a:lnTo>
                  <a:pt x="3480" y="15427"/>
                </a:lnTo>
                <a:lnTo>
                  <a:pt x="3699" y="15208"/>
                </a:lnTo>
                <a:lnTo>
                  <a:pt x="3894" y="14941"/>
                </a:lnTo>
                <a:lnTo>
                  <a:pt x="3918" y="14868"/>
                </a:lnTo>
                <a:lnTo>
                  <a:pt x="3918" y="14795"/>
                </a:lnTo>
                <a:lnTo>
                  <a:pt x="3918" y="14722"/>
                </a:lnTo>
                <a:lnTo>
                  <a:pt x="3869" y="14673"/>
                </a:lnTo>
                <a:lnTo>
                  <a:pt x="3918" y="14697"/>
                </a:lnTo>
                <a:lnTo>
                  <a:pt x="3967" y="14770"/>
                </a:lnTo>
                <a:lnTo>
                  <a:pt x="3967" y="14819"/>
                </a:lnTo>
                <a:lnTo>
                  <a:pt x="3967" y="14892"/>
                </a:lnTo>
                <a:lnTo>
                  <a:pt x="3942" y="15087"/>
                </a:lnTo>
                <a:lnTo>
                  <a:pt x="3894" y="15281"/>
                </a:lnTo>
                <a:lnTo>
                  <a:pt x="3699" y="15671"/>
                </a:lnTo>
                <a:lnTo>
                  <a:pt x="3553" y="15938"/>
                </a:lnTo>
                <a:lnTo>
                  <a:pt x="3480" y="16060"/>
                </a:lnTo>
                <a:lnTo>
                  <a:pt x="3358" y="16157"/>
                </a:lnTo>
                <a:lnTo>
                  <a:pt x="3261" y="16230"/>
                </a:lnTo>
                <a:lnTo>
                  <a:pt x="3115" y="16303"/>
                </a:lnTo>
                <a:lnTo>
                  <a:pt x="2847" y="16376"/>
                </a:lnTo>
                <a:lnTo>
                  <a:pt x="2556" y="16425"/>
                </a:lnTo>
                <a:lnTo>
                  <a:pt x="2361" y="16449"/>
                </a:lnTo>
                <a:lnTo>
                  <a:pt x="2166" y="16449"/>
                </a:lnTo>
                <a:lnTo>
                  <a:pt x="2312" y="16182"/>
                </a:lnTo>
                <a:lnTo>
                  <a:pt x="2434" y="15890"/>
                </a:lnTo>
                <a:lnTo>
                  <a:pt x="2629" y="15403"/>
                </a:lnTo>
                <a:lnTo>
                  <a:pt x="2726" y="15160"/>
                </a:lnTo>
                <a:lnTo>
                  <a:pt x="2847" y="14916"/>
                </a:lnTo>
                <a:lnTo>
                  <a:pt x="2993" y="14697"/>
                </a:lnTo>
                <a:lnTo>
                  <a:pt x="3164" y="14503"/>
                </a:lnTo>
                <a:lnTo>
                  <a:pt x="3237" y="14430"/>
                </a:lnTo>
                <a:lnTo>
                  <a:pt x="3310" y="14405"/>
                </a:lnTo>
                <a:lnTo>
                  <a:pt x="3358" y="14381"/>
                </a:lnTo>
                <a:close/>
                <a:moveTo>
                  <a:pt x="3066" y="10001"/>
                </a:moveTo>
                <a:lnTo>
                  <a:pt x="3188" y="10147"/>
                </a:lnTo>
                <a:lnTo>
                  <a:pt x="3334" y="10293"/>
                </a:lnTo>
                <a:lnTo>
                  <a:pt x="3650" y="10488"/>
                </a:lnTo>
                <a:lnTo>
                  <a:pt x="3894" y="10682"/>
                </a:lnTo>
                <a:lnTo>
                  <a:pt x="4113" y="10877"/>
                </a:lnTo>
                <a:lnTo>
                  <a:pt x="4332" y="11096"/>
                </a:lnTo>
                <a:lnTo>
                  <a:pt x="4526" y="11315"/>
                </a:lnTo>
                <a:lnTo>
                  <a:pt x="4891" y="11777"/>
                </a:lnTo>
                <a:lnTo>
                  <a:pt x="5256" y="12264"/>
                </a:lnTo>
                <a:lnTo>
                  <a:pt x="5621" y="12702"/>
                </a:lnTo>
                <a:lnTo>
                  <a:pt x="6011" y="13140"/>
                </a:lnTo>
                <a:lnTo>
                  <a:pt x="6449" y="13529"/>
                </a:lnTo>
                <a:lnTo>
                  <a:pt x="6862" y="13919"/>
                </a:lnTo>
                <a:lnTo>
                  <a:pt x="7763" y="14697"/>
                </a:lnTo>
                <a:lnTo>
                  <a:pt x="8176" y="15087"/>
                </a:lnTo>
                <a:lnTo>
                  <a:pt x="8614" y="15500"/>
                </a:lnTo>
                <a:lnTo>
                  <a:pt x="8590" y="15525"/>
                </a:lnTo>
                <a:lnTo>
                  <a:pt x="8517" y="15573"/>
                </a:lnTo>
                <a:lnTo>
                  <a:pt x="8468" y="15646"/>
                </a:lnTo>
                <a:lnTo>
                  <a:pt x="8468" y="15719"/>
                </a:lnTo>
                <a:lnTo>
                  <a:pt x="8395" y="15914"/>
                </a:lnTo>
                <a:lnTo>
                  <a:pt x="8322" y="16133"/>
                </a:lnTo>
                <a:lnTo>
                  <a:pt x="8176" y="16547"/>
                </a:lnTo>
                <a:lnTo>
                  <a:pt x="7227" y="15817"/>
                </a:lnTo>
                <a:lnTo>
                  <a:pt x="6303" y="15062"/>
                </a:lnTo>
                <a:lnTo>
                  <a:pt x="5840" y="14649"/>
                </a:lnTo>
                <a:lnTo>
                  <a:pt x="5378" y="14259"/>
                </a:lnTo>
                <a:lnTo>
                  <a:pt x="4964" y="13846"/>
                </a:lnTo>
                <a:lnTo>
                  <a:pt x="4551" y="13408"/>
                </a:lnTo>
                <a:lnTo>
                  <a:pt x="3821" y="12580"/>
                </a:lnTo>
                <a:lnTo>
                  <a:pt x="3456" y="12142"/>
                </a:lnTo>
                <a:lnTo>
                  <a:pt x="3091" y="11729"/>
                </a:lnTo>
                <a:lnTo>
                  <a:pt x="2702" y="11315"/>
                </a:lnTo>
                <a:lnTo>
                  <a:pt x="2288" y="10950"/>
                </a:lnTo>
                <a:lnTo>
                  <a:pt x="1850" y="10609"/>
                </a:lnTo>
                <a:lnTo>
                  <a:pt x="1607" y="10464"/>
                </a:lnTo>
                <a:lnTo>
                  <a:pt x="1388" y="10318"/>
                </a:lnTo>
                <a:lnTo>
                  <a:pt x="1534" y="10318"/>
                </a:lnTo>
                <a:lnTo>
                  <a:pt x="1655" y="10293"/>
                </a:lnTo>
                <a:lnTo>
                  <a:pt x="1947" y="10245"/>
                </a:lnTo>
                <a:lnTo>
                  <a:pt x="2507" y="10147"/>
                </a:lnTo>
                <a:lnTo>
                  <a:pt x="3066" y="10001"/>
                </a:lnTo>
                <a:close/>
                <a:moveTo>
                  <a:pt x="4989" y="16328"/>
                </a:moveTo>
                <a:lnTo>
                  <a:pt x="5110" y="16352"/>
                </a:lnTo>
                <a:lnTo>
                  <a:pt x="5086" y="16401"/>
                </a:lnTo>
                <a:lnTo>
                  <a:pt x="5062" y="16474"/>
                </a:lnTo>
                <a:lnTo>
                  <a:pt x="4989" y="16522"/>
                </a:lnTo>
                <a:lnTo>
                  <a:pt x="4843" y="16620"/>
                </a:lnTo>
                <a:lnTo>
                  <a:pt x="4551" y="16741"/>
                </a:lnTo>
                <a:lnTo>
                  <a:pt x="4551" y="16741"/>
                </a:lnTo>
                <a:lnTo>
                  <a:pt x="4599" y="16620"/>
                </a:lnTo>
                <a:lnTo>
                  <a:pt x="4672" y="16474"/>
                </a:lnTo>
                <a:lnTo>
                  <a:pt x="4770" y="16376"/>
                </a:lnTo>
                <a:lnTo>
                  <a:pt x="4867" y="16328"/>
                </a:lnTo>
                <a:close/>
                <a:moveTo>
                  <a:pt x="3237" y="13846"/>
                </a:moveTo>
                <a:lnTo>
                  <a:pt x="3115" y="13894"/>
                </a:lnTo>
                <a:lnTo>
                  <a:pt x="2993" y="13943"/>
                </a:lnTo>
                <a:lnTo>
                  <a:pt x="2896" y="14016"/>
                </a:lnTo>
                <a:lnTo>
                  <a:pt x="2702" y="14211"/>
                </a:lnTo>
                <a:lnTo>
                  <a:pt x="2531" y="14430"/>
                </a:lnTo>
                <a:lnTo>
                  <a:pt x="2385" y="14673"/>
                </a:lnTo>
                <a:lnTo>
                  <a:pt x="2264" y="14941"/>
                </a:lnTo>
                <a:lnTo>
                  <a:pt x="2045" y="15500"/>
                </a:lnTo>
                <a:lnTo>
                  <a:pt x="1923" y="15768"/>
                </a:lnTo>
                <a:lnTo>
                  <a:pt x="1777" y="16036"/>
                </a:lnTo>
                <a:lnTo>
                  <a:pt x="1607" y="16279"/>
                </a:lnTo>
                <a:lnTo>
                  <a:pt x="1509" y="16376"/>
                </a:lnTo>
                <a:lnTo>
                  <a:pt x="1412" y="16449"/>
                </a:lnTo>
                <a:lnTo>
                  <a:pt x="1363" y="16522"/>
                </a:lnTo>
                <a:lnTo>
                  <a:pt x="1315" y="16595"/>
                </a:lnTo>
                <a:lnTo>
                  <a:pt x="1290" y="16668"/>
                </a:lnTo>
                <a:lnTo>
                  <a:pt x="1315" y="16741"/>
                </a:lnTo>
                <a:lnTo>
                  <a:pt x="1339" y="16814"/>
                </a:lnTo>
                <a:lnTo>
                  <a:pt x="1388" y="16863"/>
                </a:lnTo>
                <a:lnTo>
                  <a:pt x="1436" y="16887"/>
                </a:lnTo>
                <a:lnTo>
                  <a:pt x="1534" y="16912"/>
                </a:lnTo>
                <a:lnTo>
                  <a:pt x="1631" y="16912"/>
                </a:lnTo>
                <a:lnTo>
                  <a:pt x="1728" y="16887"/>
                </a:lnTo>
                <a:lnTo>
                  <a:pt x="2288" y="16887"/>
                </a:lnTo>
                <a:lnTo>
                  <a:pt x="2556" y="16863"/>
                </a:lnTo>
                <a:lnTo>
                  <a:pt x="2799" y="16839"/>
                </a:lnTo>
                <a:lnTo>
                  <a:pt x="3042" y="16790"/>
                </a:lnTo>
                <a:lnTo>
                  <a:pt x="3285" y="16717"/>
                </a:lnTo>
                <a:lnTo>
                  <a:pt x="3431" y="16644"/>
                </a:lnTo>
                <a:lnTo>
                  <a:pt x="3553" y="16571"/>
                </a:lnTo>
                <a:lnTo>
                  <a:pt x="3650" y="16474"/>
                </a:lnTo>
                <a:lnTo>
                  <a:pt x="3772" y="16376"/>
                </a:lnTo>
                <a:lnTo>
                  <a:pt x="3918" y="16157"/>
                </a:lnTo>
                <a:lnTo>
                  <a:pt x="4064" y="15865"/>
                </a:lnTo>
                <a:lnTo>
                  <a:pt x="4210" y="15549"/>
                </a:lnTo>
                <a:lnTo>
                  <a:pt x="4283" y="15306"/>
                </a:lnTo>
                <a:lnTo>
                  <a:pt x="4332" y="15062"/>
                </a:lnTo>
                <a:lnTo>
                  <a:pt x="4380" y="14795"/>
                </a:lnTo>
                <a:lnTo>
                  <a:pt x="4356" y="14576"/>
                </a:lnTo>
                <a:lnTo>
                  <a:pt x="4356" y="14478"/>
                </a:lnTo>
                <a:lnTo>
                  <a:pt x="4307" y="14405"/>
                </a:lnTo>
                <a:lnTo>
                  <a:pt x="4259" y="14332"/>
                </a:lnTo>
                <a:lnTo>
                  <a:pt x="4186" y="14284"/>
                </a:lnTo>
                <a:lnTo>
                  <a:pt x="4113" y="14186"/>
                </a:lnTo>
                <a:lnTo>
                  <a:pt x="4040" y="14089"/>
                </a:lnTo>
                <a:lnTo>
                  <a:pt x="3942" y="14016"/>
                </a:lnTo>
                <a:lnTo>
                  <a:pt x="3845" y="13967"/>
                </a:lnTo>
                <a:lnTo>
                  <a:pt x="3626" y="13870"/>
                </a:lnTo>
                <a:lnTo>
                  <a:pt x="3383" y="13846"/>
                </a:lnTo>
                <a:close/>
                <a:moveTo>
                  <a:pt x="4818" y="15817"/>
                </a:moveTo>
                <a:lnTo>
                  <a:pt x="4697" y="15865"/>
                </a:lnTo>
                <a:lnTo>
                  <a:pt x="4575" y="15914"/>
                </a:lnTo>
                <a:lnTo>
                  <a:pt x="4453" y="15987"/>
                </a:lnTo>
                <a:lnTo>
                  <a:pt x="4356" y="16084"/>
                </a:lnTo>
                <a:lnTo>
                  <a:pt x="4259" y="16206"/>
                </a:lnTo>
                <a:lnTo>
                  <a:pt x="4161" y="16328"/>
                </a:lnTo>
                <a:lnTo>
                  <a:pt x="4088" y="16474"/>
                </a:lnTo>
                <a:lnTo>
                  <a:pt x="4040" y="16620"/>
                </a:lnTo>
                <a:lnTo>
                  <a:pt x="3991" y="16766"/>
                </a:lnTo>
                <a:lnTo>
                  <a:pt x="3967" y="16912"/>
                </a:lnTo>
                <a:lnTo>
                  <a:pt x="3967" y="17058"/>
                </a:lnTo>
                <a:lnTo>
                  <a:pt x="3991" y="17155"/>
                </a:lnTo>
                <a:lnTo>
                  <a:pt x="4064" y="17252"/>
                </a:lnTo>
                <a:lnTo>
                  <a:pt x="4161" y="17301"/>
                </a:lnTo>
                <a:lnTo>
                  <a:pt x="4210" y="17325"/>
                </a:lnTo>
                <a:lnTo>
                  <a:pt x="4259" y="17301"/>
                </a:lnTo>
                <a:lnTo>
                  <a:pt x="4502" y="17228"/>
                </a:lnTo>
                <a:lnTo>
                  <a:pt x="4721" y="17131"/>
                </a:lnTo>
                <a:lnTo>
                  <a:pt x="4989" y="17009"/>
                </a:lnTo>
                <a:lnTo>
                  <a:pt x="5135" y="16936"/>
                </a:lnTo>
                <a:lnTo>
                  <a:pt x="5256" y="16863"/>
                </a:lnTo>
                <a:lnTo>
                  <a:pt x="5354" y="16766"/>
                </a:lnTo>
                <a:lnTo>
                  <a:pt x="5427" y="16668"/>
                </a:lnTo>
                <a:lnTo>
                  <a:pt x="5500" y="16547"/>
                </a:lnTo>
                <a:lnTo>
                  <a:pt x="5524" y="16401"/>
                </a:lnTo>
                <a:lnTo>
                  <a:pt x="5524" y="16328"/>
                </a:lnTo>
                <a:lnTo>
                  <a:pt x="5500" y="16230"/>
                </a:lnTo>
                <a:lnTo>
                  <a:pt x="5451" y="16133"/>
                </a:lnTo>
                <a:lnTo>
                  <a:pt x="5402" y="16060"/>
                </a:lnTo>
                <a:lnTo>
                  <a:pt x="5305" y="15963"/>
                </a:lnTo>
                <a:lnTo>
                  <a:pt x="5208" y="15890"/>
                </a:lnTo>
                <a:lnTo>
                  <a:pt x="5086" y="15841"/>
                </a:lnTo>
                <a:lnTo>
                  <a:pt x="4964" y="15817"/>
                </a:lnTo>
                <a:close/>
                <a:moveTo>
                  <a:pt x="10001" y="14965"/>
                </a:moveTo>
                <a:lnTo>
                  <a:pt x="10099" y="15184"/>
                </a:lnTo>
                <a:lnTo>
                  <a:pt x="10220" y="15379"/>
                </a:lnTo>
                <a:lnTo>
                  <a:pt x="10488" y="15719"/>
                </a:lnTo>
                <a:lnTo>
                  <a:pt x="10731" y="16011"/>
                </a:lnTo>
                <a:lnTo>
                  <a:pt x="10999" y="16303"/>
                </a:lnTo>
                <a:lnTo>
                  <a:pt x="11242" y="16595"/>
                </a:lnTo>
                <a:lnTo>
                  <a:pt x="11339" y="16766"/>
                </a:lnTo>
                <a:lnTo>
                  <a:pt x="11412" y="16936"/>
                </a:lnTo>
                <a:lnTo>
                  <a:pt x="11437" y="17009"/>
                </a:lnTo>
                <a:lnTo>
                  <a:pt x="11485" y="17058"/>
                </a:lnTo>
                <a:lnTo>
                  <a:pt x="11558" y="17082"/>
                </a:lnTo>
                <a:lnTo>
                  <a:pt x="11607" y="17106"/>
                </a:lnTo>
                <a:lnTo>
                  <a:pt x="11607" y="17350"/>
                </a:lnTo>
                <a:lnTo>
                  <a:pt x="11583" y="17593"/>
                </a:lnTo>
                <a:lnTo>
                  <a:pt x="11412" y="17471"/>
                </a:lnTo>
                <a:lnTo>
                  <a:pt x="11266" y="17325"/>
                </a:lnTo>
                <a:lnTo>
                  <a:pt x="10974" y="17009"/>
                </a:lnTo>
                <a:lnTo>
                  <a:pt x="10488" y="16328"/>
                </a:lnTo>
                <a:lnTo>
                  <a:pt x="10099" y="15817"/>
                </a:lnTo>
                <a:lnTo>
                  <a:pt x="9855" y="15549"/>
                </a:lnTo>
                <a:lnTo>
                  <a:pt x="9709" y="15427"/>
                </a:lnTo>
                <a:lnTo>
                  <a:pt x="9588" y="15306"/>
                </a:lnTo>
                <a:lnTo>
                  <a:pt x="9855" y="15111"/>
                </a:lnTo>
                <a:lnTo>
                  <a:pt x="9928" y="15038"/>
                </a:lnTo>
                <a:lnTo>
                  <a:pt x="10001" y="14965"/>
                </a:lnTo>
                <a:close/>
                <a:moveTo>
                  <a:pt x="15135" y="1"/>
                </a:moveTo>
                <a:lnTo>
                  <a:pt x="14551" y="25"/>
                </a:lnTo>
                <a:lnTo>
                  <a:pt x="13967" y="74"/>
                </a:lnTo>
                <a:lnTo>
                  <a:pt x="13408" y="171"/>
                </a:lnTo>
                <a:lnTo>
                  <a:pt x="12824" y="293"/>
                </a:lnTo>
                <a:lnTo>
                  <a:pt x="12264" y="487"/>
                </a:lnTo>
                <a:lnTo>
                  <a:pt x="11753" y="706"/>
                </a:lnTo>
                <a:lnTo>
                  <a:pt x="11242" y="974"/>
                </a:lnTo>
                <a:lnTo>
                  <a:pt x="10755" y="1290"/>
                </a:lnTo>
                <a:lnTo>
                  <a:pt x="10318" y="1631"/>
                </a:lnTo>
                <a:lnTo>
                  <a:pt x="9880" y="2020"/>
                </a:lnTo>
                <a:lnTo>
                  <a:pt x="9466" y="2434"/>
                </a:lnTo>
                <a:lnTo>
                  <a:pt x="9052" y="2847"/>
                </a:lnTo>
                <a:lnTo>
                  <a:pt x="8663" y="3310"/>
                </a:lnTo>
                <a:lnTo>
                  <a:pt x="7933" y="4234"/>
                </a:lnTo>
                <a:lnTo>
                  <a:pt x="7203" y="5135"/>
                </a:lnTo>
                <a:lnTo>
                  <a:pt x="6814" y="5597"/>
                </a:lnTo>
                <a:lnTo>
                  <a:pt x="6400" y="6011"/>
                </a:lnTo>
                <a:lnTo>
                  <a:pt x="6205" y="6205"/>
                </a:lnTo>
                <a:lnTo>
                  <a:pt x="5889" y="6205"/>
                </a:lnTo>
                <a:lnTo>
                  <a:pt x="5548" y="6230"/>
                </a:lnTo>
                <a:lnTo>
                  <a:pt x="4916" y="6303"/>
                </a:lnTo>
                <a:lnTo>
                  <a:pt x="3991" y="6376"/>
                </a:lnTo>
                <a:lnTo>
                  <a:pt x="3066" y="6400"/>
                </a:lnTo>
                <a:lnTo>
                  <a:pt x="901" y="6400"/>
                </a:lnTo>
                <a:lnTo>
                  <a:pt x="171" y="6351"/>
                </a:lnTo>
                <a:lnTo>
                  <a:pt x="122" y="6351"/>
                </a:lnTo>
                <a:lnTo>
                  <a:pt x="74" y="6376"/>
                </a:lnTo>
                <a:lnTo>
                  <a:pt x="25" y="6449"/>
                </a:lnTo>
                <a:lnTo>
                  <a:pt x="1" y="6546"/>
                </a:lnTo>
                <a:lnTo>
                  <a:pt x="25" y="6619"/>
                </a:lnTo>
                <a:lnTo>
                  <a:pt x="1" y="6716"/>
                </a:lnTo>
                <a:lnTo>
                  <a:pt x="49" y="6789"/>
                </a:lnTo>
                <a:lnTo>
                  <a:pt x="195" y="7008"/>
                </a:lnTo>
                <a:lnTo>
                  <a:pt x="366" y="7227"/>
                </a:lnTo>
                <a:lnTo>
                  <a:pt x="731" y="7617"/>
                </a:lnTo>
                <a:lnTo>
                  <a:pt x="1120" y="7982"/>
                </a:lnTo>
                <a:lnTo>
                  <a:pt x="1534" y="8347"/>
                </a:lnTo>
                <a:lnTo>
                  <a:pt x="1923" y="8712"/>
                </a:lnTo>
                <a:lnTo>
                  <a:pt x="2337" y="9101"/>
                </a:lnTo>
                <a:lnTo>
                  <a:pt x="2507" y="9296"/>
                </a:lnTo>
                <a:lnTo>
                  <a:pt x="2702" y="9466"/>
                </a:lnTo>
                <a:lnTo>
                  <a:pt x="1923" y="9661"/>
                </a:lnTo>
                <a:lnTo>
                  <a:pt x="1680" y="9709"/>
                </a:lnTo>
                <a:lnTo>
                  <a:pt x="1412" y="9734"/>
                </a:lnTo>
                <a:lnTo>
                  <a:pt x="1193" y="9807"/>
                </a:lnTo>
                <a:lnTo>
                  <a:pt x="1071" y="9855"/>
                </a:lnTo>
                <a:lnTo>
                  <a:pt x="974" y="9928"/>
                </a:lnTo>
                <a:lnTo>
                  <a:pt x="925" y="9953"/>
                </a:lnTo>
                <a:lnTo>
                  <a:pt x="925" y="10001"/>
                </a:lnTo>
                <a:lnTo>
                  <a:pt x="925" y="10099"/>
                </a:lnTo>
                <a:lnTo>
                  <a:pt x="852" y="10123"/>
                </a:lnTo>
                <a:lnTo>
                  <a:pt x="804" y="10172"/>
                </a:lnTo>
                <a:lnTo>
                  <a:pt x="779" y="10220"/>
                </a:lnTo>
                <a:lnTo>
                  <a:pt x="755" y="10293"/>
                </a:lnTo>
                <a:lnTo>
                  <a:pt x="755" y="10342"/>
                </a:lnTo>
                <a:lnTo>
                  <a:pt x="755" y="10391"/>
                </a:lnTo>
                <a:lnTo>
                  <a:pt x="779" y="10439"/>
                </a:lnTo>
                <a:lnTo>
                  <a:pt x="852" y="10512"/>
                </a:lnTo>
                <a:lnTo>
                  <a:pt x="1363" y="10901"/>
                </a:lnTo>
                <a:lnTo>
                  <a:pt x="1850" y="11291"/>
                </a:lnTo>
                <a:lnTo>
                  <a:pt x="2312" y="11729"/>
                </a:lnTo>
                <a:lnTo>
                  <a:pt x="2774" y="12167"/>
                </a:lnTo>
                <a:lnTo>
                  <a:pt x="3164" y="12629"/>
                </a:lnTo>
                <a:lnTo>
                  <a:pt x="3553" y="13091"/>
                </a:lnTo>
                <a:lnTo>
                  <a:pt x="3967" y="13554"/>
                </a:lnTo>
                <a:lnTo>
                  <a:pt x="4356" y="13992"/>
                </a:lnTo>
                <a:lnTo>
                  <a:pt x="4794" y="14454"/>
                </a:lnTo>
                <a:lnTo>
                  <a:pt x="5256" y="14892"/>
                </a:lnTo>
                <a:lnTo>
                  <a:pt x="5743" y="15330"/>
                </a:lnTo>
                <a:lnTo>
                  <a:pt x="6230" y="15744"/>
                </a:lnTo>
                <a:lnTo>
                  <a:pt x="7227" y="16522"/>
                </a:lnTo>
                <a:lnTo>
                  <a:pt x="8249" y="17301"/>
                </a:lnTo>
                <a:lnTo>
                  <a:pt x="8347" y="17350"/>
                </a:lnTo>
                <a:lnTo>
                  <a:pt x="8444" y="17350"/>
                </a:lnTo>
                <a:lnTo>
                  <a:pt x="8517" y="17325"/>
                </a:lnTo>
                <a:lnTo>
                  <a:pt x="8590" y="17277"/>
                </a:lnTo>
                <a:lnTo>
                  <a:pt x="8639" y="17204"/>
                </a:lnTo>
                <a:lnTo>
                  <a:pt x="8663" y="17106"/>
                </a:lnTo>
                <a:lnTo>
                  <a:pt x="8663" y="17009"/>
                </a:lnTo>
                <a:lnTo>
                  <a:pt x="8614" y="16912"/>
                </a:lnTo>
                <a:lnTo>
                  <a:pt x="8760" y="16620"/>
                </a:lnTo>
                <a:lnTo>
                  <a:pt x="8858" y="16328"/>
                </a:lnTo>
                <a:lnTo>
                  <a:pt x="8955" y="16011"/>
                </a:lnTo>
                <a:lnTo>
                  <a:pt x="9004" y="15695"/>
                </a:lnTo>
                <a:lnTo>
                  <a:pt x="9174" y="15598"/>
                </a:lnTo>
                <a:lnTo>
                  <a:pt x="9466" y="15914"/>
                </a:lnTo>
                <a:lnTo>
                  <a:pt x="9831" y="16376"/>
                </a:lnTo>
                <a:lnTo>
                  <a:pt x="10196" y="16887"/>
                </a:lnTo>
                <a:lnTo>
                  <a:pt x="10464" y="17252"/>
                </a:lnTo>
                <a:lnTo>
                  <a:pt x="10755" y="17617"/>
                </a:lnTo>
                <a:lnTo>
                  <a:pt x="10901" y="17788"/>
                </a:lnTo>
                <a:lnTo>
                  <a:pt x="11072" y="17934"/>
                </a:lnTo>
                <a:lnTo>
                  <a:pt x="11242" y="18080"/>
                </a:lnTo>
                <a:lnTo>
                  <a:pt x="11437" y="18201"/>
                </a:lnTo>
                <a:lnTo>
                  <a:pt x="11510" y="18226"/>
                </a:lnTo>
                <a:lnTo>
                  <a:pt x="11558" y="18250"/>
                </a:lnTo>
                <a:lnTo>
                  <a:pt x="11631" y="18250"/>
                </a:lnTo>
                <a:lnTo>
                  <a:pt x="11704" y="18226"/>
                </a:lnTo>
                <a:lnTo>
                  <a:pt x="11826" y="18226"/>
                </a:lnTo>
                <a:lnTo>
                  <a:pt x="11948" y="18177"/>
                </a:lnTo>
                <a:lnTo>
                  <a:pt x="12045" y="18128"/>
                </a:lnTo>
                <a:lnTo>
                  <a:pt x="12094" y="18007"/>
                </a:lnTo>
                <a:lnTo>
                  <a:pt x="12167" y="17763"/>
                </a:lnTo>
                <a:lnTo>
                  <a:pt x="12191" y="17520"/>
                </a:lnTo>
                <a:lnTo>
                  <a:pt x="12240" y="17033"/>
                </a:lnTo>
                <a:lnTo>
                  <a:pt x="12264" y="16279"/>
                </a:lnTo>
                <a:lnTo>
                  <a:pt x="12264" y="15549"/>
                </a:lnTo>
                <a:lnTo>
                  <a:pt x="12288" y="14746"/>
                </a:lnTo>
                <a:lnTo>
                  <a:pt x="12337" y="13967"/>
                </a:lnTo>
                <a:lnTo>
                  <a:pt x="12361" y="13651"/>
                </a:lnTo>
                <a:lnTo>
                  <a:pt x="12386" y="13335"/>
                </a:lnTo>
                <a:lnTo>
                  <a:pt x="12361" y="13018"/>
                </a:lnTo>
                <a:lnTo>
                  <a:pt x="12337" y="12848"/>
                </a:lnTo>
                <a:lnTo>
                  <a:pt x="12288" y="12726"/>
                </a:lnTo>
                <a:lnTo>
                  <a:pt x="12775" y="12191"/>
                </a:lnTo>
                <a:lnTo>
                  <a:pt x="13335" y="11607"/>
                </a:lnTo>
                <a:lnTo>
                  <a:pt x="13943" y="11047"/>
                </a:lnTo>
                <a:lnTo>
                  <a:pt x="14527" y="10464"/>
                </a:lnTo>
                <a:lnTo>
                  <a:pt x="15087" y="9880"/>
                </a:lnTo>
                <a:lnTo>
                  <a:pt x="15622" y="9247"/>
                </a:lnTo>
                <a:lnTo>
                  <a:pt x="15865" y="8931"/>
                </a:lnTo>
                <a:lnTo>
                  <a:pt x="16157" y="8639"/>
                </a:lnTo>
                <a:lnTo>
                  <a:pt x="16717" y="8055"/>
                </a:lnTo>
                <a:lnTo>
                  <a:pt x="17277" y="7446"/>
                </a:lnTo>
                <a:lnTo>
                  <a:pt x="17471" y="7227"/>
                </a:lnTo>
                <a:lnTo>
                  <a:pt x="17666" y="6960"/>
                </a:lnTo>
                <a:lnTo>
                  <a:pt x="17836" y="6716"/>
                </a:lnTo>
                <a:lnTo>
                  <a:pt x="17982" y="6449"/>
                </a:lnTo>
                <a:lnTo>
                  <a:pt x="18104" y="6157"/>
                </a:lnTo>
                <a:lnTo>
                  <a:pt x="18250" y="5889"/>
                </a:lnTo>
                <a:lnTo>
                  <a:pt x="18347" y="5597"/>
                </a:lnTo>
                <a:lnTo>
                  <a:pt x="18445" y="5305"/>
                </a:lnTo>
                <a:lnTo>
                  <a:pt x="18591" y="4721"/>
                </a:lnTo>
                <a:lnTo>
                  <a:pt x="18688" y="4113"/>
                </a:lnTo>
                <a:lnTo>
                  <a:pt x="18736" y="3480"/>
                </a:lnTo>
                <a:lnTo>
                  <a:pt x="18736" y="2872"/>
                </a:lnTo>
                <a:lnTo>
                  <a:pt x="18712" y="2312"/>
                </a:lnTo>
                <a:lnTo>
                  <a:pt x="18688" y="1899"/>
                </a:lnTo>
                <a:lnTo>
                  <a:pt x="18639" y="1436"/>
                </a:lnTo>
                <a:lnTo>
                  <a:pt x="18542" y="998"/>
                </a:lnTo>
                <a:lnTo>
                  <a:pt x="18493" y="828"/>
                </a:lnTo>
                <a:lnTo>
                  <a:pt x="18420" y="658"/>
                </a:lnTo>
                <a:lnTo>
                  <a:pt x="18323" y="536"/>
                </a:lnTo>
                <a:lnTo>
                  <a:pt x="18226" y="463"/>
                </a:lnTo>
                <a:lnTo>
                  <a:pt x="18104" y="414"/>
                </a:lnTo>
                <a:lnTo>
                  <a:pt x="17982" y="439"/>
                </a:lnTo>
                <a:lnTo>
                  <a:pt x="17447" y="268"/>
                </a:lnTo>
                <a:lnTo>
                  <a:pt x="16863" y="147"/>
                </a:lnTo>
                <a:lnTo>
                  <a:pt x="16303" y="49"/>
                </a:lnTo>
                <a:lnTo>
                  <a:pt x="15719"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51" name="Google Shape;851;p39"/>
          <p:cNvSpPr/>
          <p:nvPr/>
        </p:nvSpPr>
        <p:spPr>
          <a:xfrm>
            <a:off x="828346" y="3895420"/>
            <a:ext cx="436619" cy="266981"/>
          </a:xfrm>
          <a:custGeom>
            <a:avLst/>
            <a:gdLst/>
            <a:ahLst/>
            <a:cxnLst/>
            <a:rect l="l" t="t" r="r" b="b"/>
            <a:pathLst>
              <a:path w="19978" h="12216" extrusionOk="0">
                <a:moveTo>
                  <a:pt x="8128" y="560"/>
                </a:moveTo>
                <a:lnTo>
                  <a:pt x="8517" y="609"/>
                </a:lnTo>
                <a:lnTo>
                  <a:pt x="8055" y="925"/>
                </a:lnTo>
                <a:lnTo>
                  <a:pt x="7617" y="1193"/>
                </a:lnTo>
                <a:lnTo>
                  <a:pt x="7422" y="1339"/>
                </a:lnTo>
                <a:lnTo>
                  <a:pt x="7325" y="1436"/>
                </a:lnTo>
                <a:lnTo>
                  <a:pt x="7252" y="1534"/>
                </a:lnTo>
                <a:lnTo>
                  <a:pt x="7252" y="1582"/>
                </a:lnTo>
                <a:lnTo>
                  <a:pt x="7252" y="1655"/>
                </a:lnTo>
                <a:lnTo>
                  <a:pt x="7300" y="1680"/>
                </a:lnTo>
                <a:lnTo>
                  <a:pt x="7349" y="1704"/>
                </a:lnTo>
                <a:lnTo>
                  <a:pt x="7471" y="1704"/>
                </a:lnTo>
                <a:lnTo>
                  <a:pt x="7592" y="1680"/>
                </a:lnTo>
                <a:lnTo>
                  <a:pt x="7836" y="1582"/>
                </a:lnTo>
                <a:lnTo>
                  <a:pt x="8055" y="1436"/>
                </a:lnTo>
                <a:lnTo>
                  <a:pt x="8274" y="1315"/>
                </a:lnTo>
                <a:lnTo>
                  <a:pt x="8711" y="1023"/>
                </a:lnTo>
                <a:lnTo>
                  <a:pt x="9149" y="731"/>
                </a:lnTo>
                <a:lnTo>
                  <a:pt x="9393" y="828"/>
                </a:lnTo>
                <a:lnTo>
                  <a:pt x="9660" y="925"/>
                </a:lnTo>
                <a:lnTo>
                  <a:pt x="9320" y="1071"/>
                </a:lnTo>
                <a:lnTo>
                  <a:pt x="9003" y="1217"/>
                </a:lnTo>
                <a:lnTo>
                  <a:pt x="8736" y="1339"/>
                </a:lnTo>
                <a:lnTo>
                  <a:pt x="8492" y="1509"/>
                </a:lnTo>
                <a:lnTo>
                  <a:pt x="8371" y="1607"/>
                </a:lnTo>
                <a:lnTo>
                  <a:pt x="8274" y="1728"/>
                </a:lnTo>
                <a:lnTo>
                  <a:pt x="8201" y="1850"/>
                </a:lnTo>
                <a:lnTo>
                  <a:pt x="8152" y="1996"/>
                </a:lnTo>
                <a:lnTo>
                  <a:pt x="8152" y="2045"/>
                </a:lnTo>
                <a:lnTo>
                  <a:pt x="8176" y="2045"/>
                </a:lnTo>
                <a:lnTo>
                  <a:pt x="8201" y="2069"/>
                </a:lnTo>
                <a:lnTo>
                  <a:pt x="8225" y="2069"/>
                </a:lnTo>
                <a:lnTo>
                  <a:pt x="8492" y="1947"/>
                </a:lnTo>
                <a:lnTo>
                  <a:pt x="8711" y="1801"/>
                </a:lnTo>
                <a:lnTo>
                  <a:pt x="8955" y="1680"/>
                </a:lnTo>
                <a:lnTo>
                  <a:pt x="9198" y="1558"/>
                </a:lnTo>
                <a:lnTo>
                  <a:pt x="9417" y="1485"/>
                </a:lnTo>
                <a:lnTo>
                  <a:pt x="9660" y="1412"/>
                </a:lnTo>
                <a:lnTo>
                  <a:pt x="9904" y="1339"/>
                </a:lnTo>
                <a:lnTo>
                  <a:pt x="10123" y="1266"/>
                </a:lnTo>
                <a:lnTo>
                  <a:pt x="10463" y="1558"/>
                </a:lnTo>
                <a:lnTo>
                  <a:pt x="10269" y="1582"/>
                </a:lnTo>
                <a:lnTo>
                  <a:pt x="10050" y="1631"/>
                </a:lnTo>
                <a:lnTo>
                  <a:pt x="9660" y="1777"/>
                </a:lnTo>
                <a:lnTo>
                  <a:pt x="9490" y="1874"/>
                </a:lnTo>
                <a:lnTo>
                  <a:pt x="9295" y="1947"/>
                </a:lnTo>
                <a:lnTo>
                  <a:pt x="9101" y="2045"/>
                </a:lnTo>
                <a:lnTo>
                  <a:pt x="8955" y="2191"/>
                </a:lnTo>
                <a:lnTo>
                  <a:pt x="8930" y="2239"/>
                </a:lnTo>
                <a:lnTo>
                  <a:pt x="8930" y="2264"/>
                </a:lnTo>
                <a:lnTo>
                  <a:pt x="8930" y="2337"/>
                </a:lnTo>
                <a:lnTo>
                  <a:pt x="9003" y="2410"/>
                </a:lnTo>
                <a:lnTo>
                  <a:pt x="9076" y="2410"/>
                </a:lnTo>
                <a:lnTo>
                  <a:pt x="9320" y="2361"/>
                </a:lnTo>
                <a:lnTo>
                  <a:pt x="9539" y="2288"/>
                </a:lnTo>
                <a:lnTo>
                  <a:pt x="9977" y="2093"/>
                </a:lnTo>
                <a:lnTo>
                  <a:pt x="10147" y="2045"/>
                </a:lnTo>
                <a:lnTo>
                  <a:pt x="10317" y="1947"/>
                </a:lnTo>
                <a:lnTo>
                  <a:pt x="10463" y="1850"/>
                </a:lnTo>
                <a:lnTo>
                  <a:pt x="10585" y="1704"/>
                </a:lnTo>
                <a:lnTo>
                  <a:pt x="10804" y="1972"/>
                </a:lnTo>
                <a:lnTo>
                  <a:pt x="10390" y="2191"/>
                </a:lnTo>
                <a:lnTo>
                  <a:pt x="10196" y="2288"/>
                </a:lnTo>
                <a:lnTo>
                  <a:pt x="10001" y="2385"/>
                </a:lnTo>
                <a:lnTo>
                  <a:pt x="9904" y="2434"/>
                </a:lnTo>
                <a:lnTo>
                  <a:pt x="9831" y="2507"/>
                </a:lnTo>
                <a:lnTo>
                  <a:pt x="9758" y="2604"/>
                </a:lnTo>
                <a:lnTo>
                  <a:pt x="9709" y="2702"/>
                </a:lnTo>
                <a:lnTo>
                  <a:pt x="9709" y="2726"/>
                </a:lnTo>
                <a:lnTo>
                  <a:pt x="9733" y="2750"/>
                </a:lnTo>
                <a:lnTo>
                  <a:pt x="9782" y="2775"/>
                </a:lnTo>
                <a:lnTo>
                  <a:pt x="10001" y="2775"/>
                </a:lnTo>
                <a:lnTo>
                  <a:pt x="10220" y="2702"/>
                </a:lnTo>
                <a:lnTo>
                  <a:pt x="10634" y="2507"/>
                </a:lnTo>
                <a:lnTo>
                  <a:pt x="10853" y="2434"/>
                </a:lnTo>
                <a:lnTo>
                  <a:pt x="11072" y="2361"/>
                </a:lnTo>
                <a:lnTo>
                  <a:pt x="11096" y="2361"/>
                </a:lnTo>
                <a:lnTo>
                  <a:pt x="11145" y="2458"/>
                </a:lnTo>
                <a:lnTo>
                  <a:pt x="10926" y="2556"/>
                </a:lnTo>
                <a:lnTo>
                  <a:pt x="10707" y="2677"/>
                </a:lnTo>
                <a:lnTo>
                  <a:pt x="10269" y="2945"/>
                </a:lnTo>
                <a:lnTo>
                  <a:pt x="10244" y="2994"/>
                </a:lnTo>
                <a:lnTo>
                  <a:pt x="10244" y="3042"/>
                </a:lnTo>
                <a:lnTo>
                  <a:pt x="10269" y="3067"/>
                </a:lnTo>
                <a:lnTo>
                  <a:pt x="10317" y="3091"/>
                </a:lnTo>
                <a:lnTo>
                  <a:pt x="10561" y="3067"/>
                </a:lnTo>
                <a:lnTo>
                  <a:pt x="10804" y="2994"/>
                </a:lnTo>
                <a:lnTo>
                  <a:pt x="11047" y="2896"/>
                </a:lnTo>
                <a:lnTo>
                  <a:pt x="11291" y="2775"/>
                </a:lnTo>
                <a:lnTo>
                  <a:pt x="11388" y="3091"/>
                </a:lnTo>
                <a:lnTo>
                  <a:pt x="11291" y="3091"/>
                </a:lnTo>
                <a:lnTo>
                  <a:pt x="11218" y="3115"/>
                </a:lnTo>
                <a:lnTo>
                  <a:pt x="11047" y="3164"/>
                </a:lnTo>
                <a:lnTo>
                  <a:pt x="10853" y="3286"/>
                </a:lnTo>
                <a:lnTo>
                  <a:pt x="10780" y="3334"/>
                </a:lnTo>
                <a:lnTo>
                  <a:pt x="10707" y="3432"/>
                </a:lnTo>
                <a:lnTo>
                  <a:pt x="10707" y="3505"/>
                </a:lnTo>
                <a:lnTo>
                  <a:pt x="10731" y="3553"/>
                </a:lnTo>
                <a:lnTo>
                  <a:pt x="10780" y="3602"/>
                </a:lnTo>
                <a:lnTo>
                  <a:pt x="10828" y="3602"/>
                </a:lnTo>
                <a:lnTo>
                  <a:pt x="10999" y="3553"/>
                </a:lnTo>
                <a:lnTo>
                  <a:pt x="11169" y="3505"/>
                </a:lnTo>
                <a:lnTo>
                  <a:pt x="11339" y="3456"/>
                </a:lnTo>
                <a:lnTo>
                  <a:pt x="11412" y="3432"/>
                </a:lnTo>
                <a:lnTo>
                  <a:pt x="11461" y="3383"/>
                </a:lnTo>
                <a:lnTo>
                  <a:pt x="11534" y="3602"/>
                </a:lnTo>
                <a:lnTo>
                  <a:pt x="11461" y="3626"/>
                </a:lnTo>
                <a:lnTo>
                  <a:pt x="11388" y="3675"/>
                </a:lnTo>
                <a:lnTo>
                  <a:pt x="11291" y="3724"/>
                </a:lnTo>
                <a:lnTo>
                  <a:pt x="11193" y="3772"/>
                </a:lnTo>
                <a:lnTo>
                  <a:pt x="11193" y="3821"/>
                </a:lnTo>
                <a:lnTo>
                  <a:pt x="11193" y="3845"/>
                </a:lnTo>
                <a:lnTo>
                  <a:pt x="11291" y="3894"/>
                </a:lnTo>
                <a:lnTo>
                  <a:pt x="11412" y="3943"/>
                </a:lnTo>
                <a:lnTo>
                  <a:pt x="11534" y="3943"/>
                </a:lnTo>
                <a:lnTo>
                  <a:pt x="11631" y="3894"/>
                </a:lnTo>
                <a:lnTo>
                  <a:pt x="11680" y="3967"/>
                </a:lnTo>
                <a:lnTo>
                  <a:pt x="11777" y="4016"/>
                </a:lnTo>
                <a:lnTo>
                  <a:pt x="11850" y="4040"/>
                </a:lnTo>
                <a:lnTo>
                  <a:pt x="11948" y="4040"/>
                </a:lnTo>
                <a:lnTo>
                  <a:pt x="12021" y="4016"/>
                </a:lnTo>
                <a:lnTo>
                  <a:pt x="12094" y="3967"/>
                </a:lnTo>
                <a:lnTo>
                  <a:pt x="12142" y="3894"/>
                </a:lnTo>
                <a:lnTo>
                  <a:pt x="12142" y="3797"/>
                </a:lnTo>
                <a:lnTo>
                  <a:pt x="12069" y="3359"/>
                </a:lnTo>
                <a:lnTo>
                  <a:pt x="11972" y="2945"/>
                </a:lnTo>
                <a:lnTo>
                  <a:pt x="12240" y="2726"/>
                </a:lnTo>
                <a:lnTo>
                  <a:pt x="12507" y="2531"/>
                </a:lnTo>
                <a:lnTo>
                  <a:pt x="12653" y="2458"/>
                </a:lnTo>
                <a:lnTo>
                  <a:pt x="12824" y="2410"/>
                </a:lnTo>
                <a:lnTo>
                  <a:pt x="12994" y="2361"/>
                </a:lnTo>
                <a:lnTo>
                  <a:pt x="13164" y="2337"/>
                </a:lnTo>
                <a:lnTo>
                  <a:pt x="13383" y="2337"/>
                </a:lnTo>
                <a:lnTo>
                  <a:pt x="13627" y="2385"/>
                </a:lnTo>
                <a:lnTo>
                  <a:pt x="13481" y="2458"/>
                </a:lnTo>
                <a:lnTo>
                  <a:pt x="13359" y="2556"/>
                </a:lnTo>
                <a:lnTo>
                  <a:pt x="13262" y="2702"/>
                </a:lnTo>
                <a:lnTo>
                  <a:pt x="13237" y="2775"/>
                </a:lnTo>
                <a:lnTo>
                  <a:pt x="13213" y="2848"/>
                </a:lnTo>
                <a:lnTo>
                  <a:pt x="13213" y="2896"/>
                </a:lnTo>
                <a:lnTo>
                  <a:pt x="13237" y="2921"/>
                </a:lnTo>
                <a:lnTo>
                  <a:pt x="13286" y="2945"/>
                </a:lnTo>
                <a:lnTo>
                  <a:pt x="13310" y="2921"/>
                </a:lnTo>
                <a:lnTo>
                  <a:pt x="13602" y="2750"/>
                </a:lnTo>
                <a:lnTo>
                  <a:pt x="13870" y="2604"/>
                </a:lnTo>
                <a:lnTo>
                  <a:pt x="14065" y="2507"/>
                </a:lnTo>
                <a:lnTo>
                  <a:pt x="14308" y="2629"/>
                </a:lnTo>
                <a:lnTo>
                  <a:pt x="14551" y="2750"/>
                </a:lnTo>
                <a:lnTo>
                  <a:pt x="14405" y="2775"/>
                </a:lnTo>
                <a:lnTo>
                  <a:pt x="14259" y="2823"/>
                </a:lnTo>
                <a:lnTo>
                  <a:pt x="14113" y="2872"/>
                </a:lnTo>
                <a:lnTo>
                  <a:pt x="13967" y="2945"/>
                </a:lnTo>
                <a:lnTo>
                  <a:pt x="13846" y="3018"/>
                </a:lnTo>
                <a:lnTo>
                  <a:pt x="13724" y="3115"/>
                </a:lnTo>
                <a:lnTo>
                  <a:pt x="13627" y="3213"/>
                </a:lnTo>
                <a:lnTo>
                  <a:pt x="13554" y="3310"/>
                </a:lnTo>
                <a:lnTo>
                  <a:pt x="13554" y="3359"/>
                </a:lnTo>
                <a:lnTo>
                  <a:pt x="13554" y="3407"/>
                </a:lnTo>
                <a:lnTo>
                  <a:pt x="13602" y="3456"/>
                </a:lnTo>
                <a:lnTo>
                  <a:pt x="13651" y="3480"/>
                </a:lnTo>
                <a:lnTo>
                  <a:pt x="13797" y="3456"/>
                </a:lnTo>
                <a:lnTo>
                  <a:pt x="13943" y="3407"/>
                </a:lnTo>
                <a:lnTo>
                  <a:pt x="14211" y="3286"/>
                </a:lnTo>
                <a:lnTo>
                  <a:pt x="14381" y="3237"/>
                </a:lnTo>
                <a:lnTo>
                  <a:pt x="14527" y="3188"/>
                </a:lnTo>
                <a:lnTo>
                  <a:pt x="14697" y="3140"/>
                </a:lnTo>
                <a:lnTo>
                  <a:pt x="14843" y="3091"/>
                </a:lnTo>
                <a:lnTo>
                  <a:pt x="14892" y="3067"/>
                </a:lnTo>
                <a:lnTo>
                  <a:pt x="14916" y="3018"/>
                </a:lnTo>
                <a:lnTo>
                  <a:pt x="15038" y="3140"/>
                </a:lnTo>
                <a:lnTo>
                  <a:pt x="14770" y="3213"/>
                </a:lnTo>
                <a:lnTo>
                  <a:pt x="14551" y="3261"/>
                </a:lnTo>
                <a:lnTo>
                  <a:pt x="14332" y="3359"/>
                </a:lnTo>
                <a:lnTo>
                  <a:pt x="14211" y="3432"/>
                </a:lnTo>
                <a:lnTo>
                  <a:pt x="14113" y="3505"/>
                </a:lnTo>
                <a:lnTo>
                  <a:pt x="14040" y="3578"/>
                </a:lnTo>
                <a:lnTo>
                  <a:pt x="13992" y="3675"/>
                </a:lnTo>
                <a:lnTo>
                  <a:pt x="13967" y="3748"/>
                </a:lnTo>
                <a:lnTo>
                  <a:pt x="13992" y="3821"/>
                </a:lnTo>
                <a:lnTo>
                  <a:pt x="14040" y="3845"/>
                </a:lnTo>
                <a:lnTo>
                  <a:pt x="14113" y="3845"/>
                </a:lnTo>
                <a:lnTo>
                  <a:pt x="14551" y="3724"/>
                </a:lnTo>
                <a:lnTo>
                  <a:pt x="14989" y="3602"/>
                </a:lnTo>
                <a:lnTo>
                  <a:pt x="15184" y="3578"/>
                </a:lnTo>
                <a:lnTo>
                  <a:pt x="15379" y="3505"/>
                </a:lnTo>
                <a:lnTo>
                  <a:pt x="15452" y="3602"/>
                </a:lnTo>
                <a:lnTo>
                  <a:pt x="15208" y="3675"/>
                </a:lnTo>
                <a:lnTo>
                  <a:pt x="15014" y="3748"/>
                </a:lnTo>
                <a:lnTo>
                  <a:pt x="14843" y="3845"/>
                </a:lnTo>
                <a:lnTo>
                  <a:pt x="14673" y="3967"/>
                </a:lnTo>
                <a:lnTo>
                  <a:pt x="14503" y="4089"/>
                </a:lnTo>
                <a:lnTo>
                  <a:pt x="14478" y="4113"/>
                </a:lnTo>
                <a:lnTo>
                  <a:pt x="14478" y="4162"/>
                </a:lnTo>
                <a:lnTo>
                  <a:pt x="14503" y="4210"/>
                </a:lnTo>
                <a:lnTo>
                  <a:pt x="14551" y="4259"/>
                </a:lnTo>
                <a:lnTo>
                  <a:pt x="14600" y="4259"/>
                </a:lnTo>
                <a:lnTo>
                  <a:pt x="15452" y="4016"/>
                </a:lnTo>
                <a:lnTo>
                  <a:pt x="15671" y="3967"/>
                </a:lnTo>
                <a:lnTo>
                  <a:pt x="15768" y="4186"/>
                </a:lnTo>
                <a:lnTo>
                  <a:pt x="15549" y="4259"/>
                </a:lnTo>
                <a:lnTo>
                  <a:pt x="15330" y="4332"/>
                </a:lnTo>
                <a:lnTo>
                  <a:pt x="15111" y="4429"/>
                </a:lnTo>
                <a:lnTo>
                  <a:pt x="14916" y="4551"/>
                </a:lnTo>
                <a:lnTo>
                  <a:pt x="14892" y="4600"/>
                </a:lnTo>
                <a:lnTo>
                  <a:pt x="14916" y="4648"/>
                </a:lnTo>
                <a:lnTo>
                  <a:pt x="14941" y="4697"/>
                </a:lnTo>
                <a:lnTo>
                  <a:pt x="15014" y="4697"/>
                </a:lnTo>
                <a:lnTo>
                  <a:pt x="15354" y="4624"/>
                </a:lnTo>
                <a:lnTo>
                  <a:pt x="15719" y="4551"/>
                </a:lnTo>
                <a:lnTo>
                  <a:pt x="15500" y="4648"/>
                </a:lnTo>
                <a:lnTo>
                  <a:pt x="15281" y="4746"/>
                </a:lnTo>
                <a:lnTo>
                  <a:pt x="15257" y="4770"/>
                </a:lnTo>
                <a:lnTo>
                  <a:pt x="15233" y="4819"/>
                </a:lnTo>
                <a:lnTo>
                  <a:pt x="15233" y="4867"/>
                </a:lnTo>
                <a:lnTo>
                  <a:pt x="15281" y="4940"/>
                </a:lnTo>
                <a:lnTo>
                  <a:pt x="15354" y="4940"/>
                </a:lnTo>
                <a:lnTo>
                  <a:pt x="15841" y="4867"/>
                </a:lnTo>
                <a:lnTo>
                  <a:pt x="15841" y="4989"/>
                </a:lnTo>
                <a:lnTo>
                  <a:pt x="15695" y="5013"/>
                </a:lnTo>
                <a:lnTo>
                  <a:pt x="15598" y="5038"/>
                </a:lnTo>
                <a:lnTo>
                  <a:pt x="15525" y="5086"/>
                </a:lnTo>
                <a:lnTo>
                  <a:pt x="15379" y="5208"/>
                </a:lnTo>
                <a:lnTo>
                  <a:pt x="15354" y="5281"/>
                </a:lnTo>
                <a:lnTo>
                  <a:pt x="15379" y="5330"/>
                </a:lnTo>
                <a:lnTo>
                  <a:pt x="15427" y="5378"/>
                </a:lnTo>
                <a:lnTo>
                  <a:pt x="15476" y="5378"/>
                </a:lnTo>
                <a:lnTo>
                  <a:pt x="15622" y="5354"/>
                </a:lnTo>
                <a:lnTo>
                  <a:pt x="15768" y="5378"/>
                </a:lnTo>
                <a:lnTo>
                  <a:pt x="15768" y="5427"/>
                </a:lnTo>
                <a:lnTo>
                  <a:pt x="15768" y="5524"/>
                </a:lnTo>
                <a:lnTo>
                  <a:pt x="15792" y="5622"/>
                </a:lnTo>
                <a:lnTo>
                  <a:pt x="15865" y="5695"/>
                </a:lnTo>
                <a:lnTo>
                  <a:pt x="15938" y="5768"/>
                </a:lnTo>
                <a:lnTo>
                  <a:pt x="16036" y="5792"/>
                </a:lnTo>
                <a:lnTo>
                  <a:pt x="16133" y="5792"/>
                </a:lnTo>
                <a:lnTo>
                  <a:pt x="16206" y="5768"/>
                </a:lnTo>
                <a:lnTo>
                  <a:pt x="16279" y="5695"/>
                </a:lnTo>
                <a:lnTo>
                  <a:pt x="16328" y="5695"/>
                </a:lnTo>
                <a:lnTo>
                  <a:pt x="16619" y="5622"/>
                </a:lnTo>
                <a:lnTo>
                  <a:pt x="16911" y="5597"/>
                </a:lnTo>
                <a:lnTo>
                  <a:pt x="17179" y="5597"/>
                </a:lnTo>
                <a:lnTo>
                  <a:pt x="17422" y="5646"/>
                </a:lnTo>
                <a:lnTo>
                  <a:pt x="17276" y="5695"/>
                </a:lnTo>
                <a:lnTo>
                  <a:pt x="17106" y="5768"/>
                </a:lnTo>
                <a:lnTo>
                  <a:pt x="16936" y="5865"/>
                </a:lnTo>
                <a:lnTo>
                  <a:pt x="16814" y="5987"/>
                </a:lnTo>
                <a:lnTo>
                  <a:pt x="16765" y="6060"/>
                </a:lnTo>
                <a:lnTo>
                  <a:pt x="16717" y="6133"/>
                </a:lnTo>
                <a:lnTo>
                  <a:pt x="16717" y="6206"/>
                </a:lnTo>
                <a:lnTo>
                  <a:pt x="16765" y="6279"/>
                </a:lnTo>
                <a:lnTo>
                  <a:pt x="16838" y="6303"/>
                </a:lnTo>
                <a:lnTo>
                  <a:pt x="16911" y="6279"/>
                </a:lnTo>
                <a:lnTo>
                  <a:pt x="17179" y="6157"/>
                </a:lnTo>
                <a:lnTo>
                  <a:pt x="17447" y="6060"/>
                </a:lnTo>
                <a:lnTo>
                  <a:pt x="17739" y="6011"/>
                </a:lnTo>
                <a:lnTo>
                  <a:pt x="17909" y="5962"/>
                </a:lnTo>
                <a:lnTo>
                  <a:pt x="18031" y="5914"/>
                </a:lnTo>
                <a:lnTo>
                  <a:pt x="18298" y="6133"/>
                </a:lnTo>
                <a:lnTo>
                  <a:pt x="18152" y="6181"/>
                </a:lnTo>
                <a:lnTo>
                  <a:pt x="17933" y="6254"/>
                </a:lnTo>
                <a:lnTo>
                  <a:pt x="17739" y="6352"/>
                </a:lnTo>
                <a:lnTo>
                  <a:pt x="17544" y="6473"/>
                </a:lnTo>
                <a:lnTo>
                  <a:pt x="17349" y="6595"/>
                </a:lnTo>
                <a:lnTo>
                  <a:pt x="17325" y="6668"/>
                </a:lnTo>
                <a:lnTo>
                  <a:pt x="17325" y="6741"/>
                </a:lnTo>
                <a:lnTo>
                  <a:pt x="17374" y="6790"/>
                </a:lnTo>
                <a:lnTo>
                  <a:pt x="17422" y="6814"/>
                </a:lnTo>
                <a:lnTo>
                  <a:pt x="17641" y="6765"/>
                </a:lnTo>
                <a:lnTo>
                  <a:pt x="17860" y="6717"/>
                </a:lnTo>
                <a:lnTo>
                  <a:pt x="18274" y="6595"/>
                </a:lnTo>
                <a:lnTo>
                  <a:pt x="18639" y="6473"/>
                </a:lnTo>
                <a:lnTo>
                  <a:pt x="18761" y="6644"/>
                </a:lnTo>
                <a:lnTo>
                  <a:pt x="18493" y="6717"/>
                </a:lnTo>
                <a:lnTo>
                  <a:pt x="18250" y="6814"/>
                </a:lnTo>
                <a:lnTo>
                  <a:pt x="18006" y="6960"/>
                </a:lnTo>
                <a:lnTo>
                  <a:pt x="17812" y="7130"/>
                </a:lnTo>
                <a:lnTo>
                  <a:pt x="17787" y="7155"/>
                </a:lnTo>
                <a:lnTo>
                  <a:pt x="17787" y="7179"/>
                </a:lnTo>
                <a:lnTo>
                  <a:pt x="17812" y="7252"/>
                </a:lnTo>
                <a:lnTo>
                  <a:pt x="17860" y="7276"/>
                </a:lnTo>
                <a:lnTo>
                  <a:pt x="17933" y="7276"/>
                </a:lnTo>
                <a:lnTo>
                  <a:pt x="18177" y="7179"/>
                </a:lnTo>
                <a:lnTo>
                  <a:pt x="18444" y="7130"/>
                </a:lnTo>
                <a:lnTo>
                  <a:pt x="18955" y="7033"/>
                </a:lnTo>
                <a:lnTo>
                  <a:pt x="19004" y="7106"/>
                </a:lnTo>
                <a:lnTo>
                  <a:pt x="18785" y="7155"/>
                </a:lnTo>
                <a:lnTo>
                  <a:pt x="18566" y="7203"/>
                </a:lnTo>
                <a:lnTo>
                  <a:pt x="18371" y="7301"/>
                </a:lnTo>
                <a:lnTo>
                  <a:pt x="18177" y="7398"/>
                </a:lnTo>
                <a:lnTo>
                  <a:pt x="18177" y="7447"/>
                </a:lnTo>
                <a:lnTo>
                  <a:pt x="18177" y="7471"/>
                </a:lnTo>
                <a:lnTo>
                  <a:pt x="18201" y="7471"/>
                </a:lnTo>
                <a:lnTo>
                  <a:pt x="18396" y="7495"/>
                </a:lnTo>
                <a:lnTo>
                  <a:pt x="18590" y="7495"/>
                </a:lnTo>
                <a:lnTo>
                  <a:pt x="18955" y="7447"/>
                </a:lnTo>
                <a:lnTo>
                  <a:pt x="19126" y="7422"/>
                </a:lnTo>
                <a:lnTo>
                  <a:pt x="19174" y="7544"/>
                </a:lnTo>
                <a:lnTo>
                  <a:pt x="18980" y="7568"/>
                </a:lnTo>
                <a:lnTo>
                  <a:pt x="18761" y="7617"/>
                </a:lnTo>
                <a:lnTo>
                  <a:pt x="18444" y="7714"/>
                </a:lnTo>
                <a:lnTo>
                  <a:pt x="18396" y="7763"/>
                </a:lnTo>
                <a:lnTo>
                  <a:pt x="18371" y="7836"/>
                </a:lnTo>
                <a:lnTo>
                  <a:pt x="18371" y="7909"/>
                </a:lnTo>
                <a:lnTo>
                  <a:pt x="18396" y="7933"/>
                </a:lnTo>
                <a:lnTo>
                  <a:pt x="18444" y="7957"/>
                </a:lnTo>
                <a:lnTo>
                  <a:pt x="18809" y="7982"/>
                </a:lnTo>
                <a:lnTo>
                  <a:pt x="19296" y="7982"/>
                </a:lnTo>
                <a:lnTo>
                  <a:pt x="19320" y="8201"/>
                </a:lnTo>
                <a:lnTo>
                  <a:pt x="19272" y="8201"/>
                </a:lnTo>
                <a:lnTo>
                  <a:pt x="19101" y="8176"/>
                </a:lnTo>
                <a:lnTo>
                  <a:pt x="18907" y="8201"/>
                </a:lnTo>
                <a:lnTo>
                  <a:pt x="18736" y="8225"/>
                </a:lnTo>
                <a:lnTo>
                  <a:pt x="18566" y="8274"/>
                </a:lnTo>
                <a:lnTo>
                  <a:pt x="18542" y="8298"/>
                </a:lnTo>
                <a:lnTo>
                  <a:pt x="18517" y="8322"/>
                </a:lnTo>
                <a:lnTo>
                  <a:pt x="18493" y="8420"/>
                </a:lnTo>
                <a:lnTo>
                  <a:pt x="18542" y="8468"/>
                </a:lnTo>
                <a:lnTo>
                  <a:pt x="18566" y="8493"/>
                </a:lnTo>
                <a:lnTo>
                  <a:pt x="18907" y="8493"/>
                </a:lnTo>
                <a:lnTo>
                  <a:pt x="19223" y="8517"/>
                </a:lnTo>
                <a:lnTo>
                  <a:pt x="19345" y="8541"/>
                </a:lnTo>
                <a:lnTo>
                  <a:pt x="19345" y="8833"/>
                </a:lnTo>
                <a:lnTo>
                  <a:pt x="19199" y="8785"/>
                </a:lnTo>
                <a:lnTo>
                  <a:pt x="18882" y="8785"/>
                </a:lnTo>
                <a:lnTo>
                  <a:pt x="18736" y="8809"/>
                </a:lnTo>
                <a:lnTo>
                  <a:pt x="18688" y="8833"/>
                </a:lnTo>
                <a:lnTo>
                  <a:pt x="18663" y="8858"/>
                </a:lnTo>
                <a:lnTo>
                  <a:pt x="18663" y="8931"/>
                </a:lnTo>
                <a:lnTo>
                  <a:pt x="18688" y="9004"/>
                </a:lnTo>
                <a:lnTo>
                  <a:pt x="18712" y="9004"/>
                </a:lnTo>
                <a:lnTo>
                  <a:pt x="18761" y="9028"/>
                </a:lnTo>
                <a:lnTo>
                  <a:pt x="18882" y="9028"/>
                </a:lnTo>
                <a:lnTo>
                  <a:pt x="19028" y="9077"/>
                </a:lnTo>
                <a:lnTo>
                  <a:pt x="19150" y="9125"/>
                </a:lnTo>
                <a:lnTo>
                  <a:pt x="19296" y="9174"/>
                </a:lnTo>
                <a:lnTo>
                  <a:pt x="19199" y="9466"/>
                </a:lnTo>
                <a:lnTo>
                  <a:pt x="18980" y="9417"/>
                </a:lnTo>
                <a:lnTo>
                  <a:pt x="18736" y="9417"/>
                </a:lnTo>
                <a:lnTo>
                  <a:pt x="18688" y="9442"/>
                </a:lnTo>
                <a:lnTo>
                  <a:pt x="18663" y="9466"/>
                </a:lnTo>
                <a:lnTo>
                  <a:pt x="18663" y="9515"/>
                </a:lnTo>
                <a:lnTo>
                  <a:pt x="18663" y="9563"/>
                </a:lnTo>
                <a:lnTo>
                  <a:pt x="18663" y="9612"/>
                </a:lnTo>
                <a:lnTo>
                  <a:pt x="18712" y="9636"/>
                </a:lnTo>
                <a:lnTo>
                  <a:pt x="18736" y="9661"/>
                </a:lnTo>
                <a:lnTo>
                  <a:pt x="18907" y="9709"/>
                </a:lnTo>
                <a:lnTo>
                  <a:pt x="19053" y="9758"/>
                </a:lnTo>
                <a:lnTo>
                  <a:pt x="18955" y="9928"/>
                </a:lnTo>
                <a:lnTo>
                  <a:pt x="18834" y="10099"/>
                </a:lnTo>
                <a:lnTo>
                  <a:pt x="18663" y="10074"/>
                </a:lnTo>
                <a:lnTo>
                  <a:pt x="18444" y="10074"/>
                </a:lnTo>
                <a:lnTo>
                  <a:pt x="18420" y="10099"/>
                </a:lnTo>
                <a:lnTo>
                  <a:pt x="18396" y="10172"/>
                </a:lnTo>
                <a:lnTo>
                  <a:pt x="18420" y="10220"/>
                </a:lnTo>
                <a:lnTo>
                  <a:pt x="18444" y="10245"/>
                </a:lnTo>
                <a:lnTo>
                  <a:pt x="18493" y="10245"/>
                </a:lnTo>
                <a:lnTo>
                  <a:pt x="18663" y="10269"/>
                </a:lnTo>
                <a:lnTo>
                  <a:pt x="18542" y="10391"/>
                </a:lnTo>
                <a:lnTo>
                  <a:pt x="18371" y="10512"/>
                </a:lnTo>
                <a:lnTo>
                  <a:pt x="18274" y="10464"/>
                </a:lnTo>
                <a:lnTo>
                  <a:pt x="18225" y="10439"/>
                </a:lnTo>
                <a:lnTo>
                  <a:pt x="18152" y="10439"/>
                </a:lnTo>
                <a:lnTo>
                  <a:pt x="18104" y="10488"/>
                </a:lnTo>
                <a:lnTo>
                  <a:pt x="18079" y="10537"/>
                </a:lnTo>
                <a:lnTo>
                  <a:pt x="18079" y="10610"/>
                </a:lnTo>
                <a:lnTo>
                  <a:pt x="18104" y="10658"/>
                </a:lnTo>
                <a:lnTo>
                  <a:pt x="17739" y="10829"/>
                </a:lnTo>
                <a:lnTo>
                  <a:pt x="17349" y="10950"/>
                </a:lnTo>
                <a:lnTo>
                  <a:pt x="16960" y="11023"/>
                </a:lnTo>
                <a:lnTo>
                  <a:pt x="16546" y="11096"/>
                </a:lnTo>
                <a:lnTo>
                  <a:pt x="16133" y="11121"/>
                </a:lnTo>
                <a:lnTo>
                  <a:pt x="15719" y="11145"/>
                </a:lnTo>
                <a:lnTo>
                  <a:pt x="14916" y="11169"/>
                </a:lnTo>
                <a:lnTo>
                  <a:pt x="13140" y="11194"/>
                </a:lnTo>
                <a:lnTo>
                  <a:pt x="12264" y="11242"/>
                </a:lnTo>
                <a:lnTo>
                  <a:pt x="11364" y="11340"/>
                </a:lnTo>
                <a:lnTo>
                  <a:pt x="10244" y="11461"/>
                </a:lnTo>
                <a:lnTo>
                  <a:pt x="9125" y="11559"/>
                </a:lnTo>
                <a:lnTo>
                  <a:pt x="8565" y="11583"/>
                </a:lnTo>
                <a:lnTo>
                  <a:pt x="8006" y="11583"/>
                </a:lnTo>
                <a:lnTo>
                  <a:pt x="7446" y="11559"/>
                </a:lnTo>
                <a:lnTo>
                  <a:pt x="6862" y="11510"/>
                </a:lnTo>
                <a:lnTo>
                  <a:pt x="5086" y="11364"/>
                </a:lnTo>
                <a:lnTo>
                  <a:pt x="4210" y="11242"/>
                </a:lnTo>
                <a:lnTo>
                  <a:pt x="3772" y="11169"/>
                </a:lnTo>
                <a:lnTo>
                  <a:pt x="3334" y="11072"/>
                </a:lnTo>
                <a:lnTo>
                  <a:pt x="2993" y="10999"/>
                </a:lnTo>
                <a:lnTo>
                  <a:pt x="2653" y="10877"/>
                </a:lnTo>
                <a:lnTo>
                  <a:pt x="2336" y="10756"/>
                </a:lnTo>
                <a:lnTo>
                  <a:pt x="2020" y="10610"/>
                </a:lnTo>
                <a:lnTo>
                  <a:pt x="1704" y="10439"/>
                </a:lnTo>
                <a:lnTo>
                  <a:pt x="1436" y="10245"/>
                </a:lnTo>
                <a:lnTo>
                  <a:pt x="1168" y="10001"/>
                </a:lnTo>
                <a:lnTo>
                  <a:pt x="949" y="9734"/>
                </a:lnTo>
                <a:lnTo>
                  <a:pt x="852" y="9588"/>
                </a:lnTo>
                <a:lnTo>
                  <a:pt x="779" y="9417"/>
                </a:lnTo>
                <a:lnTo>
                  <a:pt x="706" y="9271"/>
                </a:lnTo>
                <a:lnTo>
                  <a:pt x="657" y="9101"/>
                </a:lnTo>
                <a:lnTo>
                  <a:pt x="633" y="8931"/>
                </a:lnTo>
                <a:lnTo>
                  <a:pt x="609" y="8760"/>
                </a:lnTo>
                <a:lnTo>
                  <a:pt x="633" y="8420"/>
                </a:lnTo>
                <a:lnTo>
                  <a:pt x="682" y="8103"/>
                </a:lnTo>
                <a:lnTo>
                  <a:pt x="803" y="7763"/>
                </a:lnTo>
                <a:lnTo>
                  <a:pt x="949" y="7447"/>
                </a:lnTo>
                <a:lnTo>
                  <a:pt x="1120" y="7155"/>
                </a:lnTo>
                <a:lnTo>
                  <a:pt x="1387" y="6814"/>
                </a:lnTo>
                <a:lnTo>
                  <a:pt x="1679" y="6498"/>
                </a:lnTo>
                <a:lnTo>
                  <a:pt x="1996" y="6230"/>
                </a:lnTo>
                <a:lnTo>
                  <a:pt x="2336" y="5962"/>
                </a:lnTo>
                <a:lnTo>
                  <a:pt x="2336" y="5962"/>
                </a:lnTo>
                <a:lnTo>
                  <a:pt x="2117" y="6279"/>
                </a:lnTo>
                <a:lnTo>
                  <a:pt x="1898" y="6571"/>
                </a:lnTo>
                <a:lnTo>
                  <a:pt x="1874" y="6644"/>
                </a:lnTo>
                <a:lnTo>
                  <a:pt x="1898" y="6717"/>
                </a:lnTo>
                <a:lnTo>
                  <a:pt x="1947" y="6765"/>
                </a:lnTo>
                <a:lnTo>
                  <a:pt x="2044" y="6765"/>
                </a:lnTo>
                <a:lnTo>
                  <a:pt x="2117" y="6741"/>
                </a:lnTo>
                <a:lnTo>
                  <a:pt x="2190" y="6692"/>
                </a:lnTo>
                <a:lnTo>
                  <a:pt x="2336" y="6595"/>
                </a:lnTo>
                <a:lnTo>
                  <a:pt x="2458" y="6449"/>
                </a:lnTo>
                <a:lnTo>
                  <a:pt x="2555" y="6303"/>
                </a:lnTo>
                <a:lnTo>
                  <a:pt x="2847" y="5987"/>
                </a:lnTo>
                <a:lnTo>
                  <a:pt x="3164" y="5695"/>
                </a:lnTo>
                <a:lnTo>
                  <a:pt x="3188" y="5646"/>
                </a:lnTo>
                <a:lnTo>
                  <a:pt x="3212" y="5646"/>
                </a:lnTo>
                <a:lnTo>
                  <a:pt x="3091" y="5792"/>
                </a:lnTo>
                <a:lnTo>
                  <a:pt x="2847" y="6133"/>
                </a:lnTo>
                <a:lnTo>
                  <a:pt x="2774" y="6303"/>
                </a:lnTo>
                <a:lnTo>
                  <a:pt x="2677" y="6498"/>
                </a:lnTo>
                <a:lnTo>
                  <a:pt x="2677" y="6546"/>
                </a:lnTo>
                <a:lnTo>
                  <a:pt x="2726" y="6546"/>
                </a:lnTo>
                <a:lnTo>
                  <a:pt x="2896" y="6449"/>
                </a:lnTo>
                <a:lnTo>
                  <a:pt x="3066" y="6327"/>
                </a:lnTo>
                <a:lnTo>
                  <a:pt x="3212" y="6206"/>
                </a:lnTo>
                <a:lnTo>
                  <a:pt x="3334" y="6035"/>
                </a:lnTo>
                <a:lnTo>
                  <a:pt x="3480" y="5889"/>
                </a:lnTo>
                <a:lnTo>
                  <a:pt x="3626" y="5695"/>
                </a:lnTo>
                <a:lnTo>
                  <a:pt x="3650" y="5719"/>
                </a:lnTo>
                <a:lnTo>
                  <a:pt x="3699" y="5816"/>
                </a:lnTo>
                <a:lnTo>
                  <a:pt x="3577" y="5938"/>
                </a:lnTo>
                <a:lnTo>
                  <a:pt x="3456" y="6108"/>
                </a:lnTo>
                <a:lnTo>
                  <a:pt x="3407" y="6230"/>
                </a:lnTo>
                <a:lnTo>
                  <a:pt x="3407" y="6327"/>
                </a:lnTo>
                <a:lnTo>
                  <a:pt x="3407" y="6352"/>
                </a:lnTo>
                <a:lnTo>
                  <a:pt x="3456" y="6376"/>
                </a:lnTo>
                <a:lnTo>
                  <a:pt x="3529" y="6376"/>
                </a:lnTo>
                <a:lnTo>
                  <a:pt x="3626" y="6327"/>
                </a:lnTo>
                <a:lnTo>
                  <a:pt x="3772" y="6206"/>
                </a:lnTo>
                <a:lnTo>
                  <a:pt x="3869" y="6108"/>
                </a:lnTo>
                <a:lnTo>
                  <a:pt x="3967" y="6157"/>
                </a:lnTo>
                <a:lnTo>
                  <a:pt x="4064" y="6181"/>
                </a:lnTo>
                <a:lnTo>
                  <a:pt x="4186" y="6157"/>
                </a:lnTo>
                <a:lnTo>
                  <a:pt x="4283" y="6084"/>
                </a:lnTo>
                <a:lnTo>
                  <a:pt x="4307" y="6035"/>
                </a:lnTo>
                <a:lnTo>
                  <a:pt x="4307" y="5987"/>
                </a:lnTo>
                <a:lnTo>
                  <a:pt x="4137" y="5719"/>
                </a:lnTo>
                <a:lnTo>
                  <a:pt x="4015" y="5403"/>
                </a:lnTo>
                <a:lnTo>
                  <a:pt x="3918" y="5062"/>
                </a:lnTo>
                <a:lnTo>
                  <a:pt x="3845" y="4697"/>
                </a:lnTo>
                <a:lnTo>
                  <a:pt x="3821" y="4356"/>
                </a:lnTo>
                <a:lnTo>
                  <a:pt x="3821" y="3991"/>
                </a:lnTo>
                <a:lnTo>
                  <a:pt x="3845" y="3651"/>
                </a:lnTo>
                <a:lnTo>
                  <a:pt x="3894" y="3334"/>
                </a:lnTo>
                <a:lnTo>
                  <a:pt x="3942" y="3115"/>
                </a:lnTo>
                <a:lnTo>
                  <a:pt x="4015" y="2896"/>
                </a:lnTo>
                <a:lnTo>
                  <a:pt x="4113" y="2677"/>
                </a:lnTo>
                <a:lnTo>
                  <a:pt x="4210" y="2483"/>
                </a:lnTo>
                <a:lnTo>
                  <a:pt x="4332" y="2288"/>
                </a:lnTo>
                <a:lnTo>
                  <a:pt x="4478" y="2093"/>
                </a:lnTo>
                <a:lnTo>
                  <a:pt x="4599" y="1923"/>
                </a:lnTo>
                <a:lnTo>
                  <a:pt x="4770" y="1753"/>
                </a:lnTo>
                <a:lnTo>
                  <a:pt x="5110" y="1461"/>
                </a:lnTo>
                <a:lnTo>
                  <a:pt x="5475" y="1193"/>
                </a:lnTo>
                <a:lnTo>
                  <a:pt x="5865" y="974"/>
                </a:lnTo>
                <a:lnTo>
                  <a:pt x="6303" y="828"/>
                </a:lnTo>
                <a:lnTo>
                  <a:pt x="6716" y="706"/>
                </a:lnTo>
                <a:lnTo>
                  <a:pt x="7179" y="633"/>
                </a:lnTo>
                <a:lnTo>
                  <a:pt x="7008" y="731"/>
                </a:lnTo>
                <a:lnTo>
                  <a:pt x="6789" y="852"/>
                </a:lnTo>
                <a:lnTo>
                  <a:pt x="6546" y="998"/>
                </a:lnTo>
                <a:lnTo>
                  <a:pt x="6424" y="1071"/>
                </a:lnTo>
                <a:lnTo>
                  <a:pt x="6327" y="1169"/>
                </a:lnTo>
                <a:lnTo>
                  <a:pt x="6278" y="1266"/>
                </a:lnTo>
                <a:lnTo>
                  <a:pt x="6230" y="1363"/>
                </a:lnTo>
                <a:lnTo>
                  <a:pt x="6254" y="1412"/>
                </a:lnTo>
                <a:lnTo>
                  <a:pt x="6303" y="1461"/>
                </a:lnTo>
                <a:lnTo>
                  <a:pt x="6400" y="1485"/>
                </a:lnTo>
                <a:lnTo>
                  <a:pt x="6522" y="1461"/>
                </a:lnTo>
                <a:lnTo>
                  <a:pt x="6643" y="1436"/>
                </a:lnTo>
                <a:lnTo>
                  <a:pt x="6765" y="1363"/>
                </a:lnTo>
                <a:lnTo>
                  <a:pt x="7033" y="1217"/>
                </a:lnTo>
                <a:lnTo>
                  <a:pt x="7203" y="1096"/>
                </a:lnTo>
                <a:lnTo>
                  <a:pt x="7811" y="779"/>
                </a:lnTo>
                <a:lnTo>
                  <a:pt x="7982" y="682"/>
                </a:lnTo>
                <a:lnTo>
                  <a:pt x="8055" y="633"/>
                </a:lnTo>
                <a:lnTo>
                  <a:pt x="8128" y="560"/>
                </a:lnTo>
                <a:close/>
                <a:moveTo>
                  <a:pt x="7933" y="1"/>
                </a:moveTo>
                <a:lnTo>
                  <a:pt x="7349" y="49"/>
                </a:lnTo>
                <a:lnTo>
                  <a:pt x="6789" y="147"/>
                </a:lnTo>
                <a:lnTo>
                  <a:pt x="6254" y="268"/>
                </a:lnTo>
                <a:lnTo>
                  <a:pt x="5767" y="439"/>
                </a:lnTo>
                <a:lnTo>
                  <a:pt x="5524" y="536"/>
                </a:lnTo>
                <a:lnTo>
                  <a:pt x="5281" y="658"/>
                </a:lnTo>
                <a:lnTo>
                  <a:pt x="5062" y="804"/>
                </a:lnTo>
                <a:lnTo>
                  <a:pt x="4843" y="950"/>
                </a:lnTo>
                <a:lnTo>
                  <a:pt x="4624" y="1120"/>
                </a:lnTo>
                <a:lnTo>
                  <a:pt x="4429" y="1315"/>
                </a:lnTo>
                <a:lnTo>
                  <a:pt x="4259" y="1509"/>
                </a:lnTo>
                <a:lnTo>
                  <a:pt x="4088" y="1728"/>
                </a:lnTo>
                <a:lnTo>
                  <a:pt x="3942" y="1947"/>
                </a:lnTo>
                <a:lnTo>
                  <a:pt x="3796" y="2166"/>
                </a:lnTo>
                <a:lnTo>
                  <a:pt x="3675" y="2410"/>
                </a:lnTo>
                <a:lnTo>
                  <a:pt x="3577" y="2653"/>
                </a:lnTo>
                <a:lnTo>
                  <a:pt x="3480" y="2896"/>
                </a:lnTo>
                <a:lnTo>
                  <a:pt x="3407" y="3164"/>
                </a:lnTo>
                <a:lnTo>
                  <a:pt x="3358" y="3407"/>
                </a:lnTo>
                <a:lnTo>
                  <a:pt x="3310" y="3675"/>
                </a:lnTo>
                <a:lnTo>
                  <a:pt x="3310" y="3870"/>
                </a:lnTo>
                <a:lnTo>
                  <a:pt x="3334" y="4210"/>
                </a:lnTo>
                <a:lnTo>
                  <a:pt x="3383" y="4624"/>
                </a:lnTo>
                <a:lnTo>
                  <a:pt x="3480" y="5086"/>
                </a:lnTo>
                <a:lnTo>
                  <a:pt x="3285" y="5086"/>
                </a:lnTo>
                <a:lnTo>
                  <a:pt x="3115" y="5111"/>
                </a:lnTo>
                <a:lnTo>
                  <a:pt x="2726" y="5184"/>
                </a:lnTo>
                <a:lnTo>
                  <a:pt x="2409" y="5305"/>
                </a:lnTo>
                <a:lnTo>
                  <a:pt x="2166" y="5427"/>
                </a:lnTo>
                <a:lnTo>
                  <a:pt x="1825" y="5622"/>
                </a:lnTo>
                <a:lnTo>
                  <a:pt x="1485" y="5889"/>
                </a:lnTo>
                <a:lnTo>
                  <a:pt x="1193" y="6157"/>
                </a:lnTo>
                <a:lnTo>
                  <a:pt x="901" y="6473"/>
                </a:lnTo>
                <a:lnTo>
                  <a:pt x="657" y="6814"/>
                </a:lnTo>
                <a:lnTo>
                  <a:pt x="439" y="7179"/>
                </a:lnTo>
                <a:lnTo>
                  <a:pt x="268" y="7544"/>
                </a:lnTo>
                <a:lnTo>
                  <a:pt x="122" y="7909"/>
                </a:lnTo>
                <a:lnTo>
                  <a:pt x="25" y="8274"/>
                </a:lnTo>
                <a:lnTo>
                  <a:pt x="1" y="8614"/>
                </a:lnTo>
                <a:lnTo>
                  <a:pt x="1" y="8931"/>
                </a:lnTo>
                <a:lnTo>
                  <a:pt x="74" y="9247"/>
                </a:lnTo>
                <a:lnTo>
                  <a:pt x="171" y="9539"/>
                </a:lnTo>
                <a:lnTo>
                  <a:pt x="293" y="9807"/>
                </a:lnTo>
                <a:lnTo>
                  <a:pt x="487" y="10074"/>
                </a:lnTo>
                <a:lnTo>
                  <a:pt x="682" y="10318"/>
                </a:lnTo>
                <a:lnTo>
                  <a:pt x="925" y="10561"/>
                </a:lnTo>
                <a:lnTo>
                  <a:pt x="1168" y="10756"/>
                </a:lnTo>
                <a:lnTo>
                  <a:pt x="1436" y="10950"/>
                </a:lnTo>
                <a:lnTo>
                  <a:pt x="1728" y="11121"/>
                </a:lnTo>
                <a:lnTo>
                  <a:pt x="2020" y="11267"/>
                </a:lnTo>
                <a:lnTo>
                  <a:pt x="2336" y="11413"/>
                </a:lnTo>
                <a:lnTo>
                  <a:pt x="2628" y="11534"/>
                </a:lnTo>
                <a:lnTo>
                  <a:pt x="2945" y="11632"/>
                </a:lnTo>
                <a:lnTo>
                  <a:pt x="3334" y="11729"/>
                </a:lnTo>
                <a:lnTo>
                  <a:pt x="3723" y="11802"/>
                </a:lnTo>
                <a:lnTo>
                  <a:pt x="4526" y="11924"/>
                </a:lnTo>
                <a:lnTo>
                  <a:pt x="6132" y="12070"/>
                </a:lnTo>
                <a:lnTo>
                  <a:pt x="7276" y="12167"/>
                </a:lnTo>
                <a:lnTo>
                  <a:pt x="7836" y="12191"/>
                </a:lnTo>
                <a:lnTo>
                  <a:pt x="8395" y="12216"/>
                </a:lnTo>
                <a:lnTo>
                  <a:pt x="8955" y="12191"/>
                </a:lnTo>
                <a:lnTo>
                  <a:pt x="9514" y="12167"/>
                </a:lnTo>
                <a:lnTo>
                  <a:pt x="10098" y="12118"/>
                </a:lnTo>
                <a:lnTo>
                  <a:pt x="10658" y="12070"/>
                </a:lnTo>
                <a:lnTo>
                  <a:pt x="11583" y="11948"/>
                </a:lnTo>
                <a:lnTo>
                  <a:pt x="12507" y="11875"/>
                </a:lnTo>
                <a:lnTo>
                  <a:pt x="13432" y="11826"/>
                </a:lnTo>
                <a:lnTo>
                  <a:pt x="14357" y="11802"/>
                </a:lnTo>
                <a:lnTo>
                  <a:pt x="15208" y="11802"/>
                </a:lnTo>
                <a:lnTo>
                  <a:pt x="16060" y="11753"/>
                </a:lnTo>
                <a:lnTo>
                  <a:pt x="16498" y="11729"/>
                </a:lnTo>
                <a:lnTo>
                  <a:pt x="16911" y="11656"/>
                </a:lnTo>
                <a:lnTo>
                  <a:pt x="17325" y="11583"/>
                </a:lnTo>
                <a:lnTo>
                  <a:pt x="17739" y="11486"/>
                </a:lnTo>
                <a:lnTo>
                  <a:pt x="18079" y="11364"/>
                </a:lnTo>
                <a:lnTo>
                  <a:pt x="18396" y="11218"/>
                </a:lnTo>
                <a:lnTo>
                  <a:pt x="18688" y="11048"/>
                </a:lnTo>
                <a:lnTo>
                  <a:pt x="18931" y="10853"/>
                </a:lnTo>
                <a:lnTo>
                  <a:pt x="19174" y="10634"/>
                </a:lnTo>
                <a:lnTo>
                  <a:pt x="19369" y="10415"/>
                </a:lnTo>
                <a:lnTo>
                  <a:pt x="19539" y="10147"/>
                </a:lnTo>
                <a:lnTo>
                  <a:pt x="19685" y="9880"/>
                </a:lnTo>
                <a:lnTo>
                  <a:pt x="19807" y="9588"/>
                </a:lnTo>
                <a:lnTo>
                  <a:pt x="19904" y="9296"/>
                </a:lnTo>
                <a:lnTo>
                  <a:pt x="19953" y="8979"/>
                </a:lnTo>
                <a:lnTo>
                  <a:pt x="19977" y="8663"/>
                </a:lnTo>
                <a:lnTo>
                  <a:pt x="19977" y="8322"/>
                </a:lnTo>
                <a:lnTo>
                  <a:pt x="19953" y="8006"/>
                </a:lnTo>
                <a:lnTo>
                  <a:pt x="19880" y="7665"/>
                </a:lnTo>
                <a:lnTo>
                  <a:pt x="19783" y="7325"/>
                </a:lnTo>
                <a:lnTo>
                  <a:pt x="19710" y="7057"/>
                </a:lnTo>
                <a:lnTo>
                  <a:pt x="19588" y="6790"/>
                </a:lnTo>
                <a:lnTo>
                  <a:pt x="19442" y="6546"/>
                </a:lnTo>
                <a:lnTo>
                  <a:pt x="19296" y="6303"/>
                </a:lnTo>
                <a:lnTo>
                  <a:pt x="19126" y="6060"/>
                </a:lnTo>
                <a:lnTo>
                  <a:pt x="18955" y="5865"/>
                </a:lnTo>
                <a:lnTo>
                  <a:pt x="18761" y="5670"/>
                </a:lnTo>
                <a:lnTo>
                  <a:pt x="18542" y="5476"/>
                </a:lnTo>
                <a:lnTo>
                  <a:pt x="18323" y="5330"/>
                </a:lnTo>
                <a:lnTo>
                  <a:pt x="18104" y="5208"/>
                </a:lnTo>
                <a:lnTo>
                  <a:pt x="17860" y="5086"/>
                </a:lnTo>
                <a:lnTo>
                  <a:pt x="17593" y="5013"/>
                </a:lnTo>
                <a:lnTo>
                  <a:pt x="17325" y="4965"/>
                </a:lnTo>
                <a:lnTo>
                  <a:pt x="17057" y="4940"/>
                </a:lnTo>
                <a:lnTo>
                  <a:pt x="16790" y="4965"/>
                </a:lnTo>
                <a:lnTo>
                  <a:pt x="16522" y="5013"/>
                </a:lnTo>
                <a:lnTo>
                  <a:pt x="16522" y="4794"/>
                </a:lnTo>
                <a:lnTo>
                  <a:pt x="16522" y="4600"/>
                </a:lnTo>
                <a:lnTo>
                  <a:pt x="16473" y="4381"/>
                </a:lnTo>
                <a:lnTo>
                  <a:pt x="16425" y="4186"/>
                </a:lnTo>
                <a:lnTo>
                  <a:pt x="16352" y="3991"/>
                </a:lnTo>
                <a:lnTo>
                  <a:pt x="16279" y="3797"/>
                </a:lnTo>
                <a:lnTo>
                  <a:pt x="16182" y="3602"/>
                </a:lnTo>
                <a:lnTo>
                  <a:pt x="16060" y="3407"/>
                </a:lnTo>
                <a:lnTo>
                  <a:pt x="15792" y="3067"/>
                </a:lnTo>
                <a:lnTo>
                  <a:pt x="15500" y="2750"/>
                </a:lnTo>
                <a:lnTo>
                  <a:pt x="15184" y="2483"/>
                </a:lnTo>
                <a:lnTo>
                  <a:pt x="14843" y="2239"/>
                </a:lnTo>
                <a:lnTo>
                  <a:pt x="14673" y="2142"/>
                </a:lnTo>
                <a:lnTo>
                  <a:pt x="14478" y="2045"/>
                </a:lnTo>
                <a:lnTo>
                  <a:pt x="14284" y="1972"/>
                </a:lnTo>
                <a:lnTo>
                  <a:pt x="14089" y="1899"/>
                </a:lnTo>
                <a:lnTo>
                  <a:pt x="13870" y="1850"/>
                </a:lnTo>
                <a:lnTo>
                  <a:pt x="13651" y="1801"/>
                </a:lnTo>
                <a:lnTo>
                  <a:pt x="13432" y="1777"/>
                </a:lnTo>
                <a:lnTo>
                  <a:pt x="13213" y="1777"/>
                </a:lnTo>
                <a:lnTo>
                  <a:pt x="12994" y="1801"/>
                </a:lnTo>
                <a:lnTo>
                  <a:pt x="12775" y="1826"/>
                </a:lnTo>
                <a:lnTo>
                  <a:pt x="12580" y="1899"/>
                </a:lnTo>
                <a:lnTo>
                  <a:pt x="12386" y="1972"/>
                </a:lnTo>
                <a:lnTo>
                  <a:pt x="12215" y="2069"/>
                </a:lnTo>
                <a:lnTo>
                  <a:pt x="12069" y="2191"/>
                </a:lnTo>
                <a:lnTo>
                  <a:pt x="11923" y="2361"/>
                </a:lnTo>
                <a:lnTo>
                  <a:pt x="11802" y="2531"/>
                </a:lnTo>
                <a:lnTo>
                  <a:pt x="11656" y="2239"/>
                </a:lnTo>
                <a:lnTo>
                  <a:pt x="11485" y="1947"/>
                </a:lnTo>
                <a:lnTo>
                  <a:pt x="11291" y="1680"/>
                </a:lnTo>
                <a:lnTo>
                  <a:pt x="11072" y="1412"/>
                </a:lnTo>
                <a:lnTo>
                  <a:pt x="10828" y="1169"/>
                </a:lnTo>
                <a:lnTo>
                  <a:pt x="10585" y="925"/>
                </a:lnTo>
                <a:lnTo>
                  <a:pt x="10317" y="731"/>
                </a:lnTo>
                <a:lnTo>
                  <a:pt x="10050" y="536"/>
                </a:lnTo>
                <a:lnTo>
                  <a:pt x="9806" y="390"/>
                </a:lnTo>
                <a:lnTo>
                  <a:pt x="9563" y="268"/>
                </a:lnTo>
                <a:lnTo>
                  <a:pt x="9320" y="195"/>
                </a:lnTo>
                <a:lnTo>
                  <a:pt x="9052" y="122"/>
                </a:lnTo>
                <a:lnTo>
                  <a:pt x="8784" y="74"/>
                </a:lnTo>
                <a:lnTo>
                  <a:pt x="8492" y="25"/>
                </a:lnTo>
                <a:lnTo>
                  <a:pt x="8225"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52" name="Google Shape;852;p39"/>
          <p:cNvSpPr/>
          <p:nvPr/>
        </p:nvSpPr>
        <p:spPr>
          <a:xfrm>
            <a:off x="1518573" y="3803959"/>
            <a:ext cx="256359" cy="437144"/>
          </a:xfrm>
          <a:custGeom>
            <a:avLst/>
            <a:gdLst/>
            <a:ahLst/>
            <a:cxnLst/>
            <a:rect l="l" t="t" r="r" b="b"/>
            <a:pathLst>
              <a:path w="11730" h="20002" extrusionOk="0">
                <a:moveTo>
                  <a:pt x="6425" y="414"/>
                </a:moveTo>
                <a:lnTo>
                  <a:pt x="6571" y="439"/>
                </a:lnTo>
                <a:lnTo>
                  <a:pt x="6692" y="487"/>
                </a:lnTo>
                <a:lnTo>
                  <a:pt x="6814" y="560"/>
                </a:lnTo>
                <a:lnTo>
                  <a:pt x="6936" y="633"/>
                </a:lnTo>
                <a:lnTo>
                  <a:pt x="7033" y="731"/>
                </a:lnTo>
                <a:lnTo>
                  <a:pt x="7130" y="828"/>
                </a:lnTo>
                <a:lnTo>
                  <a:pt x="7179" y="950"/>
                </a:lnTo>
                <a:lnTo>
                  <a:pt x="7228" y="1096"/>
                </a:lnTo>
                <a:lnTo>
                  <a:pt x="7252" y="1242"/>
                </a:lnTo>
                <a:lnTo>
                  <a:pt x="7276" y="1534"/>
                </a:lnTo>
                <a:lnTo>
                  <a:pt x="7228" y="1801"/>
                </a:lnTo>
                <a:lnTo>
                  <a:pt x="7155" y="2093"/>
                </a:lnTo>
                <a:lnTo>
                  <a:pt x="7033" y="2385"/>
                </a:lnTo>
                <a:lnTo>
                  <a:pt x="6790" y="2945"/>
                </a:lnTo>
                <a:lnTo>
                  <a:pt x="6522" y="3480"/>
                </a:lnTo>
                <a:lnTo>
                  <a:pt x="6303" y="3456"/>
                </a:lnTo>
                <a:lnTo>
                  <a:pt x="5938" y="3456"/>
                </a:lnTo>
                <a:lnTo>
                  <a:pt x="5646" y="2629"/>
                </a:lnTo>
                <a:lnTo>
                  <a:pt x="5427" y="2069"/>
                </a:lnTo>
                <a:lnTo>
                  <a:pt x="5305" y="1826"/>
                </a:lnTo>
                <a:lnTo>
                  <a:pt x="5208" y="1631"/>
                </a:lnTo>
                <a:lnTo>
                  <a:pt x="5184" y="1388"/>
                </a:lnTo>
                <a:lnTo>
                  <a:pt x="5208" y="1266"/>
                </a:lnTo>
                <a:lnTo>
                  <a:pt x="5232" y="1169"/>
                </a:lnTo>
                <a:lnTo>
                  <a:pt x="5281" y="1047"/>
                </a:lnTo>
                <a:lnTo>
                  <a:pt x="5330" y="925"/>
                </a:lnTo>
                <a:lnTo>
                  <a:pt x="5403" y="828"/>
                </a:lnTo>
                <a:lnTo>
                  <a:pt x="5500" y="731"/>
                </a:lnTo>
                <a:lnTo>
                  <a:pt x="5622" y="633"/>
                </a:lnTo>
                <a:lnTo>
                  <a:pt x="5743" y="536"/>
                </a:lnTo>
                <a:lnTo>
                  <a:pt x="5865" y="487"/>
                </a:lnTo>
                <a:lnTo>
                  <a:pt x="6011" y="439"/>
                </a:lnTo>
                <a:lnTo>
                  <a:pt x="6157" y="414"/>
                </a:lnTo>
                <a:close/>
                <a:moveTo>
                  <a:pt x="9052" y="1339"/>
                </a:moveTo>
                <a:lnTo>
                  <a:pt x="9198" y="1388"/>
                </a:lnTo>
                <a:lnTo>
                  <a:pt x="9344" y="1436"/>
                </a:lnTo>
                <a:lnTo>
                  <a:pt x="9490" y="1534"/>
                </a:lnTo>
                <a:lnTo>
                  <a:pt x="9588" y="1631"/>
                </a:lnTo>
                <a:lnTo>
                  <a:pt x="9709" y="1753"/>
                </a:lnTo>
                <a:lnTo>
                  <a:pt x="9782" y="1874"/>
                </a:lnTo>
                <a:lnTo>
                  <a:pt x="9855" y="2020"/>
                </a:lnTo>
                <a:lnTo>
                  <a:pt x="9904" y="2166"/>
                </a:lnTo>
                <a:lnTo>
                  <a:pt x="9928" y="2312"/>
                </a:lnTo>
                <a:lnTo>
                  <a:pt x="9928" y="2483"/>
                </a:lnTo>
                <a:lnTo>
                  <a:pt x="9928" y="2629"/>
                </a:lnTo>
                <a:lnTo>
                  <a:pt x="9904" y="2775"/>
                </a:lnTo>
                <a:lnTo>
                  <a:pt x="9831" y="2945"/>
                </a:lnTo>
                <a:lnTo>
                  <a:pt x="9758" y="3067"/>
                </a:lnTo>
                <a:lnTo>
                  <a:pt x="9661" y="3213"/>
                </a:lnTo>
                <a:lnTo>
                  <a:pt x="9442" y="3383"/>
                </a:lnTo>
                <a:lnTo>
                  <a:pt x="9198" y="3553"/>
                </a:lnTo>
                <a:lnTo>
                  <a:pt x="8931" y="3675"/>
                </a:lnTo>
                <a:lnTo>
                  <a:pt x="8615" y="3796"/>
                </a:lnTo>
                <a:lnTo>
                  <a:pt x="8323" y="3869"/>
                </a:lnTo>
                <a:lnTo>
                  <a:pt x="8006" y="3967"/>
                </a:lnTo>
                <a:lnTo>
                  <a:pt x="7447" y="4088"/>
                </a:lnTo>
                <a:lnTo>
                  <a:pt x="7349" y="3942"/>
                </a:lnTo>
                <a:lnTo>
                  <a:pt x="7228" y="3821"/>
                </a:lnTo>
                <a:lnTo>
                  <a:pt x="7106" y="3724"/>
                </a:lnTo>
                <a:lnTo>
                  <a:pt x="6960" y="3626"/>
                </a:lnTo>
                <a:lnTo>
                  <a:pt x="7228" y="3091"/>
                </a:lnTo>
                <a:lnTo>
                  <a:pt x="7447" y="2531"/>
                </a:lnTo>
                <a:lnTo>
                  <a:pt x="7568" y="2288"/>
                </a:lnTo>
                <a:lnTo>
                  <a:pt x="7690" y="2069"/>
                </a:lnTo>
                <a:lnTo>
                  <a:pt x="7836" y="1874"/>
                </a:lnTo>
                <a:lnTo>
                  <a:pt x="7982" y="1704"/>
                </a:lnTo>
                <a:lnTo>
                  <a:pt x="8177" y="1558"/>
                </a:lnTo>
                <a:lnTo>
                  <a:pt x="8371" y="1436"/>
                </a:lnTo>
                <a:lnTo>
                  <a:pt x="8590" y="1363"/>
                </a:lnTo>
                <a:lnTo>
                  <a:pt x="8858" y="1339"/>
                </a:lnTo>
                <a:close/>
                <a:moveTo>
                  <a:pt x="3991" y="1242"/>
                </a:moveTo>
                <a:lnTo>
                  <a:pt x="4162" y="1266"/>
                </a:lnTo>
                <a:lnTo>
                  <a:pt x="4308" y="1315"/>
                </a:lnTo>
                <a:lnTo>
                  <a:pt x="4454" y="1412"/>
                </a:lnTo>
                <a:lnTo>
                  <a:pt x="4575" y="1534"/>
                </a:lnTo>
                <a:lnTo>
                  <a:pt x="4697" y="1704"/>
                </a:lnTo>
                <a:lnTo>
                  <a:pt x="4819" y="1874"/>
                </a:lnTo>
                <a:lnTo>
                  <a:pt x="4916" y="2312"/>
                </a:lnTo>
                <a:lnTo>
                  <a:pt x="5086" y="2775"/>
                </a:lnTo>
                <a:lnTo>
                  <a:pt x="5184" y="2994"/>
                </a:lnTo>
                <a:lnTo>
                  <a:pt x="5305" y="3213"/>
                </a:lnTo>
                <a:lnTo>
                  <a:pt x="5427" y="3407"/>
                </a:lnTo>
                <a:lnTo>
                  <a:pt x="5573" y="3578"/>
                </a:lnTo>
                <a:lnTo>
                  <a:pt x="5476" y="3626"/>
                </a:lnTo>
                <a:lnTo>
                  <a:pt x="5305" y="3724"/>
                </a:lnTo>
                <a:lnTo>
                  <a:pt x="5135" y="3845"/>
                </a:lnTo>
                <a:lnTo>
                  <a:pt x="5013" y="4015"/>
                </a:lnTo>
                <a:lnTo>
                  <a:pt x="4892" y="4186"/>
                </a:lnTo>
                <a:lnTo>
                  <a:pt x="4794" y="4113"/>
                </a:lnTo>
                <a:lnTo>
                  <a:pt x="4697" y="4040"/>
                </a:lnTo>
                <a:lnTo>
                  <a:pt x="4478" y="3894"/>
                </a:lnTo>
                <a:lnTo>
                  <a:pt x="4016" y="3699"/>
                </a:lnTo>
                <a:lnTo>
                  <a:pt x="3578" y="3432"/>
                </a:lnTo>
                <a:lnTo>
                  <a:pt x="3213" y="3213"/>
                </a:lnTo>
                <a:lnTo>
                  <a:pt x="3115" y="3164"/>
                </a:lnTo>
                <a:lnTo>
                  <a:pt x="3018" y="3091"/>
                </a:lnTo>
                <a:lnTo>
                  <a:pt x="2969" y="2994"/>
                </a:lnTo>
                <a:lnTo>
                  <a:pt x="2921" y="2896"/>
                </a:lnTo>
                <a:lnTo>
                  <a:pt x="2921" y="2799"/>
                </a:lnTo>
                <a:lnTo>
                  <a:pt x="2921" y="2677"/>
                </a:lnTo>
                <a:lnTo>
                  <a:pt x="2969" y="2434"/>
                </a:lnTo>
                <a:lnTo>
                  <a:pt x="3067" y="2118"/>
                </a:lnTo>
                <a:lnTo>
                  <a:pt x="3213" y="1826"/>
                </a:lnTo>
                <a:lnTo>
                  <a:pt x="3310" y="1680"/>
                </a:lnTo>
                <a:lnTo>
                  <a:pt x="3432" y="1558"/>
                </a:lnTo>
                <a:lnTo>
                  <a:pt x="3529" y="1436"/>
                </a:lnTo>
                <a:lnTo>
                  <a:pt x="3675" y="1339"/>
                </a:lnTo>
                <a:lnTo>
                  <a:pt x="3845" y="1266"/>
                </a:lnTo>
                <a:lnTo>
                  <a:pt x="3991" y="1242"/>
                </a:lnTo>
                <a:close/>
                <a:moveTo>
                  <a:pt x="6157" y="3967"/>
                </a:moveTo>
                <a:lnTo>
                  <a:pt x="6181" y="4015"/>
                </a:lnTo>
                <a:lnTo>
                  <a:pt x="6084" y="4088"/>
                </a:lnTo>
                <a:lnTo>
                  <a:pt x="5962" y="4161"/>
                </a:lnTo>
                <a:lnTo>
                  <a:pt x="5768" y="4380"/>
                </a:lnTo>
                <a:lnTo>
                  <a:pt x="5597" y="4624"/>
                </a:lnTo>
                <a:lnTo>
                  <a:pt x="5451" y="4843"/>
                </a:lnTo>
                <a:lnTo>
                  <a:pt x="5305" y="5110"/>
                </a:lnTo>
                <a:lnTo>
                  <a:pt x="5281" y="4989"/>
                </a:lnTo>
                <a:lnTo>
                  <a:pt x="5281" y="4867"/>
                </a:lnTo>
                <a:lnTo>
                  <a:pt x="5281" y="4745"/>
                </a:lnTo>
                <a:lnTo>
                  <a:pt x="5330" y="4624"/>
                </a:lnTo>
                <a:lnTo>
                  <a:pt x="5378" y="4526"/>
                </a:lnTo>
                <a:lnTo>
                  <a:pt x="5524" y="4307"/>
                </a:lnTo>
                <a:lnTo>
                  <a:pt x="5695" y="4137"/>
                </a:lnTo>
                <a:lnTo>
                  <a:pt x="5816" y="4064"/>
                </a:lnTo>
                <a:lnTo>
                  <a:pt x="5914" y="4015"/>
                </a:lnTo>
                <a:lnTo>
                  <a:pt x="6035" y="3991"/>
                </a:lnTo>
                <a:lnTo>
                  <a:pt x="6157" y="3967"/>
                </a:lnTo>
                <a:close/>
                <a:moveTo>
                  <a:pt x="6425" y="4064"/>
                </a:moveTo>
                <a:lnTo>
                  <a:pt x="6595" y="4113"/>
                </a:lnTo>
                <a:lnTo>
                  <a:pt x="6741" y="4186"/>
                </a:lnTo>
                <a:lnTo>
                  <a:pt x="6571" y="4307"/>
                </a:lnTo>
                <a:lnTo>
                  <a:pt x="6400" y="4453"/>
                </a:lnTo>
                <a:lnTo>
                  <a:pt x="6254" y="4624"/>
                </a:lnTo>
                <a:lnTo>
                  <a:pt x="6108" y="4794"/>
                </a:lnTo>
                <a:lnTo>
                  <a:pt x="5987" y="4964"/>
                </a:lnTo>
                <a:lnTo>
                  <a:pt x="5841" y="5208"/>
                </a:lnTo>
                <a:lnTo>
                  <a:pt x="5743" y="5427"/>
                </a:lnTo>
                <a:lnTo>
                  <a:pt x="5695" y="5548"/>
                </a:lnTo>
                <a:lnTo>
                  <a:pt x="5670" y="5670"/>
                </a:lnTo>
                <a:lnTo>
                  <a:pt x="5573" y="5597"/>
                </a:lnTo>
                <a:lnTo>
                  <a:pt x="5500" y="5500"/>
                </a:lnTo>
                <a:lnTo>
                  <a:pt x="5549" y="5281"/>
                </a:lnTo>
                <a:lnTo>
                  <a:pt x="5646" y="5062"/>
                </a:lnTo>
                <a:lnTo>
                  <a:pt x="5768" y="4867"/>
                </a:lnTo>
                <a:lnTo>
                  <a:pt x="5914" y="4672"/>
                </a:lnTo>
                <a:lnTo>
                  <a:pt x="6157" y="4405"/>
                </a:lnTo>
                <a:lnTo>
                  <a:pt x="6303" y="4210"/>
                </a:lnTo>
                <a:lnTo>
                  <a:pt x="6425" y="4064"/>
                </a:lnTo>
                <a:close/>
                <a:moveTo>
                  <a:pt x="7009" y="4551"/>
                </a:moveTo>
                <a:lnTo>
                  <a:pt x="7033" y="4721"/>
                </a:lnTo>
                <a:lnTo>
                  <a:pt x="7009" y="4891"/>
                </a:lnTo>
                <a:lnTo>
                  <a:pt x="6960" y="5062"/>
                </a:lnTo>
                <a:lnTo>
                  <a:pt x="6887" y="5232"/>
                </a:lnTo>
                <a:lnTo>
                  <a:pt x="6790" y="5378"/>
                </a:lnTo>
                <a:lnTo>
                  <a:pt x="6644" y="5524"/>
                </a:lnTo>
                <a:lnTo>
                  <a:pt x="6498" y="5646"/>
                </a:lnTo>
                <a:lnTo>
                  <a:pt x="6327" y="5743"/>
                </a:lnTo>
                <a:lnTo>
                  <a:pt x="6376" y="5597"/>
                </a:lnTo>
                <a:lnTo>
                  <a:pt x="6692" y="4989"/>
                </a:lnTo>
                <a:lnTo>
                  <a:pt x="7009" y="4551"/>
                </a:lnTo>
                <a:close/>
                <a:moveTo>
                  <a:pt x="6814" y="4234"/>
                </a:moveTo>
                <a:lnTo>
                  <a:pt x="6911" y="4332"/>
                </a:lnTo>
                <a:lnTo>
                  <a:pt x="6790" y="4453"/>
                </a:lnTo>
                <a:lnTo>
                  <a:pt x="6692" y="4575"/>
                </a:lnTo>
                <a:lnTo>
                  <a:pt x="6571" y="4745"/>
                </a:lnTo>
                <a:lnTo>
                  <a:pt x="6376" y="5086"/>
                </a:lnTo>
                <a:lnTo>
                  <a:pt x="6206" y="5427"/>
                </a:lnTo>
                <a:lnTo>
                  <a:pt x="6108" y="5597"/>
                </a:lnTo>
                <a:lnTo>
                  <a:pt x="6011" y="5792"/>
                </a:lnTo>
                <a:lnTo>
                  <a:pt x="5865" y="5767"/>
                </a:lnTo>
                <a:lnTo>
                  <a:pt x="5962" y="5597"/>
                </a:lnTo>
                <a:lnTo>
                  <a:pt x="6035" y="5427"/>
                </a:lnTo>
                <a:lnTo>
                  <a:pt x="6108" y="5256"/>
                </a:lnTo>
                <a:lnTo>
                  <a:pt x="6181" y="5086"/>
                </a:lnTo>
                <a:lnTo>
                  <a:pt x="6303" y="4843"/>
                </a:lnTo>
                <a:lnTo>
                  <a:pt x="6473" y="4624"/>
                </a:lnTo>
                <a:lnTo>
                  <a:pt x="6619" y="4429"/>
                </a:lnTo>
                <a:lnTo>
                  <a:pt x="6814" y="4234"/>
                </a:lnTo>
                <a:close/>
                <a:moveTo>
                  <a:pt x="2848" y="3821"/>
                </a:moveTo>
                <a:lnTo>
                  <a:pt x="3067" y="3845"/>
                </a:lnTo>
                <a:lnTo>
                  <a:pt x="3310" y="3894"/>
                </a:lnTo>
                <a:lnTo>
                  <a:pt x="3456" y="3942"/>
                </a:lnTo>
                <a:lnTo>
                  <a:pt x="3626" y="4040"/>
                </a:lnTo>
                <a:lnTo>
                  <a:pt x="4016" y="4234"/>
                </a:lnTo>
                <a:lnTo>
                  <a:pt x="4210" y="4332"/>
                </a:lnTo>
                <a:lnTo>
                  <a:pt x="4405" y="4405"/>
                </a:lnTo>
                <a:lnTo>
                  <a:pt x="4575" y="4453"/>
                </a:lnTo>
                <a:lnTo>
                  <a:pt x="4770" y="4478"/>
                </a:lnTo>
                <a:lnTo>
                  <a:pt x="4697" y="4745"/>
                </a:lnTo>
                <a:lnTo>
                  <a:pt x="4697" y="4891"/>
                </a:lnTo>
                <a:lnTo>
                  <a:pt x="4697" y="5062"/>
                </a:lnTo>
                <a:lnTo>
                  <a:pt x="4527" y="5086"/>
                </a:lnTo>
                <a:lnTo>
                  <a:pt x="4356" y="5135"/>
                </a:lnTo>
                <a:lnTo>
                  <a:pt x="4186" y="5183"/>
                </a:lnTo>
                <a:lnTo>
                  <a:pt x="4040" y="5281"/>
                </a:lnTo>
                <a:lnTo>
                  <a:pt x="3724" y="5451"/>
                </a:lnTo>
                <a:lnTo>
                  <a:pt x="3432" y="5646"/>
                </a:lnTo>
                <a:lnTo>
                  <a:pt x="2896" y="5986"/>
                </a:lnTo>
                <a:lnTo>
                  <a:pt x="2604" y="6011"/>
                </a:lnTo>
                <a:lnTo>
                  <a:pt x="2312" y="6035"/>
                </a:lnTo>
                <a:lnTo>
                  <a:pt x="2191" y="6035"/>
                </a:lnTo>
                <a:lnTo>
                  <a:pt x="2069" y="5986"/>
                </a:lnTo>
                <a:lnTo>
                  <a:pt x="1947" y="5889"/>
                </a:lnTo>
                <a:lnTo>
                  <a:pt x="1826" y="5767"/>
                </a:lnTo>
                <a:lnTo>
                  <a:pt x="1753" y="5621"/>
                </a:lnTo>
                <a:lnTo>
                  <a:pt x="1680" y="5451"/>
                </a:lnTo>
                <a:lnTo>
                  <a:pt x="1655" y="5305"/>
                </a:lnTo>
                <a:lnTo>
                  <a:pt x="1631" y="5135"/>
                </a:lnTo>
                <a:lnTo>
                  <a:pt x="1631" y="4964"/>
                </a:lnTo>
                <a:lnTo>
                  <a:pt x="1655" y="4794"/>
                </a:lnTo>
                <a:lnTo>
                  <a:pt x="1704" y="4624"/>
                </a:lnTo>
                <a:lnTo>
                  <a:pt x="1753" y="4478"/>
                </a:lnTo>
                <a:lnTo>
                  <a:pt x="1874" y="4259"/>
                </a:lnTo>
                <a:lnTo>
                  <a:pt x="2020" y="4113"/>
                </a:lnTo>
                <a:lnTo>
                  <a:pt x="2215" y="3991"/>
                </a:lnTo>
                <a:lnTo>
                  <a:pt x="2410" y="3894"/>
                </a:lnTo>
                <a:lnTo>
                  <a:pt x="2629" y="3845"/>
                </a:lnTo>
                <a:lnTo>
                  <a:pt x="2848" y="3821"/>
                </a:lnTo>
                <a:close/>
                <a:moveTo>
                  <a:pt x="10220" y="3869"/>
                </a:moveTo>
                <a:lnTo>
                  <a:pt x="10488" y="3918"/>
                </a:lnTo>
                <a:lnTo>
                  <a:pt x="10658" y="3991"/>
                </a:lnTo>
                <a:lnTo>
                  <a:pt x="10756" y="4088"/>
                </a:lnTo>
                <a:lnTo>
                  <a:pt x="10853" y="4234"/>
                </a:lnTo>
                <a:lnTo>
                  <a:pt x="10902" y="4380"/>
                </a:lnTo>
                <a:lnTo>
                  <a:pt x="10950" y="4551"/>
                </a:lnTo>
                <a:lnTo>
                  <a:pt x="10975" y="4697"/>
                </a:lnTo>
                <a:lnTo>
                  <a:pt x="10975" y="5013"/>
                </a:lnTo>
                <a:lnTo>
                  <a:pt x="10950" y="5183"/>
                </a:lnTo>
                <a:lnTo>
                  <a:pt x="10902" y="5354"/>
                </a:lnTo>
                <a:lnTo>
                  <a:pt x="10853" y="5548"/>
                </a:lnTo>
                <a:lnTo>
                  <a:pt x="10780" y="5694"/>
                </a:lnTo>
                <a:lnTo>
                  <a:pt x="10683" y="5865"/>
                </a:lnTo>
                <a:lnTo>
                  <a:pt x="10561" y="6011"/>
                </a:lnTo>
                <a:lnTo>
                  <a:pt x="10439" y="6108"/>
                </a:lnTo>
                <a:lnTo>
                  <a:pt x="10293" y="6205"/>
                </a:lnTo>
                <a:lnTo>
                  <a:pt x="10123" y="6230"/>
                </a:lnTo>
                <a:lnTo>
                  <a:pt x="9953" y="6254"/>
                </a:lnTo>
                <a:lnTo>
                  <a:pt x="9782" y="6230"/>
                </a:lnTo>
                <a:lnTo>
                  <a:pt x="9612" y="6181"/>
                </a:lnTo>
                <a:lnTo>
                  <a:pt x="9344" y="6035"/>
                </a:lnTo>
                <a:lnTo>
                  <a:pt x="9052" y="5889"/>
                </a:lnTo>
                <a:lnTo>
                  <a:pt x="8833" y="5792"/>
                </a:lnTo>
                <a:lnTo>
                  <a:pt x="8590" y="5646"/>
                </a:lnTo>
                <a:lnTo>
                  <a:pt x="8347" y="5475"/>
                </a:lnTo>
                <a:lnTo>
                  <a:pt x="8104" y="5305"/>
                </a:lnTo>
                <a:lnTo>
                  <a:pt x="7860" y="5183"/>
                </a:lnTo>
                <a:lnTo>
                  <a:pt x="7714" y="5135"/>
                </a:lnTo>
                <a:lnTo>
                  <a:pt x="7593" y="5110"/>
                </a:lnTo>
                <a:lnTo>
                  <a:pt x="7617" y="5062"/>
                </a:lnTo>
                <a:lnTo>
                  <a:pt x="7641" y="4867"/>
                </a:lnTo>
                <a:lnTo>
                  <a:pt x="7641" y="4672"/>
                </a:lnTo>
                <a:lnTo>
                  <a:pt x="7812" y="4502"/>
                </a:lnTo>
                <a:lnTo>
                  <a:pt x="8225" y="4405"/>
                </a:lnTo>
                <a:lnTo>
                  <a:pt x="8639" y="4283"/>
                </a:lnTo>
                <a:lnTo>
                  <a:pt x="9052" y="4137"/>
                </a:lnTo>
                <a:lnTo>
                  <a:pt x="9417" y="3967"/>
                </a:lnTo>
                <a:lnTo>
                  <a:pt x="9685" y="3894"/>
                </a:lnTo>
                <a:lnTo>
                  <a:pt x="9953" y="3869"/>
                </a:lnTo>
                <a:close/>
                <a:moveTo>
                  <a:pt x="7349" y="5646"/>
                </a:moveTo>
                <a:lnTo>
                  <a:pt x="7617" y="5767"/>
                </a:lnTo>
                <a:lnTo>
                  <a:pt x="7885" y="5913"/>
                </a:lnTo>
                <a:lnTo>
                  <a:pt x="8152" y="6059"/>
                </a:lnTo>
                <a:lnTo>
                  <a:pt x="8444" y="6205"/>
                </a:lnTo>
                <a:lnTo>
                  <a:pt x="8542" y="6278"/>
                </a:lnTo>
                <a:lnTo>
                  <a:pt x="8882" y="6424"/>
                </a:lnTo>
                <a:lnTo>
                  <a:pt x="9198" y="6546"/>
                </a:lnTo>
                <a:lnTo>
                  <a:pt x="9369" y="6643"/>
                </a:lnTo>
                <a:lnTo>
                  <a:pt x="9515" y="6741"/>
                </a:lnTo>
                <a:lnTo>
                  <a:pt x="9612" y="6838"/>
                </a:lnTo>
                <a:lnTo>
                  <a:pt x="9709" y="6984"/>
                </a:lnTo>
                <a:lnTo>
                  <a:pt x="9782" y="7106"/>
                </a:lnTo>
                <a:lnTo>
                  <a:pt x="9855" y="7252"/>
                </a:lnTo>
                <a:lnTo>
                  <a:pt x="9880" y="7398"/>
                </a:lnTo>
                <a:lnTo>
                  <a:pt x="9880" y="7568"/>
                </a:lnTo>
                <a:lnTo>
                  <a:pt x="9855" y="7738"/>
                </a:lnTo>
                <a:lnTo>
                  <a:pt x="9807" y="7860"/>
                </a:lnTo>
                <a:lnTo>
                  <a:pt x="9734" y="7957"/>
                </a:lnTo>
                <a:lnTo>
                  <a:pt x="9636" y="8055"/>
                </a:lnTo>
                <a:lnTo>
                  <a:pt x="9539" y="8152"/>
                </a:lnTo>
                <a:lnTo>
                  <a:pt x="9296" y="8274"/>
                </a:lnTo>
                <a:lnTo>
                  <a:pt x="9052" y="8347"/>
                </a:lnTo>
                <a:lnTo>
                  <a:pt x="8931" y="8371"/>
                </a:lnTo>
                <a:lnTo>
                  <a:pt x="8809" y="8395"/>
                </a:lnTo>
                <a:lnTo>
                  <a:pt x="8688" y="8371"/>
                </a:lnTo>
                <a:lnTo>
                  <a:pt x="8590" y="8371"/>
                </a:lnTo>
                <a:lnTo>
                  <a:pt x="8396" y="8298"/>
                </a:lnTo>
                <a:lnTo>
                  <a:pt x="8201" y="8176"/>
                </a:lnTo>
                <a:lnTo>
                  <a:pt x="8055" y="8006"/>
                </a:lnTo>
                <a:lnTo>
                  <a:pt x="7909" y="7836"/>
                </a:lnTo>
                <a:lnTo>
                  <a:pt x="7787" y="7641"/>
                </a:lnTo>
                <a:lnTo>
                  <a:pt x="7666" y="7446"/>
                </a:lnTo>
                <a:lnTo>
                  <a:pt x="7568" y="7227"/>
                </a:lnTo>
                <a:lnTo>
                  <a:pt x="7495" y="6984"/>
                </a:lnTo>
                <a:lnTo>
                  <a:pt x="7349" y="6546"/>
                </a:lnTo>
                <a:lnTo>
                  <a:pt x="7276" y="6205"/>
                </a:lnTo>
                <a:lnTo>
                  <a:pt x="7228" y="6035"/>
                </a:lnTo>
                <a:lnTo>
                  <a:pt x="7155" y="5889"/>
                </a:lnTo>
                <a:lnTo>
                  <a:pt x="7349" y="5646"/>
                </a:lnTo>
                <a:close/>
                <a:moveTo>
                  <a:pt x="4721" y="5256"/>
                </a:moveTo>
                <a:lnTo>
                  <a:pt x="4819" y="5475"/>
                </a:lnTo>
                <a:lnTo>
                  <a:pt x="4916" y="5719"/>
                </a:lnTo>
                <a:lnTo>
                  <a:pt x="5062" y="5913"/>
                </a:lnTo>
                <a:lnTo>
                  <a:pt x="5257" y="6084"/>
                </a:lnTo>
                <a:lnTo>
                  <a:pt x="5184" y="6351"/>
                </a:lnTo>
                <a:lnTo>
                  <a:pt x="5159" y="6668"/>
                </a:lnTo>
                <a:lnTo>
                  <a:pt x="5135" y="6935"/>
                </a:lnTo>
                <a:lnTo>
                  <a:pt x="5013" y="7325"/>
                </a:lnTo>
                <a:lnTo>
                  <a:pt x="4916" y="7690"/>
                </a:lnTo>
                <a:lnTo>
                  <a:pt x="4867" y="7787"/>
                </a:lnTo>
                <a:lnTo>
                  <a:pt x="4721" y="8030"/>
                </a:lnTo>
                <a:lnTo>
                  <a:pt x="4527" y="8225"/>
                </a:lnTo>
                <a:lnTo>
                  <a:pt x="4308" y="8395"/>
                </a:lnTo>
                <a:lnTo>
                  <a:pt x="4064" y="8493"/>
                </a:lnTo>
                <a:lnTo>
                  <a:pt x="3943" y="8541"/>
                </a:lnTo>
                <a:lnTo>
                  <a:pt x="3797" y="8566"/>
                </a:lnTo>
                <a:lnTo>
                  <a:pt x="3553" y="8566"/>
                </a:lnTo>
                <a:lnTo>
                  <a:pt x="3407" y="8541"/>
                </a:lnTo>
                <a:lnTo>
                  <a:pt x="3286" y="8493"/>
                </a:lnTo>
                <a:lnTo>
                  <a:pt x="3164" y="8420"/>
                </a:lnTo>
                <a:lnTo>
                  <a:pt x="3067" y="8322"/>
                </a:lnTo>
                <a:lnTo>
                  <a:pt x="2969" y="8225"/>
                </a:lnTo>
                <a:lnTo>
                  <a:pt x="2872" y="8128"/>
                </a:lnTo>
                <a:lnTo>
                  <a:pt x="2750" y="7884"/>
                </a:lnTo>
                <a:lnTo>
                  <a:pt x="2677" y="7641"/>
                </a:lnTo>
                <a:lnTo>
                  <a:pt x="2677" y="7398"/>
                </a:lnTo>
                <a:lnTo>
                  <a:pt x="2702" y="7154"/>
                </a:lnTo>
                <a:lnTo>
                  <a:pt x="2775" y="6911"/>
                </a:lnTo>
                <a:lnTo>
                  <a:pt x="2896" y="6692"/>
                </a:lnTo>
                <a:lnTo>
                  <a:pt x="3091" y="6497"/>
                </a:lnTo>
                <a:lnTo>
                  <a:pt x="3261" y="6327"/>
                </a:lnTo>
                <a:lnTo>
                  <a:pt x="3480" y="6157"/>
                </a:lnTo>
                <a:lnTo>
                  <a:pt x="3894" y="5865"/>
                </a:lnTo>
                <a:lnTo>
                  <a:pt x="4332" y="5573"/>
                </a:lnTo>
                <a:lnTo>
                  <a:pt x="4721" y="5256"/>
                </a:lnTo>
                <a:close/>
                <a:moveTo>
                  <a:pt x="6619" y="6278"/>
                </a:moveTo>
                <a:lnTo>
                  <a:pt x="6741" y="6522"/>
                </a:lnTo>
                <a:lnTo>
                  <a:pt x="6838" y="6789"/>
                </a:lnTo>
                <a:lnTo>
                  <a:pt x="6984" y="7252"/>
                </a:lnTo>
                <a:lnTo>
                  <a:pt x="7130" y="7690"/>
                </a:lnTo>
                <a:lnTo>
                  <a:pt x="7325" y="8201"/>
                </a:lnTo>
                <a:lnTo>
                  <a:pt x="7398" y="8444"/>
                </a:lnTo>
                <a:lnTo>
                  <a:pt x="7422" y="8712"/>
                </a:lnTo>
                <a:lnTo>
                  <a:pt x="7422" y="8906"/>
                </a:lnTo>
                <a:lnTo>
                  <a:pt x="7349" y="9052"/>
                </a:lnTo>
                <a:lnTo>
                  <a:pt x="7276" y="9174"/>
                </a:lnTo>
                <a:lnTo>
                  <a:pt x="7155" y="9296"/>
                </a:lnTo>
                <a:lnTo>
                  <a:pt x="7009" y="9369"/>
                </a:lnTo>
                <a:lnTo>
                  <a:pt x="6863" y="9417"/>
                </a:lnTo>
                <a:lnTo>
                  <a:pt x="6692" y="9442"/>
                </a:lnTo>
                <a:lnTo>
                  <a:pt x="6522" y="9442"/>
                </a:lnTo>
                <a:lnTo>
                  <a:pt x="6279" y="9417"/>
                </a:lnTo>
                <a:lnTo>
                  <a:pt x="6060" y="9369"/>
                </a:lnTo>
                <a:lnTo>
                  <a:pt x="5841" y="9296"/>
                </a:lnTo>
                <a:lnTo>
                  <a:pt x="5622" y="9174"/>
                </a:lnTo>
                <a:lnTo>
                  <a:pt x="5500" y="9077"/>
                </a:lnTo>
                <a:lnTo>
                  <a:pt x="5378" y="8979"/>
                </a:lnTo>
                <a:lnTo>
                  <a:pt x="5305" y="8858"/>
                </a:lnTo>
                <a:lnTo>
                  <a:pt x="5257" y="8736"/>
                </a:lnTo>
                <a:lnTo>
                  <a:pt x="5232" y="8590"/>
                </a:lnTo>
                <a:lnTo>
                  <a:pt x="5232" y="8444"/>
                </a:lnTo>
                <a:lnTo>
                  <a:pt x="5257" y="8128"/>
                </a:lnTo>
                <a:lnTo>
                  <a:pt x="5354" y="7957"/>
                </a:lnTo>
                <a:lnTo>
                  <a:pt x="5451" y="7763"/>
                </a:lnTo>
                <a:lnTo>
                  <a:pt x="5500" y="7568"/>
                </a:lnTo>
                <a:lnTo>
                  <a:pt x="5549" y="7398"/>
                </a:lnTo>
                <a:lnTo>
                  <a:pt x="5622" y="7008"/>
                </a:lnTo>
                <a:lnTo>
                  <a:pt x="5695" y="6741"/>
                </a:lnTo>
                <a:lnTo>
                  <a:pt x="5841" y="6376"/>
                </a:lnTo>
                <a:lnTo>
                  <a:pt x="6011" y="6400"/>
                </a:lnTo>
                <a:lnTo>
                  <a:pt x="6181" y="6400"/>
                </a:lnTo>
                <a:lnTo>
                  <a:pt x="6400" y="6351"/>
                </a:lnTo>
                <a:lnTo>
                  <a:pt x="6619" y="6278"/>
                </a:lnTo>
                <a:close/>
                <a:moveTo>
                  <a:pt x="11194" y="9734"/>
                </a:moveTo>
                <a:lnTo>
                  <a:pt x="11194" y="9782"/>
                </a:lnTo>
                <a:lnTo>
                  <a:pt x="10999" y="10512"/>
                </a:lnTo>
                <a:lnTo>
                  <a:pt x="10756" y="11461"/>
                </a:lnTo>
                <a:lnTo>
                  <a:pt x="10634" y="11923"/>
                </a:lnTo>
                <a:lnTo>
                  <a:pt x="10488" y="12361"/>
                </a:lnTo>
                <a:lnTo>
                  <a:pt x="10366" y="12653"/>
                </a:lnTo>
                <a:lnTo>
                  <a:pt x="10220" y="12897"/>
                </a:lnTo>
                <a:lnTo>
                  <a:pt x="10050" y="13116"/>
                </a:lnTo>
                <a:lnTo>
                  <a:pt x="9831" y="13335"/>
                </a:lnTo>
                <a:lnTo>
                  <a:pt x="9612" y="13529"/>
                </a:lnTo>
                <a:lnTo>
                  <a:pt x="9369" y="13675"/>
                </a:lnTo>
                <a:lnTo>
                  <a:pt x="9101" y="13821"/>
                </a:lnTo>
                <a:lnTo>
                  <a:pt x="8833" y="13943"/>
                </a:lnTo>
                <a:lnTo>
                  <a:pt x="8615" y="14016"/>
                </a:lnTo>
                <a:lnTo>
                  <a:pt x="8371" y="14040"/>
                </a:lnTo>
                <a:lnTo>
                  <a:pt x="8128" y="14040"/>
                </a:lnTo>
                <a:lnTo>
                  <a:pt x="7885" y="14016"/>
                </a:lnTo>
                <a:lnTo>
                  <a:pt x="7812" y="13992"/>
                </a:lnTo>
                <a:lnTo>
                  <a:pt x="8055" y="13846"/>
                </a:lnTo>
                <a:lnTo>
                  <a:pt x="8298" y="13675"/>
                </a:lnTo>
                <a:lnTo>
                  <a:pt x="8688" y="13359"/>
                </a:lnTo>
                <a:lnTo>
                  <a:pt x="8906" y="13140"/>
                </a:lnTo>
                <a:lnTo>
                  <a:pt x="9150" y="12897"/>
                </a:lnTo>
                <a:lnTo>
                  <a:pt x="9393" y="12629"/>
                </a:lnTo>
                <a:lnTo>
                  <a:pt x="9612" y="12313"/>
                </a:lnTo>
                <a:lnTo>
                  <a:pt x="9807" y="12021"/>
                </a:lnTo>
                <a:lnTo>
                  <a:pt x="9953" y="11680"/>
                </a:lnTo>
                <a:lnTo>
                  <a:pt x="10074" y="11364"/>
                </a:lnTo>
                <a:lnTo>
                  <a:pt x="10099" y="11194"/>
                </a:lnTo>
                <a:lnTo>
                  <a:pt x="10099" y="11048"/>
                </a:lnTo>
                <a:lnTo>
                  <a:pt x="10099" y="10975"/>
                </a:lnTo>
                <a:lnTo>
                  <a:pt x="10050" y="10902"/>
                </a:lnTo>
                <a:lnTo>
                  <a:pt x="10001" y="10853"/>
                </a:lnTo>
                <a:lnTo>
                  <a:pt x="9953" y="10829"/>
                </a:lnTo>
                <a:lnTo>
                  <a:pt x="9880" y="10829"/>
                </a:lnTo>
                <a:lnTo>
                  <a:pt x="9807" y="10853"/>
                </a:lnTo>
                <a:lnTo>
                  <a:pt x="9734" y="10877"/>
                </a:lnTo>
                <a:lnTo>
                  <a:pt x="9685" y="10926"/>
                </a:lnTo>
                <a:lnTo>
                  <a:pt x="9539" y="11169"/>
                </a:lnTo>
                <a:lnTo>
                  <a:pt x="9417" y="11413"/>
                </a:lnTo>
                <a:lnTo>
                  <a:pt x="9296" y="11680"/>
                </a:lnTo>
                <a:lnTo>
                  <a:pt x="9174" y="11923"/>
                </a:lnTo>
                <a:lnTo>
                  <a:pt x="9004" y="12167"/>
                </a:lnTo>
                <a:lnTo>
                  <a:pt x="8809" y="12410"/>
                </a:lnTo>
                <a:lnTo>
                  <a:pt x="8615" y="12653"/>
                </a:lnTo>
                <a:lnTo>
                  <a:pt x="8396" y="12872"/>
                </a:lnTo>
                <a:lnTo>
                  <a:pt x="8152" y="13067"/>
                </a:lnTo>
                <a:lnTo>
                  <a:pt x="7909" y="13262"/>
                </a:lnTo>
                <a:lnTo>
                  <a:pt x="7666" y="13432"/>
                </a:lnTo>
                <a:lnTo>
                  <a:pt x="7398" y="13578"/>
                </a:lnTo>
                <a:lnTo>
                  <a:pt x="7301" y="13627"/>
                </a:lnTo>
                <a:lnTo>
                  <a:pt x="7276" y="13432"/>
                </a:lnTo>
                <a:lnTo>
                  <a:pt x="7252" y="13262"/>
                </a:lnTo>
                <a:lnTo>
                  <a:pt x="7252" y="13018"/>
                </a:lnTo>
                <a:lnTo>
                  <a:pt x="7252" y="12799"/>
                </a:lnTo>
                <a:lnTo>
                  <a:pt x="7325" y="12337"/>
                </a:lnTo>
                <a:lnTo>
                  <a:pt x="7422" y="11972"/>
                </a:lnTo>
                <a:lnTo>
                  <a:pt x="7544" y="11607"/>
                </a:lnTo>
                <a:lnTo>
                  <a:pt x="7617" y="11461"/>
                </a:lnTo>
                <a:lnTo>
                  <a:pt x="7714" y="11291"/>
                </a:lnTo>
                <a:lnTo>
                  <a:pt x="7836" y="11145"/>
                </a:lnTo>
                <a:lnTo>
                  <a:pt x="7982" y="11023"/>
                </a:lnTo>
                <a:lnTo>
                  <a:pt x="8323" y="10756"/>
                </a:lnTo>
                <a:lnTo>
                  <a:pt x="8688" y="10512"/>
                </a:lnTo>
                <a:lnTo>
                  <a:pt x="9077" y="10318"/>
                </a:lnTo>
                <a:lnTo>
                  <a:pt x="9490" y="10147"/>
                </a:lnTo>
                <a:lnTo>
                  <a:pt x="9904" y="10001"/>
                </a:lnTo>
                <a:lnTo>
                  <a:pt x="10342" y="9880"/>
                </a:lnTo>
                <a:lnTo>
                  <a:pt x="10780" y="9782"/>
                </a:lnTo>
                <a:lnTo>
                  <a:pt x="11194" y="9734"/>
                </a:lnTo>
                <a:close/>
                <a:moveTo>
                  <a:pt x="390" y="11218"/>
                </a:moveTo>
                <a:lnTo>
                  <a:pt x="731" y="11267"/>
                </a:lnTo>
                <a:lnTo>
                  <a:pt x="1071" y="11291"/>
                </a:lnTo>
                <a:lnTo>
                  <a:pt x="1412" y="11315"/>
                </a:lnTo>
                <a:lnTo>
                  <a:pt x="1753" y="11364"/>
                </a:lnTo>
                <a:lnTo>
                  <a:pt x="2239" y="11437"/>
                </a:lnTo>
                <a:lnTo>
                  <a:pt x="2702" y="11583"/>
                </a:lnTo>
                <a:lnTo>
                  <a:pt x="3164" y="11729"/>
                </a:lnTo>
                <a:lnTo>
                  <a:pt x="3602" y="11948"/>
                </a:lnTo>
                <a:lnTo>
                  <a:pt x="3797" y="12069"/>
                </a:lnTo>
                <a:lnTo>
                  <a:pt x="3991" y="12215"/>
                </a:lnTo>
                <a:lnTo>
                  <a:pt x="4162" y="12361"/>
                </a:lnTo>
                <a:lnTo>
                  <a:pt x="4332" y="12556"/>
                </a:lnTo>
                <a:lnTo>
                  <a:pt x="4478" y="12726"/>
                </a:lnTo>
                <a:lnTo>
                  <a:pt x="4624" y="12921"/>
                </a:lnTo>
                <a:lnTo>
                  <a:pt x="4867" y="13335"/>
                </a:lnTo>
                <a:lnTo>
                  <a:pt x="4989" y="13578"/>
                </a:lnTo>
                <a:lnTo>
                  <a:pt x="5038" y="13797"/>
                </a:lnTo>
                <a:lnTo>
                  <a:pt x="5062" y="14040"/>
                </a:lnTo>
                <a:lnTo>
                  <a:pt x="5038" y="14284"/>
                </a:lnTo>
                <a:lnTo>
                  <a:pt x="4989" y="14746"/>
                </a:lnTo>
                <a:lnTo>
                  <a:pt x="4916" y="15233"/>
                </a:lnTo>
                <a:lnTo>
                  <a:pt x="4746" y="15160"/>
                </a:lnTo>
                <a:lnTo>
                  <a:pt x="4551" y="15062"/>
                </a:lnTo>
                <a:lnTo>
                  <a:pt x="4210" y="14843"/>
                </a:lnTo>
                <a:lnTo>
                  <a:pt x="3870" y="14576"/>
                </a:lnTo>
                <a:lnTo>
                  <a:pt x="3529" y="14284"/>
                </a:lnTo>
                <a:lnTo>
                  <a:pt x="3091" y="13919"/>
                </a:lnTo>
                <a:lnTo>
                  <a:pt x="2702" y="13529"/>
                </a:lnTo>
                <a:lnTo>
                  <a:pt x="2531" y="13335"/>
                </a:lnTo>
                <a:lnTo>
                  <a:pt x="2385" y="13116"/>
                </a:lnTo>
                <a:lnTo>
                  <a:pt x="2239" y="12897"/>
                </a:lnTo>
                <a:lnTo>
                  <a:pt x="2069" y="12726"/>
                </a:lnTo>
                <a:lnTo>
                  <a:pt x="2020" y="12702"/>
                </a:lnTo>
                <a:lnTo>
                  <a:pt x="1972" y="12702"/>
                </a:lnTo>
                <a:lnTo>
                  <a:pt x="1923" y="12726"/>
                </a:lnTo>
                <a:lnTo>
                  <a:pt x="1899" y="12775"/>
                </a:lnTo>
                <a:lnTo>
                  <a:pt x="1874" y="12921"/>
                </a:lnTo>
                <a:lnTo>
                  <a:pt x="1874" y="13043"/>
                </a:lnTo>
                <a:lnTo>
                  <a:pt x="1899" y="13189"/>
                </a:lnTo>
                <a:lnTo>
                  <a:pt x="1947" y="13335"/>
                </a:lnTo>
                <a:lnTo>
                  <a:pt x="2020" y="13456"/>
                </a:lnTo>
                <a:lnTo>
                  <a:pt x="2118" y="13602"/>
                </a:lnTo>
                <a:lnTo>
                  <a:pt x="2337" y="13870"/>
                </a:lnTo>
                <a:lnTo>
                  <a:pt x="2580" y="14113"/>
                </a:lnTo>
                <a:lnTo>
                  <a:pt x="2823" y="14357"/>
                </a:lnTo>
                <a:lnTo>
                  <a:pt x="3261" y="14722"/>
                </a:lnTo>
                <a:lnTo>
                  <a:pt x="3578" y="14989"/>
                </a:lnTo>
                <a:lnTo>
                  <a:pt x="3918" y="15257"/>
                </a:lnTo>
                <a:lnTo>
                  <a:pt x="4259" y="15476"/>
                </a:lnTo>
                <a:lnTo>
                  <a:pt x="4600" y="15671"/>
                </a:lnTo>
                <a:lnTo>
                  <a:pt x="4210" y="15841"/>
                </a:lnTo>
                <a:lnTo>
                  <a:pt x="3797" y="15938"/>
                </a:lnTo>
                <a:lnTo>
                  <a:pt x="3383" y="15987"/>
                </a:lnTo>
                <a:lnTo>
                  <a:pt x="3188" y="16011"/>
                </a:lnTo>
                <a:lnTo>
                  <a:pt x="2994" y="15987"/>
                </a:lnTo>
                <a:lnTo>
                  <a:pt x="2799" y="15963"/>
                </a:lnTo>
                <a:lnTo>
                  <a:pt x="2604" y="15914"/>
                </a:lnTo>
                <a:lnTo>
                  <a:pt x="2410" y="15865"/>
                </a:lnTo>
                <a:lnTo>
                  <a:pt x="2215" y="15768"/>
                </a:lnTo>
                <a:lnTo>
                  <a:pt x="2045" y="15671"/>
                </a:lnTo>
                <a:lnTo>
                  <a:pt x="1850" y="15549"/>
                </a:lnTo>
                <a:lnTo>
                  <a:pt x="1680" y="15403"/>
                </a:lnTo>
                <a:lnTo>
                  <a:pt x="1509" y="15233"/>
                </a:lnTo>
                <a:lnTo>
                  <a:pt x="1339" y="15038"/>
                </a:lnTo>
                <a:lnTo>
                  <a:pt x="1193" y="14819"/>
                </a:lnTo>
                <a:lnTo>
                  <a:pt x="1071" y="14600"/>
                </a:lnTo>
                <a:lnTo>
                  <a:pt x="950" y="14357"/>
                </a:lnTo>
                <a:lnTo>
                  <a:pt x="852" y="14113"/>
                </a:lnTo>
                <a:lnTo>
                  <a:pt x="779" y="13846"/>
                </a:lnTo>
                <a:lnTo>
                  <a:pt x="658" y="13335"/>
                </a:lnTo>
                <a:lnTo>
                  <a:pt x="585" y="12799"/>
                </a:lnTo>
                <a:lnTo>
                  <a:pt x="512" y="12288"/>
                </a:lnTo>
                <a:lnTo>
                  <a:pt x="463" y="11753"/>
                </a:lnTo>
                <a:lnTo>
                  <a:pt x="390" y="11218"/>
                </a:lnTo>
                <a:close/>
                <a:moveTo>
                  <a:pt x="6230" y="1"/>
                </a:moveTo>
                <a:lnTo>
                  <a:pt x="5914" y="25"/>
                </a:lnTo>
                <a:lnTo>
                  <a:pt x="5622" y="122"/>
                </a:lnTo>
                <a:lnTo>
                  <a:pt x="5451" y="195"/>
                </a:lnTo>
                <a:lnTo>
                  <a:pt x="5305" y="293"/>
                </a:lnTo>
                <a:lnTo>
                  <a:pt x="5159" y="390"/>
                </a:lnTo>
                <a:lnTo>
                  <a:pt x="5062" y="536"/>
                </a:lnTo>
                <a:lnTo>
                  <a:pt x="4965" y="658"/>
                </a:lnTo>
                <a:lnTo>
                  <a:pt x="4892" y="804"/>
                </a:lnTo>
                <a:lnTo>
                  <a:pt x="4843" y="974"/>
                </a:lnTo>
                <a:lnTo>
                  <a:pt x="4794" y="1120"/>
                </a:lnTo>
                <a:lnTo>
                  <a:pt x="4648" y="998"/>
                </a:lnTo>
                <a:lnTo>
                  <a:pt x="4454" y="877"/>
                </a:lnTo>
                <a:lnTo>
                  <a:pt x="4283" y="804"/>
                </a:lnTo>
                <a:lnTo>
                  <a:pt x="4089" y="779"/>
                </a:lnTo>
                <a:lnTo>
                  <a:pt x="3894" y="779"/>
                </a:lnTo>
                <a:lnTo>
                  <a:pt x="3675" y="804"/>
                </a:lnTo>
                <a:lnTo>
                  <a:pt x="3480" y="877"/>
                </a:lnTo>
                <a:lnTo>
                  <a:pt x="3286" y="998"/>
                </a:lnTo>
                <a:lnTo>
                  <a:pt x="3115" y="1144"/>
                </a:lnTo>
                <a:lnTo>
                  <a:pt x="2945" y="1315"/>
                </a:lnTo>
                <a:lnTo>
                  <a:pt x="2799" y="1509"/>
                </a:lnTo>
                <a:lnTo>
                  <a:pt x="2677" y="1704"/>
                </a:lnTo>
                <a:lnTo>
                  <a:pt x="2580" y="1923"/>
                </a:lnTo>
                <a:lnTo>
                  <a:pt x="2507" y="2142"/>
                </a:lnTo>
                <a:lnTo>
                  <a:pt x="2458" y="2385"/>
                </a:lnTo>
                <a:lnTo>
                  <a:pt x="2410" y="2604"/>
                </a:lnTo>
                <a:lnTo>
                  <a:pt x="2410" y="2799"/>
                </a:lnTo>
                <a:lnTo>
                  <a:pt x="2434" y="2994"/>
                </a:lnTo>
                <a:lnTo>
                  <a:pt x="2483" y="3188"/>
                </a:lnTo>
                <a:lnTo>
                  <a:pt x="2556" y="3359"/>
                </a:lnTo>
                <a:lnTo>
                  <a:pt x="2312" y="3407"/>
                </a:lnTo>
                <a:lnTo>
                  <a:pt x="2093" y="3480"/>
                </a:lnTo>
                <a:lnTo>
                  <a:pt x="1899" y="3602"/>
                </a:lnTo>
                <a:lnTo>
                  <a:pt x="1728" y="3748"/>
                </a:lnTo>
                <a:lnTo>
                  <a:pt x="1558" y="3918"/>
                </a:lnTo>
                <a:lnTo>
                  <a:pt x="1436" y="4113"/>
                </a:lnTo>
                <a:lnTo>
                  <a:pt x="1315" y="4307"/>
                </a:lnTo>
                <a:lnTo>
                  <a:pt x="1217" y="4526"/>
                </a:lnTo>
                <a:lnTo>
                  <a:pt x="1169" y="4745"/>
                </a:lnTo>
                <a:lnTo>
                  <a:pt x="1144" y="4964"/>
                </a:lnTo>
                <a:lnTo>
                  <a:pt x="1144" y="5183"/>
                </a:lnTo>
                <a:lnTo>
                  <a:pt x="1169" y="5402"/>
                </a:lnTo>
                <a:lnTo>
                  <a:pt x="1242" y="5597"/>
                </a:lnTo>
                <a:lnTo>
                  <a:pt x="1315" y="5816"/>
                </a:lnTo>
                <a:lnTo>
                  <a:pt x="1412" y="5986"/>
                </a:lnTo>
                <a:lnTo>
                  <a:pt x="1534" y="6181"/>
                </a:lnTo>
                <a:lnTo>
                  <a:pt x="1607" y="6254"/>
                </a:lnTo>
                <a:lnTo>
                  <a:pt x="1704" y="6327"/>
                </a:lnTo>
                <a:lnTo>
                  <a:pt x="1899" y="6449"/>
                </a:lnTo>
                <a:lnTo>
                  <a:pt x="2142" y="6522"/>
                </a:lnTo>
                <a:lnTo>
                  <a:pt x="2385" y="6570"/>
                </a:lnTo>
                <a:lnTo>
                  <a:pt x="2264" y="6814"/>
                </a:lnTo>
                <a:lnTo>
                  <a:pt x="2191" y="7081"/>
                </a:lnTo>
                <a:lnTo>
                  <a:pt x="2166" y="7349"/>
                </a:lnTo>
                <a:lnTo>
                  <a:pt x="2191" y="7617"/>
                </a:lnTo>
                <a:lnTo>
                  <a:pt x="2239" y="7884"/>
                </a:lnTo>
                <a:lnTo>
                  <a:pt x="2337" y="8152"/>
                </a:lnTo>
                <a:lnTo>
                  <a:pt x="2458" y="8395"/>
                </a:lnTo>
                <a:lnTo>
                  <a:pt x="2629" y="8614"/>
                </a:lnTo>
                <a:lnTo>
                  <a:pt x="2750" y="8712"/>
                </a:lnTo>
                <a:lnTo>
                  <a:pt x="2848" y="8809"/>
                </a:lnTo>
                <a:lnTo>
                  <a:pt x="2969" y="8906"/>
                </a:lnTo>
                <a:lnTo>
                  <a:pt x="3115" y="8955"/>
                </a:lnTo>
                <a:lnTo>
                  <a:pt x="3237" y="9004"/>
                </a:lnTo>
                <a:lnTo>
                  <a:pt x="3359" y="9052"/>
                </a:lnTo>
                <a:lnTo>
                  <a:pt x="3651" y="9077"/>
                </a:lnTo>
                <a:lnTo>
                  <a:pt x="3918" y="9052"/>
                </a:lnTo>
                <a:lnTo>
                  <a:pt x="4186" y="9004"/>
                </a:lnTo>
                <a:lnTo>
                  <a:pt x="4478" y="8882"/>
                </a:lnTo>
                <a:lnTo>
                  <a:pt x="4721" y="8736"/>
                </a:lnTo>
                <a:lnTo>
                  <a:pt x="4794" y="8687"/>
                </a:lnTo>
                <a:lnTo>
                  <a:pt x="4843" y="8906"/>
                </a:lnTo>
                <a:lnTo>
                  <a:pt x="4940" y="9101"/>
                </a:lnTo>
                <a:lnTo>
                  <a:pt x="5062" y="9296"/>
                </a:lnTo>
                <a:lnTo>
                  <a:pt x="5232" y="9442"/>
                </a:lnTo>
                <a:lnTo>
                  <a:pt x="5403" y="9588"/>
                </a:lnTo>
                <a:lnTo>
                  <a:pt x="5622" y="9685"/>
                </a:lnTo>
                <a:lnTo>
                  <a:pt x="5841" y="9782"/>
                </a:lnTo>
                <a:lnTo>
                  <a:pt x="6084" y="9855"/>
                </a:lnTo>
                <a:lnTo>
                  <a:pt x="6011" y="10074"/>
                </a:lnTo>
                <a:lnTo>
                  <a:pt x="5987" y="10293"/>
                </a:lnTo>
                <a:lnTo>
                  <a:pt x="5962" y="10537"/>
                </a:lnTo>
                <a:lnTo>
                  <a:pt x="5962" y="10780"/>
                </a:lnTo>
                <a:lnTo>
                  <a:pt x="5987" y="11267"/>
                </a:lnTo>
                <a:lnTo>
                  <a:pt x="6011" y="11705"/>
                </a:lnTo>
                <a:lnTo>
                  <a:pt x="5987" y="12459"/>
                </a:lnTo>
                <a:lnTo>
                  <a:pt x="5962" y="13213"/>
                </a:lnTo>
                <a:lnTo>
                  <a:pt x="5889" y="13943"/>
                </a:lnTo>
                <a:lnTo>
                  <a:pt x="5792" y="14697"/>
                </a:lnTo>
                <a:lnTo>
                  <a:pt x="5670" y="15403"/>
                </a:lnTo>
                <a:lnTo>
                  <a:pt x="5451" y="15379"/>
                </a:lnTo>
                <a:lnTo>
                  <a:pt x="5524" y="14843"/>
                </a:lnTo>
                <a:lnTo>
                  <a:pt x="5573" y="14308"/>
                </a:lnTo>
                <a:lnTo>
                  <a:pt x="5573" y="14065"/>
                </a:lnTo>
                <a:lnTo>
                  <a:pt x="5549" y="13797"/>
                </a:lnTo>
                <a:lnTo>
                  <a:pt x="5500" y="13529"/>
                </a:lnTo>
                <a:lnTo>
                  <a:pt x="5403" y="13262"/>
                </a:lnTo>
                <a:lnTo>
                  <a:pt x="5305" y="13043"/>
                </a:lnTo>
                <a:lnTo>
                  <a:pt x="5159" y="12799"/>
                </a:lnTo>
                <a:lnTo>
                  <a:pt x="5013" y="12580"/>
                </a:lnTo>
                <a:lnTo>
                  <a:pt x="4843" y="12361"/>
                </a:lnTo>
                <a:lnTo>
                  <a:pt x="4673" y="12167"/>
                </a:lnTo>
                <a:lnTo>
                  <a:pt x="4478" y="11972"/>
                </a:lnTo>
                <a:lnTo>
                  <a:pt x="4259" y="11802"/>
                </a:lnTo>
                <a:lnTo>
                  <a:pt x="4064" y="11656"/>
                </a:lnTo>
                <a:lnTo>
                  <a:pt x="3845" y="11510"/>
                </a:lnTo>
                <a:lnTo>
                  <a:pt x="3626" y="11388"/>
                </a:lnTo>
                <a:lnTo>
                  <a:pt x="3383" y="11291"/>
                </a:lnTo>
                <a:lnTo>
                  <a:pt x="3140" y="11218"/>
                </a:lnTo>
                <a:lnTo>
                  <a:pt x="2653" y="11072"/>
                </a:lnTo>
                <a:lnTo>
                  <a:pt x="2142" y="10975"/>
                </a:lnTo>
                <a:lnTo>
                  <a:pt x="1655" y="10877"/>
                </a:lnTo>
                <a:lnTo>
                  <a:pt x="1120" y="10804"/>
                </a:lnTo>
                <a:lnTo>
                  <a:pt x="852" y="10780"/>
                </a:lnTo>
                <a:lnTo>
                  <a:pt x="585" y="10780"/>
                </a:lnTo>
                <a:lnTo>
                  <a:pt x="342" y="10804"/>
                </a:lnTo>
                <a:lnTo>
                  <a:pt x="98" y="10877"/>
                </a:lnTo>
                <a:lnTo>
                  <a:pt x="25" y="10926"/>
                </a:lnTo>
                <a:lnTo>
                  <a:pt x="1" y="10999"/>
                </a:lnTo>
                <a:lnTo>
                  <a:pt x="1" y="11072"/>
                </a:lnTo>
                <a:lnTo>
                  <a:pt x="50" y="11145"/>
                </a:lnTo>
                <a:lnTo>
                  <a:pt x="25" y="11437"/>
                </a:lnTo>
                <a:lnTo>
                  <a:pt x="1" y="11729"/>
                </a:lnTo>
                <a:lnTo>
                  <a:pt x="1" y="12045"/>
                </a:lnTo>
                <a:lnTo>
                  <a:pt x="1" y="12337"/>
                </a:lnTo>
                <a:lnTo>
                  <a:pt x="25" y="12678"/>
                </a:lnTo>
                <a:lnTo>
                  <a:pt x="74" y="12994"/>
                </a:lnTo>
                <a:lnTo>
                  <a:pt x="123" y="13310"/>
                </a:lnTo>
                <a:lnTo>
                  <a:pt x="196" y="13627"/>
                </a:lnTo>
                <a:lnTo>
                  <a:pt x="293" y="13919"/>
                </a:lnTo>
                <a:lnTo>
                  <a:pt x="415" y="14235"/>
                </a:lnTo>
                <a:lnTo>
                  <a:pt x="536" y="14527"/>
                </a:lnTo>
                <a:lnTo>
                  <a:pt x="658" y="14819"/>
                </a:lnTo>
                <a:lnTo>
                  <a:pt x="828" y="15087"/>
                </a:lnTo>
                <a:lnTo>
                  <a:pt x="974" y="15330"/>
                </a:lnTo>
                <a:lnTo>
                  <a:pt x="1169" y="15549"/>
                </a:lnTo>
                <a:lnTo>
                  <a:pt x="1363" y="15768"/>
                </a:lnTo>
                <a:lnTo>
                  <a:pt x="1558" y="15938"/>
                </a:lnTo>
                <a:lnTo>
                  <a:pt x="1777" y="16060"/>
                </a:lnTo>
                <a:lnTo>
                  <a:pt x="1996" y="16182"/>
                </a:lnTo>
                <a:lnTo>
                  <a:pt x="2215" y="16303"/>
                </a:lnTo>
                <a:lnTo>
                  <a:pt x="2458" y="16376"/>
                </a:lnTo>
                <a:lnTo>
                  <a:pt x="2702" y="16425"/>
                </a:lnTo>
                <a:lnTo>
                  <a:pt x="2945" y="16474"/>
                </a:lnTo>
                <a:lnTo>
                  <a:pt x="3213" y="16498"/>
                </a:lnTo>
                <a:lnTo>
                  <a:pt x="3456" y="16474"/>
                </a:lnTo>
                <a:lnTo>
                  <a:pt x="3724" y="16474"/>
                </a:lnTo>
                <a:lnTo>
                  <a:pt x="3967" y="16425"/>
                </a:lnTo>
                <a:lnTo>
                  <a:pt x="4210" y="16352"/>
                </a:lnTo>
                <a:lnTo>
                  <a:pt x="4454" y="16279"/>
                </a:lnTo>
                <a:lnTo>
                  <a:pt x="4673" y="16157"/>
                </a:lnTo>
                <a:lnTo>
                  <a:pt x="4892" y="16036"/>
                </a:lnTo>
                <a:lnTo>
                  <a:pt x="5086" y="15890"/>
                </a:lnTo>
                <a:lnTo>
                  <a:pt x="5257" y="15890"/>
                </a:lnTo>
                <a:lnTo>
                  <a:pt x="5549" y="15914"/>
                </a:lnTo>
                <a:lnTo>
                  <a:pt x="5330" y="16693"/>
                </a:lnTo>
                <a:lnTo>
                  <a:pt x="5111" y="17471"/>
                </a:lnTo>
                <a:lnTo>
                  <a:pt x="4867" y="18128"/>
                </a:lnTo>
                <a:lnTo>
                  <a:pt x="4746" y="18445"/>
                </a:lnTo>
                <a:lnTo>
                  <a:pt x="4575" y="18761"/>
                </a:lnTo>
                <a:lnTo>
                  <a:pt x="4429" y="19004"/>
                </a:lnTo>
                <a:lnTo>
                  <a:pt x="4259" y="19272"/>
                </a:lnTo>
                <a:lnTo>
                  <a:pt x="4186" y="19394"/>
                </a:lnTo>
                <a:lnTo>
                  <a:pt x="4113" y="19540"/>
                </a:lnTo>
                <a:lnTo>
                  <a:pt x="4089" y="19686"/>
                </a:lnTo>
                <a:lnTo>
                  <a:pt x="4064" y="19832"/>
                </a:lnTo>
                <a:lnTo>
                  <a:pt x="4089" y="19880"/>
                </a:lnTo>
                <a:lnTo>
                  <a:pt x="4089" y="19929"/>
                </a:lnTo>
                <a:lnTo>
                  <a:pt x="4162" y="19977"/>
                </a:lnTo>
                <a:lnTo>
                  <a:pt x="4259" y="20002"/>
                </a:lnTo>
                <a:lnTo>
                  <a:pt x="4356" y="19953"/>
                </a:lnTo>
                <a:lnTo>
                  <a:pt x="4575" y="19734"/>
                </a:lnTo>
                <a:lnTo>
                  <a:pt x="4770" y="19491"/>
                </a:lnTo>
                <a:lnTo>
                  <a:pt x="4940" y="19223"/>
                </a:lnTo>
                <a:lnTo>
                  <a:pt x="5086" y="18931"/>
                </a:lnTo>
                <a:lnTo>
                  <a:pt x="5208" y="18639"/>
                </a:lnTo>
                <a:lnTo>
                  <a:pt x="5330" y="18347"/>
                </a:lnTo>
                <a:lnTo>
                  <a:pt x="5549" y="17763"/>
                </a:lnTo>
                <a:lnTo>
                  <a:pt x="5768" y="17082"/>
                </a:lnTo>
                <a:lnTo>
                  <a:pt x="5962" y="16376"/>
                </a:lnTo>
                <a:lnTo>
                  <a:pt x="6108" y="15695"/>
                </a:lnTo>
                <a:lnTo>
                  <a:pt x="6254" y="14989"/>
                </a:lnTo>
                <a:lnTo>
                  <a:pt x="6352" y="14308"/>
                </a:lnTo>
                <a:lnTo>
                  <a:pt x="6571" y="14357"/>
                </a:lnTo>
                <a:lnTo>
                  <a:pt x="6814" y="14357"/>
                </a:lnTo>
                <a:lnTo>
                  <a:pt x="7033" y="14332"/>
                </a:lnTo>
                <a:lnTo>
                  <a:pt x="7276" y="14259"/>
                </a:lnTo>
                <a:lnTo>
                  <a:pt x="7422" y="14332"/>
                </a:lnTo>
                <a:lnTo>
                  <a:pt x="7593" y="14405"/>
                </a:lnTo>
                <a:lnTo>
                  <a:pt x="7763" y="14454"/>
                </a:lnTo>
                <a:lnTo>
                  <a:pt x="7933" y="14478"/>
                </a:lnTo>
                <a:lnTo>
                  <a:pt x="8298" y="14527"/>
                </a:lnTo>
                <a:lnTo>
                  <a:pt x="8615" y="14478"/>
                </a:lnTo>
                <a:lnTo>
                  <a:pt x="8882" y="14430"/>
                </a:lnTo>
                <a:lnTo>
                  <a:pt x="9150" y="14332"/>
                </a:lnTo>
                <a:lnTo>
                  <a:pt x="9442" y="14211"/>
                </a:lnTo>
                <a:lnTo>
                  <a:pt x="9685" y="14065"/>
                </a:lnTo>
                <a:lnTo>
                  <a:pt x="9928" y="13894"/>
                </a:lnTo>
                <a:lnTo>
                  <a:pt x="10172" y="13724"/>
                </a:lnTo>
                <a:lnTo>
                  <a:pt x="10366" y="13505"/>
                </a:lnTo>
                <a:lnTo>
                  <a:pt x="10537" y="13286"/>
                </a:lnTo>
                <a:lnTo>
                  <a:pt x="10731" y="12994"/>
                </a:lnTo>
                <a:lnTo>
                  <a:pt x="10877" y="12702"/>
                </a:lnTo>
                <a:lnTo>
                  <a:pt x="10999" y="12386"/>
                </a:lnTo>
                <a:lnTo>
                  <a:pt x="11121" y="12069"/>
                </a:lnTo>
                <a:lnTo>
                  <a:pt x="11291" y="11413"/>
                </a:lnTo>
                <a:lnTo>
                  <a:pt x="11461" y="10756"/>
                </a:lnTo>
                <a:lnTo>
                  <a:pt x="11559" y="10391"/>
                </a:lnTo>
                <a:lnTo>
                  <a:pt x="11632" y="10172"/>
                </a:lnTo>
                <a:lnTo>
                  <a:pt x="11705" y="9928"/>
                </a:lnTo>
                <a:lnTo>
                  <a:pt x="11729" y="9709"/>
                </a:lnTo>
                <a:lnTo>
                  <a:pt x="11729" y="9490"/>
                </a:lnTo>
                <a:lnTo>
                  <a:pt x="11729" y="9393"/>
                </a:lnTo>
                <a:lnTo>
                  <a:pt x="11680" y="9296"/>
                </a:lnTo>
                <a:lnTo>
                  <a:pt x="11632" y="9223"/>
                </a:lnTo>
                <a:lnTo>
                  <a:pt x="11583" y="9174"/>
                </a:lnTo>
                <a:lnTo>
                  <a:pt x="11486" y="9125"/>
                </a:lnTo>
                <a:lnTo>
                  <a:pt x="11413" y="9150"/>
                </a:lnTo>
                <a:lnTo>
                  <a:pt x="11340" y="9174"/>
                </a:lnTo>
                <a:lnTo>
                  <a:pt x="11291" y="9247"/>
                </a:lnTo>
                <a:lnTo>
                  <a:pt x="11072" y="9223"/>
                </a:lnTo>
                <a:lnTo>
                  <a:pt x="10829" y="9247"/>
                </a:lnTo>
                <a:lnTo>
                  <a:pt x="10610" y="9296"/>
                </a:lnTo>
                <a:lnTo>
                  <a:pt x="10366" y="9344"/>
                </a:lnTo>
                <a:lnTo>
                  <a:pt x="9904" y="9490"/>
                </a:lnTo>
                <a:lnTo>
                  <a:pt x="9466" y="9661"/>
                </a:lnTo>
                <a:lnTo>
                  <a:pt x="8955" y="9880"/>
                </a:lnTo>
                <a:lnTo>
                  <a:pt x="8444" y="10147"/>
                </a:lnTo>
                <a:lnTo>
                  <a:pt x="8177" y="10293"/>
                </a:lnTo>
                <a:lnTo>
                  <a:pt x="7958" y="10439"/>
                </a:lnTo>
                <a:lnTo>
                  <a:pt x="7714" y="10610"/>
                </a:lnTo>
                <a:lnTo>
                  <a:pt x="7495" y="10804"/>
                </a:lnTo>
                <a:lnTo>
                  <a:pt x="7349" y="10950"/>
                </a:lnTo>
                <a:lnTo>
                  <a:pt x="7228" y="11145"/>
                </a:lnTo>
                <a:lnTo>
                  <a:pt x="7130" y="11340"/>
                </a:lnTo>
                <a:lnTo>
                  <a:pt x="7033" y="11559"/>
                </a:lnTo>
                <a:lnTo>
                  <a:pt x="6984" y="11778"/>
                </a:lnTo>
                <a:lnTo>
                  <a:pt x="6911" y="12021"/>
                </a:lnTo>
                <a:lnTo>
                  <a:pt x="6838" y="12459"/>
                </a:lnTo>
                <a:lnTo>
                  <a:pt x="6814" y="12726"/>
                </a:lnTo>
                <a:lnTo>
                  <a:pt x="6790" y="13091"/>
                </a:lnTo>
                <a:lnTo>
                  <a:pt x="6814" y="13286"/>
                </a:lnTo>
                <a:lnTo>
                  <a:pt x="6838" y="13481"/>
                </a:lnTo>
                <a:lnTo>
                  <a:pt x="6887" y="13627"/>
                </a:lnTo>
                <a:lnTo>
                  <a:pt x="6984" y="13748"/>
                </a:lnTo>
                <a:lnTo>
                  <a:pt x="6692" y="13846"/>
                </a:lnTo>
                <a:lnTo>
                  <a:pt x="6400" y="13967"/>
                </a:lnTo>
                <a:lnTo>
                  <a:pt x="6449" y="13116"/>
                </a:lnTo>
                <a:lnTo>
                  <a:pt x="6473" y="12240"/>
                </a:lnTo>
                <a:lnTo>
                  <a:pt x="6449" y="11656"/>
                </a:lnTo>
                <a:lnTo>
                  <a:pt x="6400" y="11072"/>
                </a:lnTo>
                <a:lnTo>
                  <a:pt x="6352" y="10488"/>
                </a:lnTo>
                <a:lnTo>
                  <a:pt x="6352" y="9904"/>
                </a:lnTo>
                <a:lnTo>
                  <a:pt x="6522" y="9928"/>
                </a:lnTo>
                <a:lnTo>
                  <a:pt x="6668" y="9928"/>
                </a:lnTo>
                <a:lnTo>
                  <a:pt x="6814" y="9904"/>
                </a:lnTo>
                <a:lnTo>
                  <a:pt x="6960" y="9880"/>
                </a:lnTo>
                <a:lnTo>
                  <a:pt x="7106" y="9831"/>
                </a:lnTo>
                <a:lnTo>
                  <a:pt x="7252" y="9782"/>
                </a:lnTo>
                <a:lnTo>
                  <a:pt x="7374" y="9709"/>
                </a:lnTo>
                <a:lnTo>
                  <a:pt x="7495" y="9636"/>
                </a:lnTo>
                <a:lnTo>
                  <a:pt x="7593" y="9539"/>
                </a:lnTo>
                <a:lnTo>
                  <a:pt x="7690" y="9417"/>
                </a:lnTo>
                <a:lnTo>
                  <a:pt x="7763" y="9320"/>
                </a:lnTo>
                <a:lnTo>
                  <a:pt x="7812" y="9174"/>
                </a:lnTo>
                <a:lnTo>
                  <a:pt x="7860" y="9052"/>
                </a:lnTo>
                <a:lnTo>
                  <a:pt x="7885" y="8906"/>
                </a:lnTo>
                <a:lnTo>
                  <a:pt x="7909" y="8736"/>
                </a:lnTo>
                <a:lnTo>
                  <a:pt x="7885" y="8566"/>
                </a:lnTo>
                <a:lnTo>
                  <a:pt x="8079" y="8687"/>
                </a:lnTo>
                <a:lnTo>
                  <a:pt x="8250" y="8785"/>
                </a:lnTo>
                <a:lnTo>
                  <a:pt x="8444" y="8858"/>
                </a:lnTo>
                <a:lnTo>
                  <a:pt x="8639" y="8882"/>
                </a:lnTo>
                <a:lnTo>
                  <a:pt x="9077" y="8882"/>
                </a:lnTo>
                <a:lnTo>
                  <a:pt x="9296" y="8809"/>
                </a:lnTo>
                <a:lnTo>
                  <a:pt x="9515" y="8736"/>
                </a:lnTo>
                <a:lnTo>
                  <a:pt x="9661" y="8663"/>
                </a:lnTo>
                <a:lnTo>
                  <a:pt x="9807" y="8590"/>
                </a:lnTo>
                <a:lnTo>
                  <a:pt x="9928" y="8493"/>
                </a:lnTo>
                <a:lnTo>
                  <a:pt x="10026" y="8395"/>
                </a:lnTo>
                <a:lnTo>
                  <a:pt x="10123" y="8274"/>
                </a:lnTo>
                <a:lnTo>
                  <a:pt x="10220" y="8152"/>
                </a:lnTo>
                <a:lnTo>
                  <a:pt x="10269" y="8006"/>
                </a:lnTo>
                <a:lnTo>
                  <a:pt x="10318" y="7884"/>
                </a:lnTo>
                <a:lnTo>
                  <a:pt x="10366" y="7738"/>
                </a:lnTo>
                <a:lnTo>
                  <a:pt x="10391" y="7592"/>
                </a:lnTo>
                <a:lnTo>
                  <a:pt x="10391" y="7446"/>
                </a:lnTo>
                <a:lnTo>
                  <a:pt x="10391" y="7300"/>
                </a:lnTo>
                <a:lnTo>
                  <a:pt x="10366" y="7154"/>
                </a:lnTo>
                <a:lnTo>
                  <a:pt x="10318" y="7008"/>
                </a:lnTo>
                <a:lnTo>
                  <a:pt x="10245" y="6862"/>
                </a:lnTo>
                <a:lnTo>
                  <a:pt x="10172" y="6716"/>
                </a:lnTo>
                <a:lnTo>
                  <a:pt x="10172" y="6692"/>
                </a:lnTo>
                <a:lnTo>
                  <a:pt x="10342" y="6668"/>
                </a:lnTo>
                <a:lnTo>
                  <a:pt x="10488" y="6619"/>
                </a:lnTo>
                <a:lnTo>
                  <a:pt x="10634" y="6546"/>
                </a:lnTo>
                <a:lnTo>
                  <a:pt x="10780" y="6449"/>
                </a:lnTo>
                <a:lnTo>
                  <a:pt x="10877" y="6327"/>
                </a:lnTo>
                <a:lnTo>
                  <a:pt x="10999" y="6205"/>
                </a:lnTo>
                <a:lnTo>
                  <a:pt x="11096" y="6059"/>
                </a:lnTo>
                <a:lnTo>
                  <a:pt x="11169" y="5913"/>
                </a:lnTo>
                <a:lnTo>
                  <a:pt x="11291" y="5597"/>
                </a:lnTo>
                <a:lnTo>
                  <a:pt x="11364" y="5256"/>
                </a:lnTo>
                <a:lnTo>
                  <a:pt x="11388" y="4916"/>
                </a:lnTo>
                <a:lnTo>
                  <a:pt x="11388" y="4599"/>
                </a:lnTo>
                <a:lnTo>
                  <a:pt x="11315" y="4307"/>
                </a:lnTo>
                <a:lnTo>
                  <a:pt x="11218" y="4088"/>
                </a:lnTo>
                <a:lnTo>
                  <a:pt x="11096" y="3894"/>
                </a:lnTo>
                <a:lnTo>
                  <a:pt x="10926" y="3748"/>
                </a:lnTo>
                <a:lnTo>
                  <a:pt x="10731" y="3626"/>
                </a:lnTo>
                <a:lnTo>
                  <a:pt x="10512" y="3553"/>
                </a:lnTo>
                <a:lnTo>
                  <a:pt x="10269" y="3529"/>
                </a:lnTo>
                <a:lnTo>
                  <a:pt x="10026" y="3505"/>
                </a:lnTo>
                <a:lnTo>
                  <a:pt x="10196" y="3310"/>
                </a:lnTo>
                <a:lnTo>
                  <a:pt x="10269" y="3188"/>
                </a:lnTo>
                <a:lnTo>
                  <a:pt x="10342" y="3042"/>
                </a:lnTo>
                <a:lnTo>
                  <a:pt x="10391" y="2896"/>
                </a:lnTo>
                <a:lnTo>
                  <a:pt x="10415" y="2726"/>
                </a:lnTo>
                <a:lnTo>
                  <a:pt x="10439" y="2580"/>
                </a:lnTo>
                <a:lnTo>
                  <a:pt x="10439" y="2434"/>
                </a:lnTo>
                <a:lnTo>
                  <a:pt x="10415" y="2264"/>
                </a:lnTo>
                <a:lnTo>
                  <a:pt x="10366" y="2118"/>
                </a:lnTo>
                <a:lnTo>
                  <a:pt x="10269" y="1826"/>
                </a:lnTo>
                <a:lnTo>
                  <a:pt x="10123" y="1534"/>
                </a:lnTo>
                <a:lnTo>
                  <a:pt x="9928" y="1290"/>
                </a:lnTo>
                <a:lnTo>
                  <a:pt x="9807" y="1193"/>
                </a:lnTo>
                <a:lnTo>
                  <a:pt x="9685" y="1096"/>
                </a:lnTo>
                <a:lnTo>
                  <a:pt x="9563" y="1023"/>
                </a:lnTo>
                <a:lnTo>
                  <a:pt x="9442" y="974"/>
                </a:lnTo>
                <a:lnTo>
                  <a:pt x="9198" y="901"/>
                </a:lnTo>
                <a:lnTo>
                  <a:pt x="8931" y="877"/>
                </a:lnTo>
                <a:lnTo>
                  <a:pt x="8663" y="901"/>
                </a:lnTo>
                <a:lnTo>
                  <a:pt x="8396" y="974"/>
                </a:lnTo>
                <a:lnTo>
                  <a:pt x="8152" y="1071"/>
                </a:lnTo>
                <a:lnTo>
                  <a:pt x="7909" y="1217"/>
                </a:lnTo>
                <a:lnTo>
                  <a:pt x="7714" y="1388"/>
                </a:lnTo>
                <a:lnTo>
                  <a:pt x="7714" y="1120"/>
                </a:lnTo>
                <a:lnTo>
                  <a:pt x="7666" y="852"/>
                </a:lnTo>
                <a:lnTo>
                  <a:pt x="7617" y="706"/>
                </a:lnTo>
                <a:lnTo>
                  <a:pt x="7568" y="560"/>
                </a:lnTo>
                <a:lnTo>
                  <a:pt x="7471" y="439"/>
                </a:lnTo>
                <a:lnTo>
                  <a:pt x="7374" y="317"/>
                </a:lnTo>
                <a:lnTo>
                  <a:pt x="7252" y="220"/>
                </a:lnTo>
                <a:lnTo>
                  <a:pt x="7130" y="147"/>
                </a:lnTo>
                <a:lnTo>
                  <a:pt x="6984" y="98"/>
                </a:lnTo>
                <a:lnTo>
                  <a:pt x="6838" y="49"/>
                </a:lnTo>
                <a:lnTo>
                  <a:pt x="6546"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53" name="Google Shape;853;p39"/>
          <p:cNvSpPr/>
          <p:nvPr/>
        </p:nvSpPr>
        <p:spPr>
          <a:xfrm>
            <a:off x="2069500" y="3845964"/>
            <a:ext cx="321749" cy="403662"/>
          </a:xfrm>
          <a:custGeom>
            <a:avLst/>
            <a:gdLst/>
            <a:ahLst/>
            <a:cxnLst/>
            <a:rect l="l" t="t" r="r" b="b"/>
            <a:pathLst>
              <a:path w="14722" h="18470" extrusionOk="0">
                <a:moveTo>
                  <a:pt x="11874" y="658"/>
                </a:moveTo>
                <a:lnTo>
                  <a:pt x="11826" y="1291"/>
                </a:lnTo>
                <a:lnTo>
                  <a:pt x="11777" y="1923"/>
                </a:lnTo>
                <a:lnTo>
                  <a:pt x="11753" y="2264"/>
                </a:lnTo>
                <a:lnTo>
                  <a:pt x="11680" y="2580"/>
                </a:lnTo>
                <a:lnTo>
                  <a:pt x="11607" y="2872"/>
                </a:lnTo>
                <a:lnTo>
                  <a:pt x="11509" y="3188"/>
                </a:lnTo>
                <a:lnTo>
                  <a:pt x="11412" y="3407"/>
                </a:lnTo>
                <a:lnTo>
                  <a:pt x="11290" y="3626"/>
                </a:lnTo>
                <a:lnTo>
                  <a:pt x="11144" y="3797"/>
                </a:lnTo>
                <a:lnTo>
                  <a:pt x="10974" y="3943"/>
                </a:lnTo>
                <a:lnTo>
                  <a:pt x="10779" y="4064"/>
                </a:lnTo>
                <a:lnTo>
                  <a:pt x="10560" y="4162"/>
                </a:lnTo>
                <a:lnTo>
                  <a:pt x="10341" y="4235"/>
                </a:lnTo>
                <a:lnTo>
                  <a:pt x="10122" y="4308"/>
                </a:lnTo>
                <a:lnTo>
                  <a:pt x="9976" y="4332"/>
                </a:lnTo>
                <a:lnTo>
                  <a:pt x="9855" y="4332"/>
                </a:lnTo>
                <a:lnTo>
                  <a:pt x="9563" y="4308"/>
                </a:lnTo>
                <a:lnTo>
                  <a:pt x="9295" y="4259"/>
                </a:lnTo>
                <a:lnTo>
                  <a:pt x="9052" y="4162"/>
                </a:lnTo>
                <a:lnTo>
                  <a:pt x="9392" y="3894"/>
                </a:lnTo>
                <a:lnTo>
                  <a:pt x="9611" y="3675"/>
                </a:lnTo>
                <a:lnTo>
                  <a:pt x="9806" y="3432"/>
                </a:lnTo>
                <a:lnTo>
                  <a:pt x="10025" y="3188"/>
                </a:lnTo>
                <a:lnTo>
                  <a:pt x="10220" y="2921"/>
                </a:lnTo>
                <a:lnTo>
                  <a:pt x="10366" y="2629"/>
                </a:lnTo>
                <a:lnTo>
                  <a:pt x="10512" y="2337"/>
                </a:lnTo>
                <a:lnTo>
                  <a:pt x="10633" y="2045"/>
                </a:lnTo>
                <a:lnTo>
                  <a:pt x="10706" y="1753"/>
                </a:lnTo>
                <a:lnTo>
                  <a:pt x="10706" y="1680"/>
                </a:lnTo>
                <a:lnTo>
                  <a:pt x="10682" y="1607"/>
                </a:lnTo>
                <a:lnTo>
                  <a:pt x="10658" y="1558"/>
                </a:lnTo>
                <a:lnTo>
                  <a:pt x="10585" y="1534"/>
                </a:lnTo>
                <a:lnTo>
                  <a:pt x="10536" y="1510"/>
                </a:lnTo>
                <a:lnTo>
                  <a:pt x="10463" y="1510"/>
                </a:lnTo>
                <a:lnTo>
                  <a:pt x="10414" y="1558"/>
                </a:lnTo>
                <a:lnTo>
                  <a:pt x="10366" y="1607"/>
                </a:lnTo>
                <a:lnTo>
                  <a:pt x="10098" y="2069"/>
                </a:lnTo>
                <a:lnTo>
                  <a:pt x="9855" y="2531"/>
                </a:lnTo>
                <a:lnTo>
                  <a:pt x="9587" y="2969"/>
                </a:lnTo>
                <a:lnTo>
                  <a:pt x="9441" y="3188"/>
                </a:lnTo>
                <a:lnTo>
                  <a:pt x="9271" y="3383"/>
                </a:lnTo>
                <a:lnTo>
                  <a:pt x="9027" y="3626"/>
                </a:lnTo>
                <a:lnTo>
                  <a:pt x="8760" y="3845"/>
                </a:lnTo>
                <a:lnTo>
                  <a:pt x="8735" y="3845"/>
                </a:lnTo>
                <a:lnTo>
                  <a:pt x="8638" y="3724"/>
                </a:lnTo>
                <a:lnTo>
                  <a:pt x="8589" y="3578"/>
                </a:lnTo>
                <a:lnTo>
                  <a:pt x="8565" y="3432"/>
                </a:lnTo>
                <a:lnTo>
                  <a:pt x="8541" y="3261"/>
                </a:lnTo>
                <a:lnTo>
                  <a:pt x="8589" y="2921"/>
                </a:lnTo>
                <a:lnTo>
                  <a:pt x="8638" y="2629"/>
                </a:lnTo>
                <a:lnTo>
                  <a:pt x="8711" y="2410"/>
                </a:lnTo>
                <a:lnTo>
                  <a:pt x="8808" y="2215"/>
                </a:lnTo>
                <a:lnTo>
                  <a:pt x="8930" y="2020"/>
                </a:lnTo>
                <a:lnTo>
                  <a:pt x="9052" y="1850"/>
                </a:lnTo>
                <a:lnTo>
                  <a:pt x="9222" y="1680"/>
                </a:lnTo>
                <a:lnTo>
                  <a:pt x="9392" y="1510"/>
                </a:lnTo>
                <a:lnTo>
                  <a:pt x="9563" y="1388"/>
                </a:lnTo>
                <a:lnTo>
                  <a:pt x="9757" y="1266"/>
                </a:lnTo>
                <a:lnTo>
                  <a:pt x="10001" y="1120"/>
                </a:lnTo>
                <a:lnTo>
                  <a:pt x="10244" y="1023"/>
                </a:lnTo>
                <a:lnTo>
                  <a:pt x="10512" y="950"/>
                </a:lnTo>
                <a:lnTo>
                  <a:pt x="10779" y="877"/>
                </a:lnTo>
                <a:lnTo>
                  <a:pt x="11339" y="755"/>
                </a:lnTo>
                <a:lnTo>
                  <a:pt x="11874" y="658"/>
                </a:lnTo>
                <a:close/>
                <a:moveTo>
                  <a:pt x="1849" y="4527"/>
                </a:moveTo>
                <a:lnTo>
                  <a:pt x="2141" y="4551"/>
                </a:lnTo>
                <a:lnTo>
                  <a:pt x="2433" y="4600"/>
                </a:lnTo>
                <a:lnTo>
                  <a:pt x="2701" y="4648"/>
                </a:lnTo>
                <a:lnTo>
                  <a:pt x="2993" y="4746"/>
                </a:lnTo>
                <a:lnTo>
                  <a:pt x="3236" y="4819"/>
                </a:lnTo>
                <a:lnTo>
                  <a:pt x="3772" y="5062"/>
                </a:lnTo>
                <a:lnTo>
                  <a:pt x="4258" y="5330"/>
                </a:lnTo>
                <a:lnTo>
                  <a:pt x="4721" y="5622"/>
                </a:lnTo>
                <a:lnTo>
                  <a:pt x="4915" y="5768"/>
                </a:lnTo>
                <a:lnTo>
                  <a:pt x="5061" y="5914"/>
                </a:lnTo>
                <a:lnTo>
                  <a:pt x="5232" y="6084"/>
                </a:lnTo>
                <a:lnTo>
                  <a:pt x="5353" y="6254"/>
                </a:lnTo>
                <a:lnTo>
                  <a:pt x="5597" y="6644"/>
                </a:lnTo>
                <a:lnTo>
                  <a:pt x="5816" y="7057"/>
                </a:lnTo>
                <a:lnTo>
                  <a:pt x="5913" y="7301"/>
                </a:lnTo>
                <a:lnTo>
                  <a:pt x="5986" y="7568"/>
                </a:lnTo>
                <a:lnTo>
                  <a:pt x="6059" y="7836"/>
                </a:lnTo>
                <a:lnTo>
                  <a:pt x="6083" y="8104"/>
                </a:lnTo>
                <a:lnTo>
                  <a:pt x="6083" y="8323"/>
                </a:lnTo>
                <a:lnTo>
                  <a:pt x="6059" y="8542"/>
                </a:lnTo>
                <a:lnTo>
                  <a:pt x="5962" y="8858"/>
                </a:lnTo>
                <a:lnTo>
                  <a:pt x="5670" y="8712"/>
                </a:lnTo>
                <a:lnTo>
                  <a:pt x="5305" y="8493"/>
                </a:lnTo>
                <a:lnTo>
                  <a:pt x="4988" y="8250"/>
                </a:lnTo>
                <a:lnTo>
                  <a:pt x="4672" y="7958"/>
                </a:lnTo>
                <a:lnTo>
                  <a:pt x="4380" y="7666"/>
                </a:lnTo>
                <a:lnTo>
                  <a:pt x="4015" y="7179"/>
                </a:lnTo>
                <a:lnTo>
                  <a:pt x="3796" y="6911"/>
                </a:lnTo>
                <a:lnTo>
                  <a:pt x="3553" y="6619"/>
                </a:lnTo>
                <a:lnTo>
                  <a:pt x="3309" y="6376"/>
                </a:lnTo>
                <a:lnTo>
                  <a:pt x="3163" y="6279"/>
                </a:lnTo>
                <a:lnTo>
                  <a:pt x="3042" y="6181"/>
                </a:lnTo>
                <a:lnTo>
                  <a:pt x="2896" y="6108"/>
                </a:lnTo>
                <a:lnTo>
                  <a:pt x="2774" y="6060"/>
                </a:lnTo>
                <a:lnTo>
                  <a:pt x="2628" y="6035"/>
                </a:lnTo>
                <a:lnTo>
                  <a:pt x="2433" y="6035"/>
                </a:lnTo>
                <a:lnTo>
                  <a:pt x="2409" y="6060"/>
                </a:lnTo>
                <a:lnTo>
                  <a:pt x="2409" y="6108"/>
                </a:lnTo>
                <a:lnTo>
                  <a:pt x="2409" y="6157"/>
                </a:lnTo>
                <a:lnTo>
                  <a:pt x="2506" y="6279"/>
                </a:lnTo>
                <a:lnTo>
                  <a:pt x="2604" y="6425"/>
                </a:lnTo>
                <a:lnTo>
                  <a:pt x="2847" y="6668"/>
                </a:lnTo>
                <a:lnTo>
                  <a:pt x="3090" y="6911"/>
                </a:lnTo>
                <a:lnTo>
                  <a:pt x="3309" y="7130"/>
                </a:lnTo>
                <a:lnTo>
                  <a:pt x="3772" y="7739"/>
                </a:lnTo>
                <a:lnTo>
                  <a:pt x="4015" y="8031"/>
                </a:lnTo>
                <a:lnTo>
                  <a:pt x="4258" y="8323"/>
                </a:lnTo>
                <a:lnTo>
                  <a:pt x="4404" y="8444"/>
                </a:lnTo>
                <a:lnTo>
                  <a:pt x="4550" y="8590"/>
                </a:lnTo>
                <a:lnTo>
                  <a:pt x="4867" y="8834"/>
                </a:lnTo>
                <a:lnTo>
                  <a:pt x="5207" y="9053"/>
                </a:lnTo>
                <a:lnTo>
                  <a:pt x="5548" y="9247"/>
                </a:lnTo>
                <a:lnTo>
                  <a:pt x="5353" y="9345"/>
                </a:lnTo>
                <a:lnTo>
                  <a:pt x="5159" y="9418"/>
                </a:lnTo>
                <a:lnTo>
                  <a:pt x="4940" y="9466"/>
                </a:lnTo>
                <a:lnTo>
                  <a:pt x="4745" y="9491"/>
                </a:lnTo>
                <a:lnTo>
                  <a:pt x="4550" y="9491"/>
                </a:lnTo>
                <a:lnTo>
                  <a:pt x="4331" y="9466"/>
                </a:lnTo>
                <a:lnTo>
                  <a:pt x="4112" y="9442"/>
                </a:lnTo>
                <a:lnTo>
                  <a:pt x="3869" y="9369"/>
                </a:lnTo>
                <a:lnTo>
                  <a:pt x="3650" y="9296"/>
                </a:lnTo>
                <a:lnTo>
                  <a:pt x="3407" y="9174"/>
                </a:lnTo>
                <a:lnTo>
                  <a:pt x="3188" y="9053"/>
                </a:lnTo>
                <a:lnTo>
                  <a:pt x="2969" y="8907"/>
                </a:lnTo>
                <a:lnTo>
                  <a:pt x="2774" y="8761"/>
                </a:lnTo>
                <a:lnTo>
                  <a:pt x="2579" y="8590"/>
                </a:lnTo>
                <a:lnTo>
                  <a:pt x="2239" y="8201"/>
                </a:lnTo>
                <a:lnTo>
                  <a:pt x="2068" y="7982"/>
                </a:lnTo>
                <a:lnTo>
                  <a:pt x="1898" y="7714"/>
                </a:lnTo>
                <a:lnTo>
                  <a:pt x="1776" y="7471"/>
                </a:lnTo>
                <a:lnTo>
                  <a:pt x="1655" y="7179"/>
                </a:lnTo>
                <a:lnTo>
                  <a:pt x="1460" y="6619"/>
                </a:lnTo>
                <a:lnTo>
                  <a:pt x="1314" y="6060"/>
                </a:lnTo>
                <a:lnTo>
                  <a:pt x="1144" y="5330"/>
                </a:lnTo>
                <a:lnTo>
                  <a:pt x="1046" y="4940"/>
                </a:lnTo>
                <a:lnTo>
                  <a:pt x="998" y="4575"/>
                </a:lnTo>
                <a:lnTo>
                  <a:pt x="1265" y="4551"/>
                </a:lnTo>
                <a:lnTo>
                  <a:pt x="1557" y="4527"/>
                </a:lnTo>
                <a:close/>
                <a:moveTo>
                  <a:pt x="10974" y="14138"/>
                </a:moveTo>
                <a:lnTo>
                  <a:pt x="10755" y="14187"/>
                </a:lnTo>
                <a:lnTo>
                  <a:pt x="10536" y="14260"/>
                </a:lnTo>
                <a:lnTo>
                  <a:pt x="10098" y="14430"/>
                </a:lnTo>
                <a:lnTo>
                  <a:pt x="9855" y="14503"/>
                </a:lnTo>
                <a:lnTo>
                  <a:pt x="9636" y="14600"/>
                </a:lnTo>
                <a:lnTo>
                  <a:pt x="9198" y="14844"/>
                </a:lnTo>
                <a:lnTo>
                  <a:pt x="9173" y="14868"/>
                </a:lnTo>
                <a:lnTo>
                  <a:pt x="9149" y="14892"/>
                </a:lnTo>
                <a:lnTo>
                  <a:pt x="9173" y="14965"/>
                </a:lnTo>
                <a:lnTo>
                  <a:pt x="9198" y="14990"/>
                </a:lnTo>
                <a:lnTo>
                  <a:pt x="9246" y="15014"/>
                </a:lnTo>
                <a:lnTo>
                  <a:pt x="9271" y="15014"/>
                </a:lnTo>
                <a:lnTo>
                  <a:pt x="9490" y="14941"/>
                </a:lnTo>
                <a:lnTo>
                  <a:pt x="9757" y="14892"/>
                </a:lnTo>
                <a:lnTo>
                  <a:pt x="10268" y="14795"/>
                </a:lnTo>
                <a:lnTo>
                  <a:pt x="10512" y="14722"/>
                </a:lnTo>
                <a:lnTo>
                  <a:pt x="10731" y="14625"/>
                </a:lnTo>
                <a:lnTo>
                  <a:pt x="10828" y="14552"/>
                </a:lnTo>
                <a:lnTo>
                  <a:pt x="10925" y="14479"/>
                </a:lnTo>
                <a:lnTo>
                  <a:pt x="11023" y="14381"/>
                </a:lnTo>
                <a:lnTo>
                  <a:pt x="11096" y="14284"/>
                </a:lnTo>
                <a:lnTo>
                  <a:pt x="11096" y="14235"/>
                </a:lnTo>
                <a:lnTo>
                  <a:pt x="11071" y="14162"/>
                </a:lnTo>
                <a:lnTo>
                  <a:pt x="11023" y="14138"/>
                </a:lnTo>
                <a:close/>
                <a:moveTo>
                  <a:pt x="8297" y="13116"/>
                </a:moveTo>
                <a:lnTo>
                  <a:pt x="8614" y="13140"/>
                </a:lnTo>
                <a:lnTo>
                  <a:pt x="8443" y="13238"/>
                </a:lnTo>
                <a:lnTo>
                  <a:pt x="8370" y="13286"/>
                </a:lnTo>
                <a:lnTo>
                  <a:pt x="8297" y="13335"/>
                </a:lnTo>
                <a:lnTo>
                  <a:pt x="8273" y="13384"/>
                </a:lnTo>
                <a:lnTo>
                  <a:pt x="8249" y="13432"/>
                </a:lnTo>
                <a:lnTo>
                  <a:pt x="8273" y="13505"/>
                </a:lnTo>
                <a:lnTo>
                  <a:pt x="8322" y="13578"/>
                </a:lnTo>
                <a:lnTo>
                  <a:pt x="8370" y="13603"/>
                </a:lnTo>
                <a:lnTo>
                  <a:pt x="8419" y="13627"/>
                </a:lnTo>
                <a:lnTo>
                  <a:pt x="8614" y="13603"/>
                </a:lnTo>
                <a:lnTo>
                  <a:pt x="8784" y="13554"/>
                </a:lnTo>
                <a:lnTo>
                  <a:pt x="9125" y="13432"/>
                </a:lnTo>
                <a:lnTo>
                  <a:pt x="9271" y="13408"/>
                </a:lnTo>
                <a:lnTo>
                  <a:pt x="9538" y="13408"/>
                </a:lnTo>
                <a:lnTo>
                  <a:pt x="9660" y="13384"/>
                </a:lnTo>
                <a:lnTo>
                  <a:pt x="9782" y="13432"/>
                </a:lnTo>
                <a:lnTo>
                  <a:pt x="10220" y="13651"/>
                </a:lnTo>
                <a:lnTo>
                  <a:pt x="9952" y="13724"/>
                </a:lnTo>
                <a:lnTo>
                  <a:pt x="9709" y="13797"/>
                </a:lnTo>
                <a:lnTo>
                  <a:pt x="9149" y="13919"/>
                </a:lnTo>
                <a:lnTo>
                  <a:pt x="8857" y="13968"/>
                </a:lnTo>
                <a:lnTo>
                  <a:pt x="8589" y="14041"/>
                </a:lnTo>
                <a:lnTo>
                  <a:pt x="8541" y="14089"/>
                </a:lnTo>
                <a:lnTo>
                  <a:pt x="8516" y="14138"/>
                </a:lnTo>
                <a:lnTo>
                  <a:pt x="8541" y="14187"/>
                </a:lnTo>
                <a:lnTo>
                  <a:pt x="8589" y="14235"/>
                </a:lnTo>
                <a:lnTo>
                  <a:pt x="8857" y="14284"/>
                </a:lnTo>
                <a:lnTo>
                  <a:pt x="9125" y="14284"/>
                </a:lnTo>
                <a:lnTo>
                  <a:pt x="9392" y="14260"/>
                </a:lnTo>
                <a:lnTo>
                  <a:pt x="9660" y="14211"/>
                </a:lnTo>
                <a:lnTo>
                  <a:pt x="9903" y="14162"/>
                </a:lnTo>
                <a:lnTo>
                  <a:pt x="10171" y="14114"/>
                </a:lnTo>
                <a:lnTo>
                  <a:pt x="10414" y="14016"/>
                </a:lnTo>
                <a:lnTo>
                  <a:pt x="10536" y="13943"/>
                </a:lnTo>
                <a:lnTo>
                  <a:pt x="10633" y="13870"/>
                </a:lnTo>
                <a:lnTo>
                  <a:pt x="11096" y="14162"/>
                </a:lnTo>
                <a:lnTo>
                  <a:pt x="11558" y="14479"/>
                </a:lnTo>
                <a:lnTo>
                  <a:pt x="11631" y="14527"/>
                </a:lnTo>
                <a:lnTo>
                  <a:pt x="11193" y="14722"/>
                </a:lnTo>
                <a:lnTo>
                  <a:pt x="10852" y="14892"/>
                </a:lnTo>
                <a:lnTo>
                  <a:pt x="10512" y="15014"/>
                </a:lnTo>
                <a:lnTo>
                  <a:pt x="10171" y="15136"/>
                </a:lnTo>
                <a:lnTo>
                  <a:pt x="9830" y="15209"/>
                </a:lnTo>
                <a:lnTo>
                  <a:pt x="9782" y="15233"/>
                </a:lnTo>
                <a:lnTo>
                  <a:pt x="9782" y="15257"/>
                </a:lnTo>
                <a:lnTo>
                  <a:pt x="9782" y="15282"/>
                </a:lnTo>
                <a:lnTo>
                  <a:pt x="9830" y="15306"/>
                </a:lnTo>
                <a:lnTo>
                  <a:pt x="9976" y="15330"/>
                </a:lnTo>
                <a:lnTo>
                  <a:pt x="10122" y="15330"/>
                </a:lnTo>
                <a:lnTo>
                  <a:pt x="10414" y="15306"/>
                </a:lnTo>
                <a:lnTo>
                  <a:pt x="10731" y="15233"/>
                </a:lnTo>
                <a:lnTo>
                  <a:pt x="11023" y="15136"/>
                </a:lnTo>
                <a:lnTo>
                  <a:pt x="11485" y="14965"/>
                </a:lnTo>
                <a:lnTo>
                  <a:pt x="11996" y="14771"/>
                </a:lnTo>
                <a:lnTo>
                  <a:pt x="12337" y="15038"/>
                </a:lnTo>
                <a:lnTo>
                  <a:pt x="12093" y="15111"/>
                </a:lnTo>
                <a:lnTo>
                  <a:pt x="11874" y="15209"/>
                </a:lnTo>
                <a:lnTo>
                  <a:pt x="11436" y="15403"/>
                </a:lnTo>
                <a:lnTo>
                  <a:pt x="11047" y="15525"/>
                </a:lnTo>
                <a:lnTo>
                  <a:pt x="10682" y="15647"/>
                </a:lnTo>
                <a:lnTo>
                  <a:pt x="10293" y="15744"/>
                </a:lnTo>
                <a:lnTo>
                  <a:pt x="9903" y="15890"/>
                </a:lnTo>
                <a:lnTo>
                  <a:pt x="9879" y="15914"/>
                </a:lnTo>
                <a:lnTo>
                  <a:pt x="9879" y="15939"/>
                </a:lnTo>
                <a:lnTo>
                  <a:pt x="9879" y="15963"/>
                </a:lnTo>
                <a:lnTo>
                  <a:pt x="9903" y="15987"/>
                </a:lnTo>
                <a:lnTo>
                  <a:pt x="10098" y="16036"/>
                </a:lnTo>
                <a:lnTo>
                  <a:pt x="10268" y="16060"/>
                </a:lnTo>
                <a:lnTo>
                  <a:pt x="10463" y="16036"/>
                </a:lnTo>
                <a:lnTo>
                  <a:pt x="10658" y="16012"/>
                </a:lnTo>
                <a:lnTo>
                  <a:pt x="11023" y="15939"/>
                </a:lnTo>
                <a:lnTo>
                  <a:pt x="11388" y="15817"/>
                </a:lnTo>
                <a:lnTo>
                  <a:pt x="12020" y="15598"/>
                </a:lnTo>
                <a:lnTo>
                  <a:pt x="12337" y="15476"/>
                </a:lnTo>
                <a:lnTo>
                  <a:pt x="12629" y="15306"/>
                </a:lnTo>
                <a:lnTo>
                  <a:pt x="12921" y="15598"/>
                </a:lnTo>
                <a:lnTo>
                  <a:pt x="12434" y="15793"/>
                </a:lnTo>
                <a:lnTo>
                  <a:pt x="11947" y="15963"/>
                </a:lnTo>
                <a:lnTo>
                  <a:pt x="11534" y="16060"/>
                </a:lnTo>
                <a:lnTo>
                  <a:pt x="11096" y="16158"/>
                </a:lnTo>
                <a:lnTo>
                  <a:pt x="10682" y="16255"/>
                </a:lnTo>
                <a:lnTo>
                  <a:pt x="10487" y="16328"/>
                </a:lnTo>
                <a:lnTo>
                  <a:pt x="10293" y="16425"/>
                </a:lnTo>
                <a:lnTo>
                  <a:pt x="10268" y="16450"/>
                </a:lnTo>
                <a:lnTo>
                  <a:pt x="10268" y="16474"/>
                </a:lnTo>
                <a:lnTo>
                  <a:pt x="10268" y="16498"/>
                </a:lnTo>
                <a:lnTo>
                  <a:pt x="10293" y="16523"/>
                </a:lnTo>
                <a:lnTo>
                  <a:pt x="10512" y="16547"/>
                </a:lnTo>
                <a:lnTo>
                  <a:pt x="10731" y="16547"/>
                </a:lnTo>
                <a:lnTo>
                  <a:pt x="10950" y="16523"/>
                </a:lnTo>
                <a:lnTo>
                  <a:pt x="11169" y="16498"/>
                </a:lnTo>
                <a:lnTo>
                  <a:pt x="11607" y="16401"/>
                </a:lnTo>
                <a:lnTo>
                  <a:pt x="12020" y="16279"/>
                </a:lnTo>
                <a:lnTo>
                  <a:pt x="12312" y="16182"/>
                </a:lnTo>
                <a:lnTo>
                  <a:pt x="12604" y="16085"/>
                </a:lnTo>
                <a:lnTo>
                  <a:pt x="12872" y="15963"/>
                </a:lnTo>
                <a:lnTo>
                  <a:pt x="13140" y="15841"/>
                </a:lnTo>
                <a:lnTo>
                  <a:pt x="13164" y="15866"/>
                </a:lnTo>
                <a:lnTo>
                  <a:pt x="13407" y="16133"/>
                </a:lnTo>
                <a:lnTo>
                  <a:pt x="12994" y="16231"/>
                </a:lnTo>
                <a:lnTo>
                  <a:pt x="12604" y="16377"/>
                </a:lnTo>
                <a:lnTo>
                  <a:pt x="11680" y="16669"/>
                </a:lnTo>
                <a:lnTo>
                  <a:pt x="10779" y="16912"/>
                </a:lnTo>
                <a:lnTo>
                  <a:pt x="10731" y="16961"/>
                </a:lnTo>
                <a:lnTo>
                  <a:pt x="10706" y="17034"/>
                </a:lnTo>
                <a:lnTo>
                  <a:pt x="10731" y="17082"/>
                </a:lnTo>
                <a:lnTo>
                  <a:pt x="10804" y="17107"/>
                </a:lnTo>
                <a:lnTo>
                  <a:pt x="11023" y="17082"/>
                </a:lnTo>
                <a:lnTo>
                  <a:pt x="11242" y="17082"/>
                </a:lnTo>
                <a:lnTo>
                  <a:pt x="11680" y="16985"/>
                </a:lnTo>
                <a:lnTo>
                  <a:pt x="12093" y="16888"/>
                </a:lnTo>
                <a:lnTo>
                  <a:pt x="12531" y="16742"/>
                </a:lnTo>
                <a:lnTo>
                  <a:pt x="13091" y="16571"/>
                </a:lnTo>
                <a:lnTo>
                  <a:pt x="13626" y="16401"/>
                </a:lnTo>
                <a:lnTo>
                  <a:pt x="13870" y="16717"/>
                </a:lnTo>
                <a:lnTo>
                  <a:pt x="14089" y="17058"/>
                </a:lnTo>
                <a:lnTo>
                  <a:pt x="13894" y="17155"/>
                </a:lnTo>
                <a:lnTo>
                  <a:pt x="13699" y="17228"/>
                </a:lnTo>
                <a:lnTo>
                  <a:pt x="13286" y="17350"/>
                </a:lnTo>
                <a:lnTo>
                  <a:pt x="12872" y="17423"/>
                </a:lnTo>
                <a:lnTo>
                  <a:pt x="12434" y="17472"/>
                </a:lnTo>
                <a:lnTo>
                  <a:pt x="11339" y="17618"/>
                </a:lnTo>
                <a:lnTo>
                  <a:pt x="10220" y="17788"/>
                </a:lnTo>
                <a:lnTo>
                  <a:pt x="9587" y="17885"/>
                </a:lnTo>
                <a:lnTo>
                  <a:pt x="8930" y="17934"/>
                </a:lnTo>
                <a:lnTo>
                  <a:pt x="8297" y="17958"/>
                </a:lnTo>
                <a:lnTo>
                  <a:pt x="7032" y="17958"/>
                </a:lnTo>
                <a:lnTo>
                  <a:pt x="6400" y="17910"/>
                </a:lnTo>
                <a:lnTo>
                  <a:pt x="5110" y="17837"/>
                </a:lnTo>
                <a:lnTo>
                  <a:pt x="3918" y="17764"/>
                </a:lnTo>
                <a:lnTo>
                  <a:pt x="3334" y="17715"/>
                </a:lnTo>
                <a:lnTo>
                  <a:pt x="2725" y="17666"/>
                </a:lnTo>
                <a:lnTo>
                  <a:pt x="2166" y="17618"/>
                </a:lnTo>
                <a:lnTo>
                  <a:pt x="1849" y="17569"/>
                </a:lnTo>
                <a:lnTo>
                  <a:pt x="1533" y="17520"/>
                </a:lnTo>
                <a:lnTo>
                  <a:pt x="1217" y="17447"/>
                </a:lnTo>
                <a:lnTo>
                  <a:pt x="925" y="17350"/>
                </a:lnTo>
                <a:lnTo>
                  <a:pt x="681" y="17204"/>
                </a:lnTo>
                <a:lnTo>
                  <a:pt x="560" y="17131"/>
                </a:lnTo>
                <a:lnTo>
                  <a:pt x="462" y="17034"/>
                </a:lnTo>
                <a:lnTo>
                  <a:pt x="754" y="16644"/>
                </a:lnTo>
                <a:lnTo>
                  <a:pt x="1046" y="16279"/>
                </a:lnTo>
                <a:lnTo>
                  <a:pt x="1363" y="15914"/>
                </a:lnTo>
                <a:lnTo>
                  <a:pt x="1703" y="15574"/>
                </a:lnTo>
                <a:lnTo>
                  <a:pt x="2044" y="15257"/>
                </a:lnTo>
                <a:lnTo>
                  <a:pt x="2409" y="14941"/>
                </a:lnTo>
                <a:lnTo>
                  <a:pt x="2798" y="14649"/>
                </a:lnTo>
                <a:lnTo>
                  <a:pt x="3212" y="14381"/>
                </a:lnTo>
                <a:lnTo>
                  <a:pt x="3699" y="14089"/>
                </a:lnTo>
                <a:lnTo>
                  <a:pt x="4185" y="13870"/>
                </a:lnTo>
                <a:lnTo>
                  <a:pt x="4721" y="13676"/>
                </a:lnTo>
                <a:lnTo>
                  <a:pt x="5232" y="13505"/>
                </a:lnTo>
                <a:lnTo>
                  <a:pt x="5767" y="13384"/>
                </a:lnTo>
                <a:lnTo>
                  <a:pt x="6327" y="13286"/>
                </a:lnTo>
                <a:lnTo>
                  <a:pt x="6862" y="13189"/>
                </a:lnTo>
                <a:lnTo>
                  <a:pt x="7421" y="13140"/>
                </a:lnTo>
                <a:lnTo>
                  <a:pt x="7373" y="13603"/>
                </a:lnTo>
                <a:lnTo>
                  <a:pt x="7276" y="14065"/>
                </a:lnTo>
                <a:lnTo>
                  <a:pt x="7276" y="14187"/>
                </a:lnTo>
                <a:lnTo>
                  <a:pt x="7324" y="14284"/>
                </a:lnTo>
                <a:lnTo>
                  <a:pt x="7397" y="14357"/>
                </a:lnTo>
                <a:lnTo>
                  <a:pt x="7494" y="14381"/>
                </a:lnTo>
                <a:lnTo>
                  <a:pt x="7592" y="14406"/>
                </a:lnTo>
                <a:lnTo>
                  <a:pt x="7689" y="14381"/>
                </a:lnTo>
                <a:lnTo>
                  <a:pt x="7762" y="14308"/>
                </a:lnTo>
                <a:lnTo>
                  <a:pt x="7811" y="14211"/>
                </a:lnTo>
                <a:lnTo>
                  <a:pt x="7884" y="13676"/>
                </a:lnTo>
                <a:lnTo>
                  <a:pt x="7957" y="13116"/>
                </a:lnTo>
                <a:close/>
                <a:moveTo>
                  <a:pt x="6886" y="1"/>
                </a:moveTo>
                <a:lnTo>
                  <a:pt x="6813" y="25"/>
                </a:lnTo>
                <a:lnTo>
                  <a:pt x="6765" y="25"/>
                </a:lnTo>
                <a:lnTo>
                  <a:pt x="6740" y="74"/>
                </a:lnTo>
                <a:lnTo>
                  <a:pt x="6740" y="98"/>
                </a:lnTo>
                <a:lnTo>
                  <a:pt x="6740" y="147"/>
                </a:lnTo>
                <a:lnTo>
                  <a:pt x="6862" y="536"/>
                </a:lnTo>
                <a:lnTo>
                  <a:pt x="7008" y="926"/>
                </a:lnTo>
                <a:lnTo>
                  <a:pt x="7130" y="1315"/>
                </a:lnTo>
                <a:lnTo>
                  <a:pt x="7227" y="1704"/>
                </a:lnTo>
                <a:lnTo>
                  <a:pt x="7300" y="2118"/>
                </a:lnTo>
                <a:lnTo>
                  <a:pt x="7349" y="2556"/>
                </a:lnTo>
                <a:lnTo>
                  <a:pt x="7373" y="2994"/>
                </a:lnTo>
                <a:lnTo>
                  <a:pt x="7373" y="3407"/>
                </a:lnTo>
                <a:lnTo>
                  <a:pt x="7324" y="3870"/>
                </a:lnTo>
                <a:lnTo>
                  <a:pt x="7276" y="4332"/>
                </a:lnTo>
                <a:lnTo>
                  <a:pt x="7105" y="5257"/>
                </a:lnTo>
                <a:lnTo>
                  <a:pt x="6911" y="6181"/>
                </a:lnTo>
                <a:lnTo>
                  <a:pt x="6838" y="6644"/>
                </a:lnTo>
                <a:lnTo>
                  <a:pt x="6765" y="7106"/>
                </a:lnTo>
                <a:lnTo>
                  <a:pt x="6716" y="7666"/>
                </a:lnTo>
                <a:lnTo>
                  <a:pt x="6716" y="8201"/>
                </a:lnTo>
                <a:lnTo>
                  <a:pt x="6765" y="8712"/>
                </a:lnTo>
                <a:lnTo>
                  <a:pt x="6838" y="9223"/>
                </a:lnTo>
                <a:lnTo>
                  <a:pt x="6424" y="9077"/>
                </a:lnTo>
                <a:lnTo>
                  <a:pt x="6497" y="8834"/>
                </a:lnTo>
                <a:lnTo>
                  <a:pt x="6570" y="8590"/>
                </a:lnTo>
                <a:lnTo>
                  <a:pt x="6594" y="8347"/>
                </a:lnTo>
                <a:lnTo>
                  <a:pt x="6594" y="8079"/>
                </a:lnTo>
                <a:lnTo>
                  <a:pt x="6570" y="7836"/>
                </a:lnTo>
                <a:lnTo>
                  <a:pt x="6521" y="7568"/>
                </a:lnTo>
                <a:lnTo>
                  <a:pt x="6448" y="7325"/>
                </a:lnTo>
                <a:lnTo>
                  <a:pt x="6351" y="7082"/>
                </a:lnTo>
                <a:lnTo>
                  <a:pt x="6254" y="6838"/>
                </a:lnTo>
                <a:lnTo>
                  <a:pt x="6132" y="6595"/>
                </a:lnTo>
                <a:lnTo>
                  <a:pt x="6010" y="6352"/>
                </a:lnTo>
                <a:lnTo>
                  <a:pt x="5864" y="6133"/>
                </a:lnTo>
                <a:lnTo>
                  <a:pt x="5694" y="5938"/>
                </a:lnTo>
                <a:lnTo>
                  <a:pt x="5548" y="5743"/>
                </a:lnTo>
                <a:lnTo>
                  <a:pt x="5378" y="5549"/>
                </a:lnTo>
                <a:lnTo>
                  <a:pt x="5207" y="5403"/>
                </a:lnTo>
                <a:lnTo>
                  <a:pt x="4964" y="5208"/>
                </a:lnTo>
                <a:lnTo>
                  <a:pt x="4696" y="5013"/>
                </a:lnTo>
                <a:lnTo>
                  <a:pt x="4429" y="4867"/>
                </a:lnTo>
                <a:lnTo>
                  <a:pt x="4161" y="4721"/>
                </a:lnTo>
                <a:lnTo>
                  <a:pt x="3869" y="4575"/>
                </a:lnTo>
                <a:lnTo>
                  <a:pt x="3577" y="4454"/>
                </a:lnTo>
                <a:lnTo>
                  <a:pt x="2993" y="4259"/>
                </a:lnTo>
                <a:lnTo>
                  <a:pt x="2506" y="4137"/>
                </a:lnTo>
                <a:lnTo>
                  <a:pt x="2239" y="4089"/>
                </a:lnTo>
                <a:lnTo>
                  <a:pt x="1971" y="4064"/>
                </a:lnTo>
                <a:lnTo>
                  <a:pt x="1679" y="4040"/>
                </a:lnTo>
                <a:lnTo>
                  <a:pt x="1411" y="4064"/>
                </a:lnTo>
                <a:lnTo>
                  <a:pt x="1168" y="4137"/>
                </a:lnTo>
                <a:lnTo>
                  <a:pt x="949" y="4235"/>
                </a:lnTo>
                <a:lnTo>
                  <a:pt x="900" y="4186"/>
                </a:lnTo>
                <a:lnTo>
                  <a:pt x="852" y="4137"/>
                </a:lnTo>
                <a:lnTo>
                  <a:pt x="803" y="4137"/>
                </a:lnTo>
                <a:lnTo>
                  <a:pt x="754" y="4186"/>
                </a:lnTo>
                <a:lnTo>
                  <a:pt x="681" y="4259"/>
                </a:lnTo>
                <a:lnTo>
                  <a:pt x="633" y="4356"/>
                </a:lnTo>
                <a:lnTo>
                  <a:pt x="608" y="4454"/>
                </a:lnTo>
                <a:lnTo>
                  <a:pt x="584" y="4575"/>
                </a:lnTo>
                <a:lnTo>
                  <a:pt x="584" y="4819"/>
                </a:lnTo>
                <a:lnTo>
                  <a:pt x="608" y="5062"/>
                </a:lnTo>
                <a:lnTo>
                  <a:pt x="657" y="5330"/>
                </a:lnTo>
                <a:lnTo>
                  <a:pt x="706" y="5597"/>
                </a:lnTo>
                <a:lnTo>
                  <a:pt x="803" y="6011"/>
                </a:lnTo>
                <a:lnTo>
                  <a:pt x="876" y="6352"/>
                </a:lnTo>
                <a:lnTo>
                  <a:pt x="973" y="6692"/>
                </a:lnTo>
                <a:lnTo>
                  <a:pt x="1071" y="7033"/>
                </a:lnTo>
                <a:lnTo>
                  <a:pt x="1192" y="7349"/>
                </a:lnTo>
                <a:lnTo>
                  <a:pt x="1338" y="7690"/>
                </a:lnTo>
                <a:lnTo>
                  <a:pt x="1484" y="8006"/>
                </a:lnTo>
                <a:lnTo>
                  <a:pt x="1679" y="8298"/>
                </a:lnTo>
                <a:lnTo>
                  <a:pt x="1874" y="8566"/>
                </a:lnTo>
                <a:lnTo>
                  <a:pt x="2068" y="8809"/>
                </a:lnTo>
                <a:lnTo>
                  <a:pt x="2287" y="9004"/>
                </a:lnTo>
                <a:lnTo>
                  <a:pt x="2531" y="9199"/>
                </a:lnTo>
                <a:lnTo>
                  <a:pt x="2774" y="9393"/>
                </a:lnTo>
                <a:lnTo>
                  <a:pt x="3042" y="9539"/>
                </a:lnTo>
                <a:lnTo>
                  <a:pt x="3309" y="9685"/>
                </a:lnTo>
                <a:lnTo>
                  <a:pt x="3577" y="9807"/>
                </a:lnTo>
                <a:lnTo>
                  <a:pt x="3869" y="9904"/>
                </a:lnTo>
                <a:lnTo>
                  <a:pt x="4161" y="9977"/>
                </a:lnTo>
                <a:lnTo>
                  <a:pt x="4453" y="10001"/>
                </a:lnTo>
                <a:lnTo>
                  <a:pt x="4745" y="10001"/>
                </a:lnTo>
                <a:lnTo>
                  <a:pt x="5013" y="9977"/>
                </a:lnTo>
                <a:lnTo>
                  <a:pt x="5280" y="9904"/>
                </a:lnTo>
                <a:lnTo>
                  <a:pt x="5548" y="9807"/>
                </a:lnTo>
                <a:lnTo>
                  <a:pt x="5816" y="9685"/>
                </a:lnTo>
                <a:lnTo>
                  <a:pt x="6059" y="9539"/>
                </a:lnTo>
                <a:lnTo>
                  <a:pt x="6278" y="9637"/>
                </a:lnTo>
                <a:lnTo>
                  <a:pt x="6521" y="9734"/>
                </a:lnTo>
                <a:lnTo>
                  <a:pt x="6740" y="9783"/>
                </a:lnTo>
                <a:lnTo>
                  <a:pt x="6984" y="9807"/>
                </a:lnTo>
                <a:lnTo>
                  <a:pt x="7203" y="10634"/>
                </a:lnTo>
                <a:lnTo>
                  <a:pt x="7324" y="11145"/>
                </a:lnTo>
                <a:lnTo>
                  <a:pt x="7421" y="11632"/>
                </a:lnTo>
                <a:lnTo>
                  <a:pt x="7446" y="12143"/>
                </a:lnTo>
                <a:lnTo>
                  <a:pt x="7446" y="12629"/>
                </a:lnTo>
                <a:lnTo>
                  <a:pt x="6886" y="12678"/>
                </a:lnTo>
                <a:lnTo>
                  <a:pt x="6327" y="12775"/>
                </a:lnTo>
                <a:lnTo>
                  <a:pt x="5767" y="12873"/>
                </a:lnTo>
                <a:lnTo>
                  <a:pt x="5207" y="12994"/>
                </a:lnTo>
                <a:lnTo>
                  <a:pt x="4648" y="13165"/>
                </a:lnTo>
                <a:lnTo>
                  <a:pt x="4112" y="13359"/>
                </a:lnTo>
                <a:lnTo>
                  <a:pt x="3601" y="13603"/>
                </a:lnTo>
                <a:lnTo>
                  <a:pt x="3090" y="13870"/>
                </a:lnTo>
                <a:lnTo>
                  <a:pt x="2652" y="14138"/>
                </a:lnTo>
                <a:lnTo>
                  <a:pt x="2239" y="14454"/>
                </a:lnTo>
                <a:lnTo>
                  <a:pt x="1825" y="14795"/>
                </a:lnTo>
                <a:lnTo>
                  <a:pt x="1411" y="15136"/>
                </a:lnTo>
                <a:lnTo>
                  <a:pt x="1046" y="15525"/>
                </a:lnTo>
                <a:lnTo>
                  <a:pt x="706" y="15939"/>
                </a:lnTo>
                <a:lnTo>
                  <a:pt x="414" y="16377"/>
                </a:lnTo>
                <a:lnTo>
                  <a:pt x="146" y="16839"/>
                </a:lnTo>
                <a:lnTo>
                  <a:pt x="73" y="16863"/>
                </a:lnTo>
                <a:lnTo>
                  <a:pt x="24" y="16912"/>
                </a:lnTo>
                <a:lnTo>
                  <a:pt x="0" y="16985"/>
                </a:lnTo>
                <a:lnTo>
                  <a:pt x="0" y="17058"/>
                </a:lnTo>
                <a:lnTo>
                  <a:pt x="73" y="17204"/>
                </a:lnTo>
                <a:lnTo>
                  <a:pt x="146" y="17326"/>
                </a:lnTo>
                <a:lnTo>
                  <a:pt x="219" y="17423"/>
                </a:lnTo>
                <a:lnTo>
                  <a:pt x="316" y="17520"/>
                </a:lnTo>
                <a:lnTo>
                  <a:pt x="438" y="17618"/>
                </a:lnTo>
                <a:lnTo>
                  <a:pt x="560" y="17691"/>
                </a:lnTo>
                <a:lnTo>
                  <a:pt x="852" y="17812"/>
                </a:lnTo>
                <a:lnTo>
                  <a:pt x="1144" y="17910"/>
                </a:lnTo>
                <a:lnTo>
                  <a:pt x="1460" y="17982"/>
                </a:lnTo>
                <a:lnTo>
                  <a:pt x="1995" y="18080"/>
                </a:lnTo>
                <a:lnTo>
                  <a:pt x="2725" y="18177"/>
                </a:lnTo>
                <a:lnTo>
                  <a:pt x="3455" y="18226"/>
                </a:lnTo>
                <a:lnTo>
                  <a:pt x="4940" y="18323"/>
                </a:lnTo>
                <a:lnTo>
                  <a:pt x="6205" y="18396"/>
                </a:lnTo>
                <a:lnTo>
                  <a:pt x="7470" y="18469"/>
                </a:lnTo>
                <a:lnTo>
                  <a:pt x="8078" y="18469"/>
                </a:lnTo>
                <a:lnTo>
                  <a:pt x="8711" y="18445"/>
                </a:lnTo>
                <a:lnTo>
                  <a:pt x="9344" y="18396"/>
                </a:lnTo>
                <a:lnTo>
                  <a:pt x="9976" y="18323"/>
                </a:lnTo>
                <a:lnTo>
                  <a:pt x="11339" y="18128"/>
                </a:lnTo>
                <a:lnTo>
                  <a:pt x="12726" y="17958"/>
                </a:lnTo>
                <a:lnTo>
                  <a:pt x="13140" y="17885"/>
                </a:lnTo>
                <a:lnTo>
                  <a:pt x="13553" y="17812"/>
                </a:lnTo>
                <a:lnTo>
                  <a:pt x="13967" y="17666"/>
                </a:lnTo>
                <a:lnTo>
                  <a:pt x="14162" y="17593"/>
                </a:lnTo>
                <a:lnTo>
                  <a:pt x="14356" y="17472"/>
                </a:lnTo>
                <a:lnTo>
                  <a:pt x="14429" y="17496"/>
                </a:lnTo>
                <a:lnTo>
                  <a:pt x="14502" y="17496"/>
                </a:lnTo>
                <a:lnTo>
                  <a:pt x="14575" y="17472"/>
                </a:lnTo>
                <a:lnTo>
                  <a:pt x="14624" y="17447"/>
                </a:lnTo>
                <a:lnTo>
                  <a:pt x="14673" y="17399"/>
                </a:lnTo>
                <a:lnTo>
                  <a:pt x="14721" y="17326"/>
                </a:lnTo>
                <a:lnTo>
                  <a:pt x="14721" y="17277"/>
                </a:lnTo>
                <a:lnTo>
                  <a:pt x="14697" y="17180"/>
                </a:lnTo>
                <a:lnTo>
                  <a:pt x="14600" y="16912"/>
                </a:lnTo>
                <a:lnTo>
                  <a:pt x="14454" y="16669"/>
                </a:lnTo>
                <a:lnTo>
                  <a:pt x="14283" y="16401"/>
                </a:lnTo>
                <a:lnTo>
                  <a:pt x="14113" y="16182"/>
                </a:lnTo>
                <a:lnTo>
                  <a:pt x="14137" y="16158"/>
                </a:lnTo>
                <a:lnTo>
                  <a:pt x="14137" y="16133"/>
                </a:lnTo>
                <a:lnTo>
                  <a:pt x="14137" y="16109"/>
                </a:lnTo>
                <a:lnTo>
                  <a:pt x="14113" y="16109"/>
                </a:lnTo>
                <a:lnTo>
                  <a:pt x="14040" y="16085"/>
                </a:lnTo>
                <a:lnTo>
                  <a:pt x="13699" y="15671"/>
                </a:lnTo>
                <a:lnTo>
                  <a:pt x="13553" y="15525"/>
                </a:lnTo>
                <a:lnTo>
                  <a:pt x="13626" y="15452"/>
                </a:lnTo>
                <a:lnTo>
                  <a:pt x="13626" y="15403"/>
                </a:lnTo>
                <a:lnTo>
                  <a:pt x="13626" y="15379"/>
                </a:lnTo>
                <a:lnTo>
                  <a:pt x="13602" y="15355"/>
                </a:lnTo>
                <a:lnTo>
                  <a:pt x="13553" y="15355"/>
                </a:lnTo>
                <a:lnTo>
                  <a:pt x="13432" y="15379"/>
                </a:lnTo>
                <a:lnTo>
                  <a:pt x="13188" y="15136"/>
                </a:lnTo>
                <a:lnTo>
                  <a:pt x="12945" y="14892"/>
                </a:lnTo>
                <a:lnTo>
                  <a:pt x="12385" y="14454"/>
                </a:lnTo>
                <a:lnTo>
                  <a:pt x="12361" y="14381"/>
                </a:lnTo>
                <a:lnTo>
                  <a:pt x="12312" y="14357"/>
                </a:lnTo>
                <a:lnTo>
                  <a:pt x="12264" y="14333"/>
                </a:lnTo>
                <a:lnTo>
                  <a:pt x="12069" y="14211"/>
                </a:lnTo>
                <a:lnTo>
                  <a:pt x="11582" y="13870"/>
                </a:lnTo>
                <a:lnTo>
                  <a:pt x="11071" y="13554"/>
                </a:lnTo>
                <a:lnTo>
                  <a:pt x="10560" y="13262"/>
                </a:lnTo>
                <a:lnTo>
                  <a:pt x="10025" y="12994"/>
                </a:lnTo>
                <a:lnTo>
                  <a:pt x="9782" y="12897"/>
                </a:lnTo>
                <a:lnTo>
                  <a:pt x="9538" y="12824"/>
                </a:lnTo>
                <a:lnTo>
                  <a:pt x="9295" y="12751"/>
                </a:lnTo>
                <a:lnTo>
                  <a:pt x="9027" y="12702"/>
                </a:lnTo>
                <a:lnTo>
                  <a:pt x="8516" y="12629"/>
                </a:lnTo>
                <a:lnTo>
                  <a:pt x="8005" y="12629"/>
                </a:lnTo>
                <a:lnTo>
                  <a:pt x="8005" y="12264"/>
                </a:lnTo>
                <a:lnTo>
                  <a:pt x="7981" y="11899"/>
                </a:lnTo>
                <a:lnTo>
                  <a:pt x="7957" y="11559"/>
                </a:lnTo>
                <a:lnTo>
                  <a:pt x="7884" y="11194"/>
                </a:lnTo>
                <a:lnTo>
                  <a:pt x="7786" y="10731"/>
                </a:lnTo>
                <a:lnTo>
                  <a:pt x="7640" y="10269"/>
                </a:lnTo>
                <a:lnTo>
                  <a:pt x="7494" y="9807"/>
                </a:lnTo>
                <a:lnTo>
                  <a:pt x="7349" y="9345"/>
                </a:lnTo>
                <a:lnTo>
                  <a:pt x="7300" y="9077"/>
                </a:lnTo>
                <a:lnTo>
                  <a:pt x="7251" y="8809"/>
                </a:lnTo>
                <a:lnTo>
                  <a:pt x="7203" y="8250"/>
                </a:lnTo>
                <a:lnTo>
                  <a:pt x="7203" y="7666"/>
                </a:lnTo>
                <a:lnTo>
                  <a:pt x="7251" y="7106"/>
                </a:lnTo>
                <a:lnTo>
                  <a:pt x="7324" y="6522"/>
                </a:lnTo>
                <a:lnTo>
                  <a:pt x="7421" y="5938"/>
                </a:lnTo>
                <a:lnTo>
                  <a:pt x="7616" y="4746"/>
                </a:lnTo>
                <a:lnTo>
                  <a:pt x="7884" y="4746"/>
                </a:lnTo>
                <a:lnTo>
                  <a:pt x="8127" y="4673"/>
                </a:lnTo>
                <a:lnTo>
                  <a:pt x="8370" y="4575"/>
                </a:lnTo>
                <a:lnTo>
                  <a:pt x="8638" y="4454"/>
                </a:lnTo>
                <a:lnTo>
                  <a:pt x="8760" y="4527"/>
                </a:lnTo>
                <a:lnTo>
                  <a:pt x="8906" y="4624"/>
                </a:lnTo>
                <a:lnTo>
                  <a:pt x="9076" y="4673"/>
                </a:lnTo>
                <a:lnTo>
                  <a:pt x="9246" y="4721"/>
                </a:lnTo>
                <a:lnTo>
                  <a:pt x="9587" y="4794"/>
                </a:lnTo>
                <a:lnTo>
                  <a:pt x="10122" y="4794"/>
                </a:lnTo>
                <a:lnTo>
                  <a:pt x="10366" y="4746"/>
                </a:lnTo>
                <a:lnTo>
                  <a:pt x="10609" y="4673"/>
                </a:lnTo>
                <a:lnTo>
                  <a:pt x="10828" y="4575"/>
                </a:lnTo>
                <a:lnTo>
                  <a:pt x="11071" y="4454"/>
                </a:lnTo>
                <a:lnTo>
                  <a:pt x="11266" y="4308"/>
                </a:lnTo>
                <a:lnTo>
                  <a:pt x="11461" y="4162"/>
                </a:lnTo>
                <a:lnTo>
                  <a:pt x="11607" y="3967"/>
                </a:lnTo>
                <a:lnTo>
                  <a:pt x="11728" y="3797"/>
                </a:lnTo>
                <a:lnTo>
                  <a:pt x="11850" y="3602"/>
                </a:lnTo>
                <a:lnTo>
                  <a:pt x="11947" y="3407"/>
                </a:lnTo>
                <a:lnTo>
                  <a:pt x="12020" y="3188"/>
                </a:lnTo>
                <a:lnTo>
                  <a:pt x="12142" y="2775"/>
                </a:lnTo>
                <a:lnTo>
                  <a:pt x="12215" y="2312"/>
                </a:lnTo>
                <a:lnTo>
                  <a:pt x="12288" y="1850"/>
                </a:lnTo>
                <a:lnTo>
                  <a:pt x="12312" y="1412"/>
                </a:lnTo>
                <a:lnTo>
                  <a:pt x="12361" y="512"/>
                </a:lnTo>
                <a:lnTo>
                  <a:pt x="12458" y="463"/>
                </a:lnTo>
                <a:lnTo>
                  <a:pt x="12507" y="390"/>
                </a:lnTo>
                <a:lnTo>
                  <a:pt x="12531" y="317"/>
                </a:lnTo>
                <a:lnTo>
                  <a:pt x="12507" y="220"/>
                </a:lnTo>
                <a:lnTo>
                  <a:pt x="12483" y="147"/>
                </a:lnTo>
                <a:lnTo>
                  <a:pt x="12434" y="98"/>
                </a:lnTo>
                <a:lnTo>
                  <a:pt x="12337" y="74"/>
                </a:lnTo>
                <a:lnTo>
                  <a:pt x="12264" y="98"/>
                </a:lnTo>
                <a:lnTo>
                  <a:pt x="12069" y="147"/>
                </a:lnTo>
                <a:lnTo>
                  <a:pt x="12045" y="147"/>
                </a:lnTo>
                <a:lnTo>
                  <a:pt x="11631" y="269"/>
                </a:lnTo>
                <a:lnTo>
                  <a:pt x="11217" y="366"/>
                </a:lnTo>
                <a:lnTo>
                  <a:pt x="10804" y="463"/>
                </a:lnTo>
                <a:lnTo>
                  <a:pt x="10390" y="561"/>
                </a:lnTo>
                <a:lnTo>
                  <a:pt x="10001" y="707"/>
                </a:lnTo>
                <a:lnTo>
                  <a:pt x="9611" y="877"/>
                </a:lnTo>
                <a:lnTo>
                  <a:pt x="9417" y="974"/>
                </a:lnTo>
                <a:lnTo>
                  <a:pt x="9246" y="1096"/>
                </a:lnTo>
                <a:lnTo>
                  <a:pt x="9076" y="1242"/>
                </a:lnTo>
                <a:lnTo>
                  <a:pt x="8906" y="1388"/>
                </a:lnTo>
                <a:lnTo>
                  <a:pt x="8735" y="1558"/>
                </a:lnTo>
                <a:lnTo>
                  <a:pt x="8614" y="1753"/>
                </a:lnTo>
                <a:lnTo>
                  <a:pt x="8492" y="1947"/>
                </a:lnTo>
                <a:lnTo>
                  <a:pt x="8395" y="2142"/>
                </a:lnTo>
                <a:lnTo>
                  <a:pt x="8297" y="2361"/>
                </a:lnTo>
                <a:lnTo>
                  <a:pt x="8249" y="2580"/>
                </a:lnTo>
                <a:lnTo>
                  <a:pt x="8200" y="2799"/>
                </a:lnTo>
                <a:lnTo>
                  <a:pt x="8151" y="3042"/>
                </a:lnTo>
                <a:lnTo>
                  <a:pt x="8151" y="3286"/>
                </a:lnTo>
                <a:lnTo>
                  <a:pt x="8200" y="3578"/>
                </a:lnTo>
                <a:lnTo>
                  <a:pt x="8224" y="3724"/>
                </a:lnTo>
                <a:lnTo>
                  <a:pt x="8297" y="3845"/>
                </a:lnTo>
                <a:lnTo>
                  <a:pt x="8370" y="3967"/>
                </a:lnTo>
                <a:lnTo>
                  <a:pt x="8443" y="4040"/>
                </a:lnTo>
                <a:lnTo>
                  <a:pt x="8443" y="4064"/>
                </a:lnTo>
                <a:lnTo>
                  <a:pt x="8370" y="4089"/>
                </a:lnTo>
                <a:lnTo>
                  <a:pt x="8200" y="4186"/>
                </a:lnTo>
                <a:lnTo>
                  <a:pt x="8030" y="4259"/>
                </a:lnTo>
                <a:lnTo>
                  <a:pt x="7689" y="4381"/>
                </a:lnTo>
                <a:lnTo>
                  <a:pt x="7762" y="3797"/>
                </a:lnTo>
                <a:lnTo>
                  <a:pt x="7811" y="3237"/>
                </a:lnTo>
                <a:lnTo>
                  <a:pt x="7811" y="2702"/>
                </a:lnTo>
                <a:lnTo>
                  <a:pt x="7786" y="2142"/>
                </a:lnTo>
                <a:lnTo>
                  <a:pt x="7738" y="1874"/>
                </a:lnTo>
                <a:lnTo>
                  <a:pt x="7689" y="1607"/>
                </a:lnTo>
                <a:lnTo>
                  <a:pt x="7616" y="1339"/>
                </a:lnTo>
                <a:lnTo>
                  <a:pt x="7519" y="1072"/>
                </a:lnTo>
                <a:lnTo>
                  <a:pt x="7421" y="828"/>
                </a:lnTo>
                <a:lnTo>
                  <a:pt x="7300" y="561"/>
                </a:lnTo>
                <a:lnTo>
                  <a:pt x="7130" y="317"/>
                </a:lnTo>
                <a:lnTo>
                  <a:pt x="6959" y="50"/>
                </a:lnTo>
                <a:lnTo>
                  <a:pt x="6935" y="25"/>
                </a:lnTo>
                <a:lnTo>
                  <a:pt x="6886"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54" name="Google Shape;854;p39"/>
          <p:cNvSpPr/>
          <p:nvPr/>
        </p:nvSpPr>
        <p:spPr>
          <a:xfrm>
            <a:off x="2632644" y="3876822"/>
            <a:ext cx="362159" cy="314821"/>
          </a:xfrm>
          <a:custGeom>
            <a:avLst/>
            <a:gdLst/>
            <a:ahLst/>
            <a:cxnLst/>
            <a:rect l="l" t="t" r="r" b="b"/>
            <a:pathLst>
              <a:path w="16571" h="14405" extrusionOk="0">
                <a:moveTo>
                  <a:pt x="8103" y="4623"/>
                </a:moveTo>
                <a:lnTo>
                  <a:pt x="7811" y="4818"/>
                </a:lnTo>
                <a:lnTo>
                  <a:pt x="7665" y="4915"/>
                </a:lnTo>
                <a:lnTo>
                  <a:pt x="7519" y="5013"/>
                </a:lnTo>
                <a:lnTo>
                  <a:pt x="7470" y="4623"/>
                </a:lnTo>
                <a:close/>
                <a:moveTo>
                  <a:pt x="8516" y="4599"/>
                </a:moveTo>
                <a:lnTo>
                  <a:pt x="8760" y="4623"/>
                </a:lnTo>
                <a:lnTo>
                  <a:pt x="9003" y="4648"/>
                </a:lnTo>
                <a:lnTo>
                  <a:pt x="9027" y="4648"/>
                </a:lnTo>
                <a:lnTo>
                  <a:pt x="8979" y="4672"/>
                </a:lnTo>
                <a:lnTo>
                  <a:pt x="8930" y="4721"/>
                </a:lnTo>
                <a:lnTo>
                  <a:pt x="8930" y="4696"/>
                </a:lnTo>
                <a:lnTo>
                  <a:pt x="8857" y="4769"/>
                </a:lnTo>
                <a:lnTo>
                  <a:pt x="8735" y="4818"/>
                </a:lnTo>
                <a:lnTo>
                  <a:pt x="8541" y="4940"/>
                </a:lnTo>
                <a:lnTo>
                  <a:pt x="8273" y="5134"/>
                </a:lnTo>
                <a:lnTo>
                  <a:pt x="8030" y="5329"/>
                </a:lnTo>
                <a:lnTo>
                  <a:pt x="7811" y="5475"/>
                </a:lnTo>
                <a:lnTo>
                  <a:pt x="7567" y="5621"/>
                </a:lnTo>
                <a:lnTo>
                  <a:pt x="7543" y="5256"/>
                </a:lnTo>
                <a:lnTo>
                  <a:pt x="7665" y="5232"/>
                </a:lnTo>
                <a:lnTo>
                  <a:pt x="7786" y="5159"/>
                </a:lnTo>
                <a:lnTo>
                  <a:pt x="8005" y="5037"/>
                </a:lnTo>
                <a:lnTo>
                  <a:pt x="8297" y="4842"/>
                </a:lnTo>
                <a:lnTo>
                  <a:pt x="8443" y="4745"/>
                </a:lnTo>
                <a:lnTo>
                  <a:pt x="8516" y="4599"/>
                </a:lnTo>
                <a:close/>
                <a:moveTo>
                  <a:pt x="9003" y="5086"/>
                </a:moveTo>
                <a:lnTo>
                  <a:pt x="8930" y="5572"/>
                </a:lnTo>
                <a:lnTo>
                  <a:pt x="8881" y="5572"/>
                </a:lnTo>
                <a:lnTo>
                  <a:pt x="8833" y="5597"/>
                </a:lnTo>
                <a:lnTo>
                  <a:pt x="8419" y="5864"/>
                </a:lnTo>
                <a:lnTo>
                  <a:pt x="8005" y="6108"/>
                </a:lnTo>
                <a:lnTo>
                  <a:pt x="7835" y="6181"/>
                </a:lnTo>
                <a:lnTo>
                  <a:pt x="7640" y="6278"/>
                </a:lnTo>
                <a:lnTo>
                  <a:pt x="7616" y="5889"/>
                </a:lnTo>
                <a:lnTo>
                  <a:pt x="7738" y="5840"/>
                </a:lnTo>
                <a:lnTo>
                  <a:pt x="7859" y="5791"/>
                </a:lnTo>
                <a:lnTo>
                  <a:pt x="8103" y="5645"/>
                </a:lnTo>
                <a:lnTo>
                  <a:pt x="9003" y="5086"/>
                </a:lnTo>
                <a:close/>
                <a:moveTo>
                  <a:pt x="8881" y="6010"/>
                </a:moveTo>
                <a:lnTo>
                  <a:pt x="8857" y="6181"/>
                </a:lnTo>
                <a:lnTo>
                  <a:pt x="8857" y="6254"/>
                </a:lnTo>
                <a:lnTo>
                  <a:pt x="8784" y="6254"/>
                </a:lnTo>
                <a:lnTo>
                  <a:pt x="8735" y="6278"/>
                </a:lnTo>
                <a:lnTo>
                  <a:pt x="8200" y="6570"/>
                </a:lnTo>
                <a:lnTo>
                  <a:pt x="7689" y="6862"/>
                </a:lnTo>
                <a:lnTo>
                  <a:pt x="7665" y="6594"/>
                </a:lnTo>
                <a:lnTo>
                  <a:pt x="7811" y="6570"/>
                </a:lnTo>
                <a:lnTo>
                  <a:pt x="7932" y="6521"/>
                </a:lnTo>
                <a:lnTo>
                  <a:pt x="8176" y="6400"/>
                </a:lnTo>
                <a:lnTo>
                  <a:pt x="8541" y="6229"/>
                </a:lnTo>
                <a:lnTo>
                  <a:pt x="8711" y="6132"/>
                </a:lnTo>
                <a:lnTo>
                  <a:pt x="8881" y="6010"/>
                </a:lnTo>
                <a:close/>
                <a:moveTo>
                  <a:pt x="8833" y="6594"/>
                </a:moveTo>
                <a:lnTo>
                  <a:pt x="8808" y="6765"/>
                </a:lnTo>
                <a:lnTo>
                  <a:pt x="8760" y="6789"/>
                </a:lnTo>
                <a:lnTo>
                  <a:pt x="8565" y="6862"/>
                </a:lnTo>
                <a:lnTo>
                  <a:pt x="8395" y="6959"/>
                </a:lnTo>
                <a:lnTo>
                  <a:pt x="8054" y="7178"/>
                </a:lnTo>
                <a:lnTo>
                  <a:pt x="7859" y="7300"/>
                </a:lnTo>
                <a:lnTo>
                  <a:pt x="7689" y="7446"/>
                </a:lnTo>
                <a:lnTo>
                  <a:pt x="7689" y="7105"/>
                </a:lnTo>
                <a:lnTo>
                  <a:pt x="8273" y="6862"/>
                </a:lnTo>
                <a:lnTo>
                  <a:pt x="8833" y="6594"/>
                </a:lnTo>
                <a:close/>
                <a:moveTo>
                  <a:pt x="8784" y="7154"/>
                </a:moveTo>
                <a:lnTo>
                  <a:pt x="8760" y="7470"/>
                </a:lnTo>
                <a:lnTo>
                  <a:pt x="8687" y="7495"/>
                </a:lnTo>
                <a:lnTo>
                  <a:pt x="8516" y="7568"/>
                </a:lnTo>
                <a:lnTo>
                  <a:pt x="8370" y="7665"/>
                </a:lnTo>
                <a:lnTo>
                  <a:pt x="8103" y="7884"/>
                </a:lnTo>
                <a:lnTo>
                  <a:pt x="7908" y="8030"/>
                </a:lnTo>
                <a:lnTo>
                  <a:pt x="7713" y="8200"/>
                </a:lnTo>
                <a:lnTo>
                  <a:pt x="7689" y="7787"/>
                </a:lnTo>
                <a:lnTo>
                  <a:pt x="7835" y="7714"/>
                </a:lnTo>
                <a:lnTo>
                  <a:pt x="7981" y="7641"/>
                </a:lnTo>
                <a:lnTo>
                  <a:pt x="8249" y="7470"/>
                </a:lnTo>
                <a:lnTo>
                  <a:pt x="8516" y="7300"/>
                </a:lnTo>
                <a:lnTo>
                  <a:pt x="8784" y="7154"/>
                </a:lnTo>
                <a:close/>
                <a:moveTo>
                  <a:pt x="8735" y="7835"/>
                </a:moveTo>
                <a:lnTo>
                  <a:pt x="8711" y="8103"/>
                </a:lnTo>
                <a:lnTo>
                  <a:pt x="8638" y="8127"/>
                </a:lnTo>
                <a:lnTo>
                  <a:pt x="8468" y="8249"/>
                </a:lnTo>
                <a:lnTo>
                  <a:pt x="8322" y="8371"/>
                </a:lnTo>
                <a:lnTo>
                  <a:pt x="8030" y="8662"/>
                </a:lnTo>
                <a:lnTo>
                  <a:pt x="7811" y="8857"/>
                </a:lnTo>
                <a:lnTo>
                  <a:pt x="7738" y="8444"/>
                </a:lnTo>
                <a:lnTo>
                  <a:pt x="7859" y="8395"/>
                </a:lnTo>
                <a:lnTo>
                  <a:pt x="8005" y="8322"/>
                </a:lnTo>
                <a:lnTo>
                  <a:pt x="8249" y="8176"/>
                </a:lnTo>
                <a:lnTo>
                  <a:pt x="8492" y="8006"/>
                </a:lnTo>
                <a:lnTo>
                  <a:pt x="8735" y="7835"/>
                </a:lnTo>
                <a:close/>
                <a:moveTo>
                  <a:pt x="8662" y="8687"/>
                </a:moveTo>
                <a:lnTo>
                  <a:pt x="8589" y="9198"/>
                </a:lnTo>
                <a:lnTo>
                  <a:pt x="8346" y="9125"/>
                </a:lnTo>
                <a:lnTo>
                  <a:pt x="8103" y="9100"/>
                </a:lnTo>
                <a:lnTo>
                  <a:pt x="8273" y="8979"/>
                </a:lnTo>
                <a:lnTo>
                  <a:pt x="8468" y="8833"/>
                </a:lnTo>
                <a:lnTo>
                  <a:pt x="8662" y="8687"/>
                </a:lnTo>
                <a:close/>
                <a:moveTo>
                  <a:pt x="7981" y="4088"/>
                </a:moveTo>
                <a:lnTo>
                  <a:pt x="7713" y="4112"/>
                </a:lnTo>
                <a:lnTo>
                  <a:pt x="7421" y="4137"/>
                </a:lnTo>
                <a:lnTo>
                  <a:pt x="7324" y="4137"/>
                </a:lnTo>
                <a:lnTo>
                  <a:pt x="7300" y="4161"/>
                </a:lnTo>
                <a:lnTo>
                  <a:pt x="7348" y="4210"/>
                </a:lnTo>
                <a:lnTo>
                  <a:pt x="7348" y="4210"/>
                </a:lnTo>
                <a:lnTo>
                  <a:pt x="7275" y="4185"/>
                </a:lnTo>
                <a:lnTo>
                  <a:pt x="7178" y="4185"/>
                </a:lnTo>
                <a:lnTo>
                  <a:pt x="7081" y="4234"/>
                </a:lnTo>
                <a:lnTo>
                  <a:pt x="7056" y="4283"/>
                </a:lnTo>
                <a:lnTo>
                  <a:pt x="7032" y="4331"/>
                </a:lnTo>
                <a:lnTo>
                  <a:pt x="7008" y="4502"/>
                </a:lnTo>
                <a:lnTo>
                  <a:pt x="6983" y="4672"/>
                </a:lnTo>
                <a:lnTo>
                  <a:pt x="6983" y="5037"/>
                </a:lnTo>
                <a:lnTo>
                  <a:pt x="7056" y="5743"/>
                </a:lnTo>
                <a:lnTo>
                  <a:pt x="7105" y="6448"/>
                </a:lnTo>
                <a:lnTo>
                  <a:pt x="7105" y="7154"/>
                </a:lnTo>
                <a:lnTo>
                  <a:pt x="7105" y="7738"/>
                </a:lnTo>
                <a:lnTo>
                  <a:pt x="7129" y="8322"/>
                </a:lnTo>
                <a:lnTo>
                  <a:pt x="7154" y="8638"/>
                </a:lnTo>
                <a:lnTo>
                  <a:pt x="7202" y="8930"/>
                </a:lnTo>
                <a:lnTo>
                  <a:pt x="7275" y="9198"/>
                </a:lnTo>
                <a:lnTo>
                  <a:pt x="7397" y="9465"/>
                </a:lnTo>
                <a:lnTo>
                  <a:pt x="7446" y="9538"/>
                </a:lnTo>
                <a:lnTo>
                  <a:pt x="7519" y="9587"/>
                </a:lnTo>
                <a:lnTo>
                  <a:pt x="7567" y="9636"/>
                </a:lnTo>
                <a:lnTo>
                  <a:pt x="7592" y="9660"/>
                </a:lnTo>
                <a:lnTo>
                  <a:pt x="7713" y="9660"/>
                </a:lnTo>
                <a:lnTo>
                  <a:pt x="7932" y="9563"/>
                </a:lnTo>
                <a:lnTo>
                  <a:pt x="8054" y="9538"/>
                </a:lnTo>
                <a:lnTo>
                  <a:pt x="8176" y="9538"/>
                </a:lnTo>
                <a:lnTo>
                  <a:pt x="8297" y="9587"/>
                </a:lnTo>
                <a:lnTo>
                  <a:pt x="8419" y="9636"/>
                </a:lnTo>
                <a:lnTo>
                  <a:pt x="8541" y="9684"/>
                </a:lnTo>
                <a:lnTo>
                  <a:pt x="8687" y="9709"/>
                </a:lnTo>
                <a:lnTo>
                  <a:pt x="8760" y="9709"/>
                </a:lnTo>
                <a:lnTo>
                  <a:pt x="8833" y="9684"/>
                </a:lnTo>
                <a:lnTo>
                  <a:pt x="8906" y="9636"/>
                </a:lnTo>
                <a:lnTo>
                  <a:pt x="8930" y="9563"/>
                </a:lnTo>
                <a:lnTo>
                  <a:pt x="9027" y="9490"/>
                </a:lnTo>
                <a:lnTo>
                  <a:pt x="9052" y="9441"/>
                </a:lnTo>
                <a:lnTo>
                  <a:pt x="9076" y="9392"/>
                </a:lnTo>
                <a:lnTo>
                  <a:pt x="9198" y="8760"/>
                </a:lnTo>
                <a:lnTo>
                  <a:pt x="9246" y="8127"/>
                </a:lnTo>
                <a:lnTo>
                  <a:pt x="9295" y="7495"/>
                </a:lnTo>
                <a:lnTo>
                  <a:pt x="9319" y="6886"/>
                </a:lnTo>
                <a:lnTo>
                  <a:pt x="9368" y="6278"/>
                </a:lnTo>
                <a:lnTo>
                  <a:pt x="9417" y="5694"/>
                </a:lnTo>
                <a:lnTo>
                  <a:pt x="9490" y="5110"/>
                </a:lnTo>
                <a:lnTo>
                  <a:pt x="9514" y="4526"/>
                </a:lnTo>
                <a:lnTo>
                  <a:pt x="9514" y="4453"/>
                </a:lnTo>
                <a:lnTo>
                  <a:pt x="9490" y="4404"/>
                </a:lnTo>
                <a:lnTo>
                  <a:pt x="9465" y="4356"/>
                </a:lnTo>
                <a:lnTo>
                  <a:pt x="9417" y="4331"/>
                </a:lnTo>
                <a:lnTo>
                  <a:pt x="9319" y="4307"/>
                </a:lnTo>
                <a:lnTo>
                  <a:pt x="9246" y="4210"/>
                </a:lnTo>
                <a:lnTo>
                  <a:pt x="9198" y="4185"/>
                </a:lnTo>
                <a:lnTo>
                  <a:pt x="9149" y="4161"/>
                </a:lnTo>
                <a:lnTo>
                  <a:pt x="8857" y="4112"/>
                </a:lnTo>
                <a:lnTo>
                  <a:pt x="8565" y="4088"/>
                </a:lnTo>
                <a:close/>
                <a:moveTo>
                  <a:pt x="8176" y="10585"/>
                </a:moveTo>
                <a:lnTo>
                  <a:pt x="7932" y="10804"/>
                </a:lnTo>
                <a:lnTo>
                  <a:pt x="7689" y="10974"/>
                </a:lnTo>
                <a:lnTo>
                  <a:pt x="7738" y="10877"/>
                </a:lnTo>
                <a:lnTo>
                  <a:pt x="7786" y="10755"/>
                </a:lnTo>
                <a:lnTo>
                  <a:pt x="7859" y="10658"/>
                </a:lnTo>
                <a:lnTo>
                  <a:pt x="7957" y="10585"/>
                </a:lnTo>
                <a:lnTo>
                  <a:pt x="8030" y="10609"/>
                </a:lnTo>
                <a:lnTo>
                  <a:pt x="8103" y="10585"/>
                </a:lnTo>
                <a:close/>
                <a:moveTo>
                  <a:pt x="8614" y="10682"/>
                </a:moveTo>
                <a:lnTo>
                  <a:pt x="8687" y="10779"/>
                </a:lnTo>
                <a:lnTo>
                  <a:pt x="8760" y="10877"/>
                </a:lnTo>
                <a:lnTo>
                  <a:pt x="8565" y="10998"/>
                </a:lnTo>
                <a:lnTo>
                  <a:pt x="8395" y="11144"/>
                </a:lnTo>
                <a:lnTo>
                  <a:pt x="8078" y="11436"/>
                </a:lnTo>
                <a:lnTo>
                  <a:pt x="7957" y="11582"/>
                </a:lnTo>
                <a:lnTo>
                  <a:pt x="7859" y="11704"/>
                </a:lnTo>
                <a:lnTo>
                  <a:pt x="7786" y="11826"/>
                </a:lnTo>
                <a:lnTo>
                  <a:pt x="7713" y="11728"/>
                </a:lnTo>
                <a:lnTo>
                  <a:pt x="7665" y="11607"/>
                </a:lnTo>
                <a:lnTo>
                  <a:pt x="7640" y="11485"/>
                </a:lnTo>
                <a:lnTo>
                  <a:pt x="7640" y="11363"/>
                </a:lnTo>
                <a:lnTo>
                  <a:pt x="7786" y="11315"/>
                </a:lnTo>
                <a:lnTo>
                  <a:pt x="7908" y="11242"/>
                </a:lnTo>
                <a:lnTo>
                  <a:pt x="8176" y="11071"/>
                </a:lnTo>
                <a:lnTo>
                  <a:pt x="8395" y="10901"/>
                </a:lnTo>
                <a:lnTo>
                  <a:pt x="8614" y="10682"/>
                </a:lnTo>
                <a:close/>
                <a:moveTo>
                  <a:pt x="8857" y="11266"/>
                </a:moveTo>
                <a:lnTo>
                  <a:pt x="8833" y="11412"/>
                </a:lnTo>
                <a:lnTo>
                  <a:pt x="8784" y="11558"/>
                </a:lnTo>
                <a:lnTo>
                  <a:pt x="8711" y="11655"/>
                </a:lnTo>
                <a:lnTo>
                  <a:pt x="8614" y="11753"/>
                </a:lnTo>
                <a:lnTo>
                  <a:pt x="8492" y="11826"/>
                </a:lnTo>
                <a:lnTo>
                  <a:pt x="8370" y="11899"/>
                </a:lnTo>
                <a:lnTo>
                  <a:pt x="8200" y="11923"/>
                </a:lnTo>
                <a:lnTo>
                  <a:pt x="8030" y="11923"/>
                </a:lnTo>
                <a:lnTo>
                  <a:pt x="8176" y="11801"/>
                </a:lnTo>
                <a:lnTo>
                  <a:pt x="8273" y="11728"/>
                </a:lnTo>
                <a:lnTo>
                  <a:pt x="8565" y="11485"/>
                </a:lnTo>
                <a:lnTo>
                  <a:pt x="8857" y="11266"/>
                </a:lnTo>
                <a:close/>
                <a:moveTo>
                  <a:pt x="8176" y="10049"/>
                </a:moveTo>
                <a:lnTo>
                  <a:pt x="8054" y="10074"/>
                </a:lnTo>
                <a:lnTo>
                  <a:pt x="7957" y="10122"/>
                </a:lnTo>
                <a:lnTo>
                  <a:pt x="7811" y="10171"/>
                </a:lnTo>
                <a:lnTo>
                  <a:pt x="7689" y="10220"/>
                </a:lnTo>
                <a:lnTo>
                  <a:pt x="7592" y="10268"/>
                </a:lnTo>
                <a:lnTo>
                  <a:pt x="7519" y="10366"/>
                </a:lnTo>
                <a:lnTo>
                  <a:pt x="7373" y="10536"/>
                </a:lnTo>
                <a:lnTo>
                  <a:pt x="7275" y="10755"/>
                </a:lnTo>
                <a:lnTo>
                  <a:pt x="7202" y="10974"/>
                </a:lnTo>
                <a:lnTo>
                  <a:pt x="7154" y="11242"/>
                </a:lnTo>
                <a:lnTo>
                  <a:pt x="7154" y="11509"/>
                </a:lnTo>
                <a:lnTo>
                  <a:pt x="7202" y="11753"/>
                </a:lnTo>
                <a:lnTo>
                  <a:pt x="7324" y="11972"/>
                </a:lnTo>
                <a:lnTo>
                  <a:pt x="7397" y="12069"/>
                </a:lnTo>
                <a:lnTo>
                  <a:pt x="7470" y="12142"/>
                </a:lnTo>
                <a:lnTo>
                  <a:pt x="7567" y="12215"/>
                </a:lnTo>
                <a:lnTo>
                  <a:pt x="7689" y="12288"/>
                </a:lnTo>
                <a:lnTo>
                  <a:pt x="7786" y="12337"/>
                </a:lnTo>
                <a:lnTo>
                  <a:pt x="7932" y="12385"/>
                </a:lnTo>
                <a:lnTo>
                  <a:pt x="8054" y="12410"/>
                </a:lnTo>
                <a:lnTo>
                  <a:pt x="8346" y="12410"/>
                </a:lnTo>
                <a:lnTo>
                  <a:pt x="8492" y="12385"/>
                </a:lnTo>
                <a:lnTo>
                  <a:pt x="8614" y="12337"/>
                </a:lnTo>
                <a:lnTo>
                  <a:pt x="8711" y="12288"/>
                </a:lnTo>
                <a:lnTo>
                  <a:pt x="8833" y="12215"/>
                </a:lnTo>
                <a:lnTo>
                  <a:pt x="8930" y="12142"/>
                </a:lnTo>
                <a:lnTo>
                  <a:pt x="9076" y="11972"/>
                </a:lnTo>
                <a:lnTo>
                  <a:pt x="9198" y="11753"/>
                </a:lnTo>
                <a:lnTo>
                  <a:pt x="9295" y="11534"/>
                </a:lnTo>
                <a:lnTo>
                  <a:pt x="9319" y="11266"/>
                </a:lnTo>
                <a:lnTo>
                  <a:pt x="9319" y="10998"/>
                </a:lnTo>
                <a:lnTo>
                  <a:pt x="9246" y="10779"/>
                </a:lnTo>
                <a:lnTo>
                  <a:pt x="9149" y="10560"/>
                </a:lnTo>
                <a:lnTo>
                  <a:pt x="9003" y="10366"/>
                </a:lnTo>
                <a:lnTo>
                  <a:pt x="8833" y="10220"/>
                </a:lnTo>
                <a:lnTo>
                  <a:pt x="8735" y="10171"/>
                </a:lnTo>
                <a:lnTo>
                  <a:pt x="8638" y="10122"/>
                </a:lnTo>
                <a:lnTo>
                  <a:pt x="8395" y="10049"/>
                </a:lnTo>
                <a:close/>
                <a:moveTo>
                  <a:pt x="8322" y="535"/>
                </a:moveTo>
                <a:lnTo>
                  <a:pt x="8443" y="560"/>
                </a:lnTo>
                <a:lnTo>
                  <a:pt x="8638" y="657"/>
                </a:lnTo>
                <a:lnTo>
                  <a:pt x="8833" y="803"/>
                </a:lnTo>
                <a:lnTo>
                  <a:pt x="9003" y="973"/>
                </a:lnTo>
                <a:lnTo>
                  <a:pt x="9344" y="1338"/>
                </a:lnTo>
                <a:lnTo>
                  <a:pt x="9757" y="1971"/>
                </a:lnTo>
                <a:lnTo>
                  <a:pt x="10147" y="2652"/>
                </a:lnTo>
                <a:lnTo>
                  <a:pt x="10901" y="4015"/>
                </a:lnTo>
                <a:lnTo>
                  <a:pt x="11655" y="5402"/>
                </a:lnTo>
                <a:lnTo>
                  <a:pt x="12045" y="6083"/>
                </a:lnTo>
                <a:lnTo>
                  <a:pt x="12434" y="6740"/>
                </a:lnTo>
                <a:lnTo>
                  <a:pt x="13164" y="7957"/>
                </a:lnTo>
                <a:lnTo>
                  <a:pt x="13918" y="9173"/>
                </a:lnTo>
                <a:lnTo>
                  <a:pt x="14672" y="10366"/>
                </a:lnTo>
                <a:lnTo>
                  <a:pt x="15427" y="11582"/>
                </a:lnTo>
                <a:lnTo>
                  <a:pt x="15402" y="11655"/>
                </a:lnTo>
                <a:lnTo>
                  <a:pt x="15402" y="11704"/>
                </a:lnTo>
                <a:lnTo>
                  <a:pt x="15427" y="11777"/>
                </a:lnTo>
                <a:lnTo>
                  <a:pt x="15475" y="11826"/>
                </a:lnTo>
                <a:lnTo>
                  <a:pt x="15646" y="11972"/>
                </a:lnTo>
                <a:lnTo>
                  <a:pt x="15792" y="12191"/>
                </a:lnTo>
                <a:lnTo>
                  <a:pt x="15913" y="12434"/>
                </a:lnTo>
                <a:lnTo>
                  <a:pt x="16011" y="12677"/>
                </a:lnTo>
                <a:lnTo>
                  <a:pt x="16059" y="12945"/>
                </a:lnTo>
                <a:lnTo>
                  <a:pt x="16035" y="13067"/>
                </a:lnTo>
                <a:lnTo>
                  <a:pt x="16035" y="13188"/>
                </a:lnTo>
                <a:lnTo>
                  <a:pt x="15986" y="13286"/>
                </a:lnTo>
                <a:lnTo>
                  <a:pt x="15938" y="13407"/>
                </a:lnTo>
                <a:lnTo>
                  <a:pt x="15865" y="13505"/>
                </a:lnTo>
                <a:lnTo>
                  <a:pt x="15792" y="13578"/>
                </a:lnTo>
                <a:lnTo>
                  <a:pt x="15597" y="13699"/>
                </a:lnTo>
                <a:lnTo>
                  <a:pt x="15402" y="13772"/>
                </a:lnTo>
                <a:lnTo>
                  <a:pt x="15159" y="13821"/>
                </a:lnTo>
                <a:lnTo>
                  <a:pt x="14940" y="13845"/>
                </a:lnTo>
                <a:lnTo>
                  <a:pt x="14040" y="13845"/>
                </a:lnTo>
                <a:lnTo>
                  <a:pt x="11023" y="13821"/>
                </a:lnTo>
                <a:lnTo>
                  <a:pt x="9514" y="13797"/>
                </a:lnTo>
                <a:lnTo>
                  <a:pt x="8005" y="13797"/>
                </a:lnTo>
                <a:lnTo>
                  <a:pt x="5159" y="13821"/>
                </a:lnTo>
                <a:lnTo>
                  <a:pt x="3723" y="13870"/>
                </a:lnTo>
                <a:lnTo>
                  <a:pt x="2312" y="13918"/>
                </a:lnTo>
                <a:lnTo>
                  <a:pt x="1630" y="13918"/>
                </a:lnTo>
                <a:lnTo>
                  <a:pt x="1411" y="13894"/>
                </a:lnTo>
                <a:lnTo>
                  <a:pt x="1192" y="13845"/>
                </a:lnTo>
                <a:lnTo>
                  <a:pt x="998" y="13772"/>
                </a:lnTo>
                <a:lnTo>
                  <a:pt x="803" y="13675"/>
                </a:lnTo>
                <a:lnTo>
                  <a:pt x="633" y="13529"/>
                </a:lnTo>
                <a:lnTo>
                  <a:pt x="535" y="13432"/>
                </a:lnTo>
                <a:lnTo>
                  <a:pt x="487" y="13334"/>
                </a:lnTo>
                <a:lnTo>
                  <a:pt x="462" y="13261"/>
                </a:lnTo>
                <a:lnTo>
                  <a:pt x="438" y="13164"/>
                </a:lnTo>
                <a:lnTo>
                  <a:pt x="438" y="12969"/>
                </a:lnTo>
                <a:lnTo>
                  <a:pt x="511" y="12799"/>
                </a:lnTo>
                <a:lnTo>
                  <a:pt x="657" y="12434"/>
                </a:lnTo>
                <a:lnTo>
                  <a:pt x="730" y="12239"/>
                </a:lnTo>
                <a:lnTo>
                  <a:pt x="779" y="12045"/>
                </a:lnTo>
                <a:lnTo>
                  <a:pt x="998" y="11680"/>
                </a:lnTo>
                <a:lnTo>
                  <a:pt x="1217" y="11290"/>
                </a:lnTo>
                <a:lnTo>
                  <a:pt x="1630" y="10512"/>
                </a:lnTo>
                <a:lnTo>
                  <a:pt x="2141" y="9684"/>
                </a:lnTo>
                <a:lnTo>
                  <a:pt x="2652" y="8833"/>
                </a:lnTo>
                <a:lnTo>
                  <a:pt x="3674" y="7081"/>
                </a:lnTo>
                <a:lnTo>
                  <a:pt x="4696" y="5329"/>
                </a:lnTo>
                <a:lnTo>
                  <a:pt x="5207" y="4477"/>
                </a:lnTo>
                <a:lnTo>
                  <a:pt x="5742" y="3650"/>
                </a:lnTo>
                <a:lnTo>
                  <a:pt x="6813" y="2020"/>
                </a:lnTo>
                <a:lnTo>
                  <a:pt x="7251" y="1338"/>
                </a:lnTo>
                <a:lnTo>
                  <a:pt x="7494" y="1022"/>
                </a:lnTo>
                <a:lnTo>
                  <a:pt x="7640" y="876"/>
                </a:lnTo>
                <a:lnTo>
                  <a:pt x="7786" y="730"/>
                </a:lnTo>
                <a:lnTo>
                  <a:pt x="7884" y="633"/>
                </a:lnTo>
                <a:lnTo>
                  <a:pt x="8005" y="584"/>
                </a:lnTo>
                <a:lnTo>
                  <a:pt x="8103" y="535"/>
                </a:lnTo>
                <a:close/>
                <a:moveTo>
                  <a:pt x="8346" y="0"/>
                </a:moveTo>
                <a:lnTo>
                  <a:pt x="8176" y="25"/>
                </a:lnTo>
                <a:lnTo>
                  <a:pt x="8005" y="73"/>
                </a:lnTo>
                <a:lnTo>
                  <a:pt x="7835" y="146"/>
                </a:lnTo>
                <a:lnTo>
                  <a:pt x="7665" y="219"/>
                </a:lnTo>
                <a:lnTo>
                  <a:pt x="7519" y="341"/>
                </a:lnTo>
                <a:lnTo>
                  <a:pt x="7251" y="584"/>
                </a:lnTo>
                <a:lnTo>
                  <a:pt x="7105" y="730"/>
                </a:lnTo>
                <a:lnTo>
                  <a:pt x="6983" y="900"/>
                </a:lnTo>
                <a:lnTo>
                  <a:pt x="6740" y="1265"/>
                </a:lnTo>
                <a:lnTo>
                  <a:pt x="6497" y="1630"/>
                </a:lnTo>
                <a:lnTo>
                  <a:pt x="6278" y="1995"/>
                </a:lnTo>
                <a:lnTo>
                  <a:pt x="5596" y="2969"/>
                </a:lnTo>
                <a:lnTo>
                  <a:pt x="4964" y="3966"/>
                </a:lnTo>
                <a:lnTo>
                  <a:pt x="4331" y="4988"/>
                </a:lnTo>
                <a:lnTo>
                  <a:pt x="3723" y="6035"/>
                </a:lnTo>
                <a:lnTo>
                  <a:pt x="2506" y="8127"/>
                </a:lnTo>
                <a:lnTo>
                  <a:pt x="1363" y="10147"/>
                </a:lnTo>
                <a:lnTo>
                  <a:pt x="900" y="10925"/>
                </a:lnTo>
                <a:lnTo>
                  <a:pt x="706" y="11339"/>
                </a:lnTo>
                <a:lnTo>
                  <a:pt x="535" y="11753"/>
                </a:lnTo>
                <a:lnTo>
                  <a:pt x="487" y="11801"/>
                </a:lnTo>
                <a:lnTo>
                  <a:pt x="462" y="11850"/>
                </a:lnTo>
                <a:lnTo>
                  <a:pt x="389" y="12069"/>
                </a:lnTo>
                <a:lnTo>
                  <a:pt x="268" y="12288"/>
                </a:lnTo>
                <a:lnTo>
                  <a:pt x="170" y="12507"/>
                </a:lnTo>
                <a:lnTo>
                  <a:pt x="49" y="12726"/>
                </a:lnTo>
                <a:lnTo>
                  <a:pt x="24" y="12823"/>
                </a:lnTo>
                <a:lnTo>
                  <a:pt x="0" y="12945"/>
                </a:lnTo>
                <a:lnTo>
                  <a:pt x="0" y="13067"/>
                </a:lnTo>
                <a:lnTo>
                  <a:pt x="0" y="13188"/>
                </a:lnTo>
                <a:lnTo>
                  <a:pt x="73" y="13407"/>
                </a:lnTo>
                <a:lnTo>
                  <a:pt x="146" y="13651"/>
                </a:lnTo>
                <a:lnTo>
                  <a:pt x="292" y="13845"/>
                </a:lnTo>
                <a:lnTo>
                  <a:pt x="438" y="13991"/>
                </a:lnTo>
                <a:lnTo>
                  <a:pt x="633" y="14113"/>
                </a:lnTo>
                <a:lnTo>
                  <a:pt x="852" y="14210"/>
                </a:lnTo>
                <a:lnTo>
                  <a:pt x="1095" y="14283"/>
                </a:lnTo>
                <a:lnTo>
                  <a:pt x="1314" y="14332"/>
                </a:lnTo>
                <a:lnTo>
                  <a:pt x="1776" y="14381"/>
                </a:lnTo>
                <a:lnTo>
                  <a:pt x="2141" y="14405"/>
                </a:lnTo>
                <a:lnTo>
                  <a:pt x="3309" y="14405"/>
                </a:lnTo>
                <a:lnTo>
                  <a:pt x="4064" y="14356"/>
                </a:lnTo>
                <a:lnTo>
                  <a:pt x="4842" y="14332"/>
                </a:lnTo>
                <a:lnTo>
                  <a:pt x="6691" y="14308"/>
                </a:lnTo>
                <a:lnTo>
                  <a:pt x="8565" y="14283"/>
                </a:lnTo>
                <a:lnTo>
                  <a:pt x="10439" y="14283"/>
                </a:lnTo>
                <a:lnTo>
                  <a:pt x="12337" y="14308"/>
                </a:lnTo>
                <a:lnTo>
                  <a:pt x="13748" y="14356"/>
                </a:lnTo>
                <a:lnTo>
                  <a:pt x="14478" y="14356"/>
                </a:lnTo>
                <a:lnTo>
                  <a:pt x="14818" y="14332"/>
                </a:lnTo>
                <a:lnTo>
                  <a:pt x="15159" y="14308"/>
                </a:lnTo>
                <a:lnTo>
                  <a:pt x="15402" y="14259"/>
                </a:lnTo>
                <a:lnTo>
                  <a:pt x="15621" y="14210"/>
                </a:lnTo>
                <a:lnTo>
                  <a:pt x="15840" y="14113"/>
                </a:lnTo>
                <a:lnTo>
                  <a:pt x="16059" y="13991"/>
                </a:lnTo>
                <a:lnTo>
                  <a:pt x="16230" y="13845"/>
                </a:lnTo>
                <a:lnTo>
                  <a:pt x="16400" y="13675"/>
                </a:lnTo>
                <a:lnTo>
                  <a:pt x="16497" y="13480"/>
                </a:lnTo>
                <a:lnTo>
                  <a:pt x="16522" y="13359"/>
                </a:lnTo>
                <a:lnTo>
                  <a:pt x="16546" y="13237"/>
                </a:lnTo>
                <a:lnTo>
                  <a:pt x="16570" y="13042"/>
                </a:lnTo>
                <a:lnTo>
                  <a:pt x="16546" y="12848"/>
                </a:lnTo>
                <a:lnTo>
                  <a:pt x="16522" y="12653"/>
                </a:lnTo>
                <a:lnTo>
                  <a:pt x="16473" y="12458"/>
                </a:lnTo>
                <a:lnTo>
                  <a:pt x="16400" y="12264"/>
                </a:lnTo>
                <a:lnTo>
                  <a:pt x="16303" y="12069"/>
                </a:lnTo>
                <a:lnTo>
                  <a:pt x="16205" y="11899"/>
                </a:lnTo>
                <a:lnTo>
                  <a:pt x="16084" y="11728"/>
                </a:lnTo>
                <a:lnTo>
                  <a:pt x="15281" y="10414"/>
                </a:lnTo>
                <a:lnTo>
                  <a:pt x="14478" y="9100"/>
                </a:lnTo>
                <a:lnTo>
                  <a:pt x="12848" y="6497"/>
                </a:lnTo>
                <a:lnTo>
                  <a:pt x="12458" y="5840"/>
                </a:lnTo>
                <a:lnTo>
                  <a:pt x="12069" y="5159"/>
                </a:lnTo>
                <a:lnTo>
                  <a:pt x="11315" y="3747"/>
                </a:lnTo>
                <a:lnTo>
                  <a:pt x="10536" y="2336"/>
                </a:lnTo>
                <a:lnTo>
                  <a:pt x="10147" y="1655"/>
                </a:lnTo>
                <a:lnTo>
                  <a:pt x="9757" y="998"/>
                </a:lnTo>
                <a:lnTo>
                  <a:pt x="9709" y="925"/>
                </a:lnTo>
                <a:lnTo>
                  <a:pt x="9636" y="876"/>
                </a:lnTo>
                <a:lnTo>
                  <a:pt x="9417" y="608"/>
                </a:lnTo>
                <a:lnTo>
                  <a:pt x="9149" y="341"/>
                </a:lnTo>
                <a:lnTo>
                  <a:pt x="9003" y="219"/>
                </a:lnTo>
                <a:lnTo>
                  <a:pt x="8857" y="98"/>
                </a:lnTo>
                <a:lnTo>
                  <a:pt x="8687" y="25"/>
                </a:lnTo>
                <a:lnTo>
                  <a:pt x="8541"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55" name="Google Shape;855;p39"/>
          <p:cNvSpPr/>
          <p:nvPr/>
        </p:nvSpPr>
        <p:spPr>
          <a:xfrm>
            <a:off x="3218101" y="3848630"/>
            <a:ext cx="363230" cy="363755"/>
          </a:xfrm>
          <a:custGeom>
            <a:avLst/>
            <a:gdLst/>
            <a:ahLst/>
            <a:cxnLst/>
            <a:rect l="l" t="t" r="r" b="b"/>
            <a:pathLst>
              <a:path w="16620" h="16644" extrusionOk="0">
                <a:moveTo>
                  <a:pt x="11437" y="5767"/>
                </a:moveTo>
                <a:lnTo>
                  <a:pt x="11753" y="6132"/>
                </a:lnTo>
                <a:lnTo>
                  <a:pt x="12094" y="6522"/>
                </a:lnTo>
                <a:lnTo>
                  <a:pt x="11510" y="7179"/>
                </a:lnTo>
                <a:lnTo>
                  <a:pt x="11291" y="7008"/>
                </a:lnTo>
                <a:lnTo>
                  <a:pt x="11096" y="6862"/>
                </a:lnTo>
                <a:lnTo>
                  <a:pt x="10877" y="6668"/>
                </a:lnTo>
                <a:lnTo>
                  <a:pt x="10756" y="6570"/>
                </a:lnTo>
                <a:lnTo>
                  <a:pt x="10610" y="6497"/>
                </a:lnTo>
                <a:lnTo>
                  <a:pt x="10926" y="6230"/>
                </a:lnTo>
                <a:lnTo>
                  <a:pt x="10975" y="6303"/>
                </a:lnTo>
                <a:lnTo>
                  <a:pt x="11048" y="6400"/>
                </a:lnTo>
                <a:lnTo>
                  <a:pt x="11194" y="6546"/>
                </a:lnTo>
                <a:lnTo>
                  <a:pt x="11388" y="6789"/>
                </a:lnTo>
                <a:lnTo>
                  <a:pt x="11486" y="6887"/>
                </a:lnTo>
                <a:lnTo>
                  <a:pt x="11632" y="6960"/>
                </a:lnTo>
                <a:lnTo>
                  <a:pt x="11680" y="6960"/>
                </a:lnTo>
                <a:lnTo>
                  <a:pt x="11705" y="6911"/>
                </a:lnTo>
                <a:lnTo>
                  <a:pt x="11680" y="6765"/>
                </a:lnTo>
                <a:lnTo>
                  <a:pt x="11632" y="6619"/>
                </a:lnTo>
                <a:lnTo>
                  <a:pt x="11534" y="6522"/>
                </a:lnTo>
                <a:lnTo>
                  <a:pt x="11437" y="6400"/>
                </a:lnTo>
                <a:lnTo>
                  <a:pt x="11291" y="6205"/>
                </a:lnTo>
                <a:lnTo>
                  <a:pt x="11218" y="6108"/>
                </a:lnTo>
                <a:lnTo>
                  <a:pt x="11121" y="6059"/>
                </a:lnTo>
                <a:lnTo>
                  <a:pt x="11437" y="5767"/>
                </a:lnTo>
                <a:close/>
                <a:moveTo>
                  <a:pt x="10464" y="6643"/>
                </a:moveTo>
                <a:lnTo>
                  <a:pt x="10537" y="6765"/>
                </a:lnTo>
                <a:lnTo>
                  <a:pt x="10634" y="6887"/>
                </a:lnTo>
                <a:lnTo>
                  <a:pt x="10853" y="7106"/>
                </a:lnTo>
                <a:lnTo>
                  <a:pt x="11048" y="7300"/>
                </a:lnTo>
                <a:lnTo>
                  <a:pt x="11242" y="7495"/>
                </a:lnTo>
                <a:lnTo>
                  <a:pt x="11121" y="7641"/>
                </a:lnTo>
                <a:lnTo>
                  <a:pt x="10902" y="7446"/>
                </a:lnTo>
                <a:lnTo>
                  <a:pt x="10658" y="7276"/>
                </a:lnTo>
                <a:lnTo>
                  <a:pt x="10440" y="7057"/>
                </a:lnTo>
                <a:lnTo>
                  <a:pt x="10318" y="6960"/>
                </a:lnTo>
                <a:lnTo>
                  <a:pt x="10172" y="6887"/>
                </a:lnTo>
                <a:lnTo>
                  <a:pt x="10464" y="6643"/>
                </a:lnTo>
                <a:close/>
                <a:moveTo>
                  <a:pt x="10075" y="6984"/>
                </a:moveTo>
                <a:lnTo>
                  <a:pt x="10075" y="7057"/>
                </a:lnTo>
                <a:lnTo>
                  <a:pt x="10123" y="7130"/>
                </a:lnTo>
                <a:lnTo>
                  <a:pt x="10196" y="7276"/>
                </a:lnTo>
                <a:lnTo>
                  <a:pt x="10318" y="7398"/>
                </a:lnTo>
                <a:lnTo>
                  <a:pt x="10415" y="7519"/>
                </a:lnTo>
                <a:lnTo>
                  <a:pt x="10658" y="7714"/>
                </a:lnTo>
                <a:lnTo>
                  <a:pt x="10780" y="7811"/>
                </a:lnTo>
                <a:lnTo>
                  <a:pt x="10926" y="7909"/>
                </a:lnTo>
                <a:lnTo>
                  <a:pt x="10683" y="8176"/>
                </a:lnTo>
                <a:lnTo>
                  <a:pt x="10585" y="8055"/>
                </a:lnTo>
                <a:lnTo>
                  <a:pt x="10488" y="7957"/>
                </a:lnTo>
                <a:lnTo>
                  <a:pt x="10269" y="7787"/>
                </a:lnTo>
                <a:lnTo>
                  <a:pt x="10002" y="7519"/>
                </a:lnTo>
                <a:lnTo>
                  <a:pt x="9734" y="7276"/>
                </a:lnTo>
                <a:lnTo>
                  <a:pt x="10075" y="6984"/>
                </a:lnTo>
                <a:close/>
                <a:moveTo>
                  <a:pt x="9515" y="7495"/>
                </a:moveTo>
                <a:lnTo>
                  <a:pt x="9612" y="7617"/>
                </a:lnTo>
                <a:lnTo>
                  <a:pt x="9710" y="7738"/>
                </a:lnTo>
                <a:lnTo>
                  <a:pt x="9953" y="7957"/>
                </a:lnTo>
                <a:lnTo>
                  <a:pt x="10172" y="8201"/>
                </a:lnTo>
                <a:lnTo>
                  <a:pt x="10318" y="8347"/>
                </a:lnTo>
                <a:lnTo>
                  <a:pt x="10464" y="8444"/>
                </a:lnTo>
                <a:lnTo>
                  <a:pt x="10172" y="8809"/>
                </a:lnTo>
                <a:lnTo>
                  <a:pt x="9904" y="8468"/>
                </a:lnTo>
                <a:lnTo>
                  <a:pt x="9661" y="8176"/>
                </a:lnTo>
                <a:lnTo>
                  <a:pt x="9466" y="7933"/>
                </a:lnTo>
                <a:lnTo>
                  <a:pt x="9369" y="7811"/>
                </a:lnTo>
                <a:lnTo>
                  <a:pt x="9272" y="7714"/>
                </a:lnTo>
                <a:lnTo>
                  <a:pt x="9515" y="7495"/>
                </a:lnTo>
                <a:close/>
                <a:moveTo>
                  <a:pt x="9004" y="7933"/>
                </a:moveTo>
                <a:lnTo>
                  <a:pt x="9126" y="8128"/>
                </a:lnTo>
                <a:lnTo>
                  <a:pt x="9272" y="8298"/>
                </a:lnTo>
                <a:lnTo>
                  <a:pt x="9564" y="8663"/>
                </a:lnTo>
                <a:lnTo>
                  <a:pt x="9880" y="9028"/>
                </a:lnTo>
                <a:lnTo>
                  <a:pt x="9904" y="9077"/>
                </a:lnTo>
                <a:lnTo>
                  <a:pt x="9856" y="9125"/>
                </a:lnTo>
                <a:lnTo>
                  <a:pt x="9734" y="9271"/>
                </a:lnTo>
                <a:lnTo>
                  <a:pt x="9710" y="9198"/>
                </a:lnTo>
                <a:lnTo>
                  <a:pt x="9442" y="8858"/>
                </a:lnTo>
                <a:lnTo>
                  <a:pt x="9126" y="8517"/>
                </a:lnTo>
                <a:lnTo>
                  <a:pt x="8955" y="8322"/>
                </a:lnTo>
                <a:lnTo>
                  <a:pt x="8785" y="8152"/>
                </a:lnTo>
                <a:lnTo>
                  <a:pt x="9004" y="7933"/>
                </a:lnTo>
                <a:close/>
                <a:moveTo>
                  <a:pt x="8517" y="8371"/>
                </a:moveTo>
                <a:lnTo>
                  <a:pt x="8663" y="8590"/>
                </a:lnTo>
                <a:lnTo>
                  <a:pt x="8809" y="8785"/>
                </a:lnTo>
                <a:lnTo>
                  <a:pt x="9101" y="9150"/>
                </a:lnTo>
                <a:lnTo>
                  <a:pt x="9272" y="9320"/>
                </a:lnTo>
                <a:lnTo>
                  <a:pt x="9442" y="9466"/>
                </a:lnTo>
                <a:lnTo>
                  <a:pt x="9515" y="9490"/>
                </a:lnTo>
                <a:lnTo>
                  <a:pt x="9199" y="9806"/>
                </a:lnTo>
                <a:lnTo>
                  <a:pt x="9174" y="9709"/>
                </a:lnTo>
                <a:lnTo>
                  <a:pt x="9150" y="9612"/>
                </a:lnTo>
                <a:lnTo>
                  <a:pt x="9053" y="9442"/>
                </a:lnTo>
                <a:lnTo>
                  <a:pt x="8931" y="9271"/>
                </a:lnTo>
                <a:lnTo>
                  <a:pt x="8785" y="9125"/>
                </a:lnTo>
                <a:lnTo>
                  <a:pt x="8590" y="8833"/>
                </a:lnTo>
                <a:lnTo>
                  <a:pt x="8444" y="8663"/>
                </a:lnTo>
                <a:lnTo>
                  <a:pt x="8323" y="8541"/>
                </a:lnTo>
                <a:lnTo>
                  <a:pt x="8517" y="8371"/>
                </a:lnTo>
                <a:close/>
                <a:moveTo>
                  <a:pt x="5476" y="7787"/>
                </a:moveTo>
                <a:lnTo>
                  <a:pt x="5622" y="7982"/>
                </a:lnTo>
                <a:lnTo>
                  <a:pt x="5816" y="8176"/>
                </a:lnTo>
                <a:lnTo>
                  <a:pt x="6133" y="8444"/>
                </a:lnTo>
                <a:lnTo>
                  <a:pt x="6449" y="8736"/>
                </a:lnTo>
                <a:lnTo>
                  <a:pt x="6790" y="8979"/>
                </a:lnTo>
                <a:lnTo>
                  <a:pt x="6984" y="9125"/>
                </a:lnTo>
                <a:lnTo>
                  <a:pt x="7057" y="9174"/>
                </a:lnTo>
                <a:lnTo>
                  <a:pt x="7155" y="9198"/>
                </a:lnTo>
                <a:lnTo>
                  <a:pt x="7155" y="9247"/>
                </a:lnTo>
                <a:lnTo>
                  <a:pt x="7179" y="9296"/>
                </a:lnTo>
                <a:lnTo>
                  <a:pt x="7301" y="9296"/>
                </a:lnTo>
                <a:lnTo>
                  <a:pt x="7398" y="9271"/>
                </a:lnTo>
                <a:lnTo>
                  <a:pt x="7568" y="9198"/>
                </a:lnTo>
                <a:lnTo>
                  <a:pt x="7617" y="9344"/>
                </a:lnTo>
                <a:lnTo>
                  <a:pt x="7690" y="9490"/>
                </a:lnTo>
                <a:lnTo>
                  <a:pt x="7885" y="9758"/>
                </a:lnTo>
                <a:lnTo>
                  <a:pt x="8006" y="9952"/>
                </a:lnTo>
                <a:lnTo>
                  <a:pt x="8177" y="10098"/>
                </a:lnTo>
                <a:lnTo>
                  <a:pt x="8250" y="10171"/>
                </a:lnTo>
                <a:lnTo>
                  <a:pt x="8347" y="10220"/>
                </a:lnTo>
                <a:lnTo>
                  <a:pt x="8469" y="10269"/>
                </a:lnTo>
                <a:lnTo>
                  <a:pt x="8566" y="10293"/>
                </a:lnTo>
                <a:lnTo>
                  <a:pt x="8615" y="10269"/>
                </a:lnTo>
                <a:lnTo>
                  <a:pt x="8615" y="10244"/>
                </a:lnTo>
                <a:lnTo>
                  <a:pt x="8542" y="10074"/>
                </a:lnTo>
                <a:lnTo>
                  <a:pt x="8420" y="9904"/>
                </a:lnTo>
                <a:lnTo>
                  <a:pt x="8177" y="9636"/>
                </a:lnTo>
                <a:lnTo>
                  <a:pt x="8055" y="9490"/>
                </a:lnTo>
                <a:lnTo>
                  <a:pt x="7982" y="9344"/>
                </a:lnTo>
                <a:lnTo>
                  <a:pt x="7885" y="9174"/>
                </a:lnTo>
                <a:lnTo>
                  <a:pt x="7763" y="9052"/>
                </a:lnTo>
                <a:lnTo>
                  <a:pt x="8079" y="8760"/>
                </a:lnTo>
                <a:lnTo>
                  <a:pt x="8128" y="8906"/>
                </a:lnTo>
                <a:lnTo>
                  <a:pt x="8225" y="9028"/>
                </a:lnTo>
                <a:lnTo>
                  <a:pt x="8420" y="9271"/>
                </a:lnTo>
                <a:lnTo>
                  <a:pt x="8542" y="9466"/>
                </a:lnTo>
                <a:lnTo>
                  <a:pt x="8688" y="9661"/>
                </a:lnTo>
                <a:lnTo>
                  <a:pt x="8785" y="9758"/>
                </a:lnTo>
                <a:lnTo>
                  <a:pt x="8882" y="9831"/>
                </a:lnTo>
                <a:lnTo>
                  <a:pt x="8980" y="9879"/>
                </a:lnTo>
                <a:lnTo>
                  <a:pt x="9077" y="9928"/>
                </a:lnTo>
                <a:lnTo>
                  <a:pt x="8615" y="10366"/>
                </a:lnTo>
                <a:lnTo>
                  <a:pt x="8250" y="10682"/>
                </a:lnTo>
                <a:lnTo>
                  <a:pt x="8225" y="10634"/>
                </a:lnTo>
                <a:lnTo>
                  <a:pt x="8201" y="10585"/>
                </a:lnTo>
                <a:lnTo>
                  <a:pt x="8031" y="10366"/>
                </a:lnTo>
                <a:lnTo>
                  <a:pt x="7812" y="10171"/>
                </a:lnTo>
                <a:lnTo>
                  <a:pt x="7374" y="9782"/>
                </a:lnTo>
                <a:lnTo>
                  <a:pt x="6960" y="9393"/>
                </a:lnTo>
                <a:lnTo>
                  <a:pt x="6546" y="9004"/>
                </a:lnTo>
                <a:lnTo>
                  <a:pt x="5670" y="8225"/>
                </a:lnTo>
                <a:lnTo>
                  <a:pt x="5500" y="8079"/>
                </a:lnTo>
                <a:lnTo>
                  <a:pt x="5330" y="7933"/>
                </a:lnTo>
                <a:lnTo>
                  <a:pt x="5476" y="7787"/>
                </a:lnTo>
                <a:close/>
                <a:moveTo>
                  <a:pt x="5062" y="8152"/>
                </a:moveTo>
                <a:lnTo>
                  <a:pt x="5232" y="8322"/>
                </a:lnTo>
                <a:lnTo>
                  <a:pt x="5403" y="8493"/>
                </a:lnTo>
                <a:lnTo>
                  <a:pt x="6279" y="9271"/>
                </a:lnTo>
                <a:lnTo>
                  <a:pt x="6692" y="9636"/>
                </a:lnTo>
                <a:lnTo>
                  <a:pt x="7155" y="10025"/>
                </a:lnTo>
                <a:lnTo>
                  <a:pt x="7374" y="10220"/>
                </a:lnTo>
                <a:lnTo>
                  <a:pt x="7593" y="10415"/>
                </a:lnTo>
                <a:lnTo>
                  <a:pt x="7812" y="10609"/>
                </a:lnTo>
                <a:lnTo>
                  <a:pt x="8055" y="10780"/>
                </a:lnTo>
                <a:lnTo>
                  <a:pt x="8104" y="10804"/>
                </a:lnTo>
                <a:lnTo>
                  <a:pt x="7982" y="10901"/>
                </a:lnTo>
                <a:lnTo>
                  <a:pt x="6254" y="9466"/>
                </a:lnTo>
                <a:lnTo>
                  <a:pt x="5597" y="8882"/>
                </a:lnTo>
                <a:lnTo>
                  <a:pt x="5232" y="8590"/>
                </a:lnTo>
                <a:lnTo>
                  <a:pt x="5062" y="8468"/>
                </a:lnTo>
                <a:lnTo>
                  <a:pt x="4867" y="8347"/>
                </a:lnTo>
                <a:lnTo>
                  <a:pt x="5038" y="8176"/>
                </a:lnTo>
                <a:lnTo>
                  <a:pt x="5062" y="8152"/>
                </a:lnTo>
                <a:close/>
                <a:moveTo>
                  <a:pt x="4746" y="8493"/>
                </a:moveTo>
                <a:lnTo>
                  <a:pt x="4867" y="8663"/>
                </a:lnTo>
                <a:lnTo>
                  <a:pt x="5038" y="8809"/>
                </a:lnTo>
                <a:lnTo>
                  <a:pt x="5378" y="9101"/>
                </a:lnTo>
                <a:lnTo>
                  <a:pt x="6060" y="9636"/>
                </a:lnTo>
                <a:lnTo>
                  <a:pt x="7787" y="11072"/>
                </a:lnTo>
                <a:lnTo>
                  <a:pt x="7617" y="11218"/>
                </a:lnTo>
                <a:lnTo>
                  <a:pt x="7398" y="11047"/>
                </a:lnTo>
                <a:lnTo>
                  <a:pt x="7155" y="10877"/>
                </a:lnTo>
                <a:lnTo>
                  <a:pt x="6911" y="10707"/>
                </a:lnTo>
                <a:lnTo>
                  <a:pt x="6668" y="10536"/>
                </a:lnTo>
                <a:lnTo>
                  <a:pt x="6181" y="10123"/>
                </a:lnTo>
                <a:lnTo>
                  <a:pt x="5719" y="9709"/>
                </a:lnTo>
                <a:lnTo>
                  <a:pt x="5281" y="9247"/>
                </a:lnTo>
                <a:lnTo>
                  <a:pt x="4867" y="8760"/>
                </a:lnTo>
                <a:lnTo>
                  <a:pt x="4770" y="8663"/>
                </a:lnTo>
                <a:lnTo>
                  <a:pt x="4673" y="8566"/>
                </a:lnTo>
                <a:lnTo>
                  <a:pt x="4746" y="8493"/>
                </a:lnTo>
                <a:close/>
                <a:moveTo>
                  <a:pt x="11437" y="5256"/>
                </a:moveTo>
                <a:lnTo>
                  <a:pt x="11364" y="5281"/>
                </a:lnTo>
                <a:lnTo>
                  <a:pt x="11315" y="5305"/>
                </a:lnTo>
                <a:lnTo>
                  <a:pt x="11218" y="5354"/>
                </a:lnTo>
                <a:lnTo>
                  <a:pt x="10075" y="6376"/>
                </a:lnTo>
                <a:lnTo>
                  <a:pt x="8931" y="7422"/>
                </a:lnTo>
                <a:lnTo>
                  <a:pt x="8347" y="7933"/>
                </a:lnTo>
                <a:lnTo>
                  <a:pt x="7787" y="8468"/>
                </a:lnTo>
                <a:lnTo>
                  <a:pt x="7544" y="8663"/>
                </a:lnTo>
                <a:lnTo>
                  <a:pt x="7325" y="8882"/>
                </a:lnTo>
                <a:lnTo>
                  <a:pt x="7228" y="8785"/>
                </a:lnTo>
                <a:lnTo>
                  <a:pt x="7106" y="8712"/>
                </a:lnTo>
                <a:lnTo>
                  <a:pt x="6717" y="8395"/>
                </a:lnTo>
                <a:lnTo>
                  <a:pt x="6327" y="8079"/>
                </a:lnTo>
                <a:lnTo>
                  <a:pt x="6011" y="7763"/>
                </a:lnTo>
                <a:lnTo>
                  <a:pt x="5768" y="7568"/>
                </a:lnTo>
                <a:lnTo>
                  <a:pt x="5670" y="7495"/>
                </a:lnTo>
                <a:lnTo>
                  <a:pt x="5573" y="7446"/>
                </a:lnTo>
                <a:lnTo>
                  <a:pt x="5524" y="7422"/>
                </a:lnTo>
                <a:lnTo>
                  <a:pt x="5427" y="7373"/>
                </a:lnTo>
                <a:lnTo>
                  <a:pt x="5330" y="7373"/>
                </a:lnTo>
                <a:lnTo>
                  <a:pt x="5232" y="7398"/>
                </a:lnTo>
                <a:lnTo>
                  <a:pt x="5135" y="7446"/>
                </a:lnTo>
                <a:lnTo>
                  <a:pt x="4940" y="7568"/>
                </a:lnTo>
                <a:lnTo>
                  <a:pt x="4794" y="7690"/>
                </a:lnTo>
                <a:lnTo>
                  <a:pt x="4575" y="7860"/>
                </a:lnTo>
                <a:lnTo>
                  <a:pt x="4381" y="8030"/>
                </a:lnTo>
                <a:lnTo>
                  <a:pt x="4283" y="8152"/>
                </a:lnTo>
                <a:lnTo>
                  <a:pt x="4210" y="8249"/>
                </a:lnTo>
                <a:lnTo>
                  <a:pt x="4162" y="8371"/>
                </a:lnTo>
                <a:lnTo>
                  <a:pt x="4137" y="8493"/>
                </a:lnTo>
                <a:lnTo>
                  <a:pt x="4162" y="8566"/>
                </a:lnTo>
                <a:lnTo>
                  <a:pt x="4210" y="8639"/>
                </a:lnTo>
                <a:lnTo>
                  <a:pt x="4259" y="8687"/>
                </a:lnTo>
                <a:lnTo>
                  <a:pt x="4332" y="8712"/>
                </a:lnTo>
                <a:lnTo>
                  <a:pt x="4356" y="8809"/>
                </a:lnTo>
                <a:lnTo>
                  <a:pt x="4405" y="8906"/>
                </a:lnTo>
                <a:lnTo>
                  <a:pt x="4478" y="9028"/>
                </a:lnTo>
                <a:lnTo>
                  <a:pt x="4551" y="9150"/>
                </a:lnTo>
                <a:lnTo>
                  <a:pt x="4721" y="9344"/>
                </a:lnTo>
                <a:lnTo>
                  <a:pt x="4940" y="9588"/>
                </a:lnTo>
                <a:lnTo>
                  <a:pt x="5135" y="9831"/>
                </a:lnTo>
                <a:lnTo>
                  <a:pt x="5597" y="10269"/>
                </a:lnTo>
                <a:lnTo>
                  <a:pt x="5987" y="10634"/>
                </a:lnTo>
                <a:lnTo>
                  <a:pt x="6425" y="10999"/>
                </a:lnTo>
                <a:lnTo>
                  <a:pt x="6668" y="11169"/>
                </a:lnTo>
                <a:lnTo>
                  <a:pt x="6887" y="11315"/>
                </a:lnTo>
                <a:lnTo>
                  <a:pt x="7130" y="11461"/>
                </a:lnTo>
                <a:lnTo>
                  <a:pt x="7374" y="11583"/>
                </a:lnTo>
                <a:lnTo>
                  <a:pt x="7349" y="11607"/>
                </a:lnTo>
                <a:lnTo>
                  <a:pt x="7349" y="11680"/>
                </a:lnTo>
                <a:lnTo>
                  <a:pt x="7374" y="11753"/>
                </a:lnTo>
                <a:lnTo>
                  <a:pt x="7422" y="11777"/>
                </a:lnTo>
                <a:lnTo>
                  <a:pt x="7495" y="11777"/>
                </a:lnTo>
                <a:lnTo>
                  <a:pt x="7666" y="11729"/>
                </a:lnTo>
                <a:lnTo>
                  <a:pt x="7836" y="11631"/>
                </a:lnTo>
                <a:lnTo>
                  <a:pt x="7982" y="11534"/>
                </a:lnTo>
                <a:lnTo>
                  <a:pt x="8128" y="11412"/>
                </a:lnTo>
                <a:lnTo>
                  <a:pt x="8420" y="11145"/>
                </a:lnTo>
                <a:lnTo>
                  <a:pt x="8663" y="10901"/>
                </a:lnTo>
                <a:lnTo>
                  <a:pt x="9369" y="10244"/>
                </a:lnTo>
                <a:lnTo>
                  <a:pt x="10050" y="9563"/>
                </a:lnTo>
                <a:lnTo>
                  <a:pt x="10658" y="8955"/>
                </a:lnTo>
                <a:lnTo>
                  <a:pt x="11291" y="8298"/>
                </a:lnTo>
                <a:lnTo>
                  <a:pt x="11875" y="7617"/>
                </a:lnTo>
                <a:lnTo>
                  <a:pt x="12143" y="7276"/>
                </a:lnTo>
                <a:lnTo>
                  <a:pt x="12410" y="6911"/>
                </a:lnTo>
                <a:lnTo>
                  <a:pt x="12483" y="6960"/>
                </a:lnTo>
                <a:lnTo>
                  <a:pt x="12556" y="6984"/>
                </a:lnTo>
                <a:lnTo>
                  <a:pt x="12654" y="6984"/>
                </a:lnTo>
                <a:lnTo>
                  <a:pt x="12727" y="6935"/>
                </a:lnTo>
                <a:lnTo>
                  <a:pt x="12775" y="6887"/>
                </a:lnTo>
                <a:lnTo>
                  <a:pt x="12824" y="6814"/>
                </a:lnTo>
                <a:lnTo>
                  <a:pt x="12824" y="6741"/>
                </a:lnTo>
                <a:lnTo>
                  <a:pt x="12775" y="6643"/>
                </a:lnTo>
                <a:lnTo>
                  <a:pt x="12532" y="6327"/>
                </a:lnTo>
                <a:lnTo>
                  <a:pt x="12240" y="6011"/>
                </a:lnTo>
                <a:lnTo>
                  <a:pt x="11924" y="5646"/>
                </a:lnTo>
                <a:lnTo>
                  <a:pt x="11778" y="5475"/>
                </a:lnTo>
                <a:lnTo>
                  <a:pt x="11583" y="5305"/>
                </a:lnTo>
                <a:lnTo>
                  <a:pt x="11510" y="5256"/>
                </a:lnTo>
                <a:close/>
                <a:moveTo>
                  <a:pt x="8104" y="439"/>
                </a:moveTo>
                <a:lnTo>
                  <a:pt x="8371" y="487"/>
                </a:lnTo>
                <a:lnTo>
                  <a:pt x="8663" y="536"/>
                </a:lnTo>
                <a:lnTo>
                  <a:pt x="9247" y="585"/>
                </a:lnTo>
                <a:lnTo>
                  <a:pt x="9588" y="633"/>
                </a:lnTo>
                <a:lnTo>
                  <a:pt x="9904" y="706"/>
                </a:lnTo>
                <a:lnTo>
                  <a:pt x="10537" y="877"/>
                </a:lnTo>
                <a:lnTo>
                  <a:pt x="10877" y="998"/>
                </a:lnTo>
                <a:lnTo>
                  <a:pt x="11218" y="1120"/>
                </a:lnTo>
                <a:lnTo>
                  <a:pt x="11559" y="1266"/>
                </a:lnTo>
                <a:lnTo>
                  <a:pt x="11875" y="1412"/>
                </a:lnTo>
                <a:lnTo>
                  <a:pt x="12191" y="1582"/>
                </a:lnTo>
                <a:lnTo>
                  <a:pt x="12508" y="1752"/>
                </a:lnTo>
                <a:lnTo>
                  <a:pt x="13116" y="2166"/>
                </a:lnTo>
                <a:lnTo>
                  <a:pt x="13408" y="2385"/>
                </a:lnTo>
                <a:lnTo>
                  <a:pt x="13700" y="2628"/>
                </a:lnTo>
                <a:lnTo>
                  <a:pt x="13968" y="2896"/>
                </a:lnTo>
                <a:lnTo>
                  <a:pt x="14235" y="3188"/>
                </a:lnTo>
                <a:lnTo>
                  <a:pt x="14479" y="3456"/>
                </a:lnTo>
                <a:lnTo>
                  <a:pt x="14698" y="3772"/>
                </a:lnTo>
                <a:lnTo>
                  <a:pt x="14917" y="4088"/>
                </a:lnTo>
                <a:lnTo>
                  <a:pt x="15111" y="4405"/>
                </a:lnTo>
                <a:lnTo>
                  <a:pt x="15282" y="4745"/>
                </a:lnTo>
                <a:lnTo>
                  <a:pt x="15452" y="5086"/>
                </a:lnTo>
                <a:lnTo>
                  <a:pt x="15574" y="5427"/>
                </a:lnTo>
                <a:lnTo>
                  <a:pt x="15720" y="5792"/>
                </a:lnTo>
                <a:lnTo>
                  <a:pt x="15817" y="6157"/>
                </a:lnTo>
                <a:lnTo>
                  <a:pt x="15914" y="6522"/>
                </a:lnTo>
                <a:lnTo>
                  <a:pt x="15987" y="6887"/>
                </a:lnTo>
                <a:lnTo>
                  <a:pt x="16036" y="7276"/>
                </a:lnTo>
                <a:lnTo>
                  <a:pt x="16109" y="8079"/>
                </a:lnTo>
                <a:lnTo>
                  <a:pt x="16109" y="8468"/>
                </a:lnTo>
                <a:lnTo>
                  <a:pt x="16109" y="8858"/>
                </a:lnTo>
                <a:lnTo>
                  <a:pt x="16085" y="9271"/>
                </a:lnTo>
                <a:lnTo>
                  <a:pt x="16060" y="9661"/>
                </a:lnTo>
                <a:lnTo>
                  <a:pt x="15987" y="10050"/>
                </a:lnTo>
                <a:lnTo>
                  <a:pt x="15914" y="10439"/>
                </a:lnTo>
                <a:lnTo>
                  <a:pt x="15817" y="10828"/>
                </a:lnTo>
                <a:lnTo>
                  <a:pt x="15695" y="11193"/>
                </a:lnTo>
                <a:lnTo>
                  <a:pt x="15549" y="11558"/>
                </a:lnTo>
                <a:lnTo>
                  <a:pt x="15379" y="11899"/>
                </a:lnTo>
                <a:lnTo>
                  <a:pt x="15184" y="12240"/>
                </a:lnTo>
                <a:lnTo>
                  <a:pt x="14965" y="12580"/>
                </a:lnTo>
                <a:lnTo>
                  <a:pt x="14722" y="12872"/>
                </a:lnTo>
                <a:lnTo>
                  <a:pt x="14430" y="13189"/>
                </a:lnTo>
                <a:lnTo>
                  <a:pt x="14138" y="13456"/>
                </a:lnTo>
                <a:lnTo>
                  <a:pt x="13846" y="13700"/>
                </a:lnTo>
                <a:lnTo>
                  <a:pt x="13530" y="13943"/>
                </a:lnTo>
                <a:lnTo>
                  <a:pt x="13213" y="14186"/>
                </a:lnTo>
                <a:lnTo>
                  <a:pt x="12532" y="14624"/>
                </a:lnTo>
                <a:lnTo>
                  <a:pt x="11851" y="15014"/>
                </a:lnTo>
                <a:lnTo>
                  <a:pt x="11510" y="15184"/>
                </a:lnTo>
                <a:lnTo>
                  <a:pt x="11145" y="15330"/>
                </a:lnTo>
                <a:lnTo>
                  <a:pt x="10415" y="15622"/>
                </a:lnTo>
                <a:lnTo>
                  <a:pt x="10050" y="15744"/>
                </a:lnTo>
                <a:lnTo>
                  <a:pt x="9685" y="15841"/>
                </a:lnTo>
                <a:lnTo>
                  <a:pt x="9320" y="15963"/>
                </a:lnTo>
                <a:lnTo>
                  <a:pt x="8980" y="16109"/>
                </a:lnTo>
                <a:lnTo>
                  <a:pt x="8907" y="16157"/>
                </a:lnTo>
                <a:lnTo>
                  <a:pt x="8882" y="16230"/>
                </a:lnTo>
                <a:lnTo>
                  <a:pt x="8104" y="16230"/>
                </a:lnTo>
                <a:lnTo>
                  <a:pt x="7739" y="16206"/>
                </a:lnTo>
                <a:lnTo>
                  <a:pt x="7349" y="16157"/>
                </a:lnTo>
                <a:lnTo>
                  <a:pt x="6984" y="16109"/>
                </a:lnTo>
                <a:lnTo>
                  <a:pt x="6619" y="16011"/>
                </a:lnTo>
                <a:lnTo>
                  <a:pt x="6254" y="15914"/>
                </a:lnTo>
                <a:lnTo>
                  <a:pt x="5889" y="15817"/>
                </a:lnTo>
                <a:lnTo>
                  <a:pt x="5524" y="15695"/>
                </a:lnTo>
                <a:lnTo>
                  <a:pt x="5184" y="15549"/>
                </a:lnTo>
                <a:lnTo>
                  <a:pt x="4843" y="15379"/>
                </a:lnTo>
                <a:lnTo>
                  <a:pt x="4502" y="15208"/>
                </a:lnTo>
                <a:lnTo>
                  <a:pt x="4162" y="15014"/>
                </a:lnTo>
                <a:lnTo>
                  <a:pt x="3845" y="14795"/>
                </a:lnTo>
                <a:lnTo>
                  <a:pt x="3553" y="14576"/>
                </a:lnTo>
                <a:lnTo>
                  <a:pt x="3237" y="14357"/>
                </a:lnTo>
                <a:lnTo>
                  <a:pt x="2921" y="14065"/>
                </a:lnTo>
                <a:lnTo>
                  <a:pt x="2629" y="13797"/>
                </a:lnTo>
                <a:lnTo>
                  <a:pt x="2361" y="13481"/>
                </a:lnTo>
                <a:lnTo>
                  <a:pt x="2094" y="13164"/>
                </a:lnTo>
                <a:lnTo>
                  <a:pt x="1850" y="12824"/>
                </a:lnTo>
                <a:lnTo>
                  <a:pt x="1631" y="12483"/>
                </a:lnTo>
                <a:lnTo>
                  <a:pt x="1437" y="12142"/>
                </a:lnTo>
                <a:lnTo>
                  <a:pt x="1242" y="11777"/>
                </a:lnTo>
                <a:lnTo>
                  <a:pt x="1096" y="11412"/>
                </a:lnTo>
                <a:lnTo>
                  <a:pt x="950" y="11023"/>
                </a:lnTo>
                <a:lnTo>
                  <a:pt x="804" y="10634"/>
                </a:lnTo>
                <a:lnTo>
                  <a:pt x="707" y="10244"/>
                </a:lnTo>
                <a:lnTo>
                  <a:pt x="609" y="9831"/>
                </a:lnTo>
                <a:lnTo>
                  <a:pt x="561" y="9442"/>
                </a:lnTo>
                <a:lnTo>
                  <a:pt x="512" y="9028"/>
                </a:lnTo>
                <a:lnTo>
                  <a:pt x="463" y="8614"/>
                </a:lnTo>
                <a:lnTo>
                  <a:pt x="463" y="8201"/>
                </a:lnTo>
                <a:lnTo>
                  <a:pt x="488" y="7787"/>
                </a:lnTo>
                <a:lnTo>
                  <a:pt x="512" y="7373"/>
                </a:lnTo>
                <a:lnTo>
                  <a:pt x="585" y="6960"/>
                </a:lnTo>
                <a:lnTo>
                  <a:pt x="658" y="6570"/>
                </a:lnTo>
                <a:lnTo>
                  <a:pt x="755" y="6181"/>
                </a:lnTo>
                <a:lnTo>
                  <a:pt x="877" y="5792"/>
                </a:lnTo>
                <a:lnTo>
                  <a:pt x="1023" y="5402"/>
                </a:lnTo>
                <a:lnTo>
                  <a:pt x="1169" y="5037"/>
                </a:lnTo>
                <a:lnTo>
                  <a:pt x="1364" y="4672"/>
                </a:lnTo>
                <a:lnTo>
                  <a:pt x="1558" y="4307"/>
                </a:lnTo>
                <a:lnTo>
                  <a:pt x="1777" y="3967"/>
                </a:lnTo>
                <a:lnTo>
                  <a:pt x="1996" y="3626"/>
                </a:lnTo>
                <a:lnTo>
                  <a:pt x="2264" y="3310"/>
                </a:lnTo>
                <a:lnTo>
                  <a:pt x="2532" y="2993"/>
                </a:lnTo>
                <a:lnTo>
                  <a:pt x="2823" y="2701"/>
                </a:lnTo>
                <a:lnTo>
                  <a:pt x="3115" y="2434"/>
                </a:lnTo>
                <a:lnTo>
                  <a:pt x="3432" y="2190"/>
                </a:lnTo>
                <a:lnTo>
                  <a:pt x="3748" y="1947"/>
                </a:lnTo>
                <a:lnTo>
                  <a:pt x="4089" y="1728"/>
                </a:lnTo>
                <a:lnTo>
                  <a:pt x="4429" y="1509"/>
                </a:lnTo>
                <a:lnTo>
                  <a:pt x="4794" y="1339"/>
                </a:lnTo>
                <a:lnTo>
                  <a:pt x="5159" y="1169"/>
                </a:lnTo>
                <a:lnTo>
                  <a:pt x="5524" y="998"/>
                </a:lnTo>
                <a:lnTo>
                  <a:pt x="5865" y="877"/>
                </a:lnTo>
                <a:lnTo>
                  <a:pt x="6206" y="779"/>
                </a:lnTo>
                <a:lnTo>
                  <a:pt x="6911" y="609"/>
                </a:lnTo>
                <a:lnTo>
                  <a:pt x="7203" y="560"/>
                </a:lnTo>
                <a:lnTo>
                  <a:pt x="7520" y="536"/>
                </a:lnTo>
                <a:lnTo>
                  <a:pt x="7812" y="487"/>
                </a:lnTo>
                <a:lnTo>
                  <a:pt x="8104" y="439"/>
                </a:lnTo>
                <a:close/>
                <a:moveTo>
                  <a:pt x="7690" y="1"/>
                </a:moveTo>
                <a:lnTo>
                  <a:pt x="7374" y="25"/>
                </a:lnTo>
                <a:lnTo>
                  <a:pt x="7057" y="74"/>
                </a:lnTo>
                <a:lnTo>
                  <a:pt x="6644" y="147"/>
                </a:lnTo>
                <a:lnTo>
                  <a:pt x="6206" y="244"/>
                </a:lnTo>
                <a:lnTo>
                  <a:pt x="5792" y="366"/>
                </a:lnTo>
                <a:lnTo>
                  <a:pt x="5403" y="512"/>
                </a:lnTo>
                <a:lnTo>
                  <a:pt x="5013" y="682"/>
                </a:lnTo>
                <a:lnTo>
                  <a:pt x="4624" y="852"/>
                </a:lnTo>
                <a:lnTo>
                  <a:pt x="4259" y="1047"/>
                </a:lnTo>
                <a:lnTo>
                  <a:pt x="3918" y="1266"/>
                </a:lnTo>
                <a:lnTo>
                  <a:pt x="3578" y="1485"/>
                </a:lnTo>
                <a:lnTo>
                  <a:pt x="3237" y="1752"/>
                </a:lnTo>
                <a:lnTo>
                  <a:pt x="2921" y="1996"/>
                </a:lnTo>
                <a:lnTo>
                  <a:pt x="2604" y="2288"/>
                </a:lnTo>
                <a:lnTo>
                  <a:pt x="2288" y="2580"/>
                </a:lnTo>
                <a:lnTo>
                  <a:pt x="1996" y="2896"/>
                </a:lnTo>
                <a:lnTo>
                  <a:pt x="1704" y="3237"/>
                </a:lnTo>
                <a:lnTo>
                  <a:pt x="1461" y="3577"/>
                </a:lnTo>
                <a:lnTo>
                  <a:pt x="1218" y="3942"/>
                </a:lnTo>
                <a:lnTo>
                  <a:pt x="999" y="4307"/>
                </a:lnTo>
                <a:lnTo>
                  <a:pt x="804" y="4697"/>
                </a:lnTo>
                <a:lnTo>
                  <a:pt x="634" y="5086"/>
                </a:lnTo>
                <a:lnTo>
                  <a:pt x="488" y="5500"/>
                </a:lnTo>
                <a:lnTo>
                  <a:pt x="342" y="5889"/>
                </a:lnTo>
                <a:lnTo>
                  <a:pt x="244" y="6303"/>
                </a:lnTo>
                <a:lnTo>
                  <a:pt x="147" y="6741"/>
                </a:lnTo>
                <a:lnTo>
                  <a:pt x="74" y="7154"/>
                </a:lnTo>
                <a:lnTo>
                  <a:pt x="25" y="7592"/>
                </a:lnTo>
                <a:lnTo>
                  <a:pt x="1" y="8030"/>
                </a:lnTo>
                <a:lnTo>
                  <a:pt x="1" y="8468"/>
                </a:lnTo>
                <a:lnTo>
                  <a:pt x="1" y="8906"/>
                </a:lnTo>
                <a:lnTo>
                  <a:pt x="50" y="9344"/>
                </a:lnTo>
                <a:lnTo>
                  <a:pt x="98" y="9782"/>
                </a:lnTo>
                <a:lnTo>
                  <a:pt x="196" y="10196"/>
                </a:lnTo>
                <a:lnTo>
                  <a:pt x="293" y="10609"/>
                </a:lnTo>
                <a:lnTo>
                  <a:pt x="439" y="11023"/>
                </a:lnTo>
                <a:lnTo>
                  <a:pt x="585" y="11412"/>
                </a:lnTo>
                <a:lnTo>
                  <a:pt x="755" y="11802"/>
                </a:lnTo>
                <a:lnTo>
                  <a:pt x="926" y="12167"/>
                </a:lnTo>
                <a:lnTo>
                  <a:pt x="1145" y="12532"/>
                </a:lnTo>
                <a:lnTo>
                  <a:pt x="1364" y="12897"/>
                </a:lnTo>
                <a:lnTo>
                  <a:pt x="1607" y="13237"/>
                </a:lnTo>
                <a:lnTo>
                  <a:pt x="1875" y="13578"/>
                </a:lnTo>
                <a:lnTo>
                  <a:pt x="2142" y="13870"/>
                </a:lnTo>
                <a:lnTo>
                  <a:pt x="2434" y="14186"/>
                </a:lnTo>
                <a:lnTo>
                  <a:pt x="2726" y="14478"/>
                </a:lnTo>
                <a:lnTo>
                  <a:pt x="3067" y="14746"/>
                </a:lnTo>
                <a:lnTo>
                  <a:pt x="3383" y="14989"/>
                </a:lnTo>
                <a:lnTo>
                  <a:pt x="3724" y="15233"/>
                </a:lnTo>
                <a:lnTo>
                  <a:pt x="4089" y="15452"/>
                </a:lnTo>
                <a:lnTo>
                  <a:pt x="4454" y="15671"/>
                </a:lnTo>
                <a:lnTo>
                  <a:pt x="4819" y="15841"/>
                </a:lnTo>
                <a:lnTo>
                  <a:pt x="5208" y="16011"/>
                </a:lnTo>
                <a:lnTo>
                  <a:pt x="5597" y="16182"/>
                </a:lnTo>
                <a:lnTo>
                  <a:pt x="6011" y="16303"/>
                </a:lnTo>
                <a:lnTo>
                  <a:pt x="6425" y="16401"/>
                </a:lnTo>
                <a:lnTo>
                  <a:pt x="6838" y="16498"/>
                </a:lnTo>
                <a:lnTo>
                  <a:pt x="7252" y="16571"/>
                </a:lnTo>
                <a:lnTo>
                  <a:pt x="7690" y="16620"/>
                </a:lnTo>
                <a:lnTo>
                  <a:pt x="8128" y="16644"/>
                </a:lnTo>
                <a:lnTo>
                  <a:pt x="8566" y="16644"/>
                </a:lnTo>
                <a:lnTo>
                  <a:pt x="9004" y="16620"/>
                </a:lnTo>
                <a:lnTo>
                  <a:pt x="9101" y="16571"/>
                </a:lnTo>
                <a:lnTo>
                  <a:pt x="9174" y="16522"/>
                </a:lnTo>
                <a:lnTo>
                  <a:pt x="9539" y="16498"/>
                </a:lnTo>
                <a:lnTo>
                  <a:pt x="9929" y="16425"/>
                </a:lnTo>
                <a:lnTo>
                  <a:pt x="10318" y="16303"/>
                </a:lnTo>
                <a:lnTo>
                  <a:pt x="10707" y="16182"/>
                </a:lnTo>
                <a:lnTo>
                  <a:pt x="11072" y="16011"/>
                </a:lnTo>
                <a:lnTo>
                  <a:pt x="11437" y="15841"/>
                </a:lnTo>
                <a:lnTo>
                  <a:pt x="12143" y="15500"/>
                </a:lnTo>
                <a:lnTo>
                  <a:pt x="12508" y="15306"/>
                </a:lnTo>
                <a:lnTo>
                  <a:pt x="12848" y="15087"/>
                </a:lnTo>
                <a:lnTo>
                  <a:pt x="13213" y="14868"/>
                </a:lnTo>
                <a:lnTo>
                  <a:pt x="13554" y="14624"/>
                </a:lnTo>
                <a:lnTo>
                  <a:pt x="13895" y="14381"/>
                </a:lnTo>
                <a:lnTo>
                  <a:pt x="14211" y="14138"/>
                </a:lnTo>
                <a:lnTo>
                  <a:pt x="14527" y="13846"/>
                </a:lnTo>
                <a:lnTo>
                  <a:pt x="14819" y="13578"/>
                </a:lnTo>
                <a:lnTo>
                  <a:pt x="15111" y="13262"/>
                </a:lnTo>
                <a:lnTo>
                  <a:pt x="15379" y="12945"/>
                </a:lnTo>
                <a:lnTo>
                  <a:pt x="15598" y="12605"/>
                </a:lnTo>
                <a:lnTo>
                  <a:pt x="15817" y="12240"/>
                </a:lnTo>
                <a:lnTo>
                  <a:pt x="15987" y="11875"/>
                </a:lnTo>
                <a:lnTo>
                  <a:pt x="16158" y="11485"/>
                </a:lnTo>
                <a:lnTo>
                  <a:pt x="16279" y="11096"/>
                </a:lnTo>
                <a:lnTo>
                  <a:pt x="16401" y="10682"/>
                </a:lnTo>
                <a:lnTo>
                  <a:pt x="16474" y="10269"/>
                </a:lnTo>
                <a:lnTo>
                  <a:pt x="16547" y="9855"/>
                </a:lnTo>
                <a:lnTo>
                  <a:pt x="16596" y="9442"/>
                </a:lnTo>
                <a:lnTo>
                  <a:pt x="16620" y="9028"/>
                </a:lnTo>
                <a:lnTo>
                  <a:pt x="16620" y="8614"/>
                </a:lnTo>
                <a:lnTo>
                  <a:pt x="16596" y="8176"/>
                </a:lnTo>
                <a:lnTo>
                  <a:pt x="16571" y="7787"/>
                </a:lnTo>
                <a:lnTo>
                  <a:pt x="16523" y="7373"/>
                </a:lnTo>
                <a:lnTo>
                  <a:pt x="16450" y="6960"/>
                </a:lnTo>
                <a:lnTo>
                  <a:pt x="16377" y="6570"/>
                </a:lnTo>
                <a:lnTo>
                  <a:pt x="16279" y="6181"/>
                </a:lnTo>
                <a:lnTo>
                  <a:pt x="16158" y="5792"/>
                </a:lnTo>
                <a:lnTo>
                  <a:pt x="16036" y="5402"/>
                </a:lnTo>
                <a:lnTo>
                  <a:pt x="15890" y="5037"/>
                </a:lnTo>
                <a:lnTo>
                  <a:pt x="15720" y="4672"/>
                </a:lnTo>
                <a:lnTo>
                  <a:pt x="15549" y="4332"/>
                </a:lnTo>
                <a:lnTo>
                  <a:pt x="15355" y="3991"/>
                </a:lnTo>
                <a:lnTo>
                  <a:pt x="15136" y="3650"/>
                </a:lnTo>
                <a:lnTo>
                  <a:pt x="14917" y="3334"/>
                </a:lnTo>
                <a:lnTo>
                  <a:pt x="14649" y="3018"/>
                </a:lnTo>
                <a:lnTo>
                  <a:pt x="14406" y="2701"/>
                </a:lnTo>
                <a:lnTo>
                  <a:pt x="14114" y="2434"/>
                </a:lnTo>
                <a:lnTo>
                  <a:pt x="13822" y="2142"/>
                </a:lnTo>
                <a:lnTo>
                  <a:pt x="13505" y="1874"/>
                </a:lnTo>
                <a:lnTo>
                  <a:pt x="13213" y="1680"/>
                </a:lnTo>
                <a:lnTo>
                  <a:pt x="12897" y="1461"/>
                </a:lnTo>
                <a:lnTo>
                  <a:pt x="12605" y="1266"/>
                </a:lnTo>
                <a:lnTo>
                  <a:pt x="12289" y="1096"/>
                </a:lnTo>
                <a:lnTo>
                  <a:pt x="11632" y="779"/>
                </a:lnTo>
                <a:lnTo>
                  <a:pt x="10950" y="536"/>
                </a:lnTo>
                <a:lnTo>
                  <a:pt x="10561" y="414"/>
                </a:lnTo>
                <a:lnTo>
                  <a:pt x="10172" y="293"/>
                </a:lnTo>
                <a:lnTo>
                  <a:pt x="9783" y="220"/>
                </a:lnTo>
                <a:lnTo>
                  <a:pt x="9369" y="147"/>
                </a:lnTo>
                <a:lnTo>
                  <a:pt x="8834" y="74"/>
                </a:lnTo>
                <a:lnTo>
                  <a:pt x="8542" y="49"/>
                </a:lnTo>
                <a:lnTo>
                  <a:pt x="8274" y="74"/>
                </a:lnTo>
                <a:lnTo>
                  <a:pt x="8128" y="25"/>
                </a:lnTo>
                <a:lnTo>
                  <a:pt x="7982"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56" name="Google Shape;856;p39"/>
          <p:cNvSpPr/>
          <p:nvPr/>
        </p:nvSpPr>
        <p:spPr>
          <a:xfrm>
            <a:off x="3804127" y="3843844"/>
            <a:ext cx="365875" cy="374398"/>
          </a:xfrm>
          <a:custGeom>
            <a:avLst/>
            <a:gdLst/>
            <a:ahLst/>
            <a:cxnLst/>
            <a:rect l="l" t="t" r="r" b="b"/>
            <a:pathLst>
              <a:path w="16741" h="17131" extrusionOk="0">
                <a:moveTo>
                  <a:pt x="6570" y="5719"/>
                </a:moveTo>
                <a:lnTo>
                  <a:pt x="6692" y="5913"/>
                </a:lnTo>
                <a:lnTo>
                  <a:pt x="6619" y="5986"/>
                </a:lnTo>
                <a:lnTo>
                  <a:pt x="6351" y="6181"/>
                </a:lnTo>
                <a:lnTo>
                  <a:pt x="6059" y="6400"/>
                </a:lnTo>
                <a:lnTo>
                  <a:pt x="5816" y="6668"/>
                </a:lnTo>
                <a:lnTo>
                  <a:pt x="5718" y="6789"/>
                </a:lnTo>
                <a:lnTo>
                  <a:pt x="5621" y="6935"/>
                </a:lnTo>
                <a:lnTo>
                  <a:pt x="5499" y="6838"/>
                </a:lnTo>
                <a:lnTo>
                  <a:pt x="5353" y="6741"/>
                </a:lnTo>
                <a:lnTo>
                  <a:pt x="5499" y="6643"/>
                </a:lnTo>
                <a:lnTo>
                  <a:pt x="5645" y="6522"/>
                </a:lnTo>
                <a:lnTo>
                  <a:pt x="5913" y="6303"/>
                </a:lnTo>
                <a:lnTo>
                  <a:pt x="6570" y="5719"/>
                </a:lnTo>
                <a:close/>
                <a:moveTo>
                  <a:pt x="6959" y="6205"/>
                </a:moveTo>
                <a:lnTo>
                  <a:pt x="7057" y="6303"/>
                </a:lnTo>
                <a:lnTo>
                  <a:pt x="6789" y="6522"/>
                </a:lnTo>
                <a:lnTo>
                  <a:pt x="6473" y="6789"/>
                </a:lnTo>
                <a:lnTo>
                  <a:pt x="6205" y="7057"/>
                </a:lnTo>
                <a:lnTo>
                  <a:pt x="6083" y="7179"/>
                </a:lnTo>
                <a:lnTo>
                  <a:pt x="5986" y="7300"/>
                </a:lnTo>
                <a:lnTo>
                  <a:pt x="5864" y="7154"/>
                </a:lnTo>
                <a:lnTo>
                  <a:pt x="5986" y="7057"/>
                </a:lnTo>
                <a:lnTo>
                  <a:pt x="6108" y="6935"/>
                </a:lnTo>
                <a:lnTo>
                  <a:pt x="6351" y="6692"/>
                </a:lnTo>
                <a:lnTo>
                  <a:pt x="6619" y="6449"/>
                </a:lnTo>
                <a:lnTo>
                  <a:pt x="6911" y="6254"/>
                </a:lnTo>
                <a:lnTo>
                  <a:pt x="6959" y="6205"/>
                </a:lnTo>
                <a:close/>
                <a:moveTo>
                  <a:pt x="7397" y="6619"/>
                </a:moveTo>
                <a:lnTo>
                  <a:pt x="7665" y="6814"/>
                </a:lnTo>
                <a:lnTo>
                  <a:pt x="7324" y="7033"/>
                </a:lnTo>
                <a:lnTo>
                  <a:pt x="7008" y="7276"/>
                </a:lnTo>
                <a:lnTo>
                  <a:pt x="6862" y="7422"/>
                </a:lnTo>
                <a:lnTo>
                  <a:pt x="6716" y="7568"/>
                </a:lnTo>
                <a:lnTo>
                  <a:pt x="6594" y="7714"/>
                </a:lnTo>
                <a:lnTo>
                  <a:pt x="6497" y="7884"/>
                </a:lnTo>
                <a:lnTo>
                  <a:pt x="6229" y="7568"/>
                </a:lnTo>
                <a:lnTo>
                  <a:pt x="6327" y="7495"/>
                </a:lnTo>
                <a:lnTo>
                  <a:pt x="6424" y="7422"/>
                </a:lnTo>
                <a:lnTo>
                  <a:pt x="6619" y="7252"/>
                </a:lnTo>
                <a:lnTo>
                  <a:pt x="7008" y="6935"/>
                </a:lnTo>
                <a:lnTo>
                  <a:pt x="7397" y="6619"/>
                </a:lnTo>
                <a:close/>
                <a:moveTo>
                  <a:pt x="8030" y="7081"/>
                </a:moveTo>
                <a:lnTo>
                  <a:pt x="8127" y="7154"/>
                </a:lnTo>
                <a:lnTo>
                  <a:pt x="7762" y="7373"/>
                </a:lnTo>
                <a:lnTo>
                  <a:pt x="7397" y="7641"/>
                </a:lnTo>
                <a:lnTo>
                  <a:pt x="7057" y="7933"/>
                </a:lnTo>
                <a:lnTo>
                  <a:pt x="6911" y="8079"/>
                </a:lnTo>
                <a:lnTo>
                  <a:pt x="6765" y="8249"/>
                </a:lnTo>
                <a:lnTo>
                  <a:pt x="6619" y="8030"/>
                </a:lnTo>
                <a:lnTo>
                  <a:pt x="6643" y="8030"/>
                </a:lnTo>
                <a:lnTo>
                  <a:pt x="6838" y="7909"/>
                </a:lnTo>
                <a:lnTo>
                  <a:pt x="7008" y="7787"/>
                </a:lnTo>
                <a:lnTo>
                  <a:pt x="7324" y="7544"/>
                </a:lnTo>
                <a:lnTo>
                  <a:pt x="7689" y="7300"/>
                </a:lnTo>
                <a:lnTo>
                  <a:pt x="8030" y="7081"/>
                </a:lnTo>
                <a:close/>
                <a:moveTo>
                  <a:pt x="9879" y="8931"/>
                </a:moveTo>
                <a:lnTo>
                  <a:pt x="9952" y="9052"/>
                </a:lnTo>
                <a:lnTo>
                  <a:pt x="9757" y="9223"/>
                </a:lnTo>
                <a:lnTo>
                  <a:pt x="9563" y="9417"/>
                </a:lnTo>
                <a:lnTo>
                  <a:pt x="9198" y="9782"/>
                </a:lnTo>
                <a:lnTo>
                  <a:pt x="9027" y="9953"/>
                </a:lnTo>
                <a:lnTo>
                  <a:pt x="8930" y="10074"/>
                </a:lnTo>
                <a:lnTo>
                  <a:pt x="8833" y="10196"/>
                </a:lnTo>
                <a:lnTo>
                  <a:pt x="8589" y="10050"/>
                </a:lnTo>
                <a:lnTo>
                  <a:pt x="8711" y="9977"/>
                </a:lnTo>
                <a:lnTo>
                  <a:pt x="8833" y="9880"/>
                </a:lnTo>
                <a:lnTo>
                  <a:pt x="9027" y="9685"/>
                </a:lnTo>
                <a:lnTo>
                  <a:pt x="9879" y="8931"/>
                </a:lnTo>
                <a:close/>
                <a:moveTo>
                  <a:pt x="10317" y="5670"/>
                </a:moveTo>
                <a:lnTo>
                  <a:pt x="10585" y="5962"/>
                </a:lnTo>
                <a:lnTo>
                  <a:pt x="10220" y="6230"/>
                </a:lnTo>
                <a:lnTo>
                  <a:pt x="9879" y="6497"/>
                </a:lnTo>
                <a:lnTo>
                  <a:pt x="9198" y="7081"/>
                </a:lnTo>
                <a:lnTo>
                  <a:pt x="8541" y="7690"/>
                </a:lnTo>
                <a:lnTo>
                  <a:pt x="7908" y="8274"/>
                </a:lnTo>
                <a:lnTo>
                  <a:pt x="7276" y="8906"/>
                </a:lnTo>
                <a:lnTo>
                  <a:pt x="6643" y="9515"/>
                </a:lnTo>
                <a:lnTo>
                  <a:pt x="6108" y="10050"/>
                </a:lnTo>
                <a:lnTo>
                  <a:pt x="5962" y="10196"/>
                </a:lnTo>
                <a:lnTo>
                  <a:pt x="5864" y="10366"/>
                </a:lnTo>
                <a:lnTo>
                  <a:pt x="5767" y="10512"/>
                </a:lnTo>
                <a:lnTo>
                  <a:pt x="5694" y="10682"/>
                </a:lnTo>
                <a:lnTo>
                  <a:pt x="5378" y="10415"/>
                </a:lnTo>
                <a:lnTo>
                  <a:pt x="5524" y="10293"/>
                </a:lnTo>
                <a:lnTo>
                  <a:pt x="5670" y="10147"/>
                </a:lnTo>
                <a:lnTo>
                  <a:pt x="5913" y="9880"/>
                </a:lnTo>
                <a:lnTo>
                  <a:pt x="6424" y="9320"/>
                </a:lnTo>
                <a:lnTo>
                  <a:pt x="6935" y="8760"/>
                </a:lnTo>
                <a:lnTo>
                  <a:pt x="6984" y="8712"/>
                </a:lnTo>
                <a:lnTo>
                  <a:pt x="7008" y="8663"/>
                </a:lnTo>
                <a:lnTo>
                  <a:pt x="7008" y="8566"/>
                </a:lnTo>
                <a:lnTo>
                  <a:pt x="7519" y="8103"/>
                </a:lnTo>
                <a:lnTo>
                  <a:pt x="7762" y="7884"/>
                </a:lnTo>
                <a:lnTo>
                  <a:pt x="8054" y="7690"/>
                </a:lnTo>
                <a:lnTo>
                  <a:pt x="8370" y="7495"/>
                </a:lnTo>
                <a:lnTo>
                  <a:pt x="8516" y="7373"/>
                </a:lnTo>
                <a:lnTo>
                  <a:pt x="8541" y="7300"/>
                </a:lnTo>
                <a:lnTo>
                  <a:pt x="8565" y="7227"/>
                </a:lnTo>
                <a:lnTo>
                  <a:pt x="8735" y="7130"/>
                </a:lnTo>
                <a:lnTo>
                  <a:pt x="8906" y="6984"/>
                </a:lnTo>
                <a:lnTo>
                  <a:pt x="9246" y="6716"/>
                </a:lnTo>
                <a:lnTo>
                  <a:pt x="9782" y="6205"/>
                </a:lnTo>
                <a:lnTo>
                  <a:pt x="10317" y="5670"/>
                </a:lnTo>
                <a:close/>
                <a:moveTo>
                  <a:pt x="10195" y="9369"/>
                </a:moveTo>
                <a:lnTo>
                  <a:pt x="10439" y="9661"/>
                </a:lnTo>
                <a:lnTo>
                  <a:pt x="9928" y="10147"/>
                </a:lnTo>
                <a:lnTo>
                  <a:pt x="9660" y="10415"/>
                </a:lnTo>
                <a:lnTo>
                  <a:pt x="9514" y="10536"/>
                </a:lnTo>
                <a:lnTo>
                  <a:pt x="9417" y="10682"/>
                </a:lnTo>
                <a:lnTo>
                  <a:pt x="9222" y="10512"/>
                </a:lnTo>
                <a:lnTo>
                  <a:pt x="9052" y="10366"/>
                </a:lnTo>
                <a:lnTo>
                  <a:pt x="9198" y="10293"/>
                </a:lnTo>
                <a:lnTo>
                  <a:pt x="9319" y="10171"/>
                </a:lnTo>
                <a:lnTo>
                  <a:pt x="9538" y="9977"/>
                </a:lnTo>
                <a:lnTo>
                  <a:pt x="9879" y="9685"/>
                </a:lnTo>
                <a:lnTo>
                  <a:pt x="10195" y="9369"/>
                </a:lnTo>
                <a:close/>
                <a:moveTo>
                  <a:pt x="10852" y="6278"/>
                </a:moveTo>
                <a:lnTo>
                  <a:pt x="10901" y="6303"/>
                </a:lnTo>
                <a:lnTo>
                  <a:pt x="10609" y="6546"/>
                </a:lnTo>
                <a:lnTo>
                  <a:pt x="10341" y="6789"/>
                </a:lnTo>
                <a:lnTo>
                  <a:pt x="9806" y="7325"/>
                </a:lnTo>
                <a:lnTo>
                  <a:pt x="8565" y="8541"/>
                </a:lnTo>
                <a:lnTo>
                  <a:pt x="7300" y="9734"/>
                </a:lnTo>
                <a:lnTo>
                  <a:pt x="6643" y="10342"/>
                </a:lnTo>
                <a:lnTo>
                  <a:pt x="6473" y="10512"/>
                </a:lnTo>
                <a:lnTo>
                  <a:pt x="6327" y="10658"/>
                </a:lnTo>
                <a:lnTo>
                  <a:pt x="6181" y="10853"/>
                </a:lnTo>
                <a:lnTo>
                  <a:pt x="6083" y="11023"/>
                </a:lnTo>
                <a:lnTo>
                  <a:pt x="6083" y="11047"/>
                </a:lnTo>
                <a:lnTo>
                  <a:pt x="5791" y="10780"/>
                </a:lnTo>
                <a:lnTo>
                  <a:pt x="5937" y="10707"/>
                </a:lnTo>
                <a:lnTo>
                  <a:pt x="6083" y="10609"/>
                </a:lnTo>
                <a:lnTo>
                  <a:pt x="6327" y="10390"/>
                </a:lnTo>
                <a:lnTo>
                  <a:pt x="6765" y="9904"/>
                </a:lnTo>
                <a:lnTo>
                  <a:pt x="7397" y="9271"/>
                </a:lnTo>
                <a:lnTo>
                  <a:pt x="8054" y="8663"/>
                </a:lnTo>
                <a:lnTo>
                  <a:pt x="8735" y="8055"/>
                </a:lnTo>
                <a:lnTo>
                  <a:pt x="9441" y="7471"/>
                </a:lnTo>
                <a:lnTo>
                  <a:pt x="10171" y="6887"/>
                </a:lnTo>
                <a:lnTo>
                  <a:pt x="10852" y="6278"/>
                </a:lnTo>
                <a:close/>
                <a:moveTo>
                  <a:pt x="10731" y="9953"/>
                </a:moveTo>
                <a:lnTo>
                  <a:pt x="10901" y="10123"/>
                </a:lnTo>
                <a:lnTo>
                  <a:pt x="10658" y="10317"/>
                </a:lnTo>
                <a:lnTo>
                  <a:pt x="10463" y="10512"/>
                </a:lnTo>
                <a:lnTo>
                  <a:pt x="10147" y="10755"/>
                </a:lnTo>
                <a:lnTo>
                  <a:pt x="10001" y="10901"/>
                </a:lnTo>
                <a:lnTo>
                  <a:pt x="9879" y="11047"/>
                </a:lnTo>
                <a:lnTo>
                  <a:pt x="9709" y="10926"/>
                </a:lnTo>
                <a:lnTo>
                  <a:pt x="9611" y="10877"/>
                </a:lnTo>
                <a:lnTo>
                  <a:pt x="9879" y="10682"/>
                </a:lnTo>
                <a:lnTo>
                  <a:pt x="10122" y="10488"/>
                </a:lnTo>
                <a:lnTo>
                  <a:pt x="10731" y="9953"/>
                </a:lnTo>
                <a:close/>
                <a:moveTo>
                  <a:pt x="11193" y="6619"/>
                </a:moveTo>
                <a:lnTo>
                  <a:pt x="11315" y="6741"/>
                </a:lnTo>
                <a:lnTo>
                  <a:pt x="10852" y="7179"/>
                </a:lnTo>
                <a:lnTo>
                  <a:pt x="10439" y="7641"/>
                </a:lnTo>
                <a:lnTo>
                  <a:pt x="10001" y="8055"/>
                </a:lnTo>
                <a:lnTo>
                  <a:pt x="9806" y="8274"/>
                </a:lnTo>
                <a:lnTo>
                  <a:pt x="9733" y="8395"/>
                </a:lnTo>
                <a:lnTo>
                  <a:pt x="9684" y="8541"/>
                </a:lnTo>
                <a:lnTo>
                  <a:pt x="9684" y="8566"/>
                </a:lnTo>
                <a:lnTo>
                  <a:pt x="8857" y="9320"/>
                </a:lnTo>
                <a:lnTo>
                  <a:pt x="8565" y="9588"/>
                </a:lnTo>
                <a:lnTo>
                  <a:pt x="8419" y="9734"/>
                </a:lnTo>
                <a:lnTo>
                  <a:pt x="8346" y="9831"/>
                </a:lnTo>
                <a:lnTo>
                  <a:pt x="8297" y="9904"/>
                </a:lnTo>
                <a:lnTo>
                  <a:pt x="8224" y="9953"/>
                </a:lnTo>
                <a:lnTo>
                  <a:pt x="7713" y="10439"/>
                </a:lnTo>
                <a:lnTo>
                  <a:pt x="7203" y="10901"/>
                </a:lnTo>
                <a:lnTo>
                  <a:pt x="6886" y="11145"/>
                </a:lnTo>
                <a:lnTo>
                  <a:pt x="6716" y="11291"/>
                </a:lnTo>
                <a:lnTo>
                  <a:pt x="6570" y="11412"/>
                </a:lnTo>
                <a:lnTo>
                  <a:pt x="6254" y="11169"/>
                </a:lnTo>
                <a:lnTo>
                  <a:pt x="6424" y="11096"/>
                </a:lnTo>
                <a:lnTo>
                  <a:pt x="6570" y="10974"/>
                </a:lnTo>
                <a:lnTo>
                  <a:pt x="6886" y="10707"/>
                </a:lnTo>
                <a:lnTo>
                  <a:pt x="7446" y="10147"/>
                </a:lnTo>
                <a:lnTo>
                  <a:pt x="8711" y="8955"/>
                </a:lnTo>
                <a:lnTo>
                  <a:pt x="10001" y="7763"/>
                </a:lnTo>
                <a:lnTo>
                  <a:pt x="10609" y="7203"/>
                </a:lnTo>
                <a:lnTo>
                  <a:pt x="10901" y="6911"/>
                </a:lnTo>
                <a:lnTo>
                  <a:pt x="11193" y="6619"/>
                </a:lnTo>
                <a:close/>
                <a:moveTo>
                  <a:pt x="11120" y="10366"/>
                </a:moveTo>
                <a:lnTo>
                  <a:pt x="11290" y="10536"/>
                </a:lnTo>
                <a:lnTo>
                  <a:pt x="10998" y="10828"/>
                </a:lnTo>
                <a:lnTo>
                  <a:pt x="10706" y="11096"/>
                </a:lnTo>
                <a:lnTo>
                  <a:pt x="10487" y="11266"/>
                </a:lnTo>
                <a:lnTo>
                  <a:pt x="10244" y="11437"/>
                </a:lnTo>
                <a:lnTo>
                  <a:pt x="10171" y="11315"/>
                </a:lnTo>
                <a:lnTo>
                  <a:pt x="10074" y="11218"/>
                </a:lnTo>
                <a:lnTo>
                  <a:pt x="10220" y="11120"/>
                </a:lnTo>
                <a:lnTo>
                  <a:pt x="10366" y="11023"/>
                </a:lnTo>
                <a:lnTo>
                  <a:pt x="10633" y="10780"/>
                </a:lnTo>
                <a:lnTo>
                  <a:pt x="10877" y="10585"/>
                </a:lnTo>
                <a:lnTo>
                  <a:pt x="11120" y="10366"/>
                </a:lnTo>
                <a:close/>
                <a:moveTo>
                  <a:pt x="10220" y="5208"/>
                </a:moveTo>
                <a:lnTo>
                  <a:pt x="10122" y="5232"/>
                </a:lnTo>
                <a:lnTo>
                  <a:pt x="10049" y="5305"/>
                </a:lnTo>
                <a:lnTo>
                  <a:pt x="9952" y="5378"/>
                </a:lnTo>
                <a:lnTo>
                  <a:pt x="9344" y="6011"/>
                </a:lnTo>
                <a:lnTo>
                  <a:pt x="9027" y="6303"/>
                </a:lnTo>
                <a:lnTo>
                  <a:pt x="8687" y="6570"/>
                </a:lnTo>
                <a:lnTo>
                  <a:pt x="8419" y="6789"/>
                </a:lnTo>
                <a:lnTo>
                  <a:pt x="8005" y="6497"/>
                </a:lnTo>
                <a:lnTo>
                  <a:pt x="7592" y="6157"/>
                </a:lnTo>
                <a:lnTo>
                  <a:pt x="7373" y="5962"/>
                </a:lnTo>
                <a:lnTo>
                  <a:pt x="7178" y="5767"/>
                </a:lnTo>
                <a:lnTo>
                  <a:pt x="6984" y="5573"/>
                </a:lnTo>
                <a:lnTo>
                  <a:pt x="6740" y="5402"/>
                </a:lnTo>
                <a:lnTo>
                  <a:pt x="6716" y="5329"/>
                </a:lnTo>
                <a:lnTo>
                  <a:pt x="6643" y="5281"/>
                </a:lnTo>
                <a:lnTo>
                  <a:pt x="6594" y="5256"/>
                </a:lnTo>
                <a:lnTo>
                  <a:pt x="6448" y="5256"/>
                </a:lnTo>
                <a:lnTo>
                  <a:pt x="6400" y="5305"/>
                </a:lnTo>
                <a:lnTo>
                  <a:pt x="5621" y="6011"/>
                </a:lnTo>
                <a:lnTo>
                  <a:pt x="5280" y="6303"/>
                </a:lnTo>
                <a:lnTo>
                  <a:pt x="5134" y="6473"/>
                </a:lnTo>
                <a:lnTo>
                  <a:pt x="5086" y="6570"/>
                </a:lnTo>
                <a:lnTo>
                  <a:pt x="5037" y="6668"/>
                </a:lnTo>
                <a:lnTo>
                  <a:pt x="5037" y="6716"/>
                </a:lnTo>
                <a:lnTo>
                  <a:pt x="5037" y="6741"/>
                </a:lnTo>
                <a:lnTo>
                  <a:pt x="5086" y="6789"/>
                </a:lnTo>
                <a:lnTo>
                  <a:pt x="5110" y="6814"/>
                </a:lnTo>
                <a:lnTo>
                  <a:pt x="5183" y="6911"/>
                </a:lnTo>
                <a:lnTo>
                  <a:pt x="5256" y="7033"/>
                </a:lnTo>
                <a:lnTo>
                  <a:pt x="5426" y="7227"/>
                </a:lnTo>
                <a:lnTo>
                  <a:pt x="5791" y="7617"/>
                </a:lnTo>
                <a:lnTo>
                  <a:pt x="6156" y="8079"/>
                </a:lnTo>
                <a:lnTo>
                  <a:pt x="6521" y="8541"/>
                </a:lnTo>
                <a:lnTo>
                  <a:pt x="5694" y="9466"/>
                </a:lnTo>
                <a:lnTo>
                  <a:pt x="5256" y="9904"/>
                </a:lnTo>
                <a:lnTo>
                  <a:pt x="5159" y="10025"/>
                </a:lnTo>
                <a:lnTo>
                  <a:pt x="5061" y="10147"/>
                </a:lnTo>
                <a:lnTo>
                  <a:pt x="5013" y="10269"/>
                </a:lnTo>
                <a:lnTo>
                  <a:pt x="4988" y="10415"/>
                </a:lnTo>
                <a:lnTo>
                  <a:pt x="4988" y="10439"/>
                </a:lnTo>
                <a:lnTo>
                  <a:pt x="4988" y="10512"/>
                </a:lnTo>
                <a:lnTo>
                  <a:pt x="5013" y="10585"/>
                </a:lnTo>
                <a:lnTo>
                  <a:pt x="5159" y="10780"/>
                </a:lnTo>
                <a:lnTo>
                  <a:pt x="5305" y="10950"/>
                </a:lnTo>
                <a:lnTo>
                  <a:pt x="5670" y="11291"/>
                </a:lnTo>
                <a:lnTo>
                  <a:pt x="6035" y="11607"/>
                </a:lnTo>
                <a:lnTo>
                  <a:pt x="6424" y="11875"/>
                </a:lnTo>
                <a:lnTo>
                  <a:pt x="6473" y="11899"/>
                </a:lnTo>
                <a:lnTo>
                  <a:pt x="6521" y="11923"/>
                </a:lnTo>
                <a:lnTo>
                  <a:pt x="6594" y="11899"/>
                </a:lnTo>
                <a:lnTo>
                  <a:pt x="6619" y="11899"/>
                </a:lnTo>
                <a:lnTo>
                  <a:pt x="6692" y="11826"/>
                </a:lnTo>
                <a:lnTo>
                  <a:pt x="6740" y="11729"/>
                </a:lnTo>
                <a:lnTo>
                  <a:pt x="6911" y="11631"/>
                </a:lnTo>
                <a:lnTo>
                  <a:pt x="7057" y="11510"/>
                </a:lnTo>
                <a:lnTo>
                  <a:pt x="7349" y="11266"/>
                </a:lnTo>
                <a:lnTo>
                  <a:pt x="7859" y="10828"/>
                </a:lnTo>
                <a:lnTo>
                  <a:pt x="8370" y="10342"/>
                </a:lnTo>
                <a:lnTo>
                  <a:pt x="8468" y="10439"/>
                </a:lnTo>
                <a:lnTo>
                  <a:pt x="8784" y="10707"/>
                </a:lnTo>
                <a:lnTo>
                  <a:pt x="9076" y="10999"/>
                </a:lnTo>
                <a:lnTo>
                  <a:pt x="9198" y="11120"/>
                </a:lnTo>
                <a:lnTo>
                  <a:pt x="9319" y="11218"/>
                </a:lnTo>
                <a:lnTo>
                  <a:pt x="9587" y="11364"/>
                </a:lnTo>
                <a:lnTo>
                  <a:pt x="9709" y="11485"/>
                </a:lnTo>
                <a:lnTo>
                  <a:pt x="9830" y="11583"/>
                </a:lnTo>
                <a:lnTo>
                  <a:pt x="9928" y="11704"/>
                </a:lnTo>
                <a:lnTo>
                  <a:pt x="10001" y="11753"/>
                </a:lnTo>
                <a:lnTo>
                  <a:pt x="10074" y="11777"/>
                </a:lnTo>
                <a:lnTo>
                  <a:pt x="10098" y="11802"/>
                </a:lnTo>
                <a:lnTo>
                  <a:pt x="10220" y="11802"/>
                </a:lnTo>
                <a:lnTo>
                  <a:pt x="10317" y="11777"/>
                </a:lnTo>
                <a:lnTo>
                  <a:pt x="10414" y="11729"/>
                </a:lnTo>
                <a:lnTo>
                  <a:pt x="10512" y="11680"/>
                </a:lnTo>
                <a:lnTo>
                  <a:pt x="10706" y="11534"/>
                </a:lnTo>
                <a:lnTo>
                  <a:pt x="10877" y="11388"/>
                </a:lnTo>
                <a:lnTo>
                  <a:pt x="11096" y="11218"/>
                </a:lnTo>
                <a:lnTo>
                  <a:pt x="11315" y="10999"/>
                </a:lnTo>
                <a:lnTo>
                  <a:pt x="11704" y="10585"/>
                </a:lnTo>
                <a:lnTo>
                  <a:pt x="11753" y="10512"/>
                </a:lnTo>
                <a:lnTo>
                  <a:pt x="11753" y="10439"/>
                </a:lnTo>
                <a:lnTo>
                  <a:pt x="11728" y="10366"/>
                </a:lnTo>
                <a:lnTo>
                  <a:pt x="11680" y="10317"/>
                </a:lnTo>
                <a:lnTo>
                  <a:pt x="11631" y="10244"/>
                </a:lnTo>
                <a:lnTo>
                  <a:pt x="11339" y="9904"/>
                </a:lnTo>
                <a:lnTo>
                  <a:pt x="11047" y="9588"/>
                </a:lnTo>
                <a:lnTo>
                  <a:pt x="10731" y="9271"/>
                </a:lnTo>
                <a:lnTo>
                  <a:pt x="10439" y="8955"/>
                </a:lnTo>
                <a:lnTo>
                  <a:pt x="10414" y="8906"/>
                </a:lnTo>
                <a:lnTo>
                  <a:pt x="10366" y="8882"/>
                </a:lnTo>
                <a:lnTo>
                  <a:pt x="10195" y="8639"/>
                </a:lnTo>
                <a:lnTo>
                  <a:pt x="10220" y="8590"/>
                </a:lnTo>
                <a:lnTo>
                  <a:pt x="10220" y="8517"/>
                </a:lnTo>
                <a:lnTo>
                  <a:pt x="10220" y="8468"/>
                </a:lnTo>
                <a:lnTo>
                  <a:pt x="10195" y="8420"/>
                </a:lnTo>
                <a:lnTo>
                  <a:pt x="10463" y="8152"/>
                </a:lnTo>
                <a:lnTo>
                  <a:pt x="10706" y="7909"/>
                </a:lnTo>
                <a:lnTo>
                  <a:pt x="11193" y="7422"/>
                </a:lnTo>
                <a:lnTo>
                  <a:pt x="11461" y="7179"/>
                </a:lnTo>
                <a:lnTo>
                  <a:pt x="11680" y="6911"/>
                </a:lnTo>
                <a:lnTo>
                  <a:pt x="11728" y="6838"/>
                </a:lnTo>
                <a:lnTo>
                  <a:pt x="11728" y="6741"/>
                </a:lnTo>
                <a:lnTo>
                  <a:pt x="11753" y="6692"/>
                </a:lnTo>
                <a:lnTo>
                  <a:pt x="11753" y="6643"/>
                </a:lnTo>
                <a:lnTo>
                  <a:pt x="11753" y="6570"/>
                </a:lnTo>
                <a:lnTo>
                  <a:pt x="11728" y="6522"/>
                </a:lnTo>
                <a:lnTo>
                  <a:pt x="11607" y="6351"/>
                </a:lnTo>
                <a:lnTo>
                  <a:pt x="11461" y="6205"/>
                </a:lnTo>
                <a:lnTo>
                  <a:pt x="11169" y="5913"/>
                </a:lnTo>
                <a:lnTo>
                  <a:pt x="10852" y="5597"/>
                </a:lnTo>
                <a:lnTo>
                  <a:pt x="10536" y="5305"/>
                </a:lnTo>
                <a:lnTo>
                  <a:pt x="10463" y="5256"/>
                </a:lnTo>
                <a:lnTo>
                  <a:pt x="10366" y="5256"/>
                </a:lnTo>
                <a:lnTo>
                  <a:pt x="10341" y="5232"/>
                </a:lnTo>
                <a:lnTo>
                  <a:pt x="10220" y="5208"/>
                </a:lnTo>
                <a:close/>
                <a:moveTo>
                  <a:pt x="11631" y="536"/>
                </a:moveTo>
                <a:lnTo>
                  <a:pt x="11728" y="658"/>
                </a:lnTo>
                <a:lnTo>
                  <a:pt x="11801" y="779"/>
                </a:lnTo>
                <a:lnTo>
                  <a:pt x="12020" y="998"/>
                </a:lnTo>
                <a:lnTo>
                  <a:pt x="12483" y="1412"/>
                </a:lnTo>
                <a:lnTo>
                  <a:pt x="13164" y="2044"/>
                </a:lnTo>
                <a:lnTo>
                  <a:pt x="13797" y="2677"/>
                </a:lnTo>
                <a:lnTo>
                  <a:pt x="14429" y="3334"/>
                </a:lnTo>
                <a:lnTo>
                  <a:pt x="15062" y="3991"/>
                </a:lnTo>
                <a:lnTo>
                  <a:pt x="16278" y="5354"/>
                </a:lnTo>
                <a:lnTo>
                  <a:pt x="16303" y="5354"/>
                </a:lnTo>
                <a:lnTo>
                  <a:pt x="16254" y="5548"/>
                </a:lnTo>
                <a:lnTo>
                  <a:pt x="16230" y="5719"/>
                </a:lnTo>
                <a:lnTo>
                  <a:pt x="16181" y="6084"/>
                </a:lnTo>
                <a:lnTo>
                  <a:pt x="16181" y="6838"/>
                </a:lnTo>
                <a:lnTo>
                  <a:pt x="16157" y="7690"/>
                </a:lnTo>
                <a:lnTo>
                  <a:pt x="16157" y="8541"/>
                </a:lnTo>
                <a:lnTo>
                  <a:pt x="16181" y="10244"/>
                </a:lnTo>
                <a:lnTo>
                  <a:pt x="16230" y="11948"/>
                </a:lnTo>
                <a:lnTo>
                  <a:pt x="16230" y="11972"/>
                </a:lnTo>
                <a:lnTo>
                  <a:pt x="15938" y="12167"/>
                </a:lnTo>
                <a:lnTo>
                  <a:pt x="15646" y="12410"/>
                </a:lnTo>
                <a:lnTo>
                  <a:pt x="15354" y="12653"/>
                </a:lnTo>
                <a:lnTo>
                  <a:pt x="15086" y="12921"/>
                </a:lnTo>
                <a:lnTo>
                  <a:pt x="14551" y="13456"/>
                </a:lnTo>
                <a:lnTo>
                  <a:pt x="14016" y="13992"/>
                </a:lnTo>
                <a:lnTo>
                  <a:pt x="11509" y="16401"/>
                </a:lnTo>
                <a:lnTo>
                  <a:pt x="11461" y="16474"/>
                </a:lnTo>
                <a:lnTo>
                  <a:pt x="9830" y="16571"/>
                </a:lnTo>
                <a:lnTo>
                  <a:pt x="9027" y="16595"/>
                </a:lnTo>
                <a:lnTo>
                  <a:pt x="8200" y="16620"/>
                </a:lnTo>
                <a:lnTo>
                  <a:pt x="7349" y="16595"/>
                </a:lnTo>
                <a:lnTo>
                  <a:pt x="6521" y="16571"/>
                </a:lnTo>
                <a:lnTo>
                  <a:pt x="5840" y="16498"/>
                </a:lnTo>
                <a:lnTo>
                  <a:pt x="5329" y="16498"/>
                </a:lnTo>
                <a:lnTo>
                  <a:pt x="5159" y="16522"/>
                </a:lnTo>
                <a:lnTo>
                  <a:pt x="5110" y="16401"/>
                </a:lnTo>
                <a:lnTo>
                  <a:pt x="5037" y="16255"/>
                </a:lnTo>
                <a:lnTo>
                  <a:pt x="4940" y="16133"/>
                </a:lnTo>
                <a:lnTo>
                  <a:pt x="4842" y="16011"/>
                </a:lnTo>
                <a:lnTo>
                  <a:pt x="4429" y="15549"/>
                </a:lnTo>
                <a:lnTo>
                  <a:pt x="3772" y="14868"/>
                </a:lnTo>
                <a:lnTo>
                  <a:pt x="3431" y="14527"/>
                </a:lnTo>
                <a:lnTo>
                  <a:pt x="3090" y="14211"/>
                </a:lnTo>
                <a:lnTo>
                  <a:pt x="2750" y="13919"/>
                </a:lnTo>
                <a:lnTo>
                  <a:pt x="2385" y="13651"/>
                </a:lnTo>
                <a:lnTo>
                  <a:pt x="1679" y="13116"/>
                </a:lnTo>
                <a:lnTo>
                  <a:pt x="1338" y="12824"/>
                </a:lnTo>
                <a:lnTo>
                  <a:pt x="1022" y="12532"/>
                </a:lnTo>
                <a:lnTo>
                  <a:pt x="730" y="12191"/>
                </a:lnTo>
                <a:lnTo>
                  <a:pt x="487" y="11850"/>
                </a:lnTo>
                <a:lnTo>
                  <a:pt x="535" y="11704"/>
                </a:lnTo>
                <a:lnTo>
                  <a:pt x="560" y="11534"/>
                </a:lnTo>
                <a:lnTo>
                  <a:pt x="584" y="11218"/>
                </a:lnTo>
                <a:lnTo>
                  <a:pt x="584" y="10561"/>
                </a:lnTo>
                <a:lnTo>
                  <a:pt x="584" y="9612"/>
                </a:lnTo>
                <a:lnTo>
                  <a:pt x="584" y="8663"/>
                </a:lnTo>
                <a:lnTo>
                  <a:pt x="584" y="7714"/>
                </a:lnTo>
                <a:lnTo>
                  <a:pt x="535" y="6765"/>
                </a:lnTo>
                <a:lnTo>
                  <a:pt x="535" y="6132"/>
                </a:lnTo>
                <a:lnTo>
                  <a:pt x="511" y="5792"/>
                </a:lnTo>
                <a:lnTo>
                  <a:pt x="438" y="5475"/>
                </a:lnTo>
                <a:lnTo>
                  <a:pt x="511" y="5402"/>
                </a:lnTo>
                <a:lnTo>
                  <a:pt x="1046" y="4721"/>
                </a:lnTo>
                <a:lnTo>
                  <a:pt x="1582" y="4040"/>
                </a:lnTo>
                <a:lnTo>
                  <a:pt x="2141" y="3358"/>
                </a:lnTo>
                <a:lnTo>
                  <a:pt x="2725" y="2726"/>
                </a:lnTo>
                <a:lnTo>
                  <a:pt x="2993" y="2458"/>
                </a:lnTo>
                <a:lnTo>
                  <a:pt x="3285" y="2190"/>
                </a:lnTo>
                <a:lnTo>
                  <a:pt x="3869" y="1655"/>
                </a:lnTo>
                <a:lnTo>
                  <a:pt x="4429" y="1120"/>
                </a:lnTo>
                <a:lnTo>
                  <a:pt x="4696" y="852"/>
                </a:lnTo>
                <a:lnTo>
                  <a:pt x="4964" y="560"/>
                </a:lnTo>
                <a:lnTo>
                  <a:pt x="5305" y="609"/>
                </a:lnTo>
                <a:lnTo>
                  <a:pt x="5670" y="633"/>
                </a:lnTo>
                <a:lnTo>
                  <a:pt x="6400" y="633"/>
                </a:lnTo>
                <a:lnTo>
                  <a:pt x="8127" y="609"/>
                </a:lnTo>
                <a:lnTo>
                  <a:pt x="9003" y="609"/>
                </a:lnTo>
                <a:lnTo>
                  <a:pt x="9879" y="633"/>
                </a:lnTo>
                <a:lnTo>
                  <a:pt x="10779" y="609"/>
                </a:lnTo>
                <a:lnTo>
                  <a:pt x="11217" y="585"/>
                </a:lnTo>
                <a:lnTo>
                  <a:pt x="11631" y="536"/>
                </a:lnTo>
                <a:close/>
                <a:moveTo>
                  <a:pt x="10731" y="1"/>
                </a:moveTo>
                <a:lnTo>
                  <a:pt x="9855" y="25"/>
                </a:lnTo>
                <a:lnTo>
                  <a:pt x="8127" y="49"/>
                </a:lnTo>
                <a:lnTo>
                  <a:pt x="6400" y="74"/>
                </a:lnTo>
                <a:lnTo>
                  <a:pt x="5597" y="74"/>
                </a:lnTo>
                <a:lnTo>
                  <a:pt x="5207" y="98"/>
                </a:lnTo>
                <a:lnTo>
                  <a:pt x="4818" y="171"/>
                </a:lnTo>
                <a:lnTo>
                  <a:pt x="4769" y="195"/>
                </a:lnTo>
                <a:lnTo>
                  <a:pt x="4721" y="244"/>
                </a:lnTo>
                <a:lnTo>
                  <a:pt x="4696" y="293"/>
                </a:lnTo>
                <a:lnTo>
                  <a:pt x="4696" y="341"/>
                </a:lnTo>
                <a:lnTo>
                  <a:pt x="4331" y="536"/>
                </a:lnTo>
                <a:lnTo>
                  <a:pt x="4015" y="779"/>
                </a:lnTo>
                <a:lnTo>
                  <a:pt x="3674" y="1023"/>
                </a:lnTo>
                <a:lnTo>
                  <a:pt x="3382" y="1315"/>
                </a:lnTo>
                <a:lnTo>
                  <a:pt x="2774" y="1899"/>
                </a:lnTo>
                <a:lnTo>
                  <a:pt x="2239" y="2458"/>
                </a:lnTo>
                <a:lnTo>
                  <a:pt x="1655" y="3091"/>
                </a:lnTo>
                <a:lnTo>
                  <a:pt x="1071" y="3748"/>
                </a:lnTo>
                <a:lnTo>
                  <a:pt x="535" y="4429"/>
                </a:lnTo>
                <a:lnTo>
                  <a:pt x="49" y="5135"/>
                </a:lnTo>
                <a:lnTo>
                  <a:pt x="24" y="5208"/>
                </a:lnTo>
                <a:lnTo>
                  <a:pt x="0" y="5281"/>
                </a:lnTo>
                <a:lnTo>
                  <a:pt x="24" y="5354"/>
                </a:lnTo>
                <a:lnTo>
                  <a:pt x="49" y="5402"/>
                </a:lnTo>
                <a:lnTo>
                  <a:pt x="0" y="5694"/>
                </a:lnTo>
                <a:lnTo>
                  <a:pt x="0" y="5986"/>
                </a:lnTo>
                <a:lnTo>
                  <a:pt x="24" y="6570"/>
                </a:lnTo>
                <a:lnTo>
                  <a:pt x="73" y="8468"/>
                </a:lnTo>
                <a:lnTo>
                  <a:pt x="73" y="9417"/>
                </a:lnTo>
                <a:lnTo>
                  <a:pt x="73" y="10366"/>
                </a:lnTo>
                <a:lnTo>
                  <a:pt x="49" y="10755"/>
                </a:lnTo>
                <a:lnTo>
                  <a:pt x="0" y="11145"/>
                </a:lnTo>
                <a:lnTo>
                  <a:pt x="0" y="11339"/>
                </a:lnTo>
                <a:lnTo>
                  <a:pt x="0" y="11534"/>
                </a:lnTo>
                <a:lnTo>
                  <a:pt x="24" y="11729"/>
                </a:lnTo>
                <a:lnTo>
                  <a:pt x="97" y="11899"/>
                </a:lnTo>
                <a:lnTo>
                  <a:pt x="73" y="11948"/>
                </a:lnTo>
                <a:lnTo>
                  <a:pt x="73" y="11996"/>
                </a:lnTo>
                <a:lnTo>
                  <a:pt x="146" y="12191"/>
                </a:lnTo>
                <a:lnTo>
                  <a:pt x="219" y="12361"/>
                </a:lnTo>
                <a:lnTo>
                  <a:pt x="292" y="12532"/>
                </a:lnTo>
                <a:lnTo>
                  <a:pt x="414" y="12702"/>
                </a:lnTo>
                <a:lnTo>
                  <a:pt x="535" y="12848"/>
                </a:lnTo>
                <a:lnTo>
                  <a:pt x="681" y="12994"/>
                </a:lnTo>
                <a:lnTo>
                  <a:pt x="998" y="13286"/>
                </a:lnTo>
                <a:lnTo>
                  <a:pt x="1338" y="13554"/>
                </a:lnTo>
                <a:lnTo>
                  <a:pt x="1679" y="13797"/>
                </a:lnTo>
                <a:lnTo>
                  <a:pt x="1995" y="14040"/>
                </a:lnTo>
                <a:lnTo>
                  <a:pt x="2287" y="14259"/>
                </a:lnTo>
                <a:lnTo>
                  <a:pt x="2652" y="14576"/>
                </a:lnTo>
                <a:lnTo>
                  <a:pt x="2993" y="14916"/>
                </a:lnTo>
                <a:lnTo>
                  <a:pt x="3650" y="15598"/>
                </a:lnTo>
                <a:lnTo>
                  <a:pt x="3991" y="15987"/>
                </a:lnTo>
                <a:lnTo>
                  <a:pt x="4331" y="16376"/>
                </a:lnTo>
                <a:lnTo>
                  <a:pt x="4453" y="16547"/>
                </a:lnTo>
                <a:lnTo>
                  <a:pt x="4599" y="16693"/>
                </a:lnTo>
                <a:lnTo>
                  <a:pt x="4745" y="16814"/>
                </a:lnTo>
                <a:lnTo>
                  <a:pt x="4818" y="16863"/>
                </a:lnTo>
                <a:lnTo>
                  <a:pt x="4940" y="16887"/>
                </a:lnTo>
                <a:lnTo>
                  <a:pt x="5013" y="16887"/>
                </a:lnTo>
                <a:lnTo>
                  <a:pt x="5086" y="16863"/>
                </a:lnTo>
                <a:lnTo>
                  <a:pt x="5232" y="16912"/>
                </a:lnTo>
                <a:lnTo>
                  <a:pt x="5378" y="16960"/>
                </a:lnTo>
                <a:lnTo>
                  <a:pt x="5694" y="17009"/>
                </a:lnTo>
                <a:lnTo>
                  <a:pt x="6327" y="17058"/>
                </a:lnTo>
                <a:lnTo>
                  <a:pt x="7178" y="17106"/>
                </a:lnTo>
                <a:lnTo>
                  <a:pt x="8005" y="17106"/>
                </a:lnTo>
                <a:lnTo>
                  <a:pt x="8906" y="17131"/>
                </a:lnTo>
                <a:lnTo>
                  <a:pt x="9806" y="17106"/>
                </a:lnTo>
                <a:lnTo>
                  <a:pt x="10706" y="17033"/>
                </a:lnTo>
                <a:lnTo>
                  <a:pt x="11582" y="16936"/>
                </a:lnTo>
                <a:lnTo>
                  <a:pt x="11655" y="16912"/>
                </a:lnTo>
                <a:lnTo>
                  <a:pt x="11704" y="16887"/>
                </a:lnTo>
                <a:lnTo>
                  <a:pt x="11753" y="16839"/>
                </a:lnTo>
                <a:lnTo>
                  <a:pt x="11801" y="16790"/>
                </a:lnTo>
                <a:lnTo>
                  <a:pt x="11850" y="16741"/>
                </a:lnTo>
                <a:lnTo>
                  <a:pt x="14210" y="14454"/>
                </a:lnTo>
                <a:lnTo>
                  <a:pt x="14794" y="13919"/>
                </a:lnTo>
                <a:lnTo>
                  <a:pt x="15403" y="13383"/>
                </a:lnTo>
                <a:lnTo>
                  <a:pt x="15694" y="13091"/>
                </a:lnTo>
                <a:lnTo>
                  <a:pt x="15986" y="12799"/>
                </a:lnTo>
                <a:lnTo>
                  <a:pt x="16230" y="12507"/>
                </a:lnTo>
                <a:lnTo>
                  <a:pt x="16473" y="12191"/>
                </a:lnTo>
                <a:lnTo>
                  <a:pt x="16570" y="12191"/>
                </a:lnTo>
                <a:lnTo>
                  <a:pt x="16668" y="12142"/>
                </a:lnTo>
                <a:lnTo>
                  <a:pt x="16716" y="12069"/>
                </a:lnTo>
                <a:lnTo>
                  <a:pt x="16741" y="11948"/>
                </a:lnTo>
                <a:lnTo>
                  <a:pt x="16692" y="10244"/>
                </a:lnTo>
                <a:lnTo>
                  <a:pt x="16668" y="8541"/>
                </a:lnTo>
                <a:lnTo>
                  <a:pt x="16692" y="6838"/>
                </a:lnTo>
                <a:lnTo>
                  <a:pt x="16716" y="6084"/>
                </a:lnTo>
                <a:lnTo>
                  <a:pt x="16716" y="5694"/>
                </a:lnTo>
                <a:lnTo>
                  <a:pt x="16692" y="5500"/>
                </a:lnTo>
                <a:lnTo>
                  <a:pt x="16643" y="5329"/>
                </a:lnTo>
                <a:lnTo>
                  <a:pt x="16692" y="5232"/>
                </a:lnTo>
                <a:lnTo>
                  <a:pt x="16716" y="5159"/>
                </a:lnTo>
                <a:lnTo>
                  <a:pt x="16692" y="5062"/>
                </a:lnTo>
                <a:lnTo>
                  <a:pt x="16643" y="4989"/>
                </a:lnTo>
                <a:lnTo>
                  <a:pt x="16084" y="4332"/>
                </a:lnTo>
                <a:lnTo>
                  <a:pt x="15500" y="3675"/>
                </a:lnTo>
                <a:lnTo>
                  <a:pt x="14916" y="3042"/>
                </a:lnTo>
                <a:lnTo>
                  <a:pt x="14308" y="2434"/>
                </a:lnTo>
                <a:lnTo>
                  <a:pt x="13651" y="1801"/>
                </a:lnTo>
                <a:lnTo>
                  <a:pt x="12994" y="1169"/>
                </a:lnTo>
                <a:lnTo>
                  <a:pt x="12726" y="901"/>
                </a:lnTo>
                <a:lnTo>
                  <a:pt x="12434" y="633"/>
                </a:lnTo>
                <a:lnTo>
                  <a:pt x="12288" y="512"/>
                </a:lnTo>
                <a:lnTo>
                  <a:pt x="12142" y="390"/>
                </a:lnTo>
                <a:lnTo>
                  <a:pt x="11972" y="293"/>
                </a:lnTo>
                <a:lnTo>
                  <a:pt x="11801" y="244"/>
                </a:lnTo>
                <a:lnTo>
                  <a:pt x="11777" y="171"/>
                </a:lnTo>
                <a:lnTo>
                  <a:pt x="11728" y="98"/>
                </a:lnTo>
                <a:lnTo>
                  <a:pt x="11655" y="74"/>
                </a:lnTo>
                <a:lnTo>
                  <a:pt x="11582" y="49"/>
                </a:lnTo>
                <a:lnTo>
                  <a:pt x="11144"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57" name="Google Shape;857;p39"/>
          <p:cNvSpPr/>
          <p:nvPr/>
        </p:nvSpPr>
        <p:spPr>
          <a:xfrm>
            <a:off x="4363533" y="3847559"/>
            <a:ext cx="422260" cy="356848"/>
          </a:xfrm>
          <a:custGeom>
            <a:avLst/>
            <a:gdLst/>
            <a:ahLst/>
            <a:cxnLst/>
            <a:rect l="l" t="t" r="r" b="b"/>
            <a:pathLst>
              <a:path w="19321" h="16328" extrusionOk="0">
                <a:moveTo>
                  <a:pt x="15403" y="1996"/>
                </a:moveTo>
                <a:lnTo>
                  <a:pt x="15573" y="2215"/>
                </a:lnTo>
                <a:lnTo>
                  <a:pt x="15695" y="2458"/>
                </a:lnTo>
                <a:lnTo>
                  <a:pt x="15500" y="2531"/>
                </a:lnTo>
                <a:lnTo>
                  <a:pt x="15306" y="2629"/>
                </a:lnTo>
                <a:lnTo>
                  <a:pt x="14916" y="2799"/>
                </a:lnTo>
                <a:lnTo>
                  <a:pt x="14819" y="2483"/>
                </a:lnTo>
                <a:lnTo>
                  <a:pt x="14673" y="2215"/>
                </a:lnTo>
                <a:lnTo>
                  <a:pt x="14965" y="2118"/>
                </a:lnTo>
                <a:lnTo>
                  <a:pt x="15403" y="1996"/>
                </a:lnTo>
                <a:close/>
                <a:moveTo>
                  <a:pt x="15817" y="2702"/>
                </a:moveTo>
                <a:lnTo>
                  <a:pt x="16011" y="3140"/>
                </a:lnTo>
                <a:lnTo>
                  <a:pt x="15646" y="3286"/>
                </a:lnTo>
                <a:lnTo>
                  <a:pt x="15379" y="3407"/>
                </a:lnTo>
                <a:lnTo>
                  <a:pt x="15111" y="3553"/>
                </a:lnTo>
                <a:lnTo>
                  <a:pt x="14989" y="3042"/>
                </a:lnTo>
                <a:lnTo>
                  <a:pt x="15306" y="2921"/>
                </a:lnTo>
                <a:lnTo>
                  <a:pt x="15573" y="2823"/>
                </a:lnTo>
                <a:lnTo>
                  <a:pt x="15817" y="2702"/>
                </a:lnTo>
                <a:close/>
                <a:moveTo>
                  <a:pt x="16084" y="3286"/>
                </a:moveTo>
                <a:lnTo>
                  <a:pt x="16206" y="3602"/>
                </a:lnTo>
                <a:lnTo>
                  <a:pt x="15817" y="3772"/>
                </a:lnTo>
                <a:lnTo>
                  <a:pt x="15500" y="3894"/>
                </a:lnTo>
                <a:lnTo>
                  <a:pt x="15354" y="3943"/>
                </a:lnTo>
                <a:lnTo>
                  <a:pt x="15208" y="4040"/>
                </a:lnTo>
                <a:lnTo>
                  <a:pt x="15135" y="3699"/>
                </a:lnTo>
                <a:lnTo>
                  <a:pt x="15427" y="3578"/>
                </a:lnTo>
                <a:lnTo>
                  <a:pt x="15719" y="3456"/>
                </a:lnTo>
                <a:lnTo>
                  <a:pt x="16084" y="3286"/>
                </a:lnTo>
                <a:close/>
                <a:moveTo>
                  <a:pt x="16303" y="3894"/>
                </a:moveTo>
                <a:lnTo>
                  <a:pt x="16449" y="4283"/>
                </a:lnTo>
                <a:lnTo>
                  <a:pt x="16376" y="4259"/>
                </a:lnTo>
                <a:lnTo>
                  <a:pt x="16279" y="4259"/>
                </a:lnTo>
                <a:lnTo>
                  <a:pt x="16133" y="4308"/>
                </a:lnTo>
                <a:lnTo>
                  <a:pt x="15841" y="4454"/>
                </a:lnTo>
                <a:lnTo>
                  <a:pt x="15598" y="4575"/>
                </a:lnTo>
                <a:lnTo>
                  <a:pt x="15379" y="4697"/>
                </a:lnTo>
                <a:lnTo>
                  <a:pt x="15257" y="4259"/>
                </a:lnTo>
                <a:lnTo>
                  <a:pt x="15427" y="4210"/>
                </a:lnTo>
                <a:lnTo>
                  <a:pt x="15573" y="4162"/>
                </a:lnTo>
                <a:lnTo>
                  <a:pt x="15890" y="4040"/>
                </a:lnTo>
                <a:lnTo>
                  <a:pt x="16303" y="3894"/>
                </a:lnTo>
                <a:close/>
                <a:moveTo>
                  <a:pt x="16498" y="4405"/>
                </a:moveTo>
                <a:lnTo>
                  <a:pt x="16498" y="4454"/>
                </a:lnTo>
                <a:lnTo>
                  <a:pt x="16595" y="4721"/>
                </a:lnTo>
                <a:lnTo>
                  <a:pt x="16449" y="4770"/>
                </a:lnTo>
                <a:lnTo>
                  <a:pt x="16303" y="4819"/>
                </a:lnTo>
                <a:lnTo>
                  <a:pt x="16011" y="4965"/>
                </a:lnTo>
                <a:lnTo>
                  <a:pt x="15768" y="5086"/>
                </a:lnTo>
                <a:lnTo>
                  <a:pt x="15622" y="5184"/>
                </a:lnTo>
                <a:lnTo>
                  <a:pt x="15549" y="5232"/>
                </a:lnTo>
                <a:lnTo>
                  <a:pt x="15525" y="5305"/>
                </a:lnTo>
                <a:lnTo>
                  <a:pt x="15427" y="4892"/>
                </a:lnTo>
                <a:lnTo>
                  <a:pt x="15695" y="4819"/>
                </a:lnTo>
                <a:lnTo>
                  <a:pt x="15938" y="4721"/>
                </a:lnTo>
                <a:lnTo>
                  <a:pt x="16255" y="4624"/>
                </a:lnTo>
                <a:lnTo>
                  <a:pt x="16401" y="4527"/>
                </a:lnTo>
                <a:lnTo>
                  <a:pt x="16449" y="4478"/>
                </a:lnTo>
                <a:lnTo>
                  <a:pt x="16498" y="4405"/>
                </a:lnTo>
                <a:close/>
                <a:moveTo>
                  <a:pt x="16717" y="5062"/>
                </a:moveTo>
                <a:lnTo>
                  <a:pt x="16814" y="5305"/>
                </a:lnTo>
                <a:lnTo>
                  <a:pt x="16547" y="5403"/>
                </a:lnTo>
                <a:lnTo>
                  <a:pt x="16303" y="5524"/>
                </a:lnTo>
                <a:lnTo>
                  <a:pt x="15987" y="5670"/>
                </a:lnTo>
                <a:lnTo>
                  <a:pt x="15817" y="5743"/>
                </a:lnTo>
                <a:lnTo>
                  <a:pt x="15671" y="5816"/>
                </a:lnTo>
                <a:lnTo>
                  <a:pt x="15549" y="5354"/>
                </a:lnTo>
                <a:lnTo>
                  <a:pt x="15622" y="5403"/>
                </a:lnTo>
                <a:lnTo>
                  <a:pt x="15719" y="5427"/>
                </a:lnTo>
                <a:lnTo>
                  <a:pt x="15792" y="5403"/>
                </a:lnTo>
                <a:lnTo>
                  <a:pt x="15890" y="5378"/>
                </a:lnTo>
                <a:lnTo>
                  <a:pt x="16084" y="5305"/>
                </a:lnTo>
                <a:lnTo>
                  <a:pt x="16255" y="5257"/>
                </a:lnTo>
                <a:lnTo>
                  <a:pt x="16498" y="5159"/>
                </a:lnTo>
                <a:lnTo>
                  <a:pt x="16620" y="5111"/>
                </a:lnTo>
                <a:lnTo>
                  <a:pt x="16717" y="5062"/>
                </a:lnTo>
                <a:close/>
                <a:moveTo>
                  <a:pt x="17082" y="4551"/>
                </a:moveTo>
                <a:lnTo>
                  <a:pt x="17106" y="4575"/>
                </a:lnTo>
                <a:lnTo>
                  <a:pt x="17228" y="4673"/>
                </a:lnTo>
                <a:lnTo>
                  <a:pt x="17350" y="4746"/>
                </a:lnTo>
                <a:lnTo>
                  <a:pt x="17496" y="4794"/>
                </a:lnTo>
                <a:lnTo>
                  <a:pt x="17666" y="4819"/>
                </a:lnTo>
                <a:lnTo>
                  <a:pt x="17885" y="4867"/>
                </a:lnTo>
                <a:lnTo>
                  <a:pt x="18128" y="4965"/>
                </a:lnTo>
                <a:lnTo>
                  <a:pt x="18323" y="5062"/>
                </a:lnTo>
                <a:lnTo>
                  <a:pt x="18518" y="5208"/>
                </a:lnTo>
                <a:lnTo>
                  <a:pt x="18591" y="5281"/>
                </a:lnTo>
                <a:lnTo>
                  <a:pt x="18664" y="5354"/>
                </a:lnTo>
                <a:lnTo>
                  <a:pt x="18785" y="5573"/>
                </a:lnTo>
                <a:lnTo>
                  <a:pt x="18810" y="5670"/>
                </a:lnTo>
                <a:lnTo>
                  <a:pt x="18834" y="5768"/>
                </a:lnTo>
                <a:lnTo>
                  <a:pt x="18834" y="5889"/>
                </a:lnTo>
                <a:lnTo>
                  <a:pt x="18810" y="6011"/>
                </a:lnTo>
                <a:lnTo>
                  <a:pt x="18761" y="6108"/>
                </a:lnTo>
                <a:lnTo>
                  <a:pt x="18664" y="6181"/>
                </a:lnTo>
                <a:lnTo>
                  <a:pt x="18542" y="6254"/>
                </a:lnTo>
                <a:lnTo>
                  <a:pt x="18396" y="6303"/>
                </a:lnTo>
                <a:lnTo>
                  <a:pt x="18080" y="6376"/>
                </a:lnTo>
                <a:lnTo>
                  <a:pt x="17812" y="6400"/>
                </a:lnTo>
                <a:lnTo>
                  <a:pt x="17447" y="5476"/>
                </a:lnTo>
                <a:lnTo>
                  <a:pt x="17082" y="4551"/>
                </a:lnTo>
                <a:close/>
                <a:moveTo>
                  <a:pt x="16936" y="5622"/>
                </a:moveTo>
                <a:lnTo>
                  <a:pt x="17033" y="5889"/>
                </a:lnTo>
                <a:lnTo>
                  <a:pt x="16863" y="5938"/>
                </a:lnTo>
                <a:lnTo>
                  <a:pt x="16717" y="6011"/>
                </a:lnTo>
                <a:lnTo>
                  <a:pt x="16401" y="6157"/>
                </a:lnTo>
                <a:lnTo>
                  <a:pt x="16084" y="6303"/>
                </a:lnTo>
                <a:lnTo>
                  <a:pt x="15768" y="6425"/>
                </a:lnTo>
                <a:lnTo>
                  <a:pt x="15768" y="6376"/>
                </a:lnTo>
                <a:lnTo>
                  <a:pt x="15719" y="6303"/>
                </a:lnTo>
                <a:lnTo>
                  <a:pt x="15719" y="6157"/>
                </a:lnTo>
                <a:lnTo>
                  <a:pt x="15719" y="6011"/>
                </a:lnTo>
                <a:lnTo>
                  <a:pt x="15890" y="5987"/>
                </a:lnTo>
                <a:lnTo>
                  <a:pt x="16084" y="5938"/>
                </a:lnTo>
                <a:lnTo>
                  <a:pt x="16425" y="5816"/>
                </a:lnTo>
                <a:lnTo>
                  <a:pt x="16668" y="5719"/>
                </a:lnTo>
                <a:lnTo>
                  <a:pt x="16936" y="5622"/>
                </a:lnTo>
                <a:close/>
                <a:moveTo>
                  <a:pt x="2142" y="4770"/>
                </a:moveTo>
                <a:lnTo>
                  <a:pt x="1607" y="6303"/>
                </a:lnTo>
                <a:lnTo>
                  <a:pt x="1534" y="6473"/>
                </a:lnTo>
                <a:lnTo>
                  <a:pt x="1436" y="6449"/>
                </a:lnTo>
                <a:lnTo>
                  <a:pt x="877" y="6449"/>
                </a:lnTo>
                <a:lnTo>
                  <a:pt x="779" y="6400"/>
                </a:lnTo>
                <a:lnTo>
                  <a:pt x="706" y="6327"/>
                </a:lnTo>
                <a:lnTo>
                  <a:pt x="609" y="6230"/>
                </a:lnTo>
                <a:lnTo>
                  <a:pt x="536" y="6084"/>
                </a:lnTo>
                <a:lnTo>
                  <a:pt x="512" y="5938"/>
                </a:lnTo>
                <a:lnTo>
                  <a:pt x="536" y="5816"/>
                </a:lnTo>
                <a:lnTo>
                  <a:pt x="560" y="5670"/>
                </a:lnTo>
                <a:lnTo>
                  <a:pt x="633" y="5524"/>
                </a:lnTo>
                <a:lnTo>
                  <a:pt x="706" y="5403"/>
                </a:lnTo>
                <a:lnTo>
                  <a:pt x="804" y="5305"/>
                </a:lnTo>
                <a:lnTo>
                  <a:pt x="901" y="5208"/>
                </a:lnTo>
                <a:lnTo>
                  <a:pt x="998" y="5111"/>
                </a:lnTo>
                <a:lnTo>
                  <a:pt x="1144" y="5038"/>
                </a:lnTo>
                <a:lnTo>
                  <a:pt x="1266" y="4965"/>
                </a:lnTo>
                <a:lnTo>
                  <a:pt x="1412" y="4916"/>
                </a:lnTo>
                <a:lnTo>
                  <a:pt x="1704" y="4867"/>
                </a:lnTo>
                <a:lnTo>
                  <a:pt x="1996" y="4819"/>
                </a:lnTo>
                <a:lnTo>
                  <a:pt x="2142" y="4770"/>
                </a:lnTo>
                <a:close/>
                <a:moveTo>
                  <a:pt x="10342" y="1899"/>
                </a:moveTo>
                <a:lnTo>
                  <a:pt x="10926" y="1923"/>
                </a:lnTo>
                <a:lnTo>
                  <a:pt x="11510" y="1972"/>
                </a:lnTo>
                <a:lnTo>
                  <a:pt x="12094" y="2045"/>
                </a:lnTo>
                <a:lnTo>
                  <a:pt x="12702" y="2118"/>
                </a:lnTo>
                <a:lnTo>
                  <a:pt x="13286" y="2239"/>
                </a:lnTo>
                <a:lnTo>
                  <a:pt x="13797" y="2361"/>
                </a:lnTo>
                <a:lnTo>
                  <a:pt x="14065" y="2410"/>
                </a:lnTo>
                <a:lnTo>
                  <a:pt x="14308" y="2434"/>
                </a:lnTo>
                <a:lnTo>
                  <a:pt x="14332" y="2653"/>
                </a:lnTo>
                <a:lnTo>
                  <a:pt x="14357" y="2872"/>
                </a:lnTo>
                <a:lnTo>
                  <a:pt x="14478" y="3334"/>
                </a:lnTo>
                <a:lnTo>
                  <a:pt x="14600" y="3772"/>
                </a:lnTo>
                <a:lnTo>
                  <a:pt x="14722" y="4186"/>
                </a:lnTo>
                <a:lnTo>
                  <a:pt x="14989" y="5305"/>
                </a:lnTo>
                <a:lnTo>
                  <a:pt x="15111" y="5816"/>
                </a:lnTo>
                <a:lnTo>
                  <a:pt x="15184" y="6084"/>
                </a:lnTo>
                <a:lnTo>
                  <a:pt x="15281" y="6327"/>
                </a:lnTo>
                <a:lnTo>
                  <a:pt x="15014" y="6449"/>
                </a:lnTo>
                <a:lnTo>
                  <a:pt x="14722" y="6571"/>
                </a:lnTo>
                <a:lnTo>
                  <a:pt x="14162" y="6814"/>
                </a:lnTo>
                <a:lnTo>
                  <a:pt x="13457" y="7033"/>
                </a:lnTo>
                <a:lnTo>
                  <a:pt x="12751" y="7228"/>
                </a:lnTo>
                <a:lnTo>
                  <a:pt x="11972" y="7398"/>
                </a:lnTo>
                <a:lnTo>
                  <a:pt x="11169" y="7520"/>
                </a:lnTo>
                <a:lnTo>
                  <a:pt x="10366" y="7593"/>
                </a:lnTo>
                <a:lnTo>
                  <a:pt x="9588" y="7617"/>
                </a:lnTo>
                <a:lnTo>
                  <a:pt x="8809" y="7617"/>
                </a:lnTo>
                <a:lnTo>
                  <a:pt x="8055" y="7568"/>
                </a:lnTo>
                <a:lnTo>
                  <a:pt x="7300" y="7471"/>
                </a:lnTo>
                <a:lnTo>
                  <a:pt x="6546" y="7325"/>
                </a:lnTo>
                <a:lnTo>
                  <a:pt x="5840" y="7155"/>
                </a:lnTo>
                <a:lnTo>
                  <a:pt x="5135" y="6960"/>
                </a:lnTo>
                <a:lnTo>
                  <a:pt x="4794" y="6838"/>
                </a:lnTo>
                <a:lnTo>
                  <a:pt x="4478" y="6717"/>
                </a:lnTo>
                <a:lnTo>
                  <a:pt x="4137" y="6595"/>
                </a:lnTo>
                <a:lnTo>
                  <a:pt x="3821" y="6498"/>
                </a:lnTo>
                <a:lnTo>
                  <a:pt x="3821" y="6449"/>
                </a:lnTo>
                <a:lnTo>
                  <a:pt x="3943" y="5914"/>
                </a:lnTo>
                <a:lnTo>
                  <a:pt x="4064" y="5378"/>
                </a:lnTo>
                <a:lnTo>
                  <a:pt x="4186" y="4867"/>
                </a:lnTo>
                <a:lnTo>
                  <a:pt x="4356" y="4332"/>
                </a:lnTo>
                <a:lnTo>
                  <a:pt x="4527" y="3821"/>
                </a:lnTo>
                <a:lnTo>
                  <a:pt x="4697" y="3310"/>
                </a:lnTo>
                <a:lnTo>
                  <a:pt x="4843" y="2896"/>
                </a:lnTo>
                <a:lnTo>
                  <a:pt x="4916" y="2702"/>
                </a:lnTo>
                <a:lnTo>
                  <a:pt x="4965" y="2483"/>
                </a:lnTo>
                <a:lnTo>
                  <a:pt x="5038" y="2507"/>
                </a:lnTo>
                <a:lnTo>
                  <a:pt x="5111" y="2507"/>
                </a:lnTo>
                <a:lnTo>
                  <a:pt x="6254" y="2264"/>
                </a:lnTo>
                <a:lnTo>
                  <a:pt x="6838" y="2142"/>
                </a:lnTo>
                <a:lnTo>
                  <a:pt x="7398" y="2069"/>
                </a:lnTo>
                <a:lnTo>
                  <a:pt x="7982" y="1996"/>
                </a:lnTo>
                <a:lnTo>
                  <a:pt x="8566" y="1947"/>
                </a:lnTo>
                <a:lnTo>
                  <a:pt x="9150" y="1923"/>
                </a:lnTo>
                <a:lnTo>
                  <a:pt x="9734" y="1899"/>
                </a:lnTo>
                <a:close/>
                <a:moveTo>
                  <a:pt x="16863" y="7933"/>
                </a:moveTo>
                <a:lnTo>
                  <a:pt x="16011" y="8177"/>
                </a:lnTo>
                <a:lnTo>
                  <a:pt x="15160" y="8371"/>
                </a:lnTo>
                <a:lnTo>
                  <a:pt x="14308" y="8566"/>
                </a:lnTo>
                <a:lnTo>
                  <a:pt x="13432" y="8736"/>
                </a:lnTo>
                <a:lnTo>
                  <a:pt x="12581" y="8882"/>
                </a:lnTo>
                <a:lnTo>
                  <a:pt x="11705" y="9004"/>
                </a:lnTo>
                <a:lnTo>
                  <a:pt x="10829" y="9077"/>
                </a:lnTo>
                <a:lnTo>
                  <a:pt x="9953" y="9126"/>
                </a:lnTo>
                <a:lnTo>
                  <a:pt x="9052" y="9126"/>
                </a:lnTo>
                <a:lnTo>
                  <a:pt x="8176" y="9101"/>
                </a:lnTo>
                <a:lnTo>
                  <a:pt x="7276" y="9053"/>
                </a:lnTo>
                <a:lnTo>
                  <a:pt x="6400" y="8955"/>
                </a:lnTo>
                <a:lnTo>
                  <a:pt x="5476" y="8834"/>
                </a:lnTo>
                <a:lnTo>
                  <a:pt x="4575" y="8663"/>
                </a:lnTo>
                <a:lnTo>
                  <a:pt x="3675" y="8469"/>
                </a:lnTo>
                <a:lnTo>
                  <a:pt x="2775" y="8323"/>
                </a:lnTo>
                <a:lnTo>
                  <a:pt x="2702" y="8347"/>
                </a:lnTo>
                <a:lnTo>
                  <a:pt x="2677" y="8371"/>
                </a:lnTo>
                <a:lnTo>
                  <a:pt x="2677" y="8420"/>
                </a:lnTo>
                <a:lnTo>
                  <a:pt x="2726" y="8469"/>
                </a:lnTo>
                <a:lnTo>
                  <a:pt x="3140" y="8615"/>
                </a:lnTo>
                <a:lnTo>
                  <a:pt x="3553" y="8761"/>
                </a:lnTo>
                <a:lnTo>
                  <a:pt x="3991" y="8882"/>
                </a:lnTo>
                <a:lnTo>
                  <a:pt x="4429" y="8980"/>
                </a:lnTo>
                <a:lnTo>
                  <a:pt x="5305" y="9126"/>
                </a:lnTo>
                <a:lnTo>
                  <a:pt x="6181" y="9272"/>
                </a:lnTo>
                <a:lnTo>
                  <a:pt x="7081" y="9369"/>
                </a:lnTo>
                <a:lnTo>
                  <a:pt x="7957" y="9442"/>
                </a:lnTo>
                <a:lnTo>
                  <a:pt x="8858" y="9466"/>
                </a:lnTo>
                <a:lnTo>
                  <a:pt x="9758" y="9466"/>
                </a:lnTo>
                <a:lnTo>
                  <a:pt x="10658" y="9442"/>
                </a:lnTo>
                <a:lnTo>
                  <a:pt x="11583" y="9393"/>
                </a:lnTo>
                <a:lnTo>
                  <a:pt x="12508" y="9296"/>
                </a:lnTo>
                <a:lnTo>
                  <a:pt x="13408" y="9174"/>
                </a:lnTo>
                <a:lnTo>
                  <a:pt x="14308" y="9004"/>
                </a:lnTo>
                <a:lnTo>
                  <a:pt x="15208" y="8785"/>
                </a:lnTo>
                <a:lnTo>
                  <a:pt x="16084" y="8542"/>
                </a:lnTo>
                <a:lnTo>
                  <a:pt x="16960" y="8250"/>
                </a:lnTo>
                <a:lnTo>
                  <a:pt x="17009" y="8225"/>
                </a:lnTo>
                <a:lnTo>
                  <a:pt x="17058" y="8177"/>
                </a:lnTo>
                <a:lnTo>
                  <a:pt x="17058" y="8104"/>
                </a:lnTo>
                <a:lnTo>
                  <a:pt x="17058" y="8055"/>
                </a:lnTo>
                <a:lnTo>
                  <a:pt x="17033" y="8006"/>
                </a:lnTo>
                <a:lnTo>
                  <a:pt x="16985" y="7958"/>
                </a:lnTo>
                <a:lnTo>
                  <a:pt x="16936" y="7933"/>
                </a:lnTo>
                <a:close/>
                <a:moveTo>
                  <a:pt x="9320" y="9953"/>
                </a:moveTo>
                <a:lnTo>
                  <a:pt x="8639" y="9977"/>
                </a:lnTo>
                <a:lnTo>
                  <a:pt x="7714" y="9977"/>
                </a:lnTo>
                <a:lnTo>
                  <a:pt x="7446" y="10001"/>
                </a:lnTo>
                <a:lnTo>
                  <a:pt x="7300" y="10026"/>
                </a:lnTo>
                <a:lnTo>
                  <a:pt x="7179" y="10050"/>
                </a:lnTo>
                <a:lnTo>
                  <a:pt x="7081" y="10123"/>
                </a:lnTo>
                <a:lnTo>
                  <a:pt x="6984" y="10220"/>
                </a:lnTo>
                <a:lnTo>
                  <a:pt x="6960" y="10269"/>
                </a:lnTo>
                <a:lnTo>
                  <a:pt x="6984" y="10293"/>
                </a:lnTo>
                <a:lnTo>
                  <a:pt x="7057" y="10366"/>
                </a:lnTo>
                <a:lnTo>
                  <a:pt x="7154" y="10415"/>
                </a:lnTo>
                <a:lnTo>
                  <a:pt x="7252" y="10464"/>
                </a:lnTo>
                <a:lnTo>
                  <a:pt x="7349" y="10488"/>
                </a:lnTo>
                <a:lnTo>
                  <a:pt x="7568" y="10512"/>
                </a:lnTo>
                <a:lnTo>
                  <a:pt x="10585" y="10512"/>
                </a:lnTo>
                <a:lnTo>
                  <a:pt x="12021" y="10561"/>
                </a:lnTo>
                <a:lnTo>
                  <a:pt x="12143" y="10537"/>
                </a:lnTo>
                <a:lnTo>
                  <a:pt x="12216" y="10488"/>
                </a:lnTo>
                <a:lnTo>
                  <a:pt x="12264" y="10391"/>
                </a:lnTo>
                <a:lnTo>
                  <a:pt x="12289" y="10293"/>
                </a:lnTo>
                <a:lnTo>
                  <a:pt x="12264" y="10196"/>
                </a:lnTo>
                <a:lnTo>
                  <a:pt x="12216" y="10099"/>
                </a:lnTo>
                <a:lnTo>
                  <a:pt x="12143" y="10050"/>
                </a:lnTo>
                <a:lnTo>
                  <a:pt x="12021" y="10001"/>
                </a:lnTo>
                <a:lnTo>
                  <a:pt x="10683" y="9977"/>
                </a:lnTo>
                <a:lnTo>
                  <a:pt x="9320" y="9953"/>
                </a:lnTo>
                <a:close/>
                <a:moveTo>
                  <a:pt x="10950" y="10975"/>
                </a:moveTo>
                <a:lnTo>
                  <a:pt x="10683" y="10999"/>
                </a:lnTo>
                <a:lnTo>
                  <a:pt x="10123" y="11023"/>
                </a:lnTo>
                <a:lnTo>
                  <a:pt x="9612" y="11048"/>
                </a:lnTo>
                <a:lnTo>
                  <a:pt x="9028" y="11023"/>
                </a:lnTo>
                <a:lnTo>
                  <a:pt x="8152" y="11023"/>
                </a:lnTo>
                <a:lnTo>
                  <a:pt x="7860" y="11048"/>
                </a:lnTo>
                <a:lnTo>
                  <a:pt x="7568" y="11096"/>
                </a:lnTo>
                <a:lnTo>
                  <a:pt x="7300" y="11169"/>
                </a:lnTo>
                <a:lnTo>
                  <a:pt x="7252" y="11194"/>
                </a:lnTo>
                <a:lnTo>
                  <a:pt x="7227" y="11218"/>
                </a:lnTo>
                <a:lnTo>
                  <a:pt x="7203" y="11315"/>
                </a:lnTo>
                <a:lnTo>
                  <a:pt x="7227" y="11413"/>
                </a:lnTo>
                <a:lnTo>
                  <a:pt x="7252" y="11437"/>
                </a:lnTo>
                <a:lnTo>
                  <a:pt x="7300" y="11461"/>
                </a:lnTo>
                <a:lnTo>
                  <a:pt x="7568" y="11534"/>
                </a:lnTo>
                <a:lnTo>
                  <a:pt x="7811" y="11559"/>
                </a:lnTo>
                <a:lnTo>
                  <a:pt x="8079" y="11583"/>
                </a:lnTo>
                <a:lnTo>
                  <a:pt x="8347" y="11607"/>
                </a:lnTo>
                <a:lnTo>
                  <a:pt x="9417" y="11559"/>
                </a:lnTo>
                <a:lnTo>
                  <a:pt x="10561" y="11559"/>
                </a:lnTo>
                <a:lnTo>
                  <a:pt x="11145" y="11583"/>
                </a:lnTo>
                <a:lnTo>
                  <a:pt x="11437" y="11559"/>
                </a:lnTo>
                <a:lnTo>
                  <a:pt x="11583" y="11534"/>
                </a:lnTo>
                <a:lnTo>
                  <a:pt x="11729" y="11486"/>
                </a:lnTo>
                <a:lnTo>
                  <a:pt x="11802" y="11461"/>
                </a:lnTo>
                <a:lnTo>
                  <a:pt x="11851" y="11413"/>
                </a:lnTo>
                <a:lnTo>
                  <a:pt x="11875" y="11364"/>
                </a:lnTo>
                <a:lnTo>
                  <a:pt x="11875" y="11291"/>
                </a:lnTo>
                <a:lnTo>
                  <a:pt x="11875" y="11218"/>
                </a:lnTo>
                <a:lnTo>
                  <a:pt x="11851" y="11169"/>
                </a:lnTo>
                <a:lnTo>
                  <a:pt x="11802" y="11121"/>
                </a:lnTo>
                <a:lnTo>
                  <a:pt x="11729" y="11096"/>
                </a:lnTo>
                <a:lnTo>
                  <a:pt x="11486" y="11023"/>
                </a:lnTo>
                <a:lnTo>
                  <a:pt x="11218" y="10999"/>
                </a:lnTo>
                <a:lnTo>
                  <a:pt x="10950" y="10975"/>
                </a:lnTo>
                <a:close/>
                <a:moveTo>
                  <a:pt x="4210" y="9734"/>
                </a:moveTo>
                <a:lnTo>
                  <a:pt x="4356" y="9758"/>
                </a:lnTo>
                <a:lnTo>
                  <a:pt x="4478" y="9783"/>
                </a:lnTo>
                <a:lnTo>
                  <a:pt x="4600" y="9807"/>
                </a:lnTo>
                <a:lnTo>
                  <a:pt x="4819" y="9928"/>
                </a:lnTo>
                <a:lnTo>
                  <a:pt x="5013" y="10074"/>
                </a:lnTo>
                <a:lnTo>
                  <a:pt x="5184" y="10269"/>
                </a:lnTo>
                <a:lnTo>
                  <a:pt x="5330" y="10488"/>
                </a:lnTo>
                <a:lnTo>
                  <a:pt x="5451" y="10756"/>
                </a:lnTo>
                <a:lnTo>
                  <a:pt x="5524" y="10902"/>
                </a:lnTo>
                <a:lnTo>
                  <a:pt x="5549" y="11048"/>
                </a:lnTo>
                <a:lnTo>
                  <a:pt x="5549" y="11194"/>
                </a:lnTo>
                <a:lnTo>
                  <a:pt x="5524" y="11315"/>
                </a:lnTo>
                <a:lnTo>
                  <a:pt x="5476" y="11437"/>
                </a:lnTo>
                <a:lnTo>
                  <a:pt x="5427" y="11534"/>
                </a:lnTo>
                <a:lnTo>
                  <a:pt x="5330" y="11607"/>
                </a:lnTo>
                <a:lnTo>
                  <a:pt x="5232" y="11680"/>
                </a:lnTo>
                <a:lnTo>
                  <a:pt x="5135" y="11753"/>
                </a:lnTo>
                <a:lnTo>
                  <a:pt x="5013" y="11802"/>
                </a:lnTo>
                <a:lnTo>
                  <a:pt x="4770" y="11875"/>
                </a:lnTo>
                <a:lnTo>
                  <a:pt x="4478" y="11924"/>
                </a:lnTo>
                <a:lnTo>
                  <a:pt x="4210" y="11924"/>
                </a:lnTo>
                <a:lnTo>
                  <a:pt x="3967" y="11899"/>
                </a:lnTo>
                <a:lnTo>
                  <a:pt x="3699" y="11851"/>
                </a:lnTo>
                <a:lnTo>
                  <a:pt x="3456" y="11753"/>
                </a:lnTo>
                <a:lnTo>
                  <a:pt x="3213" y="11656"/>
                </a:lnTo>
                <a:lnTo>
                  <a:pt x="3018" y="11510"/>
                </a:lnTo>
                <a:lnTo>
                  <a:pt x="2921" y="11413"/>
                </a:lnTo>
                <a:lnTo>
                  <a:pt x="2848" y="11315"/>
                </a:lnTo>
                <a:lnTo>
                  <a:pt x="2799" y="11194"/>
                </a:lnTo>
                <a:lnTo>
                  <a:pt x="2750" y="11096"/>
                </a:lnTo>
                <a:lnTo>
                  <a:pt x="2702" y="10950"/>
                </a:lnTo>
                <a:lnTo>
                  <a:pt x="2677" y="10829"/>
                </a:lnTo>
                <a:lnTo>
                  <a:pt x="2702" y="10707"/>
                </a:lnTo>
                <a:lnTo>
                  <a:pt x="2702" y="10610"/>
                </a:lnTo>
                <a:lnTo>
                  <a:pt x="2726" y="10512"/>
                </a:lnTo>
                <a:lnTo>
                  <a:pt x="2775" y="10415"/>
                </a:lnTo>
                <a:lnTo>
                  <a:pt x="2896" y="10269"/>
                </a:lnTo>
                <a:lnTo>
                  <a:pt x="3042" y="10147"/>
                </a:lnTo>
                <a:lnTo>
                  <a:pt x="3213" y="10050"/>
                </a:lnTo>
                <a:lnTo>
                  <a:pt x="3383" y="9977"/>
                </a:lnTo>
                <a:lnTo>
                  <a:pt x="3772" y="9807"/>
                </a:lnTo>
                <a:lnTo>
                  <a:pt x="3797" y="9807"/>
                </a:lnTo>
                <a:lnTo>
                  <a:pt x="3943" y="9758"/>
                </a:lnTo>
                <a:lnTo>
                  <a:pt x="4089" y="9758"/>
                </a:lnTo>
                <a:lnTo>
                  <a:pt x="4210" y="9734"/>
                </a:lnTo>
                <a:close/>
                <a:moveTo>
                  <a:pt x="15208" y="9612"/>
                </a:moveTo>
                <a:lnTo>
                  <a:pt x="15476" y="9637"/>
                </a:lnTo>
                <a:lnTo>
                  <a:pt x="15622" y="9685"/>
                </a:lnTo>
                <a:lnTo>
                  <a:pt x="15719" y="9734"/>
                </a:lnTo>
                <a:lnTo>
                  <a:pt x="15914" y="9880"/>
                </a:lnTo>
                <a:lnTo>
                  <a:pt x="16084" y="10050"/>
                </a:lnTo>
                <a:lnTo>
                  <a:pt x="16279" y="10220"/>
                </a:lnTo>
                <a:lnTo>
                  <a:pt x="16401" y="10342"/>
                </a:lnTo>
                <a:lnTo>
                  <a:pt x="16498" y="10464"/>
                </a:lnTo>
                <a:lnTo>
                  <a:pt x="16547" y="10585"/>
                </a:lnTo>
                <a:lnTo>
                  <a:pt x="16571" y="10731"/>
                </a:lnTo>
                <a:lnTo>
                  <a:pt x="16571" y="10877"/>
                </a:lnTo>
                <a:lnTo>
                  <a:pt x="16547" y="11023"/>
                </a:lnTo>
                <a:lnTo>
                  <a:pt x="16498" y="11169"/>
                </a:lnTo>
                <a:lnTo>
                  <a:pt x="16425" y="11315"/>
                </a:lnTo>
                <a:lnTo>
                  <a:pt x="16352" y="11437"/>
                </a:lnTo>
                <a:lnTo>
                  <a:pt x="16255" y="11534"/>
                </a:lnTo>
                <a:lnTo>
                  <a:pt x="16133" y="11632"/>
                </a:lnTo>
                <a:lnTo>
                  <a:pt x="16011" y="11705"/>
                </a:lnTo>
                <a:lnTo>
                  <a:pt x="15768" y="11826"/>
                </a:lnTo>
                <a:lnTo>
                  <a:pt x="15500" y="11899"/>
                </a:lnTo>
                <a:lnTo>
                  <a:pt x="15208" y="11948"/>
                </a:lnTo>
                <a:lnTo>
                  <a:pt x="14916" y="11972"/>
                </a:lnTo>
                <a:lnTo>
                  <a:pt x="14624" y="11972"/>
                </a:lnTo>
                <a:lnTo>
                  <a:pt x="14357" y="11924"/>
                </a:lnTo>
                <a:lnTo>
                  <a:pt x="14235" y="11875"/>
                </a:lnTo>
                <a:lnTo>
                  <a:pt x="14113" y="11802"/>
                </a:lnTo>
                <a:lnTo>
                  <a:pt x="14016" y="11729"/>
                </a:lnTo>
                <a:lnTo>
                  <a:pt x="13919" y="11632"/>
                </a:lnTo>
                <a:lnTo>
                  <a:pt x="13846" y="11534"/>
                </a:lnTo>
                <a:lnTo>
                  <a:pt x="13797" y="11413"/>
                </a:lnTo>
                <a:lnTo>
                  <a:pt x="13773" y="11267"/>
                </a:lnTo>
                <a:lnTo>
                  <a:pt x="13748" y="11096"/>
                </a:lnTo>
                <a:lnTo>
                  <a:pt x="13773" y="10902"/>
                </a:lnTo>
                <a:lnTo>
                  <a:pt x="13821" y="10707"/>
                </a:lnTo>
                <a:lnTo>
                  <a:pt x="13919" y="10537"/>
                </a:lnTo>
                <a:lnTo>
                  <a:pt x="14040" y="10391"/>
                </a:lnTo>
                <a:lnTo>
                  <a:pt x="14284" y="10074"/>
                </a:lnTo>
                <a:lnTo>
                  <a:pt x="14405" y="9928"/>
                </a:lnTo>
                <a:lnTo>
                  <a:pt x="14503" y="9758"/>
                </a:lnTo>
                <a:lnTo>
                  <a:pt x="14746" y="9685"/>
                </a:lnTo>
                <a:lnTo>
                  <a:pt x="14989" y="9637"/>
                </a:lnTo>
                <a:lnTo>
                  <a:pt x="15208" y="9612"/>
                </a:lnTo>
                <a:close/>
                <a:moveTo>
                  <a:pt x="4064" y="9247"/>
                </a:moveTo>
                <a:lnTo>
                  <a:pt x="3870" y="9296"/>
                </a:lnTo>
                <a:lnTo>
                  <a:pt x="3675" y="9345"/>
                </a:lnTo>
                <a:lnTo>
                  <a:pt x="3626" y="9393"/>
                </a:lnTo>
                <a:lnTo>
                  <a:pt x="3578" y="9418"/>
                </a:lnTo>
                <a:lnTo>
                  <a:pt x="3334" y="9491"/>
                </a:lnTo>
                <a:lnTo>
                  <a:pt x="3091" y="9612"/>
                </a:lnTo>
                <a:lnTo>
                  <a:pt x="2848" y="9758"/>
                </a:lnTo>
                <a:lnTo>
                  <a:pt x="2653" y="9928"/>
                </a:lnTo>
                <a:lnTo>
                  <a:pt x="2458" y="10123"/>
                </a:lnTo>
                <a:lnTo>
                  <a:pt x="2337" y="10342"/>
                </a:lnTo>
                <a:lnTo>
                  <a:pt x="2239" y="10585"/>
                </a:lnTo>
                <a:lnTo>
                  <a:pt x="2215" y="10707"/>
                </a:lnTo>
                <a:lnTo>
                  <a:pt x="2215" y="10829"/>
                </a:lnTo>
                <a:lnTo>
                  <a:pt x="2239" y="11023"/>
                </a:lnTo>
                <a:lnTo>
                  <a:pt x="2264" y="11218"/>
                </a:lnTo>
                <a:lnTo>
                  <a:pt x="2337" y="11388"/>
                </a:lnTo>
                <a:lnTo>
                  <a:pt x="2434" y="11559"/>
                </a:lnTo>
                <a:lnTo>
                  <a:pt x="2531" y="11705"/>
                </a:lnTo>
                <a:lnTo>
                  <a:pt x="2653" y="11826"/>
                </a:lnTo>
                <a:lnTo>
                  <a:pt x="2775" y="11948"/>
                </a:lnTo>
                <a:lnTo>
                  <a:pt x="2945" y="12045"/>
                </a:lnTo>
                <a:lnTo>
                  <a:pt x="3091" y="12118"/>
                </a:lnTo>
                <a:lnTo>
                  <a:pt x="3261" y="12216"/>
                </a:lnTo>
                <a:lnTo>
                  <a:pt x="3626" y="12313"/>
                </a:lnTo>
                <a:lnTo>
                  <a:pt x="4016" y="12386"/>
                </a:lnTo>
                <a:lnTo>
                  <a:pt x="4381" y="12435"/>
                </a:lnTo>
                <a:lnTo>
                  <a:pt x="4575" y="12435"/>
                </a:lnTo>
                <a:lnTo>
                  <a:pt x="4746" y="12410"/>
                </a:lnTo>
                <a:lnTo>
                  <a:pt x="4916" y="12386"/>
                </a:lnTo>
                <a:lnTo>
                  <a:pt x="5086" y="12337"/>
                </a:lnTo>
                <a:lnTo>
                  <a:pt x="5232" y="12264"/>
                </a:lnTo>
                <a:lnTo>
                  <a:pt x="5378" y="12191"/>
                </a:lnTo>
                <a:lnTo>
                  <a:pt x="5500" y="12118"/>
                </a:lnTo>
                <a:lnTo>
                  <a:pt x="5622" y="11997"/>
                </a:lnTo>
                <a:lnTo>
                  <a:pt x="5719" y="11875"/>
                </a:lnTo>
                <a:lnTo>
                  <a:pt x="5816" y="11753"/>
                </a:lnTo>
                <a:lnTo>
                  <a:pt x="5889" y="11607"/>
                </a:lnTo>
                <a:lnTo>
                  <a:pt x="5938" y="11461"/>
                </a:lnTo>
                <a:lnTo>
                  <a:pt x="5986" y="11315"/>
                </a:lnTo>
                <a:lnTo>
                  <a:pt x="5986" y="11145"/>
                </a:lnTo>
                <a:lnTo>
                  <a:pt x="5986" y="10950"/>
                </a:lnTo>
                <a:lnTo>
                  <a:pt x="5962" y="10780"/>
                </a:lnTo>
                <a:lnTo>
                  <a:pt x="5913" y="10585"/>
                </a:lnTo>
                <a:lnTo>
                  <a:pt x="5865" y="10415"/>
                </a:lnTo>
                <a:lnTo>
                  <a:pt x="5768" y="10245"/>
                </a:lnTo>
                <a:lnTo>
                  <a:pt x="5670" y="10074"/>
                </a:lnTo>
                <a:lnTo>
                  <a:pt x="5549" y="9928"/>
                </a:lnTo>
                <a:lnTo>
                  <a:pt x="5427" y="9783"/>
                </a:lnTo>
                <a:lnTo>
                  <a:pt x="5281" y="9661"/>
                </a:lnTo>
                <a:lnTo>
                  <a:pt x="5111" y="9539"/>
                </a:lnTo>
                <a:lnTo>
                  <a:pt x="4965" y="9442"/>
                </a:lnTo>
                <a:lnTo>
                  <a:pt x="4794" y="9369"/>
                </a:lnTo>
                <a:lnTo>
                  <a:pt x="4600" y="9296"/>
                </a:lnTo>
                <a:lnTo>
                  <a:pt x="4429" y="9272"/>
                </a:lnTo>
                <a:lnTo>
                  <a:pt x="4235" y="9247"/>
                </a:lnTo>
                <a:close/>
                <a:moveTo>
                  <a:pt x="14916" y="9150"/>
                </a:moveTo>
                <a:lnTo>
                  <a:pt x="14746" y="9199"/>
                </a:lnTo>
                <a:lnTo>
                  <a:pt x="14576" y="9247"/>
                </a:lnTo>
                <a:lnTo>
                  <a:pt x="14405" y="9320"/>
                </a:lnTo>
                <a:lnTo>
                  <a:pt x="14259" y="9418"/>
                </a:lnTo>
                <a:lnTo>
                  <a:pt x="14113" y="9539"/>
                </a:lnTo>
                <a:lnTo>
                  <a:pt x="14065" y="9612"/>
                </a:lnTo>
                <a:lnTo>
                  <a:pt x="14065" y="9710"/>
                </a:lnTo>
                <a:lnTo>
                  <a:pt x="13846" y="9904"/>
                </a:lnTo>
                <a:lnTo>
                  <a:pt x="13676" y="10123"/>
                </a:lnTo>
                <a:lnTo>
                  <a:pt x="13505" y="10366"/>
                </a:lnTo>
                <a:lnTo>
                  <a:pt x="13408" y="10634"/>
                </a:lnTo>
                <a:lnTo>
                  <a:pt x="13335" y="10926"/>
                </a:lnTo>
                <a:lnTo>
                  <a:pt x="13311" y="11194"/>
                </a:lnTo>
                <a:lnTo>
                  <a:pt x="13335" y="11461"/>
                </a:lnTo>
                <a:lnTo>
                  <a:pt x="13359" y="11583"/>
                </a:lnTo>
                <a:lnTo>
                  <a:pt x="13408" y="11705"/>
                </a:lnTo>
                <a:lnTo>
                  <a:pt x="13505" y="11875"/>
                </a:lnTo>
                <a:lnTo>
                  <a:pt x="13627" y="12021"/>
                </a:lnTo>
                <a:lnTo>
                  <a:pt x="13773" y="12143"/>
                </a:lnTo>
                <a:lnTo>
                  <a:pt x="13919" y="12240"/>
                </a:lnTo>
                <a:lnTo>
                  <a:pt x="14089" y="12337"/>
                </a:lnTo>
                <a:lnTo>
                  <a:pt x="14259" y="12386"/>
                </a:lnTo>
                <a:lnTo>
                  <a:pt x="14454" y="12410"/>
                </a:lnTo>
                <a:lnTo>
                  <a:pt x="14649" y="12435"/>
                </a:lnTo>
                <a:lnTo>
                  <a:pt x="14843" y="12459"/>
                </a:lnTo>
                <a:lnTo>
                  <a:pt x="15038" y="12435"/>
                </a:lnTo>
                <a:lnTo>
                  <a:pt x="15452" y="12386"/>
                </a:lnTo>
                <a:lnTo>
                  <a:pt x="15817" y="12289"/>
                </a:lnTo>
                <a:lnTo>
                  <a:pt x="16157" y="12143"/>
                </a:lnTo>
                <a:lnTo>
                  <a:pt x="16303" y="12070"/>
                </a:lnTo>
                <a:lnTo>
                  <a:pt x="16449" y="11972"/>
                </a:lnTo>
                <a:lnTo>
                  <a:pt x="16571" y="11875"/>
                </a:lnTo>
                <a:lnTo>
                  <a:pt x="16693" y="11753"/>
                </a:lnTo>
                <a:lnTo>
                  <a:pt x="16790" y="11607"/>
                </a:lnTo>
                <a:lnTo>
                  <a:pt x="16887" y="11461"/>
                </a:lnTo>
                <a:lnTo>
                  <a:pt x="16936" y="11315"/>
                </a:lnTo>
                <a:lnTo>
                  <a:pt x="16985" y="11169"/>
                </a:lnTo>
                <a:lnTo>
                  <a:pt x="17033" y="10999"/>
                </a:lnTo>
                <a:lnTo>
                  <a:pt x="17033" y="10853"/>
                </a:lnTo>
                <a:lnTo>
                  <a:pt x="17033" y="10683"/>
                </a:lnTo>
                <a:lnTo>
                  <a:pt x="17009" y="10512"/>
                </a:lnTo>
                <a:lnTo>
                  <a:pt x="16936" y="10366"/>
                </a:lnTo>
                <a:lnTo>
                  <a:pt x="16863" y="10220"/>
                </a:lnTo>
                <a:lnTo>
                  <a:pt x="16790" y="10074"/>
                </a:lnTo>
                <a:lnTo>
                  <a:pt x="16668" y="9953"/>
                </a:lnTo>
                <a:lnTo>
                  <a:pt x="16401" y="9685"/>
                </a:lnTo>
                <a:lnTo>
                  <a:pt x="16109" y="9466"/>
                </a:lnTo>
                <a:lnTo>
                  <a:pt x="15963" y="9369"/>
                </a:lnTo>
                <a:lnTo>
                  <a:pt x="15817" y="9296"/>
                </a:lnTo>
                <a:lnTo>
                  <a:pt x="15646" y="9223"/>
                </a:lnTo>
                <a:lnTo>
                  <a:pt x="15452" y="9174"/>
                </a:lnTo>
                <a:lnTo>
                  <a:pt x="15281" y="9150"/>
                </a:lnTo>
                <a:close/>
                <a:moveTo>
                  <a:pt x="12337" y="561"/>
                </a:moveTo>
                <a:lnTo>
                  <a:pt x="12751" y="585"/>
                </a:lnTo>
                <a:lnTo>
                  <a:pt x="13213" y="658"/>
                </a:lnTo>
                <a:lnTo>
                  <a:pt x="13676" y="780"/>
                </a:lnTo>
                <a:lnTo>
                  <a:pt x="14113" y="974"/>
                </a:lnTo>
                <a:lnTo>
                  <a:pt x="14527" y="1193"/>
                </a:lnTo>
                <a:lnTo>
                  <a:pt x="14478" y="1218"/>
                </a:lnTo>
                <a:lnTo>
                  <a:pt x="14211" y="1315"/>
                </a:lnTo>
                <a:lnTo>
                  <a:pt x="14089" y="1412"/>
                </a:lnTo>
                <a:lnTo>
                  <a:pt x="13992" y="1534"/>
                </a:lnTo>
                <a:lnTo>
                  <a:pt x="13967" y="1558"/>
                </a:lnTo>
                <a:lnTo>
                  <a:pt x="13992" y="1607"/>
                </a:lnTo>
                <a:lnTo>
                  <a:pt x="14016" y="1631"/>
                </a:lnTo>
                <a:lnTo>
                  <a:pt x="14211" y="1631"/>
                </a:lnTo>
                <a:lnTo>
                  <a:pt x="14357" y="1583"/>
                </a:lnTo>
                <a:lnTo>
                  <a:pt x="14649" y="1461"/>
                </a:lnTo>
                <a:lnTo>
                  <a:pt x="14819" y="1412"/>
                </a:lnTo>
                <a:lnTo>
                  <a:pt x="15014" y="1558"/>
                </a:lnTo>
                <a:lnTo>
                  <a:pt x="15184" y="1729"/>
                </a:lnTo>
                <a:lnTo>
                  <a:pt x="14892" y="1850"/>
                </a:lnTo>
                <a:lnTo>
                  <a:pt x="14527" y="1996"/>
                </a:lnTo>
                <a:lnTo>
                  <a:pt x="14454" y="1972"/>
                </a:lnTo>
                <a:lnTo>
                  <a:pt x="14381" y="2020"/>
                </a:lnTo>
                <a:lnTo>
                  <a:pt x="14138" y="1923"/>
                </a:lnTo>
                <a:lnTo>
                  <a:pt x="13894" y="1826"/>
                </a:lnTo>
                <a:lnTo>
                  <a:pt x="13651" y="1777"/>
                </a:lnTo>
                <a:lnTo>
                  <a:pt x="13384" y="1729"/>
                </a:lnTo>
                <a:lnTo>
                  <a:pt x="12848" y="1656"/>
                </a:lnTo>
                <a:lnTo>
                  <a:pt x="12337" y="1583"/>
                </a:lnTo>
                <a:lnTo>
                  <a:pt x="11753" y="1510"/>
                </a:lnTo>
                <a:lnTo>
                  <a:pt x="11145" y="1461"/>
                </a:lnTo>
                <a:lnTo>
                  <a:pt x="10537" y="1437"/>
                </a:lnTo>
                <a:lnTo>
                  <a:pt x="9928" y="1412"/>
                </a:lnTo>
                <a:lnTo>
                  <a:pt x="9296" y="1412"/>
                </a:lnTo>
                <a:lnTo>
                  <a:pt x="8663" y="1437"/>
                </a:lnTo>
                <a:lnTo>
                  <a:pt x="8055" y="1485"/>
                </a:lnTo>
                <a:lnTo>
                  <a:pt x="7422" y="1534"/>
                </a:lnTo>
                <a:lnTo>
                  <a:pt x="6814" y="1631"/>
                </a:lnTo>
                <a:lnTo>
                  <a:pt x="6205" y="1729"/>
                </a:lnTo>
                <a:lnTo>
                  <a:pt x="5597" y="1874"/>
                </a:lnTo>
                <a:lnTo>
                  <a:pt x="4989" y="2020"/>
                </a:lnTo>
                <a:lnTo>
                  <a:pt x="4916" y="2069"/>
                </a:lnTo>
                <a:lnTo>
                  <a:pt x="4867" y="2118"/>
                </a:lnTo>
                <a:lnTo>
                  <a:pt x="4819" y="2166"/>
                </a:lnTo>
                <a:lnTo>
                  <a:pt x="4819" y="2239"/>
                </a:lnTo>
                <a:lnTo>
                  <a:pt x="4648" y="2410"/>
                </a:lnTo>
                <a:lnTo>
                  <a:pt x="4527" y="2580"/>
                </a:lnTo>
                <a:lnTo>
                  <a:pt x="4405" y="2799"/>
                </a:lnTo>
                <a:lnTo>
                  <a:pt x="4308" y="2994"/>
                </a:lnTo>
                <a:lnTo>
                  <a:pt x="4162" y="3456"/>
                </a:lnTo>
                <a:lnTo>
                  <a:pt x="4016" y="3870"/>
                </a:lnTo>
                <a:lnTo>
                  <a:pt x="3821" y="4478"/>
                </a:lnTo>
                <a:lnTo>
                  <a:pt x="3651" y="5086"/>
                </a:lnTo>
                <a:lnTo>
                  <a:pt x="3505" y="5695"/>
                </a:lnTo>
                <a:lnTo>
                  <a:pt x="3383" y="6303"/>
                </a:lnTo>
                <a:lnTo>
                  <a:pt x="3383" y="6376"/>
                </a:lnTo>
                <a:lnTo>
                  <a:pt x="3383" y="6425"/>
                </a:lnTo>
                <a:lnTo>
                  <a:pt x="3432" y="6522"/>
                </a:lnTo>
                <a:lnTo>
                  <a:pt x="3432" y="6595"/>
                </a:lnTo>
                <a:lnTo>
                  <a:pt x="3480" y="6644"/>
                </a:lnTo>
                <a:lnTo>
                  <a:pt x="3772" y="6863"/>
                </a:lnTo>
                <a:lnTo>
                  <a:pt x="4089" y="7057"/>
                </a:lnTo>
                <a:lnTo>
                  <a:pt x="4454" y="7203"/>
                </a:lnTo>
                <a:lnTo>
                  <a:pt x="4819" y="7349"/>
                </a:lnTo>
                <a:lnTo>
                  <a:pt x="5184" y="7471"/>
                </a:lnTo>
                <a:lnTo>
                  <a:pt x="5549" y="7568"/>
                </a:lnTo>
                <a:lnTo>
                  <a:pt x="6278" y="7763"/>
                </a:lnTo>
                <a:lnTo>
                  <a:pt x="7057" y="7933"/>
                </a:lnTo>
                <a:lnTo>
                  <a:pt x="7836" y="8031"/>
                </a:lnTo>
                <a:lnTo>
                  <a:pt x="8614" y="8104"/>
                </a:lnTo>
                <a:lnTo>
                  <a:pt x="9417" y="8128"/>
                </a:lnTo>
                <a:lnTo>
                  <a:pt x="10196" y="8128"/>
                </a:lnTo>
                <a:lnTo>
                  <a:pt x="10999" y="8055"/>
                </a:lnTo>
                <a:lnTo>
                  <a:pt x="11778" y="7933"/>
                </a:lnTo>
                <a:lnTo>
                  <a:pt x="12556" y="7787"/>
                </a:lnTo>
                <a:lnTo>
                  <a:pt x="12970" y="7714"/>
                </a:lnTo>
                <a:lnTo>
                  <a:pt x="13359" y="7593"/>
                </a:lnTo>
                <a:lnTo>
                  <a:pt x="14138" y="7349"/>
                </a:lnTo>
                <a:lnTo>
                  <a:pt x="14795" y="7106"/>
                </a:lnTo>
                <a:lnTo>
                  <a:pt x="15135" y="6984"/>
                </a:lnTo>
                <a:lnTo>
                  <a:pt x="15452" y="6814"/>
                </a:lnTo>
                <a:lnTo>
                  <a:pt x="15695" y="6814"/>
                </a:lnTo>
                <a:lnTo>
                  <a:pt x="15914" y="6765"/>
                </a:lnTo>
                <a:lnTo>
                  <a:pt x="16133" y="6668"/>
                </a:lnTo>
                <a:lnTo>
                  <a:pt x="16352" y="6595"/>
                </a:lnTo>
                <a:lnTo>
                  <a:pt x="16766" y="6425"/>
                </a:lnTo>
                <a:lnTo>
                  <a:pt x="16960" y="6327"/>
                </a:lnTo>
                <a:lnTo>
                  <a:pt x="17131" y="6206"/>
                </a:lnTo>
                <a:lnTo>
                  <a:pt x="17301" y="6619"/>
                </a:lnTo>
                <a:lnTo>
                  <a:pt x="17082" y="6692"/>
                </a:lnTo>
                <a:lnTo>
                  <a:pt x="16863" y="6790"/>
                </a:lnTo>
                <a:lnTo>
                  <a:pt x="16425" y="6984"/>
                </a:lnTo>
                <a:lnTo>
                  <a:pt x="15719" y="7252"/>
                </a:lnTo>
                <a:lnTo>
                  <a:pt x="15354" y="7422"/>
                </a:lnTo>
                <a:lnTo>
                  <a:pt x="15038" y="7593"/>
                </a:lnTo>
                <a:lnTo>
                  <a:pt x="15014" y="7617"/>
                </a:lnTo>
                <a:lnTo>
                  <a:pt x="15014" y="7666"/>
                </a:lnTo>
                <a:lnTo>
                  <a:pt x="15014" y="7690"/>
                </a:lnTo>
                <a:lnTo>
                  <a:pt x="15062" y="7690"/>
                </a:lnTo>
                <a:lnTo>
                  <a:pt x="15427" y="7641"/>
                </a:lnTo>
                <a:lnTo>
                  <a:pt x="15792" y="7544"/>
                </a:lnTo>
                <a:lnTo>
                  <a:pt x="16157" y="7422"/>
                </a:lnTo>
                <a:lnTo>
                  <a:pt x="16498" y="7301"/>
                </a:lnTo>
                <a:lnTo>
                  <a:pt x="16960" y="7130"/>
                </a:lnTo>
                <a:lnTo>
                  <a:pt x="17204" y="7033"/>
                </a:lnTo>
                <a:lnTo>
                  <a:pt x="17423" y="6911"/>
                </a:lnTo>
                <a:lnTo>
                  <a:pt x="17569" y="7252"/>
                </a:lnTo>
                <a:lnTo>
                  <a:pt x="17325" y="7276"/>
                </a:lnTo>
                <a:lnTo>
                  <a:pt x="17082" y="7349"/>
                </a:lnTo>
                <a:lnTo>
                  <a:pt x="16595" y="7520"/>
                </a:lnTo>
                <a:lnTo>
                  <a:pt x="16084" y="7690"/>
                </a:lnTo>
                <a:lnTo>
                  <a:pt x="15841" y="7812"/>
                </a:lnTo>
                <a:lnTo>
                  <a:pt x="15719" y="7885"/>
                </a:lnTo>
                <a:lnTo>
                  <a:pt x="15622" y="7958"/>
                </a:lnTo>
                <a:lnTo>
                  <a:pt x="15622" y="7982"/>
                </a:lnTo>
                <a:lnTo>
                  <a:pt x="15622" y="8006"/>
                </a:lnTo>
                <a:lnTo>
                  <a:pt x="15768" y="8031"/>
                </a:lnTo>
                <a:lnTo>
                  <a:pt x="15890" y="8031"/>
                </a:lnTo>
                <a:lnTo>
                  <a:pt x="16182" y="8006"/>
                </a:lnTo>
                <a:lnTo>
                  <a:pt x="16449" y="7933"/>
                </a:lnTo>
                <a:lnTo>
                  <a:pt x="16693" y="7860"/>
                </a:lnTo>
                <a:lnTo>
                  <a:pt x="16960" y="7787"/>
                </a:lnTo>
                <a:lnTo>
                  <a:pt x="17204" y="7690"/>
                </a:lnTo>
                <a:lnTo>
                  <a:pt x="17447" y="7568"/>
                </a:lnTo>
                <a:lnTo>
                  <a:pt x="17642" y="7422"/>
                </a:lnTo>
                <a:lnTo>
                  <a:pt x="17666" y="7471"/>
                </a:lnTo>
                <a:lnTo>
                  <a:pt x="17715" y="7544"/>
                </a:lnTo>
                <a:lnTo>
                  <a:pt x="17788" y="7568"/>
                </a:lnTo>
                <a:lnTo>
                  <a:pt x="17812" y="7763"/>
                </a:lnTo>
                <a:lnTo>
                  <a:pt x="17836" y="7958"/>
                </a:lnTo>
                <a:lnTo>
                  <a:pt x="17934" y="8347"/>
                </a:lnTo>
                <a:lnTo>
                  <a:pt x="17763" y="8396"/>
                </a:lnTo>
                <a:lnTo>
                  <a:pt x="17593" y="8444"/>
                </a:lnTo>
                <a:lnTo>
                  <a:pt x="17252" y="8590"/>
                </a:lnTo>
                <a:lnTo>
                  <a:pt x="16790" y="8761"/>
                </a:lnTo>
                <a:lnTo>
                  <a:pt x="16547" y="8834"/>
                </a:lnTo>
                <a:lnTo>
                  <a:pt x="16328" y="8955"/>
                </a:lnTo>
                <a:lnTo>
                  <a:pt x="16303" y="8955"/>
                </a:lnTo>
                <a:lnTo>
                  <a:pt x="16303" y="8980"/>
                </a:lnTo>
                <a:lnTo>
                  <a:pt x="16328" y="9004"/>
                </a:lnTo>
                <a:lnTo>
                  <a:pt x="16328" y="9028"/>
                </a:lnTo>
                <a:lnTo>
                  <a:pt x="16595" y="9028"/>
                </a:lnTo>
                <a:lnTo>
                  <a:pt x="16839" y="9004"/>
                </a:lnTo>
                <a:lnTo>
                  <a:pt x="17106" y="8955"/>
                </a:lnTo>
                <a:lnTo>
                  <a:pt x="17350" y="8882"/>
                </a:lnTo>
                <a:lnTo>
                  <a:pt x="17666" y="8785"/>
                </a:lnTo>
                <a:lnTo>
                  <a:pt x="17836" y="8712"/>
                </a:lnTo>
                <a:lnTo>
                  <a:pt x="18007" y="8639"/>
                </a:lnTo>
                <a:lnTo>
                  <a:pt x="18031" y="8809"/>
                </a:lnTo>
                <a:lnTo>
                  <a:pt x="17812" y="8907"/>
                </a:lnTo>
                <a:lnTo>
                  <a:pt x="17617" y="9004"/>
                </a:lnTo>
                <a:lnTo>
                  <a:pt x="17398" y="9077"/>
                </a:lnTo>
                <a:lnTo>
                  <a:pt x="17155" y="9174"/>
                </a:lnTo>
                <a:lnTo>
                  <a:pt x="16936" y="9247"/>
                </a:lnTo>
                <a:lnTo>
                  <a:pt x="16741" y="9369"/>
                </a:lnTo>
                <a:lnTo>
                  <a:pt x="16717" y="9418"/>
                </a:lnTo>
                <a:lnTo>
                  <a:pt x="16717" y="9466"/>
                </a:lnTo>
                <a:lnTo>
                  <a:pt x="16741" y="9515"/>
                </a:lnTo>
                <a:lnTo>
                  <a:pt x="16790" y="9539"/>
                </a:lnTo>
                <a:lnTo>
                  <a:pt x="16887" y="9564"/>
                </a:lnTo>
                <a:lnTo>
                  <a:pt x="17228" y="9564"/>
                </a:lnTo>
                <a:lnTo>
                  <a:pt x="17471" y="9491"/>
                </a:lnTo>
                <a:lnTo>
                  <a:pt x="17690" y="9442"/>
                </a:lnTo>
                <a:lnTo>
                  <a:pt x="17885" y="9369"/>
                </a:lnTo>
                <a:lnTo>
                  <a:pt x="18080" y="9272"/>
                </a:lnTo>
                <a:lnTo>
                  <a:pt x="18128" y="9564"/>
                </a:lnTo>
                <a:lnTo>
                  <a:pt x="17958" y="9612"/>
                </a:lnTo>
                <a:lnTo>
                  <a:pt x="17812" y="9661"/>
                </a:lnTo>
                <a:lnTo>
                  <a:pt x="17301" y="9880"/>
                </a:lnTo>
                <a:lnTo>
                  <a:pt x="17228" y="9928"/>
                </a:lnTo>
                <a:lnTo>
                  <a:pt x="17155" y="10001"/>
                </a:lnTo>
                <a:lnTo>
                  <a:pt x="17106" y="10074"/>
                </a:lnTo>
                <a:lnTo>
                  <a:pt x="17033" y="10147"/>
                </a:lnTo>
                <a:lnTo>
                  <a:pt x="17009" y="10172"/>
                </a:lnTo>
                <a:lnTo>
                  <a:pt x="17033" y="10172"/>
                </a:lnTo>
                <a:lnTo>
                  <a:pt x="17106" y="10196"/>
                </a:lnTo>
                <a:lnTo>
                  <a:pt x="17204" y="10220"/>
                </a:lnTo>
                <a:lnTo>
                  <a:pt x="17277" y="10245"/>
                </a:lnTo>
                <a:lnTo>
                  <a:pt x="17471" y="10245"/>
                </a:lnTo>
                <a:lnTo>
                  <a:pt x="17593" y="10196"/>
                </a:lnTo>
                <a:lnTo>
                  <a:pt x="17812" y="10123"/>
                </a:lnTo>
                <a:lnTo>
                  <a:pt x="17982" y="10074"/>
                </a:lnTo>
                <a:lnTo>
                  <a:pt x="18153" y="9977"/>
                </a:lnTo>
                <a:lnTo>
                  <a:pt x="18153" y="10220"/>
                </a:lnTo>
                <a:lnTo>
                  <a:pt x="18031" y="10269"/>
                </a:lnTo>
                <a:lnTo>
                  <a:pt x="17909" y="10318"/>
                </a:lnTo>
                <a:lnTo>
                  <a:pt x="17690" y="10415"/>
                </a:lnTo>
                <a:lnTo>
                  <a:pt x="17471" y="10512"/>
                </a:lnTo>
                <a:lnTo>
                  <a:pt x="17301" y="10634"/>
                </a:lnTo>
                <a:lnTo>
                  <a:pt x="17204" y="10731"/>
                </a:lnTo>
                <a:lnTo>
                  <a:pt x="17131" y="10829"/>
                </a:lnTo>
                <a:lnTo>
                  <a:pt x="17131" y="10853"/>
                </a:lnTo>
                <a:lnTo>
                  <a:pt x="17155" y="10902"/>
                </a:lnTo>
                <a:lnTo>
                  <a:pt x="17374" y="10902"/>
                </a:lnTo>
                <a:lnTo>
                  <a:pt x="17593" y="10877"/>
                </a:lnTo>
                <a:lnTo>
                  <a:pt x="17788" y="10804"/>
                </a:lnTo>
                <a:lnTo>
                  <a:pt x="17982" y="10731"/>
                </a:lnTo>
                <a:lnTo>
                  <a:pt x="18153" y="10683"/>
                </a:lnTo>
                <a:lnTo>
                  <a:pt x="18128" y="11169"/>
                </a:lnTo>
                <a:lnTo>
                  <a:pt x="17861" y="11267"/>
                </a:lnTo>
                <a:lnTo>
                  <a:pt x="17617" y="11364"/>
                </a:lnTo>
                <a:lnTo>
                  <a:pt x="17447" y="11413"/>
                </a:lnTo>
                <a:lnTo>
                  <a:pt x="17277" y="11461"/>
                </a:lnTo>
                <a:lnTo>
                  <a:pt x="17106" y="11510"/>
                </a:lnTo>
                <a:lnTo>
                  <a:pt x="16960" y="11607"/>
                </a:lnTo>
                <a:lnTo>
                  <a:pt x="16936" y="11632"/>
                </a:lnTo>
                <a:lnTo>
                  <a:pt x="16936" y="11680"/>
                </a:lnTo>
                <a:lnTo>
                  <a:pt x="16960" y="11729"/>
                </a:lnTo>
                <a:lnTo>
                  <a:pt x="16985" y="11753"/>
                </a:lnTo>
                <a:lnTo>
                  <a:pt x="17106" y="11802"/>
                </a:lnTo>
                <a:lnTo>
                  <a:pt x="17228" y="11826"/>
                </a:lnTo>
                <a:lnTo>
                  <a:pt x="17374" y="11826"/>
                </a:lnTo>
                <a:lnTo>
                  <a:pt x="17544" y="11778"/>
                </a:lnTo>
                <a:lnTo>
                  <a:pt x="17690" y="11753"/>
                </a:lnTo>
                <a:lnTo>
                  <a:pt x="17836" y="11680"/>
                </a:lnTo>
                <a:lnTo>
                  <a:pt x="17982" y="11607"/>
                </a:lnTo>
                <a:lnTo>
                  <a:pt x="18104" y="11510"/>
                </a:lnTo>
                <a:lnTo>
                  <a:pt x="18080" y="11656"/>
                </a:lnTo>
                <a:lnTo>
                  <a:pt x="17934" y="11705"/>
                </a:lnTo>
                <a:lnTo>
                  <a:pt x="17763" y="11753"/>
                </a:lnTo>
                <a:lnTo>
                  <a:pt x="17471" y="11899"/>
                </a:lnTo>
                <a:lnTo>
                  <a:pt x="17301" y="11948"/>
                </a:lnTo>
                <a:lnTo>
                  <a:pt x="17106" y="11972"/>
                </a:lnTo>
                <a:lnTo>
                  <a:pt x="16936" y="12021"/>
                </a:lnTo>
                <a:lnTo>
                  <a:pt x="16839" y="12045"/>
                </a:lnTo>
                <a:lnTo>
                  <a:pt x="16766" y="12094"/>
                </a:lnTo>
                <a:lnTo>
                  <a:pt x="16741" y="12143"/>
                </a:lnTo>
                <a:lnTo>
                  <a:pt x="16741" y="12167"/>
                </a:lnTo>
                <a:lnTo>
                  <a:pt x="16766" y="12240"/>
                </a:lnTo>
                <a:lnTo>
                  <a:pt x="16863" y="12289"/>
                </a:lnTo>
                <a:lnTo>
                  <a:pt x="16960" y="12337"/>
                </a:lnTo>
                <a:lnTo>
                  <a:pt x="17058" y="12362"/>
                </a:lnTo>
                <a:lnTo>
                  <a:pt x="17155" y="12362"/>
                </a:lnTo>
                <a:lnTo>
                  <a:pt x="17374" y="12313"/>
                </a:lnTo>
                <a:lnTo>
                  <a:pt x="17569" y="12289"/>
                </a:lnTo>
                <a:lnTo>
                  <a:pt x="17812" y="12216"/>
                </a:lnTo>
                <a:lnTo>
                  <a:pt x="18007" y="12094"/>
                </a:lnTo>
                <a:lnTo>
                  <a:pt x="17934" y="12435"/>
                </a:lnTo>
                <a:lnTo>
                  <a:pt x="17788" y="12459"/>
                </a:lnTo>
                <a:lnTo>
                  <a:pt x="17642" y="12508"/>
                </a:lnTo>
                <a:lnTo>
                  <a:pt x="17325" y="12629"/>
                </a:lnTo>
                <a:lnTo>
                  <a:pt x="16839" y="12751"/>
                </a:lnTo>
                <a:lnTo>
                  <a:pt x="16328" y="12897"/>
                </a:lnTo>
                <a:lnTo>
                  <a:pt x="16303" y="12897"/>
                </a:lnTo>
                <a:lnTo>
                  <a:pt x="16303" y="12946"/>
                </a:lnTo>
                <a:lnTo>
                  <a:pt x="16303" y="12970"/>
                </a:lnTo>
                <a:lnTo>
                  <a:pt x="16328" y="12970"/>
                </a:lnTo>
                <a:lnTo>
                  <a:pt x="16571" y="13019"/>
                </a:lnTo>
                <a:lnTo>
                  <a:pt x="16814" y="13019"/>
                </a:lnTo>
                <a:lnTo>
                  <a:pt x="17058" y="12994"/>
                </a:lnTo>
                <a:lnTo>
                  <a:pt x="17277" y="12946"/>
                </a:lnTo>
                <a:lnTo>
                  <a:pt x="17569" y="12897"/>
                </a:lnTo>
                <a:lnTo>
                  <a:pt x="17861" y="12824"/>
                </a:lnTo>
                <a:lnTo>
                  <a:pt x="17739" y="13286"/>
                </a:lnTo>
                <a:lnTo>
                  <a:pt x="15671" y="13286"/>
                </a:lnTo>
                <a:lnTo>
                  <a:pt x="13627" y="13311"/>
                </a:lnTo>
                <a:lnTo>
                  <a:pt x="9515" y="13359"/>
                </a:lnTo>
                <a:lnTo>
                  <a:pt x="5232" y="13408"/>
                </a:lnTo>
                <a:lnTo>
                  <a:pt x="3115" y="13432"/>
                </a:lnTo>
                <a:lnTo>
                  <a:pt x="1509" y="13432"/>
                </a:lnTo>
                <a:lnTo>
                  <a:pt x="1388" y="12654"/>
                </a:lnTo>
                <a:lnTo>
                  <a:pt x="1290" y="11851"/>
                </a:lnTo>
                <a:lnTo>
                  <a:pt x="1266" y="11048"/>
                </a:lnTo>
                <a:lnTo>
                  <a:pt x="1266" y="10245"/>
                </a:lnTo>
                <a:lnTo>
                  <a:pt x="1290" y="9442"/>
                </a:lnTo>
                <a:lnTo>
                  <a:pt x="1363" y="8615"/>
                </a:lnTo>
                <a:lnTo>
                  <a:pt x="1436" y="8152"/>
                </a:lnTo>
                <a:lnTo>
                  <a:pt x="1485" y="7690"/>
                </a:lnTo>
                <a:lnTo>
                  <a:pt x="1777" y="6936"/>
                </a:lnTo>
                <a:lnTo>
                  <a:pt x="2385" y="5305"/>
                </a:lnTo>
                <a:lnTo>
                  <a:pt x="2653" y="4575"/>
                </a:lnTo>
                <a:lnTo>
                  <a:pt x="2921" y="3821"/>
                </a:lnTo>
                <a:lnTo>
                  <a:pt x="3067" y="3456"/>
                </a:lnTo>
                <a:lnTo>
                  <a:pt x="3237" y="3091"/>
                </a:lnTo>
                <a:lnTo>
                  <a:pt x="3407" y="2750"/>
                </a:lnTo>
                <a:lnTo>
                  <a:pt x="3602" y="2410"/>
                </a:lnTo>
                <a:lnTo>
                  <a:pt x="3748" y="2215"/>
                </a:lnTo>
                <a:lnTo>
                  <a:pt x="3894" y="2045"/>
                </a:lnTo>
                <a:lnTo>
                  <a:pt x="4064" y="1899"/>
                </a:lnTo>
                <a:lnTo>
                  <a:pt x="4283" y="1753"/>
                </a:lnTo>
                <a:lnTo>
                  <a:pt x="4502" y="1607"/>
                </a:lnTo>
                <a:lnTo>
                  <a:pt x="4721" y="1485"/>
                </a:lnTo>
                <a:lnTo>
                  <a:pt x="4989" y="1388"/>
                </a:lnTo>
                <a:lnTo>
                  <a:pt x="5232" y="1291"/>
                </a:lnTo>
                <a:lnTo>
                  <a:pt x="5816" y="1096"/>
                </a:lnTo>
                <a:lnTo>
                  <a:pt x="6400" y="950"/>
                </a:lnTo>
                <a:lnTo>
                  <a:pt x="7033" y="853"/>
                </a:lnTo>
                <a:lnTo>
                  <a:pt x="7641" y="755"/>
                </a:lnTo>
                <a:lnTo>
                  <a:pt x="8249" y="707"/>
                </a:lnTo>
                <a:lnTo>
                  <a:pt x="8858" y="658"/>
                </a:lnTo>
                <a:lnTo>
                  <a:pt x="9904" y="609"/>
                </a:lnTo>
                <a:lnTo>
                  <a:pt x="10707" y="609"/>
                </a:lnTo>
                <a:lnTo>
                  <a:pt x="11121" y="585"/>
                </a:lnTo>
                <a:lnTo>
                  <a:pt x="11534" y="561"/>
                </a:lnTo>
                <a:close/>
                <a:moveTo>
                  <a:pt x="2410" y="13919"/>
                </a:moveTo>
                <a:lnTo>
                  <a:pt x="2239" y="14089"/>
                </a:lnTo>
                <a:lnTo>
                  <a:pt x="2093" y="14260"/>
                </a:lnTo>
                <a:lnTo>
                  <a:pt x="1850" y="14649"/>
                </a:lnTo>
                <a:lnTo>
                  <a:pt x="1826" y="14479"/>
                </a:lnTo>
                <a:lnTo>
                  <a:pt x="1850" y="14308"/>
                </a:lnTo>
                <a:lnTo>
                  <a:pt x="1899" y="14114"/>
                </a:lnTo>
                <a:lnTo>
                  <a:pt x="1972" y="13919"/>
                </a:lnTo>
                <a:close/>
                <a:moveTo>
                  <a:pt x="14746" y="13846"/>
                </a:moveTo>
                <a:lnTo>
                  <a:pt x="14649" y="13992"/>
                </a:lnTo>
                <a:lnTo>
                  <a:pt x="14551" y="14138"/>
                </a:lnTo>
                <a:lnTo>
                  <a:pt x="14405" y="14430"/>
                </a:lnTo>
                <a:lnTo>
                  <a:pt x="14235" y="14771"/>
                </a:lnTo>
                <a:lnTo>
                  <a:pt x="14235" y="14527"/>
                </a:lnTo>
                <a:lnTo>
                  <a:pt x="14259" y="14284"/>
                </a:lnTo>
                <a:lnTo>
                  <a:pt x="14235" y="14065"/>
                </a:lnTo>
                <a:lnTo>
                  <a:pt x="14211" y="13943"/>
                </a:lnTo>
                <a:lnTo>
                  <a:pt x="14186" y="13846"/>
                </a:lnTo>
                <a:close/>
                <a:moveTo>
                  <a:pt x="2994" y="13919"/>
                </a:moveTo>
                <a:lnTo>
                  <a:pt x="2848" y="14065"/>
                </a:lnTo>
                <a:lnTo>
                  <a:pt x="2702" y="14211"/>
                </a:lnTo>
                <a:lnTo>
                  <a:pt x="2458" y="14552"/>
                </a:lnTo>
                <a:lnTo>
                  <a:pt x="2288" y="14819"/>
                </a:lnTo>
                <a:lnTo>
                  <a:pt x="2191" y="15014"/>
                </a:lnTo>
                <a:lnTo>
                  <a:pt x="2142" y="15184"/>
                </a:lnTo>
                <a:lnTo>
                  <a:pt x="2045" y="15087"/>
                </a:lnTo>
                <a:lnTo>
                  <a:pt x="2239" y="14771"/>
                </a:lnTo>
                <a:lnTo>
                  <a:pt x="2434" y="14479"/>
                </a:lnTo>
                <a:lnTo>
                  <a:pt x="2629" y="14211"/>
                </a:lnTo>
                <a:lnTo>
                  <a:pt x="2799" y="13919"/>
                </a:lnTo>
                <a:close/>
                <a:moveTo>
                  <a:pt x="4405" y="14381"/>
                </a:moveTo>
                <a:lnTo>
                  <a:pt x="4381" y="14649"/>
                </a:lnTo>
                <a:lnTo>
                  <a:pt x="4308" y="14941"/>
                </a:lnTo>
                <a:lnTo>
                  <a:pt x="4259" y="15087"/>
                </a:lnTo>
                <a:lnTo>
                  <a:pt x="4162" y="15209"/>
                </a:lnTo>
                <a:lnTo>
                  <a:pt x="4040" y="15330"/>
                </a:lnTo>
                <a:lnTo>
                  <a:pt x="3894" y="15403"/>
                </a:lnTo>
                <a:lnTo>
                  <a:pt x="3894" y="15403"/>
                </a:lnTo>
                <a:lnTo>
                  <a:pt x="4016" y="15160"/>
                </a:lnTo>
                <a:lnTo>
                  <a:pt x="4235" y="14771"/>
                </a:lnTo>
                <a:lnTo>
                  <a:pt x="4308" y="14576"/>
                </a:lnTo>
                <a:lnTo>
                  <a:pt x="4405" y="14381"/>
                </a:lnTo>
                <a:close/>
                <a:moveTo>
                  <a:pt x="3845" y="13895"/>
                </a:moveTo>
                <a:lnTo>
                  <a:pt x="3651" y="14041"/>
                </a:lnTo>
                <a:lnTo>
                  <a:pt x="3456" y="14211"/>
                </a:lnTo>
                <a:lnTo>
                  <a:pt x="3286" y="14406"/>
                </a:lnTo>
                <a:lnTo>
                  <a:pt x="3140" y="14625"/>
                </a:lnTo>
                <a:lnTo>
                  <a:pt x="2848" y="15038"/>
                </a:lnTo>
                <a:lnTo>
                  <a:pt x="2629" y="15476"/>
                </a:lnTo>
                <a:lnTo>
                  <a:pt x="2629" y="15501"/>
                </a:lnTo>
                <a:lnTo>
                  <a:pt x="2458" y="15428"/>
                </a:lnTo>
                <a:lnTo>
                  <a:pt x="2556" y="15306"/>
                </a:lnTo>
                <a:lnTo>
                  <a:pt x="2629" y="15160"/>
                </a:lnTo>
                <a:lnTo>
                  <a:pt x="2726" y="14941"/>
                </a:lnTo>
                <a:lnTo>
                  <a:pt x="2896" y="14673"/>
                </a:lnTo>
                <a:lnTo>
                  <a:pt x="3067" y="14406"/>
                </a:lnTo>
                <a:lnTo>
                  <a:pt x="3261" y="14162"/>
                </a:lnTo>
                <a:lnTo>
                  <a:pt x="3432" y="13919"/>
                </a:lnTo>
                <a:lnTo>
                  <a:pt x="3845" y="13895"/>
                </a:lnTo>
                <a:close/>
                <a:moveTo>
                  <a:pt x="4381" y="13895"/>
                </a:moveTo>
                <a:lnTo>
                  <a:pt x="4381" y="14065"/>
                </a:lnTo>
                <a:lnTo>
                  <a:pt x="4186" y="14260"/>
                </a:lnTo>
                <a:lnTo>
                  <a:pt x="4016" y="14503"/>
                </a:lnTo>
                <a:lnTo>
                  <a:pt x="3724" y="14990"/>
                </a:lnTo>
                <a:lnTo>
                  <a:pt x="3529" y="15257"/>
                </a:lnTo>
                <a:lnTo>
                  <a:pt x="3359" y="15549"/>
                </a:lnTo>
                <a:lnTo>
                  <a:pt x="3261" y="15574"/>
                </a:lnTo>
                <a:lnTo>
                  <a:pt x="2994" y="15574"/>
                </a:lnTo>
                <a:lnTo>
                  <a:pt x="3237" y="15160"/>
                </a:lnTo>
                <a:lnTo>
                  <a:pt x="3505" y="14746"/>
                </a:lnTo>
                <a:lnTo>
                  <a:pt x="3821" y="14333"/>
                </a:lnTo>
                <a:lnTo>
                  <a:pt x="3967" y="14114"/>
                </a:lnTo>
                <a:lnTo>
                  <a:pt x="4113" y="13895"/>
                </a:lnTo>
                <a:close/>
                <a:moveTo>
                  <a:pt x="15865" y="13846"/>
                </a:moveTo>
                <a:lnTo>
                  <a:pt x="15695" y="13968"/>
                </a:lnTo>
                <a:lnTo>
                  <a:pt x="15525" y="14089"/>
                </a:lnTo>
                <a:lnTo>
                  <a:pt x="15403" y="14211"/>
                </a:lnTo>
                <a:lnTo>
                  <a:pt x="15306" y="14333"/>
                </a:lnTo>
                <a:lnTo>
                  <a:pt x="15111" y="14625"/>
                </a:lnTo>
                <a:lnTo>
                  <a:pt x="14965" y="14844"/>
                </a:lnTo>
                <a:lnTo>
                  <a:pt x="14819" y="15063"/>
                </a:lnTo>
                <a:lnTo>
                  <a:pt x="14746" y="15184"/>
                </a:lnTo>
                <a:lnTo>
                  <a:pt x="14697" y="15306"/>
                </a:lnTo>
                <a:lnTo>
                  <a:pt x="14673" y="15452"/>
                </a:lnTo>
                <a:lnTo>
                  <a:pt x="14673" y="15574"/>
                </a:lnTo>
                <a:lnTo>
                  <a:pt x="14503" y="15428"/>
                </a:lnTo>
                <a:lnTo>
                  <a:pt x="14381" y="15257"/>
                </a:lnTo>
                <a:lnTo>
                  <a:pt x="14478" y="15111"/>
                </a:lnTo>
                <a:lnTo>
                  <a:pt x="14551" y="14965"/>
                </a:lnTo>
                <a:lnTo>
                  <a:pt x="14673" y="14673"/>
                </a:lnTo>
                <a:lnTo>
                  <a:pt x="14819" y="14284"/>
                </a:lnTo>
                <a:lnTo>
                  <a:pt x="14868" y="14065"/>
                </a:lnTo>
                <a:lnTo>
                  <a:pt x="14892" y="13870"/>
                </a:lnTo>
                <a:lnTo>
                  <a:pt x="14868" y="13846"/>
                </a:lnTo>
                <a:close/>
                <a:moveTo>
                  <a:pt x="16790" y="14625"/>
                </a:moveTo>
                <a:lnTo>
                  <a:pt x="16766" y="14917"/>
                </a:lnTo>
                <a:lnTo>
                  <a:pt x="16717" y="15184"/>
                </a:lnTo>
                <a:lnTo>
                  <a:pt x="16644" y="15330"/>
                </a:lnTo>
                <a:lnTo>
                  <a:pt x="16571" y="15452"/>
                </a:lnTo>
                <a:lnTo>
                  <a:pt x="16449" y="15574"/>
                </a:lnTo>
                <a:lnTo>
                  <a:pt x="16352" y="15647"/>
                </a:lnTo>
                <a:lnTo>
                  <a:pt x="16352" y="15647"/>
                </a:lnTo>
                <a:lnTo>
                  <a:pt x="16571" y="15111"/>
                </a:lnTo>
                <a:lnTo>
                  <a:pt x="16693" y="14868"/>
                </a:lnTo>
                <a:lnTo>
                  <a:pt x="16790" y="14625"/>
                </a:lnTo>
                <a:close/>
                <a:moveTo>
                  <a:pt x="16498" y="13846"/>
                </a:moveTo>
                <a:lnTo>
                  <a:pt x="16328" y="14041"/>
                </a:lnTo>
                <a:lnTo>
                  <a:pt x="16133" y="14260"/>
                </a:lnTo>
                <a:lnTo>
                  <a:pt x="15987" y="14479"/>
                </a:lnTo>
                <a:lnTo>
                  <a:pt x="15817" y="14746"/>
                </a:lnTo>
                <a:lnTo>
                  <a:pt x="15525" y="15257"/>
                </a:lnTo>
                <a:lnTo>
                  <a:pt x="15379" y="15549"/>
                </a:lnTo>
                <a:lnTo>
                  <a:pt x="15257" y="15817"/>
                </a:lnTo>
                <a:lnTo>
                  <a:pt x="15062" y="15768"/>
                </a:lnTo>
                <a:lnTo>
                  <a:pt x="14868" y="15695"/>
                </a:lnTo>
                <a:lnTo>
                  <a:pt x="14965" y="15622"/>
                </a:lnTo>
                <a:lnTo>
                  <a:pt x="15038" y="15549"/>
                </a:lnTo>
                <a:lnTo>
                  <a:pt x="15160" y="15355"/>
                </a:lnTo>
                <a:lnTo>
                  <a:pt x="15379" y="14941"/>
                </a:lnTo>
                <a:lnTo>
                  <a:pt x="15719" y="14381"/>
                </a:lnTo>
                <a:lnTo>
                  <a:pt x="15817" y="14260"/>
                </a:lnTo>
                <a:lnTo>
                  <a:pt x="15865" y="14114"/>
                </a:lnTo>
                <a:lnTo>
                  <a:pt x="16011" y="13846"/>
                </a:lnTo>
                <a:close/>
                <a:moveTo>
                  <a:pt x="16717" y="13846"/>
                </a:moveTo>
                <a:lnTo>
                  <a:pt x="16766" y="14235"/>
                </a:lnTo>
                <a:lnTo>
                  <a:pt x="16620" y="14430"/>
                </a:lnTo>
                <a:lnTo>
                  <a:pt x="16474" y="14625"/>
                </a:lnTo>
                <a:lnTo>
                  <a:pt x="16255" y="15063"/>
                </a:lnTo>
                <a:lnTo>
                  <a:pt x="16084" y="15428"/>
                </a:lnTo>
                <a:lnTo>
                  <a:pt x="15987" y="15622"/>
                </a:lnTo>
                <a:lnTo>
                  <a:pt x="15938" y="15817"/>
                </a:lnTo>
                <a:lnTo>
                  <a:pt x="15646" y="15841"/>
                </a:lnTo>
                <a:lnTo>
                  <a:pt x="15890" y="15379"/>
                </a:lnTo>
                <a:lnTo>
                  <a:pt x="16133" y="14917"/>
                </a:lnTo>
                <a:lnTo>
                  <a:pt x="16401" y="14381"/>
                </a:lnTo>
                <a:lnTo>
                  <a:pt x="16644" y="13846"/>
                </a:lnTo>
                <a:close/>
                <a:moveTo>
                  <a:pt x="8493" y="1"/>
                </a:moveTo>
                <a:lnTo>
                  <a:pt x="7884" y="25"/>
                </a:lnTo>
                <a:lnTo>
                  <a:pt x="7252" y="98"/>
                </a:lnTo>
                <a:lnTo>
                  <a:pt x="6619" y="171"/>
                </a:lnTo>
                <a:lnTo>
                  <a:pt x="6011" y="317"/>
                </a:lnTo>
                <a:lnTo>
                  <a:pt x="5427" y="488"/>
                </a:lnTo>
                <a:lnTo>
                  <a:pt x="5135" y="585"/>
                </a:lnTo>
                <a:lnTo>
                  <a:pt x="4867" y="707"/>
                </a:lnTo>
                <a:lnTo>
                  <a:pt x="4600" y="853"/>
                </a:lnTo>
                <a:lnTo>
                  <a:pt x="4356" y="999"/>
                </a:lnTo>
                <a:lnTo>
                  <a:pt x="4113" y="1169"/>
                </a:lnTo>
                <a:lnTo>
                  <a:pt x="3894" y="1339"/>
                </a:lnTo>
                <a:lnTo>
                  <a:pt x="3699" y="1534"/>
                </a:lnTo>
                <a:lnTo>
                  <a:pt x="3529" y="1753"/>
                </a:lnTo>
                <a:lnTo>
                  <a:pt x="3310" y="2045"/>
                </a:lnTo>
                <a:lnTo>
                  <a:pt x="3115" y="2385"/>
                </a:lnTo>
                <a:lnTo>
                  <a:pt x="2945" y="2702"/>
                </a:lnTo>
                <a:lnTo>
                  <a:pt x="2799" y="3042"/>
                </a:lnTo>
                <a:lnTo>
                  <a:pt x="2507" y="3748"/>
                </a:lnTo>
                <a:lnTo>
                  <a:pt x="2264" y="4454"/>
                </a:lnTo>
                <a:lnTo>
                  <a:pt x="2142" y="4405"/>
                </a:lnTo>
                <a:lnTo>
                  <a:pt x="2020" y="4356"/>
                </a:lnTo>
                <a:lnTo>
                  <a:pt x="1728" y="4356"/>
                </a:lnTo>
                <a:lnTo>
                  <a:pt x="1412" y="4405"/>
                </a:lnTo>
                <a:lnTo>
                  <a:pt x="1193" y="4478"/>
                </a:lnTo>
                <a:lnTo>
                  <a:pt x="998" y="4551"/>
                </a:lnTo>
                <a:lnTo>
                  <a:pt x="804" y="4624"/>
                </a:lnTo>
                <a:lnTo>
                  <a:pt x="633" y="4746"/>
                </a:lnTo>
                <a:lnTo>
                  <a:pt x="487" y="4867"/>
                </a:lnTo>
                <a:lnTo>
                  <a:pt x="366" y="5013"/>
                </a:lnTo>
                <a:lnTo>
                  <a:pt x="244" y="5159"/>
                </a:lnTo>
                <a:lnTo>
                  <a:pt x="147" y="5354"/>
                </a:lnTo>
                <a:lnTo>
                  <a:pt x="49" y="5524"/>
                </a:lnTo>
                <a:lnTo>
                  <a:pt x="25" y="5695"/>
                </a:lnTo>
                <a:lnTo>
                  <a:pt x="1" y="5865"/>
                </a:lnTo>
                <a:lnTo>
                  <a:pt x="25" y="6060"/>
                </a:lnTo>
                <a:lnTo>
                  <a:pt x="49" y="6230"/>
                </a:lnTo>
                <a:lnTo>
                  <a:pt x="122" y="6400"/>
                </a:lnTo>
                <a:lnTo>
                  <a:pt x="220" y="6571"/>
                </a:lnTo>
                <a:lnTo>
                  <a:pt x="317" y="6692"/>
                </a:lnTo>
                <a:lnTo>
                  <a:pt x="463" y="6814"/>
                </a:lnTo>
                <a:lnTo>
                  <a:pt x="658" y="6911"/>
                </a:lnTo>
                <a:lnTo>
                  <a:pt x="901" y="6984"/>
                </a:lnTo>
                <a:lnTo>
                  <a:pt x="1023" y="6984"/>
                </a:lnTo>
                <a:lnTo>
                  <a:pt x="1120" y="7009"/>
                </a:lnTo>
                <a:lnTo>
                  <a:pt x="1242" y="6984"/>
                </a:lnTo>
                <a:lnTo>
                  <a:pt x="1363" y="6960"/>
                </a:lnTo>
                <a:lnTo>
                  <a:pt x="1169" y="7495"/>
                </a:lnTo>
                <a:lnTo>
                  <a:pt x="1071" y="7739"/>
                </a:lnTo>
                <a:lnTo>
                  <a:pt x="998" y="8006"/>
                </a:lnTo>
                <a:lnTo>
                  <a:pt x="901" y="8542"/>
                </a:lnTo>
                <a:lnTo>
                  <a:pt x="779" y="9393"/>
                </a:lnTo>
                <a:lnTo>
                  <a:pt x="731" y="10245"/>
                </a:lnTo>
                <a:lnTo>
                  <a:pt x="731" y="11072"/>
                </a:lnTo>
                <a:lnTo>
                  <a:pt x="755" y="11875"/>
                </a:lnTo>
                <a:lnTo>
                  <a:pt x="852" y="12702"/>
                </a:lnTo>
                <a:lnTo>
                  <a:pt x="974" y="13505"/>
                </a:lnTo>
                <a:lnTo>
                  <a:pt x="925" y="13505"/>
                </a:lnTo>
                <a:lnTo>
                  <a:pt x="877" y="13530"/>
                </a:lnTo>
                <a:lnTo>
                  <a:pt x="828" y="13578"/>
                </a:lnTo>
                <a:lnTo>
                  <a:pt x="804" y="13627"/>
                </a:lnTo>
                <a:lnTo>
                  <a:pt x="804" y="13676"/>
                </a:lnTo>
                <a:lnTo>
                  <a:pt x="804" y="13749"/>
                </a:lnTo>
                <a:lnTo>
                  <a:pt x="828" y="13797"/>
                </a:lnTo>
                <a:lnTo>
                  <a:pt x="877" y="13846"/>
                </a:lnTo>
                <a:lnTo>
                  <a:pt x="925" y="13870"/>
                </a:lnTo>
                <a:lnTo>
                  <a:pt x="1193" y="13895"/>
                </a:lnTo>
                <a:lnTo>
                  <a:pt x="1461" y="13919"/>
                </a:lnTo>
                <a:lnTo>
                  <a:pt x="1412" y="14041"/>
                </a:lnTo>
                <a:lnTo>
                  <a:pt x="1363" y="14187"/>
                </a:lnTo>
                <a:lnTo>
                  <a:pt x="1315" y="14333"/>
                </a:lnTo>
                <a:lnTo>
                  <a:pt x="1315" y="14479"/>
                </a:lnTo>
                <a:lnTo>
                  <a:pt x="1315" y="14649"/>
                </a:lnTo>
                <a:lnTo>
                  <a:pt x="1339" y="14795"/>
                </a:lnTo>
                <a:lnTo>
                  <a:pt x="1363" y="14941"/>
                </a:lnTo>
                <a:lnTo>
                  <a:pt x="1412" y="15063"/>
                </a:lnTo>
                <a:lnTo>
                  <a:pt x="1534" y="15282"/>
                </a:lnTo>
                <a:lnTo>
                  <a:pt x="1680" y="15476"/>
                </a:lnTo>
                <a:lnTo>
                  <a:pt x="1850" y="15647"/>
                </a:lnTo>
                <a:lnTo>
                  <a:pt x="2020" y="15768"/>
                </a:lnTo>
                <a:lnTo>
                  <a:pt x="2215" y="15890"/>
                </a:lnTo>
                <a:lnTo>
                  <a:pt x="2434" y="15987"/>
                </a:lnTo>
                <a:lnTo>
                  <a:pt x="2677" y="16036"/>
                </a:lnTo>
                <a:lnTo>
                  <a:pt x="2921" y="16085"/>
                </a:lnTo>
                <a:lnTo>
                  <a:pt x="3115" y="16109"/>
                </a:lnTo>
                <a:lnTo>
                  <a:pt x="3334" y="16109"/>
                </a:lnTo>
                <a:lnTo>
                  <a:pt x="3529" y="16085"/>
                </a:lnTo>
                <a:lnTo>
                  <a:pt x="3748" y="16036"/>
                </a:lnTo>
                <a:lnTo>
                  <a:pt x="3943" y="15963"/>
                </a:lnTo>
                <a:lnTo>
                  <a:pt x="4137" y="15890"/>
                </a:lnTo>
                <a:lnTo>
                  <a:pt x="4308" y="15793"/>
                </a:lnTo>
                <a:lnTo>
                  <a:pt x="4478" y="15647"/>
                </a:lnTo>
                <a:lnTo>
                  <a:pt x="4648" y="15476"/>
                </a:lnTo>
                <a:lnTo>
                  <a:pt x="4770" y="15282"/>
                </a:lnTo>
                <a:lnTo>
                  <a:pt x="4843" y="15063"/>
                </a:lnTo>
                <a:lnTo>
                  <a:pt x="4892" y="14844"/>
                </a:lnTo>
                <a:lnTo>
                  <a:pt x="4940" y="14600"/>
                </a:lnTo>
                <a:lnTo>
                  <a:pt x="4940" y="14357"/>
                </a:lnTo>
                <a:lnTo>
                  <a:pt x="4916" y="13895"/>
                </a:lnTo>
                <a:lnTo>
                  <a:pt x="5062" y="13895"/>
                </a:lnTo>
                <a:lnTo>
                  <a:pt x="9515" y="13870"/>
                </a:lnTo>
                <a:lnTo>
                  <a:pt x="14040" y="13846"/>
                </a:lnTo>
                <a:lnTo>
                  <a:pt x="13967" y="13919"/>
                </a:lnTo>
                <a:lnTo>
                  <a:pt x="13919" y="13992"/>
                </a:lnTo>
                <a:lnTo>
                  <a:pt x="13846" y="14162"/>
                </a:lnTo>
                <a:lnTo>
                  <a:pt x="13797" y="14357"/>
                </a:lnTo>
                <a:lnTo>
                  <a:pt x="13797" y="14576"/>
                </a:lnTo>
                <a:lnTo>
                  <a:pt x="13821" y="14795"/>
                </a:lnTo>
                <a:lnTo>
                  <a:pt x="13846" y="14990"/>
                </a:lnTo>
                <a:lnTo>
                  <a:pt x="13943" y="15355"/>
                </a:lnTo>
                <a:lnTo>
                  <a:pt x="13967" y="15476"/>
                </a:lnTo>
                <a:lnTo>
                  <a:pt x="14016" y="15574"/>
                </a:lnTo>
                <a:lnTo>
                  <a:pt x="14162" y="15768"/>
                </a:lnTo>
                <a:lnTo>
                  <a:pt x="14357" y="15914"/>
                </a:lnTo>
                <a:lnTo>
                  <a:pt x="14551" y="16060"/>
                </a:lnTo>
                <a:lnTo>
                  <a:pt x="14795" y="16158"/>
                </a:lnTo>
                <a:lnTo>
                  <a:pt x="15038" y="16231"/>
                </a:lnTo>
                <a:lnTo>
                  <a:pt x="15281" y="16279"/>
                </a:lnTo>
                <a:lnTo>
                  <a:pt x="15500" y="16328"/>
                </a:lnTo>
                <a:lnTo>
                  <a:pt x="15744" y="16328"/>
                </a:lnTo>
                <a:lnTo>
                  <a:pt x="15963" y="16304"/>
                </a:lnTo>
                <a:lnTo>
                  <a:pt x="16157" y="16255"/>
                </a:lnTo>
                <a:lnTo>
                  <a:pt x="16352" y="16182"/>
                </a:lnTo>
                <a:lnTo>
                  <a:pt x="16547" y="16060"/>
                </a:lnTo>
                <a:lnTo>
                  <a:pt x="16717" y="15939"/>
                </a:lnTo>
                <a:lnTo>
                  <a:pt x="16887" y="15793"/>
                </a:lnTo>
                <a:lnTo>
                  <a:pt x="17033" y="15622"/>
                </a:lnTo>
                <a:lnTo>
                  <a:pt x="17131" y="15428"/>
                </a:lnTo>
                <a:lnTo>
                  <a:pt x="17204" y="15209"/>
                </a:lnTo>
                <a:lnTo>
                  <a:pt x="17252" y="14990"/>
                </a:lnTo>
                <a:lnTo>
                  <a:pt x="17277" y="14746"/>
                </a:lnTo>
                <a:lnTo>
                  <a:pt x="17277" y="14527"/>
                </a:lnTo>
                <a:lnTo>
                  <a:pt x="17277" y="14284"/>
                </a:lnTo>
                <a:lnTo>
                  <a:pt x="17204" y="13822"/>
                </a:lnTo>
                <a:lnTo>
                  <a:pt x="18250" y="13797"/>
                </a:lnTo>
                <a:lnTo>
                  <a:pt x="18372" y="13773"/>
                </a:lnTo>
                <a:lnTo>
                  <a:pt x="18445" y="13724"/>
                </a:lnTo>
                <a:lnTo>
                  <a:pt x="18493" y="13627"/>
                </a:lnTo>
                <a:lnTo>
                  <a:pt x="18493" y="13530"/>
                </a:lnTo>
                <a:lnTo>
                  <a:pt x="18493" y="13457"/>
                </a:lnTo>
                <a:lnTo>
                  <a:pt x="18445" y="13359"/>
                </a:lnTo>
                <a:lnTo>
                  <a:pt x="18372" y="13311"/>
                </a:lnTo>
                <a:lnTo>
                  <a:pt x="18250" y="13286"/>
                </a:lnTo>
                <a:lnTo>
                  <a:pt x="18445" y="12556"/>
                </a:lnTo>
                <a:lnTo>
                  <a:pt x="18566" y="11802"/>
                </a:lnTo>
                <a:lnTo>
                  <a:pt x="18639" y="11048"/>
                </a:lnTo>
                <a:lnTo>
                  <a:pt x="18664" y="10293"/>
                </a:lnTo>
                <a:lnTo>
                  <a:pt x="18639" y="9880"/>
                </a:lnTo>
                <a:lnTo>
                  <a:pt x="18615" y="9466"/>
                </a:lnTo>
                <a:lnTo>
                  <a:pt x="18493" y="8639"/>
                </a:lnTo>
                <a:lnTo>
                  <a:pt x="18445" y="8323"/>
                </a:lnTo>
                <a:lnTo>
                  <a:pt x="18372" y="7982"/>
                </a:lnTo>
                <a:lnTo>
                  <a:pt x="18250" y="7666"/>
                </a:lnTo>
                <a:lnTo>
                  <a:pt x="18177" y="7520"/>
                </a:lnTo>
                <a:lnTo>
                  <a:pt x="18104" y="7374"/>
                </a:lnTo>
                <a:lnTo>
                  <a:pt x="18080" y="7276"/>
                </a:lnTo>
                <a:lnTo>
                  <a:pt x="17982" y="6887"/>
                </a:lnTo>
                <a:lnTo>
                  <a:pt x="18274" y="6838"/>
                </a:lnTo>
                <a:lnTo>
                  <a:pt x="18542" y="6741"/>
                </a:lnTo>
                <a:lnTo>
                  <a:pt x="18834" y="6644"/>
                </a:lnTo>
                <a:lnTo>
                  <a:pt x="19102" y="6498"/>
                </a:lnTo>
                <a:lnTo>
                  <a:pt x="19199" y="6400"/>
                </a:lnTo>
                <a:lnTo>
                  <a:pt x="19272" y="6279"/>
                </a:lnTo>
                <a:lnTo>
                  <a:pt x="19321" y="6157"/>
                </a:lnTo>
                <a:lnTo>
                  <a:pt x="19321" y="6011"/>
                </a:lnTo>
                <a:lnTo>
                  <a:pt x="19321" y="5841"/>
                </a:lnTo>
                <a:lnTo>
                  <a:pt x="19321" y="5695"/>
                </a:lnTo>
                <a:lnTo>
                  <a:pt x="19272" y="5451"/>
                </a:lnTo>
                <a:lnTo>
                  <a:pt x="19199" y="5281"/>
                </a:lnTo>
                <a:lnTo>
                  <a:pt x="19126" y="5135"/>
                </a:lnTo>
                <a:lnTo>
                  <a:pt x="19029" y="5013"/>
                </a:lnTo>
                <a:lnTo>
                  <a:pt x="18907" y="4892"/>
                </a:lnTo>
                <a:lnTo>
                  <a:pt x="18785" y="4794"/>
                </a:lnTo>
                <a:lnTo>
                  <a:pt x="18664" y="4697"/>
                </a:lnTo>
                <a:lnTo>
                  <a:pt x="18372" y="4527"/>
                </a:lnTo>
                <a:lnTo>
                  <a:pt x="18080" y="4429"/>
                </a:lnTo>
                <a:lnTo>
                  <a:pt x="17934" y="4356"/>
                </a:lnTo>
                <a:lnTo>
                  <a:pt x="17763" y="4332"/>
                </a:lnTo>
                <a:lnTo>
                  <a:pt x="17593" y="4308"/>
                </a:lnTo>
                <a:lnTo>
                  <a:pt x="17423" y="4308"/>
                </a:lnTo>
                <a:lnTo>
                  <a:pt x="17252" y="4356"/>
                </a:lnTo>
                <a:lnTo>
                  <a:pt x="17131" y="4405"/>
                </a:lnTo>
                <a:lnTo>
                  <a:pt x="17082" y="4478"/>
                </a:lnTo>
                <a:lnTo>
                  <a:pt x="17082" y="4527"/>
                </a:lnTo>
                <a:lnTo>
                  <a:pt x="16863" y="3967"/>
                </a:lnTo>
                <a:lnTo>
                  <a:pt x="16595" y="3261"/>
                </a:lnTo>
                <a:lnTo>
                  <a:pt x="16303" y="2580"/>
                </a:lnTo>
                <a:lnTo>
                  <a:pt x="16133" y="2239"/>
                </a:lnTo>
                <a:lnTo>
                  <a:pt x="15938" y="1923"/>
                </a:lnTo>
                <a:lnTo>
                  <a:pt x="15719" y="1607"/>
                </a:lnTo>
                <a:lnTo>
                  <a:pt x="15476" y="1315"/>
                </a:lnTo>
                <a:lnTo>
                  <a:pt x="15354" y="1193"/>
                </a:lnTo>
                <a:lnTo>
                  <a:pt x="15379" y="1145"/>
                </a:lnTo>
                <a:lnTo>
                  <a:pt x="15403" y="1120"/>
                </a:lnTo>
                <a:lnTo>
                  <a:pt x="15379" y="1023"/>
                </a:lnTo>
                <a:lnTo>
                  <a:pt x="15306" y="974"/>
                </a:lnTo>
                <a:lnTo>
                  <a:pt x="15257" y="950"/>
                </a:lnTo>
                <a:lnTo>
                  <a:pt x="15208" y="950"/>
                </a:lnTo>
                <a:lnTo>
                  <a:pt x="15111" y="974"/>
                </a:lnTo>
                <a:lnTo>
                  <a:pt x="14892" y="804"/>
                </a:lnTo>
                <a:lnTo>
                  <a:pt x="14624" y="658"/>
                </a:lnTo>
                <a:lnTo>
                  <a:pt x="14381" y="536"/>
                </a:lnTo>
                <a:lnTo>
                  <a:pt x="14113" y="415"/>
                </a:lnTo>
                <a:lnTo>
                  <a:pt x="13821" y="317"/>
                </a:lnTo>
                <a:lnTo>
                  <a:pt x="13530" y="244"/>
                </a:lnTo>
                <a:lnTo>
                  <a:pt x="12970" y="123"/>
                </a:lnTo>
                <a:lnTo>
                  <a:pt x="12556" y="74"/>
                </a:lnTo>
                <a:lnTo>
                  <a:pt x="12143" y="50"/>
                </a:lnTo>
                <a:lnTo>
                  <a:pt x="11729" y="50"/>
                </a:lnTo>
                <a:lnTo>
                  <a:pt x="11291" y="74"/>
                </a:lnTo>
                <a:lnTo>
                  <a:pt x="10902" y="50"/>
                </a:lnTo>
                <a:lnTo>
                  <a:pt x="10123" y="25"/>
                </a:lnTo>
                <a:lnTo>
                  <a:pt x="9077"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58" name="Google Shape;858;p39"/>
          <p:cNvSpPr/>
          <p:nvPr/>
        </p:nvSpPr>
        <p:spPr>
          <a:xfrm>
            <a:off x="4969227" y="3840129"/>
            <a:ext cx="384495" cy="379709"/>
          </a:xfrm>
          <a:custGeom>
            <a:avLst/>
            <a:gdLst/>
            <a:ahLst/>
            <a:cxnLst/>
            <a:rect l="l" t="t" r="r" b="b"/>
            <a:pathLst>
              <a:path w="17593" h="17374" extrusionOk="0">
                <a:moveTo>
                  <a:pt x="14673" y="1266"/>
                </a:moveTo>
                <a:lnTo>
                  <a:pt x="14624" y="1314"/>
                </a:lnTo>
                <a:lnTo>
                  <a:pt x="14600" y="1363"/>
                </a:lnTo>
                <a:lnTo>
                  <a:pt x="14575" y="1412"/>
                </a:lnTo>
                <a:lnTo>
                  <a:pt x="14575" y="1485"/>
                </a:lnTo>
                <a:lnTo>
                  <a:pt x="14600" y="1533"/>
                </a:lnTo>
                <a:lnTo>
                  <a:pt x="14648" y="1606"/>
                </a:lnTo>
                <a:lnTo>
                  <a:pt x="14697" y="1631"/>
                </a:lnTo>
                <a:lnTo>
                  <a:pt x="14940" y="1728"/>
                </a:lnTo>
                <a:lnTo>
                  <a:pt x="15159" y="1825"/>
                </a:lnTo>
                <a:lnTo>
                  <a:pt x="15354" y="1971"/>
                </a:lnTo>
                <a:lnTo>
                  <a:pt x="15524" y="2166"/>
                </a:lnTo>
                <a:lnTo>
                  <a:pt x="15597" y="2263"/>
                </a:lnTo>
                <a:lnTo>
                  <a:pt x="15646" y="2360"/>
                </a:lnTo>
                <a:lnTo>
                  <a:pt x="15695" y="2579"/>
                </a:lnTo>
                <a:lnTo>
                  <a:pt x="15792" y="3017"/>
                </a:lnTo>
                <a:lnTo>
                  <a:pt x="15816" y="3090"/>
                </a:lnTo>
                <a:lnTo>
                  <a:pt x="15865" y="3139"/>
                </a:lnTo>
                <a:lnTo>
                  <a:pt x="15938" y="3163"/>
                </a:lnTo>
                <a:lnTo>
                  <a:pt x="15987" y="3188"/>
                </a:lnTo>
                <a:lnTo>
                  <a:pt x="16060" y="3163"/>
                </a:lnTo>
                <a:lnTo>
                  <a:pt x="16133" y="3139"/>
                </a:lnTo>
                <a:lnTo>
                  <a:pt x="16181" y="3090"/>
                </a:lnTo>
                <a:lnTo>
                  <a:pt x="16206" y="3017"/>
                </a:lnTo>
                <a:lnTo>
                  <a:pt x="16254" y="2871"/>
                </a:lnTo>
                <a:lnTo>
                  <a:pt x="16254" y="2725"/>
                </a:lnTo>
                <a:lnTo>
                  <a:pt x="16230" y="2579"/>
                </a:lnTo>
                <a:lnTo>
                  <a:pt x="16181" y="2409"/>
                </a:lnTo>
                <a:lnTo>
                  <a:pt x="16133" y="2263"/>
                </a:lnTo>
                <a:lnTo>
                  <a:pt x="16060" y="2117"/>
                </a:lnTo>
                <a:lnTo>
                  <a:pt x="15889" y="1874"/>
                </a:lnTo>
                <a:lnTo>
                  <a:pt x="15670" y="1631"/>
                </a:lnTo>
                <a:lnTo>
                  <a:pt x="15524" y="1509"/>
                </a:lnTo>
                <a:lnTo>
                  <a:pt x="15378" y="1436"/>
                </a:lnTo>
                <a:lnTo>
                  <a:pt x="15232" y="1363"/>
                </a:lnTo>
                <a:lnTo>
                  <a:pt x="15086" y="1290"/>
                </a:lnTo>
                <a:lnTo>
                  <a:pt x="14916" y="1266"/>
                </a:lnTo>
                <a:close/>
                <a:moveTo>
                  <a:pt x="2458" y="2263"/>
                </a:moveTo>
                <a:lnTo>
                  <a:pt x="2725" y="2433"/>
                </a:lnTo>
                <a:lnTo>
                  <a:pt x="2993" y="2604"/>
                </a:lnTo>
                <a:lnTo>
                  <a:pt x="3553" y="2896"/>
                </a:lnTo>
                <a:lnTo>
                  <a:pt x="4550" y="3480"/>
                </a:lnTo>
                <a:lnTo>
                  <a:pt x="4477" y="3528"/>
                </a:lnTo>
                <a:lnTo>
                  <a:pt x="4137" y="3942"/>
                </a:lnTo>
                <a:lnTo>
                  <a:pt x="4015" y="4088"/>
                </a:lnTo>
                <a:lnTo>
                  <a:pt x="3918" y="4210"/>
                </a:lnTo>
                <a:lnTo>
                  <a:pt x="3261" y="3723"/>
                </a:lnTo>
                <a:lnTo>
                  <a:pt x="2969" y="3480"/>
                </a:lnTo>
                <a:lnTo>
                  <a:pt x="2677" y="3212"/>
                </a:lnTo>
                <a:lnTo>
                  <a:pt x="2360" y="2969"/>
                </a:lnTo>
                <a:lnTo>
                  <a:pt x="2044" y="2725"/>
                </a:lnTo>
                <a:lnTo>
                  <a:pt x="2239" y="2482"/>
                </a:lnTo>
                <a:lnTo>
                  <a:pt x="2458" y="2263"/>
                </a:lnTo>
                <a:close/>
                <a:moveTo>
                  <a:pt x="4721" y="3577"/>
                </a:moveTo>
                <a:lnTo>
                  <a:pt x="5232" y="3869"/>
                </a:lnTo>
                <a:lnTo>
                  <a:pt x="6278" y="4477"/>
                </a:lnTo>
                <a:lnTo>
                  <a:pt x="6132" y="4648"/>
                </a:lnTo>
                <a:lnTo>
                  <a:pt x="6010" y="4842"/>
                </a:lnTo>
                <a:lnTo>
                  <a:pt x="5840" y="5086"/>
                </a:lnTo>
                <a:lnTo>
                  <a:pt x="5694" y="5329"/>
                </a:lnTo>
                <a:lnTo>
                  <a:pt x="5256" y="5086"/>
                </a:lnTo>
                <a:lnTo>
                  <a:pt x="4842" y="4842"/>
                </a:lnTo>
                <a:lnTo>
                  <a:pt x="4137" y="4380"/>
                </a:lnTo>
                <a:lnTo>
                  <a:pt x="4258" y="4283"/>
                </a:lnTo>
                <a:lnTo>
                  <a:pt x="4356" y="4161"/>
                </a:lnTo>
                <a:lnTo>
                  <a:pt x="4696" y="3747"/>
                </a:lnTo>
                <a:lnTo>
                  <a:pt x="4721" y="3650"/>
                </a:lnTo>
                <a:lnTo>
                  <a:pt x="4721" y="3577"/>
                </a:lnTo>
                <a:close/>
                <a:moveTo>
                  <a:pt x="9271" y="9101"/>
                </a:moveTo>
                <a:lnTo>
                  <a:pt x="9247" y="9149"/>
                </a:lnTo>
                <a:lnTo>
                  <a:pt x="9125" y="9563"/>
                </a:lnTo>
                <a:lnTo>
                  <a:pt x="9028" y="9977"/>
                </a:lnTo>
                <a:lnTo>
                  <a:pt x="8979" y="10171"/>
                </a:lnTo>
                <a:lnTo>
                  <a:pt x="8955" y="10366"/>
                </a:lnTo>
                <a:lnTo>
                  <a:pt x="8955" y="10585"/>
                </a:lnTo>
                <a:lnTo>
                  <a:pt x="9003" y="10755"/>
                </a:lnTo>
                <a:lnTo>
                  <a:pt x="9003" y="10779"/>
                </a:lnTo>
                <a:lnTo>
                  <a:pt x="9028" y="10804"/>
                </a:lnTo>
                <a:lnTo>
                  <a:pt x="9052" y="10804"/>
                </a:lnTo>
                <a:lnTo>
                  <a:pt x="9076" y="10779"/>
                </a:lnTo>
                <a:lnTo>
                  <a:pt x="9149" y="10633"/>
                </a:lnTo>
                <a:lnTo>
                  <a:pt x="9174" y="10463"/>
                </a:lnTo>
                <a:lnTo>
                  <a:pt x="9222" y="10123"/>
                </a:lnTo>
                <a:lnTo>
                  <a:pt x="9271" y="9660"/>
                </a:lnTo>
                <a:lnTo>
                  <a:pt x="9320" y="9174"/>
                </a:lnTo>
                <a:lnTo>
                  <a:pt x="9320" y="9125"/>
                </a:lnTo>
                <a:lnTo>
                  <a:pt x="9295" y="9101"/>
                </a:lnTo>
                <a:close/>
                <a:moveTo>
                  <a:pt x="11874" y="9149"/>
                </a:moveTo>
                <a:lnTo>
                  <a:pt x="11899" y="9295"/>
                </a:lnTo>
                <a:lnTo>
                  <a:pt x="11947" y="9417"/>
                </a:lnTo>
                <a:lnTo>
                  <a:pt x="12093" y="9709"/>
                </a:lnTo>
                <a:lnTo>
                  <a:pt x="12239" y="9977"/>
                </a:lnTo>
                <a:lnTo>
                  <a:pt x="12385" y="10244"/>
                </a:lnTo>
                <a:lnTo>
                  <a:pt x="12556" y="10560"/>
                </a:lnTo>
                <a:lnTo>
                  <a:pt x="12385" y="10658"/>
                </a:lnTo>
                <a:lnTo>
                  <a:pt x="12264" y="10755"/>
                </a:lnTo>
                <a:lnTo>
                  <a:pt x="12045" y="10925"/>
                </a:lnTo>
                <a:lnTo>
                  <a:pt x="11923" y="10998"/>
                </a:lnTo>
                <a:lnTo>
                  <a:pt x="11826" y="11096"/>
                </a:lnTo>
                <a:lnTo>
                  <a:pt x="11582" y="10706"/>
                </a:lnTo>
                <a:lnTo>
                  <a:pt x="11461" y="10487"/>
                </a:lnTo>
                <a:lnTo>
                  <a:pt x="11315" y="10220"/>
                </a:lnTo>
                <a:lnTo>
                  <a:pt x="11169" y="9977"/>
                </a:lnTo>
                <a:lnTo>
                  <a:pt x="11071" y="9879"/>
                </a:lnTo>
                <a:lnTo>
                  <a:pt x="10974" y="9782"/>
                </a:lnTo>
                <a:lnTo>
                  <a:pt x="11412" y="9466"/>
                </a:lnTo>
                <a:lnTo>
                  <a:pt x="11850" y="9174"/>
                </a:lnTo>
                <a:lnTo>
                  <a:pt x="11874" y="9149"/>
                </a:lnTo>
                <a:close/>
                <a:moveTo>
                  <a:pt x="8492" y="9685"/>
                </a:moveTo>
                <a:lnTo>
                  <a:pt x="8492" y="9709"/>
                </a:lnTo>
                <a:lnTo>
                  <a:pt x="8395" y="10439"/>
                </a:lnTo>
                <a:lnTo>
                  <a:pt x="8346" y="10852"/>
                </a:lnTo>
                <a:lnTo>
                  <a:pt x="8346" y="11047"/>
                </a:lnTo>
                <a:lnTo>
                  <a:pt x="8346" y="11169"/>
                </a:lnTo>
                <a:lnTo>
                  <a:pt x="8371" y="11242"/>
                </a:lnTo>
                <a:lnTo>
                  <a:pt x="8419" y="11290"/>
                </a:lnTo>
                <a:lnTo>
                  <a:pt x="8444" y="11290"/>
                </a:lnTo>
                <a:lnTo>
                  <a:pt x="8468" y="11266"/>
                </a:lnTo>
                <a:lnTo>
                  <a:pt x="8517" y="11120"/>
                </a:lnTo>
                <a:lnTo>
                  <a:pt x="8541" y="10974"/>
                </a:lnTo>
                <a:lnTo>
                  <a:pt x="8565" y="10658"/>
                </a:lnTo>
                <a:lnTo>
                  <a:pt x="8565" y="10195"/>
                </a:lnTo>
                <a:lnTo>
                  <a:pt x="8565" y="9733"/>
                </a:lnTo>
                <a:lnTo>
                  <a:pt x="8541" y="9709"/>
                </a:lnTo>
                <a:lnTo>
                  <a:pt x="8517" y="9685"/>
                </a:lnTo>
                <a:close/>
                <a:moveTo>
                  <a:pt x="12702" y="10852"/>
                </a:moveTo>
                <a:lnTo>
                  <a:pt x="13286" y="11972"/>
                </a:lnTo>
                <a:lnTo>
                  <a:pt x="13578" y="12556"/>
                </a:lnTo>
                <a:lnTo>
                  <a:pt x="13505" y="12580"/>
                </a:lnTo>
                <a:lnTo>
                  <a:pt x="13407" y="12629"/>
                </a:lnTo>
                <a:lnTo>
                  <a:pt x="13286" y="12726"/>
                </a:lnTo>
                <a:lnTo>
                  <a:pt x="13018" y="12945"/>
                </a:lnTo>
                <a:lnTo>
                  <a:pt x="12677" y="12410"/>
                </a:lnTo>
                <a:lnTo>
                  <a:pt x="11947" y="11315"/>
                </a:lnTo>
                <a:lnTo>
                  <a:pt x="12069" y="11242"/>
                </a:lnTo>
                <a:lnTo>
                  <a:pt x="12191" y="11169"/>
                </a:lnTo>
                <a:lnTo>
                  <a:pt x="12410" y="11023"/>
                </a:lnTo>
                <a:lnTo>
                  <a:pt x="12556" y="10950"/>
                </a:lnTo>
                <a:lnTo>
                  <a:pt x="12702" y="10852"/>
                </a:lnTo>
                <a:close/>
                <a:moveTo>
                  <a:pt x="13724" y="12823"/>
                </a:moveTo>
                <a:lnTo>
                  <a:pt x="14965" y="15232"/>
                </a:lnTo>
                <a:lnTo>
                  <a:pt x="14770" y="15378"/>
                </a:lnTo>
                <a:lnTo>
                  <a:pt x="13991" y="14283"/>
                </a:lnTo>
                <a:lnTo>
                  <a:pt x="13188" y="13164"/>
                </a:lnTo>
                <a:lnTo>
                  <a:pt x="13334" y="13091"/>
                </a:lnTo>
                <a:lnTo>
                  <a:pt x="13456" y="13018"/>
                </a:lnTo>
                <a:lnTo>
                  <a:pt x="13578" y="12921"/>
                </a:lnTo>
                <a:lnTo>
                  <a:pt x="13724" y="12823"/>
                </a:lnTo>
                <a:close/>
                <a:moveTo>
                  <a:pt x="584" y="11534"/>
                </a:moveTo>
                <a:lnTo>
                  <a:pt x="925" y="11704"/>
                </a:lnTo>
                <a:lnTo>
                  <a:pt x="1290" y="11874"/>
                </a:lnTo>
                <a:lnTo>
                  <a:pt x="1655" y="12020"/>
                </a:lnTo>
                <a:lnTo>
                  <a:pt x="2020" y="12166"/>
                </a:lnTo>
                <a:lnTo>
                  <a:pt x="2847" y="12556"/>
                </a:lnTo>
                <a:lnTo>
                  <a:pt x="3261" y="12775"/>
                </a:lnTo>
                <a:lnTo>
                  <a:pt x="3674" y="13018"/>
                </a:lnTo>
                <a:lnTo>
                  <a:pt x="3869" y="13164"/>
                </a:lnTo>
                <a:lnTo>
                  <a:pt x="4064" y="13359"/>
                </a:lnTo>
                <a:lnTo>
                  <a:pt x="4258" y="13529"/>
                </a:lnTo>
                <a:lnTo>
                  <a:pt x="4404" y="13748"/>
                </a:lnTo>
                <a:lnTo>
                  <a:pt x="4550" y="13967"/>
                </a:lnTo>
                <a:lnTo>
                  <a:pt x="4696" y="14186"/>
                </a:lnTo>
                <a:lnTo>
                  <a:pt x="4940" y="14648"/>
                </a:lnTo>
                <a:lnTo>
                  <a:pt x="5159" y="15135"/>
                </a:lnTo>
                <a:lnTo>
                  <a:pt x="5378" y="15622"/>
                </a:lnTo>
                <a:lnTo>
                  <a:pt x="5572" y="16133"/>
                </a:lnTo>
                <a:lnTo>
                  <a:pt x="5816" y="16595"/>
                </a:lnTo>
                <a:lnTo>
                  <a:pt x="5621" y="16327"/>
                </a:lnTo>
                <a:lnTo>
                  <a:pt x="5305" y="15841"/>
                </a:lnTo>
                <a:lnTo>
                  <a:pt x="5037" y="15330"/>
                </a:lnTo>
                <a:lnTo>
                  <a:pt x="4842" y="14916"/>
                </a:lnTo>
                <a:lnTo>
                  <a:pt x="4648" y="14454"/>
                </a:lnTo>
                <a:lnTo>
                  <a:pt x="4550" y="14259"/>
                </a:lnTo>
                <a:lnTo>
                  <a:pt x="4429" y="14040"/>
                </a:lnTo>
                <a:lnTo>
                  <a:pt x="4283" y="13870"/>
                </a:lnTo>
                <a:lnTo>
                  <a:pt x="4112" y="13699"/>
                </a:lnTo>
                <a:lnTo>
                  <a:pt x="4137" y="13602"/>
                </a:lnTo>
                <a:lnTo>
                  <a:pt x="4112" y="13529"/>
                </a:lnTo>
                <a:lnTo>
                  <a:pt x="4039" y="13456"/>
                </a:lnTo>
                <a:lnTo>
                  <a:pt x="3918" y="13407"/>
                </a:lnTo>
                <a:lnTo>
                  <a:pt x="3820" y="13383"/>
                </a:lnTo>
                <a:lnTo>
                  <a:pt x="3747" y="13334"/>
                </a:lnTo>
                <a:lnTo>
                  <a:pt x="3553" y="13237"/>
                </a:lnTo>
                <a:lnTo>
                  <a:pt x="3382" y="13091"/>
                </a:lnTo>
                <a:lnTo>
                  <a:pt x="3212" y="12994"/>
                </a:lnTo>
                <a:lnTo>
                  <a:pt x="2774" y="12750"/>
                </a:lnTo>
                <a:lnTo>
                  <a:pt x="2312" y="12531"/>
                </a:lnTo>
                <a:lnTo>
                  <a:pt x="1144" y="11996"/>
                </a:lnTo>
                <a:lnTo>
                  <a:pt x="828" y="11850"/>
                </a:lnTo>
                <a:lnTo>
                  <a:pt x="682" y="11777"/>
                </a:lnTo>
                <a:lnTo>
                  <a:pt x="511" y="11704"/>
                </a:lnTo>
                <a:lnTo>
                  <a:pt x="584" y="11534"/>
                </a:lnTo>
                <a:close/>
                <a:moveTo>
                  <a:pt x="16011" y="438"/>
                </a:moveTo>
                <a:lnTo>
                  <a:pt x="16230" y="487"/>
                </a:lnTo>
                <a:lnTo>
                  <a:pt x="16449" y="560"/>
                </a:lnTo>
                <a:lnTo>
                  <a:pt x="16644" y="657"/>
                </a:lnTo>
                <a:lnTo>
                  <a:pt x="16838" y="803"/>
                </a:lnTo>
                <a:lnTo>
                  <a:pt x="16936" y="901"/>
                </a:lnTo>
                <a:lnTo>
                  <a:pt x="17009" y="1022"/>
                </a:lnTo>
                <a:lnTo>
                  <a:pt x="17082" y="1144"/>
                </a:lnTo>
                <a:lnTo>
                  <a:pt x="17130" y="1266"/>
                </a:lnTo>
                <a:lnTo>
                  <a:pt x="17057" y="1168"/>
                </a:lnTo>
                <a:lnTo>
                  <a:pt x="16960" y="1095"/>
                </a:lnTo>
                <a:lnTo>
                  <a:pt x="16936" y="1120"/>
                </a:lnTo>
                <a:lnTo>
                  <a:pt x="16911" y="1168"/>
                </a:lnTo>
                <a:lnTo>
                  <a:pt x="16911" y="1217"/>
                </a:lnTo>
                <a:lnTo>
                  <a:pt x="16911" y="1339"/>
                </a:lnTo>
                <a:lnTo>
                  <a:pt x="16984" y="1582"/>
                </a:lnTo>
                <a:lnTo>
                  <a:pt x="17033" y="1825"/>
                </a:lnTo>
                <a:lnTo>
                  <a:pt x="17057" y="1947"/>
                </a:lnTo>
                <a:lnTo>
                  <a:pt x="17106" y="2069"/>
                </a:lnTo>
                <a:lnTo>
                  <a:pt x="17033" y="2336"/>
                </a:lnTo>
                <a:lnTo>
                  <a:pt x="16911" y="2628"/>
                </a:lnTo>
                <a:lnTo>
                  <a:pt x="16887" y="2214"/>
                </a:lnTo>
                <a:lnTo>
                  <a:pt x="16838" y="2020"/>
                </a:lnTo>
                <a:lnTo>
                  <a:pt x="16741" y="1825"/>
                </a:lnTo>
                <a:lnTo>
                  <a:pt x="16717" y="1801"/>
                </a:lnTo>
                <a:lnTo>
                  <a:pt x="16668" y="1801"/>
                </a:lnTo>
                <a:lnTo>
                  <a:pt x="16644" y="1825"/>
                </a:lnTo>
                <a:lnTo>
                  <a:pt x="16595" y="2020"/>
                </a:lnTo>
                <a:lnTo>
                  <a:pt x="16571" y="2239"/>
                </a:lnTo>
                <a:lnTo>
                  <a:pt x="16571" y="2628"/>
                </a:lnTo>
                <a:lnTo>
                  <a:pt x="16571" y="2920"/>
                </a:lnTo>
                <a:lnTo>
                  <a:pt x="16595" y="3090"/>
                </a:lnTo>
                <a:lnTo>
                  <a:pt x="16619" y="3212"/>
                </a:lnTo>
                <a:lnTo>
                  <a:pt x="16522" y="3382"/>
                </a:lnTo>
                <a:lnTo>
                  <a:pt x="16473" y="3212"/>
                </a:lnTo>
                <a:lnTo>
                  <a:pt x="16473" y="2871"/>
                </a:lnTo>
                <a:lnTo>
                  <a:pt x="16473" y="2531"/>
                </a:lnTo>
                <a:lnTo>
                  <a:pt x="16449" y="2506"/>
                </a:lnTo>
                <a:lnTo>
                  <a:pt x="16425" y="2482"/>
                </a:lnTo>
                <a:lnTo>
                  <a:pt x="16400" y="2482"/>
                </a:lnTo>
                <a:lnTo>
                  <a:pt x="16400" y="2506"/>
                </a:lnTo>
                <a:lnTo>
                  <a:pt x="16327" y="2652"/>
                </a:lnTo>
                <a:lnTo>
                  <a:pt x="16303" y="2798"/>
                </a:lnTo>
                <a:lnTo>
                  <a:pt x="16279" y="2969"/>
                </a:lnTo>
                <a:lnTo>
                  <a:pt x="16254" y="3115"/>
                </a:lnTo>
                <a:lnTo>
                  <a:pt x="16279" y="3382"/>
                </a:lnTo>
                <a:lnTo>
                  <a:pt x="16303" y="3528"/>
                </a:lnTo>
                <a:lnTo>
                  <a:pt x="16352" y="3650"/>
                </a:lnTo>
                <a:lnTo>
                  <a:pt x="16133" y="3966"/>
                </a:lnTo>
                <a:lnTo>
                  <a:pt x="16084" y="4015"/>
                </a:lnTo>
                <a:lnTo>
                  <a:pt x="16035" y="3699"/>
                </a:lnTo>
                <a:lnTo>
                  <a:pt x="16011" y="3358"/>
                </a:lnTo>
                <a:lnTo>
                  <a:pt x="16011" y="3334"/>
                </a:lnTo>
                <a:lnTo>
                  <a:pt x="15962" y="3334"/>
                </a:lnTo>
                <a:lnTo>
                  <a:pt x="15938" y="3358"/>
                </a:lnTo>
                <a:lnTo>
                  <a:pt x="15889" y="3528"/>
                </a:lnTo>
                <a:lnTo>
                  <a:pt x="15841" y="3723"/>
                </a:lnTo>
                <a:lnTo>
                  <a:pt x="15841" y="3893"/>
                </a:lnTo>
                <a:lnTo>
                  <a:pt x="15841" y="4088"/>
                </a:lnTo>
                <a:lnTo>
                  <a:pt x="15865" y="4307"/>
                </a:lnTo>
                <a:lnTo>
                  <a:pt x="15719" y="4477"/>
                </a:lnTo>
                <a:lnTo>
                  <a:pt x="15695" y="4112"/>
                </a:lnTo>
                <a:lnTo>
                  <a:pt x="15646" y="3747"/>
                </a:lnTo>
                <a:lnTo>
                  <a:pt x="15646" y="3723"/>
                </a:lnTo>
                <a:lnTo>
                  <a:pt x="15597" y="3723"/>
                </a:lnTo>
                <a:lnTo>
                  <a:pt x="15573" y="3747"/>
                </a:lnTo>
                <a:lnTo>
                  <a:pt x="15524" y="4210"/>
                </a:lnTo>
                <a:lnTo>
                  <a:pt x="15500" y="4453"/>
                </a:lnTo>
                <a:lnTo>
                  <a:pt x="15524" y="4696"/>
                </a:lnTo>
                <a:lnTo>
                  <a:pt x="15257" y="4940"/>
                </a:lnTo>
                <a:lnTo>
                  <a:pt x="15281" y="4721"/>
                </a:lnTo>
                <a:lnTo>
                  <a:pt x="15281" y="4477"/>
                </a:lnTo>
                <a:lnTo>
                  <a:pt x="15257" y="3699"/>
                </a:lnTo>
                <a:lnTo>
                  <a:pt x="15232" y="3650"/>
                </a:lnTo>
                <a:lnTo>
                  <a:pt x="15159" y="3650"/>
                </a:lnTo>
                <a:lnTo>
                  <a:pt x="15135" y="3699"/>
                </a:lnTo>
                <a:lnTo>
                  <a:pt x="15086" y="4477"/>
                </a:lnTo>
                <a:lnTo>
                  <a:pt x="15062" y="4794"/>
                </a:lnTo>
                <a:lnTo>
                  <a:pt x="15062" y="4964"/>
                </a:lnTo>
                <a:lnTo>
                  <a:pt x="15086" y="5110"/>
                </a:lnTo>
                <a:lnTo>
                  <a:pt x="14916" y="5256"/>
                </a:lnTo>
                <a:lnTo>
                  <a:pt x="14916" y="5134"/>
                </a:lnTo>
                <a:lnTo>
                  <a:pt x="14867" y="4672"/>
                </a:lnTo>
                <a:lnTo>
                  <a:pt x="14819" y="4185"/>
                </a:lnTo>
                <a:lnTo>
                  <a:pt x="14794" y="4161"/>
                </a:lnTo>
                <a:lnTo>
                  <a:pt x="14770" y="4161"/>
                </a:lnTo>
                <a:lnTo>
                  <a:pt x="14770" y="4185"/>
                </a:lnTo>
                <a:lnTo>
                  <a:pt x="14697" y="4599"/>
                </a:lnTo>
                <a:lnTo>
                  <a:pt x="14648" y="5013"/>
                </a:lnTo>
                <a:lnTo>
                  <a:pt x="14624" y="5256"/>
                </a:lnTo>
                <a:lnTo>
                  <a:pt x="14624" y="5475"/>
                </a:lnTo>
                <a:lnTo>
                  <a:pt x="14186" y="5791"/>
                </a:lnTo>
                <a:lnTo>
                  <a:pt x="14162" y="5621"/>
                </a:lnTo>
                <a:lnTo>
                  <a:pt x="14113" y="4721"/>
                </a:lnTo>
                <a:lnTo>
                  <a:pt x="14089" y="4696"/>
                </a:lnTo>
                <a:lnTo>
                  <a:pt x="14064" y="4672"/>
                </a:lnTo>
                <a:lnTo>
                  <a:pt x="14016" y="4672"/>
                </a:lnTo>
                <a:lnTo>
                  <a:pt x="13991" y="4696"/>
                </a:lnTo>
                <a:lnTo>
                  <a:pt x="13943" y="4940"/>
                </a:lnTo>
                <a:lnTo>
                  <a:pt x="13894" y="5159"/>
                </a:lnTo>
                <a:lnTo>
                  <a:pt x="13870" y="5378"/>
                </a:lnTo>
                <a:lnTo>
                  <a:pt x="13870" y="5621"/>
                </a:lnTo>
                <a:lnTo>
                  <a:pt x="13870" y="5791"/>
                </a:lnTo>
                <a:lnTo>
                  <a:pt x="13870" y="5986"/>
                </a:lnTo>
                <a:lnTo>
                  <a:pt x="13529" y="6181"/>
                </a:lnTo>
                <a:lnTo>
                  <a:pt x="13480" y="6205"/>
                </a:lnTo>
                <a:lnTo>
                  <a:pt x="13505" y="6083"/>
                </a:lnTo>
                <a:lnTo>
                  <a:pt x="13505" y="5986"/>
                </a:lnTo>
                <a:lnTo>
                  <a:pt x="13480" y="5791"/>
                </a:lnTo>
                <a:lnTo>
                  <a:pt x="13456" y="5524"/>
                </a:lnTo>
                <a:lnTo>
                  <a:pt x="13383" y="5256"/>
                </a:lnTo>
                <a:lnTo>
                  <a:pt x="13359" y="5232"/>
                </a:lnTo>
                <a:lnTo>
                  <a:pt x="13334" y="5256"/>
                </a:lnTo>
                <a:lnTo>
                  <a:pt x="13286" y="5524"/>
                </a:lnTo>
                <a:lnTo>
                  <a:pt x="13286" y="5791"/>
                </a:lnTo>
                <a:lnTo>
                  <a:pt x="13286" y="6035"/>
                </a:lnTo>
                <a:lnTo>
                  <a:pt x="13310" y="6156"/>
                </a:lnTo>
                <a:lnTo>
                  <a:pt x="13359" y="6254"/>
                </a:lnTo>
                <a:lnTo>
                  <a:pt x="13383" y="6278"/>
                </a:lnTo>
                <a:lnTo>
                  <a:pt x="13407" y="6278"/>
                </a:lnTo>
                <a:lnTo>
                  <a:pt x="13407" y="6375"/>
                </a:lnTo>
                <a:lnTo>
                  <a:pt x="13432" y="6448"/>
                </a:lnTo>
                <a:lnTo>
                  <a:pt x="13480" y="6521"/>
                </a:lnTo>
                <a:lnTo>
                  <a:pt x="13553" y="6594"/>
                </a:lnTo>
                <a:lnTo>
                  <a:pt x="13553" y="6789"/>
                </a:lnTo>
                <a:lnTo>
                  <a:pt x="13578" y="6984"/>
                </a:lnTo>
                <a:lnTo>
                  <a:pt x="13699" y="7397"/>
                </a:lnTo>
                <a:lnTo>
                  <a:pt x="13821" y="7787"/>
                </a:lnTo>
                <a:lnTo>
                  <a:pt x="13967" y="8176"/>
                </a:lnTo>
                <a:lnTo>
                  <a:pt x="14575" y="10195"/>
                </a:lnTo>
                <a:lnTo>
                  <a:pt x="15184" y="12312"/>
                </a:lnTo>
                <a:lnTo>
                  <a:pt x="15500" y="13359"/>
                </a:lnTo>
                <a:lnTo>
                  <a:pt x="15865" y="14381"/>
                </a:lnTo>
                <a:lnTo>
                  <a:pt x="15695" y="14575"/>
                </a:lnTo>
                <a:lnTo>
                  <a:pt x="15524" y="14746"/>
                </a:lnTo>
                <a:lnTo>
                  <a:pt x="15208" y="15038"/>
                </a:lnTo>
                <a:lnTo>
                  <a:pt x="13553" y="11801"/>
                </a:lnTo>
                <a:lnTo>
                  <a:pt x="12653" y="10074"/>
                </a:lnTo>
                <a:lnTo>
                  <a:pt x="12531" y="9782"/>
                </a:lnTo>
                <a:lnTo>
                  <a:pt x="12361" y="9441"/>
                </a:lnTo>
                <a:lnTo>
                  <a:pt x="12288" y="9295"/>
                </a:lnTo>
                <a:lnTo>
                  <a:pt x="12191" y="9149"/>
                </a:lnTo>
                <a:lnTo>
                  <a:pt x="12069" y="9028"/>
                </a:lnTo>
                <a:lnTo>
                  <a:pt x="11947" y="8955"/>
                </a:lnTo>
                <a:lnTo>
                  <a:pt x="11899" y="8857"/>
                </a:lnTo>
                <a:lnTo>
                  <a:pt x="11826" y="8809"/>
                </a:lnTo>
                <a:lnTo>
                  <a:pt x="11753" y="8784"/>
                </a:lnTo>
                <a:lnTo>
                  <a:pt x="11704" y="8809"/>
                </a:lnTo>
                <a:lnTo>
                  <a:pt x="11655" y="8833"/>
                </a:lnTo>
                <a:lnTo>
                  <a:pt x="11534" y="8906"/>
                </a:lnTo>
                <a:lnTo>
                  <a:pt x="11534" y="8736"/>
                </a:lnTo>
                <a:lnTo>
                  <a:pt x="11534" y="8419"/>
                </a:lnTo>
                <a:lnTo>
                  <a:pt x="11534" y="8273"/>
                </a:lnTo>
                <a:lnTo>
                  <a:pt x="11509" y="8127"/>
                </a:lnTo>
                <a:lnTo>
                  <a:pt x="11485" y="8103"/>
                </a:lnTo>
                <a:lnTo>
                  <a:pt x="11461" y="8079"/>
                </a:lnTo>
                <a:lnTo>
                  <a:pt x="11436" y="8103"/>
                </a:lnTo>
                <a:lnTo>
                  <a:pt x="11412" y="8127"/>
                </a:lnTo>
                <a:lnTo>
                  <a:pt x="11388" y="8249"/>
                </a:lnTo>
                <a:lnTo>
                  <a:pt x="11363" y="8371"/>
                </a:lnTo>
                <a:lnTo>
                  <a:pt x="11363" y="8638"/>
                </a:lnTo>
                <a:lnTo>
                  <a:pt x="11339" y="8833"/>
                </a:lnTo>
                <a:lnTo>
                  <a:pt x="11363" y="9052"/>
                </a:lnTo>
                <a:lnTo>
                  <a:pt x="10925" y="9368"/>
                </a:lnTo>
                <a:lnTo>
                  <a:pt x="10950" y="9198"/>
                </a:lnTo>
                <a:lnTo>
                  <a:pt x="10974" y="9028"/>
                </a:lnTo>
                <a:lnTo>
                  <a:pt x="10974" y="8687"/>
                </a:lnTo>
                <a:lnTo>
                  <a:pt x="10998" y="8200"/>
                </a:lnTo>
                <a:lnTo>
                  <a:pt x="10974" y="7957"/>
                </a:lnTo>
                <a:lnTo>
                  <a:pt x="10925" y="7714"/>
                </a:lnTo>
                <a:lnTo>
                  <a:pt x="10925" y="7689"/>
                </a:lnTo>
                <a:lnTo>
                  <a:pt x="10852" y="7689"/>
                </a:lnTo>
                <a:lnTo>
                  <a:pt x="10828" y="7714"/>
                </a:lnTo>
                <a:lnTo>
                  <a:pt x="10779" y="7933"/>
                </a:lnTo>
                <a:lnTo>
                  <a:pt x="10731" y="8127"/>
                </a:lnTo>
                <a:lnTo>
                  <a:pt x="10682" y="8541"/>
                </a:lnTo>
                <a:lnTo>
                  <a:pt x="10633" y="9028"/>
                </a:lnTo>
                <a:lnTo>
                  <a:pt x="10633" y="9271"/>
                </a:lnTo>
                <a:lnTo>
                  <a:pt x="10658" y="9393"/>
                </a:lnTo>
                <a:lnTo>
                  <a:pt x="10682" y="9514"/>
                </a:lnTo>
                <a:lnTo>
                  <a:pt x="10706" y="9539"/>
                </a:lnTo>
                <a:lnTo>
                  <a:pt x="10560" y="9660"/>
                </a:lnTo>
                <a:lnTo>
                  <a:pt x="10487" y="9685"/>
                </a:lnTo>
                <a:lnTo>
                  <a:pt x="10439" y="9733"/>
                </a:lnTo>
                <a:lnTo>
                  <a:pt x="10463" y="9466"/>
                </a:lnTo>
                <a:lnTo>
                  <a:pt x="10487" y="9174"/>
                </a:lnTo>
                <a:lnTo>
                  <a:pt x="10536" y="8614"/>
                </a:lnTo>
                <a:lnTo>
                  <a:pt x="10512" y="8346"/>
                </a:lnTo>
                <a:lnTo>
                  <a:pt x="10487" y="8079"/>
                </a:lnTo>
                <a:lnTo>
                  <a:pt x="10463" y="8054"/>
                </a:lnTo>
                <a:lnTo>
                  <a:pt x="10439" y="8030"/>
                </a:lnTo>
                <a:lnTo>
                  <a:pt x="10414" y="8030"/>
                </a:lnTo>
                <a:lnTo>
                  <a:pt x="10414" y="8054"/>
                </a:lnTo>
                <a:lnTo>
                  <a:pt x="10317" y="8298"/>
                </a:lnTo>
                <a:lnTo>
                  <a:pt x="10268" y="8541"/>
                </a:lnTo>
                <a:lnTo>
                  <a:pt x="10195" y="9028"/>
                </a:lnTo>
                <a:lnTo>
                  <a:pt x="10147" y="9514"/>
                </a:lnTo>
                <a:lnTo>
                  <a:pt x="10122" y="9782"/>
                </a:lnTo>
                <a:lnTo>
                  <a:pt x="10147" y="10025"/>
                </a:lnTo>
                <a:lnTo>
                  <a:pt x="9685" y="10414"/>
                </a:lnTo>
                <a:lnTo>
                  <a:pt x="9733" y="10220"/>
                </a:lnTo>
                <a:lnTo>
                  <a:pt x="9733" y="10025"/>
                </a:lnTo>
                <a:lnTo>
                  <a:pt x="9758" y="9612"/>
                </a:lnTo>
                <a:lnTo>
                  <a:pt x="9782" y="8565"/>
                </a:lnTo>
                <a:lnTo>
                  <a:pt x="9782" y="8541"/>
                </a:lnTo>
                <a:lnTo>
                  <a:pt x="9733" y="8541"/>
                </a:lnTo>
                <a:lnTo>
                  <a:pt x="9733" y="8565"/>
                </a:lnTo>
                <a:lnTo>
                  <a:pt x="9612" y="9466"/>
                </a:lnTo>
                <a:lnTo>
                  <a:pt x="9539" y="10001"/>
                </a:lnTo>
                <a:lnTo>
                  <a:pt x="9514" y="10268"/>
                </a:lnTo>
                <a:lnTo>
                  <a:pt x="9539" y="10512"/>
                </a:lnTo>
                <a:lnTo>
                  <a:pt x="9003" y="10901"/>
                </a:lnTo>
                <a:lnTo>
                  <a:pt x="8444" y="11290"/>
                </a:lnTo>
                <a:lnTo>
                  <a:pt x="8371" y="11339"/>
                </a:lnTo>
                <a:lnTo>
                  <a:pt x="7762" y="11704"/>
                </a:lnTo>
                <a:lnTo>
                  <a:pt x="7762" y="11704"/>
                </a:lnTo>
                <a:lnTo>
                  <a:pt x="7811" y="11558"/>
                </a:lnTo>
                <a:lnTo>
                  <a:pt x="7835" y="11388"/>
                </a:lnTo>
                <a:lnTo>
                  <a:pt x="7884" y="11071"/>
                </a:lnTo>
                <a:lnTo>
                  <a:pt x="7981" y="10268"/>
                </a:lnTo>
                <a:lnTo>
                  <a:pt x="7957" y="10244"/>
                </a:lnTo>
                <a:lnTo>
                  <a:pt x="7933" y="10244"/>
                </a:lnTo>
                <a:lnTo>
                  <a:pt x="7908" y="10268"/>
                </a:lnTo>
                <a:lnTo>
                  <a:pt x="7738" y="11023"/>
                </a:lnTo>
                <a:lnTo>
                  <a:pt x="7665" y="11388"/>
                </a:lnTo>
                <a:lnTo>
                  <a:pt x="7641" y="11558"/>
                </a:lnTo>
                <a:lnTo>
                  <a:pt x="7665" y="11728"/>
                </a:lnTo>
                <a:lnTo>
                  <a:pt x="7665" y="11753"/>
                </a:lnTo>
                <a:lnTo>
                  <a:pt x="7178" y="12069"/>
                </a:lnTo>
                <a:lnTo>
                  <a:pt x="7227" y="11753"/>
                </a:lnTo>
                <a:lnTo>
                  <a:pt x="7227" y="11436"/>
                </a:lnTo>
                <a:lnTo>
                  <a:pt x="7203" y="10804"/>
                </a:lnTo>
                <a:lnTo>
                  <a:pt x="7203" y="10779"/>
                </a:lnTo>
                <a:lnTo>
                  <a:pt x="7178" y="10779"/>
                </a:lnTo>
                <a:lnTo>
                  <a:pt x="7154" y="10804"/>
                </a:lnTo>
                <a:lnTo>
                  <a:pt x="7105" y="11461"/>
                </a:lnTo>
                <a:lnTo>
                  <a:pt x="7081" y="11777"/>
                </a:lnTo>
                <a:lnTo>
                  <a:pt x="7105" y="12118"/>
                </a:lnTo>
                <a:lnTo>
                  <a:pt x="6886" y="12239"/>
                </a:lnTo>
                <a:lnTo>
                  <a:pt x="6667" y="12385"/>
                </a:lnTo>
                <a:lnTo>
                  <a:pt x="6692" y="12191"/>
                </a:lnTo>
                <a:lnTo>
                  <a:pt x="6716" y="11728"/>
                </a:lnTo>
                <a:lnTo>
                  <a:pt x="6716" y="11290"/>
                </a:lnTo>
                <a:lnTo>
                  <a:pt x="6692" y="11266"/>
                </a:lnTo>
                <a:lnTo>
                  <a:pt x="6667" y="11242"/>
                </a:lnTo>
                <a:lnTo>
                  <a:pt x="6643" y="11242"/>
                </a:lnTo>
                <a:lnTo>
                  <a:pt x="6619" y="11266"/>
                </a:lnTo>
                <a:lnTo>
                  <a:pt x="6546" y="11655"/>
                </a:lnTo>
                <a:lnTo>
                  <a:pt x="6497" y="12045"/>
                </a:lnTo>
                <a:lnTo>
                  <a:pt x="6448" y="12337"/>
                </a:lnTo>
                <a:lnTo>
                  <a:pt x="6424" y="12458"/>
                </a:lnTo>
                <a:lnTo>
                  <a:pt x="6424" y="12604"/>
                </a:lnTo>
                <a:lnTo>
                  <a:pt x="6375" y="12580"/>
                </a:lnTo>
                <a:lnTo>
                  <a:pt x="6302" y="12580"/>
                </a:lnTo>
                <a:lnTo>
                  <a:pt x="6254" y="12604"/>
                </a:lnTo>
                <a:lnTo>
                  <a:pt x="6229" y="12677"/>
                </a:lnTo>
                <a:lnTo>
                  <a:pt x="6181" y="12848"/>
                </a:lnTo>
                <a:lnTo>
                  <a:pt x="6181" y="12994"/>
                </a:lnTo>
                <a:lnTo>
                  <a:pt x="6205" y="13140"/>
                </a:lnTo>
                <a:lnTo>
                  <a:pt x="6229" y="13310"/>
                </a:lnTo>
                <a:lnTo>
                  <a:pt x="6473" y="14429"/>
                </a:lnTo>
                <a:lnTo>
                  <a:pt x="6692" y="15549"/>
                </a:lnTo>
                <a:lnTo>
                  <a:pt x="6740" y="15914"/>
                </a:lnTo>
                <a:lnTo>
                  <a:pt x="6765" y="16108"/>
                </a:lnTo>
                <a:lnTo>
                  <a:pt x="6838" y="16303"/>
                </a:lnTo>
                <a:lnTo>
                  <a:pt x="6716" y="16352"/>
                </a:lnTo>
                <a:lnTo>
                  <a:pt x="6594" y="16449"/>
                </a:lnTo>
                <a:lnTo>
                  <a:pt x="6351" y="16619"/>
                </a:lnTo>
                <a:lnTo>
                  <a:pt x="6132" y="16084"/>
                </a:lnTo>
                <a:lnTo>
                  <a:pt x="5889" y="15549"/>
                </a:lnTo>
                <a:lnTo>
                  <a:pt x="5353" y="14502"/>
                </a:lnTo>
                <a:lnTo>
                  <a:pt x="5110" y="14040"/>
                </a:lnTo>
                <a:lnTo>
                  <a:pt x="4867" y="13602"/>
                </a:lnTo>
                <a:lnTo>
                  <a:pt x="4721" y="13383"/>
                </a:lnTo>
                <a:lnTo>
                  <a:pt x="4550" y="13188"/>
                </a:lnTo>
                <a:lnTo>
                  <a:pt x="4380" y="12994"/>
                </a:lnTo>
                <a:lnTo>
                  <a:pt x="4185" y="12799"/>
                </a:lnTo>
                <a:lnTo>
                  <a:pt x="4015" y="12653"/>
                </a:lnTo>
                <a:lnTo>
                  <a:pt x="3820" y="12531"/>
                </a:lnTo>
                <a:lnTo>
                  <a:pt x="3431" y="12312"/>
                </a:lnTo>
                <a:lnTo>
                  <a:pt x="3017" y="12118"/>
                </a:lnTo>
                <a:lnTo>
                  <a:pt x="2579" y="11923"/>
                </a:lnTo>
                <a:lnTo>
                  <a:pt x="2093" y="11777"/>
                </a:lnTo>
                <a:lnTo>
                  <a:pt x="1606" y="11607"/>
                </a:lnTo>
                <a:lnTo>
                  <a:pt x="1168" y="11412"/>
                </a:lnTo>
                <a:lnTo>
                  <a:pt x="730" y="11217"/>
                </a:lnTo>
                <a:lnTo>
                  <a:pt x="779" y="11144"/>
                </a:lnTo>
                <a:lnTo>
                  <a:pt x="901" y="10974"/>
                </a:lnTo>
                <a:lnTo>
                  <a:pt x="1047" y="10804"/>
                </a:lnTo>
                <a:lnTo>
                  <a:pt x="1120" y="10828"/>
                </a:lnTo>
                <a:lnTo>
                  <a:pt x="1582" y="10877"/>
                </a:lnTo>
                <a:lnTo>
                  <a:pt x="2068" y="10925"/>
                </a:lnTo>
                <a:lnTo>
                  <a:pt x="2531" y="10950"/>
                </a:lnTo>
                <a:lnTo>
                  <a:pt x="2993" y="11023"/>
                </a:lnTo>
                <a:lnTo>
                  <a:pt x="3431" y="11120"/>
                </a:lnTo>
                <a:lnTo>
                  <a:pt x="3845" y="11242"/>
                </a:lnTo>
                <a:lnTo>
                  <a:pt x="4258" y="11363"/>
                </a:lnTo>
                <a:lnTo>
                  <a:pt x="4696" y="11485"/>
                </a:lnTo>
                <a:lnTo>
                  <a:pt x="4769" y="11485"/>
                </a:lnTo>
                <a:lnTo>
                  <a:pt x="4842" y="11461"/>
                </a:lnTo>
                <a:lnTo>
                  <a:pt x="4915" y="11412"/>
                </a:lnTo>
                <a:lnTo>
                  <a:pt x="4940" y="11339"/>
                </a:lnTo>
                <a:lnTo>
                  <a:pt x="4964" y="11290"/>
                </a:lnTo>
                <a:lnTo>
                  <a:pt x="4964" y="11217"/>
                </a:lnTo>
                <a:lnTo>
                  <a:pt x="4915" y="11144"/>
                </a:lnTo>
                <a:lnTo>
                  <a:pt x="4867" y="11096"/>
                </a:lnTo>
                <a:lnTo>
                  <a:pt x="4794" y="11071"/>
                </a:lnTo>
                <a:lnTo>
                  <a:pt x="4891" y="10974"/>
                </a:lnTo>
                <a:lnTo>
                  <a:pt x="4988" y="10852"/>
                </a:lnTo>
                <a:lnTo>
                  <a:pt x="5134" y="10609"/>
                </a:lnTo>
                <a:lnTo>
                  <a:pt x="6059" y="9393"/>
                </a:lnTo>
                <a:lnTo>
                  <a:pt x="7081" y="8079"/>
                </a:lnTo>
                <a:lnTo>
                  <a:pt x="7519" y="7543"/>
                </a:lnTo>
                <a:lnTo>
                  <a:pt x="7738" y="7276"/>
                </a:lnTo>
                <a:lnTo>
                  <a:pt x="7811" y="7130"/>
                </a:lnTo>
                <a:lnTo>
                  <a:pt x="7884" y="6959"/>
                </a:lnTo>
                <a:lnTo>
                  <a:pt x="7908" y="6959"/>
                </a:lnTo>
                <a:lnTo>
                  <a:pt x="7981" y="6935"/>
                </a:lnTo>
                <a:lnTo>
                  <a:pt x="8030" y="6911"/>
                </a:lnTo>
                <a:lnTo>
                  <a:pt x="8103" y="6886"/>
                </a:lnTo>
                <a:lnTo>
                  <a:pt x="8152" y="6813"/>
                </a:lnTo>
                <a:lnTo>
                  <a:pt x="8176" y="6740"/>
                </a:lnTo>
                <a:lnTo>
                  <a:pt x="8176" y="6667"/>
                </a:lnTo>
                <a:lnTo>
                  <a:pt x="8176" y="6594"/>
                </a:lnTo>
                <a:lnTo>
                  <a:pt x="8127" y="6546"/>
                </a:lnTo>
                <a:lnTo>
                  <a:pt x="8298" y="6327"/>
                </a:lnTo>
                <a:lnTo>
                  <a:pt x="8419" y="6181"/>
                </a:lnTo>
                <a:lnTo>
                  <a:pt x="8541" y="6035"/>
                </a:lnTo>
                <a:lnTo>
                  <a:pt x="8590" y="5962"/>
                </a:lnTo>
                <a:lnTo>
                  <a:pt x="8638" y="5889"/>
                </a:lnTo>
                <a:lnTo>
                  <a:pt x="8638" y="5791"/>
                </a:lnTo>
                <a:lnTo>
                  <a:pt x="8638" y="5718"/>
                </a:lnTo>
                <a:lnTo>
                  <a:pt x="8614" y="5718"/>
                </a:lnTo>
                <a:lnTo>
                  <a:pt x="8541" y="5694"/>
                </a:lnTo>
                <a:lnTo>
                  <a:pt x="8468" y="5718"/>
                </a:lnTo>
                <a:lnTo>
                  <a:pt x="8395" y="5767"/>
                </a:lnTo>
                <a:lnTo>
                  <a:pt x="8322" y="5840"/>
                </a:lnTo>
                <a:lnTo>
                  <a:pt x="8200" y="5962"/>
                </a:lnTo>
                <a:lnTo>
                  <a:pt x="8079" y="6083"/>
                </a:lnTo>
                <a:lnTo>
                  <a:pt x="7811" y="6375"/>
                </a:lnTo>
                <a:lnTo>
                  <a:pt x="6838" y="5913"/>
                </a:lnTo>
                <a:lnTo>
                  <a:pt x="5864" y="5426"/>
                </a:lnTo>
                <a:lnTo>
                  <a:pt x="6010" y="5280"/>
                </a:lnTo>
                <a:lnTo>
                  <a:pt x="6132" y="5110"/>
                </a:lnTo>
                <a:lnTo>
                  <a:pt x="6327" y="4842"/>
                </a:lnTo>
                <a:lnTo>
                  <a:pt x="6400" y="4721"/>
                </a:lnTo>
                <a:lnTo>
                  <a:pt x="6473" y="4575"/>
                </a:lnTo>
                <a:lnTo>
                  <a:pt x="6911" y="4818"/>
                </a:lnTo>
                <a:lnTo>
                  <a:pt x="7689" y="5280"/>
                </a:lnTo>
                <a:lnTo>
                  <a:pt x="7884" y="5402"/>
                </a:lnTo>
                <a:lnTo>
                  <a:pt x="8103" y="5475"/>
                </a:lnTo>
                <a:lnTo>
                  <a:pt x="8298" y="5572"/>
                </a:lnTo>
                <a:lnTo>
                  <a:pt x="8517" y="5621"/>
                </a:lnTo>
                <a:lnTo>
                  <a:pt x="8590" y="5597"/>
                </a:lnTo>
                <a:lnTo>
                  <a:pt x="8638" y="5572"/>
                </a:lnTo>
                <a:lnTo>
                  <a:pt x="8638" y="5499"/>
                </a:lnTo>
                <a:lnTo>
                  <a:pt x="8614" y="5426"/>
                </a:lnTo>
                <a:lnTo>
                  <a:pt x="8468" y="5305"/>
                </a:lnTo>
                <a:lnTo>
                  <a:pt x="8322" y="5183"/>
                </a:lnTo>
                <a:lnTo>
                  <a:pt x="7981" y="4964"/>
                </a:lnTo>
                <a:lnTo>
                  <a:pt x="7276" y="4599"/>
                </a:lnTo>
                <a:lnTo>
                  <a:pt x="5572" y="3674"/>
                </a:lnTo>
                <a:lnTo>
                  <a:pt x="4721" y="3236"/>
                </a:lnTo>
                <a:lnTo>
                  <a:pt x="3845" y="2798"/>
                </a:lnTo>
                <a:lnTo>
                  <a:pt x="3236" y="2433"/>
                </a:lnTo>
                <a:lnTo>
                  <a:pt x="2920" y="2263"/>
                </a:lnTo>
                <a:lnTo>
                  <a:pt x="2579" y="2117"/>
                </a:lnTo>
                <a:lnTo>
                  <a:pt x="2896" y="1850"/>
                </a:lnTo>
                <a:lnTo>
                  <a:pt x="3090" y="1704"/>
                </a:lnTo>
                <a:lnTo>
                  <a:pt x="3139" y="1606"/>
                </a:lnTo>
                <a:lnTo>
                  <a:pt x="3188" y="1509"/>
                </a:lnTo>
                <a:lnTo>
                  <a:pt x="3358" y="1606"/>
                </a:lnTo>
                <a:lnTo>
                  <a:pt x="3528" y="1704"/>
                </a:lnTo>
                <a:lnTo>
                  <a:pt x="3869" y="1874"/>
                </a:lnTo>
                <a:lnTo>
                  <a:pt x="4234" y="1996"/>
                </a:lnTo>
                <a:lnTo>
                  <a:pt x="4623" y="2117"/>
                </a:lnTo>
                <a:lnTo>
                  <a:pt x="5718" y="2433"/>
                </a:lnTo>
                <a:lnTo>
                  <a:pt x="6813" y="2750"/>
                </a:lnTo>
                <a:lnTo>
                  <a:pt x="8906" y="3334"/>
                </a:lnTo>
                <a:lnTo>
                  <a:pt x="9952" y="3601"/>
                </a:lnTo>
                <a:lnTo>
                  <a:pt x="11023" y="3820"/>
                </a:lnTo>
                <a:lnTo>
                  <a:pt x="11071" y="3845"/>
                </a:lnTo>
                <a:lnTo>
                  <a:pt x="11120" y="3869"/>
                </a:lnTo>
                <a:lnTo>
                  <a:pt x="11193" y="3845"/>
                </a:lnTo>
                <a:lnTo>
                  <a:pt x="11242" y="3820"/>
                </a:lnTo>
                <a:lnTo>
                  <a:pt x="11509" y="3553"/>
                </a:lnTo>
                <a:lnTo>
                  <a:pt x="11753" y="3236"/>
                </a:lnTo>
                <a:lnTo>
                  <a:pt x="11972" y="2920"/>
                </a:lnTo>
                <a:lnTo>
                  <a:pt x="12215" y="2628"/>
                </a:lnTo>
                <a:lnTo>
                  <a:pt x="12507" y="2336"/>
                </a:lnTo>
                <a:lnTo>
                  <a:pt x="12799" y="2044"/>
                </a:lnTo>
                <a:lnTo>
                  <a:pt x="13115" y="1777"/>
                </a:lnTo>
                <a:lnTo>
                  <a:pt x="13432" y="1533"/>
                </a:lnTo>
                <a:lnTo>
                  <a:pt x="13797" y="1266"/>
                </a:lnTo>
                <a:lnTo>
                  <a:pt x="14186" y="1022"/>
                </a:lnTo>
                <a:lnTo>
                  <a:pt x="14624" y="779"/>
                </a:lnTo>
                <a:lnTo>
                  <a:pt x="14867" y="682"/>
                </a:lnTo>
                <a:lnTo>
                  <a:pt x="15086" y="584"/>
                </a:lnTo>
                <a:lnTo>
                  <a:pt x="15330" y="511"/>
                </a:lnTo>
                <a:lnTo>
                  <a:pt x="15549" y="463"/>
                </a:lnTo>
                <a:lnTo>
                  <a:pt x="15792" y="438"/>
                </a:lnTo>
                <a:close/>
                <a:moveTo>
                  <a:pt x="15987" y="0"/>
                </a:moveTo>
                <a:lnTo>
                  <a:pt x="15743" y="25"/>
                </a:lnTo>
                <a:lnTo>
                  <a:pt x="15500" y="49"/>
                </a:lnTo>
                <a:lnTo>
                  <a:pt x="15281" y="98"/>
                </a:lnTo>
                <a:lnTo>
                  <a:pt x="15038" y="171"/>
                </a:lnTo>
                <a:lnTo>
                  <a:pt x="14575" y="341"/>
                </a:lnTo>
                <a:lnTo>
                  <a:pt x="14137" y="560"/>
                </a:lnTo>
                <a:lnTo>
                  <a:pt x="13724" y="803"/>
                </a:lnTo>
                <a:lnTo>
                  <a:pt x="13286" y="1095"/>
                </a:lnTo>
                <a:lnTo>
                  <a:pt x="12896" y="1387"/>
                </a:lnTo>
                <a:lnTo>
                  <a:pt x="12483" y="1728"/>
                </a:lnTo>
                <a:lnTo>
                  <a:pt x="12118" y="2093"/>
                </a:lnTo>
                <a:lnTo>
                  <a:pt x="11850" y="2360"/>
                </a:lnTo>
                <a:lnTo>
                  <a:pt x="11582" y="2677"/>
                </a:lnTo>
                <a:lnTo>
                  <a:pt x="11315" y="2993"/>
                </a:lnTo>
                <a:lnTo>
                  <a:pt x="11193" y="3163"/>
                </a:lnTo>
                <a:lnTo>
                  <a:pt x="11096" y="3358"/>
                </a:lnTo>
                <a:lnTo>
                  <a:pt x="10122" y="3066"/>
                </a:lnTo>
                <a:lnTo>
                  <a:pt x="9125" y="2798"/>
                </a:lnTo>
                <a:lnTo>
                  <a:pt x="8127" y="2555"/>
                </a:lnTo>
                <a:lnTo>
                  <a:pt x="7130" y="2287"/>
                </a:lnTo>
                <a:lnTo>
                  <a:pt x="5134" y="1704"/>
                </a:lnTo>
                <a:lnTo>
                  <a:pt x="4623" y="1558"/>
                </a:lnTo>
                <a:lnTo>
                  <a:pt x="4137" y="1412"/>
                </a:lnTo>
                <a:lnTo>
                  <a:pt x="3893" y="1363"/>
                </a:lnTo>
                <a:lnTo>
                  <a:pt x="3626" y="1314"/>
                </a:lnTo>
                <a:lnTo>
                  <a:pt x="3382" y="1290"/>
                </a:lnTo>
                <a:lnTo>
                  <a:pt x="3115" y="1314"/>
                </a:lnTo>
                <a:lnTo>
                  <a:pt x="3066" y="1290"/>
                </a:lnTo>
                <a:lnTo>
                  <a:pt x="2993" y="1266"/>
                </a:lnTo>
                <a:lnTo>
                  <a:pt x="2920" y="1266"/>
                </a:lnTo>
                <a:lnTo>
                  <a:pt x="2774" y="1314"/>
                </a:lnTo>
                <a:lnTo>
                  <a:pt x="2677" y="1387"/>
                </a:lnTo>
                <a:lnTo>
                  <a:pt x="2555" y="1485"/>
                </a:lnTo>
                <a:lnTo>
                  <a:pt x="2287" y="1728"/>
                </a:lnTo>
                <a:lnTo>
                  <a:pt x="2044" y="1971"/>
                </a:lnTo>
                <a:lnTo>
                  <a:pt x="1825" y="2239"/>
                </a:lnTo>
                <a:lnTo>
                  <a:pt x="1704" y="2433"/>
                </a:lnTo>
                <a:lnTo>
                  <a:pt x="1606" y="2628"/>
                </a:lnTo>
                <a:lnTo>
                  <a:pt x="1582" y="2652"/>
                </a:lnTo>
                <a:lnTo>
                  <a:pt x="1558" y="2701"/>
                </a:lnTo>
                <a:lnTo>
                  <a:pt x="1558" y="2750"/>
                </a:lnTo>
                <a:lnTo>
                  <a:pt x="1582" y="2823"/>
                </a:lnTo>
                <a:lnTo>
                  <a:pt x="1704" y="2993"/>
                </a:lnTo>
                <a:lnTo>
                  <a:pt x="1850" y="3188"/>
                </a:lnTo>
                <a:lnTo>
                  <a:pt x="1995" y="3358"/>
                </a:lnTo>
                <a:lnTo>
                  <a:pt x="2166" y="3528"/>
                </a:lnTo>
                <a:lnTo>
                  <a:pt x="2531" y="3820"/>
                </a:lnTo>
                <a:lnTo>
                  <a:pt x="2896" y="4112"/>
                </a:lnTo>
                <a:lnTo>
                  <a:pt x="3261" y="4404"/>
                </a:lnTo>
                <a:lnTo>
                  <a:pt x="3650" y="4672"/>
                </a:lnTo>
                <a:lnTo>
                  <a:pt x="4429" y="5207"/>
                </a:lnTo>
                <a:lnTo>
                  <a:pt x="5159" y="5645"/>
                </a:lnTo>
                <a:lnTo>
                  <a:pt x="5913" y="6083"/>
                </a:lnTo>
                <a:lnTo>
                  <a:pt x="6692" y="6448"/>
                </a:lnTo>
                <a:lnTo>
                  <a:pt x="7470" y="6789"/>
                </a:lnTo>
                <a:lnTo>
                  <a:pt x="7470" y="6813"/>
                </a:lnTo>
                <a:lnTo>
                  <a:pt x="7446" y="6862"/>
                </a:lnTo>
                <a:lnTo>
                  <a:pt x="7446" y="6911"/>
                </a:lnTo>
                <a:lnTo>
                  <a:pt x="7251" y="7105"/>
                </a:lnTo>
                <a:lnTo>
                  <a:pt x="7081" y="7324"/>
                </a:lnTo>
                <a:lnTo>
                  <a:pt x="6740" y="7762"/>
                </a:lnTo>
                <a:lnTo>
                  <a:pt x="5913" y="8857"/>
                </a:lnTo>
                <a:lnTo>
                  <a:pt x="4988" y="10074"/>
                </a:lnTo>
                <a:lnTo>
                  <a:pt x="4672" y="10463"/>
                </a:lnTo>
                <a:lnTo>
                  <a:pt x="4526" y="10682"/>
                </a:lnTo>
                <a:lnTo>
                  <a:pt x="4477" y="10779"/>
                </a:lnTo>
                <a:lnTo>
                  <a:pt x="4453" y="10901"/>
                </a:lnTo>
                <a:lnTo>
                  <a:pt x="4088" y="10779"/>
                </a:lnTo>
                <a:lnTo>
                  <a:pt x="3699" y="10682"/>
                </a:lnTo>
                <a:lnTo>
                  <a:pt x="2944" y="10536"/>
                </a:lnTo>
                <a:lnTo>
                  <a:pt x="2506" y="10463"/>
                </a:lnTo>
                <a:lnTo>
                  <a:pt x="2044" y="10439"/>
                </a:lnTo>
                <a:lnTo>
                  <a:pt x="1582" y="10414"/>
                </a:lnTo>
                <a:lnTo>
                  <a:pt x="1144" y="10439"/>
                </a:lnTo>
                <a:lnTo>
                  <a:pt x="1095" y="10414"/>
                </a:lnTo>
                <a:lnTo>
                  <a:pt x="1047" y="10414"/>
                </a:lnTo>
                <a:lnTo>
                  <a:pt x="949" y="10439"/>
                </a:lnTo>
                <a:lnTo>
                  <a:pt x="876" y="10463"/>
                </a:lnTo>
                <a:lnTo>
                  <a:pt x="682" y="10560"/>
                </a:lnTo>
                <a:lnTo>
                  <a:pt x="536" y="10706"/>
                </a:lnTo>
                <a:lnTo>
                  <a:pt x="390" y="10901"/>
                </a:lnTo>
                <a:lnTo>
                  <a:pt x="268" y="11096"/>
                </a:lnTo>
                <a:lnTo>
                  <a:pt x="171" y="11290"/>
                </a:lnTo>
                <a:lnTo>
                  <a:pt x="73" y="11485"/>
                </a:lnTo>
                <a:lnTo>
                  <a:pt x="25" y="11655"/>
                </a:lnTo>
                <a:lnTo>
                  <a:pt x="0" y="11728"/>
                </a:lnTo>
                <a:lnTo>
                  <a:pt x="0" y="11777"/>
                </a:lnTo>
                <a:lnTo>
                  <a:pt x="25" y="11850"/>
                </a:lnTo>
                <a:lnTo>
                  <a:pt x="73" y="11874"/>
                </a:lnTo>
                <a:lnTo>
                  <a:pt x="146" y="11947"/>
                </a:lnTo>
                <a:lnTo>
                  <a:pt x="268" y="11947"/>
                </a:lnTo>
                <a:lnTo>
                  <a:pt x="414" y="12069"/>
                </a:lnTo>
                <a:lnTo>
                  <a:pt x="584" y="12166"/>
                </a:lnTo>
                <a:lnTo>
                  <a:pt x="949" y="12361"/>
                </a:lnTo>
                <a:lnTo>
                  <a:pt x="1509" y="12653"/>
                </a:lnTo>
                <a:lnTo>
                  <a:pt x="2093" y="12921"/>
                </a:lnTo>
                <a:lnTo>
                  <a:pt x="2604" y="13188"/>
                </a:lnTo>
                <a:lnTo>
                  <a:pt x="3115" y="13480"/>
                </a:lnTo>
                <a:lnTo>
                  <a:pt x="3309" y="13578"/>
                </a:lnTo>
                <a:lnTo>
                  <a:pt x="3455" y="13724"/>
                </a:lnTo>
                <a:lnTo>
                  <a:pt x="3650" y="13821"/>
                </a:lnTo>
                <a:lnTo>
                  <a:pt x="3747" y="13845"/>
                </a:lnTo>
                <a:lnTo>
                  <a:pt x="3845" y="13870"/>
                </a:lnTo>
                <a:lnTo>
                  <a:pt x="3845" y="13967"/>
                </a:lnTo>
                <a:lnTo>
                  <a:pt x="3869" y="14089"/>
                </a:lnTo>
                <a:lnTo>
                  <a:pt x="3942" y="14186"/>
                </a:lnTo>
                <a:lnTo>
                  <a:pt x="4015" y="14283"/>
                </a:lnTo>
                <a:lnTo>
                  <a:pt x="4112" y="14381"/>
                </a:lnTo>
                <a:lnTo>
                  <a:pt x="4185" y="14527"/>
                </a:lnTo>
                <a:lnTo>
                  <a:pt x="4307" y="14819"/>
                </a:lnTo>
                <a:lnTo>
                  <a:pt x="4429" y="15135"/>
                </a:lnTo>
                <a:lnTo>
                  <a:pt x="4526" y="15427"/>
                </a:lnTo>
                <a:lnTo>
                  <a:pt x="4818" y="15938"/>
                </a:lnTo>
                <a:lnTo>
                  <a:pt x="5110" y="16449"/>
                </a:lnTo>
                <a:lnTo>
                  <a:pt x="5378" y="16887"/>
                </a:lnTo>
                <a:lnTo>
                  <a:pt x="5548" y="17082"/>
                </a:lnTo>
                <a:lnTo>
                  <a:pt x="5645" y="17179"/>
                </a:lnTo>
                <a:lnTo>
                  <a:pt x="5743" y="17252"/>
                </a:lnTo>
                <a:lnTo>
                  <a:pt x="5743" y="17325"/>
                </a:lnTo>
                <a:lnTo>
                  <a:pt x="5767" y="17349"/>
                </a:lnTo>
                <a:lnTo>
                  <a:pt x="5864" y="17374"/>
                </a:lnTo>
                <a:lnTo>
                  <a:pt x="5937" y="17374"/>
                </a:lnTo>
                <a:lnTo>
                  <a:pt x="6010" y="17349"/>
                </a:lnTo>
                <a:lnTo>
                  <a:pt x="6108" y="17301"/>
                </a:lnTo>
                <a:lnTo>
                  <a:pt x="6254" y="17228"/>
                </a:lnTo>
                <a:lnTo>
                  <a:pt x="6400" y="17106"/>
                </a:lnTo>
                <a:lnTo>
                  <a:pt x="6789" y="16863"/>
                </a:lnTo>
                <a:lnTo>
                  <a:pt x="6984" y="16741"/>
                </a:lnTo>
                <a:lnTo>
                  <a:pt x="7057" y="16644"/>
                </a:lnTo>
                <a:lnTo>
                  <a:pt x="7130" y="16571"/>
                </a:lnTo>
                <a:lnTo>
                  <a:pt x="7203" y="16522"/>
                </a:lnTo>
                <a:lnTo>
                  <a:pt x="7251" y="16449"/>
                </a:lnTo>
                <a:lnTo>
                  <a:pt x="7276" y="16230"/>
                </a:lnTo>
                <a:lnTo>
                  <a:pt x="7276" y="16011"/>
                </a:lnTo>
                <a:lnTo>
                  <a:pt x="7203" y="15597"/>
                </a:lnTo>
                <a:lnTo>
                  <a:pt x="7008" y="14478"/>
                </a:lnTo>
                <a:lnTo>
                  <a:pt x="6886" y="13918"/>
                </a:lnTo>
                <a:lnTo>
                  <a:pt x="6765" y="13359"/>
                </a:lnTo>
                <a:lnTo>
                  <a:pt x="6692" y="13091"/>
                </a:lnTo>
                <a:lnTo>
                  <a:pt x="6667" y="12969"/>
                </a:lnTo>
                <a:lnTo>
                  <a:pt x="6594" y="12848"/>
                </a:lnTo>
                <a:lnTo>
                  <a:pt x="6813" y="12799"/>
                </a:lnTo>
                <a:lnTo>
                  <a:pt x="6984" y="12702"/>
                </a:lnTo>
                <a:lnTo>
                  <a:pt x="7373" y="12483"/>
                </a:lnTo>
                <a:lnTo>
                  <a:pt x="8614" y="11753"/>
                </a:lnTo>
                <a:lnTo>
                  <a:pt x="9149" y="11412"/>
                </a:lnTo>
                <a:lnTo>
                  <a:pt x="9660" y="11047"/>
                </a:lnTo>
                <a:lnTo>
                  <a:pt x="10171" y="10658"/>
                </a:lnTo>
                <a:lnTo>
                  <a:pt x="10414" y="10439"/>
                </a:lnTo>
                <a:lnTo>
                  <a:pt x="10633" y="10220"/>
                </a:lnTo>
                <a:lnTo>
                  <a:pt x="10755" y="10414"/>
                </a:lnTo>
                <a:lnTo>
                  <a:pt x="10877" y="10633"/>
                </a:lnTo>
                <a:lnTo>
                  <a:pt x="11120" y="10998"/>
                </a:lnTo>
                <a:lnTo>
                  <a:pt x="11655" y="11850"/>
                </a:lnTo>
                <a:lnTo>
                  <a:pt x="12191" y="12677"/>
                </a:lnTo>
                <a:lnTo>
                  <a:pt x="12750" y="13505"/>
                </a:lnTo>
                <a:lnTo>
                  <a:pt x="13286" y="14308"/>
                </a:lnTo>
                <a:lnTo>
                  <a:pt x="13870" y="15086"/>
                </a:lnTo>
                <a:lnTo>
                  <a:pt x="14478" y="15865"/>
                </a:lnTo>
                <a:lnTo>
                  <a:pt x="14551" y="15914"/>
                </a:lnTo>
                <a:lnTo>
                  <a:pt x="14624" y="15938"/>
                </a:lnTo>
                <a:lnTo>
                  <a:pt x="14721" y="15914"/>
                </a:lnTo>
                <a:lnTo>
                  <a:pt x="14794" y="15889"/>
                </a:lnTo>
                <a:lnTo>
                  <a:pt x="14867" y="15865"/>
                </a:lnTo>
                <a:lnTo>
                  <a:pt x="15086" y="15743"/>
                </a:lnTo>
                <a:lnTo>
                  <a:pt x="15281" y="15597"/>
                </a:lnTo>
                <a:lnTo>
                  <a:pt x="15646" y="15281"/>
                </a:lnTo>
                <a:lnTo>
                  <a:pt x="15841" y="15135"/>
                </a:lnTo>
                <a:lnTo>
                  <a:pt x="16011" y="14965"/>
                </a:lnTo>
                <a:lnTo>
                  <a:pt x="16157" y="14770"/>
                </a:lnTo>
                <a:lnTo>
                  <a:pt x="16254" y="14575"/>
                </a:lnTo>
                <a:lnTo>
                  <a:pt x="16279" y="14527"/>
                </a:lnTo>
                <a:lnTo>
                  <a:pt x="16327" y="14478"/>
                </a:lnTo>
                <a:lnTo>
                  <a:pt x="16352" y="14429"/>
                </a:lnTo>
                <a:lnTo>
                  <a:pt x="16352" y="14356"/>
                </a:lnTo>
                <a:lnTo>
                  <a:pt x="16352" y="14283"/>
                </a:lnTo>
                <a:lnTo>
                  <a:pt x="16084" y="13261"/>
                </a:lnTo>
                <a:lnTo>
                  <a:pt x="15768" y="12264"/>
                </a:lnTo>
                <a:lnTo>
                  <a:pt x="15111" y="10244"/>
                </a:lnTo>
                <a:lnTo>
                  <a:pt x="14478" y="8225"/>
                </a:lnTo>
                <a:lnTo>
                  <a:pt x="14113" y="7130"/>
                </a:lnTo>
                <a:lnTo>
                  <a:pt x="14016" y="6813"/>
                </a:lnTo>
                <a:lnTo>
                  <a:pt x="13943" y="6643"/>
                </a:lnTo>
                <a:lnTo>
                  <a:pt x="13870" y="6521"/>
                </a:lnTo>
                <a:lnTo>
                  <a:pt x="14186" y="6327"/>
                </a:lnTo>
                <a:lnTo>
                  <a:pt x="14478" y="6132"/>
                </a:lnTo>
                <a:lnTo>
                  <a:pt x="14794" y="5913"/>
                </a:lnTo>
                <a:lnTo>
                  <a:pt x="15062" y="5694"/>
                </a:lnTo>
                <a:lnTo>
                  <a:pt x="15330" y="5475"/>
                </a:lnTo>
                <a:lnTo>
                  <a:pt x="15597" y="5232"/>
                </a:lnTo>
                <a:lnTo>
                  <a:pt x="15865" y="4964"/>
                </a:lnTo>
                <a:lnTo>
                  <a:pt x="16108" y="4696"/>
                </a:lnTo>
                <a:lnTo>
                  <a:pt x="16157" y="4696"/>
                </a:lnTo>
                <a:lnTo>
                  <a:pt x="16181" y="4648"/>
                </a:lnTo>
                <a:lnTo>
                  <a:pt x="16181" y="4599"/>
                </a:lnTo>
                <a:lnTo>
                  <a:pt x="16449" y="4283"/>
                </a:lnTo>
                <a:lnTo>
                  <a:pt x="16692" y="3942"/>
                </a:lnTo>
                <a:lnTo>
                  <a:pt x="16911" y="3601"/>
                </a:lnTo>
                <a:lnTo>
                  <a:pt x="17130" y="3188"/>
                </a:lnTo>
                <a:lnTo>
                  <a:pt x="17325" y="2774"/>
                </a:lnTo>
                <a:lnTo>
                  <a:pt x="17422" y="2531"/>
                </a:lnTo>
                <a:lnTo>
                  <a:pt x="17495" y="2312"/>
                </a:lnTo>
                <a:lnTo>
                  <a:pt x="17544" y="2093"/>
                </a:lnTo>
                <a:lnTo>
                  <a:pt x="17568" y="1850"/>
                </a:lnTo>
                <a:lnTo>
                  <a:pt x="17593" y="1631"/>
                </a:lnTo>
                <a:lnTo>
                  <a:pt x="17568" y="1412"/>
                </a:lnTo>
                <a:lnTo>
                  <a:pt x="17544" y="1193"/>
                </a:lnTo>
                <a:lnTo>
                  <a:pt x="17471" y="998"/>
                </a:lnTo>
                <a:lnTo>
                  <a:pt x="17374" y="779"/>
                </a:lnTo>
                <a:lnTo>
                  <a:pt x="17228" y="609"/>
                </a:lnTo>
                <a:lnTo>
                  <a:pt x="17057" y="414"/>
                </a:lnTo>
                <a:lnTo>
                  <a:pt x="16863" y="268"/>
                </a:lnTo>
                <a:lnTo>
                  <a:pt x="16644" y="146"/>
                </a:lnTo>
                <a:lnTo>
                  <a:pt x="16425" y="73"/>
                </a:lnTo>
                <a:lnTo>
                  <a:pt x="16206" y="25"/>
                </a:lnTo>
                <a:lnTo>
                  <a:pt x="15987"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59" name="Google Shape;859;p39"/>
          <p:cNvSpPr/>
          <p:nvPr/>
        </p:nvSpPr>
        <p:spPr>
          <a:xfrm>
            <a:off x="5566399" y="3822033"/>
            <a:ext cx="368541" cy="412163"/>
          </a:xfrm>
          <a:custGeom>
            <a:avLst/>
            <a:gdLst/>
            <a:ahLst/>
            <a:cxnLst/>
            <a:rect l="l" t="t" r="r" b="b"/>
            <a:pathLst>
              <a:path w="16863" h="18859" extrusionOk="0">
                <a:moveTo>
                  <a:pt x="7057" y="439"/>
                </a:moveTo>
                <a:lnTo>
                  <a:pt x="7178" y="463"/>
                </a:lnTo>
                <a:lnTo>
                  <a:pt x="7300" y="488"/>
                </a:lnTo>
                <a:lnTo>
                  <a:pt x="7543" y="488"/>
                </a:lnTo>
                <a:lnTo>
                  <a:pt x="8054" y="463"/>
                </a:lnTo>
                <a:lnTo>
                  <a:pt x="8809" y="463"/>
                </a:lnTo>
                <a:lnTo>
                  <a:pt x="9563" y="488"/>
                </a:lnTo>
                <a:lnTo>
                  <a:pt x="9563" y="707"/>
                </a:lnTo>
                <a:lnTo>
                  <a:pt x="9563" y="926"/>
                </a:lnTo>
                <a:lnTo>
                  <a:pt x="8882" y="926"/>
                </a:lnTo>
                <a:lnTo>
                  <a:pt x="8176" y="974"/>
                </a:lnTo>
                <a:lnTo>
                  <a:pt x="7349" y="974"/>
                </a:lnTo>
                <a:lnTo>
                  <a:pt x="7081" y="1023"/>
                </a:lnTo>
                <a:lnTo>
                  <a:pt x="7057" y="439"/>
                </a:lnTo>
                <a:close/>
                <a:moveTo>
                  <a:pt x="5670" y="3480"/>
                </a:moveTo>
                <a:lnTo>
                  <a:pt x="5865" y="3505"/>
                </a:lnTo>
                <a:lnTo>
                  <a:pt x="5670" y="3991"/>
                </a:lnTo>
                <a:lnTo>
                  <a:pt x="5670" y="3480"/>
                </a:lnTo>
                <a:close/>
                <a:moveTo>
                  <a:pt x="8906" y="3456"/>
                </a:moveTo>
                <a:lnTo>
                  <a:pt x="8638" y="3967"/>
                </a:lnTo>
                <a:lnTo>
                  <a:pt x="8541" y="4162"/>
                </a:lnTo>
                <a:lnTo>
                  <a:pt x="8468" y="4356"/>
                </a:lnTo>
                <a:lnTo>
                  <a:pt x="8444" y="4356"/>
                </a:lnTo>
                <a:lnTo>
                  <a:pt x="8395" y="4332"/>
                </a:lnTo>
                <a:lnTo>
                  <a:pt x="8346" y="4308"/>
                </a:lnTo>
                <a:lnTo>
                  <a:pt x="8225" y="4308"/>
                </a:lnTo>
                <a:lnTo>
                  <a:pt x="8006" y="4405"/>
                </a:lnTo>
                <a:lnTo>
                  <a:pt x="8079" y="4186"/>
                </a:lnTo>
                <a:lnTo>
                  <a:pt x="8225" y="3821"/>
                </a:lnTo>
                <a:lnTo>
                  <a:pt x="8346" y="3456"/>
                </a:lnTo>
                <a:close/>
                <a:moveTo>
                  <a:pt x="9587" y="3456"/>
                </a:moveTo>
                <a:lnTo>
                  <a:pt x="9247" y="4016"/>
                </a:lnTo>
                <a:lnTo>
                  <a:pt x="9101" y="4235"/>
                </a:lnTo>
                <a:lnTo>
                  <a:pt x="8979" y="4478"/>
                </a:lnTo>
                <a:lnTo>
                  <a:pt x="8736" y="4405"/>
                </a:lnTo>
                <a:lnTo>
                  <a:pt x="8833" y="4162"/>
                </a:lnTo>
                <a:lnTo>
                  <a:pt x="9101" y="3456"/>
                </a:lnTo>
                <a:close/>
                <a:moveTo>
                  <a:pt x="8152" y="3480"/>
                </a:moveTo>
                <a:lnTo>
                  <a:pt x="7981" y="3699"/>
                </a:lnTo>
                <a:lnTo>
                  <a:pt x="7811" y="3967"/>
                </a:lnTo>
                <a:lnTo>
                  <a:pt x="7665" y="4235"/>
                </a:lnTo>
                <a:lnTo>
                  <a:pt x="7616" y="4405"/>
                </a:lnTo>
                <a:lnTo>
                  <a:pt x="7568" y="4551"/>
                </a:lnTo>
                <a:lnTo>
                  <a:pt x="7373" y="4624"/>
                </a:lnTo>
                <a:lnTo>
                  <a:pt x="7422" y="4502"/>
                </a:lnTo>
                <a:lnTo>
                  <a:pt x="7616" y="4040"/>
                </a:lnTo>
                <a:lnTo>
                  <a:pt x="7787" y="3578"/>
                </a:lnTo>
                <a:lnTo>
                  <a:pt x="7787" y="3553"/>
                </a:lnTo>
                <a:lnTo>
                  <a:pt x="7762" y="3529"/>
                </a:lnTo>
                <a:lnTo>
                  <a:pt x="7714" y="3529"/>
                </a:lnTo>
                <a:lnTo>
                  <a:pt x="7689" y="3553"/>
                </a:lnTo>
                <a:lnTo>
                  <a:pt x="7325" y="4120"/>
                </a:lnTo>
                <a:lnTo>
                  <a:pt x="7568" y="3480"/>
                </a:lnTo>
                <a:close/>
                <a:moveTo>
                  <a:pt x="10269" y="3432"/>
                </a:moveTo>
                <a:lnTo>
                  <a:pt x="9831" y="4137"/>
                </a:lnTo>
                <a:lnTo>
                  <a:pt x="9660" y="4405"/>
                </a:lnTo>
                <a:lnTo>
                  <a:pt x="9514" y="4673"/>
                </a:lnTo>
                <a:lnTo>
                  <a:pt x="9271" y="4575"/>
                </a:lnTo>
                <a:lnTo>
                  <a:pt x="9466" y="4137"/>
                </a:lnTo>
                <a:lnTo>
                  <a:pt x="9758" y="3432"/>
                </a:lnTo>
                <a:close/>
                <a:moveTo>
                  <a:pt x="10780" y="3432"/>
                </a:moveTo>
                <a:lnTo>
                  <a:pt x="10463" y="3918"/>
                </a:lnTo>
                <a:lnTo>
                  <a:pt x="10171" y="4429"/>
                </a:lnTo>
                <a:lnTo>
                  <a:pt x="9928" y="4843"/>
                </a:lnTo>
                <a:lnTo>
                  <a:pt x="9758" y="4770"/>
                </a:lnTo>
                <a:lnTo>
                  <a:pt x="9904" y="4502"/>
                </a:lnTo>
                <a:lnTo>
                  <a:pt x="10001" y="4235"/>
                </a:lnTo>
                <a:lnTo>
                  <a:pt x="10366" y="3432"/>
                </a:lnTo>
                <a:close/>
                <a:moveTo>
                  <a:pt x="7324" y="3480"/>
                </a:moveTo>
                <a:lnTo>
                  <a:pt x="6935" y="4162"/>
                </a:lnTo>
                <a:lnTo>
                  <a:pt x="6740" y="4551"/>
                </a:lnTo>
                <a:lnTo>
                  <a:pt x="6643" y="4721"/>
                </a:lnTo>
                <a:lnTo>
                  <a:pt x="6594" y="4916"/>
                </a:lnTo>
                <a:lnTo>
                  <a:pt x="6303" y="5038"/>
                </a:lnTo>
                <a:lnTo>
                  <a:pt x="6424" y="4697"/>
                </a:lnTo>
                <a:lnTo>
                  <a:pt x="6546" y="4381"/>
                </a:lnTo>
                <a:lnTo>
                  <a:pt x="6692" y="3943"/>
                </a:lnTo>
                <a:lnTo>
                  <a:pt x="6838" y="3480"/>
                </a:lnTo>
                <a:close/>
                <a:moveTo>
                  <a:pt x="10926" y="3432"/>
                </a:moveTo>
                <a:lnTo>
                  <a:pt x="10901" y="3772"/>
                </a:lnTo>
                <a:lnTo>
                  <a:pt x="10877" y="4137"/>
                </a:lnTo>
                <a:lnTo>
                  <a:pt x="10609" y="4673"/>
                </a:lnTo>
                <a:lnTo>
                  <a:pt x="10439" y="5062"/>
                </a:lnTo>
                <a:lnTo>
                  <a:pt x="10244" y="4965"/>
                </a:lnTo>
                <a:lnTo>
                  <a:pt x="10366" y="4697"/>
                </a:lnTo>
                <a:lnTo>
                  <a:pt x="10488" y="4429"/>
                </a:lnTo>
                <a:lnTo>
                  <a:pt x="10707" y="3943"/>
                </a:lnTo>
                <a:lnTo>
                  <a:pt x="10901" y="3432"/>
                </a:lnTo>
                <a:close/>
                <a:moveTo>
                  <a:pt x="3845" y="4989"/>
                </a:moveTo>
                <a:lnTo>
                  <a:pt x="4015" y="5013"/>
                </a:lnTo>
                <a:lnTo>
                  <a:pt x="3894" y="5232"/>
                </a:lnTo>
                <a:lnTo>
                  <a:pt x="3869" y="5111"/>
                </a:lnTo>
                <a:lnTo>
                  <a:pt x="3845" y="4989"/>
                </a:lnTo>
                <a:close/>
                <a:moveTo>
                  <a:pt x="10901" y="4575"/>
                </a:moveTo>
                <a:lnTo>
                  <a:pt x="10901" y="4746"/>
                </a:lnTo>
                <a:lnTo>
                  <a:pt x="10926" y="4819"/>
                </a:lnTo>
                <a:lnTo>
                  <a:pt x="10974" y="4892"/>
                </a:lnTo>
                <a:lnTo>
                  <a:pt x="11023" y="4916"/>
                </a:lnTo>
                <a:lnTo>
                  <a:pt x="11072" y="4965"/>
                </a:lnTo>
                <a:lnTo>
                  <a:pt x="10999" y="5159"/>
                </a:lnTo>
                <a:lnTo>
                  <a:pt x="10950" y="5257"/>
                </a:lnTo>
                <a:lnTo>
                  <a:pt x="10682" y="5135"/>
                </a:lnTo>
                <a:lnTo>
                  <a:pt x="10828" y="4770"/>
                </a:lnTo>
                <a:lnTo>
                  <a:pt x="10901" y="4575"/>
                </a:lnTo>
                <a:close/>
                <a:moveTo>
                  <a:pt x="12215" y="5013"/>
                </a:moveTo>
                <a:lnTo>
                  <a:pt x="12021" y="5305"/>
                </a:lnTo>
                <a:lnTo>
                  <a:pt x="12142" y="5013"/>
                </a:lnTo>
                <a:close/>
                <a:moveTo>
                  <a:pt x="6643" y="3505"/>
                </a:moveTo>
                <a:lnTo>
                  <a:pt x="6351" y="4137"/>
                </a:lnTo>
                <a:lnTo>
                  <a:pt x="6132" y="4648"/>
                </a:lnTo>
                <a:lnTo>
                  <a:pt x="6035" y="4892"/>
                </a:lnTo>
                <a:lnTo>
                  <a:pt x="5962" y="5159"/>
                </a:lnTo>
                <a:lnTo>
                  <a:pt x="5183" y="5451"/>
                </a:lnTo>
                <a:lnTo>
                  <a:pt x="5183" y="5427"/>
                </a:lnTo>
                <a:lnTo>
                  <a:pt x="5354" y="4989"/>
                </a:lnTo>
                <a:lnTo>
                  <a:pt x="5402" y="4989"/>
                </a:lnTo>
                <a:lnTo>
                  <a:pt x="5378" y="5184"/>
                </a:lnTo>
                <a:lnTo>
                  <a:pt x="5378" y="5208"/>
                </a:lnTo>
                <a:lnTo>
                  <a:pt x="5402" y="5257"/>
                </a:lnTo>
                <a:lnTo>
                  <a:pt x="5475" y="5281"/>
                </a:lnTo>
                <a:lnTo>
                  <a:pt x="5548" y="5281"/>
                </a:lnTo>
                <a:lnTo>
                  <a:pt x="5573" y="5257"/>
                </a:lnTo>
                <a:lnTo>
                  <a:pt x="5597" y="5232"/>
                </a:lnTo>
                <a:lnTo>
                  <a:pt x="5694" y="5038"/>
                </a:lnTo>
                <a:lnTo>
                  <a:pt x="5767" y="4819"/>
                </a:lnTo>
                <a:lnTo>
                  <a:pt x="5889" y="4405"/>
                </a:lnTo>
                <a:lnTo>
                  <a:pt x="5986" y="3943"/>
                </a:lnTo>
                <a:lnTo>
                  <a:pt x="6059" y="3505"/>
                </a:lnTo>
                <a:close/>
                <a:moveTo>
                  <a:pt x="11315" y="4940"/>
                </a:moveTo>
                <a:lnTo>
                  <a:pt x="11558" y="4989"/>
                </a:lnTo>
                <a:lnTo>
                  <a:pt x="11850" y="5013"/>
                </a:lnTo>
                <a:lnTo>
                  <a:pt x="11558" y="5476"/>
                </a:lnTo>
                <a:lnTo>
                  <a:pt x="11145" y="5330"/>
                </a:lnTo>
                <a:lnTo>
                  <a:pt x="11169" y="5257"/>
                </a:lnTo>
                <a:lnTo>
                  <a:pt x="11242" y="4965"/>
                </a:lnTo>
                <a:lnTo>
                  <a:pt x="11291" y="4940"/>
                </a:lnTo>
                <a:close/>
                <a:moveTo>
                  <a:pt x="5086" y="5038"/>
                </a:moveTo>
                <a:lnTo>
                  <a:pt x="4940" y="5330"/>
                </a:lnTo>
                <a:lnTo>
                  <a:pt x="4891" y="5451"/>
                </a:lnTo>
                <a:lnTo>
                  <a:pt x="4843" y="5573"/>
                </a:lnTo>
                <a:lnTo>
                  <a:pt x="4818" y="5597"/>
                </a:lnTo>
                <a:lnTo>
                  <a:pt x="4697" y="5646"/>
                </a:lnTo>
                <a:lnTo>
                  <a:pt x="4697" y="5646"/>
                </a:lnTo>
                <a:lnTo>
                  <a:pt x="4721" y="5573"/>
                </a:lnTo>
                <a:lnTo>
                  <a:pt x="4794" y="5305"/>
                </a:lnTo>
                <a:lnTo>
                  <a:pt x="4843" y="5038"/>
                </a:lnTo>
                <a:close/>
                <a:moveTo>
                  <a:pt x="12702" y="4989"/>
                </a:moveTo>
                <a:lnTo>
                  <a:pt x="12678" y="5062"/>
                </a:lnTo>
                <a:lnTo>
                  <a:pt x="12653" y="5086"/>
                </a:lnTo>
                <a:lnTo>
                  <a:pt x="12459" y="5403"/>
                </a:lnTo>
                <a:lnTo>
                  <a:pt x="12361" y="5573"/>
                </a:lnTo>
                <a:lnTo>
                  <a:pt x="12288" y="5743"/>
                </a:lnTo>
                <a:lnTo>
                  <a:pt x="12167" y="5719"/>
                </a:lnTo>
                <a:lnTo>
                  <a:pt x="12288" y="5451"/>
                </a:lnTo>
                <a:lnTo>
                  <a:pt x="12386" y="5232"/>
                </a:lnTo>
                <a:lnTo>
                  <a:pt x="12483" y="5013"/>
                </a:lnTo>
                <a:lnTo>
                  <a:pt x="12702" y="4989"/>
                </a:lnTo>
                <a:close/>
                <a:moveTo>
                  <a:pt x="4672" y="5038"/>
                </a:moveTo>
                <a:lnTo>
                  <a:pt x="4478" y="5403"/>
                </a:lnTo>
                <a:lnTo>
                  <a:pt x="4380" y="5597"/>
                </a:lnTo>
                <a:lnTo>
                  <a:pt x="4332" y="5695"/>
                </a:lnTo>
                <a:lnTo>
                  <a:pt x="4307" y="5792"/>
                </a:lnTo>
                <a:lnTo>
                  <a:pt x="4113" y="5865"/>
                </a:lnTo>
                <a:lnTo>
                  <a:pt x="4210" y="5427"/>
                </a:lnTo>
                <a:lnTo>
                  <a:pt x="4307" y="5232"/>
                </a:lnTo>
                <a:lnTo>
                  <a:pt x="4405" y="5038"/>
                </a:lnTo>
                <a:close/>
                <a:moveTo>
                  <a:pt x="12605" y="5719"/>
                </a:moveTo>
                <a:lnTo>
                  <a:pt x="12605" y="5865"/>
                </a:lnTo>
                <a:lnTo>
                  <a:pt x="12532" y="5841"/>
                </a:lnTo>
                <a:lnTo>
                  <a:pt x="12605" y="5719"/>
                </a:lnTo>
                <a:close/>
                <a:moveTo>
                  <a:pt x="7081" y="1339"/>
                </a:moveTo>
                <a:lnTo>
                  <a:pt x="7349" y="1388"/>
                </a:lnTo>
                <a:lnTo>
                  <a:pt x="8176" y="1388"/>
                </a:lnTo>
                <a:lnTo>
                  <a:pt x="8882" y="1412"/>
                </a:lnTo>
                <a:lnTo>
                  <a:pt x="9222" y="1412"/>
                </a:lnTo>
                <a:lnTo>
                  <a:pt x="9587" y="1388"/>
                </a:lnTo>
                <a:lnTo>
                  <a:pt x="9587" y="1656"/>
                </a:lnTo>
                <a:lnTo>
                  <a:pt x="9612" y="1923"/>
                </a:lnTo>
                <a:lnTo>
                  <a:pt x="9636" y="2167"/>
                </a:lnTo>
                <a:lnTo>
                  <a:pt x="9709" y="2410"/>
                </a:lnTo>
                <a:lnTo>
                  <a:pt x="9758" y="2483"/>
                </a:lnTo>
                <a:lnTo>
                  <a:pt x="9831" y="2507"/>
                </a:lnTo>
                <a:lnTo>
                  <a:pt x="9977" y="2507"/>
                </a:lnTo>
                <a:lnTo>
                  <a:pt x="10098" y="2556"/>
                </a:lnTo>
                <a:lnTo>
                  <a:pt x="10269" y="2580"/>
                </a:lnTo>
                <a:lnTo>
                  <a:pt x="10585" y="2580"/>
                </a:lnTo>
                <a:lnTo>
                  <a:pt x="11218" y="2605"/>
                </a:lnTo>
                <a:lnTo>
                  <a:pt x="11875" y="2629"/>
                </a:lnTo>
                <a:lnTo>
                  <a:pt x="11875" y="3164"/>
                </a:lnTo>
                <a:lnTo>
                  <a:pt x="11875" y="3578"/>
                </a:lnTo>
                <a:lnTo>
                  <a:pt x="11875" y="3772"/>
                </a:lnTo>
                <a:lnTo>
                  <a:pt x="11923" y="3991"/>
                </a:lnTo>
                <a:lnTo>
                  <a:pt x="11948" y="4040"/>
                </a:lnTo>
                <a:lnTo>
                  <a:pt x="11972" y="4089"/>
                </a:lnTo>
                <a:lnTo>
                  <a:pt x="12069" y="4113"/>
                </a:lnTo>
                <a:lnTo>
                  <a:pt x="12215" y="4113"/>
                </a:lnTo>
                <a:lnTo>
                  <a:pt x="12264" y="4064"/>
                </a:lnTo>
                <a:lnTo>
                  <a:pt x="12605" y="4113"/>
                </a:lnTo>
                <a:lnTo>
                  <a:pt x="12945" y="4137"/>
                </a:lnTo>
                <a:lnTo>
                  <a:pt x="13602" y="4137"/>
                </a:lnTo>
                <a:lnTo>
                  <a:pt x="13602" y="4283"/>
                </a:lnTo>
                <a:lnTo>
                  <a:pt x="13602" y="4429"/>
                </a:lnTo>
                <a:lnTo>
                  <a:pt x="13627" y="4746"/>
                </a:lnTo>
                <a:lnTo>
                  <a:pt x="13627" y="5111"/>
                </a:lnTo>
                <a:lnTo>
                  <a:pt x="13602" y="5500"/>
                </a:lnTo>
                <a:lnTo>
                  <a:pt x="13602" y="5889"/>
                </a:lnTo>
                <a:lnTo>
                  <a:pt x="13627" y="6254"/>
                </a:lnTo>
                <a:lnTo>
                  <a:pt x="13335" y="6157"/>
                </a:lnTo>
                <a:lnTo>
                  <a:pt x="13043" y="6035"/>
                </a:lnTo>
                <a:lnTo>
                  <a:pt x="13067" y="5914"/>
                </a:lnTo>
                <a:lnTo>
                  <a:pt x="13067" y="5792"/>
                </a:lnTo>
                <a:lnTo>
                  <a:pt x="13067" y="5549"/>
                </a:lnTo>
                <a:lnTo>
                  <a:pt x="13067" y="5257"/>
                </a:lnTo>
                <a:lnTo>
                  <a:pt x="13067" y="5111"/>
                </a:lnTo>
                <a:lnTo>
                  <a:pt x="13043" y="4965"/>
                </a:lnTo>
                <a:lnTo>
                  <a:pt x="13018" y="4940"/>
                </a:lnTo>
                <a:lnTo>
                  <a:pt x="13091" y="4892"/>
                </a:lnTo>
                <a:lnTo>
                  <a:pt x="13140" y="4843"/>
                </a:lnTo>
                <a:lnTo>
                  <a:pt x="13164" y="4770"/>
                </a:lnTo>
                <a:lnTo>
                  <a:pt x="13164" y="4697"/>
                </a:lnTo>
                <a:lnTo>
                  <a:pt x="13140" y="4624"/>
                </a:lnTo>
                <a:lnTo>
                  <a:pt x="13091" y="4551"/>
                </a:lnTo>
                <a:lnTo>
                  <a:pt x="13018" y="4502"/>
                </a:lnTo>
                <a:lnTo>
                  <a:pt x="12945" y="4478"/>
                </a:lnTo>
                <a:lnTo>
                  <a:pt x="12556" y="4478"/>
                </a:lnTo>
                <a:lnTo>
                  <a:pt x="12142" y="4502"/>
                </a:lnTo>
                <a:lnTo>
                  <a:pt x="11777" y="4502"/>
                </a:lnTo>
                <a:lnTo>
                  <a:pt x="11388" y="4527"/>
                </a:lnTo>
                <a:lnTo>
                  <a:pt x="11388" y="3918"/>
                </a:lnTo>
                <a:lnTo>
                  <a:pt x="11388" y="3602"/>
                </a:lnTo>
                <a:lnTo>
                  <a:pt x="11364" y="3286"/>
                </a:lnTo>
                <a:lnTo>
                  <a:pt x="11315" y="3164"/>
                </a:lnTo>
                <a:lnTo>
                  <a:pt x="11291" y="3115"/>
                </a:lnTo>
                <a:lnTo>
                  <a:pt x="11242" y="3091"/>
                </a:lnTo>
                <a:lnTo>
                  <a:pt x="11193" y="3042"/>
                </a:lnTo>
                <a:lnTo>
                  <a:pt x="11169" y="2994"/>
                </a:lnTo>
                <a:lnTo>
                  <a:pt x="11096" y="2945"/>
                </a:lnTo>
                <a:lnTo>
                  <a:pt x="11023" y="2945"/>
                </a:lnTo>
                <a:lnTo>
                  <a:pt x="8152" y="2994"/>
                </a:lnTo>
                <a:lnTo>
                  <a:pt x="7738" y="2994"/>
                </a:lnTo>
                <a:lnTo>
                  <a:pt x="7714" y="2969"/>
                </a:lnTo>
                <a:lnTo>
                  <a:pt x="7665" y="2945"/>
                </a:lnTo>
                <a:lnTo>
                  <a:pt x="7641" y="2945"/>
                </a:lnTo>
                <a:lnTo>
                  <a:pt x="7592" y="2969"/>
                </a:lnTo>
                <a:lnTo>
                  <a:pt x="7592" y="2994"/>
                </a:lnTo>
                <a:lnTo>
                  <a:pt x="6813" y="3018"/>
                </a:lnTo>
                <a:lnTo>
                  <a:pt x="6181" y="3018"/>
                </a:lnTo>
                <a:lnTo>
                  <a:pt x="5865" y="3042"/>
                </a:lnTo>
                <a:lnTo>
                  <a:pt x="5548" y="3091"/>
                </a:lnTo>
                <a:lnTo>
                  <a:pt x="5500" y="3067"/>
                </a:lnTo>
                <a:lnTo>
                  <a:pt x="5378" y="3067"/>
                </a:lnTo>
                <a:lnTo>
                  <a:pt x="5329" y="3091"/>
                </a:lnTo>
                <a:lnTo>
                  <a:pt x="5281" y="3140"/>
                </a:lnTo>
                <a:lnTo>
                  <a:pt x="5232" y="3188"/>
                </a:lnTo>
                <a:lnTo>
                  <a:pt x="5208" y="3237"/>
                </a:lnTo>
                <a:lnTo>
                  <a:pt x="5183" y="3553"/>
                </a:lnTo>
                <a:lnTo>
                  <a:pt x="5159" y="3870"/>
                </a:lnTo>
                <a:lnTo>
                  <a:pt x="5135" y="4527"/>
                </a:lnTo>
                <a:lnTo>
                  <a:pt x="4867" y="4527"/>
                </a:lnTo>
                <a:lnTo>
                  <a:pt x="4599" y="4551"/>
                </a:lnTo>
                <a:lnTo>
                  <a:pt x="4186" y="4575"/>
                </a:lnTo>
                <a:lnTo>
                  <a:pt x="3967" y="4600"/>
                </a:lnTo>
                <a:lnTo>
                  <a:pt x="3772" y="4624"/>
                </a:lnTo>
                <a:lnTo>
                  <a:pt x="3699" y="4648"/>
                </a:lnTo>
                <a:lnTo>
                  <a:pt x="3650" y="4721"/>
                </a:lnTo>
                <a:lnTo>
                  <a:pt x="3650" y="4794"/>
                </a:lnTo>
                <a:lnTo>
                  <a:pt x="3650" y="4867"/>
                </a:lnTo>
                <a:lnTo>
                  <a:pt x="3626" y="4940"/>
                </a:lnTo>
                <a:lnTo>
                  <a:pt x="3602" y="5013"/>
                </a:lnTo>
                <a:lnTo>
                  <a:pt x="3577" y="5184"/>
                </a:lnTo>
                <a:lnTo>
                  <a:pt x="3577" y="5500"/>
                </a:lnTo>
                <a:lnTo>
                  <a:pt x="3577" y="5768"/>
                </a:lnTo>
                <a:lnTo>
                  <a:pt x="3577" y="5914"/>
                </a:lnTo>
                <a:lnTo>
                  <a:pt x="3626" y="6035"/>
                </a:lnTo>
                <a:lnTo>
                  <a:pt x="2993" y="6279"/>
                </a:lnTo>
                <a:lnTo>
                  <a:pt x="2993" y="6279"/>
                </a:lnTo>
                <a:lnTo>
                  <a:pt x="3042" y="5597"/>
                </a:lnTo>
                <a:lnTo>
                  <a:pt x="3066" y="4916"/>
                </a:lnTo>
                <a:lnTo>
                  <a:pt x="3115" y="4478"/>
                </a:lnTo>
                <a:lnTo>
                  <a:pt x="3115" y="4259"/>
                </a:lnTo>
                <a:lnTo>
                  <a:pt x="3091" y="4040"/>
                </a:lnTo>
                <a:lnTo>
                  <a:pt x="3456" y="4064"/>
                </a:lnTo>
                <a:lnTo>
                  <a:pt x="3845" y="4064"/>
                </a:lnTo>
                <a:lnTo>
                  <a:pt x="4210" y="4016"/>
                </a:lnTo>
                <a:lnTo>
                  <a:pt x="4575" y="3967"/>
                </a:lnTo>
                <a:lnTo>
                  <a:pt x="4624" y="3943"/>
                </a:lnTo>
                <a:lnTo>
                  <a:pt x="4672" y="3918"/>
                </a:lnTo>
                <a:lnTo>
                  <a:pt x="4745" y="3845"/>
                </a:lnTo>
                <a:lnTo>
                  <a:pt x="4770" y="3724"/>
                </a:lnTo>
                <a:lnTo>
                  <a:pt x="4745" y="3626"/>
                </a:lnTo>
                <a:lnTo>
                  <a:pt x="4770" y="3505"/>
                </a:lnTo>
                <a:lnTo>
                  <a:pt x="4770" y="3018"/>
                </a:lnTo>
                <a:lnTo>
                  <a:pt x="4770" y="2751"/>
                </a:lnTo>
                <a:lnTo>
                  <a:pt x="4745" y="2507"/>
                </a:lnTo>
                <a:lnTo>
                  <a:pt x="4867" y="2532"/>
                </a:lnTo>
                <a:lnTo>
                  <a:pt x="4989" y="2556"/>
                </a:lnTo>
                <a:lnTo>
                  <a:pt x="5256" y="2556"/>
                </a:lnTo>
                <a:lnTo>
                  <a:pt x="5646" y="2580"/>
                </a:lnTo>
                <a:lnTo>
                  <a:pt x="6035" y="2580"/>
                </a:lnTo>
                <a:lnTo>
                  <a:pt x="6789" y="2532"/>
                </a:lnTo>
                <a:lnTo>
                  <a:pt x="6886" y="2507"/>
                </a:lnTo>
                <a:lnTo>
                  <a:pt x="6959" y="2459"/>
                </a:lnTo>
                <a:lnTo>
                  <a:pt x="6984" y="2386"/>
                </a:lnTo>
                <a:lnTo>
                  <a:pt x="7008" y="2313"/>
                </a:lnTo>
                <a:lnTo>
                  <a:pt x="7032" y="2264"/>
                </a:lnTo>
                <a:lnTo>
                  <a:pt x="7057" y="1826"/>
                </a:lnTo>
                <a:lnTo>
                  <a:pt x="7081" y="1339"/>
                </a:lnTo>
                <a:close/>
                <a:moveTo>
                  <a:pt x="6911" y="5841"/>
                </a:moveTo>
                <a:lnTo>
                  <a:pt x="6838" y="5865"/>
                </a:lnTo>
                <a:lnTo>
                  <a:pt x="6716" y="5987"/>
                </a:lnTo>
                <a:lnTo>
                  <a:pt x="6619" y="6133"/>
                </a:lnTo>
                <a:lnTo>
                  <a:pt x="6546" y="6279"/>
                </a:lnTo>
                <a:lnTo>
                  <a:pt x="6522" y="6449"/>
                </a:lnTo>
                <a:lnTo>
                  <a:pt x="6522" y="6619"/>
                </a:lnTo>
                <a:lnTo>
                  <a:pt x="6546" y="6790"/>
                </a:lnTo>
                <a:lnTo>
                  <a:pt x="6594" y="6960"/>
                </a:lnTo>
                <a:lnTo>
                  <a:pt x="6667" y="7106"/>
                </a:lnTo>
                <a:lnTo>
                  <a:pt x="6716" y="7155"/>
                </a:lnTo>
                <a:lnTo>
                  <a:pt x="6765" y="7203"/>
                </a:lnTo>
                <a:lnTo>
                  <a:pt x="6838" y="7252"/>
                </a:lnTo>
                <a:lnTo>
                  <a:pt x="6911" y="7252"/>
                </a:lnTo>
                <a:lnTo>
                  <a:pt x="6984" y="7276"/>
                </a:lnTo>
                <a:lnTo>
                  <a:pt x="7057" y="7252"/>
                </a:lnTo>
                <a:lnTo>
                  <a:pt x="7130" y="7228"/>
                </a:lnTo>
                <a:lnTo>
                  <a:pt x="7178" y="7179"/>
                </a:lnTo>
                <a:lnTo>
                  <a:pt x="7349" y="6936"/>
                </a:lnTo>
                <a:lnTo>
                  <a:pt x="7397" y="6814"/>
                </a:lnTo>
                <a:lnTo>
                  <a:pt x="7446" y="6692"/>
                </a:lnTo>
                <a:lnTo>
                  <a:pt x="7470" y="6546"/>
                </a:lnTo>
                <a:lnTo>
                  <a:pt x="7470" y="6425"/>
                </a:lnTo>
                <a:lnTo>
                  <a:pt x="7446" y="6133"/>
                </a:lnTo>
                <a:lnTo>
                  <a:pt x="7422" y="6035"/>
                </a:lnTo>
                <a:lnTo>
                  <a:pt x="7349" y="5962"/>
                </a:lnTo>
                <a:lnTo>
                  <a:pt x="7227" y="5914"/>
                </a:lnTo>
                <a:lnTo>
                  <a:pt x="7130" y="5889"/>
                </a:lnTo>
                <a:lnTo>
                  <a:pt x="7057" y="5865"/>
                </a:lnTo>
                <a:lnTo>
                  <a:pt x="6984" y="5841"/>
                </a:lnTo>
                <a:close/>
                <a:moveTo>
                  <a:pt x="9612" y="5792"/>
                </a:moveTo>
                <a:lnTo>
                  <a:pt x="9539" y="5816"/>
                </a:lnTo>
                <a:lnTo>
                  <a:pt x="9466" y="5865"/>
                </a:lnTo>
                <a:lnTo>
                  <a:pt x="9393" y="5938"/>
                </a:lnTo>
                <a:lnTo>
                  <a:pt x="9344" y="6011"/>
                </a:lnTo>
                <a:lnTo>
                  <a:pt x="9247" y="6181"/>
                </a:lnTo>
                <a:lnTo>
                  <a:pt x="9174" y="6352"/>
                </a:lnTo>
                <a:lnTo>
                  <a:pt x="9149" y="6522"/>
                </a:lnTo>
                <a:lnTo>
                  <a:pt x="9149" y="6717"/>
                </a:lnTo>
                <a:lnTo>
                  <a:pt x="9174" y="6887"/>
                </a:lnTo>
                <a:lnTo>
                  <a:pt x="9222" y="7057"/>
                </a:lnTo>
                <a:lnTo>
                  <a:pt x="9271" y="7155"/>
                </a:lnTo>
                <a:lnTo>
                  <a:pt x="9344" y="7228"/>
                </a:lnTo>
                <a:lnTo>
                  <a:pt x="9417" y="7276"/>
                </a:lnTo>
                <a:lnTo>
                  <a:pt x="9514" y="7301"/>
                </a:lnTo>
                <a:lnTo>
                  <a:pt x="9685" y="7301"/>
                </a:lnTo>
                <a:lnTo>
                  <a:pt x="9782" y="7252"/>
                </a:lnTo>
                <a:lnTo>
                  <a:pt x="9855" y="7179"/>
                </a:lnTo>
                <a:lnTo>
                  <a:pt x="9928" y="7106"/>
                </a:lnTo>
                <a:lnTo>
                  <a:pt x="9977" y="7009"/>
                </a:lnTo>
                <a:lnTo>
                  <a:pt x="10050" y="6765"/>
                </a:lnTo>
                <a:lnTo>
                  <a:pt x="10098" y="6522"/>
                </a:lnTo>
                <a:lnTo>
                  <a:pt x="10098" y="6303"/>
                </a:lnTo>
                <a:lnTo>
                  <a:pt x="10098" y="6181"/>
                </a:lnTo>
                <a:lnTo>
                  <a:pt x="10050" y="6108"/>
                </a:lnTo>
                <a:lnTo>
                  <a:pt x="9977" y="6060"/>
                </a:lnTo>
                <a:lnTo>
                  <a:pt x="9879" y="6035"/>
                </a:lnTo>
                <a:lnTo>
                  <a:pt x="9879" y="6011"/>
                </a:lnTo>
                <a:lnTo>
                  <a:pt x="9855" y="5914"/>
                </a:lnTo>
                <a:lnTo>
                  <a:pt x="9806" y="5841"/>
                </a:lnTo>
                <a:lnTo>
                  <a:pt x="9709" y="5792"/>
                </a:lnTo>
                <a:close/>
                <a:moveTo>
                  <a:pt x="8468" y="4673"/>
                </a:moveTo>
                <a:lnTo>
                  <a:pt x="8687" y="4794"/>
                </a:lnTo>
                <a:lnTo>
                  <a:pt x="8930" y="4892"/>
                </a:lnTo>
                <a:lnTo>
                  <a:pt x="8955" y="4916"/>
                </a:lnTo>
                <a:lnTo>
                  <a:pt x="9466" y="5111"/>
                </a:lnTo>
                <a:lnTo>
                  <a:pt x="9806" y="5232"/>
                </a:lnTo>
                <a:lnTo>
                  <a:pt x="9806" y="5305"/>
                </a:lnTo>
                <a:lnTo>
                  <a:pt x="9806" y="5354"/>
                </a:lnTo>
                <a:lnTo>
                  <a:pt x="9855" y="5403"/>
                </a:lnTo>
                <a:lnTo>
                  <a:pt x="9904" y="5403"/>
                </a:lnTo>
                <a:lnTo>
                  <a:pt x="9952" y="5378"/>
                </a:lnTo>
                <a:lnTo>
                  <a:pt x="10001" y="5330"/>
                </a:lnTo>
                <a:lnTo>
                  <a:pt x="10707" y="5597"/>
                </a:lnTo>
                <a:lnTo>
                  <a:pt x="13383" y="6668"/>
                </a:lnTo>
                <a:lnTo>
                  <a:pt x="14040" y="6911"/>
                </a:lnTo>
                <a:lnTo>
                  <a:pt x="14357" y="7082"/>
                </a:lnTo>
                <a:lnTo>
                  <a:pt x="14527" y="7155"/>
                </a:lnTo>
                <a:lnTo>
                  <a:pt x="14648" y="7276"/>
                </a:lnTo>
                <a:lnTo>
                  <a:pt x="14794" y="7422"/>
                </a:lnTo>
                <a:lnTo>
                  <a:pt x="14843" y="7568"/>
                </a:lnTo>
                <a:lnTo>
                  <a:pt x="14892" y="7739"/>
                </a:lnTo>
                <a:lnTo>
                  <a:pt x="14867" y="7909"/>
                </a:lnTo>
                <a:lnTo>
                  <a:pt x="14405" y="7617"/>
                </a:lnTo>
                <a:lnTo>
                  <a:pt x="13919" y="7349"/>
                </a:lnTo>
                <a:lnTo>
                  <a:pt x="13675" y="7252"/>
                </a:lnTo>
                <a:lnTo>
                  <a:pt x="13408" y="7130"/>
                </a:lnTo>
                <a:lnTo>
                  <a:pt x="13164" y="7057"/>
                </a:lnTo>
                <a:lnTo>
                  <a:pt x="12872" y="7057"/>
                </a:lnTo>
                <a:lnTo>
                  <a:pt x="12848" y="7082"/>
                </a:lnTo>
                <a:lnTo>
                  <a:pt x="12848" y="7106"/>
                </a:lnTo>
                <a:lnTo>
                  <a:pt x="12848" y="7155"/>
                </a:lnTo>
                <a:lnTo>
                  <a:pt x="13043" y="7301"/>
                </a:lnTo>
                <a:lnTo>
                  <a:pt x="13262" y="7422"/>
                </a:lnTo>
                <a:lnTo>
                  <a:pt x="13724" y="7666"/>
                </a:lnTo>
                <a:lnTo>
                  <a:pt x="14259" y="7958"/>
                </a:lnTo>
                <a:lnTo>
                  <a:pt x="14770" y="8274"/>
                </a:lnTo>
                <a:lnTo>
                  <a:pt x="14697" y="8493"/>
                </a:lnTo>
                <a:lnTo>
                  <a:pt x="14575" y="8371"/>
                </a:lnTo>
                <a:lnTo>
                  <a:pt x="14454" y="8274"/>
                </a:lnTo>
                <a:lnTo>
                  <a:pt x="14284" y="8177"/>
                </a:lnTo>
                <a:lnTo>
                  <a:pt x="14113" y="8079"/>
                </a:lnTo>
                <a:lnTo>
                  <a:pt x="13773" y="7933"/>
                </a:lnTo>
                <a:lnTo>
                  <a:pt x="13383" y="7763"/>
                </a:lnTo>
                <a:lnTo>
                  <a:pt x="13189" y="7714"/>
                </a:lnTo>
                <a:lnTo>
                  <a:pt x="12994" y="7666"/>
                </a:lnTo>
                <a:lnTo>
                  <a:pt x="12799" y="7641"/>
                </a:lnTo>
                <a:lnTo>
                  <a:pt x="12605" y="7666"/>
                </a:lnTo>
                <a:lnTo>
                  <a:pt x="12580" y="7690"/>
                </a:lnTo>
                <a:lnTo>
                  <a:pt x="12605" y="7714"/>
                </a:lnTo>
                <a:lnTo>
                  <a:pt x="12702" y="7812"/>
                </a:lnTo>
                <a:lnTo>
                  <a:pt x="12824" y="7909"/>
                </a:lnTo>
                <a:lnTo>
                  <a:pt x="12945" y="7982"/>
                </a:lnTo>
                <a:lnTo>
                  <a:pt x="13091" y="8055"/>
                </a:lnTo>
                <a:lnTo>
                  <a:pt x="13383" y="8177"/>
                </a:lnTo>
                <a:lnTo>
                  <a:pt x="13651" y="8274"/>
                </a:lnTo>
                <a:lnTo>
                  <a:pt x="13894" y="8396"/>
                </a:lnTo>
                <a:lnTo>
                  <a:pt x="14113" y="8517"/>
                </a:lnTo>
                <a:lnTo>
                  <a:pt x="14551" y="8809"/>
                </a:lnTo>
                <a:lnTo>
                  <a:pt x="14430" y="9126"/>
                </a:lnTo>
                <a:lnTo>
                  <a:pt x="13967" y="8858"/>
                </a:lnTo>
                <a:lnTo>
                  <a:pt x="13481" y="8590"/>
                </a:lnTo>
                <a:lnTo>
                  <a:pt x="12921" y="8274"/>
                </a:lnTo>
                <a:lnTo>
                  <a:pt x="12629" y="8152"/>
                </a:lnTo>
                <a:lnTo>
                  <a:pt x="12337" y="8031"/>
                </a:lnTo>
                <a:lnTo>
                  <a:pt x="12313" y="8031"/>
                </a:lnTo>
                <a:lnTo>
                  <a:pt x="12288" y="8055"/>
                </a:lnTo>
                <a:lnTo>
                  <a:pt x="12288" y="8079"/>
                </a:lnTo>
                <a:lnTo>
                  <a:pt x="12288" y="8104"/>
                </a:lnTo>
                <a:lnTo>
                  <a:pt x="12507" y="8323"/>
                </a:lnTo>
                <a:lnTo>
                  <a:pt x="12751" y="8542"/>
                </a:lnTo>
                <a:lnTo>
                  <a:pt x="13018" y="8712"/>
                </a:lnTo>
                <a:lnTo>
                  <a:pt x="13286" y="8882"/>
                </a:lnTo>
                <a:lnTo>
                  <a:pt x="13797" y="9199"/>
                </a:lnTo>
                <a:lnTo>
                  <a:pt x="14040" y="9345"/>
                </a:lnTo>
                <a:lnTo>
                  <a:pt x="14308" y="9466"/>
                </a:lnTo>
                <a:lnTo>
                  <a:pt x="14211" y="9661"/>
                </a:lnTo>
                <a:lnTo>
                  <a:pt x="14065" y="9564"/>
                </a:lnTo>
                <a:lnTo>
                  <a:pt x="13919" y="9491"/>
                </a:lnTo>
                <a:lnTo>
                  <a:pt x="13602" y="9345"/>
                </a:lnTo>
                <a:lnTo>
                  <a:pt x="13359" y="9199"/>
                </a:lnTo>
                <a:lnTo>
                  <a:pt x="13067" y="9077"/>
                </a:lnTo>
                <a:lnTo>
                  <a:pt x="12921" y="9028"/>
                </a:lnTo>
                <a:lnTo>
                  <a:pt x="12775" y="9004"/>
                </a:lnTo>
                <a:lnTo>
                  <a:pt x="12629" y="8980"/>
                </a:lnTo>
                <a:lnTo>
                  <a:pt x="12483" y="8980"/>
                </a:lnTo>
                <a:lnTo>
                  <a:pt x="12459" y="9004"/>
                </a:lnTo>
                <a:lnTo>
                  <a:pt x="12459" y="9053"/>
                </a:lnTo>
                <a:lnTo>
                  <a:pt x="12556" y="9150"/>
                </a:lnTo>
                <a:lnTo>
                  <a:pt x="12653" y="9247"/>
                </a:lnTo>
                <a:lnTo>
                  <a:pt x="12897" y="9418"/>
                </a:lnTo>
                <a:lnTo>
                  <a:pt x="13408" y="9685"/>
                </a:lnTo>
                <a:lnTo>
                  <a:pt x="13724" y="9880"/>
                </a:lnTo>
                <a:lnTo>
                  <a:pt x="13894" y="10002"/>
                </a:lnTo>
                <a:lnTo>
                  <a:pt x="14065" y="10075"/>
                </a:lnTo>
                <a:lnTo>
                  <a:pt x="13967" y="10269"/>
                </a:lnTo>
                <a:lnTo>
                  <a:pt x="13505" y="10075"/>
                </a:lnTo>
                <a:lnTo>
                  <a:pt x="13043" y="9880"/>
                </a:lnTo>
                <a:lnTo>
                  <a:pt x="12556" y="9758"/>
                </a:lnTo>
                <a:lnTo>
                  <a:pt x="12069" y="9661"/>
                </a:lnTo>
                <a:lnTo>
                  <a:pt x="12045" y="9661"/>
                </a:lnTo>
                <a:lnTo>
                  <a:pt x="12045" y="9685"/>
                </a:lnTo>
                <a:lnTo>
                  <a:pt x="12434" y="10002"/>
                </a:lnTo>
                <a:lnTo>
                  <a:pt x="12872" y="10245"/>
                </a:lnTo>
                <a:lnTo>
                  <a:pt x="13335" y="10488"/>
                </a:lnTo>
                <a:lnTo>
                  <a:pt x="13797" y="10683"/>
                </a:lnTo>
                <a:lnTo>
                  <a:pt x="13627" y="11072"/>
                </a:lnTo>
                <a:lnTo>
                  <a:pt x="13456" y="10926"/>
                </a:lnTo>
                <a:lnTo>
                  <a:pt x="13262" y="10829"/>
                </a:lnTo>
                <a:lnTo>
                  <a:pt x="12848" y="10659"/>
                </a:lnTo>
                <a:lnTo>
                  <a:pt x="12653" y="10586"/>
                </a:lnTo>
                <a:lnTo>
                  <a:pt x="12483" y="10513"/>
                </a:lnTo>
                <a:lnTo>
                  <a:pt x="12288" y="10488"/>
                </a:lnTo>
                <a:lnTo>
                  <a:pt x="12069" y="10488"/>
                </a:lnTo>
                <a:lnTo>
                  <a:pt x="12045" y="10513"/>
                </a:lnTo>
                <a:lnTo>
                  <a:pt x="12045" y="10537"/>
                </a:lnTo>
                <a:lnTo>
                  <a:pt x="12118" y="10634"/>
                </a:lnTo>
                <a:lnTo>
                  <a:pt x="12191" y="10707"/>
                </a:lnTo>
                <a:lnTo>
                  <a:pt x="12337" y="10829"/>
                </a:lnTo>
                <a:lnTo>
                  <a:pt x="12532" y="10926"/>
                </a:lnTo>
                <a:lnTo>
                  <a:pt x="12702" y="11023"/>
                </a:lnTo>
                <a:lnTo>
                  <a:pt x="13091" y="11218"/>
                </a:lnTo>
                <a:lnTo>
                  <a:pt x="13310" y="11291"/>
                </a:lnTo>
                <a:lnTo>
                  <a:pt x="13505" y="11340"/>
                </a:lnTo>
                <a:lnTo>
                  <a:pt x="13481" y="11413"/>
                </a:lnTo>
                <a:lnTo>
                  <a:pt x="13335" y="11388"/>
                </a:lnTo>
                <a:lnTo>
                  <a:pt x="13189" y="11340"/>
                </a:lnTo>
                <a:lnTo>
                  <a:pt x="12897" y="11315"/>
                </a:lnTo>
                <a:lnTo>
                  <a:pt x="12678" y="11267"/>
                </a:lnTo>
                <a:lnTo>
                  <a:pt x="12434" y="11242"/>
                </a:lnTo>
                <a:lnTo>
                  <a:pt x="12191" y="11267"/>
                </a:lnTo>
                <a:lnTo>
                  <a:pt x="12069" y="11291"/>
                </a:lnTo>
                <a:lnTo>
                  <a:pt x="11972" y="11315"/>
                </a:lnTo>
                <a:lnTo>
                  <a:pt x="11948" y="11340"/>
                </a:lnTo>
                <a:lnTo>
                  <a:pt x="11948" y="11364"/>
                </a:lnTo>
                <a:lnTo>
                  <a:pt x="11972" y="11413"/>
                </a:lnTo>
                <a:lnTo>
                  <a:pt x="12069" y="11486"/>
                </a:lnTo>
                <a:lnTo>
                  <a:pt x="12191" y="11534"/>
                </a:lnTo>
                <a:lnTo>
                  <a:pt x="12434" y="11607"/>
                </a:lnTo>
                <a:lnTo>
                  <a:pt x="12921" y="11705"/>
                </a:lnTo>
                <a:lnTo>
                  <a:pt x="13164" y="11778"/>
                </a:lnTo>
                <a:lnTo>
                  <a:pt x="13432" y="11826"/>
                </a:lnTo>
                <a:lnTo>
                  <a:pt x="13408" y="11972"/>
                </a:lnTo>
                <a:lnTo>
                  <a:pt x="13018" y="11948"/>
                </a:lnTo>
                <a:lnTo>
                  <a:pt x="12434" y="11948"/>
                </a:lnTo>
                <a:lnTo>
                  <a:pt x="12313" y="11972"/>
                </a:lnTo>
                <a:lnTo>
                  <a:pt x="12215" y="12021"/>
                </a:lnTo>
                <a:lnTo>
                  <a:pt x="12118" y="12070"/>
                </a:lnTo>
                <a:lnTo>
                  <a:pt x="12118" y="12118"/>
                </a:lnTo>
                <a:lnTo>
                  <a:pt x="12118" y="12143"/>
                </a:lnTo>
                <a:lnTo>
                  <a:pt x="12215" y="12191"/>
                </a:lnTo>
                <a:lnTo>
                  <a:pt x="12313" y="12240"/>
                </a:lnTo>
                <a:lnTo>
                  <a:pt x="12507" y="12264"/>
                </a:lnTo>
                <a:lnTo>
                  <a:pt x="12897" y="12264"/>
                </a:lnTo>
                <a:lnTo>
                  <a:pt x="13383" y="12313"/>
                </a:lnTo>
                <a:lnTo>
                  <a:pt x="13383" y="12654"/>
                </a:lnTo>
                <a:lnTo>
                  <a:pt x="13043" y="12654"/>
                </a:lnTo>
                <a:lnTo>
                  <a:pt x="12678" y="12678"/>
                </a:lnTo>
                <a:lnTo>
                  <a:pt x="12288" y="12727"/>
                </a:lnTo>
                <a:lnTo>
                  <a:pt x="12094" y="12775"/>
                </a:lnTo>
                <a:lnTo>
                  <a:pt x="11923" y="12873"/>
                </a:lnTo>
                <a:lnTo>
                  <a:pt x="12118" y="12921"/>
                </a:lnTo>
                <a:lnTo>
                  <a:pt x="12288" y="12946"/>
                </a:lnTo>
                <a:lnTo>
                  <a:pt x="12678" y="12946"/>
                </a:lnTo>
                <a:lnTo>
                  <a:pt x="13408" y="12970"/>
                </a:lnTo>
                <a:lnTo>
                  <a:pt x="13408" y="13116"/>
                </a:lnTo>
                <a:lnTo>
                  <a:pt x="13408" y="13262"/>
                </a:lnTo>
                <a:lnTo>
                  <a:pt x="13140" y="13262"/>
                </a:lnTo>
                <a:lnTo>
                  <a:pt x="12848" y="13286"/>
                </a:lnTo>
                <a:lnTo>
                  <a:pt x="12337" y="13286"/>
                </a:lnTo>
                <a:lnTo>
                  <a:pt x="12069" y="13335"/>
                </a:lnTo>
                <a:lnTo>
                  <a:pt x="11948" y="13384"/>
                </a:lnTo>
                <a:lnTo>
                  <a:pt x="11850" y="13432"/>
                </a:lnTo>
                <a:lnTo>
                  <a:pt x="11826" y="13481"/>
                </a:lnTo>
                <a:lnTo>
                  <a:pt x="11850" y="13505"/>
                </a:lnTo>
                <a:lnTo>
                  <a:pt x="11948" y="13554"/>
                </a:lnTo>
                <a:lnTo>
                  <a:pt x="12069" y="13603"/>
                </a:lnTo>
                <a:lnTo>
                  <a:pt x="12337" y="13627"/>
                </a:lnTo>
                <a:lnTo>
                  <a:pt x="12605" y="13651"/>
                </a:lnTo>
                <a:lnTo>
                  <a:pt x="13432" y="13651"/>
                </a:lnTo>
                <a:lnTo>
                  <a:pt x="13432" y="13797"/>
                </a:lnTo>
                <a:lnTo>
                  <a:pt x="13286" y="13773"/>
                </a:lnTo>
                <a:lnTo>
                  <a:pt x="13164" y="13797"/>
                </a:lnTo>
                <a:lnTo>
                  <a:pt x="12897" y="13822"/>
                </a:lnTo>
                <a:lnTo>
                  <a:pt x="12483" y="13846"/>
                </a:lnTo>
                <a:lnTo>
                  <a:pt x="12288" y="13895"/>
                </a:lnTo>
                <a:lnTo>
                  <a:pt x="12094" y="13968"/>
                </a:lnTo>
                <a:lnTo>
                  <a:pt x="12094" y="13992"/>
                </a:lnTo>
                <a:lnTo>
                  <a:pt x="12094" y="14016"/>
                </a:lnTo>
                <a:lnTo>
                  <a:pt x="12118" y="14041"/>
                </a:lnTo>
                <a:lnTo>
                  <a:pt x="12313" y="14089"/>
                </a:lnTo>
                <a:lnTo>
                  <a:pt x="12507" y="14114"/>
                </a:lnTo>
                <a:lnTo>
                  <a:pt x="13310" y="14114"/>
                </a:lnTo>
                <a:lnTo>
                  <a:pt x="13432" y="14089"/>
                </a:lnTo>
                <a:lnTo>
                  <a:pt x="13456" y="14600"/>
                </a:lnTo>
                <a:lnTo>
                  <a:pt x="13237" y="14576"/>
                </a:lnTo>
                <a:lnTo>
                  <a:pt x="13018" y="14552"/>
                </a:lnTo>
                <a:lnTo>
                  <a:pt x="12824" y="14552"/>
                </a:lnTo>
                <a:lnTo>
                  <a:pt x="12434" y="14600"/>
                </a:lnTo>
                <a:lnTo>
                  <a:pt x="12045" y="14698"/>
                </a:lnTo>
                <a:lnTo>
                  <a:pt x="11656" y="14819"/>
                </a:lnTo>
                <a:lnTo>
                  <a:pt x="11193" y="14941"/>
                </a:lnTo>
                <a:lnTo>
                  <a:pt x="10974" y="14965"/>
                </a:lnTo>
                <a:lnTo>
                  <a:pt x="10755" y="14990"/>
                </a:lnTo>
                <a:lnTo>
                  <a:pt x="10536" y="14990"/>
                </a:lnTo>
                <a:lnTo>
                  <a:pt x="10317" y="14965"/>
                </a:lnTo>
                <a:lnTo>
                  <a:pt x="10098" y="14917"/>
                </a:lnTo>
                <a:lnTo>
                  <a:pt x="9879" y="14819"/>
                </a:lnTo>
                <a:lnTo>
                  <a:pt x="9514" y="14698"/>
                </a:lnTo>
                <a:lnTo>
                  <a:pt x="9149" y="14576"/>
                </a:lnTo>
                <a:lnTo>
                  <a:pt x="8979" y="14552"/>
                </a:lnTo>
                <a:lnTo>
                  <a:pt x="8809" y="14527"/>
                </a:lnTo>
                <a:lnTo>
                  <a:pt x="8614" y="14527"/>
                </a:lnTo>
                <a:lnTo>
                  <a:pt x="8419" y="14552"/>
                </a:lnTo>
                <a:lnTo>
                  <a:pt x="7981" y="14649"/>
                </a:lnTo>
                <a:lnTo>
                  <a:pt x="7568" y="14795"/>
                </a:lnTo>
                <a:lnTo>
                  <a:pt x="7130" y="14917"/>
                </a:lnTo>
                <a:lnTo>
                  <a:pt x="6935" y="14965"/>
                </a:lnTo>
                <a:lnTo>
                  <a:pt x="6692" y="14990"/>
                </a:lnTo>
                <a:lnTo>
                  <a:pt x="6473" y="14990"/>
                </a:lnTo>
                <a:lnTo>
                  <a:pt x="6230" y="14965"/>
                </a:lnTo>
                <a:lnTo>
                  <a:pt x="5986" y="14917"/>
                </a:lnTo>
                <a:lnTo>
                  <a:pt x="5767" y="14844"/>
                </a:lnTo>
                <a:lnTo>
                  <a:pt x="5281" y="14722"/>
                </a:lnTo>
                <a:lnTo>
                  <a:pt x="5062" y="14649"/>
                </a:lnTo>
                <a:lnTo>
                  <a:pt x="4818" y="14625"/>
                </a:lnTo>
                <a:lnTo>
                  <a:pt x="4453" y="14576"/>
                </a:lnTo>
                <a:lnTo>
                  <a:pt x="4040" y="14576"/>
                </a:lnTo>
                <a:lnTo>
                  <a:pt x="3602" y="14625"/>
                </a:lnTo>
                <a:lnTo>
                  <a:pt x="3164" y="14722"/>
                </a:lnTo>
                <a:lnTo>
                  <a:pt x="3188" y="14308"/>
                </a:lnTo>
                <a:lnTo>
                  <a:pt x="3188" y="13895"/>
                </a:lnTo>
                <a:lnTo>
                  <a:pt x="3164" y="13067"/>
                </a:lnTo>
                <a:lnTo>
                  <a:pt x="3164" y="12386"/>
                </a:lnTo>
                <a:lnTo>
                  <a:pt x="3139" y="12191"/>
                </a:lnTo>
                <a:lnTo>
                  <a:pt x="3115" y="12021"/>
                </a:lnTo>
                <a:lnTo>
                  <a:pt x="3066" y="11851"/>
                </a:lnTo>
                <a:lnTo>
                  <a:pt x="3018" y="11705"/>
                </a:lnTo>
                <a:lnTo>
                  <a:pt x="3018" y="11632"/>
                </a:lnTo>
                <a:lnTo>
                  <a:pt x="3018" y="11534"/>
                </a:lnTo>
                <a:lnTo>
                  <a:pt x="2993" y="11413"/>
                </a:lnTo>
                <a:lnTo>
                  <a:pt x="2896" y="11194"/>
                </a:lnTo>
                <a:lnTo>
                  <a:pt x="2701" y="10780"/>
                </a:lnTo>
                <a:lnTo>
                  <a:pt x="2409" y="10123"/>
                </a:lnTo>
                <a:lnTo>
                  <a:pt x="2142" y="9442"/>
                </a:lnTo>
                <a:lnTo>
                  <a:pt x="1947" y="8809"/>
                </a:lnTo>
                <a:lnTo>
                  <a:pt x="1777" y="8152"/>
                </a:lnTo>
                <a:lnTo>
                  <a:pt x="1728" y="7909"/>
                </a:lnTo>
                <a:lnTo>
                  <a:pt x="1704" y="7787"/>
                </a:lnTo>
                <a:lnTo>
                  <a:pt x="1704" y="7666"/>
                </a:lnTo>
                <a:lnTo>
                  <a:pt x="1704" y="7544"/>
                </a:lnTo>
                <a:lnTo>
                  <a:pt x="1752" y="7447"/>
                </a:lnTo>
                <a:lnTo>
                  <a:pt x="1825" y="7325"/>
                </a:lnTo>
                <a:lnTo>
                  <a:pt x="1923" y="7252"/>
                </a:lnTo>
                <a:lnTo>
                  <a:pt x="2093" y="7155"/>
                </a:lnTo>
                <a:lnTo>
                  <a:pt x="2288" y="7082"/>
                </a:lnTo>
                <a:lnTo>
                  <a:pt x="2653" y="6936"/>
                </a:lnTo>
                <a:lnTo>
                  <a:pt x="3991" y="6400"/>
                </a:lnTo>
                <a:lnTo>
                  <a:pt x="5329" y="5889"/>
                </a:lnTo>
                <a:lnTo>
                  <a:pt x="8030" y="4867"/>
                </a:lnTo>
                <a:lnTo>
                  <a:pt x="8030" y="5062"/>
                </a:lnTo>
                <a:lnTo>
                  <a:pt x="8030" y="5281"/>
                </a:lnTo>
                <a:lnTo>
                  <a:pt x="8030" y="5670"/>
                </a:lnTo>
                <a:lnTo>
                  <a:pt x="8030" y="7203"/>
                </a:lnTo>
                <a:lnTo>
                  <a:pt x="8030" y="8834"/>
                </a:lnTo>
                <a:lnTo>
                  <a:pt x="8054" y="9661"/>
                </a:lnTo>
                <a:lnTo>
                  <a:pt x="8079" y="10464"/>
                </a:lnTo>
                <a:lnTo>
                  <a:pt x="8103" y="10586"/>
                </a:lnTo>
                <a:lnTo>
                  <a:pt x="8152" y="10659"/>
                </a:lnTo>
                <a:lnTo>
                  <a:pt x="8249" y="10707"/>
                </a:lnTo>
                <a:lnTo>
                  <a:pt x="8346" y="10732"/>
                </a:lnTo>
                <a:lnTo>
                  <a:pt x="8444" y="10707"/>
                </a:lnTo>
                <a:lnTo>
                  <a:pt x="8517" y="10659"/>
                </a:lnTo>
                <a:lnTo>
                  <a:pt x="8565" y="10586"/>
                </a:lnTo>
                <a:lnTo>
                  <a:pt x="8590" y="10464"/>
                </a:lnTo>
                <a:lnTo>
                  <a:pt x="8517" y="8931"/>
                </a:lnTo>
                <a:lnTo>
                  <a:pt x="8468" y="7398"/>
                </a:lnTo>
                <a:lnTo>
                  <a:pt x="8444" y="5865"/>
                </a:lnTo>
                <a:lnTo>
                  <a:pt x="8444" y="5305"/>
                </a:lnTo>
                <a:lnTo>
                  <a:pt x="8444" y="5013"/>
                </a:lnTo>
                <a:lnTo>
                  <a:pt x="8395" y="4721"/>
                </a:lnTo>
                <a:lnTo>
                  <a:pt x="8468" y="4673"/>
                </a:lnTo>
                <a:close/>
                <a:moveTo>
                  <a:pt x="7446" y="1"/>
                </a:moveTo>
                <a:lnTo>
                  <a:pt x="7300" y="25"/>
                </a:lnTo>
                <a:lnTo>
                  <a:pt x="7154" y="50"/>
                </a:lnTo>
                <a:lnTo>
                  <a:pt x="7008" y="98"/>
                </a:lnTo>
                <a:lnTo>
                  <a:pt x="6911" y="196"/>
                </a:lnTo>
                <a:lnTo>
                  <a:pt x="6838" y="196"/>
                </a:lnTo>
                <a:lnTo>
                  <a:pt x="6765" y="244"/>
                </a:lnTo>
                <a:lnTo>
                  <a:pt x="6716" y="293"/>
                </a:lnTo>
                <a:lnTo>
                  <a:pt x="6716" y="317"/>
                </a:lnTo>
                <a:lnTo>
                  <a:pt x="6667" y="755"/>
                </a:lnTo>
                <a:lnTo>
                  <a:pt x="6619" y="1193"/>
                </a:lnTo>
                <a:lnTo>
                  <a:pt x="6594" y="1656"/>
                </a:lnTo>
                <a:lnTo>
                  <a:pt x="6594" y="2094"/>
                </a:lnTo>
                <a:lnTo>
                  <a:pt x="6011" y="2118"/>
                </a:lnTo>
                <a:lnTo>
                  <a:pt x="5427" y="2118"/>
                </a:lnTo>
                <a:lnTo>
                  <a:pt x="5013" y="2094"/>
                </a:lnTo>
                <a:lnTo>
                  <a:pt x="4794" y="2094"/>
                </a:lnTo>
                <a:lnTo>
                  <a:pt x="4697" y="2118"/>
                </a:lnTo>
                <a:lnTo>
                  <a:pt x="4624" y="2167"/>
                </a:lnTo>
                <a:lnTo>
                  <a:pt x="4575" y="2142"/>
                </a:lnTo>
                <a:lnTo>
                  <a:pt x="4526" y="2118"/>
                </a:lnTo>
                <a:lnTo>
                  <a:pt x="4405" y="2142"/>
                </a:lnTo>
                <a:lnTo>
                  <a:pt x="4332" y="2215"/>
                </a:lnTo>
                <a:lnTo>
                  <a:pt x="4307" y="2264"/>
                </a:lnTo>
                <a:lnTo>
                  <a:pt x="4283" y="2337"/>
                </a:lnTo>
                <a:lnTo>
                  <a:pt x="4259" y="2605"/>
                </a:lnTo>
                <a:lnTo>
                  <a:pt x="4259" y="2897"/>
                </a:lnTo>
                <a:lnTo>
                  <a:pt x="4259" y="3480"/>
                </a:lnTo>
                <a:lnTo>
                  <a:pt x="3602" y="3529"/>
                </a:lnTo>
                <a:lnTo>
                  <a:pt x="3261" y="3578"/>
                </a:lnTo>
                <a:lnTo>
                  <a:pt x="2920" y="3602"/>
                </a:lnTo>
                <a:lnTo>
                  <a:pt x="2872" y="3626"/>
                </a:lnTo>
                <a:lnTo>
                  <a:pt x="2823" y="3651"/>
                </a:lnTo>
                <a:lnTo>
                  <a:pt x="2774" y="3699"/>
                </a:lnTo>
                <a:lnTo>
                  <a:pt x="2701" y="3821"/>
                </a:lnTo>
                <a:lnTo>
                  <a:pt x="2653" y="3918"/>
                </a:lnTo>
                <a:lnTo>
                  <a:pt x="2604" y="4064"/>
                </a:lnTo>
                <a:lnTo>
                  <a:pt x="2604" y="4186"/>
                </a:lnTo>
                <a:lnTo>
                  <a:pt x="2580" y="4454"/>
                </a:lnTo>
                <a:lnTo>
                  <a:pt x="2580" y="4721"/>
                </a:lnTo>
                <a:lnTo>
                  <a:pt x="2458" y="6449"/>
                </a:lnTo>
                <a:lnTo>
                  <a:pt x="2458" y="6498"/>
                </a:lnTo>
                <a:lnTo>
                  <a:pt x="1704" y="6838"/>
                </a:lnTo>
                <a:lnTo>
                  <a:pt x="1558" y="6936"/>
                </a:lnTo>
                <a:lnTo>
                  <a:pt x="1436" y="7033"/>
                </a:lnTo>
                <a:lnTo>
                  <a:pt x="1363" y="7155"/>
                </a:lnTo>
                <a:lnTo>
                  <a:pt x="1290" y="7276"/>
                </a:lnTo>
                <a:lnTo>
                  <a:pt x="1266" y="7422"/>
                </a:lnTo>
                <a:lnTo>
                  <a:pt x="1241" y="7568"/>
                </a:lnTo>
                <a:lnTo>
                  <a:pt x="1241" y="7714"/>
                </a:lnTo>
                <a:lnTo>
                  <a:pt x="1241" y="7885"/>
                </a:lnTo>
                <a:lnTo>
                  <a:pt x="1290" y="8201"/>
                </a:lnTo>
                <a:lnTo>
                  <a:pt x="1363" y="8542"/>
                </a:lnTo>
                <a:lnTo>
                  <a:pt x="1533" y="9101"/>
                </a:lnTo>
                <a:lnTo>
                  <a:pt x="1631" y="9491"/>
                </a:lnTo>
                <a:lnTo>
                  <a:pt x="1777" y="9856"/>
                </a:lnTo>
                <a:lnTo>
                  <a:pt x="2069" y="10586"/>
                </a:lnTo>
                <a:lnTo>
                  <a:pt x="2190" y="10853"/>
                </a:lnTo>
                <a:lnTo>
                  <a:pt x="2336" y="11145"/>
                </a:lnTo>
                <a:lnTo>
                  <a:pt x="2507" y="11437"/>
                </a:lnTo>
                <a:lnTo>
                  <a:pt x="2604" y="11559"/>
                </a:lnTo>
                <a:lnTo>
                  <a:pt x="2726" y="11656"/>
                </a:lnTo>
                <a:lnTo>
                  <a:pt x="2677" y="11826"/>
                </a:lnTo>
                <a:lnTo>
                  <a:pt x="2653" y="11997"/>
                </a:lnTo>
                <a:lnTo>
                  <a:pt x="2628" y="12167"/>
                </a:lnTo>
                <a:lnTo>
                  <a:pt x="2628" y="12362"/>
                </a:lnTo>
                <a:lnTo>
                  <a:pt x="2677" y="12727"/>
                </a:lnTo>
                <a:lnTo>
                  <a:pt x="2701" y="13067"/>
                </a:lnTo>
                <a:lnTo>
                  <a:pt x="2701" y="13530"/>
                </a:lnTo>
                <a:lnTo>
                  <a:pt x="2677" y="13968"/>
                </a:lnTo>
                <a:lnTo>
                  <a:pt x="2677" y="14430"/>
                </a:lnTo>
                <a:lnTo>
                  <a:pt x="2701" y="14649"/>
                </a:lnTo>
                <a:lnTo>
                  <a:pt x="2726" y="14868"/>
                </a:lnTo>
                <a:lnTo>
                  <a:pt x="2531" y="14965"/>
                </a:lnTo>
                <a:lnTo>
                  <a:pt x="2385" y="15087"/>
                </a:lnTo>
                <a:lnTo>
                  <a:pt x="2239" y="15233"/>
                </a:lnTo>
                <a:lnTo>
                  <a:pt x="2117" y="15379"/>
                </a:lnTo>
                <a:lnTo>
                  <a:pt x="2117" y="15428"/>
                </a:lnTo>
                <a:lnTo>
                  <a:pt x="2117" y="15476"/>
                </a:lnTo>
                <a:lnTo>
                  <a:pt x="2142" y="15501"/>
                </a:lnTo>
                <a:lnTo>
                  <a:pt x="2190" y="15501"/>
                </a:lnTo>
                <a:lnTo>
                  <a:pt x="2361" y="15476"/>
                </a:lnTo>
                <a:lnTo>
                  <a:pt x="2531" y="15428"/>
                </a:lnTo>
                <a:lnTo>
                  <a:pt x="2872" y="15306"/>
                </a:lnTo>
                <a:lnTo>
                  <a:pt x="3212" y="15184"/>
                </a:lnTo>
                <a:lnTo>
                  <a:pt x="3553" y="15063"/>
                </a:lnTo>
                <a:lnTo>
                  <a:pt x="3796" y="15014"/>
                </a:lnTo>
                <a:lnTo>
                  <a:pt x="4064" y="15014"/>
                </a:lnTo>
                <a:lnTo>
                  <a:pt x="4307" y="14990"/>
                </a:lnTo>
                <a:lnTo>
                  <a:pt x="4551" y="15014"/>
                </a:lnTo>
                <a:lnTo>
                  <a:pt x="4794" y="15038"/>
                </a:lnTo>
                <a:lnTo>
                  <a:pt x="5037" y="15087"/>
                </a:lnTo>
                <a:lnTo>
                  <a:pt x="5500" y="15209"/>
                </a:lnTo>
                <a:lnTo>
                  <a:pt x="5889" y="15330"/>
                </a:lnTo>
                <a:lnTo>
                  <a:pt x="6278" y="15403"/>
                </a:lnTo>
                <a:lnTo>
                  <a:pt x="6667" y="15428"/>
                </a:lnTo>
                <a:lnTo>
                  <a:pt x="6862" y="15428"/>
                </a:lnTo>
                <a:lnTo>
                  <a:pt x="7057" y="15403"/>
                </a:lnTo>
                <a:lnTo>
                  <a:pt x="7276" y="15355"/>
                </a:lnTo>
                <a:lnTo>
                  <a:pt x="7495" y="15306"/>
                </a:lnTo>
                <a:lnTo>
                  <a:pt x="7908" y="15184"/>
                </a:lnTo>
                <a:lnTo>
                  <a:pt x="8346" y="15063"/>
                </a:lnTo>
                <a:lnTo>
                  <a:pt x="8565" y="15014"/>
                </a:lnTo>
                <a:lnTo>
                  <a:pt x="8784" y="14990"/>
                </a:lnTo>
                <a:lnTo>
                  <a:pt x="8979" y="15014"/>
                </a:lnTo>
                <a:lnTo>
                  <a:pt x="9198" y="15063"/>
                </a:lnTo>
                <a:lnTo>
                  <a:pt x="9393" y="15136"/>
                </a:lnTo>
                <a:lnTo>
                  <a:pt x="9587" y="15209"/>
                </a:lnTo>
                <a:lnTo>
                  <a:pt x="9977" y="15379"/>
                </a:lnTo>
                <a:lnTo>
                  <a:pt x="10196" y="15452"/>
                </a:lnTo>
                <a:lnTo>
                  <a:pt x="10390" y="15476"/>
                </a:lnTo>
                <a:lnTo>
                  <a:pt x="10585" y="15501"/>
                </a:lnTo>
                <a:lnTo>
                  <a:pt x="10780" y="15501"/>
                </a:lnTo>
                <a:lnTo>
                  <a:pt x="11169" y="15452"/>
                </a:lnTo>
                <a:lnTo>
                  <a:pt x="11558" y="15355"/>
                </a:lnTo>
                <a:lnTo>
                  <a:pt x="11923" y="15257"/>
                </a:lnTo>
                <a:lnTo>
                  <a:pt x="12191" y="15184"/>
                </a:lnTo>
                <a:lnTo>
                  <a:pt x="12410" y="15136"/>
                </a:lnTo>
                <a:lnTo>
                  <a:pt x="12653" y="15111"/>
                </a:lnTo>
                <a:lnTo>
                  <a:pt x="12872" y="15087"/>
                </a:lnTo>
                <a:lnTo>
                  <a:pt x="13116" y="15087"/>
                </a:lnTo>
                <a:lnTo>
                  <a:pt x="13335" y="15111"/>
                </a:lnTo>
                <a:lnTo>
                  <a:pt x="13846" y="15209"/>
                </a:lnTo>
                <a:lnTo>
                  <a:pt x="14186" y="15257"/>
                </a:lnTo>
                <a:lnTo>
                  <a:pt x="14357" y="15282"/>
                </a:lnTo>
                <a:lnTo>
                  <a:pt x="14551" y="15282"/>
                </a:lnTo>
                <a:lnTo>
                  <a:pt x="14721" y="15233"/>
                </a:lnTo>
                <a:lnTo>
                  <a:pt x="14892" y="15209"/>
                </a:lnTo>
                <a:lnTo>
                  <a:pt x="15038" y="15136"/>
                </a:lnTo>
                <a:lnTo>
                  <a:pt x="15208" y="15038"/>
                </a:lnTo>
                <a:lnTo>
                  <a:pt x="15281" y="14965"/>
                </a:lnTo>
                <a:lnTo>
                  <a:pt x="15305" y="14868"/>
                </a:lnTo>
                <a:lnTo>
                  <a:pt x="15305" y="14771"/>
                </a:lnTo>
                <a:lnTo>
                  <a:pt x="15281" y="14673"/>
                </a:lnTo>
                <a:lnTo>
                  <a:pt x="15208" y="14600"/>
                </a:lnTo>
                <a:lnTo>
                  <a:pt x="15135" y="14552"/>
                </a:lnTo>
                <a:lnTo>
                  <a:pt x="15038" y="14552"/>
                </a:lnTo>
                <a:lnTo>
                  <a:pt x="14940" y="14600"/>
                </a:lnTo>
                <a:lnTo>
                  <a:pt x="14819" y="14673"/>
                </a:lnTo>
                <a:lnTo>
                  <a:pt x="14697" y="14722"/>
                </a:lnTo>
                <a:lnTo>
                  <a:pt x="14575" y="14746"/>
                </a:lnTo>
                <a:lnTo>
                  <a:pt x="14454" y="14771"/>
                </a:lnTo>
                <a:lnTo>
                  <a:pt x="14211" y="14746"/>
                </a:lnTo>
                <a:lnTo>
                  <a:pt x="13967" y="14722"/>
                </a:lnTo>
                <a:lnTo>
                  <a:pt x="13919" y="13116"/>
                </a:lnTo>
                <a:lnTo>
                  <a:pt x="13919" y="12459"/>
                </a:lnTo>
                <a:lnTo>
                  <a:pt x="13894" y="12118"/>
                </a:lnTo>
                <a:lnTo>
                  <a:pt x="13821" y="11778"/>
                </a:lnTo>
                <a:lnTo>
                  <a:pt x="13870" y="11753"/>
                </a:lnTo>
                <a:lnTo>
                  <a:pt x="13894" y="11680"/>
                </a:lnTo>
                <a:lnTo>
                  <a:pt x="14527" y="10221"/>
                </a:lnTo>
                <a:lnTo>
                  <a:pt x="15111" y="8736"/>
                </a:lnTo>
                <a:lnTo>
                  <a:pt x="15232" y="8420"/>
                </a:lnTo>
                <a:lnTo>
                  <a:pt x="15305" y="8128"/>
                </a:lnTo>
                <a:lnTo>
                  <a:pt x="15354" y="7982"/>
                </a:lnTo>
                <a:lnTo>
                  <a:pt x="15354" y="7836"/>
                </a:lnTo>
                <a:lnTo>
                  <a:pt x="15354" y="7666"/>
                </a:lnTo>
                <a:lnTo>
                  <a:pt x="15354" y="7520"/>
                </a:lnTo>
                <a:lnTo>
                  <a:pt x="15305" y="7374"/>
                </a:lnTo>
                <a:lnTo>
                  <a:pt x="15257" y="7276"/>
                </a:lnTo>
                <a:lnTo>
                  <a:pt x="15184" y="7155"/>
                </a:lnTo>
                <a:lnTo>
                  <a:pt x="15111" y="7057"/>
                </a:lnTo>
                <a:lnTo>
                  <a:pt x="14916" y="6863"/>
                </a:lnTo>
                <a:lnTo>
                  <a:pt x="14697" y="6717"/>
                </a:lnTo>
                <a:lnTo>
                  <a:pt x="14405" y="6546"/>
                </a:lnTo>
                <a:lnTo>
                  <a:pt x="14065" y="6400"/>
                </a:lnTo>
                <a:lnTo>
                  <a:pt x="14113" y="6181"/>
                </a:lnTo>
                <a:lnTo>
                  <a:pt x="14138" y="5962"/>
                </a:lnTo>
                <a:lnTo>
                  <a:pt x="14162" y="5719"/>
                </a:lnTo>
                <a:lnTo>
                  <a:pt x="14162" y="5500"/>
                </a:lnTo>
                <a:lnTo>
                  <a:pt x="14138" y="5013"/>
                </a:lnTo>
                <a:lnTo>
                  <a:pt x="14113" y="4551"/>
                </a:lnTo>
                <a:lnTo>
                  <a:pt x="14089" y="4381"/>
                </a:lnTo>
                <a:lnTo>
                  <a:pt x="14040" y="4040"/>
                </a:lnTo>
                <a:lnTo>
                  <a:pt x="14089" y="3991"/>
                </a:lnTo>
                <a:lnTo>
                  <a:pt x="14113" y="3918"/>
                </a:lnTo>
                <a:lnTo>
                  <a:pt x="14113" y="3845"/>
                </a:lnTo>
                <a:lnTo>
                  <a:pt x="14089" y="3772"/>
                </a:lnTo>
                <a:lnTo>
                  <a:pt x="14065" y="3699"/>
                </a:lnTo>
                <a:lnTo>
                  <a:pt x="14016" y="3651"/>
                </a:lnTo>
                <a:lnTo>
                  <a:pt x="13943" y="3602"/>
                </a:lnTo>
                <a:lnTo>
                  <a:pt x="13846" y="3578"/>
                </a:lnTo>
                <a:lnTo>
                  <a:pt x="13116" y="3553"/>
                </a:lnTo>
                <a:lnTo>
                  <a:pt x="12726" y="3553"/>
                </a:lnTo>
                <a:lnTo>
                  <a:pt x="12361" y="3578"/>
                </a:lnTo>
                <a:lnTo>
                  <a:pt x="12361" y="3286"/>
                </a:lnTo>
                <a:lnTo>
                  <a:pt x="12361" y="2848"/>
                </a:lnTo>
                <a:lnTo>
                  <a:pt x="12313" y="2410"/>
                </a:lnTo>
                <a:lnTo>
                  <a:pt x="12288" y="2337"/>
                </a:lnTo>
                <a:lnTo>
                  <a:pt x="12264" y="2264"/>
                </a:lnTo>
                <a:lnTo>
                  <a:pt x="12191" y="2215"/>
                </a:lnTo>
                <a:lnTo>
                  <a:pt x="12118" y="2191"/>
                </a:lnTo>
                <a:lnTo>
                  <a:pt x="12045" y="2118"/>
                </a:lnTo>
                <a:lnTo>
                  <a:pt x="11923" y="2094"/>
                </a:lnTo>
                <a:lnTo>
                  <a:pt x="11339" y="2069"/>
                </a:lnTo>
                <a:lnTo>
                  <a:pt x="10293" y="2069"/>
                </a:lnTo>
                <a:lnTo>
                  <a:pt x="10147" y="2094"/>
                </a:lnTo>
                <a:lnTo>
                  <a:pt x="10147" y="1875"/>
                </a:lnTo>
                <a:lnTo>
                  <a:pt x="10147" y="1656"/>
                </a:lnTo>
                <a:lnTo>
                  <a:pt x="10098" y="1242"/>
                </a:lnTo>
                <a:lnTo>
                  <a:pt x="10074" y="707"/>
                </a:lnTo>
                <a:lnTo>
                  <a:pt x="10025" y="463"/>
                </a:lnTo>
                <a:lnTo>
                  <a:pt x="10001" y="342"/>
                </a:lnTo>
                <a:lnTo>
                  <a:pt x="9928" y="220"/>
                </a:lnTo>
                <a:lnTo>
                  <a:pt x="9904" y="147"/>
                </a:lnTo>
                <a:lnTo>
                  <a:pt x="9855" y="98"/>
                </a:lnTo>
                <a:lnTo>
                  <a:pt x="9782" y="74"/>
                </a:lnTo>
                <a:lnTo>
                  <a:pt x="9709" y="50"/>
                </a:lnTo>
                <a:lnTo>
                  <a:pt x="8882" y="25"/>
                </a:lnTo>
                <a:lnTo>
                  <a:pt x="8054" y="1"/>
                </a:lnTo>
                <a:close/>
                <a:moveTo>
                  <a:pt x="4307" y="15452"/>
                </a:moveTo>
                <a:lnTo>
                  <a:pt x="4088" y="15501"/>
                </a:lnTo>
                <a:lnTo>
                  <a:pt x="3869" y="15549"/>
                </a:lnTo>
                <a:lnTo>
                  <a:pt x="3650" y="15647"/>
                </a:lnTo>
                <a:lnTo>
                  <a:pt x="3237" y="15866"/>
                </a:lnTo>
                <a:lnTo>
                  <a:pt x="3018" y="15963"/>
                </a:lnTo>
                <a:lnTo>
                  <a:pt x="2823" y="16060"/>
                </a:lnTo>
                <a:lnTo>
                  <a:pt x="2653" y="16109"/>
                </a:lnTo>
                <a:lnTo>
                  <a:pt x="2507" y="16133"/>
                </a:lnTo>
                <a:lnTo>
                  <a:pt x="2190" y="16133"/>
                </a:lnTo>
                <a:lnTo>
                  <a:pt x="1850" y="16085"/>
                </a:lnTo>
                <a:lnTo>
                  <a:pt x="1533" y="16012"/>
                </a:lnTo>
                <a:lnTo>
                  <a:pt x="1241" y="15890"/>
                </a:lnTo>
                <a:lnTo>
                  <a:pt x="925" y="15768"/>
                </a:lnTo>
                <a:lnTo>
                  <a:pt x="341" y="15525"/>
                </a:lnTo>
                <a:lnTo>
                  <a:pt x="244" y="15501"/>
                </a:lnTo>
                <a:lnTo>
                  <a:pt x="171" y="15525"/>
                </a:lnTo>
                <a:lnTo>
                  <a:pt x="122" y="15574"/>
                </a:lnTo>
                <a:lnTo>
                  <a:pt x="98" y="15622"/>
                </a:lnTo>
                <a:lnTo>
                  <a:pt x="73" y="15695"/>
                </a:lnTo>
                <a:lnTo>
                  <a:pt x="73" y="15768"/>
                </a:lnTo>
                <a:lnTo>
                  <a:pt x="122" y="15841"/>
                </a:lnTo>
                <a:lnTo>
                  <a:pt x="171" y="15890"/>
                </a:lnTo>
                <a:lnTo>
                  <a:pt x="390" y="16060"/>
                </a:lnTo>
                <a:lnTo>
                  <a:pt x="633" y="16182"/>
                </a:lnTo>
                <a:lnTo>
                  <a:pt x="901" y="16304"/>
                </a:lnTo>
                <a:lnTo>
                  <a:pt x="1144" y="16425"/>
                </a:lnTo>
                <a:lnTo>
                  <a:pt x="1412" y="16498"/>
                </a:lnTo>
                <a:lnTo>
                  <a:pt x="1679" y="16571"/>
                </a:lnTo>
                <a:lnTo>
                  <a:pt x="1947" y="16644"/>
                </a:lnTo>
                <a:lnTo>
                  <a:pt x="2215" y="16669"/>
                </a:lnTo>
                <a:lnTo>
                  <a:pt x="2507" y="16669"/>
                </a:lnTo>
                <a:lnTo>
                  <a:pt x="2750" y="16620"/>
                </a:lnTo>
                <a:lnTo>
                  <a:pt x="2993" y="16547"/>
                </a:lnTo>
                <a:lnTo>
                  <a:pt x="3237" y="16425"/>
                </a:lnTo>
                <a:lnTo>
                  <a:pt x="3699" y="16206"/>
                </a:lnTo>
                <a:lnTo>
                  <a:pt x="3942" y="16109"/>
                </a:lnTo>
                <a:lnTo>
                  <a:pt x="4210" y="16012"/>
                </a:lnTo>
                <a:lnTo>
                  <a:pt x="4332" y="15987"/>
                </a:lnTo>
                <a:lnTo>
                  <a:pt x="4453" y="15963"/>
                </a:lnTo>
                <a:lnTo>
                  <a:pt x="4697" y="15987"/>
                </a:lnTo>
                <a:lnTo>
                  <a:pt x="4964" y="16060"/>
                </a:lnTo>
                <a:lnTo>
                  <a:pt x="5232" y="16158"/>
                </a:lnTo>
                <a:lnTo>
                  <a:pt x="5743" y="16352"/>
                </a:lnTo>
                <a:lnTo>
                  <a:pt x="6011" y="16450"/>
                </a:lnTo>
                <a:lnTo>
                  <a:pt x="6254" y="16523"/>
                </a:lnTo>
                <a:lnTo>
                  <a:pt x="6522" y="16547"/>
                </a:lnTo>
                <a:lnTo>
                  <a:pt x="6765" y="16523"/>
                </a:lnTo>
                <a:lnTo>
                  <a:pt x="7032" y="16474"/>
                </a:lnTo>
                <a:lnTo>
                  <a:pt x="7276" y="16401"/>
                </a:lnTo>
                <a:lnTo>
                  <a:pt x="7787" y="16231"/>
                </a:lnTo>
                <a:lnTo>
                  <a:pt x="8030" y="16158"/>
                </a:lnTo>
                <a:lnTo>
                  <a:pt x="8298" y="16133"/>
                </a:lnTo>
                <a:lnTo>
                  <a:pt x="8565" y="16133"/>
                </a:lnTo>
                <a:lnTo>
                  <a:pt x="8809" y="16182"/>
                </a:lnTo>
                <a:lnTo>
                  <a:pt x="9076" y="16231"/>
                </a:lnTo>
                <a:lnTo>
                  <a:pt x="9344" y="16328"/>
                </a:lnTo>
                <a:lnTo>
                  <a:pt x="9855" y="16498"/>
                </a:lnTo>
                <a:lnTo>
                  <a:pt x="10123" y="16571"/>
                </a:lnTo>
                <a:lnTo>
                  <a:pt x="10366" y="16620"/>
                </a:lnTo>
                <a:lnTo>
                  <a:pt x="10634" y="16620"/>
                </a:lnTo>
                <a:lnTo>
                  <a:pt x="10877" y="16596"/>
                </a:lnTo>
                <a:lnTo>
                  <a:pt x="11120" y="16547"/>
                </a:lnTo>
                <a:lnTo>
                  <a:pt x="11364" y="16450"/>
                </a:lnTo>
                <a:lnTo>
                  <a:pt x="11826" y="16255"/>
                </a:lnTo>
                <a:lnTo>
                  <a:pt x="12069" y="16182"/>
                </a:lnTo>
                <a:lnTo>
                  <a:pt x="12313" y="16085"/>
                </a:lnTo>
                <a:lnTo>
                  <a:pt x="12459" y="16060"/>
                </a:lnTo>
                <a:lnTo>
                  <a:pt x="12580" y="16036"/>
                </a:lnTo>
                <a:lnTo>
                  <a:pt x="12872" y="16036"/>
                </a:lnTo>
                <a:lnTo>
                  <a:pt x="13164" y="16085"/>
                </a:lnTo>
                <a:lnTo>
                  <a:pt x="13432" y="16182"/>
                </a:lnTo>
                <a:lnTo>
                  <a:pt x="14016" y="16352"/>
                </a:lnTo>
                <a:lnTo>
                  <a:pt x="14284" y="16425"/>
                </a:lnTo>
                <a:lnTo>
                  <a:pt x="14575" y="16474"/>
                </a:lnTo>
                <a:lnTo>
                  <a:pt x="14819" y="16498"/>
                </a:lnTo>
                <a:lnTo>
                  <a:pt x="15086" y="16474"/>
                </a:lnTo>
                <a:lnTo>
                  <a:pt x="15330" y="16450"/>
                </a:lnTo>
                <a:lnTo>
                  <a:pt x="15573" y="16377"/>
                </a:lnTo>
                <a:lnTo>
                  <a:pt x="15816" y="16279"/>
                </a:lnTo>
                <a:lnTo>
                  <a:pt x="16035" y="16182"/>
                </a:lnTo>
                <a:lnTo>
                  <a:pt x="16254" y="16060"/>
                </a:lnTo>
                <a:lnTo>
                  <a:pt x="16473" y="15914"/>
                </a:lnTo>
                <a:lnTo>
                  <a:pt x="16522" y="15841"/>
                </a:lnTo>
                <a:lnTo>
                  <a:pt x="16546" y="15768"/>
                </a:lnTo>
                <a:lnTo>
                  <a:pt x="16546" y="15695"/>
                </a:lnTo>
                <a:lnTo>
                  <a:pt x="16522" y="15622"/>
                </a:lnTo>
                <a:lnTo>
                  <a:pt x="16473" y="15574"/>
                </a:lnTo>
                <a:lnTo>
                  <a:pt x="16425" y="15525"/>
                </a:lnTo>
                <a:lnTo>
                  <a:pt x="16352" y="15525"/>
                </a:lnTo>
                <a:lnTo>
                  <a:pt x="16279" y="15574"/>
                </a:lnTo>
                <a:lnTo>
                  <a:pt x="16035" y="15720"/>
                </a:lnTo>
                <a:lnTo>
                  <a:pt x="15792" y="15841"/>
                </a:lnTo>
                <a:lnTo>
                  <a:pt x="15524" y="15939"/>
                </a:lnTo>
                <a:lnTo>
                  <a:pt x="15281" y="16012"/>
                </a:lnTo>
                <a:lnTo>
                  <a:pt x="15013" y="16060"/>
                </a:lnTo>
                <a:lnTo>
                  <a:pt x="14721" y="16085"/>
                </a:lnTo>
                <a:lnTo>
                  <a:pt x="14454" y="16060"/>
                </a:lnTo>
                <a:lnTo>
                  <a:pt x="14186" y="16012"/>
                </a:lnTo>
                <a:lnTo>
                  <a:pt x="13724" y="15914"/>
                </a:lnTo>
                <a:lnTo>
                  <a:pt x="13286" y="15793"/>
                </a:lnTo>
                <a:lnTo>
                  <a:pt x="13067" y="15768"/>
                </a:lnTo>
                <a:lnTo>
                  <a:pt x="12848" y="15744"/>
                </a:lnTo>
                <a:lnTo>
                  <a:pt x="12629" y="15744"/>
                </a:lnTo>
                <a:lnTo>
                  <a:pt x="12386" y="15768"/>
                </a:lnTo>
                <a:lnTo>
                  <a:pt x="12167" y="15841"/>
                </a:lnTo>
                <a:lnTo>
                  <a:pt x="11948" y="15914"/>
                </a:lnTo>
                <a:lnTo>
                  <a:pt x="11510" y="16060"/>
                </a:lnTo>
                <a:lnTo>
                  <a:pt x="11218" y="16158"/>
                </a:lnTo>
                <a:lnTo>
                  <a:pt x="10901" y="16182"/>
                </a:lnTo>
                <a:lnTo>
                  <a:pt x="10585" y="16158"/>
                </a:lnTo>
                <a:lnTo>
                  <a:pt x="10293" y="16133"/>
                </a:lnTo>
                <a:lnTo>
                  <a:pt x="10025" y="16060"/>
                </a:lnTo>
                <a:lnTo>
                  <a:pt x="9782" y="15987"/>
                </a:lnTo>
                <a:lnTo>
                  <a:pt x="9295" y="15817"/>
                </a:lnTo>
                <a:lnTo>
                  <a:pt x="9052" y="15744"/>
                </a:lnTo>
                <a:lnTo>
                  <a:pt x="8809" y="15671"/>
                </a:lnTo>
                <a:lnTo>
                  <a:pt x="8565" y="15622"/>
                </a:lnTo>
                <a:lnTo>
                  <a:pt x="8298" y="15598"/>
                </a:lnTo>
                <a:lnTo>
                  <a:pt x="8030" y="15622"/>
                </a:lnTo>
                <a:lnTo>
                  <a:pt x="7762" y="15671"/>
                </a:lnTo>
                <a:lnTo>
                  <a:pt x="7276" y="15841"/>
                </a:lnTo>
                <a:lnTo>
                  <a:pt x="7032" y="15914"/>
                </a:lnTo>
                <a:lnTo>
                  <a:pt x="6765" y="15987"/>
                </a:lnTo>
                <a:lnTo>
                  <a:pt x="6522" y="16012"/>
                </a:lnTo>
                <a:lnTo>
                  <a:pt x="6254" y="15987"/>
                </a:lnTo>
                <a:lnTo>
                  <a:pt x="6035" y="15939"/>
                </a:lnTo>
                <a:lnTo>
                  <a:pt x="5816" y="15866"/>
                </a:lnTo>
                <a:lnTo>
                  <a:pt x="5402" y="15720"/>
                </a:lnTo>
                <a:lnTo>
                  <a:pt x="4989" y="15549"/>
                </a:lnTo>
                <a:lnTo>
                  <a:pt x="4770" y="15501"/>
                </a:lnTo>
                <a:lnTo>
                  <a:pt x="4551" y="15452"/>
                </a:lnTo>
                <a:close/>
                <a:moveTo>
                  <a:pt x="560" y="16717"/>
                </a:moveTo>
                <a:lnTo>
                  <a:pt x="365" y="16742"/>
                </a:lnTo>
                <a:lnTo>
                  <a:pt x="195" y="16815"/>
                </a:lnTo>
                <a:lnTo>
                  <a:pt x="25" y="16936"/>
                </a:lnTo>
                <a:lnTo>
                  <a:pt x="0" y="16985"/>
                </a:lnTo>
                <a:lnTo>
                  <a:pt x="0" y="17009"/>
                </a:lnTo>
                <a:lnTo>
                  <a:pt x="0" y="17082"/>
                </a:lnTo>
                <a:lnTo>
                  <a:pt x="73" y="17131"/>
                </a:lnTo>
                <a:lnTo>
                  <a:pt x="171" y="17155"/>
                </a:lnTo>
                <a:lnTo>
                  <a:pt x="438" y="17131"/>
                </a:lnTo>
                <a:lnTo>
                  <a:pt x="730" y="17155"/>
                </a:lnTo>
                <a:lnTo>
                  <a:pt x="974" y="17204"/>
                </a:lnTo>
                <a:lnTo>
                  <a:pt x="1217" y="17301"/>
                </a:lnTo>
                <a:lnTo>
                  <a:pt x="1728" y="17520"/>
                </a:lnTo>
                <a:lnTo>
                  <a:pt x="1971" y="17618"/>
                </a:lnTo>
                <a:lnTo>
                  <a:pt x="2239" y="17715"/>
                </a:lnTo>
                <a:lnTo>
                  <a:pt x="2482" y="17764"/>
                </a:lnTo>
                <a:lnTo>
                  <a:pt x="2726" y="17764"/>
                </a:lnTo>
                <a:lnTo>
                  <a:pt x="2969" y="17715"/>
                </a:lnTo>
                <a:lnTo>
                  <a:pt x="3188" y="17666"/>
                </a:lnTo>
                <a:lnTo>
                  <a:pt x="3650" y="17472"/>
                </a:lnTo>
                <a:lnTo>
                  <a:pt x="3894" y="17399"/>
                </a:lnTo>
                <a:lnTo>
                  <a:pt x="4113" y="17326"/>
                </a:lnTo>
                <a:lnTo>
                  <a:pt x="4405" y="17277"/>
                </a:lnTo>
                <a:lnTo>
                  <a:pt x="4697" y="17277"/>
                </a:lnTo>
                <a:lnTo>
                  <a:pt x="4989" y="17301"/>
                </a:lnTo>
                <a:lnTo>
                  <a:pt x="5281" y="17350"/>
                </a:lnTo>
                <a:lnTo>
                  <a:pt x="5865" y="17520"/>
                </a:lnTo>
                <a:lnTo>
                  <a:pt x="6400" y="17642"/>
                </a:lnTo>
                <a:lnTo>
                  <a:pt x="6667" y="17691"/>
                </a:lnTo>
                <a:lnTo>
                  <a:pt x="6911" y="17715"/>
                </a:lnTo>
                <a:lnTo>
                  <a:pt x="7154" y="17691"/>
                </a:lnTo>
                <a:lnTo>
                  <a:pt x="7397" y="17666"/>
                </a:lnTo>
                <a:lnTo>
                  <a:pt x="7616" y="17618"/>
                </a:lnTo>
                <a:lnTo>
                  <a:pt x="7860" y="17545"/>
                </a:lnTo>
                <a:lnTo>
                  <a:pt x="8322" y="17374"/>
                </a:lnTo>
                <a:lnTo>
                  <a:pt x="8468" y="17326"/>
                </a:lnTo>
                <a:lnTo>
                  <a:pt x="8614" y="17301"/>
                </a:lnTo>
                <a:lnTo>
                  <a:pt x="8760" y="17277"/>
                </a:lnTo>
                <a:lnTo>
                  <a:pt x="8882" y="17277"/>
                </a:lnTo>
                <a:lnTo>
                  <a:pt x="9028" y="17301"/>
                </a:lnTo>
                <a:lnTo>
                  <a:pt x="9174" y="17326"/>
                </a:lnTo>
                <a:lnTo>
                  <a:pt x="9295" y="17374"/>
                </a:lnTo>
                <a:lnTo>
                  <a:pt x="9441" y="17447"/>
                </a:lnTo>
                <a:lnTo>
                  <a:pt x="9831" y="17666"/>
                </a:lnTo>
                <a:lnTo>
                  <a:pt x="10025" y="17764"/>
                </a:lnTo>
                <a:lnTo>
                  <a:pt x="10244" y="17837"/>
                </a:lnTo>
                <a:lnTo>
                  <a:pt x="10463" y="17861"/>
                </a:lnTo>
                <a:lnTo>
                  <a:pt x="10658" y="17837"/>
                </a:lnTo>
                <a:lnTo>
                  <a:pt x="10877" y="17788"/>
                </a:lnTo>
                <a:lnTo>
                  <a:pt x="11096" y="17691"/>
                </a:lnTo>
                <a:lnTo>
                  <a:pt x="11510" y="17520"/>
                </a:lnTo>
                <a:lnTo>
                  <a:pt x="11704" y="17423"/>
                </a:lnTo>
                <a:lnTo>
                  <a:pt x="11899" y="17350"/>
                </a:lnTo>
                <a:lnTo>
                  <a:pt x="12045" y="17301"/>
                </a:lnTo>
                <a:lnTo>
                  <a:pt x="12434" y="17301"/>
                </a:lnTo>
                <a:lnTo>
                  <a:pt x="12726" y="17374"/>
                </a:lnTo>
                <a:lnTo>
                  <a:pt x="12994" y="17447"/>
                </a:lnTo>
                <a:lnTo>
                  <a:pt x="13554" y="17666"/>
                </a:lnTo>
                <a:lnTo>
                  <a:pt x="13846" y="17739"/>
                </a:lnTo>
                <a:lnTo>
                  <a:pt x="14113" y="17788"/>
                </a:lnTo>
                <a:lnTo>
                  <a:pt x="14381" y="17788"/>
                </a:lnTo>
                <a:lnTo>
                  <a:pt x="14673" y="17764"/>
                </a:lnTo>
                <a:lnTo>
                  <a:pt x="14940" y="17691"/>
                </a:lnTo>
                <a:lnTo>
                  <a:pt x="15232" y="17618"/>
                </a:lnTo>
                <a:lnTo>
                  <a:pt x="15500" y="17520"/>
                </a:lnTo>
                <a:lnTo>
                  <a:pt x="15768" y="17399"/>
                </a:lnTo>
                <a:lnTo>
                  <a:pt x="16254" y="17155"/>
                </a:lnTo>
                <a:lnTo>
                  <a:pt x="16327" y="17107"/>
                </a:lnTo>
                <a:lnTo>
                  <a:pt x="16352" y="17034"/>
                </a:lnTo>
                <a:lnTo>
                  <a:pt x="16352" y="16961"/>
                </a:lnTo>
                <a:lnTo>
                  <a:pt x="16327" y="16888"/>
                </a:lnTo>
                <a:lnTo>
                  <a:pt x="16303" y="16839"/>
                </a:lnTo>
                <a:lnTo>
                  <a:pt x="16254" y="16790"/>
                </a:lnTo>
                <a:lnTo>
                  <a:pt x="16181" y="16766"/>
                </a:lnTo>
                <a:lnTo>
                  <a:pt x="16108" y="16790"/>
                </a:lnTo>
                <a:lnTo>
                  <a:pt x="15500" y="17034"/>
                </a:lnTo>
                <a:lnTo>
                  <a:pt x="15208" y="17155"/>
                </a:lnTo>
                <a:lnTo>
                  <a:pt x="14916" y="17253"/>
                </a:lnTo>
                <a:lnTo>
                  <a:pt x="14624" y="17326"/>
                </a:lnTo>
                <a:lnTo>
                  <a:pt x="14308" y="17350"/>
                </a:lnTo>
                <a:lnTo>
                  <a:pt x="13992" y="17350"/>
                </a:lnTo>
                <a:lnTo>
                  <a:pt x="13651" y="17301"/>
                </a:lnTo>
                <a:lnTo>
                  <a:pt x="13408" y="17228"/>
                </a:lnTo>
                <a:lnTo>
                  <a:pt x="13189" y="17155"/>
                </a:lnTo>
                <a:lnTo>
                  <a:pt x="12751" y="16985"/>
                </a:lnTo>
                <a:lnTo>
                  <a:pt x="12507" y="16936"/>
                </a:lnTo>
                <a:lnTo>
                  <a:pt x="12288" y="16912"/>
                </a:lnTo>
                <a:lnTo>
                  <a:pt x="12045" y="16912"/>
                </a:lnTo>
                <a:lnTo>
                  <a:pt x="11802" y="16961"/>
                </a:lnTo>
                <a:lnTo>
                  <a:pt x="11558" y="17034"/>
                </a:lnTo>
                <a:lnTo>
                  <a:pt x="11339" y="17131"/>
                </a:lnTo>
                <a:lnTo>
                  <a:pt x="10901" y="17326"/>
                </a:lnTo>
                <a:lnTo>
                  <a:pt x="10731" y="17399"/>
                </a:lnTo>
                <a:lnTo>
                  <a:pt x="10585" y="17423"/>
                </a:lnTo>
                <a:lnTo>
                  <a:pt x="10439" y="17423"/>
                </a:lnTo>
                <a:lnTo>
                  <a:pt x="10317" y="17399"/>
                </a:lnTo>
                <a:lnTo>
                  <a:pt x="10171" y="17374"/>
                </a:lnTo>
                <a:lnTo>
                  <a:pt x="10050" y="17326"/>
                </a:lnTo>
                <a:lnTo>
                  <a:pt x="9758" y="17180"/>
                </a:lnTo>
                <a:lnTo>
                  <a:pt x="9539" y="17058"/>
                </a:lnTo>
                <a:lnTo>
                  <a:pt x="9344" y="16961"/>
                </a:lnTo>
                <a:lnTo>
                  <a:pt x="9149" y="16912"/>
                </a:lnTo>
                <a:lnTo>
                  <a:pt x="8930" y="16888"/>
                </a:lnTo>
                <a:lnTo>
                  <a:pt x="8736" y="16863"/>
                </a:lnTo>
                <a:lnTo>
                  <a:pt x="8517" y="16912"/>
                </a:lnTo>
                <a:lnTo>
                  <a:pt x="8298" y="16961"/>
                </a:lnTo>
                <a:lnTo>
                  <a:pt x="8054" y="17034"/>
                </a:lnTo>
                <a:lnTo>
                  <a:pt x="7787" y="17131"/>
                </a:lnTo>
                <a:lnTo>
                  <a:pt x="7495" y="17228"/>
                </a:lnTo>
                <a:lnTo>
                  <a:pt x="7227" y="17277"/>
                </a:lnTo>
                <a:lnTo>
                  <a:pt x="6911" y="17301"/>
                </a:lnTo>
                <a:lnTo>
                  <a:pt x="6619" y="17277"/>
                </a:lnTo>
                <a:lnTo>
                  <a:pt x="6327" y="17228"/>
                </a:lnTo>
                <a:lnTo>
                  <a:pt x="5767" y="17082"/>
                </a:lnTo>
                <a:lnTo>
                  <a:pt x="5305" y="16961"/>
                </a:lnTo>
                <a:lnTo>
                  <a:pt x="4818" y="16888"/>
                </a:lnTo>
                <a:lnTo>
                  <a:pt x="4356" y="16888"/>
                </a:lnTo>
                <a:lnTo>
                  <a:pt x="4113" y="16912"/>
                </a:lnTo>
                <a:lnTo>
                  <a:pt x="3869" y="16961"/>
                </a:lnTo>
                <a:lnTo>
                  <a:pt x="3602" y="17034"/>
                </a:lnTo>
                <a:lnTo>
                  <a:pt x="3358" y="17131"/>
                </a:lnTo>
                <a:lnTo>
                  <a:pt x="3115" y="17253"/>
                </a:lnTo>
                <a:lnTo>
                  <a:pt x="2847" y="17326"/>
                </a:lnTo>
                <a:lnTo>
                  <a:pt x="2677" y="17350"/>
                </a:lnTo>
                <a:lnTo>
                  <a:pt x="2507" y="17350"/>
                </a:lnTo>
                <a:lnTo>
                  <a:pt x="2312" y="17301"/>
                </a:lnTo>
                <a:lnTo>
                  <a:pt x="2142" y="17253"/>
                </a:lnTo>
                <a:lnTo>
                  <a:pt x="1801" y="17107"/>
                </a:lnTo>
                <a:lnTo>
                  <a:pt x="1485" y="16936"/>
                </a:lnTo>
                <a:lnTo>
                  <a:pt x="1314" y="16863"/>
                </a:lnTo>
                <a:lnTo>
                  <a:pt x="1120" y="16790"/>
                </a:lnTo>
                <a:lnTo>
                  <a:pt x="949" y="16742"/>
                </a:lnTo>
                <a:lnTo>
                  <a:pt x="755" y="16717"/>
                </a:lnTo>
                <a:close/>
                <a:moveTo>
                  <a:pt x="16571" y="17666"/>
                </a:moveTo>
                <a:lnTo>
                  <a:pt x="15938" y="17861"/>
                </a:lnTo>
                <a:lnTo>
                  <a:pt x="15305" y="18056"/>
                </a:lnTo>
                <a:lnTo>
                  <a:pt x="14989" y="18129"/>
                </a:lnTo>
                <a:lnTo>
                  <a:pt x="14648" y="18202"/>
                </a:lnTo>
                <a:lnTo>
                  <a:pt x="14332" y="18250"/>
                </a:lnTo>
                <a:lnTo>
                  <a:pt x="14016" y="18275"/>
                </a:lnTo>
                <a:lnTo>
                  <a:pt x="13870" y="18250"/>
                </a:lnTo>
                <a:lnTo>
                  <a:pt x="13724" y="18226"/>
                </a:lnTo>
                <a:lnTo>
                  <a:pt x="13481" y="18104"/>
                </a:lnTo>
                <a:lnTo>
                  <a:pt x="13237" y="17983"/>
                </a:lnTo>
                <a:lnTo>
                  <a:pt x="12970" y="17861"/>
                </a:lnTo>
                <a:lnTo>
                  <a:pt x="12726" y="17788"/>
                </a:lnTo>
                <a:lnTo>
                  <a:pt x="12507" y="17764"/>
                </a:lnTo>
                <a:lnTo>
                  <a:pt x="12264" y="17764"/>
                </a:lnTo>
                <a:lnTo>
                  <a:pt x="12045" y="17812"/>
                </a:lnTo>
                <a:lnTo>
                  <a:pt x="11753" y="17885"/>
                </a:lnTo>
                <a:lnTo>
                  <a:pt x="11485" y="17983"/>
                </a:lnTo>
                <a:lnTo>
                  <a:pt x="10974" y="18202"/>
                </a:lnTo>
                <a:lnTo>
                  <a:pt x="10707" y="18275"/>
                </a:lnTo>
                <a:lnTo>
                  <a:pt x="10439" y="18323"/>
                </a:lnTo>
                <a:lnTo>
                  <a:pt x="10317" y="18323"/>
                </a:lnTo>
                <a:lnTo>
                  <a:pt x="10171" y="18299"/>
                </a:lnTo>
                <a:lnTo>
                  <a:pt x="10025" y="18250"/>
                </a:lnTo>
                <a:lnTo>
                  <a:pt x="9855" y="18202"/>
                </a:lnTo>
                <a:lnTo>
                  <a:pt x="9441" y="18007"/>
                </a:lnTo>
                <a:lnTo>
                  <a:pt x="9222" y="17910"/>
                </a:lnTo>
                <a:lnTo>
                  <a:pt x="9028" y="17837"/>
                </a:lnTo>
                <a:lnTo>
                  <a:pt x="8809" y="17788"/>
                </a:lnTo>
                <a:lnTo>
                  <a:pt x="8590" y="17764"/>
                </a:lnTo>
                <a:lnTo>
                  <a:pt x="8371" y="17764"/>
                </a:lnTo>
                <a:lnTo>
                  <a:pt x="8127" y="17788"/>
                </a:lnTo>
                <a:lnTo>
                  <a:pt x="7860" y="17885"/>
                </a:lnTo>
                <a:lnTo>
                  <a:pt x="7592" y="17983"/>
                </a:lnTo>
                <a:lnTo>
                  <a:pt x="7105" y="18202"/>
                </a:lnTo>
                <a:lnTo>
                  <a:pt x="6862" y="18299"/>
                </a:lnTo>
                <a:lnTo>
                  <a:pt x="6619" y="18372"/>
                </a:lnTo>
                <a:lnTo>
                  <a:pt x="6205" y="18372"/>
                </a:lnTo>
                <a:lnTo>
                  <a:pt x="6059" y="18323"/>
                </a:lnTo>
                <a:lnTo>
                  <a:pt x="5792" y="18250"/>
                </a:lnTo>
                <a:lnTo>
                  <a:pt x="5573" y="18153"/>
                </a:lnTo>
                <a:lnTo>
                  <a:pt x="5110" y="17958"/>
                </a:lnTo>
                <a:lnTo>
                  <a:pt x="4867" y="17885"/>
                </a:lnTo>
                <a:lnTo>
                  <a:pt x="4624" y="17812"/>
                </a:lnTo>
                <a:lnTo>
                  <a:pt x="4380" y="17788"/>
                </a:lnTo>
                <a:lnTo>
                  <a:pt x="4113" y="17788"/>
                </a:lnTo>
                <a:lnTo>
                  <a:pt x="3845" y="17837"/>
                </a:lnTo>
                <a:lnTo>
                  <a:pt x="3602" y="17910"/>
                </a:lnTo>
                <a:lnTo>
                  <a:pt x="3115" y="18129"/>
                </a:lnTo>
                <a:lnTo>
                  <a:pt x="2872" y="18226"/>
                </a:lnTo>
                <a:lnTo>
                  <a:pt x="2628" y="18323"/>
                </a:lnTo>
                <a:lnTo>
                  <a:pt x="2361" y="18372"/>
                </a:lnTo>
                <a:lnTo>
                  <a:pt x="2117" y="18421"/>
                </a:lnTo>
                <a:lnTo>
                  <a:pt x="1971" y="18421"/>
                </a:lnTo>
                <a:lnTo>
                  <a:pt x="1850" y="18396"/>
                </a:lnTo>
                <a:lnTo>
                  <a:pt x="1582" y="18299"/>
                </a:lnTo>
                <a:lnTo>
                  <a:pt x="1363" y="18177"/>
                </a:lnTo>
                <a:lnTo>
                  <a:pt x="1120" y="18031"/>
                </a:lnTo>
                <a:lnTo>
                  <a:pt x="876" y="17934"/>
                </a:lnTo>
                <a:lnTo>
                  <a:pt x="633" y="17837"/>
                </a:lnTo>
                <a:lnTo>
                  <a:pt x="511" y="17812"/>
                </a:lnTo>
                <a:lnTo>
                  <a:pt x="390" y="17812"/>
                </a:lnTo>
                <a:lnTo>
                  <a:pt x="244" y="17837"/>
                </a:lnTo>
                <a:lnTo>
                  <a:pt x="98" y="17885"/>
                </a:lnTo>
                <a:lnTo>
                  <a:pt x="49" y="17934"/>
                </a:lnTo>
                <a:lnTo>
                  <a:pt x="49" y="17983"/>
                </a:lnTo>
                <a:lnTo>
                  <a:pt x="73" y="18031"/>
                </a:lnTo>
                <a:lnTo>
                  <a:pt x="122" y="18056"/>
                </a:lnTo>
                <a:lnTo>
                  <a:pt x="268" y="18056"/>
                </a:lnTo>
                <a:lnTo>
                  <a:pt x="414" y="18080"/>
                </a:lnTo>
                <a:lnTo>
                  <a:pt x="682" y="18177"/>
                </a:lnTo>
                <a:lnTo>
                  <a:pt x="925" y="18299"/>
                </a:lnTo>
                <a:lnTo>
                  <a:pt x="1168" y="18445"/>
                </a:lnTo>
                <a:lnTo>
                  <a:pt x="1412" y="18567"/>
                </a:lnTo>
                <a:lnTo>
                  <a:pt x="1679" y="18688"/>
                </a:lnTo>
                <a:lnTo>
                  <a:pt x="1947" y="18761"/>
                </a:lnTo>
                <a:lnTo>
                  <a:pt x="2093" y="18786"/>
                </a:lnTo>
                <a:lnTo>
                  <a:pt x="2239" y="18810"/>
                </a:lnTo>
                <a:lnTo>
                  <a:pt x="2507" y="18761"/>
                </a:lnTo>
                <a:lnTo>
                  <a:pt x="2750" y="18713"/>
                </a:lnTo>
                <a:lnTo>
                  <a:pt x="2993" y="18615"/>
                </a:lnTo>
                <a:lnTo>
                  <a:pt x="3237" y="18518"/>
                </a:lnTo>
                <a:lnTo>
                  <a:pt x="3748" y="18323"/>
                </a:lnTo>
                <a:lnTo>
                  <a:pt x="3991" y="18250"/>
                </a:lnTo>
                <a:lnTo>
                  <a:pt x="4259" y="18202"/>
                </a:lnTo>
                <a:lnTo>
                  <a:pt x="4380" y="18177"/>
                </a:lnTo>
                <a:lnTo>
                  <a:pt x="4526" y="18202"/>
                </a:lnTo>
                <a:lnTo>
                  <a:pt x="4770" y="18250"/>
                </a:lnTo>
                <a:lnTo>
                  <a:pt x="5013" y="18348"/>
                </a:lnTo>
                <a:lnTo>
                  <a:pt x="5256" y="18469"/>
                </a:lnTo>
                <a:lnTo>
                  <a:pt x="5743" y="18713"/>
                </a:lnTo>
                <a:lnTo>
                  <a:pt x="5986" y="18810"/>
                </a:lnTo>
                <a:lnTo>
                  <a:pt x="6254" y="18859"/>
                </a:lnTo>
                <a:lnTo>
                  <a:pt x="6522" y="18859"/>
                </a:lnTo>
                <a:lnTo>
                  <a:pt x="6765" y="18834"/>
                </a:lnTo>
                <a:lnTo>
                  <a:pt x="6984" y="18786"/>
                </a:lnTo>
                <a:lnTo>
                  <a:pt x="7227" y="18713"/>
                </a:lnTo>
                <a:lnTo>
                  <a:pt x="7665" y="18494"/>
                </a:lnTo>
                <a:lnTo>
                  <a:pt x="8127" y="18299"/>
                </a:lnTo>
                <a:lnTo>
                  <a:pt x="8273" y="18250"/>
                </a:lnTo>
                <a:lnTo>
                  <a:pt x="8395" y="18226"/>
                </a:lnTo>
                <a:lnTo>
                  <a:pt x="8541" y="18226"/>
                </a:lnTo>
                <a:lnTo>
                  <a:pt x="8663" y="18250"/>
                </a:lnTo>
                <a:lnTo>
                  <a:pt x="8930" y="18299"/>
                </a:lnTo>
                <a:lnTo>
                  <a:pt x="9174" y="18396"/>
                </a:lnTo>
                <a:lnTo>
                  <a:pt x="9685" y="18640"/>
                </a:lnTo>
                <a:lnTo>
                  <a:pt x="9928" y="18737"/>
                </a:lnTo>
                <a:lnTo>
                  <a:pt x="10196" y="18810"/>
                </a:lnTo>
                <a:lnTo>
                  <a:pt x="10439" y="18834"/>
                </a:lnTo>
                <a:lnTo>
                  <a:pt x="10682" y="18810"/>
                </a:lnTo>
                <a:lnTo>
                  <a:pt x="10901" y="18761"/>
                </a:lnTo>
                <a:lnTo>
                  <a:pt x="11145" y="18688"/>
                </a:lnTo>
                <a:lnTo>
                  <a:pt x="11583" y="18494"/>
                </a:lnTo>
                <a:lnTo>
                  <a:pt x="12021" y="18299"/>
                </a:lnTo>
                <a:lnTo>
                  <a:pt x="12167" y="18275"/>
                </a:lnTo>
                <a:lnTo>
                  <a:pt x="12313" y="18250"/>
                </a:lnTo>
                <a:lnTo>
                  <a:pt x="12434" y="18250"/>
                </a:lnTo>
                <a:lnTo>
                  <a:pt x="12580" y="18275"/>
                </a:lnTo>
                <a:lnTo>
                  <a:pt x="12848" y="18323"/>
                </a:lnTo>
                <a:lnTo>
                  <a:pt x="13091" y="18421"/>
                </a:lnTo>
                <a:lnTo>
                  <a:pt x="13627" y="18640"/>
                </a:lnTo>
                <a:lnTo>
                  <a:pt x="13894" y="18713"/>
                </a:lnTo>
                <a:lnTo>
                  <a:pt x="14162" y="18761"/>
                </a:lnTo>
                <a:lnTo>
                  <a:pt x="14430" y="18737"/>
                </a:lnTo>
                <a:lnTo>
                  <a:pt x="14697" y="18688"/>
                </a:lnTo>
                <a:lnTo>
                  <a:pt x="15208" y="18567"/>
                </a:lnTo>
                <a:lnTo>
                  <a:pt x="15938" y="18348"/>
                </a:lnTo>
                <a:lnTo>
                  <a:pt x="16692" y="18129"/>
                </a:lnTo>
                <a:lnTo>
                  <a:pt x="16790" y="18080"/>
                </a:lnTo>
                <a:lnTo>
                  <a:pt x="16838" y="18007"/>
                </a:lnTo>
                <a:lnTo>
                  <a:pt x="16863" y="17934"/>
                </a:lnTo>
                <a:lnTo>
                  <a:pt x="16863" y="17837"/>
                </a:lnTo>
                <a:lnTo>
                  <a:pt x="16814" y="17764"/>
                </a:lnTo>
                <a:lnTo>
                  <a:pt x="16765" y="17691"/>
                </a:lnTo>
                <a:lnTo>
                  <a:pt x="16668" y="17666"/>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60" name="Google Shape;860;p39"/>
          <p:cNvSpPr/>
          <p:nvPr/>
        </p:nvSpPr>
        <p:spPr>
          <a:xfrm>
            <a:off x="230650" y="4486232"/>
            <a:ext cx="474363" cy="267505"/>
          </a:xfrm>
          <a:custGeom>
            <a:avLst/>
            <a:gdLst/>
            <a:ahLst/>
            <a:cxnLst/>
            <a:rect l="l" t="t" r="r" b="b"/>
            <a:pathLst>
              <a:path w="21705" h="12240" extrusionOk="0">
                <a:moveTo>
                  <a:pt x="17544" y="4258"/>
                </a:moveTo>
                <a:lnTo>
                  <a:pt x="17811" y="4307"/>
                </a:lnTo>
                <a:lnTo>
                  <a:pt x="18055" y="4356"/>
                </a:lnTo>
                <a:lnTo>
                  <a:pt x="17957" y="4575"/>
                </a:lnTo>
                <a:lnTo>
                  <a:pt x="17860" y="4769"/>
                </a:lnTo>
                <a:lnTo>
                  <a:pt x="17714" y="5207"/>
                </a:lnTo>
                <a:lnTo>
                  <a:pt x="17617" y="5669"/>
                </a:lnTo>
                <a:lnTo>
                  <a:pt x="17495" y="6083"/>
                </a:lnTo>
                <a:lnTo>
                  <a:pt x="17373" y="6618"/>
                </a:lnTo>
                <a:lnTo>
                  <a:pt x="17276" y="7129"/>
                </a:lnTo>
                <a:lnTo>
                  <a:pt x="17130" y="7129"/>
                </a:lnTo>
                <a:lnTo>
                  <a:pt x="16570" y="5840"/>
                </a:lnTo>
                <a:lnTo>
                  <a:pt x="16011" y="4526"/>
                </a:lnTo>
                <a:lnTo>
                  <a:pt x="16278" y="4429"/>
                </a:lnTo>
                <a:lnTo>
                  <a:pt x="16522" y="4331"/>
                </a:lnTo>
                <a:lnTo>
                  <a:pt x="16789" y="4283"/>
                </a:lnTo>
                <a:lnTo>
                  <a:pt x="17033" y="4258"/>
                </a:lnTo>
                <a:close/>
                <a:moveTo>
                  <a:pt x="15451" y="4599"/>
                </a:moveTo>
                <a:lnTo>
                  <a:pt x="15962" y="5888"/>
                </a:lnTo>
                <a:lnTo>
                  <a:pt x="16497" y="7178"/>
                </a:lnTo>
                <a:lnTo>
                  <a:pt x="16205" y="6935"/>
                </a:lnTo>
                <a:lnTo>
                  <a:pt x="15938" y="6691"/>
                </a:lnTo>
                <a:lnTo>
                  <a:pt x="15597" y="6326"/>
                </a:lnTo>
                <a:lnTo>
                  <a:pt x="15281" y="5937"/>
                </a:lnTo>
                <a:lnTo>
                  <a:pt x="14940" y="5548"/>
                </a:lnTo>
                <a:lnTo>
                  <a:pt x="14745" y="5402"/>
                </a:lnTo>
                <a:lnTo>
                  <a:pt x="14551" y="5256"/>
                </a:lnTo>
                <a:lnTo>
                  <a:pt x="14770" y="5061"/>
                </a:lnTo>
                <a:lnTo>
                  <a:pt x="14989" y="4891"/>
                </a:lnTo>
                <a:lnTo>
                  <a:pt x="15208" y="4745"/>
                </a:lnTo>
                <a:lnTo>
                  <a:pt x="15451" y="4599"/>
                </a:lnTo>
                <a:close/>
                <a:moveTo>
                  <a:pt x="5012" y="4307"/>
                </a:moveTo>
                <a:lnTo>
                  <a:pt x="5353" y="4404"/>
                </a:lnTo>
                <a:lnTo>
                  <a:pt x="5669" y="4526"/>
                </a:lnTo>
                <a:lnTo>
                  <a:pt x="5986" y="4696"/>
                </a:lnTo>
                <a:lnTo>
                  <a:pt x="6302" y="4866"/>
                </a:lnTo>
                <a:lnTo>
                  <a:pt x="6059" y="5183"/>
                </a:lnTo>
                <a:lnTo>
                  <a:pt x="5304" y="6180"/>
                </a:lnTo>
                <a:lnTo>
                  <a:pt x="4550" y="7202"/>
                </a:lnTo>
                <a:lnTo>
                  <a:pt x="4501" y="7129"/>
                </a:lnTo>
                <a:lnTo>
                  <a:pt x="4453" y="7081"/>
                </a:lnTo>
                <a:lnTo>
                  <a:pt x="4599" y="6156"/>
                </a:lnTo>
                <a:lnTo>
                  <a:pt x="4793" y="5231"/>
                </a:lnTo>
                <a:lnTo>
                  <a:pt x="5012" y="4307"/>
                </a:lnTo>
                <a:close/>
                <a:moveTo>
                  <a:pt x="4234" y="4210"/>
                </a:moveTo>
                <a:lnTo>
                  <a:pt x="4720" y="4258"/>
                </a:lnTo>
                <a:lnTo>
                  <a:pt x="4477" y="5158"/>
                </a:lnTo>
                <a:lnTo>
                  <a:pt x="4282" y="6083"/>
                </a:lnTo>
                <a:lnTo>
                  <a:pt x="4185" y="6545"/>
                </a:lnTo>
                <a:lnTo>
                  <a:pt x="4112" y="7008"/>
                </a:lnTo>
                <a:lnTo>
                  <a:pt x="4088" y="7008"/>
                </a:lnTo>
                <a:lnTo>
                  <a:pt x="3991" y="6618"/>
                </a:lnTo>
                <a:lnTo>
                  <a:pt x="3869" y="6253"/>
                </a:lnTo>
                <a:lnTo>
                  <a:pt x="3747" y="5767"/>
                </a:lnTo>
                <a:lnTo>
                  <a:pt x="3577" y="5304"/>
                </a:lnTo>
                <a:lnTo>
                  <a:pt x="3358" y="4842"/>
                </a:lnTo>
                <a:lnTo>
                  <a:pt x="3139" y="4404"/>
                </a:lnTo>
                <a:lnTo>
                  <a:pt x="3090" y="4380"/>
                </a:lnTo>
                <a:lnTo>
                  <a:pt x="3066" y="4356"/>
                </a:lnTo>
                <a:lnTo>
                  <a:pt x="2993" y="4380"/>
                </a:lnTo>
                <a:lnTo>
                  <a:pt x="2944" y="4429"/>
                </a:lnTo>
                <a:lnTo>
                  <a:pt x="2920" y="4453"/>
                </a:lnTo>
                <a:lnTo>
                  <a:pt x="2920" y="4502"/>
                </a:lnTo>
                <a:lnTo>
                  <a:pt x="3261" y="5329"/>
                </a:lnTo>
                <a:lnTo>
                  <a:pt x="3407" y="5742"/>
                </a:lnTo>
                <a:lnTo>
                  <a:pt x="3553" y="6156"/>
                </a:lnTo>
                <a:lnTo>
                  <a:pt x="3674" y="6594"/>
                </a:lnTo>
                <a:lnTo>
                  <a:pt x="3796" y="7081"/>
                </a:lnTo>
                <a:lnTo>
                  <a:pt x="3601" y="7202"/>
                </a:lnTo>
                <a:lnTo>
                  <a:pt x="3431" y="7373"/>
                </a:lnTo>
                <a:lnTo>
                  <a:pt x="2944" y="7056"/>
                </a:lnTo>
                <a:lnTo>
                  <a:pt x="2701" y="6886"/>
                </a:lnTo>
                <a:lnTo>
                  <a:pt x="2482" y="6691"/>
                </a:lnTo>
                <a:lnTo>
                  <a:pt x="2190" y="6399"/>
                </a:lnTo>
                <a:lnTo>
                  <a:pt x="1922" y="6083"/>
                </a:lnTo>
                <a:lnTo>
                  <a:pt x="1630" y="5791"/>
                </a:lnTo>
                <a:lnTo>
                  <a:pt x="1484" y="5645"/>
                </a:lnTo>
                <a:lnTo>
                  <a:pt x="1314" y="5523"/>
                </a:lnTo>
                <a:lnTo>
                  <a:pt x="1484" y="5329"/>
                </a:lnTo>
                <a:lnTo>
                  <a:pt x="1655" y="5158"/>
                </a:lnTo>
                <a:lnTo>
                  <a:pt x="1849" y="4988"/>
                </a:lnTo>
                <a:lnTo>
                  <a:pt x="2044" y="4842"/>
                </a:lnTo>
                <a:lnTo>
                  <a:pt x="2239" y="4721"/>
                </a:lnTo>
                <a:lnTo>
                  <a:pt x="2433" y="4599"/>
                </a:lnTo>
                <a:lnTo>
                  <a:pt x="2652" y="4502"/>
                </a:lnTo>
                <a:lnTo>
                  <a:pt x="2871" y="4404"/>
                </a:lnTo>
                <a:lnTo>
                  <a:pt x="3090" y="4331"/>
                </a:lnTo>
                <a:lnTo>
                  <a:pt x="3309" y="4283"/>
                </a:lnTo>
                <a:lnTo>
                  <a:pt x="3553" y="4234"/>
                </a:lnTo>
                <a:lnTo>
                  <a:pt x="3772" y="4210"/>
                </a:lnTo>
                <a:close/>
                <a:moveTo>
                  <a:pt x="18152" y="4404"/>
                </a:moveTo>
                <a:lnTo>
                  <a:pt x="18395" y="4477"/>
                </a:lnTo>
                <a:lnTo>
                  <a:pt x="18639" y="4575"/>
                </a:lnTo>
                <a:lnTo>
                  <a:pt x="18858" y="4672"/>
                </a:lnTo>
                <a:lnTo>
                  <a:pt x="19077" y="4793"/>
                </a:lnTo>
                <a:lnTo>
                  <a:pt x="19515" y="5085"/>
                </a:lnTo>
                <a:lnTo>
                  <a:pt x="19904" y="5426"/>
                </a:lnTo>
                <a:lnTo>
                  <a:pt x="19588" y="5742"/>
                </a:lnTo>
                <a:lnTo>
                  <a:pt x="19247" y="6083"/>
                </a:lnTo>
                <a:lnTo>
                  <a:pt x="18931" y="6424"/>
                </a:lnTo>
                <a:lnTo>
                  <a:pt x="18614" y="6740"/>
                </a:lnTo>
                <a:lnTo>
                  <a:pt x="18201" y="7081"/>
                </a:lnTo>
                <a:lnTo>
                  <a:pt x="17787" y="7421"/>
                </a:lnTo>
                <a:lnTo>
                  <a:pt x="17665" y="7275"/>
                </a:lnTo>
                <a:lnTo>
                  <a:pt x="17495" y="7178"/>
                </a:lnTo>
                <a:lnTo>
                  <a:pt x="17592" y="6667"/>
                </a:lnTo>
                <a:lnTo>
                  <a:pt x="17690" y="6156"/>
                </a:lnTo>
                <a:lnTo>
                  <a:pt x="17811" y="5718"/>
                </a:lnTo>
                <a:lnTo>
                  <a:pt x="17933" y="5280"/>
                </a:lnTo>
                <a:lnTo>
                  <a:pt x="18055" y="4842"/>
                </a:lnTo>
                <a:lnTo>
                  <a:pt x="18152" y="4404"/>
                </a:lnTo>
                <a:close/>
                <a:moveTo>
                  <a:pt x="6691" y="5183"/>
                </a:moveTo>
                <a:lnTo>
                  <a:pt x="7056" y="5645"/>
                </a:lnTo>
                <a:lnTo>
                  <a:pt x="7227" y="5888"/>
                </a:lnTo>
                <a:lnTo>
                  <a:pt x="7373" y="6132"/>
                </a:lnTo>
                <a:lnTo>
                  <a:pt x="7227" y="6205"/>
                </a:lnTo>
                <a:lnTo>
                  <a:pt x="7056" y="6302"/>
                </a:lnTo>
                <a:lnTo>
                  <a:pt x="6764" y="6521"/>
                </a:lnTo>
                <a:lnTo>
                  <a:pt x="6326" y="6789"/>
                </a:lnTo>
                <a:lnTo>
                  <a:pt x="5864" y="7081"/>
                </a:lnTo>
                <a:lnTo>
                  <a:pt x="5621" y="7202"/>
                </a:lnTo>
                <a:lnTo>
                  <a:pt x="5377" y="7324"/>
                </a:lnTo>
                <a:lnTo>
                  <a:pt x="4891" y="7567"/>
                </a:lnTo>
                <a:lnTo>
                  <a:pt x="5645" y="6570"/>
                </a:lnTo>
                <a:lnTo>
                  <a:pt x="6375" y="5596"/>
                </a:lnTo>
                <a:lnTo>
                  <a:pt x="6691" y="5183"/>
                </a:lnTo>
                <a:close/>
                <a:moveTo>
                  <a:pt x="14526" y="5280"/>
                </a:moveTo>
                <a:lnTo>
                  <a:pt x="14599" y="5499"/>
                </a:lnTo>
                <a:lnTo>
                  <a:pt x="14721" y="5718"/>
                </a:lnTo>
                <a:lnTo>
                  <a:pt x="14867" y="5937"/>
                </a:lnTo>
                <a:lnTo>
                  <a:pt x="15037" y="6132"/>
                </a:lnTo>
                <a:lnTo>
                  <a:pt x="15402" y="6521"/>
                </a:lnTo>
                <a:lnTo>
                  <a:pt x="15743" y="6862"/>
                </a:lnTo>
                <a:lnTo>
                  <a:pt x="16084" y="7178"/>
                </a:lnTo>
                <a:lnTo>
                  <a:pt x="16424" y="7494"/>
                </a:lnTo>
                <a:lnTo>
                  <a:pt x="16327" y="7689"/>
                </a:lnTo>
                <a:lnTo>
                  <a:pt x="15719" y="7494"/>
                </a:lnTo>
                <a:lnTo>
                  <a:pt x="15402" y="7373"/>
                </a:lnTo>
                <a:lnTo>
                  <a:pt x="15110" y="7251"/>
                </a:lnTo>
                <a:lnTo>
                  <a:pt x="14745" y="7081"/>
                </a:lnTo>
                <a:lnTo>
                  <a:pt x="14380" y="6862"/>
                </a:lnTo>
                <a:lnTo>
                  <a:pt x="14015" y="6667"/>
                </a:lnTo>
                <a:lnTo>
                  <a:pt x="13821" y="6594"/>
                </a:lnTo>
                <a:lnTo>
                  <a:pt x="13626" y="6545"/>
                </a:lnTo>
                <a:lnTo>
                  <a:pt x="13796" y="6205"/>
                </a:lnTo>
                <a:lnTo>
                  <a:pt x="14015" y="5864"/>
                </a:lnTo>
                <a:lnTo>
                  <a:pt x="14259" y="5572"/>
                </a:lnTo>
                <a:lnTo>
                  <a:pt x="14526" y="5280"/>
                </a:lnTo>
                <a:close/>
                <a:moveTo>
                  <a:pt x="8395" y="3163"/>
                </a:moveTo>
                <a:lnTo>
                  <a:pt x="8735" y="3188"/>
                </a:lnTo>
                <a:lnTo>
                  <a:pt x="11461" y="3188"/>
                </a:lnTo>
                <a:lnTo>
                  <a:pt x="14332" y="3212"/>
                </a:lnTo>
                <a:lnTo>
                  <a:pt x="13407" y="4404"/>
                </a:lnTo>
                <a:lnTo>
                  <a:pt x="12434" y="5572"/>
                </a:lnTo>
                <a:lnTo>
                  <a:pt x="11363" y="6813"/>
                </a:lnTo>
                <a:lnTo>
                  <a:pt x="10925" y="7300"/>
                </a:lnTo>
                <a:lnTo>
                  <a:pt x="10706" y="7519"/>
                </a:lnTo>
                <a:lnTo>
                  <a:pt x="10512" y="7786"/>
                </a:lnTo>
                <a:lnTo>
                  <a:pt x="10098" y="6935"/>
                </a:lnTo>
                <a:lnTo>
                  <a:pt x="9684" y="6083"/>
                </a:lnTo>
                <a:lnTo>
                  <a:pt x="8930" y="4356"/>
                </a:lnTo>
                <a:lnTo>
                  <a:pt x="8395" y="3163"/>
                </a:lnTo>
                <a:close/>
                <a:moveTo>
                  <a:pt x="20171" y="5669"/>
                </a:moveTo>
                <a:lnTo>
                  <a:pt x="20366" y="5913"/>
                </a:lnTo>
                <a:lnTo>
                  <a:pt x="20561" y="6156"/>
                </a:lnTo>
                <a:lnTo>
                  <a:pt x="20755" y="6424"/>
                </a:lnTo>
                <a:lnTo>
                  <a:pt x="20901" y="6691"/>
                </a:lnTo>
                <a:lnTo>
                  <a:pt x="20999" y="6886"/>
                </a:lnTo>
                <a:lnTo>
                  <a:pt x="21096" y="7105"/>
                </a:lnTo>
                <a:lnTo>
                  <a:pt x="20658" y="7178"/>
                </a:lnTo>
                <a:lnTo>
                  <a:pt x="20244" y="7275"/>
                </a:lnTo>
                <a:lnTo>
                  <a:pt x="19393" y="7494"/>
                </a:lnTo>
                <a:lnTo>
                  <a:pt x="18687" y="7665"/>
                </a:lnTo>
                <a:lnTo>
                  <a:pt x="17982" y="7835"/>
                </a:lnTo>
                <a:lnTo>
                  <a:pt x="17957" y="7762"/>
                </a:lnTo>
                <a:lnTo>
                  <a:pt x="18420" y="7373"/>
                </a:lnTo>
                <a:lnTo>
                  <a:pt x="18858" y="6983"/>
                </a:lnTo>
                <a:lnTo>
                  <a:pt x="19198" y="6691"/>
                </a:lnTo>
                <a:lnTo>
                  <a:pt x="19539" y="6375"/>
                </a:lnTo>
                <a:lnTo>
                  <a:pt x="19880" y="6034"/>
                </a:lnTo>
                <a:lnTo>
                  <a:pt x="20171" y="5669"/>
                </a:lnTo>
                <a:close/>
                <a:moveTo>
                  <a:pt x="3942" y="7543"/>
                </a:moveTo>
                <a:lnTo>
                  <a:pt x="4015" y="7689"/>
                </a:lnTo>
                <a:lnTo>
                  <a:pt x="4088" y="7835"/>
                </a:lnTo>
                <a:lnTo>
                  <a:pt x="4088" y="7859"/>
                </a:lnTo>
                <a:lnTo>
                  <a:pt x="3820" y="7640"/>
                </a:lnTo>
                <a:lnTo>
                  <a:pt x="3942" y="7543"/>
                </a:lnTo>
                <a:close/>
                <a:moveTo>
                  <a:pt x="16741" y="7762"/>
                </a:moveTo>
                <a:lnTo>
                  <a:pt x="16765" y="7786"/>
                </a:lnTo>
                <a:lnTo>
                  <a:pt x="16814" y="7884"/>
                </a:lnTo>
                <a:lnTo>
                  <a:pt x="16692" y="7835"/>
                </a:lnTo>
                <a:lnTo>
                  <a:pt x="16741" y="7762"/>
                </a:lnTo>
                <a:close/>
                <a:moveTo>
                  <a:pt x="7957" y="3504"/>
                </a:moveTo>
                <a:lnTo>
                  <a:pt x="8297" y="4283"/>
                </a:lnTo>
                <a:lnTo>
                  <a:pt x="8711" y="5183"/>
                </a:lnTo>
                <a:lnTo>
                  <a:pt x="9125" y="6083"/>
                </a:lnTo>
                <a:lnTo>
                  <a:pt x="10001" y="7859"/>
                </a:lnTo>
                <a:lnTo>
                  <a:pt x="8443" y="7908"/>
                </a:lnTo>
                <a:lnTo>
                  <a:pt x="8443" y="7446"/>
                </a:lnTo>
                <a:lnTo>
                  <a:pt x="8395" y="6983"/>
                </a:lnTo>
                <a:lnTo>
                  <a:pt x="8297" y="6545"/>
                </a:lnTo>
                <a:lnTo>
                  <a:pt x="8151" y="6107"/>
                </a:lnTo>
                <a:lnTo>
                  <a:pt x="8054" y="5913"/>
                </a:lnTo>
                <a:lnTo>
                  <a:pt x="7957" y="5718"/>
                </a:lnTo>
                <a:lnTo>
                  <a:pt x="7835" y="5523"/>
                </a:lnTo>
                <a:lnTo>
                  <a:pt x="7689" y="5329"/>
                </a:lnTo>
                <a:lnTo>
                  <a:pt x="7567" y="5158"/>
                </a:lnTo>
                <a:lnTo>
                  <a:pt x="7397" y="5012"/>
                </a:lnTo>
                <a:lnTo>
                  <a:pt x="7227" y="4866"/>
                </a:lnTo>
                <a:lnTo>
                  <a:pt x="7056" y="4721"/>
                </a:lnTo>
                <a:lnTo>
                  <a:pt x="7324" y="4356"/>
                </a:lnTo>
                <a:lnTo>
                  <a:pt x="7665" y="3942"/>
                </a:lnTo>
                <a:lnTo>
                  <a:pt x="7835" y="3747"/>
                </a:lnTo>
                <a:lnTo>
                  <a:pt x="7957" y="3504"/>
                </a:lnTo>
                <a:close/>
                <a:moveTo>
                  <a:pt x="3699" y="7811"/>
                </a:moveTo>
                <a:lnTo>
                  <a:pt x="4063" y="7932"/>
                </a:lnTo>
                <a:lnTo>
                  <a:pt x="4063" y="7957"/>
                </a:lnTo>
                <a:lnTo>
                  <a:pt x="3869" y="7908"/>
                </a:lnTo>
                <a:lnTo>
                  <a:pt x="3650" y="7884"/>
                </a:lnTo>
                <a:lnTo>
                  <a:pt x="3699" y="7811"/>
                </a:lnTo>
                <a:close/>
                <a:moveTo>
                  <a:pt x="7543" y="6424"/>
                </a:moveTo>
                <a:lnTo>
                  <a:pt x="7640" y="6643"/>
                </a:lnTo>
                <a:lnTo>
                  <a:pt x="7713" y="6862"/>
                </a:lnTo>
                <a:lnTo>
                  <a:pt x="7786" y="7129"/>
                </a:lnTo>
                <a:lnTo>
                  <a:pt x="7835" y="7397"/>
                </a:lnTo>
                <a:lnTo>
                  <a:pt x="7884" y="7932"/>
                </a:lnTo>
                <a:lnTo>
                  <a:pt x="7300" y="7932"/>
                </a:lnTo>
                <a:lnTo>
                  <a:pt x="5742" y="7957"/>
                </a:lnTo>
                <a:lnTo>
                  <a:pt x="4988" y="7932"/>
                </a:lnTo>
                <a:lnTo>
                  <a:pt x="4988" y="7884"/>
                </a:lnTo>
                <a:lnTo>
                  <a:pt x="5256" y="7762"/>
                </a:lnTo>
                <a:lnTo>
                  <a:pt x="5523" y="7616"/>
                </a:lnTo>
                <a:lnTo>
                  <a:pt x="6034" y="7348"/>
                </a:lnTo>
                <a:lnTo>
                  <a:pt x="6399" y="7178"/>
                </a:lnTo>
                <a:lnTo>
                  <a:pt x="6813" y="6959"/>
                </a:lnTo>
                <a:lnTo>
                  <a:pt x="7202" y="6716"/>
                </a:lnTo>
                <a:lnTo>
                  <a:pt x="7373" y="6570"/>
                </a:lnTo>
                <a:lnTo>
                  <a:pt x="7543" y="6424"/>
                </a:lnTo>
                <a:close/>
                <a:moveTo>
                  <a:pt x="3845" y="8127"/>
                </a:moveTo>
                <a:lnTo>
                  <a:pt x="3674" y="8224"/>
                </a:lnTo>
                <a:lnTo>
                  <a:pt x="3650" y="8200"/>
                </a:lnTo>
                <a:lnTo>
                  <a:pt x="3845" y="8127"/>
                </a:lnTo>
                <a:close/>
                <a:moveTo>
                  <a:pt x="1144" y="5767"/>
                </a:moveTo>
                <a:lnTo>
                  <a:pt x="1338" y="5913"/>
                </a:lnTo>
                <a:lnTo>
                  <a:pt x="1509" y="6059"/>
                </a:lnTo>
                <a:lnTo>
                  <a:pt x="1849" y="6424"/>
                </a:lnTo>
                <a:lnTo>
                  <a:pt x="2166" y="6764"/>
                </a:lnTo>
                <a:lnTo>
                  <a:pt x="2336" y="6935"/>
                </a:lnTo>
                <a:lnTo>
                  <a:pt x="2506" y="7105"/>
                </a:lnTo>
                <a:lnTo>
                  <a:pt x="2871" y="7373"/>
                </a:lnTo>
                <a:lnTo>
                  <a:pt x="3261" y="7616"/>
                </a:lnTo>
                <a:lnTo>
                  <a:pt x="3188" y="7786"/>
                </a:lnTo>
                <a:lnTo>
                  <a:pt x="3163" y="7932"/>
                </a:lnTo>
                <a:lnTo>
                  <a:pt x="2725" y="8030"/>
                </a:lnTo>
                <a:lnTo>
                  <a:pt x="2312" y="8103"/>
                </a:lnTo>
                <a:lnTo>
                  <a:pt x="1411" y="8224"/>
                </a:lnTo>
                <a:lnTo>
                  <a:pt x="973" y="8273"/>
                </a:lnTo>
                <a:lnTo>
                  <a:pt x="535" y="8370"/>
                </a:lnTo>
                <a:lnTo>
                  <a:pt x="511" y="8030"/>
                </a:lnTo>
                <a:lnTo>
                  <a:pt x="535" y="7665"/>
                </a:lnTo>
                <a:lnTo>
                  <a:pt x="560" y="7324"/>
                </a:lnTo>
                <a:lnTo>
                  <a:pt x="633" y="7008"/>
                </a:lnTo>
                <a:lnTo>
                  <a:pt x="730" y="6667"/>
                </a:lnTo>
                <a:lnTo>
                  <a:pt x="852" y="6351"/>
                </a:lnTo>
                <a:lnTo>
                  <a:pt x="973" y="6034"/>
                </a:lnTo>
                <a:lnTo>
                  <a:pt x="1144" y="5767"/>
                </a:lnTo>
                <a:close/>
                <a:moveTo>
                  <a:pt x="4477" y="8273"/>
                </a:moveTo>
                <a:lnTo>
                  <a:pt x="4526" y="8322"/>
                </a:lnTo>
                <a:lnTo>
                  <a:pt x="4501" y="8370"/>
                </a:lnTo>
                <a:lnTo>
                  <a:pt x="4453" y="8273"/>
                </a:lnTo>
                <a:close/>
                <a:moveTo>
                  <a:pt x="3942" y="8176"/>
                </a:moveTo>
                <a:lnTo>
                  <a:pt x="3820" y="8395"/>
                </a:lnTo>
                <a:lnTo>
                  <a:pt x="3747" y="8346"/>
                </a:lnTo>
                <a:lnTo>
                  <a:pt x="3942" y="8176"/>
                </a:lnTo>
                <a:close/>
                <a:moveTo>
                  <a:pt x="4112" y="8151"/>
                </a:moveTo>
                <a:lnTo>
                  <a:pt x="4136" y="8176"/>
                </a:lnTo>
                <a:lnTo>
                  <a:pt x="4063" y="8492"/>
                </a:lnTo>
                <a:lnTo>
                  <a:pt x="4039" y="8492"/>
                </a:lnTo>
                <a:lnTo>
                  <a:pt x="4112" y="8151"/>
                </a:lnTo>
                <a:close/>
                <a:moveTo>
                  <a:pt x="4234" y="8224"/>
                </a:moveTo>
                <a:lnTo>
                  <a:pt x="4380" y="8249"/>
                </a:lnTo>
                <a:lnTo>
                  <a:pt x="4428" y="8443"/>
                </a:lnTo>
                <a:lnTo>
                  <a:pt x="4355" y="8468"/>
                </a:lnTo>
                <a:lnTo>
                  <a:pt x="4282" y="8492"/>
                </a:lnTo>
                <a:lnTo>
                  <a:pt x="4234" y="8224"/>
                </a:lnTo>
                <a:close/>
                <a:moveTo>
                  <a:pt x="17349" y="8370"/>
                </a:moveTo>
                <a:lnTo>
                  <a:pt x="17422" y="8395"/>
                </a:lnTo>
                <a:lnTo>
                  <a:pt x="17446" y="8443"/>
                </a:lnTo>
                <a:lnTo>
                  <a:pt x="17373" y="8492"/>
                </a:lnTo>
                <a:lnTo>
                  <a:pt x="17349" y="8370"/>
                </a:lnTo>
                <a:close/>
                <a:moveTo>
                  <a:pt x="16984" y="8273"/>
                </a:moveTo>
                <a:lnTo>
                  <a:pt x="17008" y="8322"/>
                </a:lnTo>
                <a:lnTo>
                  <a:pt x="16887" y="8516"/>
                </a:lnTo>
                <a:lnTo>
                  <a:pt x="16789" y="8443"/>
                </a:lnTo>
                <a:lnTo>
                  <a:pt x="16984" y="8273"/>
                </a:lnTo>
                <a:close/>
                <a:moveTo>
                  <a:pt x="13577" y="6667"/>
                </a:moveTo>
                <a:lnTo>
                  <a:pt x="13699" y="6813"/>
                </a:lnTo>
                <a:lnTo>
                  <a:pt x="13845" y="6935"/>
                </a:lnTo>
                <a:lnTo>
                  <a:pt x="14015" y="7056"/>
                </a:lnTo>
                <a:lnTo>
                  <a:pt x="14210" y="7178"/>
                </a:lnTo>
                <a:lnTo>
                  <a:pt x="14599" y="7348"/>
                </a:lnTo>
                <a:lnTo>
                  <a:pt x="14964" y="7519"/>
                </a:lnTo>
                <a:lnTo>
                  <a:pt x="15597" y="7786"/>
                </a:lnTo>
                <a:lnTo>
                  <a:pt x="15913" y="7932"/>
                </a:lnTo>
                <a:lnTo>
                  <a:pt x="16254" y="8030"/>
                </a:lnTo>
                <a:lnTo>
                  <a:pt x="16254" y="8054"/>
                </a:lnTo>
                <a:lnTo>
                  <a:pt x="15816" y="8151"/>
                </a:lnTo>
                <a:lnTo>
                  <a:pt x="15402" y="8224"/>
                </a:lnTo>
                <a:lnTo>
                  <a:pt x="14891" y="8297"/>
                </a:lnTo>
                <a:lnTo>
                  <a:pt x="14356" y="8346"/>
                </a:lnTo>
                <a:lnTo>
                  <a:pt x="13845" y="8419"/>
                </a:lnTo>
                <a:lnTo>
                  <a:pt x="13602" y="8468"/>
                </a:lnTo>
                <a:lnTo>
                  <a:pt x="13334" y="8541"/>
                </a:lnTo>
                <a:lnTo>
                  <a:pt x="13310" y="8297"/>
                </a:lnTo>
                <a:lnTo>
                  <a:pt x="13310" y="8054"/>
                </a:lnTo>
                <a:lnTo>
                  <a:pt x="13310" y="7811"/>
                </a:lnTo>
                <a:lnTo>
                  <a:pt x="13334" y="7567"/>
                </a:lnTo>
                <a:lnTo>
                  <a:pt x="13358" y="7348"/>
                </a:lnTo>
                <a:lnTo>
                  <a:pt x="13407" y="7105"/>
                </a:lnTo>
                <a:lnTo>
                  <a:pt x="13480" y="6886"/>
                </a:lnTo>
                <a:lnTo>
                  <a:pt x="13577" y="6667"/>
                </a:lnTo>
                <a:close/>
                <a:moveTo>
                  <a:pt x="21169" y="7324"/>
                </a:moveTo>
                <a:lnTo>
                  <a:pt x="21193" y="7543"/>
                </a:lnTo>
                <a:lnTo>
                  <a:pt x="21218" y="7762"/>
                </a:lnTo>
                <a:lnTo>
                  <a:pt x="21218" y="7981"/>
                </a:lnTo>
                <a:lnTo>
                  <a:pt x="21218" y="8200"/>
                </a:lnTo>
                <a:lnTo>
                  <a:pt x="21169" y="8419"/>
                </a:lnTo>
                <a:lnTo>
                  <a:pt x="21120" y="8638"/>
                </a:lnTo>
                <a:lnTo>
                  <a:pt x="21072" y="8857"/>
                </a:lnTo>
                <a:lnTo>
                  <a:pt x="20974" y="9052"/>
                </a:lnTo>
                <a:lnTo>
                  <a:pt x="20828" y="8979"/>
                </a:lnTo>
                <a:lnTo>
                  <a:pt x="20682" y="8906"/>
                </a:lnTo>
                <a:lnTo>
                  <a:pt x="20317" y="8833"/>
                </a:lnTo>
                <a:lnTo>
                  <a:pt x="19223" y="8565"/>
                </a:lnTo>
                <a:lnTo>
                  <a:pt x="18614" y="8395"/>
                </a:lnTo>
                <a:lnTo>
                  <a:pt x="17982" y="8224"/>
                </a:lnTo>
                <a:lnTo>
                  <a:pt x="17982" y="8103"/>
                </a:lnTo>
                <a:lnTo>
                  <a:pt x="19077" y="7835"/>
                </a:lnTo>
                <a:lnTo>
                  <a:pt x="20123" y="7616"/>
                </a:lnTo>
                <a:lnTo>
                  <a:pt x="20658" y="7494"/>
                </a:lnTo>
                <a:lnTo>
                  <a:pt x="21169" y="7324"/>
                </a:lnTo>
                <a:close/>
                <a:moveTo>
                  <a:pt x="16303" y="8419"/>
                </a:moveTo>
                <a:lnTo>
                  <a:pt x="15962" y="8662"/>
                </a:lnTo>
                <a:lnTo>
                  <a:pt x="15670" y="8906"/>
                </a:lnTo>
                <a:lnTo>
                  <a:pt x="14794" y="9465"/>
                </a:lnTo>
                <a:lnTo>
                  <a:pt x="13942" y="10049"/>
                </a:lnTo>
                <a:lnTo>
                  <a:pt x="13723" y="9684"/>
                </a:lnTo>
                <a:lnTo>
                  <a:pt x="13529" y="9271"/>
                </a:lnTo>
                <a:lnTo>
                  <a:pt x="13456" y="9003"/>
                </a:lnTo>
                <a:lnTo>
                  <a:pt x="13383" y="8735"/>
                </a:lnTo>
                <a:lnTo>
                  <a:pt x="13626" y="8760"/>
                </a:lnTo>
                <a:lnTo>
                  <a:pt x="13869" y="8760"/>
                </a:lnTo>
                <a:lnTo>
                  <a:pt x="14356" y="8711"/>
                </a:lnTo>
                <a:lnTo>
                  <a:pt x="14843" y="8638"/>
                </a:lnTo>
                <a:lnTo>
                  <a:pt x="15305" y="8565"/>
                </a:lnTo>
                <a:lnTo>
                  <a:pt x="16303" y="8419"/>
                </a:lnTo>
                <a:close/>
                <a:moveTo>
                  <a:pt x="4988" y="8370"/>
                </a:moveTo>
                <a:lnTo>
                  <a:pt x="5499" y="8395"/>
                </a:lnTo>
                <a:lnTo>
                  <a:pt x="6034" y="8419"/>
                </a:lnTo>
                <a:lnTo>
                  <a:pt x="7105" y="8395"/>
                </a:lnTo>
                <a:lnTo>
                  <a:pt x="7932" y="8395"/>
                </a:lnTo>
                <a:lnTo>
                  <a:pt x="7957" y="8589"/>
                </a:lnTo>
                <a:lnTo>
                  <a:pt x="7859" y="8930"/>
                </a:lnTo>
                <a:lnTo>
                  <a:pt x="7713" y="9246"/>
                </a:lnTo>
                <a:lnTo>
                  <a:pt x="7567" y="9563"/>
                </a:lnTo>
                <a:lnTo>
                  <a:pt x="7421" y="9855"/>
                </a:lnTo>
                <a:lnTo>
                  <a:pt x="7300" y="10074"/>
                </a:lnTo>
                <a:lnTo>
                  <a:pt x="7154" y="10268"/>
                </a:lnTo>
                <a:lnTo>
                  <a:pt x="7032" y="10122"/>
                </a:lnTo>
                <a:lnTo>
                  <a:pt x="6886" y="10001"/>
                </a:lnTo>
                <a:lnTo>
                  <a:pt x="6570" y="9757"/>
                </a:lnTo>
                <a:lnTo>
                  <a:pt x="5961" y="9319"/>
                </a:lnTo>
                <a:lnTo>
                  <a:pt x="4915" y="8541"/>
                </a:lnTo>
                <a:lnTo>
                  <a:pt x="4988" y="8370"/>
                </a:lnTo>
                <a:close/>
                <a:moveTo>
                  <a:pt x="3212" y="8297"/>
                </a:moveTo>
                <a:lnTo>
                  <a:pt x="3236" y="8395"/>
                </a:lnTo>
                <a:lnTo>
                  <a:pt x="3309" y="8516"/>
                </a:lnTo>
                <a:lnTo>
                  <a:pt x="2677" y="9003"/>
                </a:lnTo>
                <a:lnTo>
                  <a:pt x="1922" y="9611"/>
                </a:lnTo>
                <a:lnTo>
                  <a:pt x="1557" y="9952"/>
                </a:lnTo>
                <a:lnTo>
                  <a:pt x="1192" y="10317"/>
                </a:lnTo>
                <a:lnTo>
                  <a:pt x="973" y="9952"/>
                </a:lnTo>
                <a:lnTo>
                  <a:pt x="803" y="9538"/>
                </a:lnTo>
                <a:lnTo>
                  <a:pt x="657" y="9125"/>
                </a:lnTo>
                <a:lnTo>
                  <a:pt x="560" y="8687"/>
                </a:lnTo>
                <a:lnTo>
                  <a:pt x="973" y="8638"/>
                </a:lnTo>
                <a:lnTo>
                  <a:pt x="1387" y="8565"/>
                </a:lnTo>
                <a:lnTo>
                  <a:pt x="2190" y="8419"/>
                </a:lnTo>
                <a:lnTo>
                  <a:pt x="2677" y="8346"/>
                </a:lnTo>
                <a:lnTo>
                  <a:pt x="3212" y="8297"/>
                </a:lnTo>
                <a:close/>
                <a:moveTo>
                  <a:pt x="18006" y="8614"/>
                </a:moveTo>
                <a:lnTo>
                  <a:pt x="18590" y="8760"/>
                </a:lnTo>
                <a:lnTo>
                  <a:pt x="19125" y="8881"/>
                </a:lnTo>
                <a:lnTo>
                  <a:pt x="20220" y="9149"/>
                </a:lnTo>
                <a:lnTo>
                  <a:pt x="20585" y="9222"/>
                </a:lnTo>
                <a:lnTo>
                  <a:pt x="20731" y="9246"/>
                </a:lnTo>
                <a:lnTo>
                  <a:pt x="20901" y="9222"/>
                </a:lnTo>
                <a:lnTo>
                  <a:pt x="20682" y="9611"/>
                </a:lnTo>
                <a:lnTo>
                  <a:pt x="20439" y="9976"/>
                </a:lnTo>
                <a:lnTo>
                  <a:pt x="20123" y="10317"/>
                </a:lnTo>
                <a:lnTo>
                  <a:pt x="19807" y="10609"/>
                </a:lnTo>
                <a:lnTo>
                  <a:pt x="19320" y="10074"/>
                </a:lnTo>
                <a:lnTo>
                  <a:pt x="18809" y="9563"/>
                </a:lnTo>
                <a:lnTo>
                  <a:pt x="18079" y="8711"/>
                </a:lnTo>
                <a:lnTo>
                  <a:pt x="18006" y="8614"/>
                </a:lnTo>
                <a:close/>
                <a:moveTo>
                  <a:pt x="16449" y="8687"/>
                </a:moveTo>
                <a:lnTo>
                  <a:pt x="16570" y="8808"/>
                </a:lnTo>
                <a:lnTo>
                  <a:pt x="16692" y="8906"/>
                </a:lnTo>
                <a:lnTo>
                  <a:pt x="16546" y="9246"/>
                </a:lnTo>
                <a:lnTo>
                  <a:pt x="16400" y="9563"/>
                </a:lnTo>
                <a:lnTo>
                  <a:pt x="16157" y="10001"/>
                </a:lnTo>
                <a:lnTo>
                  <a:pt x="15865" y="10414"/>
                </a:lnTo>
                <a:lnTo>
                  <a:pt x="15597" y="10828"/>
                </a:lnTo>
                <a:lnTo>
                  <a:pt x="15354" y="11266"/>
                </a:lnTo>
                <a:lnTo>
                  <a:pt x="15329" y="11315"/>
                </a:lnTo>
                <a:lnTo>
                  <a:pt x="14989" y="11096"/>
                </a:lnTo>
                <a:lnTo>
                  <a:pt x="14648" y="10852"/>
                </a:lnTo>
                <a:lnTo>
                  <a:pt x="14332" y="10560"/>
                </a:lnTo>
                <a:lnTo>
                  <a:pt x="14064" y="10244"/>
                </a:lnTo>
                <a:lnTo>
                  <a:pt x="14916" y="9684"/>
                </a:lnTo>
                <a:lnTo>
                  <a:pt x="15767" y="9100"/>
                </a:lnTo>
                <a:lnTo>
                  <a:pt x="16108" y="8906"/>
                </a:lnTo>
                <a:lnTo>
                  <a:pt x="16449" y="8687"/>
                </a:lnTo>
                <a:close/>
                <a:moveTo>
                  <a:pt x="4842" y="8662"/>
                </a:moveTo>
                <a:lnTo>
                  <a:pt x="5329" y="9100"/>
                </a:lnTo>
                <a:lnTo>
                  <a:pt x="5791" y="9538"/>
                </a:lnTo>
                <a:lnTo>
                  <a:pt x="6375" y="10025"/>
                </a:lnTo>
                <a:lnTo>
                  <a:pt x="6691" y="10244"/>
                </a:lnTo>
                <a:lnTo>
                  <a:pt x="6862" y="10341"/>
                </a:lnTo>
                <a:lnTo>
                  <a:pt x="7032" y="10414"/>
                </a:lnTo>
                <a:lnTo>
                  <a:pt x="6886" y="10585"/>
                </a:lnTo>
                <a:lnTo>
                  <a:pt x="6716" y="10731"/>
                </a:lnTo>
                <a:lnTo>
                  <a:pt x="6375" y="10998"/>
                </a:lnTo>
                <a:lnTo>
                  <a:pt x="6010" y="11193"/>
                </a:lnTo>
                <a:lnTo>
                  <a:pt x="5621" y="11363"/>
                </a:lnTo>
                <a:lnTo>
                  <a:pt x="5450" y="10706"/>
                </a:lnTo>
                <a:lnTo>
                  <a:pt x="5231" y="10074"/>
                </a:lnTo>
                <a:lnTo>
                  <a:pt x="4964" y="9441"/>
                </a:lnTo>
                <a:lnTo>
                  <a:pt x="4696" y="8808"/>
                </a:lnTo>
                <a:lnTo>
                  <a:pt x="4720" y="8784"/>
                </a:lnTo>
                <a:lnTo>
                  <a:pt x="4842" y="8662"/>
                </a:lnTo>
                <a:close/>
                <a:moveTo>
                  <a:pt x="3382" y="8614"/>
                </a:moveTo>
                <a:lnTo>
                  <a:pt x="3480" y="8735"/>
                </a:lnTo>
                <a:lnTo>
                  <a:pt x="3626" y="8833"/>
                </a:lnTo>
                <a:lnTo>
                  <a:pt x="3334" y="9636"/>
                </a:lnTo>
                <a:lnTo>
                  <a:pt x="2993" y="10536"/>
                </a:lnTo>
                <a:lnTo>
                  <a:pt x="2871" y="11023"/>
                </a:lnTo>
                <a:lnTo>
                  <a:pt x="2823" y="11242"/>
                </a:lnTo>
                <a:lnTo>
                  <a:pt x="2798" y="11485"/>
                </a:lnTo>
                <a:lnTo>
                  <a:pt x="2531" y="11388"/>
                </a:lnTo>
                <a:lnTo>
                  <a:pt x="2263" y="11266"/>
                </a:lnTo>
                <a:lnTo>
                  <a:pt x="2020" y="11120"/>
                </a:lnTo>
                <a:lnTo>
                  <a:pt x="1776" y="10950"/>
                </a:lnTo>
                <a:lnTo>
                  <a:pt x="1509" y="10706"/>
                </a:lnTo>
                <a:lnTo>
                  <a:pt x="1265" y="10414"/>
                </a:lnTo>
                <a:lnTo>
                  <a:pt x="1606" y="10122"/>
                </a:lnTo>
                <a:lnTo>
                  <a:pt x="1971" y="9806"/>
                </a:lnTo>
                <a:lnTo>
                  <a:pt x="2652" y="9198"/>
                </a:lnTo>
                <a:lnTo>
                  <a:pt x="3017" y="8906"/>
                </a:lnTo>
                <a:lnTo>
                  <a:pt x="3382" y="8614"/>
                </a:lnTo>
                <a:close/>
                <a:moveTo>
                  <a:pt x="4574" y="8881"/>
                </a:moveTo>
                <a:lnTo>
                  <a:pt x="4939" y="10171"/>
                </a:lnTo>
                <a:lnTo>
                  <a:pt x="5280" y="11461"/>
                </a:lnTo>
                <a:lnTo>
                  <a:pt x="5012" y="11534"/>
                </a:lnTo>
                <a:lnTo>
                  <a:pt x="4623" y="11582"/>
                </a:lnTo>
                <a:lnTo>
                  <a:pt x="4234" y="11607"/>
                </a:lnTo>
                <a:lnTo>
                  <a:pt x="4234" y="11607"/>
                </a:lnTo>
                <a:lnTo>
                  <a:pt x="4258" y="11193"/>
                </a:lnTo>
                <a:lnTo>
                  <a:pt x="4258" y="10755"/>
                </a:lnTo>
                <a:lnTo>
                  <a:pt x="4258" y="9928"/>
                </a:lnTo>
                <a:lnTo>
                  <a:pt x="4307" y="8979"/>
                </a:lnTo>
                <a:lnTo>
                  <a:pt x="4428" y="8930"/>
                </a:lnTo>
                <a:lnTo>
                  <a:pt x="4574" y="8881"/>
                </a:lnTo>
                <a:close/>
                <a:moveTo>
                  <a:pt x="3918" y="8954"/>
                </a:moveTo>
                <a:lnTo>
                  <a:pt x="4039" y="8979"/>
                </a:lnTo>
                <a:lnTo>
                  <a:pt x="4039" y="9733"/>
                </a:lnTo>
                <a:lnTo>
                  <a:pt x="3991" y="10682"/>
                </a:lnTo>
                <a:lnTo>
                  <a:pt x="3991" y="11144"/>
                </a:lnTo>
                <a:lnTo>
                  <a:pt x="3991" y="11631"/>
                </a:lnTo>
                <a:lnTo>
                  <a:pt x="3480" y="11607"/>
                </a:lnTo>
                <a:lnTo>
                  <a:pt x="3212" y="11558"/>
                </a:lnTo>
                <a:lnTo>
                  <a:pt x="2969" y="11509"/>
                </a:lnTo>
                <a:lnTo>
                  <a:pt x="3066" y="11339"/>
                </a:lnTo>
                <a:lnTo>
                  <a:pt x="3139" y="11120"/>
                </a:lnTo>
                <a:lnTo>
                  <a:pt x="3261" y="10706"/>
                </a:lnTo>
                <a:lnTo>
                  <a:pt x="3382" y="10293"/>
                </a:lnTo>
                <a:lnTo>
                  <a:pt x="3504" y="9879"/>
                </a:lnTo>
                <a:lnTo>
                  <a:pt x="3699" y="9417"/>
                </a:lnTo>
                <a:lnTo>
                  <a:pt x="3893" y="8954"/>
                </a:lnTo>
                <a:close/>
                <a:moveTo>
                  <a:pt x="17690" y="8784"/>
                </a:moveTo>
                <a:lnTo>
                  <a:pt x="18079" y="9222"/>
                </a:lnTo>
                <a:lnTo>
                  <a:pt x="18468" y="9636"/>
                </a:lnTo>
                <a:lnTo>
                  <a:pt x="18979" y="10268"/>
                </a:lnTo>
                <a:lnTo>
                  <a:pt x="19247" y="10560"/>
                </a:lnTo>
                <a:lnTo>
                  <a:pt x="19539" y="10828"/>
                </a:lnTo>
                <a:lnTo>
                  <a:pt x="19247" y="11023"/>
                </a:lnTo>
                <a:lnTo>
                  <a:pt x="18955" y="11217"/>
                </a:lnTo>
                <a:lnTo>
                  <a:pt x="18663" y="11363"/>
                </a:lnTo>
                <a:lnTo>
                  <a:pt x="18371" y="11485"/>
                </a:lnTo>
                <a:lnTo>
                  <a:pt x="18103" y="11582"/>
                </a:lnTo>
                <a:lnTo>
                  <a:pt x="17860" y="11631"/>
                </a:lnTo>
                <a:lnTo>
                  <a:pt x="17811" y="11217"/>
                </a:lnTo>
                <a:lnTo>
                  <a:pt x="17738" y="10779"/>
                </a:lnTo>
                <a:lnTo>
                  <a:pt x="17592" y="9928"/>
                </a:lnTo>
                <a:lnTo>
                  <a:pt x="17519" y="9441"/>
                </a:lnTo>
                <a:lnTo>
                  <a:pt x="17471" y="8930"/>
                </a:lnTo>
                <a:lnTo>
                  <a:pt x="17519" y="8906"/>
                </a:lnTo>
                <a:lnTo>
                  <a:pt x="17617" y="8857"/>
                </a:lnTo>
                <a:lnTo>
                  <a:pt x="17690" y="8784"/>
                </a:lnTo>
                <a:close/>
                <a:moveTo>
                  <a:pt x="17154" y="9003"/>
                </a:moveTo>
                <a:lnTo>
                  <a:pt x="17227" y="9490"/>
                </a:lnTo>
                <a:lnTo>
                  <a:pt x="17300" y="9976"/>
                </a:lnTo>
                <a:lnTo>
                  <a:pt x="17422" y="10828"/>
                </a:lnTo>
                <a:lnTo>
                  <a:pt x="17471" y="11266"/>
                </a:lnTo>
                <a:lnTo>
                  <a:pt x="17544" y="11704"/>
                </a:lnTo>
                <a:lnTo>
                  <a:pt x="17300" y="11728"/>
                </a:lnTo>
                <a:lnTo>
                  <a:pt x="17033" y="11728"/>
                </a:lnTo>
                <a:lnTo>
                  <a:pt x="16765" y="11704"/>
                </a:lnTo>
                <a:lnTo>
                  <a:pt x="16522" y="11680"/>
                </a:lnTo>
                <a:lnTo>
                  <a:pt x="16254" y="11631"/>
                </a:lnTo>
                <a:lnTo>
                  <a:pt x="16011" y="11582"/>
                </a:lnTo>
                <a:lnTo>
                  <a:pt x="15767" y="11485"/>
                </a:lnTo>
                <a:lnTo>
                  <a:pt x="15524" y="11388"/>
                </a:lnTo>
                <a:lnTo>
                  <a:pt x="15694" y="11242"/>
                </a:lnTo>
                <a:lnTo>
                  <a:pt x="15840" y="11071"/>
                </a:lnTo>
                <a:lnTo>
                  <a:pt x="16108" y="10682"/>
                </a:lnTo>
                <a:lnTo>
                  <a:pt x="16351" y="10268"/>
                </a:lnTo>
                <a:lnTo>
                  <a:pt x="16570" y="9855"/>
                </a:lnTo>
                <a:lnTo>
                  <a:pt x="16789" y="9465"/>
                </a:lnTo>
                <a:lnTo>
                  <a:pt x="17008" y="9003"/>
                </a:lnTo>
                <a:close/>
                <a:moveTo>
                  <a:pt x="14624" y="0"/>
                </a:moveTo>
                <a:lnTo>
                  <a:pt x="14478" y="24"/>
                </a:lnTo>
                <a:lnTo>
                  <a:pt x="14332" y="73"/>
                </a:lnTo>
                <a:lnTo>
                  <a:pt x="14186" y="122"/>
                </a:lnTo>
                <a:lnTo>
                  <a:pt x="14064" y="219"/>
                </a:lnTo>
                <a:lnTo>
                  <a:pt x="14040" y="268"/>
                </a:lnTo>
                <a:lnTo>
                  <a:pt x="14015" y="292"/>
                </a:lnTo>
                <a:lnTo>
                  <a:pt x="14015" y="389"/>
                </a:lnTo>
                <a:lnTo>
                  <a:pt x="14064" y="487"/>
                </a:lnTo>
                <a:lnTo>
                  <a:pt x="14161" y="535"/>
                </a:lnTo>
                <a:lnTo>
                  <a:pt x="14161" y="779"/>
                </a:lnTo>
                <a:lnTo>
                  <a:pt x="14210" y="998"/>
                </a:lnTo>
                <a:lnTo>
                  <a:pt x="14259" y="1241"/>
                </a:lnTo>
                <a:lnTo>
                  <a:pt x="14332" y="1460"/>
                </a:lnTo>
                <a:lnTo>
                  <a:pt x="14648" y="2336"/>
                </a:lnTo>
                <a:lnTo>
                  <a:pt x="14745" y="2652"/>
                </a:lnTo>
                <a:lnTo>
                  <a:pt x="11655" y="2652"/>
                </a:lnTo>
                <a:lnTo>
                  <a:pt x="9928" y="2628"/>
                </a:lnTo>
                <a:lnTo>
                  <a:pt x="8614" y="2628"/>
                </a:lnTo>
                <a:lnTo>
                  <a:pt x="8419" y="2652"/>
                </a:lnTo>
                <a:lnTo>
                  <a:pt x="8200" y="2677"/>
                </a:lnTo>
                <a:lnTo>
                  <a:pt x="8054" y="2360"/>
                </a:lnTo>
                <a:lnTo>
                  <a:pt x="7665" y="1436"/>
                </a:lnTo>
                <a:lnTo>
                  <a:pt x="7567" y="1144"/>
                </a:lnTo>
                <a:lnTo>
                  <a:pt x="7494" y="1022"/>
                </a:lnTo>
                <a:lnTo>
                  <a:pt x="7397" y="900"/>
                </a:lnTo>
                <a:lnTo>
                  <a:pt x="7421" y="900"/>
                </a:lnTo>
                <a:lnTo>
                  <a:pt x="7835" y="973"/>
                </a:lnTo>
                <a:lnTo>
                  <a:pt x="8249" y="1071"/>
                </a:lnTo>
                <a:lnTo>
                  <a:pt x="8468" y="1095"/>
                </a:lnTo>
                <a:lnTo>
                  <a:pt x="8881" y="1095"/>
                </a:lnTo>
                <a:lnTo>
                  <a:pt x="9076" y="1046"/>
                </a:lnTo>
                <a:lnTo>
                  <a:pt x="9149" y="1022"/>
                </a:lnTo>
                <a:lnTo>
                  <a:pt x="9198" y="973"/>
                </a:lnTo>
                <a:lnTo>
                  <a:pt x="9246" y="925"/>
                </a:lnTo>
                <a:lnTo>
                  <a:pt x="9246" y="852"/>
                </a:lnTo>
                <a:lnTo>
                  <a:pt x="9246" y="779"/>
                </a:lnTo>
                <a:lnTo>
                  <a:pt x="9246" y="730"/>
                </a:lnTo>
                <a:lnTo>
                  <a:pt x="9198" y="657"/>
                </a:lnTo>
                <a:lnTo>
                  <a:pt x="9149" y="608"/>
                </a:lnTo>
                <a:lnTo>
                  <a:pt x="8954" y="535"/>
                </a:lnTo>
                <a:lnTo>
                  <a:pt x="8760" y="462"/>
                </a:lnTo>
                <a:lnTo>
                  <a:pt x="8541" y="389"/>
                </a:lnTo>
                <a:lnTo>
                  <a:pt x="8297" y="365"/>
                </a:lnTo>
                <a:lnTo>
                  <a:pt x="7835" y="316"/>
                </a:lnTo>
                <a:lnTo>
                  <a:pt x="7397" y="268"/>
                </a:lnTo>
                <a:lnTo>
                  <a:pt x="6570" y="146"/>
                </a:lnTo>
                <a:lnTo>
                  <a:pt x="6351" y="122"/>
                </a:lnTo>
                <a:lnTo>
                  <a:pt x="6132" y="97"/>
                </a:lnTo>
                <a:lnTo>
                  <a:pt x="5937" y="122"/>
                </a:lnTo>
                <a:lnTo>
                  <a:pt x="5742" y="146"/>
                </a:lnTo>
                <a:lnTo>
                  <a:pt x="5669" y="195"/>
                </a:lnTo>
                <a:lnTo>
                  <a:pt x="5621" y="219"/>
                </a:lnTo>
                <a:lnTo>
                  <a:pt x="5596" y="268"/>
                </a:lnTo>
                <a:lnTo>
                  <a:pt x="5572" y="341"/>
                </a:lnTo>
                <a:lnTo>
                  <a:pt x="5572" y="389"/>
                </a:lnTo>
                <a:lnTo>
                  <a:pt x="5596" y="438"/>
                </a:lnTo>
                <a:lnTo>
                  <a:pt x="5621" y="511"/>
                </a:lnTo>
                <a:lnTo>
                  <a:pt x="5694" y="535"/>
                </a:lnTo>
                <a:lnTo>
                  <a:pt x="5840" y="633"/>
                </a:lnTo>
                <a:lnTo>
                  <a:pt x="5986" y="681"/>
                </a:lnTo>
                <a:lnTo>
                  <a:pt x="6351" y="779"/>
                </a:lnTo>
                <a:lnTo>
                  <a:pt x="6716" y="827"/>
                </a:lnTo>
                <a:lnTo>
                  <a:pt x="7081" y="876"/>
                </a:lnTo>
                <a:lnTo>
                  <a:pt x="7056" y="1046"/>
                </a:lnTo>
                <a:lnTo>
                  <a:pt x="7056" y="1241"/>
                </a:lnTo>
                <a:lnTo>
                  <a:pt x="7105" y="1411"/>
                </a:lnTo>
                <a:lnTo>
                  <a:pt x="7154" y="1606"/>
                </a:lnTo>
                <a:lnTo>
                  <a:pt x="7324" y="1995"/>
                </a:lnTo>
                <a:lnTo>
                  <a:pt x="7470" y="2312"/>
                </a:lnTo>
                <a:lnTo>
                  <a:pt x="7762" y="3042"/>
                </a:lnTo>
                <a:lnTo>
                  <a:pt x="7665" y="3115"/>
                </a:lnTo>
                <a:lnTo>
                  <a:pt x="7567" y="3188"/>
                </a:lnTo>
                <a:lnTo>
                  <a:pt x="7397" y="3382"/>
                </a:lnTo>
                <a:lnTo>
                  <a:pt x="7105" y="3796"/>
                </a:lnTo>
                <a:lnTo>
                  <a:pt x="6594" y="4477"/>
                </a:lnTo>
                <a:lnTo>
                  <a:pt x="6521" y="4429"/>
                </a:lnTo>
                <a:lnTo>
                  <a:pt x="6448" y="4404"/>
                </a:lnTo>
                <a:lnTo>
                  <a:pt x="6375" y="4429"/>
                </a:lnTo>
                <a:lnTo>
                  <a:pt x="6059" y="4234"/>
                </a:lnTo>
                <a:lnTo>
                  <a:pt x="5718" y="4064"/>
                </a:lnTo>
                <a:lnTo>
                  <a:pt x="5353" y="3918"/>
                </a:lnTo>
                <a:lnTo>
                  <a:pt x="5012" y="3820"/>
                </a:lnTo>
                <a:lnTo>
                  <a:pt x="4647" y="3772"/>
                </a:lnTo>
                <a:lnTo>
                  <a:pt x="4282" y="3747"/>
                </a:lnTo>
                <a:lnTo>
                  <a:pt x="3893" y="3747"/>
                </a:lnTo>
                <a:lnTo>
                  <a:pt x="3528" y="3772"/>
                </a:lnTo>
                <a:lnTo>
                  <a:pt x="3188" y="3845"/>
                </a:lnTo>
                <a:lnTo>
                  <a:pt x="2823" y="3966"/>
                </a:lnTo>
                <a:lnTo>
                  <a:pt x="2482" y="4088"/>
                </a:lnTo>
                <a:lnTo>
                  <a:pt x="2141" y="4258"/>
                </a:lnTo>
                <a:lnTo>
                  <a:pt x="1825" y="4453"/>
                </a:lnTo>
                <a:lnTo>
                  <a:pt x="1509" y="4672"/>
                </a:lnTo>
                <a:lnTo>
                  <a:pt x="1241" y="4915"/>
                </a:lnTo>
                <a:lnTo>
                  <a:pt x="973" y="5207"/>
                </a:lnTo>
                <a:lnTo>
                  <a:pt x="706" y="5548"/>
                </a:lnTo>
                <a:lnTo>
                  <a:pt x="487" y="5913"/>
                </a:lnTo>
                <a:lnTo>
                  <a:pt x="316" y="6302"/>
                </a:lnTo>
                <a:lnTo>
                  <a:pt x="195" y="6716"/>
                </a:lnTo>
                <a:lnTo>
                  <a:pt x="73" y="7129"/>
                </a:lnTo>
                <a:lnTo>
                  <a:pt x="24" y="7567"/>
                </a:lnTo>
                <a:lnTo>
                  <a:pt x="0" y="8005"/>
                </a:lnTo>
                <a:lnTo>
                  <a:pt x="24" y="8443"/>
                </a:lnTo>
                <a:lnTo>
                  <a:pt x="73" y="8881"/>
                </a:lnTo>
                <a:lnTo>
                  <a:pt x="170" y="9295"/>
                </a:lnTo>
                <a:lnTo>
                  <a:pt x="292" y="9709"/>
                </a:lnTo>
                <a:lnTo>
                  <a:pt x="462" y="10122"/>
                </a:lnTo>
                <a:lnTo>
                  <a:pt x="657" y="10487"/>
                </a:lnTo>
                <a:lnTo>
                  <a:pt x="900" y="10852"/>
                </a:lnTo>
                <a:lnTo>
                  <a:pt x="1192" y="11169"/>
                </a:lnTo>
                <a:lnTo>
                  <a:pt x="1484" y="11461"/>
                </a:lnTo>
                <a:lnTo>
                  <a:pt x="1679" y="11607"/>
                </a:lnTo>
                <a:lnTo>
                  <a:pt x="1874" y="11728"/>
                </a:lnTo>
                <a:lnTo>
                  <a:pt x="2068" y="11826"/>
                </a:lnTo>
                <a:lnTo>
                  <a:pt x="2287" y="11923"/>
                </a:lnTo>
                <a:lnTo>
                  <a:pt x="2506" y="11996"/>
                </a:lnTo>
                <a:lnTo>
                  <a:pt x="2725" y="12045"/>
                </a:lnTo>
                <a:lnTo>
                  <a:pt x="3163" y="12142"/>
                </a:lnTo>
                <a:lnTo>
                  <a:pt x="3626" y="12166"/>
                </a:lnTo>
                <a:lnTo>
                  <a:pt x="4088" y="12166"/>
                </a:lnTo>
                <a:lnTo>
                  <a:pt x="4550" y="12142"/>
                </a:lnTo>
                <a:lnTo>
                  <a:pt x="4988" y="12093"/>
                </a:lnTo>
                <a:lnTo>
                  <a:pt x="5450" y="11996"/>
                </a:lnTo>
                <a:lnTo>
                  <a:pt x="5840" y="11874"/>
                </a:lnTo>
                <a:lnTo>
                  <a:pt x="6229" y="11704"/>
                </a:lnTo>
                <a:lnTo>
                  <a:pt x="6594" y="11485"/>
                </a:lnTo>
                <a:lnTo>
                  <a:pt x="6910" y="11217"/>
                </a:lnTo>
                <a:lnTo>
                  <a:pt x="7202" y="10925"/>
                </a:lnTo>
                <a:lnTo>
                  <a:pt x="7494" y="10585"/>
                </a:lnTo>
                <a:lnTo>
                  <a:pt x="7738" y="10220"/>
                </a:lnTo>
                <a:lnTo>
                  <a:pt x="7981" y="9806"/>
                </a:lnTo>
                <a:lnTo>
                  <a:pt x="8151" y="9368"/>
                </a:lnTo>
                <a:lnTo>
                  <a:pt x="8297" y="8881"/>
                </a:lnTo>
                <a:lnTo>
                  <a:pt x="8395" y="8395"/>
                </a:lnTo>
                <a:lnTo>
                  <a:pt x="10244" y="8346"/>
                </a:lnTo>
                <a:lnTo>
                  <a:pt x="10293" y="8419"/>
                </a:lnTo>
                <a:lnTo>
                  <a:pt x="10366" y="8443"/>
                </a:lnTo>
                <a:lnTo>
                  <a:pt x="10439" y="8468"/>
                </a:lnTo>
                <a:lnTo>
                  <a:pt x="10512" y="8443"/>
                </a:lnTo>
                <a:lnTo>
                  <a:pt x="10585" y="8395"/>
                </a:lnTo>
                <a:lnTo>
                  <a:pt x="10633" y="8346"/>
                </a:lnTo>
                <a:lnTo>
                  <a:pt x="10682" y="8273"/>
                </a:lnTo>
                <a:lnTo>
                  <a:pt x="10682" y="8200"/>
                </a:lnTo>
                <a:lnTo>
                  <a:pt x="10925" y="7981"/>
                </a:lnTo>
                <a:lnTo>
                  <a:pt x="11169" y="7762"/>
                </a:lnTo>
                <a:lnTo>
                  <a:pt x="11582" y="7300"/>
                </a:lnTo>
                <a:lnTo>
                  <a:pt x="12190" y="6618"/>
                </a:lnTo>
                <a:lnTo>
                  <a:pt x="12799" y="5913"/>
                </a:lnTo>
                <a:lnTo>
                  <a:pt x="13894" y="4623"/>
                </a:lnTo>
                <a:lnTo>
                  <a:pt x="14964" y="3285"/>
                </a:lnTo>
                <a:lnTo>
                  <a:pt x="15329" y="4258"/>
                </a:lnTo>
                <a:lnTo>
                  <a:pt x="14964" y="4429"/>
                </a:lnTo>
                <a:lnTo>
                  <a:pt x="14648" y="4623"/>
                </a:lnTo>
                <a:lnTo>
                  <a:pt x="14332" y="4866"/>
                </a:lnTo>
                <a:lnTo>
                  <a:pt x="14040" y="5110"/>
                </a:lnTo>
                <a:lnTo>
                  <a:pt x="13796" y="5402"/>
                </a:lnTo>
                <a:lnTo>
                  <a:pt x="13553" y="5718"/>
                </a:lnTo>
                <a:lnTo>
                  <a:pt x="13358" y="6034"/>
                </a:lnTo>
                <a:lnTo>
                  <a:pt x="13188" y="6375"/>
                </a:lnTo>
                <a:lnTo>
                  <a:pt x="13042" y="6740"/>
                </a:lnTo>
                <a:lnTo>
                  <a:pt x="12945" y="7105"/>
                </a:lnTo>
                <a:lnTo>
                  <a:pt x="12872" y="7494"/>
                </a:lnTo>
                <a:lnTo>
                  <a:pt x="12823" y="7859"/>
                </a:lnTo>
                <a:lnTo>
                  <a:pt x="12823" y="8249"/>
                </a:lnTo>
                <a:lnTo>
                  <a:pt x="12847" y="8638"/>
                </a:lnTo>
                <a:lnTo>
                  <a:pt x="12920" y="9027"/>
                </a:lnTo>
                <a:lnTo>
                  <a:pt x="13018" y="9417"/>
                </a:lnTo>
                <a:lnTo>
                  <a:pt x="13188" y="9830"/>
                </a:lnTo>
                <a:lnTo>
                  <a:pt x="13383" y="10244"/>
                </a:lnTo>
                <a:lnTo>
                  <a:pt x="13626" y="10585"/>
                </a:lnTo>
                <a:lnTo>
                  <a:pt x="13918" y="10925"/>
                </a:lnTo>
                <a:lnTo>
                  <a:pt x="14210" y="11217"/>
                </a:lnTo>
                <a:lnTo>
                  <a:pt x="14551" y="11485"/>
                </a:lnTo>
                <a:lnTo>
                  <a:pt x="14916" y="11704"/>
                </a:lnTo>
                <a:lnTo>
                  <a:pt x="15305" y="11874"/>
                </a:lnTo>
                <a:lnTo>
                  <a:pt x="15694" y="12020"/>
                </a:lnTo>
                <a:lnTo>
                  <a:pt x="16108" y="12142"/>
                </a:lnTo>
                <a:lnTo>
                  <a:pt x="16522" y="12215"/>
                </a:lnTo>
                <a:lnTo>
                  <a:pt x="16960" y="12239"/>
                </a:lnTo>
                <a:lnTo>
                  <a:pt x="17398" y="12239"/>
                </a:lnTo>
                <a:lnTo>
                  <a:pt x="17836" y="12191"/>
                </a:lnTo>
                <a:lnTo>
                  <a:pt x="18249" y="12093"/>
                </a:lnTo>
                <a:lnTo>
                  <a:pt x="18687" y="11947"/>
                </a:lnTo>
                <a:lnTo>
                  <a:pt x="19052" y="11777"/>
                </a:lnTo>
                <a:lnTo>
                  <a:pt x="19442" y="11582"/>
                </a:lnTo>
                <a:lnTo>
                  <a:pt x="19782" y="11339"/>
                </a:lnTo>
                <a:lnTo>
                  <a:pt x="20123" y="11096"/>
                </a:lnTo>
                <a:lnTo>
                  <a:pt x="20439" y="10804"/>
                </a:lnTo>
                <a:lnTo>
                  <a:pt x="20707" y="10487"/>
                </a:lnTo>
                <a:lnTo>
                  <a:pt x="20974" y="10147"/>
                </a:lnTo>
                <a:lnTo>
                  <a:pt x="21193" y="9782"/>
                </a:lnTo>
                <a:lnTo>
                  <a:pt x="21388" y="9417"/>
                </a:lnTo>
                <a:lnTo>
                  <a:pt x="21534" y="9027"/>
                </a:lnTo>
                <a:lnTo>
                  <a:pt x="21631" y="8614"/>
                </a:lnTo>
                <a:lnTo>
                  <a:pt x="21680" y="8224"/>
                </a:lnTo>
                <a:lnTo>
                  <a:pt x="21704" y="7811"/>
                </a:lnTo>
                <a:lnTo>
                  <a:pt x="21656" y="7397"/>
                </a:lnTo>
                <a:lnTo>
                  <a:pt x="21583" y="6983"/>
                </a:lnTo>
                <a:lnTo>
                  <a:pt x="21412" y="6570"/>
                </a:lnTo>
                <a:lnTo>
                  <a:pt x="21218" y="6180"/>
                </a:lnTo>
                <a:lnTo>
                  <a:pt x="20974" y="5791"/>
                </a:lnTo>
                <a:lnTo>
                  <a:pt x="20682" y="5450"/>
                </a:lnTo>
                <a:lnTo>
                  <a:pt x="20342" y="5110"/>
                </a:lnTo>
                <a:lnTo>
                  <a:pt x="20001" y="4818"/>
                </a:lnTo>
                <a:lnTo>
                  <a:pt x="19636" y="4526"/>
                </a:lnTo>
                <a:lnTo>
                  <a:pt x="19247" y="4307"/>
                </a:lnTo>
                <a:lnTo>
                  <a:pt x="18858" y="4088"/>
                </a:lnTo>
                <a:lnTo>
                  <a:pt x="18493" y="3942"/>
                </a:lnTo>
                <a:lnTo>
                  <a:pt x="18103" y="3845"/>
                </a:lnTo>
                <a:lnTo>
                  <a:pt x="17738" y="3772"/>
                </a:lnTo>
                <a:lnTo>
                  <a:pt x="17349" y="3747"/>
                </a:lnTo>
                <a:lnTo>
                  <a:pt x="16960" y="3747"/>
                </a:lnTo>
                <a:lnTo>
                  <a:pt x="16570" y="3820"/>
                </a:lnTo>
                <a:lnTo>
                  <a:pt x="16205" y="3918"/>
                </a:lnTo>
                <a:lnTo>
                  <a:pt x="15840" y="4039"/>
                </a:lnTo>
                <a:lnTo>
                  <a:pt x="15159" y="2214"/>
                </a:lnTo>
                <a:lnTo>
                  <a:pt x="15013" y="1801"/>
                </a:lnTo>
                <a:lnTo>
                  <a:pt x="14891" y="1387"/>
                </a:lnTo>
                <a:lnTo>
                  <a:pt x="14721" y="973"/>
                </a:lnTo>
                <a:lnTo>
                  <a:pt x="14648" y="779"/>
                </a:lnTo>
                <a:lnTo>
                  <a:pt x="14526" y="584"/>
                </a:lnTo>
                <a:lnTo>
                  <a:pt x="14794" y="560"/>
                </a:lnTo>
                <a:lnTo>
                  <a:pt x="15256" y="560"/>
                </a:lnTo>
                <a:lnTo>
                  <a:pt x="15475" y="584"/>
                </a:lnTo>
                <a:lnTo>
                  <a:pt x="15694" y="633"/>
                </a:lnTo>
                <a:lnTo>
                  <a:pt x="15816" y="657"/>
                </a:lnTo>
                <a:lnTo>
                  <a:pt x="15840" y="706"/>
                </a:lnTo>
                <a:lnTo>
                  <a:pt x="15865" y="730"/>
                </a:lnTo>
                <a:lnTo>
                  <a:pt x="15865" y="852"/>
                </a:lnTo>
                <a:lnTo>
                  <a:pt x="15840" y="1022"/>
                </a:lnTo>
                <a:lnTo>
                  <a:pt x="15743" y="1119"/>
                </a:lnTo>
                <a:lnTo>
                  <a:pt x="15646" y="1217"/>
                </a:lnTo>
                <a:lnTo>
                  <a:pt x="15621" y="1314"/>
                </a:lnTo>
                <a:lnTo>
                  <a:pt x="15621" y="1387"/>
                </a:lnTo>
                <a:lnTo>
                  <a:pt x="15646" y="1411"/>
                </a:lnTo>
                <a:lnTo>
                  <a:pt x="15670" y="1436"/>
                </a:lnTo>
                <a:lnTo>
                  <a:pt x="15743" y="1484"/>
                </a:lnTo>
                <a:lnTo>
                  <a:pt x="15840" y="1484"/>
                </a:lnTo>
                <a:lnTo>
                  <a:pt x="16011" y="1387"/>
                </a:lnTo>
                <a:lnTo>
                  <a:pt x="16157" y="1265"/>
                </a:lnTo>
                <a:lnTo>
                  <a:pt x="16278" y="1119"/>
                </a:lnTo>
                <a:lnTo>
                  <a:pt x="16376" y="949"/>
                </a:lnTo>
                <a:lnTo>
                  <a:pt x="16424" y="779"/>
                </a:lnTo>
                <a:lnTo>
                  <a:pt x="16424" y="681"/>
                </a:lnTo>
                <a:lnTo>
                  <a:pt x="16400" y="584"/>
                </a:lnTo>
                <a:lnTo>
                  <a:pt x="16376" y="511"/>
                </a:lnTo>
                <a:lnTo>
                  <a:pt x="16327" y="414"/>
                </a:lnTo>
                <a:lnTo>
                  <a:pt x="16254" y="341"/>
                </a:lnTo>
                <a:lnTo>
                  <a:pt x="16157" y="268"/>
                </a:lnTo>
                <a:lnTo>
                  <a:pt x="15938" y="170"/>
                </a:lnTo>
                <a:lnTo>
                  <a:pt x="15719" y="97"/>
                </a:lnTo>
                <a:lnTo>
                  <a:pt x="15475" y="49"/>
                </a:lnTo>
                <a:lnTo>
                  <a:pt x="15232" y="24"/>
                </a:lnTo>
                <a:lnTo>
                  <a:pt x="14940"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61" name="Google Shape;861;p39"/>
          <p:cNvSpPr/>
          <p:nvPr/>
        </p:nvSpPr>
        <p:spPr>
          <a:xfrm>
            <a:off x="858133" y="4415489"/>
            <a:ext cx="382375" cy="402591"/>
          </a:xfrm>
          <a:custGeom>
            <a:avLst/>
            <a:gdLst/>
            <a:ahLst/>
            <a:cxnLst/>
            <a:rect l="l" t="t" r="r" b="b"/>
            <a:pathLst>
              <a:path w="17496" h="18421" extrusionOk="0">
                <a:moveTo>
                  <a:pt x="7421" y="1047"/>
                </a:moveTo>
                <a:lnTo>
                  <a:pt x="7373" y="1071"/>
                </a:lnTo>
                <a:lnTo>
                  <a:pt x="7348" y="1120"/>
                </a:lnTo>
                <a:lnTo>
                  <a:pt x="7324" y="1169"/>
                </a:lnTo>
                <a:lnTo>
                  <a:pt x="7348" y="1315"/>
                </a:lnTo>
                <a:lnTo>
                  <a:pt x="7348" y="1461"/>
                </a:lnTo>
                <a:lnTo>
                  <a:pt x="7324" y="1582"/>
                </a:lnTo>
                <a:lnTo>
                  <a:pt x="7300" y="1704"/>
                </a:lnTo>
                <a:lnTo>
                  <a:pt x="7178" y="1923"/>
                </a:lnTo>
                <a:lnTo>
                  <a:pt x="7008" y="2142"/>
                </a:lnTo>
                <a:lnTo>
                  <a:pt x="6862" y="2385"/>
                </a:lnTo>
                <a:lnTo>
                  <a:pt x="6813" y="2483"/>
                </a:lnTo>
                <a:lnTo>
                  <a:pt x="6765" y="2604"/>
                </a:lnTo>
                <a:lnTo>
                  <a:pt x="6740" y="2750"/>
                </a:lnTo>
                <a:lnTo>
                  <a:pt x="6740" y="2872"/>
                </a:lnTo>
                <a:lnTo>
                  <a:pt x="6740" y="3018"/>
                </a:lnTo>
                <a:lnTo>
                  <a:pt x="6789" y="3164"/>
                </a:lnTo>
                <a:lnTo>
                  <a:pt x="6862" y="3286"/>
                </a:lnTo>
                <a:lnTo>
                  <a:pt x="6959" y="3432"/>
                </a:lnTo>
                <a:lnTo>
                  <a:pt x="7154" y="3699"/>
                </a:lnTo>
                <a:lnTo>
                  <a:pt x="7251" y="3845"/>
                </a:lnTo>
                <a:lnTo>
                  <a:pt x="7275" y="3991"/>
                </a:lnTo>
                <a:lnTo>
                  <a:pt x="7275" y="4064"/>
                </a:lnTo>
                <a:lnTo>
                  <a:pt x="7275" y="4137"/>
                </a:lnTo>
                <a:lnTo>
                  <a:pt x="7251" y="4186"/>
                </a:lnTo>
                <a:lnTo>
                  <a:pt x="7178" y="4259"/>
                </a:lnTo>
                <a:lnTo>
                  <a:pt x="7154" y="4332"/>
                </a:lnTo>
                <a:lnTo>
                  <a:pt x="7129" y="4405"/>
                </a:lnTo>
                <a:lnTo>
                  <a:pt x="7129" y="4478"/>
                </a:lnTo>
                <a:lnTo>
                  <a:pt x="7178" y="4527"/>
                </a:lnTo>
                <a:lnTo>
                  <a:pt x="7251" y="4575"/>
                </a:lnTo>
                <a:lnTo>
                  <a:pt x="7324" y="4600"/>
                </a:lnTo>
                <a:lnTo>
                  <a:pt x="7397" y="4575"/>
                </a:lnTo>
                <a:lnTo>
                  <a:pt x="7470" y="4527"/>
                </a:lnTo>
                <a:lnTo>
                  <a:pt x="7567" y="4429"/>
                </a:lnTo>
                <a:lnTo>
                  <a:pt x="7616" y="4332"/>
                </a:lnTo>
                <a:lnTo>
                  <a:pt x="7665" y="4235"/>
                </a:lnTo>
                <a:lnTo>
                  <a:pt x="7689" y="4113"/>
                </a:lnTo>
                <a:lnTo>
                  <a:pt x="7689" y="4016"/>
                </a:lnTo>
                <a:lnTo>
                  <a:pt x="7665" y="3918"/>
                </a:lnTo>
                <a:lnTo>
                  <a:pt x="7592" y="3724"/>
                </a:lnTo>
                <a:lnTo>
                  <a:pt x="7470" y="3505"/>
                </a:lnTo>
                <a:lnTo>
                  <a:pt x="7324" y="3310"/>
                </a:lnTo>
                <a:lnTo>
                  <a:pt x="7202" y="3115"/>
                </a:lnTo>
                <a:lnTo>
                  <a:pt x="7105" y="2921"/>
                </a:lnTo>
                <a:lnTo>
                  <a:pt x="7081" y="2823"/>
                </a:lnTo>
                <a:lnTo>
                  <a:pt x="7105" y="2726"/>
                </a:lnTo>
                <a:lnTo>
                  <a:pt x="7154" y="2604"/>
                </a:lnTo>
                <a:lnTo>
                  <a:pt x="7202" y="2483"/>
                </a:lnTo>
                <a:lnTo>
                  <a:pt x="7373" y="2239"/>
                </a:lnTo>
                <a:lnTo>
                  <a:pt x="7543" y="1972"/>
                </a:lnTo>
                <a:lnTo>
                  <a:pt x="7689" y="1728"/>
                </a:lnTo>
                <a:lnTo>
                  <a:pt x="7738" y="1607"/>
                </a:lnTo>
                <a:lnTo>
                  <a:pt x="7762" y="1485"/>
                </a:lnTo>
                <a:lnTo>
                  <a:pt x="7762" y="1363"/>
                </a:lnTo>
                <a:lnTo>
                  <a:pt x="7713" y="1242"/>
                </a:lnTo>
                <a:lnTo>
                  <a:pt x="7616" y="1144"/>
                </a:lnTo>
                <a:lnTo>
                  <a:pt x="7494" y="1071"/>
                </a:lnTo>
                <a:lnTo>
                  <a:pt x="7421" y="1047"/>
                </a:lnTo>
                <a:close/>
                <a:moveTo>
                  <a:pt x="10293" y="1242"/>
                </a:moveTo>
                <a:lnTo>
                  <a:pt x="10268" y="1266"/>
                </a:lnTo>
                <a:lnTo>
                  <a:pt x="10244" y="1363"/>
                </a:lnTo>
                <a:lnTo>
                  <a:pt x="10220" y="1485"/>
                </a:lnTo>
                <a:lnTo>
                  <a:pt x="10195" y="1607"/>
                </a:lnTo>
                <a:lnTo>
                  <a:pt x="10171" y="1680"/>
                </a:lnTo>
                <a:lnTo>
                  <a:pt x="10098" y="1826"/>
                </a:lnTo>
                <a:lnTo>
                  <a:pt x="10001" y="1923"/>
                </a:lnTo>
                <a:lnTo>
                  <a:pt x="9782" y="2166"/>
                </a:lnTo>
                <a:lnTo>
                  <a:pt x="9684" y="2288"/>
                </a:lnTo>
                <a:lnTo>
                  <a:pt x="9611" y="2434"/>
                </a:lnTo>
                <a:lnTo>
                  <a:pt x="9587" y="2604"/>
                </a:lnTo>
                <a:lnTo>
                  <a:pt x="9587" y="2775"/>
                </a:lnTo>
                <a:lnTo>
                  <a:pt x="9636" y="2921"/>
                </a:lnTo>
                <a:lnTo>
                  <a:pt x="9709" y="3042"/>
                </a:lnTo>
                <a:lnTo>
                  <a:pt x="9879" y="3286"/>
                </a:lnTo>
                <a:lnTo>
                  <a:pt x="10001" y="3456"/>
                </a:lnTo>
                <a:lnTo>
                  <a:pt x="10074" y="3626"/>
                </a:lnTo>
                <a:lnTo>
                  <a:pt x="10098" y="3724"/>
                </a:lnTo>
                <a:lnTo>
                  <a:pt x="10098" y="3821"/>
                </a:lnTo>
                <a:lnTo>
                  <a:pt x="10074" y="3918"/>
                </a:lnTo>
                <a:lnTo>
                  <a:pt x="10025" y="4016"/>
                </a:lnTo>
                <a:lnTo>
                  <a:pt x="9952" y="4137"/>
                </a:lnTo>
                <a:lnTo>
                  <a:pt x="9855" y="4235"/>
                </a:lnTo>
                <a:lnTo>
                  <a:pt x="9782" y="4332"/>
                </a:lnTo>
                <a:lnTo>
                  <a:pt x="9709" y="4454"/>
                </a:lnTo>
                <a:lnTo>
                  <a:pt x="9684" y="4502"/>
                </a:lnTo>
                <a:lnTo>
                  <a:pt x="9684" y="4575"/>
                </a:lnTo>
                <a:lnTo>
                  <a:pt x="9733" y="4673"/>
                </a:lnTo>
                <a:lnTo>
                  <a:pt x="9757" y="4721"/>
                </a:lnTo>
                <a:lnTo>
                  <a:pt x="9806" y="4746"/>
                </a:lnTo>
                <a:lnTo>
                  <a:pt x="9855" y="4770"/>
                </a:lnTo>
                <a:lnTo>
                  <a:pt x="9928" y="4746"/>
                </a:lnTo>
                <a:lnTo>
                  <a:pt x="10122" y="4648"/>
                </a:lnTo>
                <a:lnTo>
                  <a:pt x="10268" y="4502"/>
                </a:lnTo>
                <a:lnTo>
                  <a:pt x="10414" y="4332"/>
                </a:lnTo>
                <a:lnTo>
                  <a:pt x="10487" y="4137"/>
                </a:lnTo>
                <a:lnTo>
                  <a:pt x="10536" y="3943"/>
                </a:lnTo>
                <a:lnTo>
                  <a:pt x="10536" y="3724"/>
                </a:lnTo>
                <a:lnTo>
                  <a:pt x="10487" y="3505"/>
                </a:lnTo>
                <a:lnTo>
                  <a:pt x="10414" y="3310"/>
                </a:lnTo>
                <a:lnTo>
                  <a:pt x="10293" y="3140"/>
                </a:lnTo>
                <a:lnTo>
                  <a:pt x="10171" y="2994"/>
                </a:lnTo>
                <a:lnTo>
                  <a:pt x="10074" y="2872"/>
                </a:lnTo>
                <a:lnTo>
                  <a:pt x="10025" y="2775"/>
                </a:lnTo>
                <a:lnTo>
                  <a:pt x="10001" y="2653"/>
                </a:lnTo>
                <a:lnTo>
                  <a:pt x="10025" y="2556"/>
                </a:lnTo>
                <a:lnTo>
                  <a:pt x="10074" y="2434"/>
                </a:lnTo>
                <a:lnTo>
                  <a:pt x="10122" y="2337"/>
                </a:lnTo>
                <a:lnTo>
                  <a:pt x="10293" y="2118"/>
                </a:lnTo>
                <a:lnTo>
                  <a:pt x="10414" y="1947"/>
                </a:lnTo>
                <a:lnTo>
                  <a:pt x="10512" y="1753"/>
                </a:lnTo>
                <a:lnTo>
                  <a:pt x="10512" y="1655"/>
                </a:lnTo>
                <a:lnTo>
                  <a:pt x="10536" y="1558"/>
                </a:lnTo>
                <a:lnTo>
                  <a:pt x="10512" y="1461"/>
                </a:lnTo>
                <a:lnTo>
                  <a:pt x="10487" y="1363"/>
                </a:lnTo>
                <a:lnTo>
                  <a:pt x="10463" y="1290"/>
                </a:lnTo>
                <a:lnTo>
                  <a:pt x="10390" y="1266"/>
                </a:lnTo>
                <a:lnTo>
                  <a:pt x="10317" y="1242"/>
                </a:lnTo>
                <a:close/>
                <a:moveTo>
                  <a:pt x="8322" y="1"/>
                </a:moveTo>
                <a:lnTo>
                  <a:pt x="8273" y="49"/>
                </a:lnTo>
                <a:lnTo>
                  <a:pt x="8249" y="98"/>
                </a:lnTo>
                <a:lnTo>
                  <a:pt x="8273" y="171"/>
                </a:lnTo>
                <a:lnTo>
                  <a:pt x="8492" y="512"/>
                </a:lnTo>
                <a:lnTo>
                  <a:pt x="8614" y="682"/>
                </a:lnTo>
                <a:lnTo>
                  <a:pt x="8687" y="877"/>
                </a:lnTo>
                <a:lnTo>
                  <a:pt x="8711" y="1023"/>
                </a:lnTo>
                <a:lnTo>
                  <a:pt x="8735" y="1144"/>
                </a:lnTo>
                <a:lnTo>
                  <a:pt x="8711" y="1266"/>
                </a:lnTo>
                <a:lnTo>
                  <a:pt x="8687" y="1388"/>
                </a:lnTo>
                <a:lnTo>
                  <a:pt x="8614" y="1631"/>
                </a:lnTo>
                <a:lnTo>
                  <a:pt x="8492" y="1850"/>
                </a:lnTo>
                <a:lnTo>
                  <a:pt x="8322" y="2166"/>
                </a:lnTo>
                <a:lnTo>
                  <a:pt x="8249" y="2312"/>
                </a:lnTo>
                <a:lnTo>
                  <a:pt x="8200" y="2458"/>
                </a:lnTo>
                <a:lnTo>
                  <a:pt x="8200" y="2604"/>
                </a:lnTo>
                <a:lnTo>
                  <a:pt x="8200" y="2775"/>
                </a:lnTo>
                <a:lnTo>
                  <a:pt x="8249" y="2921"/>
                </a:lnTo>
                <a:lnTo>
                  <a:pt x="8322" y="3091"/>
                </a:lnTo>
                <a:lnTo>
                  <a:pt x="8419" y="3213"/>
                </a:lnTo>
                <a:lnTo>
                  <a:pt x="8516" y="3334"/>
                </a:lnTo>
                <a:lnTo>
                  <a:pt x="8589" y="3432"/>
                </a:lnTo>
                <a:lnTo>
                  <a:pt x="8638" y="3529"/>
                </a:lnTo>
                <a:lnTo>
                  <a:pt x="8662" y="3651"/>
                </a:lnTo>
                <a:lnTo>
                  <a:pt x="8662" y="3748"/>
                </a:lnTo>
                <a:lnTo>
                  <a:pt x="8638" y="3845"/>
                </a:lnTo>
                <a:lnTo>
                  <a:pt x="8614" y="3967"/>
                </a:lnTo>
                <a:lnTo>
                  <a:pt x="8516" y="4162"/>
                </a:lnTo>
                <a:lnTo>
                  <a:pt x="8297" y="4551"/>
                </a:lnTo>
                <a:lnTo>
                  <a:pt x="8200" y="4746"/>
                </a:lnTo>
                <a:lnTo>
                  <a:pt x="8103" y="4940"/>
                </a:lnTo>
                <a:lnTo>
                  <a:pt x="8054" y="5062"/>
                </a:lnTo>
                <a:lnTo>
                  <a:pt x="8054" y="5208"/>
                </a:lnTo>
                <a:lnTo>
                  <a:pt x="8054" y="5354"/>
                </a:lnTo>
                <a:lnTo>
                  <a:pt x="8078" y="5476"/>
                </a:lnTo>
                <a:lnTo>
                  <a:pt x="8127" y="5622"/>
                </a:lnTo>
                <a:lnTo>
                  <a:pt x="8224" y="5719"/>
                </a:lnTo>
                <a:lnTo>
                  <a:pt x="8297" y="5816"/>
                </a:lnTo>
                <a:lnTo>
                  <a:pt x="8419" y="5889"/>
                </a:lnTo>
                <a:lnTo>
                  <a:pt x="8492" y="5914"/>
                </a:lnTo>
                <a:lnTo>
                  <a:pt x="8565" y="5914"/>
                </a:lnTo>
                <a:lnTo>
                  <a:pt x="8614" y="5889"/>
                </a:lnTo>
                <a:lnTo>
                  <a:pt x="8662" y="5841"/>
                </a:lnTo>
                <a:lnTo>
                  <a:pt x="8711" y="5792"/>
                </a:lnTo>
                <a:lnTo>
                  <a:pt x="8711" y="5719"/>
                </a:lnTo>
                <a:lnTo>
                  <a:pt x="8687" y="5670"/>
                </a:lnTo>
                <a:lnTo>
                  <a:pt x="8662" y="5597"/>
                </a:lnTo>
                <a:lnTo>
                  <a:pt x="8589" y="5476"/>
                </a:lnTo>
                <a:lnTo>
                  <a:pt x="8541" y="5378"/>
                </a:lnTo>
                <a:lnTo>
                  <a:pt x="8516" y="5257"/>
                </a:lnTo>
                <a:lnTo>
                  <a:pt x="8516" y="5159"/>
                </a:lnTo>
                <a:lnTo>
                  <a:pt x="8541" y="5038"/>
                </a:lnTo>
                <a:lnTo>
                  <a:pt x="8565" y="4940"/>
                </a:lnTo>
                <a:lnTo>
                  <a:pt x="8687" y="4721"/>
                </a:lnTo>
                <a:lnTo>
                  <a:pt x="8954" y="4283"/>
                </a:lnTo>
                <a:lnTo>
                  <a:pt x="9076" y="4040"/>
                </a:lnTo>
                <a:lnTo>
                  <a:pt x="9100" y="3943"/>
                </a:lnTo>
                <a:lnTo>
                  <a:pt x="9125" y="3821"/>
                </a:lnTo>
                <a:lnTo>
                  <a:pt x="9125" y="3626"/>
                </a:lnTo>
                <a:lnTo>
                  <a:pt x="9076" y="3480"/>
                </a:lnTo>
                <a:lnTo>
                  <a:pt x="9027" y="3310"/>
                </a:lnTo>
                <a:lnTo>
                  <a:pt x="8930" y="3164"/>
                </a:lnTo>
                <a:lnTo>
                  <a:pt x="8784" y="2921"/>
                </a:lnTo>
                <a:lnTo>
                  <a:pt x="8711" y="2823"/>
                </a:lnTo>
                <a:lnTo>
                  <a:pt x="8662" y="2726"/>
                </a:lnTo>
                <a:lnTo>
                  <a:pt x="8662" y="2604"/>
                </a:lnTo>
                <a:lnTo>
                  <a:pt x="8662" y="2507"/>
                </a:lnTo>
                <a:lnTo>
                  <a:pt x="8711" y="2361"/>
                </a:lnTo>
                <a:lnTo>
                  <a:pt x="8784" y="2215"/>
                </a:lnTo>
                <a:lnTo>
                  <a:pt x="8954" y="1899"/>
                </a:lnTo>
                <a:lnTo>
                  <a:pt x="9076" y="1582"/>
                </a:lnTo>
                <a:lnTo>
                  <a:pt x="9125" y="1436"/>
                </a:lnTo>
                <a:lnTo>
                  <a:pt x="9149" y="1266"/>
                </a:lnTo>
                <a:lnTo>
                  <a:pt x="9149" y="1096"/>
                </a:lnTo>
                <a:lnTo>
                  <a:pt x="9125" y="901"/>
                </a:lnTo>
                <a:lnTo>
                  <a:pt x="9100" y="755"/>
                </a:lnTo>
                <a:lnTo>
                  <a:pt x="9052" y="609"/>
                </a:lnTo>
                <a:lnTo>
                  <a:pt x="8979" y="463"/>
                </a:lnTo>
                <a:lnTo>
                  <a:pt x="8881" y="341"/>
                </a:lnTo>
                <a:lnTo>
                  <a:pt x="8784" y="220"/>
                </a:lnTo>
                <a:lnTo>
                  <a:pt x="8662" y="122"/>
                </a:lnTo>
                <a:lnTo>
                  <a:pt x="8541" y="49"/>
                </a:lnTo>
                <a:lnTo>
                  <a:pt x="8395" y="1"/>
                </a:lnTo>
                <a:close/>
                <a:moveTo>
                  <a:pt x="6497" y="7982"/>
                </a:moveTo>
                <a:lnTo>
                  <a:pt x="6424" y="8079"/>
                </a:lnTo>
                <a:lnTo>
                  <a:pt x="6229" y="8055"/>
                </a:lnTo>
                <a:lnTo>
                  <a:pt x="5791" y="8030"/>
                </a:lnTo>
                <a:lnTo>
                  <a:pt x="6156" y="8006"/>
                </a:lnTo>
                <a:lnTo>
                  <a:pt x="6497" y="7982"/>
                </a:lnTo>
                <a:close/>
                <a:moveTo>
                  <a:pt x="10512" y="6911"/>
                </a:moveTo>
                <a:lnTo>
                  <a:pt x="11242" y="6960"/>
                </a:lnTo>
                <a:lnTo>
                  <a:pt x="11972" y="7009"/>
                </a:lnTo>
                <a:lnTo>
                  <a:pt x="12677" y="7106"/>
                </a:lnTo>
                <a:lnTo>
                  <a:pt x="13407" y="7228"/>
                </a:lnTo>
                <a:lnTo>
                  <a:pt x="14089" y="7374"/>
                </a:lnTo>
                <a:lnTo>
                  <a:pt x="14186" y="7422"/>
                </a:lnTo>
                <a:lnTo>
                  <a:pt x="14259" y="7471"/>
                </a:lnTo>
                <a:lnTo>
                  <a:pt x="14283" y="7520"/>
                </a:lnTo>
                <a:lnTo>
                  <a:pt x="14283" y="7593"/>
                </a:lnTo>
                <a:lnTo>
                  <a:pt x="14259" y="7666"/>
                </a:lnTo>
                <a:lnTo>
                  <a:pt x="14210" y="7714"/>
                </a:lnTo>
                <a:lnTo>
                  <a:pt x="14162" y="7787"/>
                </a:lnTo>
                <a:lnTo>
                  <a:pt x="14089" y="7836"/>
                </a:lnTo>
                <a:lnTo>
                  <a:pt x="13894" y="7909"/>
                </a:lnTo>
                <a:lnTo>
                  <a:pt x="13699" y="7958"/>
                </a:lnTo>
                <a:lnTo>
                  <a:pt x="13310" y="8030"/>
                </a:lnTo>
                <a:lnTo>
                  <a:pt x="12775" y="8079"/>
                </a:lnTo>
                <a:lnTo>
                  <a:pt x="12750" y="8006"/>
                </a:lnTo>
                <a:lnTo>
                  <a:pt x="12677" y="7982"/>
                </a:lnTo>
                <a:lnTo>
                  <a:pt x="12215" y="7860"/>
                </a:lnTo>
                <a:lnTo>
                  <a:pt x="11753" y="7787"/>
                </a:lnTo>
                <a:lnTo>
                  <a:pt x="11290" y="7714"/>
                </a:lnTo>
                <a:lnTo>
                  <a:pt x="10804" y="7666"/>
                </a:lnTo>
                <a:lnTo>
                  <a:pt x="9855" y="7617"/>
                </a:lnTo>
                <a:lnTo>
                  <a:pt x="8906" y="7593"/>
                </a:lnTo>
                <a:lnTo>
                  <a:pt x="7884" y="7593"/>
                </a:lnTo>
                <a:lnTo>
                  <a:pt x="6862" y="7641"/>
                </a:lnTo>
                <a:lnTo>
                  <a:pt x="6424" y="7666"/>
                </a:lnTo>
                <a:lnTo>
                  <a:pt x="5986" y="7714"/>
                </a:lnTo>
                <a:lnTo>
                  <a:pt x="5767" y="7739"/>
                </a:lnTo>
                <a:lnTo>
                  <a:pt x="5548" y="7787"/>
                </a:lnTo>
                <a:lnTo>
                  <a:pt x="5353" y="7860"/>
                </a:lnTo>
                <a:lnTo>
                  <a:pt x="5159" y="7933"/>
                </a:lnTo>
                <a:lnTo>
                  <a:pt x="5159" y="7958"/>
                </a:lnTo>
                <a:lnTo>
                  <a:pt x="5159" y="7982"/>
                </a:lnTo>
                <a:lnTo>
                  <a:pt x="5207" y="8006"/>
                </a:lnTo>
                <a:lnTo>
                  <a:pt x="5207" y="8006"/>
                </a:lnTo>
                <a:lnTo>
                  <a:pt x="4696" y="7958"/>
                </a:lnTo>
                <a:lnTo>
                  <a:pt x="4331" y="7933"/>
                </a:lnTo>
                <a:lnTo>
                  <a:pt x="3869" y="7909"/>
                </a:lnTo>
                <a:lnTo>
                  <a:pt x="3626" y="7860"/>
                </a:lnTo>
                <a:lnTo>
                  <a:pt x="3431" y="7787"/>
                </a:lnTo>
                <a:lnTo>
                  <a:pt x="3334" y="7739"/>
                </a:lnTo>
                <a:lnTo>
                  <a:pt x="3261" y="7666"/>
                </a:lnTo>
                <a:lnTo>
                  <a:pt x="3212" y="7617"/>
                </a:lnTo>
                <a:lnTo>
                  <a:pt x="3163" y="7520"/>
                </a:lnTo>
                <a:lnTo>
                  <a:pt x="3261" y="7471"/>
                </a:lnTo>
                <a:lnTo>
                  <a:pt x="3358" y="7398"/>
                </a:lnTo>
                <a:lnTo>
                  <a:pt x="3577" y="7325"/>
                </a:lnTo>
                <a:lnTo>
                  <a:pt x="3820" y="7301"/>
                </a:lnTo>
                <a:lnTo>
                  <a:pt x="4064" y="7276"/>
                </a:lnTo>
                <a:lnTo>
                  <a:pt x="5548" y="7130"/>
                </a:lnTo>
                <a:lnTo>
                  <a:pt x="6935" y="7009"/>
                </a:lnTo>
                <a:lnTo>
                  <a:pt x="8322" y="6936"/>
                </a:lnTo>
                <a:lnTo>
                  <a:pt x="9052" y="6911"/>
                </a:lnTo>
                <a:close/>
                <a:moveTo>
                  <a:pt x="7032" y="7933"/>
                </a:moveTo>
                <a:lnTo>
                  <a:pt x="6935" y="8079"/>
                </a:lnTo>
                <a:lnTo>
                  <a:pt x="6935" y="8103"/>
                </a:lnTo>
                <a:lnTo>
                  <a:pt x="6765" y="8079"/>
                </a:lnTo>
                <a:lnTo>
                  <a:pt x="6789" y="8030"/>
                </a:lnTo>
                <a:lnTo>
                  <a:pt x="6862" y="7958"/>
                </a:lnTo>
                <a:lnTo>
                  <a:pt x="6862" y="7933"/>
                </a:lnTo>
                <a:close/>
                <a:moveTo>
                  <a:pt x="7519" y="7909"/>
                </a:moveTo>
                <a:lnTo>
                  <a:pt x="7470" y="8006"/>
                </a:lnTo>
                <a:lnTo>
                  <a:pt x="7421" y="8103"/>
                </a:lnTo>
                <a:lnTo>
                  <a:pt x="7275" y="8103"/>
                </a:lnTo>
                <a:lnTo>
                  <a:pt x="7348" y="8006"/>
                </a:lnTo>
                <a:lnTo>
                  <a:pt x="7421" y="7909"/>
                </a:lnTo>
                <a:close/>
                <a:moveTo>
                  <a:pt x="8054" y="7909"/>
                </a:moveTo>
                <a:lnTo>
                  <a:pt x="7981" y="8006"/>
                </a:lnTo>
                <a:lnTo>
                  <a:pt x="7908" y="8103"/>
                </a:lnTo>
                <a:lnTo>
                  <a:pt x="7908" y="8128"/>
                </a:lnTo>
                <a:lnTo>
                  <a:pt x="7665" y="8128"/>
                </a:lnTo>
                <a:lnTo>
                  <a:pt x="7689" y="8030"/>
                </a:lnTo>
                <a:lnTo>
                  <a:pt x="7786" y="7909"/>
                </a:lnTo>
                <a:close/>
                <a:moveTo>
                  <a:pt x="8468" y="7909"/>
                </a:moveTo>
                <a:lnTo>
                  <a:pt x="8395" y="8006"/>
                </a:lnTo>
                <a:lnTo>
                  <a:pt x="8322" y="8128"/>
                </a:lnTo>
                <a:lnTo>
                  <a:pt x="8224" y="8128"/>
                </a:lnTo>
                <a:lnTo>
                  <a:pt x="8322" y="7909"/>
                </a:lnTo>
                <a:close/>
                <a:moveTo>
                  <a:pt x="8784" y="7909"/>
                </a:moveTo>
                <a:lnTo>
                  <a:pt x="8662" y="8128"/>
                </a:lnTo>
                <a:lnTo>
                  <a:pt x="8541" y="8128"/>
                </a:lnTo>
                <a:lnTo>
                  <a:pt x="8589" y="7909"/>
                </a:lnTo>
                <a:close/>
                <a:moveTo>
                  <a:pt x="10171" y="7958"/>
                </a:moveTo>
                <a:lnTo>
                  <a:pt x="10122" y="8006"/>
                </a:lnTo>
                <a:lnTo>
                  <a:pt x="10001" y="8128"/>
                </a:lnTo>
                <a:lnTo>
                  <a:pt x="9976" y="8128"/>
                </a:lnTo>
                <a:lnTo>
                  <a:pt x="10049" y="7958"/>
                </a:lnTo>
                <a:close/>
                <a:moveTo>
                  <a:pt x="10414" y="7982"/>
                </a:moveTo>
                <a:lnTo>
                  <a:pt x="10585" y="8006"/>
                </a:lnTo>
                <a:lnTo>
                  <a:pt x="10585" y="8055"/>
                </a:lnTo>
                <a:lnTo>
                  <a:pt x="10560" y="8128"/>
                </a:lnTo>
                <a:lnTo>
                  <a:pt x="10341" y="8128"/>
                </a:lnTo>
                <a:lnTo>
                  <a:pt x="10414" y="7982"/>
                </a:lnTo>
                <a:close/>
                <a:moveTo>
                  <a:pt x="10779" y="8006"/>
                </a:moveTo>
                <a:lnTo>
                  <a:pt x="11485" y="8103"/>
                </a:lnTo>
                <a:lnTo>
                  <a:pt x="10804" y="8128"/>
                </a:lnTo>
                <a:lnTo>
                  <a:pt x="10779" y="8055"/>
                </a:lnTo>
                <a:lnTo>
                  <a:pt x="10779" y="8006"/>
                </a:lnTo>
                <a:close/>
                <a:moveTo>
                  <a:pt x="9319" y="7909"/>
                </a:moveTo>
                <a:lnTo>
                  <a:pt x="9222" y="8030"/>
                </a:lnTo>
                <a:lnTo>
                  <a:pt x="9125" y="8152"/>
                </a:lnTo>
                <a:lnTo>
                  <a:pt x="8979" y="8152"/>
                </a:lnTo>
                <a:lnTo>
                  <a:pt x="9027" y="7909"/>
                </a:lnTo>
                <a:close/>
                <a:moveTo>
                  <a:pt x="9417" y="7909"/>
                </a:moveTo>
                <a:lnTo>
                  <a:pt x="9952" y="7958"/>
                </a:lnTo>
                <a:lnTo>
                  <a:pt x="9855" y="8103"/>
                </a:lnTo>
                <a:lnTo>
                  <a:pt x="9855" y="8128"/>
                </a:lnTo>
                <a:lnTo>
                  <a:pt x="9611" y="8128"/>
                </a:lnTo>
                <a:lnTo>
                  <a:pt x="9660" y="8030"/>
                </a:lnTo>
                <a:lnTo>
                  <a:pt x="9660" y="7982"/>
                </a:lnTo>
                <a:lnTo>
                  <a:pt x="9636" y="7958"/>
                </a:lnTo>
                <a:lnTo>
                  <a:pt x="9611" y="7933"/>
                </a:lnTo>
                <a:lnTo>
                  <a:pt x="9563" y="7958"/>
                </a:lnTo>
                <a:lnTo>
                  <a:pt x="9441" y="8103"/>
                </a:lnTo>
                <a:lnTo>
                  <a:pt x="9417" y="8152"/>
                </a:lnTo>
                <a:lnTo>
                  <a:pt x="9344" y="8152"/>
                </a:lnTo>
                <a:lnTo>
                  <a:pt x="9417" y="7933"/>
                </a:lnTo>
                <a:lnTo>
                  <a:pt x="9417" y="7909"/>
                </a:lnTo>
                <a:close/>
                <a:moveTo>
                  <a:pt x="1874" y="8955"/>
                </a:moveTo>
                <a:lnTo>
                  <a:pt x="2117" y="9004"/>
                </a:lnTo>
                <a:lnTo>
                  <a:pt x="2360" y="9052"/>
                </a:lnTo>
                <a:lnTo>
                  <a:pt x="2604" y="9052"/>
                </a:lnTo>
                <a:lnTo>
                  <a:pt x="2823" y="10342"/>
                </a:lnTo>
                <a:lnTo>
                  <a:pt x="3115" y="11607"/>
                </a:lnTo>
                <a:lnTo>
                  <a:pt x="3309" y="12362"/>
                </a:lnTo>
                <a:lnTo>
                  <a:pt x="3309" y="12362"/>
                </a:lnTo>
                <a:lnTo>
                  <a:pt x="3163" y="12167"/>
                </a:lnTo>
                <a:lnTo>
                  <a:pt x="2993" y="11997"/>
                </a:lnTo>
                <a:lnTo>
                  <a:pt x="2823" y="11826"/>
                </a:lnTo>
                <a:lnTo>
                  <a:pt x="2628" y="11656"/>
                </a:lnTo>
                <a:lnTo>
                  <a:pt x="2385" y="11486"/>
                </a:lnTo>
                <a:lnTo>
                  <a:pt x="2117" y="11315"/>
                </a:lnTo>
                <a:lnTo>
                  <a:pt x="1825" y="11145"/>
                </a:lnTo>
                <a:lnTo>
                  <a:pt x="1557" y="10950"/>
                </a:lnTo>
                <a:lnTo>
                  <a:pt x="1338" y="10731"/>
                </a:lnTo>
                <a:lnTo>
                  <a:pt x="1217" y="10610"/>
                </a:lnTo>
                <a:lnTo>
                  <a:pt x="1144" y="10464"/>
                </a:lnTo>
                <a:lnTo>
                  <a:pt x="1071" y="10342"/>
                </a:lnTo>
                <a:lnTo>
                  <a:pt x="998" y="10196"/>
                </a:lnTo>
                <a:lnTo>
                  <a:pt x="973" y="10050"/>
                </a:lnTo>
                <a:lnTo>
                  <a:pt x="949" y="9880"/>
                </a:lnTo>
                <a:lnTo>
                  <a:pt x="949" y="9734"/>
                </a:lnTo>
                <a:lnTo>
                  <a:pt x="998" y="9563"/>
                </a:lnTo>
                <a:lnTo>
                  <a:pt x="1046" y="9442"/>
                </a:lnTo>
                <a:lnTo>
                  <a:pt x="1119" y="9320"/>
                </a:lnTo>
                <a:lnTo>
                  <a:pt x="1241" y="9198"/>
                </a:lnTo>
                <a:lnTo>
                  <a:pt x="1338" y="9101"/>
                </a:lnTo>
                <a:lnTo>
                  <a:pt x="1484" y="9028"/>
                </a:lnTo>
                <a:lnTo>
                  <a:pt x="1630" y="8979"/>
                </a:lnTo>
                <a:lnTo>
                  <a:pt x="1752" y="8955"/>
                </a:lnTo>
                <a:close/>
                <a:moveTo>
                  <a:pt x="14137" y="15525"/>
                </a:moveTo>
                <a:lnTo>
                  <a:pt x="14405" y="15598"/>
                </a:lnTo>
                <a:lnTo>
                  <a:pt x="14405" y="15720"/>
                </a:lnTo>
                <a:lnTo>
                  <a:pt x="14405" y="15841"/>
                </a:lnTo>
                <a:lnTo>
                  <a:pt x="14381" y="15939"/>
                </a:lnTo>
                <a:lnTo>
                  <a:pt x="14356" y="16012"/>
                </a:lnTo>
                <a:lnTo>
                  <a:pt x="14283" y="16060"/>
                </a:lnTo>
                <a:lnTo>
                  <a:pt x="14235" y="16085"/>
                </a:lnTo>
                <a:lnTo>
                  <a:pt x="14137" y="16109"/>
                </a:lnTo>
                <a:lnTo>
                  <a:pt x="14040" y="16109"/>
                </a:lnTo>
                <a:lnTo>
                  <a:pt x="13529" y="16133"/>
                </a:lnTo>
                <a:lnTo>
                  <a:pt x="13018" y="16133"/>
                </a:lnTo>
                <a:lnTo>
                  <a:pt x="13213" y="15866"/>
                </a:lnTo>
                <a:lnTo>
                  <a:pt x="13383" y="15549"/>
                </a:lnTo>
                <a:lnTo>
                  <a:pt x="13797" y="15549"/>
                </a:lnTo>
                <a:lnTo>
                  <a:pt x="14137" y="15525"/>
                </a:lnTo>
                <a:close/>
                <a:moveTo>
                  <a:pt x="4623" y="15379"/>
                </a:moveTo>
                <a:lnTo>
                  <a:pt x="4891" y="15768"/>
                </a:lnTo>
                <a:lnTo>
                  <a:pt x="5183" y="16157"/>
                </a:lnTo>
                <a:lnTo>
                  <a:pt x="5183" y="16157"/>
                </a:lnTo>
                <a:lnTo>
                  <a:pt x="3796" y="16085"/>
                </a:lnTo>
                <a:lnTo>
                  <a:pt x="3674" y="16109"/>
                </a:lnTo>
                <a:lnTo>
                  <a:pt x="3577" y="16060"/>
                </a:lnTo>
                <a:lnTo>
                  <a:pt x="3504" y="15987"/>
                </a:lnTo>
                <a:lnTo>
                  <a:pt x="3455" y="15841"/>
                </a:lnTo>
                <a:lnTo>
                  <a:pt x="3772" y="15695"/>
                </a:lnTo>
                <a:lnTo>
                  <a:pt x="4185" y="15525"/>
                </a:lnTo>
                <a:lnTo>
                  <a:pt x="4623" y="15379"/>
                </a:lnTo>
                <a:close/>
                <a:moveTo>
                  <a:pt x="3017" y="7982"/>
                </a:moveTo>
                <a:lnTo>
                  <a:pt x="3163" y="8079"/>
                </a:lnTo>
                <a:lnTo>
                  <a:pt x="3309" y="8152"/>
                </a:lnTo>
                <a:lnTo>
                  <a:pt x="3480" y="8201"/>
                </a:lnTo>
                <a:lnTo>
                  <a:pt x="3650" y="8249"/>
                </a:lnTo>
                <a:lnTo>
                  <a:pt x="3991" y="8298"/>
                </a:lnTo>
                <a:lnTo>
                  <a:pt x="4331" y="8322"/>
                </a:lnTo>
                <a:lnTo>
                  <a:pt x="5329" y="8420"/>
                </a:lnTo>
                <a:lnTo>
                  <a:pt x="6302" y="8493"/>
                </a:lnTo>
                <a:lnTo>
                  <a:pt x="7300" y="8541"/>
                </a:lnTo>
                <a:lnTo>
                  <a:pt x="8297" y="8566"/>
                </a:lnTo>
                <a:lnTo>
                  <a:pt x="10293" y="8566"/>
                </a:lnTo>
                <a:lnTo>
                  <a:pt x="12288" y="8517"/>
                </a:lnTo>
                <a:lnTo>
                  <a:pt x="13067" y="8493"/>
                </a:lnTo>
                <a:lnTo>
                  <a:pt x="13432" y="8468"/>
                </a:lnTo>
                <a:lnTo>
                  <a:pt x="13821" y="8395"/>
                </a:lnTo>
                <a:lnTo>
                  <a:pt x="14016" y="8347"/>
                </a:lnTo>
                <a:lnTo>
                  <a:pt x="14235" y="8249"/>
                </a:lnTo>
                <a:lnTo>
                  <a:pt x="14454" y="8152"/>
                </a:lnTo>
                <a:lnTo>
                  <a:pt x="14648" y="8006"/>
                </a:lnTo>
                <a:lnTo>
                  <a:pt x="14648" y="8931"/>
                </a:lnTo>
                <a:lnTo>
                  <a:pt x="14478" y="8931"/>
                </a:lnTo>
                <a:lnTo>
                  <a:pt x="14308" y="8955"/>
                </a:lnTo>
                <a:lnTo>
                  <a:pt x="13943" y="9052"/>
                </a:lnTo>
                <a:lnTo>
                  <a:pt x="13334" y="9174"/>
                </a:lnTo>
                <a:lnTo>
                  <a:pt x="12726" y="9247"/>
                </a:lnTo>
                <a:lnTo>
                  <a:pt x="12458" y="9271"/>
                </a:lnTo>
                <a:lnTo>
                  <a:pt x="12191" y="9271"/>
                </a:lnTo>
                <a:lnTo>
                  <a:pt x="11655" y="9247"/>
                </a:lnTo>
                <a:lnTo>
                  <a:pt x="10585" y="9247"/>
                </a:lnTo>
                <a:lnTo>
                  <a:pt x="10536" y="9271"/>
                </a:lnTo>
                <a:lnTo>
                  <a:pt x="10536" y="9296"/>
                </a:lnTo>
                <a:lnTo>
                  <a:pt x="10536" y="9344"/>
                </a:lnTo>
                <a:lnTo>
                  <a:pt x="10560" y="9369"/>
                </a:lnTo>
                <a:lnTo>
                  <a:pt x="10828" y="9442"/>
                </a:lnTo>
                <a:lnTo>
                  <a:pt x="11096" y="9490"/>
                </a:lnTo>
                <a:lnTo>
                  <a:pt x="11363" y="9539"/>
                </a:lnTo>
                <a:lnTo>
                  <a:pt x="11631" y="9563"/>
                </a:lnTo>
                <a:lnTo>
                  <a:pt x="12191" y="9539"/>
                </a:lnTo>
                <a:lnTo>
                  <a:pt x="12726" y="9515"/>
                </a:lnTo>
                <a:lnTo>
                  <a:pt x="13213" y="9490"/>
                </a:lnTo>
                <a:lnTo>
                  <a:pt x="13724" y="9417"/>
                </a:lnTo>
                <a:lnTo>
                  <a:pt x="13967" y="9369"/>
                </a:lnTo>
                <a:lnTo>
                  <a:pt x="14210" y="9320"/>
                </a:lnTo>
                <a:lnTo>
                  <a:pt x="14429" y="9223"/>
                </a:lnTo>
                <a:lnTo>
                  <a:pt x="14648" y="9125"/>
                </a:lnTo>
                <a:lnTo>
                  <a:pt x="14648" y="9125"/>
                </a:lnTo>
                <a:lnTo>
                  <a:pt x="14600" y="9612"/>
                </a:lnTo>
                <a:lnTo>
                  <a:pt x="13748" y="9855"/>
                </a:lnTo>
                <a:lnTo>
                  <a:pt x="13310" y="9977"/>
                </a:lnTo>
                <a:lnTo>
                  <a:pt x="12872" y="10050"/>
                </a:lnTo>
                <a:lnTo>
                  <a:pt x="12410" y="10050"/>
                </a:lnTo>
                <a:lnTo>
                  <a:pt x="11947" y="10026"/>
                </a:lnTo>
                <a:lnTo>
                  <a:pt x="11485" y="9977"/>
                </a:lnTo>
                <a:lnTo>
                  <a:pt x="11266" y="9977"/>
                </a:lnTo>
                <a:lnTo>
                  <a:pt x="11047" y="10001"/>
                </a:lnTo>
                <a:lnTo>
                  <a:pt x="10974" y="10026"/>
                </a:lnTo>
                <a:lnTo>
                  <a:pt x="10950" y="10074"/>
                </a:lnTo>
                <a:lnTo>
                  <a:pt x="10950" y="10123"/>
                </a:lnTo>
                <a:lnTo>
                  <a:pt x="10998" y="10172"/>
                </a:lnTo>
                <a:lnTo>
                  <a:pt x="11217" y="10293"/>
                </a:lnTo>
                <a:lnTo>
                  <a:pt x="11461" y="10366"/>
                </a:lnTo>
                <a:lnTo>
                  <a:pt x="11704" y="10439"/>
                </a:lnTo>
                <a:lnTo>
                  <a:pt x="11996" y="10464"/>
                </a:lnTo>
                <a:lnTo>
                  <a:pt x="12264" y="10464"/>
                </a:lnTo>
                <a:lnTo>
                  <a:pt x="12531" y="10439"/>
                </a:lnTo>
                <a:lnTo>
                  <a:pt x="13042" y="10415"/>
                </a:lnTo>
                <a:lnTo>
                  <a:pt x="13432" y="10342"/>
                </a:lnTo>
                <a:lnTo>
                  <a:pt x="13821" y="10269"/>
                </a:lnTo>
                <a:lnTo>
                  <a:pt x="14210" y="10123"/>
                </a:lnTo>
                <a:lnTo>
                  <a:pt x="14551" y="9953"/>
                </a:lnTo>
                <a:lnTo>
                  <a:pt x="14551" y="10074"/>
                </a:lnTo>
                <a:lnTo>
                  <a:pt x="14454" y="10537"/>
                </a:lnTo>
                <a:lnTo>
                  <a:pt x="14113" y="10585"/>
                </a:lnTo>
                <a:lnTo>
                  <a:pt x="13772" y="10658"/>
                </a:lnTo>
                <a:lnTo>
                  <a:pt x="13456" y="10756"/>
                </a:lnTo>
                <a:lnTo>
                  <a:pt x="13140" y="10829"/>
                </a:lnTo>
                <a:lnTo>
                  <a:pt x="12702" y="10853"/>
                </a:lnTo>
                <a:lnTo>
                  <a:pt x="12264" y="10902"/>
                </a:lnTo>
                <a:lnTo>
                  <a:pt x="11826" y="10950"/>
                </a:lnTo>
                <a:lnTo>
                  <a:pt x="11607" y="10999"/>
                </a:lnTo>
                <a:lnTo>
                  <a:pt x="11412" y="11072"/>
                </a:lnTo>
                <a:lnTo>
                  <a:pt x="11388" y="11096"/>
                </a:lnTo>
                <a:lnTo>
                  <a:pt x="11412" y="11121"/>
                </a:lnTo>
                <a:lnTo>
                  <a:pt x="11607" y="11218"/>
                </a:lnTo>
                <a:lnTo>
                  <a:pt x="11826" y="11267"/>
                </a:lnTo>
                <a:lnTo>
                  <a:pt x="12045" y="11291"/>
                </a:lnTo>
                <a:lnTo>
                  <a:pt x="12288" y="11291"/>
                </a:lnTo>
                <a:lnTo>
                  <a:pt x="12750" y="11242"/>
                </a:lnTo>
                <a:lnTo>
                  <a:pt x="13188" y="11194"/>
                </a:lnTo>
                <a:lnTo>
                  <a:pt x="13748" y="11121"/>
                </a:lnTo>
                <a:lnTo>
                  <a:pt x="14064" y="11048"/>
                </a:lnTo>
                <a:lnTo>
                  <a:pt x="14356" y="10950"/>
                </a:lnTo>
                <a:lnTo>
                  <a:pt x="14162" y="11729"/>
                </a:lnTo>
                <a:lnTo>
                  <a:pt x="13845" y="11753"/>
                </a:lnTo>
                <a:lnTo>
                  <a:pt x="13553" y="11778"/>
                </a:lnTo>
                <a:lnTo>
                  <a:pt x="12921" y="11875"/>
                </a:lnTo>
                <a:lnTo>
                  <a:pt x="12653" y="11875"/>
                </a:lnTo>
                <a:lnTo>
                  <a:pt x="12337" y="11899"/>
                </a:lnTo>
                <a:lnTo>
                  <a:pt x="12191" y="11899"/>
                </a:lnTo>
                <a:lnTo>
                  <a:pt x="12069" y="11948"/>
                </a:lnTo>
                <a:lnTo>
                  <a:pt x="11923" y="11997"/>
                </a:lnTo>
                <a:lnTo>
                  <a:pt x="11801" y="12070"/>
                </a:lnTo>
                <a:lnTo>
                  <a:pt x="11801" y="12094"/>
                </a:lnTo>
                <a:lnTo>
                  <a:pt x="11801" y="12118"/>
                </a:lnTo>
                <a:lnTo>
                  <a:pt x="11923" y="12191"/>
                </a:lnTo>
                <a:lnTo>
                  <a:pt x="12069" y="12240"/>
                </a:lnTo>
                <a:lnTo>
                  <a:pt x="12191" y="12264"/>
                </a:lnTo>
                <a:lnTo>
                  <a:pt x="12653" y="12264"/>
                </a:lnTo>
                <a:lnTo>
                  <a:pt x="12921" y="12216"/>
                </a:lnTo>
                <a:lnTo>
                  <a:pt x="13505" y="12167"/>
                </a:lnTo>
                <a:lnTo>
                  <a:pt x="13772" y="12143"/>
                </a:lnTo>
                <a:lnTo>
                  <a:pt x="14064" y="12070"/>
                </a:lnTo>
                <a:lnTo>
                  <a:pt x="14064" y="12070"/>
                </a:lnTo>
                <a:lnTo>
                  <a:pt x="13943" y="12483"/>
                </a:lnTo>
                <a:lnTo>
                  <a:pt x="13845" y="12848"/>
                </a:lnTo>
                <a:lnTo>
                  <a:pt x="13724" y="12800"/>
                </a:lnTo>
                <a:lnTo>
                  <a:pt x="13626" y="12775"/>
                </a:lnTo>
                <a:lnTo>
                  <a:pt x="13383" y="12775"/>
                </a:lnTo>
                <a:lnTo>
                  <a:pt x="12896" y="12848"/>
                </a:lnTo>
                <a:lnTo>
                  <a:pt x="12337" y="12897"/>
                </a:lnTo>
                <a:lnTo>
                  <a:pt x="12069" y="12946"/>
                </a:lnTo>
                <a:lnTo>
                  <a:pt x="11777" y="13043"/>
                </a:lnTo>
                <a:lnTo>
                  <a:pt x="11753" y="13067"/>
                </a:lnTo>
                <a:lnTo>
                  <a:pt x="11753" y="13116"/>
                </a:lnTo>
                <a:lnTo>
                  <a:pt x="11777" y="13165"/>
                </a:lnTo>
                <a:lnTo>
                  <a:pt x="11801" y="13189"/>
                </a:lnTo>
                <a:lnTo>
                  <a:pt x="12069" y="13238"/>
                </a:lnTo>
                <a:lnTo>
                  <a:pt x="12361" y="13238"/>
                </a:lnTo>
                <a:lnTo>
                  <a:pt x="12896" y="13213"/>
                </a:lnTo>
                <a:lnTo>
                  <a:pt x="13334" y="13189"/>
                </a:lnTo>
                <a:lnTo>
                  <a:pt x="13578" y="13165"/>
                </a:lnTo>
                <a:lnTo>
                  <a:pt x="13675" y="13140"/>
                </a:lnTo>
                <a:lnTo>
                  <a:pt x="13772" y="13092"/>
                </a:lnTo>
                <a:lnTo>
                  <a:pt x="13772" y="13092"/>
                </a:lnTo>
                <a:lnTo>
                  <a:pt x="13505" y="13870"/>
                </a:lnTo>
                <a:lnTo>
                  <a:pt x="13310" y="13870"/>
                </a:lnTo>
                <a:lnTo>
                  <a:pt x="13115" y="13895"/>
                </a:lnTo>
                <a:lnTo>
                  <a:pt x="12896" y="13919"/>
                </a:lnTo>
                <a:lnTo>
                  <a:pt x="12702" y="13943"/>
                </a:lnTo>
                <a:lnTo>
                  <a:pt x="12483" y="13943"/>
                </a:lnTo>
                <a:lnTo>
                  <a:pt x="12239" y="13919"/>
                </a:lnTo>
                <a:lnTo>
                  <a:pt x="11777" y="13870"/>
                </a:lnTo>
                <a:lnTo>
                  <a:pt x="11753" y="13895"/>
                </a:lnTo>
                <a:lnTo>
                  <a:pt x="11753" y="13919"/>
                </a:lnTo>
                <a:lnTo>
                  <a:pt x="11947" y="14041"/>
                </a:lnTo>
                <a:lnTo>
                  <a:pt x="12142" y="14138"/>
                </a:lnTo>
                <a:lnTo>
                  <a:pt x="12361" y="14187"/>
                </a:lnTo>
                <a:lnTo>
                  <a:pt x="12604" y="14211"/>
                </a:lnTo>
                <a:lnTo>
                  <a:pt x="12775" y="14235"/>
                </a:lnTo>
                <a:lnTo>
                  <a:pt x="13188" y="14235"/>
                </a:lnTo>
                <a:lnTo>
                  <a:pt x="13383" y="14187"/>
                </a:lnTo>
                <a:lnTo>
                  <a:pt x="13383" y="14187"/>
                </a:lnTo>
                <a:lnTo>
                  <a:pt x="13286" y="14430"/>
                </a:lnTo>
                <a:lnTo>
                  <a:pt x="13261" y="14454"/>
                </a:lnTo>
                <a:lnTo>
                  <a:pt x="13237" y="14479"/>
                </a:lnTo>
                <a:lnTo>
                  <a:pt x="13213" y="14576"/>
                </a:lnTo>
                <a:lnTo>
                  <a:pt x="13140" y="14527"/>
                </a:lnTo>
                <a:lnTo>
                  <a:pt x="12872" y="14527"/>
                </a:lnTo>
                <a:lnTo>
                  <a:pt x="12507" y="14552"/>
                </a:lnTo>
                <a:lnTo>
                  <a:pt x="12288" y="14552"/>
                </a:lnTo>
                <a:lnTo>
                  <a:pt x="12069" y="14503"/>
                </a:lnTo>
                <a:lnTo>
                  <a:pt x="11850" y="14479"/>
                </a:lnTo>
                <a:lnTo>
                  <a:pt x="11631" y="14454"/>
                </a:lnTo>
                <a:lnTo>
                  <a:pt x="11582" y="14479"/>
                </a:lnTo>
                <a:lnTo>
                  <a:pt x="11558" y="14503"/>
                </a:lnTo>
                <a:lnTo>
                  <a:pt x="11558" y="14552"/>
                </a:lnTo>
                <a:lnTo>
                  <a:pt x="11582" y="14600"/>
                </a:lnTo>
                <a:lnTo>
                  <a:pt x="11655" y="14673"/>
                </a:lnTo>
                <a:lnTo>
                  <a:pt x="11753" y="14746"/>
                </a:lnTo>
                <a:lnTo>
                  <a:pt x="11947" y="14844"/>
                </a:lnTo>
                <a:lnTo>
                  <a:pt x="12166" y="14917"/>
                </a:lnTo>
                <a:lnTo>
                  <a:pt x="12410" y="14941"/>
                </a:lnTo>
                <a:lnTo>
                  <a:pt x="12750" y="14941"/>
                </a:lnTo>
                <a:lnTo>
                  <a:pt x="12945" y="14892"/>
                </a:lnTo>
                <a:lnTo>
                  <a:pt x="13115" y="14819"/>
                </a:lnTo>
                <a:lnTo>
                  <a:pt x="12872" y="15257"/>
                </a:lnTo>
                <a:lnTo>
                  <a:pt x="12750" y="15233"/>
                </a:lnTo>
                <a:lnTo>
                  <a:pt x="12629" y="15257"/>
                </a:lnTo>
                <a:lnTo>
                  <a:pt x="12385" y="15257"/>
                </a:lnTo>
                <a:lnTo>
                  <a:pt x="12191" y="15233"/>
                </a:lnTo>
                <a:lnTo>
                  <a:pt x="11996" y="15209"/>
                </a:lnTo>
                <a:lnTo>
                  <a:pt x="11801" y="15184"/>
                </a:lnTo>
                <a:lnTo>
                  <a:pt x="11631" y="15184"/>
                </a:lnTo>
                <a:lnTo>
                  <a:pt x="11582" y="15209"/>
                </a:lnTo>
                <a:lnTo>
                  <a:pt x="11607" y="15257"/>
                </a:lnTo>
                <a:lnTo>
                  <a:pt x="11655" y="15330"/>
                </a:lnTo>
                <a:lnTo>
                  <a:pt x="11728" y="15403"/>
                </a:lnTo>
                <a:lnTo>
                  <a:pt x="11801" y="15476"/>
                </a:lnTo>
                <a:lnTo>
                  <a:pt x="11899" y="15525"/>
                </a:lnTo>
                <a:lnTo>
                  <a:pt x="12093" y="15574"/>
                </a:lnTo>
                <a:lnTo>
                  <a:pt x="12288" y="15598"/>
                </a:lnTo>
                <a:lnTo>
                  <a:pt x="12458" y="15622"/>
                </a:lnTo>
                <a:lnTo>
                  <a:pt x="12653" y="15622"/>
                </a:lnTo>
                <a:lnTo>
                  <a:pt x="12458" y="15890"/>
                </a:lnTo>
                <a:lnTo>
                  <a:pt x="12264" y="15866"/>
                </a:lnTo>
                <a:lnTo>
                  <a:pt x="12045" y="15890"/>
                </a:lnTo>
                <a:lnTo>
                  <a:pt x="11826" y="15866"/>
                </a:lnTo>
                <a:lnTo>
                  <a:pt x="11631" y="15841"/>
                </a:lnTo>
                <a:lnTo>
                  <a:pt x="11558" y="15841"/>
                </a:lnTo>
                <a:lnTo>
                  <a:pt x="11461" y="15890"/>
                </a:lnTo>
                <a:lnTo>
                  <a:pt x="11509" y="15987"/>
                </a:lnTo>
                <a:lnTo>
                  <a:pt x="11607" y="16060"/>
                </a:lnTo>
                <a:lnTo>
                  <a:pt x="11728" y="16133"/>
                </a:lnTo>
                <a:lnTo>
                  <a:pt x="11850" y="16157"/>
                </a:lnTo>
                <a:lnTo>
                  <a:pt x="8930" y="16206"/>
                </a:lnTo>
                <a:lnTo>
                  <a:pt x="7324" y="16206"/>
                </a:lnTo>
                <a:lnTo>
                  <a:pt x="5694" y="16182"/>
                </a:lnTo>
                <a:lnTo>
                  <a:pt x="5718" y="16109"/>
                </a:lnTo>
                <a:lnTo>
                  <a:pt x="5718" y="16036"/>
                </a:lnTo>
                <a:lnTo>
                  <a:pt x="5694" y="15963"/>
                </a:lnTo>
                <a:lnTo>
                  <a:pt x="5645" y="15890"/>
                </a:lnTo>
                <a:lnTo>
                  <a:pt x="5305" y="15428"/>
                </a:lnTo>
                <a:lnTo>
                  <a:pt x="5013" y="14965"/>
                </a:lnTo>
                <a:lnTo>
                  <a:pt x="4721" y="14454"/>
                </a:lnTo>
                <a:lnTo>
                  <a:pt x="4477" y="13968"/>
                </a:lnTo>
                <a:lnTo>
                  <a:pt x="4258" y="13432"/>
                </a:lnTo>
                <a:lnTo>
                  <a:pt x="4064" y="12897"/>
                </a:lnTo>
                <a:lnTo>
                  <a:pt x="3869" y="12362"/>
                </a:lnTo>
                <a:lnTo>
                  <a:pt x="3723" y="11826"/>
                </a:lnTo>
                <a:lnTo>
                  <a:pt x="3553" y="11267"/>
                </a:lnTo>
                <a:lnTo>
                  <a:pt x="3431" y="10683"/>
                </a:lnTo>
                <a:lnTo>
                  <a:pt x="3163" y="9539"/>
                </a:lnTo>
                <a:lnTo>
                  <a:pt x="3090" y="9125"/>
                </a:lnTo>
                <a:lnTo>
                  <a:pt x="3042" y="8736"/>
                </a:lnTo>
                <a:lnTo>
                  <a:pt x="3017" y="8371"/>
                </a:lnTo>
                <a:lnTo>
                  <a:pt x="3017" y="7982"/>
                </a:lnTo>
                <a:close/>
                <a:moveTo>
                  <a:pt x="4258" y="14746"/>
                </a:moveTo>
                <a:lnTo>
                  <a:pt x="4502" y="15209"/>
                </a:lnTo>
                <a:lnTo>
                  <a:pt x="4064" y="15257"/>
                </a:lnTo>
                <a:lnTo>
                  <a:pt x="3626" y="15379"/>
                </a:lnTo>
                <a:lnTo>
                  <a:pt x="3455" y="15428"/>
                </a:lnTo>
                <a:lnTo>
                  <a:pt x="3285" y="15501"/>
                </a:lnTo>
                <a:lnTo>
                  <a:pt x="3115" y="15622"/>
                </a:lnTo>
                <a:lnTo>
                  <a:pt x="3042" y="15671"/>
                </a:lnTo>
                <a:lnTo>
                  <a:pt x="2993" y="15744"/>
                </a:lnTo>
                <a:lnTo>
                  <a:pt x="2944" y="15914"/>
                </a:lnTo>
                <a:lnTo>
                  <a:pt x="2944" y="16060"/>
                </a:lnTo>
                <a:lnTo>
                  <a:pt x="2993" y="16182"/>
                </a:lnTo>
                <a:lnTo>
                  <a:pt x="3066" y="16279"/>
                </a:lnTo>
                <a:lnTo>
                  <a:pt x="3163" y="16352"/>
                </a:lnTo>
                <a:lnTo>
                  <a:pt x="3309" y="16401"/>
                </a:lnTo>
                <a:lnTo>
                  <a:pt x="3455" y="16449"/>
                </a:lnTo>
                <a:lnTo>
                  <a:pt x="3601" y="16474"/>
                </a:lnTo>
                <a:lnTo>
                  <a:pt x="4283" y="16547"/>
                </a:lnTo>
                <a:lnTo>
                  <a:pt x="4988" y="16571"/>
                </a:lnTo>
                <a:lnTo>
                  <a:pt x="6375" y="16620"/>
                </a:lnTo>
                <a:lnTo>
                  <a:pt x="9125" y="16620"/>
                </a:lnTo>
                <a:lnTo>
                  <a:pt x="11801" y="16571"/>
                </a:lnTo>
                <a:lnTo>
                  <a:pt x="13018" y="16571"/>
                </a:lnTo>
                <a:lnTo>
                  <a:pt x="13626" y="16547"/>
                </a:lnTo>
                <a:lnTo>
                  <a:pt x="13943" y="16522"/>
                </a:lnTo>
                <a:lnTo>
                  <a:pt x="14235" y="16498"/>
                </a:lnTo>
                <a:lnTo>
                  <a:pt x="14381" y="16449"/>
                </a:lnTo>
                <a:lnTo>
                  <a:pt x="14527" y="16376"/>
                </a:lnTo>
                <a:lnTo>
                  <a:pt x="14673" y="16303"/>
                </a:lnTo>
                <a:lnTo>
                  <a:pt x="14819" y="16182"/>
                </a:lnTo>
                <a:lnTo>
                  <a:pt x="14916" y="16060"/>
                </a:lnTo>
                <a:lnTo>
                  <a:pt x="14965" y="15914"/>
                </a:lnTo>
                <a:lnTo>
                  <a:pt x="14965" y="15841"/>
                </a:lnTo>
                <a:lnTo>
                  <a:pt x="14965" y="15744"/>
                </a:lnTo>
                <a:lnTo>
                  <a:pt x="14940" y="15671"/>
                </a:lnTo>
                <a:lnTo>
                  <a:pt x="14916" y="15574"/>
                </a:lnTo>
                <a:lnTo>
                  <a:pt x="14794" y="15403"/>
                </a:lnTo>
                <a:lnTo>
                  <a:pt x="14648" y="15282"/>
                </a:lnTo>
                <a:lnTo>
                  <a:pt x="14478" y="15209"/>
                </a:lnTo>
                <a:lnTo>
                  <a:pt x="14308" y="15184"/>
                </a:lnTo>
                <a:lnTo>
                  <a:pt x="14137" y="15160"/>
                </a:lnTo>
                <a:lnTo>
                  <a:pt x="13553" y="15160"/>
                </a:lnTo>
                <a:lnTo>
                  <a:pt x="13699" y="14819"/>
                </a:lnTo>
                <a:lnTo>
                  <a:pt x="13724" y="14771"/>
                </a:lnTo>
                <a:lnTo>
                  <a:pt x="14454" y="14844"/>
                </a:lnTo>
                <a:lnTo>
                  <a:pt x="14794" y="14917"/>
                </a:lnTo>
                <a:lnTo>
                  <a:pt x="15135" y="14990"/>
                </a:lnTo>
                <a:lnTo>
                  <a:pt x="15500" y="15087"/>
                </a:lnTo>
                <a:lnTo>
                  <a:pt x="15816" y="15184"/>
                </a:lnTo>
                <a:lnTo>
                  <a:pt x="16157" y="15330"/>
                </a:lnTo>
                <a:lnTo>
                  <a:pt x="16497" y="15452"/>
                </a:lnTo>
                <a:lnTo>
                  <a:pt x="16741" y="15598"/>
                </a:lnTo>
                <a:lnTo>
                  <a:pt x="16911" y="15744"/>
                </a:lnTo>
                <a:lnTo>
                  <a:pt x="17033" y="15914"/>
                </a:lnTo>
                <a:lnTo>
                  <a:pt x="17081" y="16060"/>
                </a:lnTo>
                <a:lnTo>
                  <a:pt x="17081" y="16230"/>
                </a:lnTo>
                <a:lnTo>
                  <a:pt x="17008" y="16401"/>
                </a:lnTo>
                <a:lnTo>
                  <a:pt x="16911" y="16547"/>
                </a:lnTo>
                <a:lnTo>
                  <a:pt x="16789" y="16717"/>
                </a:lnTo>
                <a:lnTo>
                  <a:pt x="16643" y="16863"/>
                </a:lnTo>
                <a:lnTo>
                  <a:pt x="16449" y="17009"/>
                </a:lnTo>
                <a:lnTo>
                  <a:pt x="16059" y="17277"/>
                </a:lnTo>
                <a:lnTo>
                  <a:pt x="15670" y="17496"/>
                </a:lnTo>
                <a:lnTo>
                  <a:pt x="15305" y="17642"/>
                </a:lnTo>
                <a:lnTo>
                  <a:pt x="14965" y="17763"/>
                </a:lnTo>
                <a:lnTo>
                  <a:pt x="14600" y="17836"/>
                </a:lnTo>
                <a:lnTo>
                  <a:pt x="14259" y="17909"/>
                </a:lnTo>
                <a:lnTo>
                  <a:pt x="13894" y="17958"/>
                </a:lnTo>
                <a:lnTo>
                  <a:pt x="13140" y="18007"/>
                </a:lnTo>
                <a:lnTo>
                  <a:pt x="12410" y="18055"/>
                </a:lnTo>
                <a:lnTo>
                  <a:pt x="11558" y="18080"/>
                </a:lnTo>
                <a:lnTo>
                  <a:pt x="10706" y="18080"/>
                </a:lnTo>
                <a:lnTo>
                  <a:pt x="9027" y="18055"/>
                </a:lnTo>
                <a:lnTo>
                  <a:pt x="7324" y="18031"/>
                </a:lnTo>
                <a:lnTo>
                  <a:pt x="6473" y="18007"/>
                </a:lnTo>
                <a:lnTo>
                  <a:pt x="5645" y="17982"/>
                </a:lnTo>
                <a:lnTo>
                  <a:pt x="4794" y="17934"/>
                </a:lnTo>
                <a:lnTo>
                  <a:pt x="3942" y="17861"/>
                </a:lnTo>
                <a:lnTo>
                  <a:pt x="3115" y="17739"/>
                </a:lnTo>
                <a:lnTo>
                  <a:pt x="2287" y="17593"/>
                </a:lnTo>
                <a:lnTo>
                  <a:pt x="1898" y="17496"/>
                </a:lnTo>
                <a:lnTo>
                  <a:pt x="1509" y="17350"/>
                </a:lnTo>
                <a:lnTo>
                  <a:pt x="1168" y="17179"/>
                </a:lnTo>
                <a:lnTo>
                  <a:pt x="827" y="16985"/>
                </a:lnTo>
                <a:lnTo>
                  <a:pt x="633" y="16839"/>
                </a:lnTo>
                <a:lnTo>
                  <a:pt x="487" y="16668"/>
                </a:lnTo>
                <a:lnTo>
                  <a:pt x="365" y="16449"/>
                </a:lnTo>
                <a:lnTo>
                  <a:pt x="316" y="16328"/>
                </a:lnTo>
                <a:lnTo>
                  <a:pt x="316" y="16230"/>
                </a:lnTo>
                <a:lnTo>
                  <a:pt x="316" y="16085"/>
                </a:lnTo>
                <a:lnTo>
                  <a:pt x="341" y="15963"/>
                </a:lnTo>
                <a:lnTo>
                  <a:pt x="414" y="15866"/>
                </a:lnTo>
                <a:lnTo>
                  <a:pt x="511" y="15768"/>
                </a:lnTo>
                <a:lnTo>
                  <a:pt x="730" y="15622"/>
                </a:lnTo>
                <a:lnTo>
                  <a:pt x="949" y="15501"/>
                </a:lnTo>
                <a:lnTo>
                  <a:pt x="1314" y="15330"/>
                </a:lnTo>
                <a:lnTo>
                  <a:pt x="1728" y="15184"/>
                </a:lnTo>
                <a:lnTo>
                  <a:pt x="2141" y="15063"/>
                </a:lnTo>
                <a:lnTo>
                  <a:pt x="2555" y="14965"/>
                </a:lnTo>
                <a:lnTo>
                  <a:pt x="2993" y="14892"/>
                </a:lnTo>
                <a:lnTo>
                  <a:pt x="3407" y="14844"/>
                </a:lnTo>
                <a:lnTo>
                  <a:pt x="4258" y="14746"/>
                </a:lnTo>
                <a:close/>
                <a:moveTo>
                  <a:pt x="9076" y="6498"/>
                </a:moveTo>
                <a:lnTo>
                  <a:pt x="8103" y="6522"/>
                </a:lnTo>
                <a:lnTo>
                  <a:pt x="7129" y="6571"/>
                </a:lnTo>
                <a:lnTo>
                  <a:pt x="6156" y="6644"/>
                </a:lnTo>
                <a:lnTo>
                  <a:pt x="5183" y="6717"/>
                </a:lnTo>
                <a:lnTo>
                  <a:pt x="4526" y="6765"/>
                </a:lnTo>
                <a:lnTo>
                  <a:pt x="4161" y="6790"/>
                </a:lnTo>
                <a:lnTo>
                  <a:pt x="3796" y="6838"/>
                </a:lnTo>
                <a:lnTo>
                  <a:pt x="3431" y="6911"/>
                </a:lnTo>
                <a:lnTo>
                  <a:pt x="3285" y="6960"/>
                </a:lnTo>
                <a:lnTo>
                  <a:pt x="3115" y="7033"/>
                </a:lnTo>
                <a:lnTo>
                  <a:pt x="2993" y="7106"/>
                </a:lnTo>
                <a:lnTo>
                  <a:pt x="2847" y="7228"/>
                </a:lnTo>
                <a:lnTo>
                  <a:pt x="2750" y="7325"/>
                </a:lnTo>
                <a:lnTo>
                  <a:pt x="2652" y="7471"/>
                </a:lnTo>
                <a:lnTo>
                  <a:pt x="2628" y="7520"/>
                </a:lnTo>
                <a:lnTo>
                  <a:pt x="2628" y="7593"/>
                </a:lnTo>
                <a:lnTo>
                  <a:pt x="2652" y="7666"/>
                </a:lnTo>
                <a:lnTo>
                  <a:pt x="2579" y="7812"/>
                </a:lnTo>
                <a:lnTo>
                  <a:pt x="2555" y="7982"/>
                </a:lnTo>
                <a:lnTo>
                  <a:pt x="2531" y="8152"/>
                </a:lnTo>
                <a:lnTo>
                  <a:pt x="2506" y="8298"/>
                </a:lnTo>
                <a:lnTo>
                  <a:pt x="2360" y="8249"/>
                </a:lnTo>
                <a:lnTo>
                  <a:pt x="2214" y="8201"/>
                </a:lnTo>
                <a:lnTo>
                  <a:pt x="2044" y="8176"/>
                </a:lnTo>
                <a:lnTo>
                  <a:pt x="1874" y="8176"/>
                </a:lnTo>
                <a:lnTo>
                  <a:pt x="1557" y="8201"/>
                </a:lnTo>
                <a:lnTo>
                  <a:pt x="1265" y="8249"/>
                </a:lnTo>
                <a:lnTo>
                  <a:pt x="1046" y="8347"/>
                </a:lnTo>
                <a:lnTo>
                  <a:pt x="827" y="8468"/>
                </a:lnTo>
                <a:lnTo>
                  <a:pt x="657" y="8639"/>
                </a:lnTo>
                <a:lnTo>
                  <a:pt x="487" y="8833"/>
                </a:lnTo>
                <a:lnTo>
                  <a:pt x="365" y="9052"/>
                </a:lnTo>
                <a:lnTo>
                  <a:pt x="268" y="9271"/>
                </a:lnTo>
                <a:lnTo>
                  <a:pt x="195" y="9515"/>
                </a:lnTo>
                <a:lnTo>
                  <a:pt x="170" y="9758"/>
                </a:lnTo>
                <a:lnTo>
                  <a:pt x="170" y="10026"/>
                </a:lnTo>
                <a:lnTo>
                  <a:pt x="219" y="10293"/>
                </a:lnTo>
                <a:lnTo>
                  <a:pt x="292" y="10537"/>
                </a:lnTo>
                <a:lnTo>
                  <a:pt x="389" y="10780"/>
                </a:lnTo>
                <a:lnTo>
                  <a:pt x="535" y="10999"/>
                </a:lnTo>
                <a:lnTo>
                  <a:pt x="706" y="11194"/>
                </a:lnTo>
                <a:lnTo>
                  <a:pt x="900" y="11388"/>
                </a:lnTo>
                <a:lnTo>
                  <a:pt x="1095" y="11559"/>
                </a:lnTo>
                <a:lnTo>
                  <a:pt x="1363" y="11729"/>
                </a:lnTo>
                <a:lnTo>
                  <a:pt x="1606" y="11899"/>
                </a:lnTo>
                <a:lnTo>
                  <a:pt x="2117" y="12240"/>
                </a:lnTo>
                <a:lnTo>
                  <a:pt x="2409" y="12459"/>
                </a:lnTo>
                <a:lnTo>
                  <a:pt x="2531" y="12581"/>
                </a:lnTo>
                <a:lnTo>
                  <a:pt x="2652" y="12727"/>
                </a:lnTo>
                <a:lnTo>
                  <a:pt x="2725" y="12873"/>
                </a:lnTo>
                <a:lnTo>
                  <a:pt x="2774" y="13043"/>
                </a:lnTo>
                <a:lnTo>
                  <a:pt x="2750" y="13165"/>
                </a:lnTo>
                <a:lnTo>
                  <a:pt x="2725" y="13238"/>
                </a:lnTo>
                <a:lnTo>
                  <a:pt x="2677" y="13262"/>
                </a:lnTo>
                <a:lnTo>
                  <a:pt x="2604" y="13262"/>
                </a:lnTo>
                <a:lnTo>
                  <a:pt x="2531" y="13213"/>
                </a:lnTo>
                <a:lnTo>
                  <a:pt x="2458" y="13189"/>
                </a:lnTo>
                <a:lnTo>
                  <a:pt x="2312" y="13165"/>
                </a:lnTo>
                <a:lnTo>
                  <a:pt x="2190" y="13213"/>
                </a:lnTo>
                <a:lnTo>
                  <a:pt x="2068" y="13286"/>
                </a:lnTo>
                <a:lnTo>
                  <a:pt x="1995" y="13408"/>
                </a:lnTo>
                <a:lnTo>
                  <a:pt x="1971" y="13530"/>
                </a:lnTo>
                <a:lnTo>
                  <a:pt x="1971" y="13603"/>
                </a:lnTo>
                <a:lnTo>
                  <a:pt x="1995" y="13651"/>
                </a:lnTo>
                <a:lnTo>
                  <a:pt x="2020" y="13724"/>
                </a:lnTo>
                <a:lnTo>
                  <a:pt x="2093" y="13773"/>
                </a:lnTo>
                <a:lnTo>
                  <a:pt x="2263" y="13895"/>
                </a:lnTo>
                <a:lnTo>
                  <a:pt x="2458" y="13968"/>
                </a:lnTo>
                <a:lnTo>
                  <a:pt x="2677" y="13992"/>
                </a:lnTo>
                <a:lnTo>
                  <a:pt x="2871" y="13968"/>
                </a:lnTo>
                <a:lnTo>
                  <a:pt x="3066" y="13895"/>
                </a:lnTo>
                <a:lnTo>
                  <a:pt x="3236" y="13773"/>
                </a:lnTo>
                <a:lnTo>
                  <a:pt x="3309" y="13700"/>
                </a:lnTo>
                <a:lnTo>
                  <a:pt x="3358" y="13603"/>
                </a:lnTo>
                <a:lnTo>
                  <a:pt x="3431" y="13505"/>
                </a:lnTo>
                <a:lnTo>
                  <a:pt x="3455" y="13408"/>
                </a:lnTo>
                <a:lnTo>
                  <a:pt x="3504" y="13213"/>
                </a:lnTo>
                <a:lnTo>
                  <a:pt x="3504" y="13019"/>
                </a:lnTo>
                <a:lnTo>
                  <a:pt x="3650" y="13432"/>
                </a:lnTo>
                <a:lnTo>
                  <a:pt x="3820" y="13822"/>
                </a:lnTo>
                <a:lnTo>
                  <a:pt x="3991" y="14211"/>
                </a:lnTo>
                <a:lnTo>
                  <a:pt x="4185" y="14600"/>
                </a:lnTo>
                <a:lnTo>
                  <a:pt x="3723" y="14600"/>
                </a:lnTo>
                <a:lnTo>
                  <a:pt x="3285" y="14625"/>
                </a:lnTo>
                <a:lnTo>
                  <a:pt x="2823" y="14673"/>
                </a:lnTo>
                <a:lnTo>
                  <a:pt x="2385" y="14746"/>
                </a:lnTo>
                <a:lnTo>
                  <a:pt x="1922" y="14819"/>
                </a:lnTo>
                <a:lnTo>
                  <a:pt x="1484" y="14941"/>
                </a:lnTo>
                <a:lnTo>
                  <a:pt x="1071" y="15087"/>
                </a:lnTo>
                <a:lnTo>
                  <a:pt x="657" y="15282"/>
                </a:lnTo>
                <a:lnTo>
                  <a:pt x="487" y="15379"/>
                </a:lnTo>
                <a:lnTo>
                  <a:pt x="341" y="15476"/>
                </a:lnTo>
                <a:lnTo>
                  <a:pt x="219" y="15574"/>
                </a:lnTo>
                <a:lnTo>
                  <a:pt x="122" y="15695"/>
                </a:lnTo>
                <a:lnTo>
                  <a:pt x="49" y="15841"/>
                </a:lnTo>
                <a:lnTo>
                  <a:pt x="24" y="15963"/>
                </a:lnTo>
                <a:lnTo>
                  <a:pt x="0" y="16109"/>
                </a:lnTo>
                <a:lnTo>
                  <a:pt x="0" y="16255"/>
                </a:lnTo>
                <a:lnTo>
                  <a:pt x="24" y="16376"/>
                </a:lnTo>
                <a:lnTo>
                  <a:pt x="49" y="16522"/>
                </a:lnTo>
                <a:lnTo>
                  <a:pt x="122" y="16668"/>
                </a:lnTo>
                <a:lnTo>
                  <a:pt x="195" y="16790"/>
                </a:lnTo>
                <a:lnTo>
                  <a:pt x="292" y="16936"/>
                </a:lnTo>
                <a:lnTo>
                  <a:pt x="389" y="17058"/>
                </a:lnTo>
                <a:lnTo>
                  <a:pt x="511" y="17179"/>
                </a:lnTo>
                <a:lnTo>
                  <a:pt x="633" y="17301"/>
                </a:lnTo>
                <a:lnTo>
                  <a:pt x="827" y="17423"/>
                </a:lnTo>
                <a:lnTo>
                  <a:pt x="1046" y="17544"/>
                </a:lnTo>
                <a:lnTo>
                  <a:pt x="1241" y="17642"/>
                </a:lnTo>
                <a:lnTo>
                  <a:pt x="1460" y="17739"/>
                </a:lnTo>
                <a:lnTo>
                  <a:pt x="1922" y="17885"/>
                </a:lnTo>
                <a:lnTo>
                  <a:pt x="2409" y="18007"/>
                </a:lnTo>
                <a:lnTo>
                  <a:pt x="2896" y="18080"/>
                </a:lnTo>
                <a:lnTo>
                  <a:pt x="3382" y="18128"/>
                </a:lnTo>
                <a:lnTo>
                  <a:pt x="4331" y="18226"/>
                </a:lnTo>
                <a:lnTo>
                  <a:pt x="5451" y="18299"/>
                </a:lnTo>
                <a:lnTo>
                  <a:pt x="6570" y="18347"/>
                </a:lnTo>
                <a:lnTo>
                  <a:pt x="8833" y="18396"/>
                </a:lnTo>
                <a:lnTo>
                  <a:pt x="9928" y="18420"/>
                </a:lnTo>
                <a:lnTo>
                  <a:pt x="11047" y="18420"/>
                </a:lnTo>
                <a:lnTo>
                  <a:pt x="12142" y="18396"/>
                </a:lnTo>
                <a:lnTo>
                  <a:pt x="13261" y="18347"/>
                </a:lnTo>
                <a:lnTo>
                  <a:pt x="13675" y="18323"/>
                </a:lnTo>
                <a:lnTo>
                  <a:pt x="14113" y="18274"/>
                </a:lnTo>
                <a:lnTo>
                  <a:pt x="14527" y="18201"/>
                </a:lnTo>
                <a:lnTo>
                  <a:pt x="14965" y="18128"/>
                </a:lnTo>
                <a:lnTo>
                  <a:pt x="15378" y="18007"/>
                </a:lnTo>
                <a:lnTo>
                  <a:pt x="15767" y="17861"/>
                </a:lnTo>
                <a:lnTo>
                  <a:pt x="16157" y="17690"/>
                </a:lnTo>
                <a:lnTo>
                  <a:pt x="16546" y="17471"/>
                </a:lnTo>
                <a:lnTo>
                  <a:pt x="16814" y="17277"/>
                </a:lnTo>
                <a:lnTo>
                  <a:pt x="17057" y="17033"/>
                </a:lnTo>
                <a:lnTo>
                  <a:pt x="17276" y="16766"/>
                </a:lnTo>
                <a:lnTo>
                  <a:pt x="17349" y="16620"/>
                </a:lnTo>
                <a:lnTo>
                  <a:pt x="17422" y="16474"/>
                </a:lnTo>
                <a:lnTo>
                  <a:pt x="17471" y="16328"/>
                </a:lnTo>
                <a:lnTo>
                  <a:pt x="17495" y="16157"/>
                </a:lnTo>
                <a:lnTo>
                  <a:pt x="17495" y="16012"/>
                </a:lnTo>
                <a:lnTo>
                  <a:pt x="17471" y="15866"/>
                </a:lnTo>
                <a:lnTo>
                  <a:pt x="17398" y="15720"/>
                </a:lnTo>
                <a:lnTo>
                  <a:pt x="17325" y="15598"/>
                </a:lnTo>
                <a:lnTo>
                  <a:pt x="17179" y="15452"/>
                </a:lnTo>
                <a:lnTo>
                  <a:pt x="17033" y="15330"/>
                </a:lnTo>
                <a:lnTo>
                  <a:pt x="16692" y="15111"/>
                </a:lnTo>
                <a:lnTo>
                  <a:pt x="16327" y="14941"/>
                </a:lnTo>
                <a:lnTo>
                  <a:pt x="15938" y="14795"/>
                </a:lnTo>
                <a:lnTo>
                  <a:pt x="15524" y="14673"/>
                </a:lnTo>
                <a:lnTo>
                  <a:pt x="15110" y="14576"/>
                </a:lnTo>
                <a:lnTo>
                  <a:pt x="14697" y="14503"/>
                </a:lnTo>
                <a:lnTo>
                  <a:pt x="14283" y="14454"/>
                </a:lnTo>
                <a:lnTo>
                  <a:pt x="13870" y="14406"/>
                </a:lnTo>
                <a:lnTo>
                  <a:pt x="14040" y="13968"/>
                </a:lnTo>
                <a:lnTo>
                  <a:pt x="14186" y="13530"/>
                </a:lnTo>
                <a:lnTo>
                  <a:pt x="14454" y="12629"/>
                </a:lnTo>
                <a:lnTo>
                  <a:pt x="14794" y="11340"/>
                </a:lnTo>
                <a:lnTo>
                  <a:pt x="14916" y="10683"/>
                </a:lnTo>
                <a:lnTo>
                  <a:pt x="15038" y="10026"/>
                </a:lnTo>
                <a:lnTo>
                  <a:pt x="15135" y="9417"/>
                </a:lnTo>
                <a:lnTo>
                  <a:pt x="15159" y="9077"/>
                </a:lnTo>
                <a:lnTo>
                  <a:pt x="15159" y="8760"/>
                </a:lnTo>
                <a:lnTo>
                  <a:pt x="15159" y="8444"/>
                </a:lnTo>
                <a:lnTo>
                  <a:pt x="15110" y="8128"/>
                </a:lnTo>
                <a:lnTo>
                  <a:pt x="15038" y="7836"/>
                </a:lnTo>
                <a:lnTo>
                  <a:pt x="14940" y="7544"/>
                </a:lnTo>
                <a:lnTo>
                  <a:pt x="14916" y="7495"/>
                </a:lnTo>
                <a:lnTo>
                  <a:pt x="14892" y="7471"/>
                </a:lnTo>
                <a:lnTo>
                  <a:pt x="14794" y="7447"/>
                </a:lnTo>
                <a:lnTo>
                  <a:pt x="14746" y="7325"/>
                </a:lnTo>
                <a:lnTo>
                  <a:pt x="14673" y="7228"/>
                </a:lnTo>
                <a:lnTo>
                  <a:pt x="14600" y="7130"/>
                </a:lnTo>
                <a:lnTo>
                  <a:pt x="14478" y="7057"/>
                </a:lnTo>
                <a:lnTo>
                  <a:pt x="14235" y="6936"/>
                </a:lnTo>
                <a:lnTo>
                  <a:pt x="13943" y="6863"/>
                </a:lnTo>
                <a:lnTo>
                  <a:pt x="13626" y="6790"/>
                </a:lnTo>
                <a:lnTo>
                  <a:pt x="13310" y="6765"/>
                </a:lnTo>
                <a:lnTo>
                  <a:pt x="12823" y="6717"/>
                </a:lnTo>
                <a:lnTo>
                  <a:pt x="11899" y="6595"/>
                </a:lnTo>
                <a:lnTo>
                  <a:pt x="10950" y="6522"/>
                </a:lnTo>
                <a:lnTo>
                  <a:pt x="10025" y="6498"/>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62" name="Google Shape;862;p39"/>
          <p:cNvSpPr/>
          <p:nvPr/>
        </p:nvSpPr>
        <p:spPr>
          <a:xfrm>
            <a:off x="1430849" y="4392629"/>
            <a:ext cx="420643" cy="433953"/>
          </a:xfrm>
          <a:custGeom>
            <a:avLst/>
            <a:gdLst/>
            <a:ahLst/>
            <a:cxnLst/>
            <a:rect l="l" t="t" r="r" b="b"/>
            <a:pathLst>
              <a:path w="19247" h="19856" extrusionOk="0">
                <a:moveTo>
                  <a:pt x="12531" y="585"/>
                </a:moveTo>
                <a:lnTo>
                  <a:pt x="12799" y="609"/>
                </a:lnTo>
                <a:lnTo>
                  <a:pt x="13066" y="658"/>
                </a:lnTo>
                <a:lnTo>
                  <a:pt x="13334" y="755"/>
                </a:lnTo>
                <a:lnTo>
                  <a:pt x="13577" y="877"/>
                </a:lnTo>
                <a:lnTo>
                  <a:pt x="13796" y="1022"/>
                </a:lnTo>
                <a:lnTo>
                  <a:pt x="13967" y="1168"/>
                </a:lnTo>
                <a:lnTo>
                  <a:pt x="14137" y="1363"/>
                </a:lnTo>
                <a:lnTo>
                  <a:pt x="14283" y="1558"/>
                </a:lnTo>
                <a:lnTo>
                  <a:pt x="14380" y="1777"/>
                </a:lnTo>
                <a:lnTo>
                  <a:pt x="14478" y="1996"/>
                </a:lnTo>
                <a:lnTo>
                  <a:pt x="14526" y="2239"/>
                </a:lnTo>
                <a:lnTo>
                  <a:pt x="14551" y="2482"/>
                </a:lnTo>
                <a:lnTo>
                  <a:pt x="14551" y="2750"/>
                </a:lnTo>
                <a:lnTo>
                  <a:pt x="14478" y="3018"/>
                </a:lnTo>
                <a:lnTo>
                  <a:pt x="14380" y="3285"/>
                </a:lnTo>
                <a:lnTo>
                  <a:pt x="14234" y="3529"/>
                </a:lnTo>
                <a:lnTo>
                  <a:pt x="14088" y="3748"/>
                </a:lnTo>
                <a:lnTo>
                  <a:pt x="13894" y="3967"/>
                </a:lnTo>
                <a:lnTo>
                  <a:pt x="13529" y="4356"/>
                </a:lnTo>
                <a:lnTo>
                  <a:pt x="13261" y="4575"/>
                </a:lnTo>
                <a:lnTo>
                  <a:pt x="12993" y="4794"/>
                </a:lnTo>
                <a:lnTo>
                  <a:pt x="12702" y="4989"/>
                </a:lnTo>
                <a:lnTo>
                  <a:pt x="12410" y="5159"/>
                </a:lnTo>
                <a:lnTo>
                  <a:pt x="12118" y="5329"/>
                </a:lnTo>
                <a:lnTo>
                  <a:pt x="11801" y="5475"/>
                </a:lnTo>
                <a:lnTo>
                  <a:pt x="11509" y="5597"/>
                </a:lnTo>
                <a:lnTo>
                  <a:pt x="11169" y="5719"/>
                </a:lnTo>
                <a:lnTo>
                  <a:pt x="11509" y="5524"/>
                </a:lnTo>
                <a:lnTo>
                  <a:pt x="11801" y="5305"/>
                </a:lnTo>
                <a:lnTo>
                  <a:pt x="12093" y="5062"/>
                </a:lnTo>
                <a:lnTo>
                  <a:pt x="12361" y="4794"/>
                </a:lnTo>
                <a:lnTo>
                  <a:pt x="12531" y="4575"/>
                </a:lnTo>
                <a:lnTo>
                  <a:pt x="12702" y="4332"/>
                </a:lnTo>
                <a:lnTo>
                  <a:pt x="12847" y="4064"/>
                </a:lnTo>
                <a:lnTo>
                  <a:pt x="12945" y="3772"/>
                </a:lnTo>
                <a:lnTo>
                  <a:pt x="12993" y="3626"/>
                </a:lnTo>
                <a:lnTo>
                  <a:pt x="12993" y="3480"/>
                </a:lnTo>
                <a:lnTo>
                  <a:pt x="12993" y="3358"/>
                </a:lnTo>
                <a:lnTo>
                  <a:pt x="12993" y="3212"/>
                </a:lnTo>
                <a:lnTo>
                  <a:pt x="12945" y="3066"/>
                </a:lnTo>
                <a:lnTo>
                  <a:pt x="12872" y="2945"/>
                </a:lnTo>
                <a:lnTo>
                  <a:pt x="12774" y="2823"/>
                </a:lnTo>
                <a:lnTo>
                  <a:pt x="12653" y="2726"/>
                </a:lnTo>
                <a:lnTo>
                  <a:pt x="12531" y="2653"/>
                </a:lnTo>
                <a:lnTo>
                  <a:pt x="12410" y="2580"/>
                </a:lnTo>
                <a:lnTo>
                  <a:pt x="12264" y="2531"/>
                </a:lnTo>
                <a:lnTo>
                  <a:pt x="12142" y="2482"/>
                </a:lnTo>
                <a:lnTo>
                  <a:pt x="12020" y="2482"/>
                </a:lnTo>
                <a:lnTo>
                  <a:pt x="11899" y="2458"/>
                </a:lnTo>
                <a:lnTo>
                  <a:pt x="11655" y="2507"/>
                </a:lnTo>
                <a:lnTo>
                  <a:pt x="11412" y="2604"/>
                </a:lnTo>
                <a:lnTo>
                  <a:pt x="11169" y="2726"/>
                </a:lnTo>
                <a:lnTo>
                  <a:pt x="10950" y="2920"/>
                </a:lnTo>
                <a:lnTo>
                  <a:pt x="10755" y="3115"/>
                </a:lnTo>
                <a:lnTo>
                  <a:pt x="10560" y="3358"/>
                </a:lnTo>
                <a:lnTo>
                  <a:pt x="10390" y="3626"/>
                </a:lnTo>
                <a:lnTo>
                  <a:pt x="10220" y="3918"/>
                </a:lnTo>
                <a:lnTo>
                  <a:pt x="10098" y="4210"/>
                </a:lnTo>
                <a:lnTo>
                  <a:pt x="9976" y="4526"/>
                </a:lnTo>
                <a:lnTo>
                  <a:pt x="9879" y="4818"/>
                </a:lnTo>
                <a:lnTo>
                  <a:pt x="9806" y="5135"/>
                </a:lnTo>
                <a:lnTo>
                  <a:pt x="9782" y="5427"/>
                </a:lnTo>
                <a:lnTo>
                  <a:pt x="9684" y="4964"/>
                </a:lnTo>
                <a:lnTo>
                  <a:pt x="9636" y="4526"/>
                </a:lnTo>
                <a:lnTo>
                  <a:pt x="9611" y="4234"/>
                </a:lnTo>
                <a:lnTo>
                  <a:pt x="9611" y="3942"/>
                </a:lnTo>
                <a:lnTo>
                  <a:pt x="9636" y="3675"/>
                </a:lnTo>
                <a:lnTo>
                  <a:pt x="9660" y="3383"/>
                </a:lnTo>
                <a:lnTo>
                  <a:pt x="9709" y="3115"/>
                </a:lnTo>
                <a:lnTo>
                  <a:pt x="9782" y="2823"/>
                </a:lnTo>
                <a:lnTo>
                  <a:pt x="9879" y="2555"/>
                </a:lnTo>
                <a:lnTo>
                  <a:pt x="10001" y="2288"/>
                </a:lnTo>
                <a:lnTo>
                  <a:pt x="10122" y="2044"/>
                </a:lnTo>
                <a:lnTo>
                  <a:pt x="10268" y="1825"/>
                </a:lnTo>
                <a:lnTo>
                  <a:pt x="10439" y="1606"/>
                </a:lnTo>
                <a:lnTo>
                  <a:pt x="10633" y="1412"/>
                </a:lnTo>
                <a:lnTo>
                  <a:pt x="10828" y="1241"/>
                </a:lnTo>
                <a:lnTo>
                  <a:pt x="11047" y="1071"/>
                </a:lnTo>
                <a:lnTo>
                  <a:pt x="11266" y="925"/>
                </a:lnTo>
                <a:lnTo>
                  <a:pt x="11509" y="804"/>
                </a:lnTo>
                <a:lnTo>
                  <a:pt x="11753" y="706"/>
                </a:lnTo>
                <a:lnTo>
                  <a:pt x="12020" y="633"/>
                </a:lnTo>
                <a:lnTo>
                  <a:pt x="12264" y="609"/>
                </a:lnTo>
                <a:lnTo>
                  <a:pt x="12531" y="585"/>
                </a:lnTo>
                <a:close/>
                <a:moveTo>
                  <a:pt x="7300" y="3626"/>
                </a:moveTo>
                <a:lnTo>
                  <a:pt x="7470" y="3675"/>
                </a:lnTo>
                <a:lnTo>
                  <a:pt x="7616" y="3723"/>
                </a:lnTo>
                <a:lnTo>
                  <a:pt x="7762" y="3796"/>
                </a:lnTo>
                <a:lnTo>
                  <a:pt x="7859" y="3869"/>
                </a:lnTo>
                <a:lnTo>
                  <a:pt x="7981" y="3967"/>
                </a:lnTo>
                <a:lnTo>
                  <a:pt x="8176" y="4186"/>
                </a:lnTo>
                <a:lnTo>
                  <a:pt x="8346" y="4405"/>
                </a:lnTo>
                <a:lnTo>
                  <a:pt x="8492" y="4648"/>
                </a:lnTo>
                <a:lnTo>
                  <a:pt x="8638" y="4916"/>
                </a:lnTo>
                <a:lnTo>
                  <a:pt x="8784" y="5183"/>
                </a:lnTo>
                <a:lnTo>
                  <a:pt x="8930" y="5475"/>
                </a:lnTo>
                <a:lnTo>
                  <a:pt x="9076" y="5743"/>
                </a:lnTo>
                <a:lnTo>
                  <a:pt x="8735" y="5646"/>
                </a:lnTo>
                <a:lnTo>
                  <a:pt x="8395" y="5524"/>
                </a:lnTo>
                <a:lnTo>
                  <a:pt x="8054" y="5378"/>
                </a:lnTo>
                <a:lnTo>
                  <a:pt x="7762" y="5208"/>
                </a:lnTo>
                <a:lnTo>
                  <a:pt x="7470" y="5013"/>
                </a:lnTo>
                <a:lnTo>
                  <a:pt x="7178" y="4794"/>
                </a:lnTo>
                <a:lnTo>
                  <a:pt x="6935" y="4502"/>
                </a:lnTo>
                <a:lnTo>
                  <a:pt x="6716" y="4210"/>
                </a:lnTo>
                <a:lnTo>
                  <a:pt x="6643" y="4064"/>
                </a:lnTo>
                <a:lnTo>
                  <a:pt x="6643" y="3942"/>
                </a:lnTo>
                <a:lnTo>
                  <a:pt x="6667" y="3845"/>
                </a:lnTo>
                <a:lnTo>
                  <a:pt x="6740" y="3772"/>
                </a:lnTo>
                <a:lnTo>
                  <a:pt x="6837" y="3723"/>
                </a:lnTo>
                <a:lnTo>
                  <a:pt x="6935" y="3675"/>
                </a:lnTo>
                <a:lnTo>
                  <a:pt x="7129" y="3626"/>
                </a:lnTo>
                <a:close/>
                <a:moveTo>
                  <a:pt x="11972" y="2847"/>
                </a:moveTo>
                <a:lnTo>
                  <a:pt x="12166" y="2872"/>
                </a:lnTo>
                <a:lnTo>
                  <a:pt x="12361" y="2945"/>
                </a:lnTo>
                <a:lnTo>
                  <a:pt x="12434" y="2993"/>
                </a:lnTo>
                <a:lnTo>
                  <a:pt x="12507" y="3066"/>
                </a:lnTo>
                <a:lnTo>
                  <a:pt x="12556" y="3139"/>
                </a:lnTo>
                <a:lnTo>
                  <a:pt x="12604" y="3237"/>
                </a:lnTo>
                <a:lnTo>
                  <a:pt x="12629" y="3334"/>
                </a:lnTo>
                <a:lnTo>
                  <a:pt x="12653" y="3456"/>
                </a:lnTo>
                <a:lnTo>
                  <a:pt x="12653" y="3626"/>
                </a:lnTo>
                <a:lnTo>
                  <a:pt x="12629" y="3772"/>
                </a:lnTo>
                <a:lnTo>
                  <a:pt x="12580" y="3918"/>
                </a:lnTo>
                <a:lnTo>
                  <a:pt x="12531" y="4064"/>
                </a:lnTo>
                <a:lnTo>
                  <a:pt x="12434" y="4186"/>
                </a:lnTo>
                <a:lnTo>
                  <a:pt x="12337" y="4332"/>
                </a:lnTo>
                <a:lnTo>
                  <a:pt x="12118" y="4599"/>
                </a:lnTo>
                <a:lnTo>
                  <a:pt x="11850" y="4818"/>
                </a:lnTo>
                <a:lnTo>
                  <a:pt x="11582" y="5037"/>
                </a:lnTo>
                <a:lnTo>
                  <a:pt x="11315" y="5208"/>
                </a:lnTo>
                <a:lnTo>
                  <a:pt x="11071" y="5354"/>
                </a:lnTo>
                <a:lnTo>
                  <a:pt x="10828" y="5475"/>
                </a:lnTo>
                <a:lnTo>
                  <a:pt x="10585" y="5573"/>
                </a:lnTo>
                <a:lnTo>
                  <a:pt x="10317" y="5646"/>
                </a:lnTo>
                <a:lnTo>
                  <a:pt x="10074" y="5743"/>
                </a:lnTo>
                <a:lnTo>
                  <a:pt x="10098" y="5451"/>
                </a:lnTo>
                <a:lnTo>
                  <a:pt x="10122" y="5135"/>
                </a:lnTo>
                <a:lnTo>
                  <a:pt x="10195" y="4843"/>
                </a:lnTo>
                <a:lnTo>
                  <a:pt x="10293" y="4551"/>
                </a:lnTo>
                <a:lnTo>
                  <a:pt x="10414" y="4283"/>
                </a:lnTo>
                <a:lnTo>
                  <a:pt x="10536" y="4015"/>
                </a:lnTo>
                <a:lnTo>
                  <a:pt x="10706" y="3748"/>
                </a:lnTo>
                <a:lnTo>
                  <a:pt x="10901" y="3480"/>
                </a:lnTo>
                <a:lnTo>
                  <a:pt x="11144" y="3237"/>
                </a:lnTo>
                <a:lnTo>
                  <a:pt x="11388" y="3042"/>
                </a:lnTo>
                <a:lnTo>
                  <a:pt x="11582" y="2920"/>
                </a:lnTo>
                <a:lnTo>
                  <a:pt x="11777" y="2872"/>
                </a:lnTo>
                <a:lnTo>
                  <a:pt x="11972" y="2847"/>
                </a:lnTo>
                <a:close/>
                <a:moveTo>
                  <a:pt x="5231" y="658"/>
                </a:moveTo>
                <a:lnTo>
                  <a:pt x="5499" y="682"/>
                </a:lnTo>
                <a:lnTo>
                  <a:pt x="5767" y="731"/>
                </a:lnTo>
                <a:lnTo>
                  <a:pt x="6034" y="779"/>
                </a:lnTo>
                <a:lnTo>
                  <a:pt x="6302" y="877"/>
                </a:lnTo>
                <a:lnTo>
                  <a:pt x="6545" y="1022"/>
                </a:lnTo>
                <a:lnTo>
                  <a:pt x="6789" y="1168"/>
                </a:lnTo>
                <a:lnTo>
                  <a:pt x="7032" y="1339"/>
                </a:lnTo>
                <a:lnTo>
                  <a:pt x="7251" y="1509"/>
                </a:lnTo>
                <a:lnTo>
                  <a:pt x="7446" y="1728"/>
                </a:lnTo>
                <a:lnTo>
                  <a:pt x="7640" y="1923"/>
                </a:lnTo>
                <a:lnTo>
                  <a:pt x="7811" y="2142"/>
                </a:lnTo>
                <a:lnTo>
                  <a:pt x="7957" y="2385"/>
                </a:lnTo>
                <a:lnTo>
                  <a:pt x="8103" y="2604"/>
                </a:lnTo>
                <a:lnTo>
                  <a:pt x="8370" y="3091"/>
                </a:lnTo>
                <a:lnTo>
                  <a:pt x="8589" y="3602"/>
                </a:lnTo>
                <a:lnTo>
                  <a:pt x="8760" y="4137"/>
                </a:lnTo>
                <a:lnTo>
                  <a:pt x="8857" y="4478"/>
                </a:lnTo>
                <a:lnTo>
                  <a:pt x="8735" y="4259"/>
                </a:lnTo>
                <a:lnTo>
                  <a:pt x="8589" y="4064"/>
                </a:lnTo>
                <a:lnTo>
                  <a:pt x="8419" y="3845"/>
                </a:lnTo>
                <a:lnTo>
                  <a:pt x="8249" y="3675"/>
                </a:lnTo>
                <a:lnTo>
                  <a:pt x="8054" y="3504"/>
                </a:lnTo>
                <a:lnTo>
                  <a:pt x="7811" y="3358"/>
                </a:lnTo>
                <a:lnTo>
                  <a:pt x="7543" y="3261"/>
                </a:lnTo>
                <a:lnTo>
                  <a:pt x="7275" y="3188"/>
                </a:lnTo>
                <a:lnTo>
                  <a:pt x="6862" y="3188"/>
                </a:lnTo>
                <a:lnTo>
                  <a:pt x="6716" y="3237"/>
                </a:lnTo>
                <a:lnTo>
                  <a:pt x="6618" y="3285"/>
                </a:lnTo>
                <a:lnTo>
                  <a:pt x="6497" y="3358"/>
                </a:lnTo>
                <a:lnTo>
                  <a:pt x="6399" y="3456"/>
                </a:lnTo>
                <a:lnTo>
                  <a:pt x="6326" y="3577"/>
                </a:lnTo>
                <a:lnTo>
                  <a:pt x="6253" y="3723"/>
                </a:lnTo>
                <a:lnTo>
                  <a:pt x="6229" y="3845"/>
                </a:lnTo>
                <a:lnTo>
                  <a:pt x="6205" y="3991"/>
                </a:lnTo>
                <a:lnTo>
                  <a:pt x="6229" y="4113"/>
                </a:lnTo>
                <a:lnTo>
                  <a:pt x="6253" y="4234"/>
                </a:lnTo>
                <a:lnTo>
                  <a:pt x="6302" y="4356"/>
                </a:lnTo>
                <a:lnTo>
                  <a:pt x="6424" y="4599"/>
                </a:lnTo>
                <a:lnTo>
                  <a:pt x="6594" y="4843"/>
                </a:lnTo>
                <a:lnTo>
                  <a:pt x="6813" y="5037"/>
                </a:lnTo>
                <a:lnTo>
                  <a:pt x="7008" y="5232"/>
                </a:lnTo>
                <a:lnTo>
                  <a:pt x="7227" y="5402"/>
                </a:lnTo>
                <a:lnTo>
                  <a:pt x="7567" y="5646"/>
                </a:lnTo>
                <a:lnTo>
                  <a:pt x="7957" y="5865"/>
                </a:lnTo>
                <a:lnTo>
                  <a:pt x="7227" y="5646"/>
                </a:lnTo>
                <a:lnTo>
                  <a:pt x="6886" y="5524"/>
                </a:lnTo>
                <a:lnTo>
                  <a:pt x="6545" y="5378"/>
                </a:lnTo>
                <a:lnTo>
                  <a:pt x="6180" y="5208"/>
                </a:lnTo>
                <a:lnTo>
                  <a:pt x="5864" y="5037"/>
                </a:lnTo>
                <a:lnTo>
                  <a:pt x="5523" y="4867"/>
                </a:lnTo>
                <a:lnTo>
                  <a:pt x="5207" y="4648"/>
                </a:lnTo>
                <a:lnTo>
                  <a:pt x="4988" y="4526"/>
                </a:lnTo>
                <a:lnTo>
                  <a:pt x="4793" y="4356"/>
                </a:lnTo>
                <a:lnTo>
                  <a:pt x="4599" y="4186"/>
                </a:lnTo>
                <a:lnTo>
                  <a:pt x="4404" y="3991"/>
                </a:lnTo>
                <a:lnTo>
                  <a:pt x="4234" y="3772"/>
                </a:lnTo>
                <a:lnTo>
                  <a:pt x="4064" y="3553"/>
                </a:lnTo>
                <a:lnTo>
                  <a:pt x="3918" y="3334"/>
                </a:lnTo>
                <a:lnTo>
                  <a:pt x="3796" y="3115"/>
                </a:lnTo>
                <a:lnTo>
                  <a:pt x="3699" y="2872"/>
                </a:lnTo>
                <a:lnTo>
                  <a:pt x="3626" y="2604"/>
                </a:lnTo>
                <a:lnTo>
                  <a:pt x="3577" y="2361"/>
                </a:lnTo>
                <a:lnTo>
                  <a:pt x="3577" y="2117"/>
                </a:lnTo>
                <a:lnTo>
                  <a:pt x="3626" y="1874"/>
                </a:lnTo>
                <a:lnTo>
                  <a:pt x="3699" y="1631"/>
                </a:lnTo>
                <a:lnTo>
                  <a:pt x="3820" y="1387"/>
                </a:lnTo>
                <a:lnTo>
                  <a:pt x="3991" y="1144"/>
                </a:lnTo>
                <a:lnTo>
                  <a:pt x="4088" y="1047"/>
                </a:lnTo>
                <a:lnTo>
                  <a:pt x="4210" y="950"/>
                </a:lnTo>
                <a:lnTo>
                  <a:pt x="4429" y="828"/>
                </a:lnTo>
                <a:lnTo>
                  <a:pt x="4696" y="731"/>
                </a:lnTo>
                <a:lnTo>
                  <a:pt x="4964" y="682"/>
                </a:lnTo>
                <a:lnTo>
                  <a:pt x="5231" y="658"/>
                </a:lnTo>
                <a:close/>
                <a:moveTo>
                  <a:pt x="17763" y="3553"/>
                </a:moveTo>
                <a:lnTo>
                  <a:pt x="17982" y="3602"/>
                </a:lnTo>
                <a:lnTo>
                  <a:pt x="18201" y="3650"/>
                </a:lnTo>
                <a:lnTo>
                  <a:pt x="18395" y="3723"/>
                </a:lnTo>
                <a:lnTo>
                  <a:pt x="18590" y="3845"/>
                </a:lnTo>
                <a:lnTo>
                  <a:pt x="18736" y="3991"/>
                </a:lnTo>
                <a:lnTo>
                  <a:pt x="18785" y="4088"/>
                </a:lnTo>
                <a:lnTo>
                  <a:pt x="18833" y="4210"/>
                </a:lnTo>
                <a:lnTo>
                  <a:pt x="18882" y="4307"/>
                </a:lnTo>
                <a:lnTo>
                  <a:pt x="18882" y="4405"/>
                </a:lnTo>
                <a:lnTo>
                  <a:pt x="18882" y="4624"/>
                </a:lnTo>
                <a:lnTo>
                  <a:pt x="18833" y="4818"/>
                </a:lnTo>
                <a:lnTo>
                  <a:pt x="18736" y="5013"/>
                </a:lnTo>
                <a:lnTo>
                  <a:pt x="18663" y="4794"/>
                </a:lnTo>
                <a:lnTo>
                  <a:pt x="18541" y="4624"/>
                </a:lnTo>
                <a:lnTo>
                  <a:pt x="18420" y="4478"/>
                </a:lnTo>
                <a:lnTo>
                  <a:pt x="18274" y="4356"/>
                </a:lnTo>
                <a:lnTo>
                  <a:pt x="18103" y="4259"/>
                </a:lnTo>
                <a:lnTo>
                  <a:pt x="17909" y="4186"/>
                </a:lnTo>
                <a:lnTo>
                  <a:pt x="17738" y="4113"/>
                </a:lnTo>
                <a:lnTo>
                  <a:pt x="17373" y="4015"/>
                </a:lnTo>
                <a:lnTo>
                  <a:pt x="17154" y="3967"/>
                </a:lnTo>
                <a:lnTo>
                  <a:pt x="16716" y="3967"/>
                </a:lnTo>
                <a:lnTo>
                  <a:pt x="16497" y="3991"/>
                </a:lnTo>
                <a:lnTo>
                  <a:pt x="16059" y="4064"/>
                </a:lnTo>
                <a:lnTo>
                  <a:pt x="15621" y="4186"/>
                </a:lnTo>
                <a:lnTo>
                  <a:pt x="15208" y="4356"/>
                </a:lnTo>
                <a:lnTo>
                  <a:pt x="14818" y="4551"/>
                </a:lnTo>
                <a:lnTo>
                  <a:pt x="14405" y="4770"/>
                </a:lnTo>
                <a:lnTo>
                  <a:pt x="14040" y="4989"/>
                </a:lnTo>
                <a:lnTo>
                  <a:pt x="13577" y="5256"/>
                </a:lnTo>
                <a:lnTo>
                  <a:pt x="13115" y="5524"/>
                </a:lnTo>
                <a:lnTo>
                  <a:pt x="12629" y="5767"/>
                </a:lnTo>
                <a:lnTo>
                  <a:pt x="12118" y="5986"/>
                </a:lnTo>
                <a:lnTo>
                  <a:pt x="12069" y="6011"/>
                </a:lnTo>
                <a:lnTo>
                  <a:pt x="12069" y="6011"/>
                </a:lnTo>
                <a:lnTo>
                  <a:pt x="12385" y="5840"/>
                </a:lnTo>
                <a:lnTo>
                  <a:pt x="12702" y="5670"/>
                </a:lnTo>
                <a:lnTo>
                  <a:pt x="13018" y="5475"/>
                </a:lnTo>
                <a:lnTo>
                  <a:pt x="13310" y="5256"/>
                </a:lnTo>
                <a:lnTo>
                  <a:pt x="13577" y="5037"/>
                </a:lnTo>
                <a:lnTo>
                  <a:pt x="13845" y="4794"/>
                </a:lnTo>
                <a:lnTo>
                  <a:pt x="14113" y="4551"/>
                </a:lnTo>
                <a:lnTo>
                  <a:pt x="14356" y="4307"/>
                </a:lnTo>
                <a:lnTo>
                  <a:pt x="14526" y="4283"/>
                </a:lnTo>
                <a:lnTo>
                  <a:pt x="14697" y="4234"/>
                </a:lnTo>
                <a:lnTo>
                  <a:pt x="15013" y="4137"/>
                </a:lnTo>
                <a:lnTo>
                  <a:pt x="15670" y="3869"/>
                </a:lnTo>
                <a:lnTo>
                  <a:pt x="16084" y="3748"/>
                </a:lnTo>
                <a:lnTo>
                  <a:pt x="16497" y="3650"/>
                </a:lnTo>
                <a:lnTo>
                  <a:pt x="16911" y="3577"/>
                </a:lnTo>
                <a:lnTo>
                  <a:pt x="17325" y="3553"/>
                </a:lnTo>
                <a:close/>
                <a:moveTo>
                  <a:pt x="1241" y="3261"/>
                </a:moveTo>
                <a:lnTo>
                  <a:pt x="1363" y="3480"/>
                </a:lnTo>
                <a:lnTo>
                  <a:pt x="1509" y="3699"/>
                </a:lnTo>
                <a:lnTo>
                  <a:pt x="1825" y="4064"/>
                </a:lnTo>
                <a:lnTo>
                  <a:pt x="2141" y="4405"/>
                </a:lnTo>
                <a:lnTo>
                  <a:pt x="2482" y="4697"/>
                </a:lnTo>
                <a:lnTo>
                  <a:pt x="2871" y="4964"/>
                </a:lnTo>
                <a:lnTo>
                  <a:pt x="3261" y="5208"/>
                </a:lnTo>
                <a:lnTo>
                  <a:pt x="3723" y="5427"/>
                </a:lnTo>
                <a:lnTo>
                  <a:pt x="4185" y="5621"/>
                </a:lnTo>
                <a:lnTo>
                  <a:pt x="4672" y="5767"/>
                </a:lnTo>
                <a:lnTo>
                  <a:pt x="5183" y="5889"/>
                </a:lnTo>
                <a:lnTo>
                  <a:pt x="5548" y="5962"/>
                </a:lnTo>
                <a:lnTo>
                  <a:pt x="5937" y="6035"/>
                </a:lnTo>
                <a:lnTo>
                  <a:pt x="6351" y="6084"/>
                </a:lnTo>
                <a:lnTo>
                  <a:pt x="6740" y="6084"/>
                </a:lnTo>
                <a:lnTo>
                  <a:pt x="7348" y="6278"/>
                </a:lnTo>
                <a:lnTo>
                  <a:pt x="7957" y="6449"/>
                </a:lnTo>
                <a:lnTo>
                  <a:pt x="7932" y="6473"/>
                </a:lnTo>
                <a:lnTo>
                  <a:pt x="6180" y="6400"/>
                </a:lnTo>
                <a:lnTo>
                  <a:pt x="5596" y="6376"/>
                </a:lnTo>
                <a:lnTo>
                  <a:pt x="4988" y="6327"/>
                </a:lnTo>
                <a:lnTo>
                  <a:pt x="4380" y="6278"/>
                </a:lnTo>
                <a:lnTo>
                  <a:pt x="3796" y="6278"/>
                </a:lnTo>
                <a:lnTo>
                  <a:pt x="3480" y="6205"/>
                </a:lnTo>
                <a:lnTo>
                  <a:pt x="3139" y="6108"/>
                </a:lnTo>
                <a:lnTo>
                  <a:pt x="2774" y="5962"/>
                </a:lnTo>
                <a:lnTo>
                  <a:pt x="2458" y="5792"/>
                </a:lnTo>
                <a:lnTo>
                  <a:pt x="2117" y="5597"/>
                </a:lnTo>
                <a:lnTo>
                  <a:pt x="1849" y="5402"/>
                </a:lnTo>
                <a:lnTo>
                  <a:pt x="1606" y="5208"/>
                </a:lnTo>
                <a:lnTo>
                  <a:pt x="1363" y="4989"/>
                </a:lnTo>
                <a:lnTo>
                  <a:pt x="1144" y="4745"/>
                </a:lnTo>
                <a:lnTo>
                  <a:pt x="949" y="4478"/>
                </a:lnTo>
                <a:lnTo>
                  <a:pt x="754" y="4210"/>
                </a:lnTo>
                <a:lnTo>
                  <a:pt x="608" y="3918"/>
                </a:lnTo>
                <a:lnTo>
                  <a:pt x="462" y="3626"/>
                </a:lnTo>
                <a:lnTo>
                  <a:pt x="973" y="3772"/>
                </a:lnTo>
                <a:lnTo>
                  <a:pt x="1046" y="3772"/>
                </a:lnTo>
                <a:lnTo>
                  <a:pt x="1119" y="3748"/>
                </a:lnTo>
                <a:lnTo>
                  <a:pt x="1144" y="3699"/>
                </a:lnTo>
                <a:lnTo>
                  <a:pt x="1168" y="3626"/>
                </a:lnTo>
                <a:lnTo>
                  <a:pt x="1241" y="3261"/>
                </a:lnTo>
                <a:close/>
                <a:moveTo>
                  <a:pt x="3796" y="6741"/>
                </a:moveTo>
                <a:lnTo>
                  <a:pt x="4039" y="6765"/>
                </a:lnTo>
                <a:lnTo>
                  <a:pt x="5937" y="6862"/>
                </a:lnTo>
                <a:lnTo>
                  <a:pt x="7835" y="6960"/>
                </a:lnTo>
                <a:lnTo>
                  <a:pt x="7811" y="7422"/>
                </a:lnTo>
                <a:lnTo>
                  <a:pt x="7786" y="7909"/>
                </a:lnTo>
                <a:lnTo>
                  <a:pt x="7738" y="9636"/>
                </a:lnTo>
                <a:lnTo>
                  <a:pt x="7713" y="10390"/>
                </a:lnTo>
                <a:lnTo>
                  <a:pt x="7008" y="10342"/>
                </a:lnTo>
                <a:lnTo>
                  <a:pt x="6278" y="10293"/>
                </a:lnTo>
                <a:lnTo>
                  <a:pt x="5572" y="10269"/>
                </a:lnTo>
                <a:lnTo>
                  <a:pt x="4064" y="10269"/>
                </a:lnTo>
                <a:lnTo>
                  <a:pt x="3309" y="10317"/>
                </a:lnTo>
                <a:lnTo>
                  <a:pt x="2823" y="10317"/>
                </a:lnTo>
                <a:lnTo>
                  <a:pt x="2579" y="10342"/>
                </a:lnTo>
                <a:lnTo>
                  <a:pt x="2360" y="10390"/>
                </a:lnTo>
                <a:lnTo>
                  <a:pt x="2360" y="9782"/>
                </a:lnTo>
                <a:lnTo>
                  <a:pt x="2360" y="9149"/>
                </a:lnTo>
                <a:lnTo>
                  <a:pt x="2385" y="8541"/>
                </a:lnTo>
                <a:lnTo>
                  <a:pt x="2458" y="7933"/>
                </a:lnTo>
                <a:lnTo>
                  <a:pt x="2482" y="7592"/>
                </a:lnTo>
                <a:lnTo>
                  <a:pt x="2531" y="7422"/>
                </a:lnTo>
                <a:lnTo>
                  <a:pt x="2579" y="7276"/>
                </a:lnTo>
                <a:lnTo>
                  <a:pt x="2652" y="7130"/>
                </a:lnTo>
                <a:lnTo>
                  <a:pt x="2750" y="7008"/>
                </a:lnTo>
                <a:lnTo>
                  <a:pt x="2896" y="6911"/>
                </a:lnTo>
                <a:lnTo>
                  <a:pt x="3042" y="6838"/>
                </a:lnTo>
                <a:lnTo>
                  <a:pt x="3285" y="6765"/>
                </a:lnTo>
                <a:lnTo>
                  <a:pt x="3553" y="6741"/>
                </a:lnTo>
                <a:close/>
                <a:moveTo>
                  <a:pt x="15378" y="6838"/>
                </a:moveTo>
                <a:lnTo>
                  <a:pt x="15621" y="6862"/>
                </a:lnTo>
                <a:lnTo>
                  <a:pt x="15865" y="6911"/>
                </a:lnTo>
                <a:lnTo>
                  <a:pt x="16035" y="6984"/>
                </a:lnTo>
                <a:lnTo>
                  <a:pt x="16157" y="7081"/>
                </a:lnTo>
                <a:lnTo>
                  <a:pt x="16254" y="7203"/>
                </a:lnTo>
                <a:lnTo>
                  <a:pt x="16327" y="7349"/>
                </a:lnTo>
                <a:lnTo>
                  <a:pt x="16376" y="7519"/>
                </a:lnTo>
                <a:lnTo>
                  <a:pt x="16400" y="7690"/>
                </a:lnTo>
                <a:lnTo>
                  <a:pt x="16424" y="8030"/>
                </a:lnTo>
                <a:lnTo>
                  <a:pt x="16400" y="8614"/>
                </a:lnTo>
                <a:lnTo>
                  <a:pt x="16400" y="9222"/>
                </a:lnTo>
                <a:lnTo>
                  <a:pt x="16400" y="9806"/>
                </a:lnTo>
                <a:lnTo>
                  <a:pt x="16424" y="10098"/>
                </a:lnTo>
                <a:lnTo>
                  <a:pt x="16449" y="10390"/>
                </a:lnTo>
                <a:lnTo>
                  <a:pt x="16084" y="10415"/>
                </a:lnTo>
                <a:lnTo>
                  <a:pt x="15986" y="10390"/>
                </a:lnTo>
                <a:lnTo>
                  <a:pt x="15889" y="10415"/>
                </a:lnTo>
                <a:lnTo>
                  <a:pt x="14818" y="10439"/>
                </a:lnTo>
                <a:lnTo>
                  <a:pt x="13723" y="10439"/>
                </a:lnTo>
                <a:lnTo>
                  <a:pt x="12215" y="10366"/>
                </a:lnTo>
                <a:lnTo>
                  <a:pt x="11680" y="10317"/>
                </a:lnTo>
                <a:lnTo>
                  <a:pt x="11436" y="10317"/>
                </a:lnTo>
                <a:lnTo>
                  <a:pt x="11290" y="10342"/>
                </a:lnTo>
                <a:lnTo>
                  <a:pt x="11193" y="10390"/>
                </a:lnTo>
                <a:lnTo>
                  <a:pt x="11193" y="9733"/>
                </a:lnTo>
                <a:lnTo>
                  <a:pt x="11169" y="8006"/>
                </a:lnTo>
                <a:lnTo>
                  <a:pt x="11193" y="7495"/>
                </a:lnTo>
                <a:lnTo>
                  <a:pt x="11193" y="7227"/>
                </a:lnTo>
                <a:lnTo>
                  <a:pt x="11169" y="6984"/>
                </a:lnTo>
                <a:lnTo>
                  <a:pt x="13018" y="6935"/>
                </a:lnTo>
                <a:lnTo>
                  <a:pt x="14867" y="6838"/>
                </a:lnTo>
                <a:close/>
                <a:moveTo>
                  <a:pt x="11193" y="10755"/>
                </a:moveTo>
                <a:lnTo>
                  <a:pt x="11315" y="10804"/>
                </a:lnTo>
                <a:lnTo>
                  <a:pt x="11436" y="10828"/>
                </a:lnTo>
                <a:lnTo>
                  <a:pt x="11193" y="11218"/>
                </a:lnTo>
                <a:lnTo>
                  <a:pt x="11193" y="10755"/>
                </a:lnTo>
                <a:close/>
                <a:moveTo>
                  <a:pt x="3626" y="10780"/>
                </a:moveTo>
                <a:lnTo>
                  <a:pt x="3358" y="10999"/>
                </a:lnTo>
                <a:lnTo>
                  <a:pt x="3139" y="11266"/>
                </a:lnTo>
                <a:lnTo>
                  <a:pt x="3115" y="11291"/>
                </a:lnTo>
                <a:lnTo>
                  <a:pt x="3115" y="10950"/>
                </a:lnTo>
                <a:lnTo>
                  <a:pt x="3090" y="10901"/>
                </a:lnTo>
                <a:lnTo>
                  <a:pt x="3066" y="10853"/>
                </a:lnTo>
                <a:lnTo>
                  <a:pt x="2993" y="10804"/>
                </a:lnTo>
                <a:lnTo>
                  <a:pt x="3115" y="10804"/>
                </a:lnTo>
                <a:lnTo>
                  <a:pt x="3626" y="10780"/>
                </a:lnTo>
                <a:close/>
                <a:moveTo>
                  <a:pt x="8297" y="6960"/>
                </a:moveTo>
                <a:lnTo>
                  <a:pt x="9465" y="6984"/>
                </a:lnTo>
                <a:lnTo>
                  <a:pt x="10731" y="6984"/>
                </a:lnTo>
                <a:lnTo>
                  <a:pt x="10706" y="7179"/>
                </a:lnTo>
                <a:lnTo>
                  <a:pt x="10706" y="7398"/>
                </a:lnTo>
                <a:lnTo>
                  <a:pt x="10706" y="7811"/>
                </a:lnTo>
                <a:lnTo>
                  <a:pt x="10706" y="9539"/>
                </a:lnTo>
                <a:lnTo>
                  <a:pt x="10682" y="12824"/>
                </a:lnTo>
                <a:lnTo>
                  <a:pt x="10658" y="19199"/>
                </a:lnTo>
                <a:lnTo>
                  <a:pt x="9782" y="19223"/>
                </a:lnTo>
                <a:lnTo>
                  <a:pt x="8151" y="19247"/>
                </a:lnTo>
                <a:lnTo>
                  <a:pt x="8151" y="17714"/>
                </a:lnTo>
                <a:lnTo>
                  <a:pt x="8151" y="16157"/>
                </a:lnTo>
                <a:lnTo>
                  <a:pt x="8176" y="13091"/>
                </a:lnTo>
                <a:lnTo>
                  <a:pt x="8249" y="9831"/>
                </a:lnTo>
                <a:lnTo>
                  <a:pt x="8273" y="8103"/>
                </a:lnTo>
                <a:lnTo>
                  <a:pt x="8297" y="7519"/>
                </a:lnTo>
                <a:lnTo>
                  <a:pt x="8297" y="6960"/>
                </a:lnTo>
                <a:close/>
                <a:moveTo>
                  <a:pt x="11753" y="10853"/>
                </a:moveTo>
                <a:lnTo>
                  <a:pt x="11996" y="10877"/>
                </a:lnTo>
                <a:lnTo>
                  <a:pt x="11801" y="11169"/>
                </a:lnTo>
                <a:lnTo>
                  <a:pt x="11607" y="11485"/>
                </a:lnTo>
                <a:lnTo>
                  <a:pt x="11412" y="11802"/>
                </a:lnTo>
                <a:lnTo>
                  <a:pt x="11339" y="11996"/>
                </a:lnTo>
                <a:lnTo>
                  <a:pt x="11315" y="12094"/>
                </a:lnTo>
                <a:lnTo>
                  <a:pt x="11315" y="12167"/>
                </a:lnTo>
                <a:lnTo>
                  <a:pt x="11339" y="12215"/>
                </a:lnTo>
                <a:lnTo>
                  <a:pt x="11363" y="12240"/>
                </a:lnTo>
                <a:lnTo>
                  <a:pt x="11388" y="12264"/>
                </a:lnTo>
                <a:lnTo>
                  <a:pt x="11436" y="12240"/>
                </a:lnTo>
                <a:lnTo>
                  <a:pt x="11509" y="12191"/>
                </a:lnTo>
                <a:lnTo>
                  <a:pt x="11582" y="12118"/>
                </a:lnTo>
                <a:lnTo>
                  <a:pt x="11680" y="11948"/>
                </a:lnTo>
                <a:lnTo>
                  <a:pt x="11850" y="11607"/>
                </a:lnTo>
                <a:lnTo>
                  <a:pt x="11996" y="11242"/>
                </a:lnTo>
                <a:lnTo>
                  <a:pt x="12142" y="10877"/>
                </a:lnTo>
                <a:lnTo>
                  <a:pt x="12434" y="10901"/>
                </a:lnTo>
                <a:lnTo>
                  <a:pt x="12142" y="11364"/>
                </a:lnTo>
                <a:lnTo>
                  <a:pt x="11972" y="11680"/>
                </a:lnTo>
                <a:lnTo>
                  <a:pt x="11899" y="11850"/>
                </a:lnTo>
                <a:lnTo>
                  <a:pt x="11899" y="11948"/>
                </a:lnTo>
                <a:lnTo>
                  <a:pt x="11899" y="12021"/>
                </a:lnTo>
                <a:lnTo>
                  <a:pt x="11923" y="12069"/>
                </a:lnTo>
                <a:lnTo>
                  <a:pt x="12020" y="12069"/>
                </a:lnTo>
                <a:lnTo>
                  <a:pt x="12093" y="12021"/>
                </a:lnTo>
                <a:lnTo>
                  <a:pt x="12142" y="11972"/>
                </a:lnTo>
                <a:lnTo>
                  <a:pt x="12239" y="11826"/>
                </a:lnTo>
                <a:lnTo>
                  <a:pt x="12385" y="11485"/>
                </a:lnTo>
                <a:lnTo>
                  <a:pt x="12507" y="11193"/>
                </a:lnTo>
                <a:lnTo>
                  <a:pt x="12604" y="10901"/>
                </a:lnTo>
                <a:lnTo>
                  <a:pt x="13115" y="10926"/>
                </a:lnTo>
                <a:lnTo>
                  <a:pt x="12872" y="11218"/>
                </a:lnTo>
                <a:lnTo>
                  <a:pt x="12629" y="11534"/>
                </a:lnTo>
                <a:lnTo>
                  <a:pt x="12410" y="11826"/>
                </a:lnTo>
                <a:lnTo>
                  <a:pt x="12337" y="11996"/>
                </a:lnTo>
                <a:lnTo>
                  <a:pt x="12312" y="12094"/>
                </a:lnTo>
                <a:lnTo>
                  <a:pt x="12312" y="12167"/>
                </a:lnTo>
                <a:lnTo>
                  <a:pt x="12337" y="12240"/>
                </a:lnTo>
                <a:lnTo>
                  <a:pt x="12410" y="12240"/>
                </a:lnTo>
                <a:lnTo>
                  <a:pt x="12483" y="12215"/>
                </a:lnTo>
                <a:lnTo>
                  <a:pt x="12556" y="12167"/>
                </a:lnTo>
                <a:lnTo>
                  <a:pt x="12653" y="12045"/>
                </a:lnTo>
                <a:lnTo>
                  <a:pt x="12799" y="11753"/>
                </a:lnTo>
                <a:lnTo>
                  <a:pt x="12993" y="11364"/>
                </a:lnTo>
                <a:lnTo>
                  <a:pt x="13188" y="10950"/>
                </a:lnTo>
                <a:lnTo>
                  <a:pt x="13188" y="10926"/>
                </a:lnTo>
                <a:lnTo>
                  <a:pt x="13796" y="10926"/>
                </a:lnTo>
                <a:lnTo>
                  <a:pt x="13650" y="11145"/>
                </a:lnTo>
                <a:lnTo>
                  <a:pt x="13504" y="11364"/>
                </a:lnTo>
                <a:lnTo>
                  <a:pt x="13261" y="11704"/>
                </a:lnTo>
                <a:lnTo>
                  <a:pt x="13164" y="11899"/>
                </a:lnTo>
                <a:lnTo>
                  <a:pt x="13091" y="12094"/>
                </a:lnTo>
                <a:lnTo>
                  <a:pt x="13091" y="12142"/>
                </a:lnTo>
                <a:lnTo>
                  <a:pt x="13115" y="12167"/>
                </a:lnTo>
                <a:lnTo>
                  <a:pt x="13164" y="12167"/>
                </a:lnTo>
                <a:lnTo>
                  <a:pt x="13188" y="12142"/>
                </a:lnTo>
                <a:lnTo>
                  <a:pt x="13334" y="12021"/>
                </a:lnTo>
                <a:lnTo>
                  <a:pt x="13431" y="11875"/>
                </a:lnTo>
                <a:lnTo>
                  <a:pt x="13626" y="11558"/>
                </a:lnTo>
                <a:lnTo>
                  <a:pt x="13821" y="11266"/>
                </a:lnTo>
                <a:lnTo>
                  <a:pt x="13918" y="11096"/>
                </a:lnTo>
                <a:lnTo>
                  <a:pt x="13991" y="10950"/>
                </a:lnTo>
                <a:lnTo>
                  <a:pt x="14259" y="10950"/>
                </a:lnTo>
                <a:lnTo>
                  <a:pt x="14064" y="11218"/>
                </a:lnTo>
                <a:lnTo>
                  <a:pt x="13796" y="11583"/>
                </a:lnTo>
                <a:lnTo>
                  <a:pt x="13675" y="11753"/>
                </a:lnTo>
                <a:lnTo>
                  <a:pt x="13626" y="11875"/>
                </a:lnTo>
                <a:lnTo>
                  <a:pt x="13602" y="11972"/>
                </a:lnTo>
                <a:lnTo>
                  <a:pt x="13626" y="11996"/>
                </a:lnTo>
                <a:lnTo>
                  <a:pt x="13626" y="12021"/>
                </a:lnTo>
                <a:lnTo>
                  <a:pt x="13675" y="12045"/>
                </a:lnTo>
                <a:lnTo>
                  <a:pt x="13699" y="12045"/>
                </a:lnTo>
                <a:lnTo>
                  <a:pt x="13845" y="11923"/>
                </a:lnTo>
                <a:lnTo>
                  <a:pt x="13942" y="11777"/>
                </a:lnTo>
                <a:lnTo>
                  <a:pt x="14137" y="11485"/>
                </a:lnTo>
                <a:lnTo>
                  <a:pt x="14307" y="11218"/>
                </a:lnTo>
                <a:lnTo>
                  <a:pt x="14453" y="10950"/>
                </a:lnTo>
                <a:lnTo>
                  <a:pt x="15086" y="10950"/>
                </a:lnTo>
                <a:lnTo>
                  <a:pt x="14697" y="11412"/>
                </a:lnTo>
                <a:lnTo>
                  <a:pt x="14405" y="11753"/>
                </a:lnTo>
                <a:lnTo>
                  <a:pt x="14259" y="11948"/>
                </a:lnTo>
                <a:lnTo>
                  <a:pt x="14210" y="12045"/>
                </a:lnTo>
                <a:lnTo>
                  <a:pt x="14161" y="12142"/>
                </a:lnTo>
                <a:lnTo>
                  <a:pt x="14161" y="12191"/>
                </a:lnTo>
                <a:lnTo>
                  <a:pt x="14210" y="12240"/>
                </a:lnTo>
                <a:lnTo>
                  <a:pt x="14283" y="12240"/>
                </a:lnTo>
                <a:lnTo>
                  <a:pt x="14380" y="12191"/>
                </a:lnTo>
                <a:lnTo>
                  <a:pt x="14453" y="12118"/>
                </a:lnTo>
                <a:lnTo>
                  <a:pt x="14624" y="11972"/>
                </a:lnTo>
                <a:lnTo>
                  <a:pt x="14867" y="11607"/>
                </a:lnTo>
                <a:lnTo>
                  <a:pt x="15062" y="11291"/>
                </a:lnTo>
                <a:lnTo>
                  <a:pt x="15208" y="10950"/>
                </a:lnTo>
                <a:lnTo>
                  <a:pt x="15597" y="10926"/>
                </a:lnTo>
                <a:lnTo>
                  <a:pt x="15597" y="10926"/>
                </a:lnTo>
                <a:lnTo>
                  <a:pt x="15183" y="11412"/>
                </a:lnTo>
                <a:lnTo>
                  <a:pt x="15013" y="11656"/>
                </a:lnTo>
                <a:lnTo>
                  <a:pt x="14940" y="11802"/>
                </a:lnTo>
                <a:lnTo>
                  <a:pt x="14891" y="11923"/>
                </a:lnTo>
                <a:lnTo>
                  <a:pt x="14891" y="11972"/>
                </a:lnTo>
                <a:lnTo>
                  <a:pt x="14891" y="11996"/>
                </a:lnTo>
                <a:lnTo>
                  <a:pt x="14940" y="11996"/>
                </a:lnTo>
                <a:lnTo>
                  <a:pt x="14964" y="11972"/>
                </a:lnTo>
                <a:lnTo>
                  <a:pt x="15086" y="11875"/>
                </a:lnTo>
                <a:lnTo>
                  <a:pt x="15183" y="11753"/>
                </a:lnTo>
                <a:lnTo>
                  <a:pt x="15378" y="11485"/>
                </a:lnTo>
                <a:lnTo>
                  <a:pt x="15694" y="10926"/>
                </a:lnTo>
                <a:lnTo>
                  <a:pt x="15743" y="10926"/>
                </a:lnTo>
                <a:lnTo>
                  <a:pt x="15743" y="11218"/>
                </a:lnTo>
                <a:lnTo>
                  <a:pt x="15573" y="11388"/>
                </a:lnTo>
                <a:lnTo>
                  <a:pt x="15427" y="11607"/>
                </a:lnTo>
                <a:lnTo>
                  <a:pt x="15354" y="11729"/>
                </a:lnTo>
                <a:lnTo>
                  <a:pt x="15256" y="11850"/>
                </a:lnTo>
                <a:lnTo>
                  <a:pt x="15208" y="11996"/>
                </a:lnTo>
                <a:lnTo>
                  <a:pt x="15208" y="12069"/>
                </a:lnTo>
                <a:lnTo>
                  <a:pt x="15232" y="12142"/>
                </a:lnTo>
                <a:lnTo>
                  <a:pt x="15256" y="12167"/>
                </a:lnTo>
                <a:lnTo>
                  <a:pt x="15305" y="12167"/>
                </a:lnTo>
                <a:lnTo>
                  <a:pt x="15402" y="12094"/>
                </a:lnTo>
                <a:lnTo>
                  <a:pt x="15475" y="11996"/>
                </a:lnTo>
                <a:lnTo>
                  <a:pt x="15573" y="11753"/>
                </a:lnTo>
                <a:lnTo>
                  <a:pt x="15767" y="11461"/>
                </a:lnTo>
                <a:lnTo>
                  <a:pt x="15792" y="14600"/>
                </a:lnTo>
                <a:lnTo>
                  <a:pt x="15816" y="16157"/>
                </a:lnTo>
                <a:lnTo>
                  <a:pt x="15816" y="17714"/>
                </a:lnTo>
                <a:lnTo>
                  <a:pt x="15792" y="18177"/>
                </a:lnTo>
                <a:lnTo>
                  <a:pt x="15792" y="18396"/>
                </a:lnTo>
                <a:lnTo>
                  <a:pt x="15743" y="18590"/>
                </a:lnTo>
                <a:lnTo>
                  <a:pt x="15670" y="18785"/>
                </a:lnTo>
                <a:lnTo>
                  <a:pt x="15548" y="18955"/>
                </a:lnTo>
                <a:lnTo>
                  <a:pt x="15475" y="19028"/>
                </a:lnTo>
                <a:lnTo>
                  <a:pt x="15402" y="19101"/>
                </a:lnTo>
                <a:lnTo>
                  <a:pt x="15281" y="19150"/>
                </a:lnTo>
                <a:lnTo>
                  <a:pt x="15183" y="19199"/>
                </a:lnTo>
                <a:lnTo>
                  <a:pt x="14964" y="19247"/>
                </a:lnTo>
                <a:lnTo>
                  <a:pt x="14770" y="19272"/>
                </a:lnTo>
                <a:lnTo>
                  <a:pt x="14332" y="19272"/>
                </a:lnTo>
                <a:lnTo>
                  <a:pt x="13869" y="19247"/>
                </a:lnTo>
                <a:lnTo>
                  <a:pt x="13456" y="19223"/>
                </a:lnTo>
                <a:lnTo>
                  <a:pt x="11169" y="19199"/>
                </a:lnTo>
                <a:lnTo>
                  <a:pt x="11193" y="16109"/>
                </a:lnTo>
                <a:lnTo>
                  <a:pt x="11193" y="13018"/>
                </a:lnTo>
                <a:lnTo>
                  <a:pt x="11193" y="11656"/>
                </a:lnTo>
                <a:lnTo>
                  <a:pt x="11266" y="11461"/>
                </a:lnTo>
                <a:lnTo>
                  <a:pt x="11388" y="11145"/>
                </a:lnTo>
                <a:lnTo>
                  <a:pt x="11509" y="10853"/>
                </a:lnTo>
                <a:close/>
                <a:moveTo>
                  <a:pt x="5621" y="10755"/>
                </a:moveTo>
                <a:lnTo>
                  <a:pt x="6059" y="10780"/>
                </a:lnTo>
                <a:lnTo>
                  <a:pt x="5961" y="10901"/>
                </a:lnTo>
                <a:lnTo>
                  <a:pt x="5864" y="11023"/>
                </a:lnTo>
                <a:lnTo>
                  <a:pt x="5694" y="11291"/>
                </a:lnTo>
                <a:lnTo>
                  <a:pt x="5499" y="11631"/>
                </a:lnTo>
                <a:lnTo>
                  <a:pt x="5426" y="11802"/>
                </a:lnTo>
                <a:lnTo>
                  <a:pt x="5426" y="11875"/>
                </a:lnTo>
                <a:lnTo>
                  <a:pt x="5426" y="11972"/>
                </a:lnTo>
                <a:lnTo>
                  <a:pt x="5475" y="12021"/>
                </a:lnTo>
                <a:lnTo>
                  <a:pt x="5523" y="12021"/>
                </a:lnTo>
                <a:lnTo>
                  <a:pt x="5596" y="11996"/>
                </a:lnTo>
                <a:lnTo>
                  <a:pt x="5669" y="11948"/>
                </a:lnTo>
                <a:lnTo>
                  <a:pt x="5791" y="11777"/>
                </a:lnTo>
                <a:lnTo>
                  <a:pt x="5961" y="11437"/>
                </a:lnTo>
                <a:lnTo>
                  <a:pt x="6107" y="11120"/>
                </a:lnTo>
                <a:lnTo>
                  <a:pt x="6180" y="10950"/>
                </a:lnTo>
                <a:lnTo>
                  <a:pt x="6229" y="10780"/>
                </a:lnTo>
                <a:lnTo>
                  <a:pt x="6667" y="10804"/>
                </a:lnTo>
                <a:lnTo>
                  <a:pt x="6448" y="11072"/>
                </a:lnTo>
                <a:lnTo>
                  <a:pt x="6278" y="11364"/>
                </a:lnTo>
                <a:lnTo>
                  <a:pt x="6205" y="11534"/>
                </a:lnTo>
                <a:lnTo>
                  <a:pt x="6156" y="11704"/>
                </a:lnTo>
                <a:lnTo>
                  <a:pt x="6107" y="11875"/>
                </a:lnTo>
                <a:lnTo>
                  <a:pt x="6107" y="11948"/>
                </a:lnTo>
                <a:lnTo>
                  <a:pt x="6132" y="12021"/>
                </a:lnTo>
                <a:lnTo>
                  <a:pt x="6156" y="12069"/>
                </a:lnTo>
                <a:lnTo>
                  <a:pt x="6253" y="12069"/>
                </a:lnTo>
                <a:lnTo>
                  <a:pt x="6326" y="11948"/>
                </a:lnTo>
                <a:lnTo>
                  <a:pt x="6375" y="11826"/>
                </a:lnTo>
                <a:lnTo>
                  <a:pt x="6448" y="11534"/>
                </a:lnTo>
                <a:lnTo>
                  <a:pt x="6594" y="11169"/>
                </a:lnTo>
                <a:lnTo>
                  <a:pt x="6764" y="10804"/>
                </a:lnTo>
                <a:lnTo>
                  <a:pt x="7129" y="10828"/>
                </a:lnTo>
                <a:lnTo>
                  <a:pt x="6813" y="11242"/>
                </a:lnTo>
                <a:lnTo>
                  <a:pt x="6545" y="11607"/>
                </a:lnTo>
                <a:lnTo>
                  <a:pt x="6424" y="11802"/>
                </a:lnTo>
                <a:lnTo>
                  <a:pt x="6399" y="11899"/>
                </a:lnTo>
                <a:lnTo>
                  <a:pt x="6375" y="11996"/>
                </a:lnTo>
                <a:lnTo>
                  <a:pt x="6399" y="12045"/>
                </a:lnTo>
                <a:lnTo>
                  <a:pt x="6424" y="12069"/>
                </a:lnTo>
                <a:lnTo>
                  <a:pt x="6472" y="12094"/>
                </a:lnTo>
                <a:lnTo>
                  <a:pt x="6521" y="12069"/>
                </a:lnTo>
                <a:lnTo>
                  <a:pt x="6594" y="12045"/>
                </a:lnTo>
                <a:lnTo>
                  <a:pt x="6667" y="11972"/>
                </a:lnTo>
                <a:lnTo>
                  <a:pt x="6789" y="11826"/>
                </a:lnTo>
                <a:lnTo>
                  <a:pt x="6983" y="11485"/>
                </a:lnTo>
                <a:lnTo>
                  <a:pt x="7178" y="11169"/>
                </a:lnTo>
                <a:lnTo>
                  <a:pt x="7348" y="10853"/>
                </a:lnTo>
                <a:lnTo>
                  <a:pt x="7640" y="10877"/>
                </a:lnTo>
                <a:lnTo>
                  <a:pt x="7470" y="11072"/>
                </a:lnTo>
                <a:lnTo>
                  <a:pt x="7324" y="11291"/>
                </a:lnTo>
                <a:lnTo>
                  <a:pt x="7227" y="11437"/>
                </a:lnTo>
                <a:lnTo>
                  <a:pt x="7129" y="11607"/>
                </a:lnTo>
                <a:lnTo>
                  <a:pt x="7056" y="11777"/>
                </a:lnTo>
                <a:lnTo>
                  <a:pt x="7056" y="11850"/>
                </a:lnTo>
                <a:lnTo>
                  <a:pt x="7056" y="11948"/>
                </a:lnTo>
                <a:lnTo>
                  <a:pt x="7081" y="11996"/>
                </a:lnTo>
                <a:lnTo>
                  <a:pt x="7154" y="11996"/>
                </a:lnTo>
                <a:lnTo>
                  <a:pt x="7227" y="11948"/>
                </a:lnTo>
                <a:lnTo>
                  <a:pt x="7275" y="11923"/>
                </a:lnTo>
                <a:lnTo>
                  <a:pt x="7373" y="11802"/>
                </a:lnTo>
                <a:lnTo>
                  <a:pt x="7519" y="11510"/>
                </a:lnTo>
                <a:lnTo>
                  <a:pt x="7616" y="11266"/>
                </a:lnTo>
                <a:lnTo>
                  <a:pt x="7713" y="11047"/>
                </a:lnTo>
                <a:lnTo>
                  <a:pt x="7713" y="11047"/>
                </a:lnTo>
                <a:lnTo>
                  <a:pt x="7689" y="11510"/>
                </a:lnTo>
                <a:lnTo>
                  <a:pt x="7543" y="11753"/>
                </a:lnTo>
                <a:lnTo>
                  <a:pt x="7397" y="11996"/>
                </a:lnTo>
                <a:lnTo>
                  <a:pt x="7373" y="12069"/>
                </a:lnTo>
                <a:lnTo>
                  <a:pt x="7397" y="12118"/>
                </a:lnTo>
                <a:lnTo>
                  <a:pt x="7421" y="12167"/>
                </a:lnTo>
                <a:lnTo>
                  <a:pt x="7470" y="12191"/>
                </a:lnTo>
                <a:lnTo>
                  <a:pt x="7567" y="12191"/>
                </a:lnTo>
                <a:lnTo>
                  <a:pt x="7616" y="12167"/>
                </a:lnTo>
                <a:lnTo>
                  <a:pt x="7640" y="12094"/>
                </a:lnTo>
                <a:lnTo>
                  <a:pt x="7689" y="11948"/>
                </a:lnTo>
                <a:lnTo>
                  <a:pt x="7665" y="12897"/>
                </a:lnTo>
                <a:lnTo>
                  <a:pt x="7665" y="14478"/>
                </a:lnTo>
                <a:lnTo>
                  <a:pt x="7665" y="16084"/>
                </a:lnTo>
                <a:lnTo>
                  <a:pt x="7713" y="19272"/>
                </a:lnTo>
                <a:lnTo>
                  <a:pt x="6083" y="19320"/>
                </a:lnTo>
                <a:lnTo>
                  <a:pt x="4356" y="19418"/>
                </a:lnTo>
                <a:lnTo>
                  <a:pt x="3918" y="19418"/>
                </a:lnTo>
                <a:lnTo>
                  <a:pt x="3723" y="19393"/>
                </a:lnTo>
                <a:lnTo>
                  <a:pt x="3528" y="19296"/>
                </a:lnTo>
                <a:lnTo>
                  <a:pt x="3431" y="19223"/>
                </a:lnTo>
                <a:lnTo>
                  <a:pt x="3358" y="19101"/>
                </a:lnTo>
                <a:lnTo>
                  <a:pt x="3309" y="18980"/>
                </a:lnTo>
                <a:lnTo>
                  <a:pt x="3285" y="18809"/>
                </a:lnTo>
                <a:lnTo>
                  <a:pt x="3285" y="18493"/>
                </a:lnTo>
                <a:lnTo>
                  <a:pt x="3285" y="18225"/>
                </a:lnTo>
                <a:lnTo>
                  <a:pt x="3236" y="15062"/>
                </a:lnTo>
                <a:lnTo>
                  <a:pt x="3139" y="11899"/>
                </a:lnTo>
                <a:lnTo>
                  <a:pt x="3236" y="11729"/>
                </a:lnTo>
                <a:lnTo>
                  <a:pt x="3309" y="11558"/>
                </a:lnTo>
                <a:lnTo>
                  <a:pt x="3553" y="11169"/>
                </a:lnTo>
                <a:lnTo>
                  <a:pt x="3796" y="10804"/>
                </a:lnTo>
                <a:lnTo>
                  <a:pt x="3796" y="10780"/>
                </a:lnTo>
                <a:lnTo>
                  <a:pt x="4088" y="10755"/>
                </a:lnTo>
                <a:lnTo>
                  <a:pt x="3942" y="10853"/>
                </a:lnTo>
                <a:lnTo>
                  <a:pt x="3820" y="10974"/>
                </a:lnTo>
                <a:lnTo>
                  <a:pt x="3699" y="11120"/>
                </a:lnTo>
                <a:lnTo>
                  <a:pt x="3577" y="11242"/>
                </a:lnTo>
                <a:lnTo>
                  <a:pt x="3455" y="11437"/>
                </a:lnTo>
                <a:lnTo>
                  <a:pt x="3309" y="11680"/>
                </a:lnTo>
                <a:lnTo>
                  <a:pt x="3236" y="11802"/>
                </a:lnTo>
                <a:lnTo>
                  <a:pt x="3212" y="11923"/>
                </a:lnTo>
                <a:lnTo>
                  <a:pt x="3212" y="12045"/>
                </a:lnTo>
                <a:lnTo>
                  <a:pt x="3261" y="12142"/>
                </a:lnTo>
                <a:lnTo>
                  <a:pt x="3309" y="12191"/>
                </a:lnTo>
                <a:lnTo>
                  <a:pt x="3358" y="12191"/>
                </a:lnTo>
                <a:lnTo>
                  <a:pt x="3455" y="12142"/>
                </a:lnTo>
                <a:lnTo>
                  <a:pt x="3504" y="12094"/>
                </a:lnTo>
                <a:lnTo>
                  <a:pt x="3626" y="11923"/>
                </a:lnTo>
                <a:lnTo>
                  <a:pt x="3796" y="11583"/>
                </a:lnTo>
                <a:lnTo>
                  <a:pt x="3918" y="11364"/>
                </a:lnTo>
                <a:lnTo>
                  <a:pt x="4064" y="11169"/>
                </a:lnTo>
                <a:lnTo>
                  <a:pt x="4234" y="10974"/>
                </a:lnTo>
                <a:lnTo>
                  <a:pt x="4356" y="10755"/>
                </a:lnTo>
                <a:lnTo>
                  <a:pt x="4745" y="10755"/>
                </a:lnTo>
                <a:lnTo>
                  <a:pt x="4526" y="10974"/>
                </a:lnTo>
                <a:lnTo>
                  <a:pt x="4331" y="11193"/>
                </a:lnTo>
                <a:lnTo>
                  <a:pt x="4185" y="11339"/>
                </a:lnTo>
                <a:lnTo>
                  <a:pt x="4064" y="11510"/>
                </a:lnTo>
                <a:lnTo>
                  <a:pt x="3966" y="11680"/>
                </a:lnTo>
                <a:lnTo>
                  <a:pt x="3942" y="11777"/>
                </a:lnTo>
                <a:lnTo>
                  <a:pt x="3918" y="11875"/>
                </a:lnTo>
                <a:lnTo>
                  <a:pt x="3942" y="11923"/>
                </a:lnTo>
                <a:lnTo>
                  <a:pt x="3991" y="11972"/>
                </a:lnTo>
                <a:lnTo>
                  <a:pt x="4039" y="12021"/>
                </a:lnTo>
                <a:lnTo>
                  <a:pt x="4112" y="11996"/>
                </a:lnTo>
                <a:lnTo>
                  <a:pt x="4210" y="11972"/>
                </a:lnTo>
                <a:lnTo>
                  <a:pt x="4283" y="11923"/>
                </a:lnTo>
                <a:lnTo>
                  <a:pt x="4429" y="11777"/>
                </a:lnTo>
                <a:lnTo>
                  <a:pt x="4526" y="11607"/>
                </a:lnTo>
                <a:lnTo>
                  <a:pt x="4648" y="11437"/>
                </a:lnTo>
                <a:lnTo>
                  <a:pt x="4842" y="11120"/>
                </a:lnTo>
                <a:lnTo>
                  <a:pt x="4939" y="10926"/>
                </a:lnTo>
                <a:lnTo>
                  <a:pt x="5012" y="10755"/>
                </a:lnTo>
                <a:lnTo>
                  <a:pt x="5475" y="10755"/>
                </a:lnTo>
                <a:lnTo>
                  <a:pt x="5061" y="11291"/>
                </a:lnTo>
                <a:lnTo>
                  <a:pt x="4842" y="11558"/>
                </a:lnTo>
                <a:lnTo>
                  <a:pt x="4745" y="11729"/>
                </a:lnTo>
                <a:lnTo>
                  <a:pt x="4721" y="11802"/>
                </a:lnTo>
                <a:lnTo>
                  <a:pt x="4721" y="11875"/>
                </a:lnTo>
                <a:lnTo>
                  <a:pt x="4721" y="11923"/>
                </a:lnTo>
                <a:lnTo>
                  <a:pt x="4769" y="11972"/>
                </a:lnTo>
                <a:lnTo>
                  <a:pt x="4842" y="11972"/>
                </a:lnTo>
                <a:lnTo>
                  <a:pt x="4915" y="11948"/>
                </a:lnTo>
                <a:lnTo>
                  <a:pt x="4988" y="11899"/>
                </a:lnTo>
                <a:lnTo>
                  <a:pt x="5134" y="11753"/>
                </a:lnTo>
                <a:lnTo>
                  <a:pt x="5231" y="11583"/>
                </a:lnTo>
                <a:lnTo>
                  <a:pt x="5304" y="11437"/>
                </a:lnTo>
                <a:lnTo>
                  <a:pt x="5475" y="11096"/>
                </a:lnTo>
                <a:lnTo>
                  <a:pt x="5621" y="10755"/>
                </a:lnTo>
                <a:close/>
                <a:moveTo>
                  <a:pt x="12458" y="1"/>
                </a:moveTo>
                <a:lnTo>
                  <a:pt x="12166" y="49"/>
                </a:lnTo>
                <a:lnTo>
                  <a:pt x="11874" y="98"/>
                </a:lnTo>
                <a:lnTo>
                  <a:pt x="11582" y="171"/>
                </a:lnTo>
                <a:lnTo>
                  <a:pt x="11315" y="293"/>
                </a:lnTo>
                <a:lnTo>
                  <a:pt x="11047" y="414"/>
                </a:lnTo>
                <a:lnTo>
                  <a:pt x="10779" y="585"/>
                </a:lnTo>
                <a:lnTo>
                  <a:pt x="10536" y="755"/>
                </a:lnTo>
                <a:lnTo>
                  <a:pt x="10317" y="950"/>
                </a:lnTo>
                <a:lnTo>
                  <a:pt x="10098" y="1144"/>
                </a:lnTo>
                <a:lnTo>
                  <a:pt x="9903" y="1363"/>
                </a:lnTo>
                <a:lnTo>
                  <a:pt x="9733" y="1606"/>
                </a:lnTo>
                <a:lnTo>
                  <a:pt x="9611" y="1825"/>
                </a:lnTo>
                <a:lnTo>
                  <a:pt x="9490" y="2069"/>
                </a:lnTo>
                <a:lnTo>
                  <a:pt x="9368" y="2288"/>
                </a:lnTo>
                <a:lnTo>
                  <a:pt x="9295" y="2531"/>
                </a:lnTo>
                <a:lnTo>
                  <a:pt x="9222" y="2799"/>
                </a:lnTo>
                <a:lnTo>
                  <a:pt x="9173" y="3042"/>
                </a:lnTo>
                <a:lnTo>
                  <a:pt x="9076" y="3553"/>
                </a:lnTo>
                <a:lnTo>
                  <a:pt x="9076" y="3504"/>
                </a:lnTo>
                <a:lnTo>
                  <a:pt x="8954" y="3188"/>
                </a:lnTo>
                <a:lnTo>
                  <a:pt x="8833" y="2896"/>
                </a:lnTo>
                <a:lnTo>
                  <a:pt x="8687" y="2604"/>
                </a:lnTo>
                <a:lnTo>
                  <a:pt x="8516" y="2312"/>
                </a:lnTo>
                <a:lnTo>
                  <a:pt x="8346" y="2044"/>
                </a:lnTo>
                <a:lnTo>
                  <a:pt x="8151" y="1777"/>
                </a:lnTo>
                <a:lnTo>
                  <a:pt x="7957" y="1533"/>
                </a:lnTo>
                <a:lnTo>
                  <a:pt x="7738" y="1290"/>
                </a:lnTo>
                <a:lnTo>
                  <a:pt x="7519" y="1095"/>
                </a:lnTo>
                <a:lnTo>
                  <a:pt x="7300" y="901"/>
                </a:lnTo>
                <a:lnTo>
                  <a:pt x="7081" y="755"/>
                </a:lnTo>
                <a:lnTo>
                  <a:pt x="6813" y="585"/>
                </a:lnTo>
                <a:lnTo>
                  <a:pt x="6570" y="463"/>
                </a:lnTo>
                <a:lnTo>
                  <a:pt x="6302" y="341"/>
                </a:lnTo>
                <a:lnTo>
                  <a:pt x="6010" y="268"/>
                </a:lnTo>
                <a:lnTo>
                  <a:pt x="5742" y="195"/>
                </a:lnTo>
                <a:lnTo>
                  <a:pt x="5450" y="147"/>
                </a:lnTo>
                <a:lnTo>
                  <a:pt x="5183" y="147"/>
                </a:lnTo>
                <a:lnTo>
                  <a:pt x="4891" y="171"/>
                </a:lnTo>
                <a:lnTo>
                  <a:pt x="4623" y="220"/>
                </a:lnTo>
                <a:lnTo>
                  <a:pt x="4356" y="293"/>
                </a:lnTo>
                <a:lnTo>
                  <a:pt x="4112" y="414"/>
                </a:lnTo>
                <a:lnTo>
                  <a:pt x="3869" y="585"/>
                </a:lnTo>
                <a:lnTo>
                  <a:pt x="3626" y="779"/>
                </a:lnTo>
                <a:lnTo>
                  <a:pt x="3431" y="998"/>
                </a:lnTo>
                <a:lnTo>
                  <a:pt x="3285" y="1241"/>
                </a:lnTo>
                <a:lnTo>
                  <a:pt x="3163" y="1485"/>
                </a:lnTo>
                <a:lnTo>
                  <a:pt x="3090" y="1728"/>
                </a:lnTo>
                <a:lnTo>
                  <a:pt x="3042" y="1996"/>
                </a:lnTo>
                <a:lnTo>
                  <a:pt x="3042" y="2263"/>
                </a:lnTo>
                <a:lnTo>
                  <a:pt x="3066" y="2531"/>
                </a:lnTo>
                <a:lnTo>
                  <a:pt x="3115" y="2799"/>
                </a:lnTo>
                <a:lnTo>
                  <a:pt x="3212" y="3066"/>
                </a:lnTo>
                <a:lnTo>
                  <a:pt x="3309" y="3334"/>
                </a:lnTo>
                <a:lnTo>
                  <a:pt x="3431" y="3577"/>
                </a:lnTo>
                <a:lnTo>
                  <a:pt x="3577" y="3821"/>
                </a:lnTo>
                <a:lnTo>
                  <a:pt x="3723" y="4064"/>
                </a:lnTo>
                <a:lnTo>
                  <a:pt x="3893" y="4283"/>
                </a:lnTo>
                <a:lnTo>
                  <a:pt x="4088" y="4478"/>
                </a:lnTo>
                <a:lnTo>
                  <a:pt x="4258" y="4648"/>
                </a:lnTo>
                <a:lnTo>
                  <a:pt x="4599" y="4916"/>
                </a:lnTo>
                <a:lnTo>
                  <a:pt x="4939" y="5159"/>
                </a:lnTo>
                <a:lnTo>
                  <a:pt x="5280" y="5402"/>
                </a:lnTo>
                <a:lnTo>
                  <a:pt x="5669" y="5597"/>
                </a:lnTo>
                <a:lnTo>
                  <a:pt x="5426" y="5573"/>
                </a:lnTo>
                <a:lnTo>
                  <a:pt x="4939" y="5475"/>
                </a:lnTo>
                <a:lnTo>
                  <a:pt x="4477" y="5354"/>
                </a:lnTo>
                <a:lnTo>
                  <a:pt x="4015" y="5183"/>
                </a:lnTo>
                <a:lnTo>
                  <a:pt x="3553" y="4989"/>
                </a:lnTo>
                <a:lnTo>
                  <a:pt x="3163" y="4770"/>
                </a:lnTo>
                <a:lnTo>
                  <a:pt x="2798" y="4526"/>
                </a:lnTo>
                <a:lnTo>
                  <a:pt x="2458" y="4259"/>
                </a:lnTo>
                <a:lnTo>
                  <a:pt x="2141" y="3967"/>
                </a:lnTo>
                <a:lnTo>
                  <a:pt x="1874" y="3650"/>
                </a:lnTo>
                <a:lnTo>
                  <a:pt x="1630" y="3285"/>
                </a:lnTo>
                <a:lnTo>
                  <a:pt x="1436" y="2969"/>
                </a:lnTo>
                <a:lnTo>
                  <a:pt x="1338" y="2799"/>
                </a:lnTo>
                <a:lnTo>
                  <a:pt x="1217" y="2653"/>
                </a:lnTo>
                <a:lnTo>
                  <a:pt x="1144" y="2653"/>
                </a:lnTo>
                <a:lnTo>
                  <a:pt x="1119" y="2677"/>
                </a:lnTo>
                <a:lnTo>
                  <a:pt x="1095" y="2701"/>
                </a:lnTo>
                <a:lnTo>
                  <a:pt x="1095" y="2774"/>
                </a:lnTo>
                <a:lnTo>
                  <a:pt x="998" y="2920"/>
                </a:lnTo>
                <a:lnTo>
                  <a:pt x="949" y="3091"/>
                </a:lnTo>
                <a:lnTo>
                  <a:pt x="925" y="3261"/>
                </a:lnTo>
                <a:lnTo>
                  <a:pt x="900" y="3431"/>
                </a:lnTo>
                <a:lnTo>
                  <a:pt x="219" y="3212"/>
                </a:lnTo>
                <a:lnTo>
                  <a:pt x="122" y="3212"/>
                </a:lnTo>
                <a:lnTo>
                  <a:pt x="49" y="3261"/>
                </a:lnTo>
                <a:lnTo>
                  <a:pt x="0" y="3334"/>
                </a:lnTo>
                <a:lnTo>
                  <a:pt x="0" y="3383"/>
                </a:lnTo>
                <a:lnTo>
                  <a:pt x="0" y="3431"/>
                </a:lnTo>
                <a:lnTo>
                  <a:pt x="146" y="3796"/>
                </a:lnTo>
                <a:lnTo>
                  <a:pt x="316" y="4137"/>
                </a:lnTo>
                <a:lnTo>
                  <a:pt x="511" y="4453"/>
                </a:lnTo>
                <a:lnTo>
                  <a:pt x="730" y="4770"/>
                </a:lnTo>
                <a:lnTo>
                  <a:pt x="973" y="5062"/>
                </a:lnTo>
                <a:lnTo>
                  <a:pt x="1241" y="5329"/>
                </a:lnTo>
                <a:lnTo>
                  <a:pt x="1533" y="5597"/>
                </a:lnTo>
                <a:lnTo>
                  <a:pt x="1825" y="5840"/>
                </a:lnTo>
                <a:lnTo>
                  <a:pt x="2068" y="6011"/>
                </a:lnTo>
                <a:lnTo>
                  <a:pt x="2336" y="6157"/>
                </a:lnTo>
                <a:lnTo>
                  <a:pt x="2579" y="6278"/>
                </a:lnTo>
                <a:lnTo>
                  <a:pt x="2871" y="6400"/>
                </a:lnTo>
                <a:lnTo>
                  <a:pt x="2701" y="6473"/>
                </a:lnTo>
                <a:lnTo>
                  <a:pt x="2555" y="6570"/>
                </a:lnTo>
                <a:lnTo>
                  <a:pt x="2409" y="6692"/>
                </a:lnTo>
                <a:lnTo>
                  <a:pt x="2312" y="6838"/>
                </a:lnTo>
                <a:lnTo>
                  <a:pt x="2214" y="6984"/>
                </a:lnTo>
                <a:lnTo>
                  <a:pt x="2141" y="7154"/>
                </a:lnTo>
                <a:lnTo>
                  <a:pt x="2068" y="7325"/>
                </a:lnTo>
                <a:lnTo>
                  <a:pt x="2044" y="7544"/>
                </a:lnTo>
                <a:lnTo>
                  <a:pt x="1971" y="8274"/>
                </a:lnTo>
                <a:lnTo>
                  <a:pt x="1922" y="9052"/>
                </a:lnTo>
                <a:lnTo>
                  <a:pt x="1947" y="9806"/>
                </a:lnTo>
                <a:lnTo>
                  <a:pt x="1971" y="10561"/>
                </a:lnTo>
                <a:lnTo>
                  <a:pt x="1995" y="10634"/>
                </a:lnTo>
                <a:lnTo>
                  <a:pt x="2020" y="10682"/>
                </a:lnTo>
                <a:lnTo>
                  <a:pt x="2044" y="10707"/>
                </a:lnTo>
                <a:lnTo>
                  <a:pt x="2093" y="10731"/>
                </a:lnTo>
                <a:lnTo>
                  <a:pt x="2287" y="10804"/>
                </a:lnTo>
                <a:lnTo>
                  <a:pt x="2482" y="10828"/>
                </a:lnTo>
                <a:lnTo>
                  <a:pt x="2677" y="10828"/>
                </a:lnTo>
                <a:lnTo>
                  <a:pt x="2871" y="10804"/>
                </a:lnTo>
                <a:lnTo>
                  <a:pt x="2823" y="10853"/>
                </a:lnTo>
                <a:lnTo>
                  <a:pt x="2798" y="10950"/>
                </a:lnTo>
                <a:lnTo>
                  <a:pt x="2823" y="14965"/>
                </a:lnTo>
                <a:lnTo>
                  <a:pt x="2847" y="17082"/>
                </a:lnTo>
                <a:lnTo>
                  <a:pt x="2823" y="18031"/>
                </a:lnTo>
                <a:lnTo>
                  <a:pt x="2823" y="18517"/>
                </a:lnTo>
                <a:lnTo>
                  <a:pt x="2847" y="18736"/>
                </a:lnTo>
                <a:lnTo>
                  <a:pt x="2871" y="18980"/>
                </a:lnTo>
                <a:lnTo>
                  <a:pt x="2944" y="19174"/>
                </a:lnTo>
                <a:lnTo>
                  <a:pt x="3017" y="19345"/>
                </a:lnTo>
                <a:lnTo>
                  <a:pt x="3115" y="19466"/>
                </a:lnTo>
                <a:lnTo>
                  <a:pt x="3236" y="19588"/>
                </a:lnTo>
                <a:lnTo>
                  <a:pt x="3358" y="19685"/>
                </a:lnTo>
                <a:lnTo>
                  <a:pt x="3528" y="19758"/>
                </a:lnTo>
                <a:lnTo>
                  <a:pt x="3674" y="19807"/>
                </a:lnTo>
                <a:lnTo>
                  <a:pt x="3845" y="19831"/>
                </a:lnTo>
                <a:lnTo>
                  <a:pt x="4234" y="19856"/>
                </a:lnTo>
                <a:lnTo>
                  <a:pt x="4599" y="19831"/>
                </a:lnTo>
                <a:lnTo>
                  <a:pt x="5304" y="19783"/>
                </a:lnTo>
                <a:lnTo>
                  <a:pt x="6521" y="19734"/>
                </a:lnTo>
                <a:lnTo>
                  <a:pt x="7738" y="19710"/>
                </a:lnTo>
                <a:lnTo>
                  <a:pt x="7762" y="19758"/>
                </a:lnTo>
                <a:lnTo>
                  <a:pt x="7811" y="19783"/>
                </a:lnTo>
                <a:lnTo>
                  <a:pt x="7884" y="19807"/>
                </a:lnTo>
                <a:lnTo>
                  <a:pt x="7932" y="19831"/>
                </a:lnTo>
                <a:lnTo>
                  <a:pt x="8005" y="19807"/>
                </a:lnTo>
                <a:lnTo>
                  <a:pt x="8054" y="19783"/>
                </a:lnTo>
                <a:lnTo>
                  <a:pt x="8103" y="19758"/>
                </a:lnTo>
                <a:lnTo>
                  <a:pt x="8151" y="19685"/>
                </a:lnTo>
                <a:lnTo>
                  <a:pt x="10682" y="19685"/>
                </a:lnTo>
                <a:lnTo>
                  <a:pt x="10731" y="19734"/>
                </a:lnTo>
                <a:lnTo>
                  <a:pt x="10779" y="19783"/>
                </a:lnTo>
                <a:lnTo>
                  <a:pt x="10852" y="19807"/>
                </a:lnTo>
                <a:lnTo>
                  <a:pt x="10925" y="19831"/>
                </a:lnTo>
                <a:lnTo>
                  <a:pt x="10998" y="19807"/>
                </a:lnTo>
                <a:lnTo>
                  <a:pt x="11071" y="19783"/>
                </a:lnTo>
                <a:lnTo>
                  <a:pt x="11120" y="19734"/>
                </a:lnTo>
                <a:lnTo>
                  <a:pt x="11169" y="19685"/>
                </a:lnTo>
                <a:lnTo>
                  <a:pt x="12507" y="19685"/>
                </a:lnTo>
                <a:lnTo>
                  <a:pt x="13845" y="19710"/>
                </a:lnTo>
                <a:lnTo>
                  <a:pt x="14551" y="19734"/>
                </a:lnTo>
                <a:lnTo>
                  <a:pt x="14916" y="19734"/>
                </a:lnTo>
                <a:lnTo>
                  <a:pt x="15256" y="19661"/>
                </a:lnTo>
                <a:lnTo>
                  <a:pt x="15427" y="19637"/>
                </a:lnTo>
                <a:lnTo>
                  <a:pt x="15573" y="19564"/>
                </a:lnTo>
                <a:lnTo>
                  <a:pt x="15719" y="19491"/>
                </a:lnTo>
                <a:lnTo>
                  <a:pt x="15840" y="19393"/>
                </a:lnTo>
                <a:lnTo>
                  <a:pt x="15962" y="19272"/>
                </a:lnTo>
                <a:lnTo>
                  <a:pt x="16059" y="19126"/>
                </a:lnTo>
                <a:lnTo>
                  <a:pt x="16132" y="18980"/>
                </a:lnTo>
                <a:lnTo>
                  <a:pt x="16205" y="18785"/>
                </a:lnTo>
                <a:lnTo>
                  <a:pt x="16230" y="18566"/>
                </a:lnTo>
                <a:lnTo>
                  <a:pt x="16254" y="18323"/>
                </a:lnTo>
                <a:lnTo>
                  <a:pt x="16254" y="17860"/>
                </a:lnTo>
                <a:lnTo>
                  <a:pt x="16230" y="17398"/>
                </a:lnTo>
                <a:lnTo>
                  <a:pt x="16205" y="16960"/>
                </a:lnTo>
                <a:lnTo>
                  <a:pt x="16205" y="14843"/>
                </a:lnTo>
                <a:lnTo>
                  <a:pt x="16230" y="10901"/>
                </a:lnTo>
                <a:lnTo>
                  <a:pt x="16789" y="10877"/>
                </a:lnTo>
                <a:lnTo>
                  <a:pt x="16862" y="10853"/>
                </a:lnTo>
                <a:lnTo>
                  <a:pt x="16935" y="10804"/>
                </a:lnTo>
                <a:lnTo>
                  <a:pt x="16984" y="10755"/>
                </a:lnTo>
                <a:lnTo>
                  <a:pt x="17008" y="10682"/>
                </a:lnTo>
                <a:lnTo>
                  <a:pt x="17008" y="10609"/>
                </a:lnTo>
                <a:lnTo>
                  <a:pt x="17008" y="10536"/>
                </a:lnTo>
                <a:lnTo>
                  <a:pt x="16960" y="10463"/>
                </a:lnTo>
                <a:lnTo>
                  <a:pt x="16911" y="10415"/>
                </a:lnTo>
                <a:lnTo>
                  <a:pt x="16935" y="10123"/>
                </a:lnTo>
                <a:lnTo>
                  <a:pt x="16935" y="9806"/>
                </a:lnTo>
                <a:lnTo>
                  <a:pt x="16911" y="9198"/>
                </a:lnTo>
                <a:lnTo>
                  <a:pt x="16911" y="8371"/>
                </a:lnTo>
                <a:lnTo>
                  <a:pt x="16911" y="7982"/>
                </a:lnTo>
                <a:lnTo>
                  <a:pt x="16887" y="7568"/>
                </a:lnTo>
                <a:lnTo>
                  <a:pt x="16838" y="7325"/>
                </a:lnTo>
                <a:lnTo>
                  <a:pt x="16765" y="7106"/>
                </a:lnTo>
                <a:lnTo>
                  <a:pt x="16643" y="6911"/>
                </a:lnTo>
                <a:lnTo>
                  <a:pt x="16522" y="6741"/>
                </a:lnTo>
                <a:lnTo>
                  <a:pt x="16327" y="6595"/>
                </a:lnTo>
                <a:lnTo>
                  <a:pt x="16132" y="6497"/>
                </a:lnTo>
                <a:lnTo>
                  <a:pt x="15913" y="6400"/>
                </a:lnTo>
                <a:lnTo>
                  <a:pt x="15670" y="6351"/>
                </a:lnTo>
                <a:lnTo>
                  <a:pt x="15329" y="6327"/>
                </a:lnTo>
                <a:lnTo>
                  <a:pt x="14964" y="6303"/>
                </a:lnTo>
                <a:lnTo>
                  <a:pt x="14210" y="6351"/>
                </a:lnTo>
                <a:lnTo>
                  <a:pt x="13480" y="6400"/>
                </a:lnTo>
                <a:lnTo>
                  <a:pt x="12750" y="6449"/>
                </a:lnTo>
                <a:lnTo>
                  <a:pt x="12191" y="6449"/>
                </a:lnTo>
                <a:lnTo>
                  <a:pt x="12458" y="6376"/>
                </a:lnTo>
                <a:lnTo>
                  <a:pt x="12702" y="6278"/>
                </a:lnTo>
                <a:lnTo>
                  <a:pt x="13212" y="6059"/>
                </a:lnTo>
                <a:lnTo>
                  <a:pt x="13675" y="5792"/>
                </a:lnTo>
                <a:lnTo>
                  <a:pt x="14137" y="5500"/>
                </a:lnTo>
                <a:lnTo>
                  <a:pt x="14697" y="5208"/>
                </a:lnTo>
                <a:lnTo>
                  <a:pt x="15232" y="4916"/>
                </a:lnTo>
                <a:lnTo>
                  <a:pt x="15524" y="4794"/>
                </a:lnTo>
                <a:lnTo>
                  <a:pt x="15792" y="4672"/>
                </a:lnTo>
                <a:lnTo>
                  <a:pt x="16084" y="4599"/>
                </a:lnTo>
                <a:lnTo>
                  <a:pt x="16400" y="4526"/>
                </a:lnTo>
                <a:lnTo>
                  <a:pt x="16741" y="4478"/>
                </a:lnTo>
                <a:lnTo>
                  <a:pt x="17081" y="4502"/>
                </a:lnTo>
                <a:lnTo>
                  <a:pt x="17422" y="4551"/>
                </a:lnTo>
                <a:lnTo>
                  <a:pt x="17763" y="4672"/>
                </a:lnTo>
                <a:lnTo>
                  <a:pt x="17933" y="4770"/>
                </a:lnTo>
                <a:lnTo>
                  <a:pt x="18079" y="4916"/>
                </a:lnTo>
                <a:lnTo>
                  <a:pt x="18201" y="5062"/>
                </a:lnTo>
                <a:lnTo>
                  <a:pt x="18274" y="5256"/>
                </a:lnTo>
                <a:lnTo>
                  <a:pt x="18298" y="5354"/>
                </a:lnTo>
                <a:lnTo>
                  <a:pt x="18298" y="5451"/>
                </a:lnTo>
                <a:lnTo>
                  <a:pt x="18298" y="5524"/>
                </a:lnTo>
                <a:lnTo>
                  <a:pt x="18249" y="5597"/>
                </a:lnTo>
                <a:lnTo>
                  <a:pt x="18225" y="5646"/>
                </a:lnTo>
                <a:lnTo>
                  <a:pt x="18152" y="5694"/>
                </a:lnTo>
                <a:lnTo>
                  <a:pt x="18030" y="5743"/>
                </a:lnTo>
                <a:lnTo>
                  <a:pt x="17909" y="5743"/>
                </a:lnTo>
                <a:lnTo>
                  <a:pt x="17836" y="5719"/>
                </a:lnTo>
                <a:lnTo>
                  <a:pt x="17787" y="5694"/>
                </a:lnTo>
                <a:lnTo>
                  <a:pt x="17738" y="5646"/>
                </a:lnTo>
                <a:lnTo>
                  <a:pt x="17690" y="5597"/>
                </a:lnTo>
                <a:lnTo>
                  <a:pt x="17665" y="5524"/>
                </a:lnTo>
                <a:lnTo>
                  <a:pt x="17665" y="5427"/>
                </a:lnTo>
                <a:lnTo>
                  <a:pt x="17641" y="5354"/>
                </a:lnTo>
                <a:lnTo>
                  <a:pt x="17617" y="5305"/>
                </a:lnTo>
                <a:lnTo>
                  <a:pt x="17568" y="5256"/>
                </a:lnTo>
                <a:lnTo>
                  <a:pt x="17495" y="5208"/>
                </a:lnTo>
                <a:lnTo>
                  <a:pt x="17422" y="5208"/>
                </a:lnTo>
                <a:lnTo>
                  <a:pt x="17373" y="5232"/>
                </a:lnTo>
                <a:lnTo>
                  <a:pt x="17300" y="5256"/>
                </a:lnTo>
                <a:lnTo>
                  <a:pt x="17252" y="5329"/>
                </a:lnTo>
                <a:lnTo>
                  <a:pt x="17203" y="5427"/>
                </a:lnTo>
                <a:lnTo>
                  <a:pt x="17179" y="5573"/>
                </a:lnTo>
                <a:lnTo>
                  <a:pt x="17179" y="5694"/>
                </a:lnTo>
                <a:lnTo>
                  <a:pt x="17203" y="5816"/>
                </a:lnTo>
                <a:lnTo>
                  <a:pt x="17227" y="5938"/>
                </a:lnTo>
                <a:lnTo>
                  <a:pt x="17300" y="6035"/>
                </a:lnTo>
                <a:lnTo>
                  <a:pt x="17373" y="6132"/>
                </a:lnTo>
                <a:lnTo>
                  <a:pt x="17495" y="6205"/>
                </a:lnTo>
                <a:lnTo>
                  <a:pt x="17641" y="6278"/>
                </a:lnTo>
                <a:lnTo>
                  <a:pt x="17787" y="6327"/>
                </a:lnTo>
                <a:lnTo>
                  <a:pt x="17933" y="6351"/>
                </a:lnTo>
                <a:lnTo>
                  <a:pt x="18079" y="6327"/>
                </a:lnTo>
                <a:lnTo>
                  <a:pt x="18201" y="6303"/>
                </a:lnTo>
                <a:lnTo>
                  <a:pt x="18347" y="6230"/>
                </a:lnTo>
                <a:lnTo>
                  <a:pt x="18468" y="6132"/>
                </a:lnTo>
                <a:lnTo>
                  <a:pt x="18590" y="6035"/>
                </a:lnTo>
                <a:lnTo>
                  <a:pt x="18712" y="5889"/>
                </a:lnTo>
                <a:lnTo>
                  <a:pt x="18785" y="5743"/>
                </a:lnTo>
                <a:lnTo>
                  <a:pt x="18882" y="5597"/>
                </a:lnTo>
                <a:lnTo>
                  <a:pt x="18979" y="5451"/>
                </a:lnTo>
                <a:lnTo>
                  <a:pt x="19077" y="5281"/>
                </a:lnTo>
                <a:lnTo>
                  <a:pt x="19150" y="5110"/>
                </a:lnTo>
                <a:lnTo>
                  <a:pt x="19198" y="4916"/>
                </a:lnTo>
                <a:lnTo>
                  <a:pt x="19223" y="4745"/>
                </a:lnTo>
                <a:lnTo>
                  <a:pt x="19247" y="4575"/>
                </a:lnTo>
                <a:lnTo>
                  <a:pt x="19247" y="4380"/>
                </a:lnTo>
                <a:lnTo>
                  <a:pt x="19223" y="4210"/>
                </a:lnTo>
                <a:lnTo>
                  <a:pt x="19174" y="4040"/>
                </a:lnTo>
                <a:lnTo>
                  <a:pt x="19101" y="3894"/>
                </a:lnTo>
                <a:lnTo>
                  <a:pt x="19028" y="3748"/>
                </a:lnTo>
                <a:lnTo>
                  <a:pt x="18906" y="3602"/>
                </a:lnTo>
                <a:lnTo>
                  <a:pt x="18760" y="3480"/>
                </a:lnTo>
                <a:lnTo>
                  <a:pt x="18614" y="3383"/>
                </a:lnTo>
                <a:lnTo>
                  <a:pt x="18420" y="3310"/>
                </a:lnTo>
                <a:lnTo>
                  <a:pt x="18176" y="3237"/>
                </a:lnTo>
                <a:lnTo>
                  <a:pt x="17933" y="3212"/>
                </a:lnTo>
                <a:lnTo>
                  <a:pt x="17690" y="3188"/>
                </a:lnTo>
                <a:lnTo>
                  <a:pt x="17179" y="3188"/>
                </a:lnTo>
                <a:lnTo>
                  <a:pt x="16935" y="3212"/>
                </a:lnTo>
                <a:lnTo>
                  <a:pt x="16424" y="3310"/>
                </a:lnTo>
                <a:lnTo>
                  <a:pt x="15986" y="3407"/>
                </a:lnTo>
                <a:lnTo>
                  <a:pt x="15548" y="3529"/>
                </a:lnTo>
                <a:lnTo>
                  <a:pt x="15086" y="3699"/>
                </a:lnTo>
                <a:lnTo>
                  <a:pt x="14867" y="3796"/>
                </a:lnTo>
                <a:lnTo>
                  <a:pt x="14648" y="3894"/>
                </a:lnTo>
                <a:lnTo>
                  <a:pt x="14794" y="3675"/>
                </a:lnTo>
                <a:lnTo>
                  <a:pt x="14891" y="3431"/>
                </a:lnTo>
                <a:lnTo>
                  <a:pt x="14964" y="3212"/>
                </a:lnTo>
                <a:lnTo>
                  <a:pt x="15037" y="2969"/>
                </a:lnTo>
                <a:lnTo>
                  <a:pt x="15062" y="2726"/>
                </a:lnTo>
                <a:lnTo>
                  <a:pt x="15086" y="2482"/>
                </a:lnTo>
                <a:lnTo>
                  <a:pt x="15062" y="2239"/>
                </a:lnTo>
                <a:lnTo>
                  <a:pt x="15037" y="1996"/>
                </a:lnTo>
                <a:lnTo>
                  <a:pt x="14964" y="1777"/>
                </a:lnTo>
                <a:lnTo>
                  <a:pt x="14867" y="1558"/>
                </a:lnTo>
                <a:lnTo>
                  <a:pt x="14770" y="1339"/>
                </a:lnTo>
                <a:lnTo>
                  <a:pt x="14648" y="1120"/>
                </a:lnTo>
                <a:lnTo>
                  <a:pt x="14478" y="925"/>
                </a:lnTo>
                <a:lnTo>
                  <a:pt x="14307" y="731"/>
                </a:lnTo>
                <a:lnTo>
                  <a:pt x="14088" y="560"/>
                </a:lnTo>
                <a:lnTo>
                  <a:pt x="13869" y="390"/>
                </a:lnTo>
                <a:lnTo>
                  <a:pt x="13602" y="244"/>
                </a:lnTo>
                <a:lnTo>
                  <a:pt x="13310" y="122"/>
                </a:lnTo>
                <a:lnTo>
                  <a:pt x="13018" y="49"/>
                </a:lnTo>
                <a:lnTo>
                  <a:pt x="12750" y="25"/>
                </a:lnTo>
                <a:lnTo>
                  <a:pt x="12458"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63" name="Google Shape;863;p39"/>
          <p:cNvSpPr/>
          <p:nvPr/>
        </p:nvSpPr>
        <p:spPr>
          <a:xfrm>
            <a:off x="2039713" y="4429323"/>
            <a:ext cx="371207" cy="375993"/>
          </a:xfrm>
          <a:custGeom>
            <a:avLst/>
            <a:gdLst/>
            <a:ahLst/>
            <a:cxnLst/>
            <a:rect l="l" t="t" r="r" b="b"/>
            <a:pathLst>
              <a:path w="16985" h="17204" extrusionOk="0">
                <a:moveTo>
                  <a:pt x="8906" y="7252"/>
                </a:moveTo>
                <a:lnTo>
                  <a:pt x="8833" y="7349"/>
                </a:lnTo>
                <a:lnTo>
                  <a:pt x="8784" y="7446"/>
                </a:lnTo>
                <a:lnTo>
                  <a:pt x="8760" y="7616"/>
                </a:lnTo>
                <a:lnTo>
                  <a:pt x="8784" y="7689"/>
                </a:lnTo>
                <a:lnTo>
                  <a:pt x="8809" y="7762"/>
                </a:lnTo>
                <a:lnTo>
                  <a:pt x="8833" y="7787"/>
                </a:lnTo>
                <a:lnTo>
                  <a:pt x="8882" y="7811"/>
                </a:lnTo>
                <a:lnTo>
                  <a:pt x="8955" y="7811"/>
                </a:lnTo>
                <a:lnTo>
                  <a:pt x="9028" y="7738"/>
                </a:lnTo>
                <a:lnTo>
                  <a:pt x="9052" y="7714"/>
                </a:lnTo>
                <a:lnTo>
                  <a:pt x="9028" y="7665"/>
                </a:lnTo>
                <a:lnTo>
                  <a:pt x="8979" y="7470"/>
                </a:lnTo>
                <a:lnTo>
                  <a:pt x="8979" y="7397"/>
                </a:lnTo>
                <a:lnTo>
                  <a:pt x="8979" y="7300"/>
                </a:lnTo>
                <a:lnTo>
                  <a:pt x="8979" y="7276"/>
                </a:lnTo>
                <a:lnTo>
                  <a:pt x="8955" y="7252"/>
                </a:lnTo>
                <a:close/>
                <a:moveTo>
                  <a:pt x="1363" y="414"/>
                </a:moveTo>
                <a:lnTo>
                  <a:pt x="1533" y="463"/>
                </a:lnTo>
                <a:lnTo>
                  <a:pt x="1728" y="560"/>
                </a:lnTo>
                <a:lnTo>
                  <a:pt x="1898" y="657"/>
                </a:lnTo>
                <a:lnTo>
                  <a:pt x="2190" y="876"/>
                </a:lnTo>
                <a:lnTo>
                  <a:pt x="2750" y="1363"/>
                </a:lnTo>
                <a:lnTo>
                  <a:pt x="3261" y="1874"/>
                </a:lnTo>
                <a:lnTo>
                  <a:pt x="4283" y="2945"/>
                </a:lnTo>
                <a:lnTo>
                  <a:pt x="6327" y="5013"/>
                </a:lnTo>
                <a:lnTo>
                  <a:pt x="8395" y="7106"/>
                </a:lnTo>
                <a:lnTo>
                  <a:pt x="6984" y="8395"/>
                </a:lnTo>
                <a:lnTo>
                  <a:pt x="6887" y="8298"/>
                </a:lnTo>
                <a:lnTo>
                  <a:pt x="6765" y="8225"/>
                </a:lnTo>
                <a:lnTo>
                  <a:pt x="6668" y="8176"/>
                </a:lnTo>
                <a:lnTo>
                  <a:pt x="6570" y="8152"/>
                </a:lnTo>
                <a:lnTo>
                  <a:pt x="6497" y="8127"/>
                </a:lnTo>
                <a:lnTo>
                  <a:pt x="6424" y="8054"/>
                </a:lnTo>
                <a:lnTo>
                  <a:pt x="6351" y="8030"/>
                </a:lnTo>
                <a:lnTo>
                  <a:pt x="6303" y="8030"/>
                </a:lnTo>
                <a:lnTo>
                  <a:pt x="6230" y="8054"/>
                </a:lnTo>
                <a:lnTo>
                  <a:pt x="6181" y="8103"/>
                </a:lnTo>
                <a:lnTo>
                  <a:pt x="6084" y="8200"/>
                </a:lnTo>
                <a:lnTo>
                  <a:pt x="6011" y="8249"/>
                </a:lnTo>
                <a:lnTo>
                  <a:pt x="5938" y="8225"/>
                </a:lnTo>
                <a:lnTo>
                  <a:pt x="5889" y="8152"/>
                </a:lnTo>
                <a:lnTo>
                  <a:pt x="5816" y="7981"/>
                </a:lnTo>
                <a:lnTo>
                  <a:pt x="5767" y="7835"/>
                </a:lnTo>
                <a:lnTo>
                  <a:pt x="5694" y="7787"/>
                </a:lnTo>
                <a:lnTo>
                  <a:pt x="5646" y="7787"/>
                </a:lnTo>
                <a:lnTo>
                  <a:pt x="5500" y="7860"/>
                </a:lnTo>
                <a:lnTo>
                  <a:pt x="5402" y="7981"/>
                </a:lnTo>
                <a:lnTo>
                  <a:pt x="5305" y="7787"/>
                </a:lnTo>
                <a:lnTo>
                  <a:pt x="5232" y="7616"/>
                </a:lnTo>
                <a:lnTo>
                  <a:pt x="5208" y="7568"/>
                </a:lnTo>
                <a:lnTo>
                  <a:pt x="5159" y="7543"/>
                </a:lnTo>
                <a:lnTo>
                  <a:pt x="5086" y="7543"/>
                </a:lnTo>
                <a:lnTo>
                  <a:pt x="5013" y="7568"/>
                </a:lnTo>
                <a:lnTo>
                  <a:pt x="4964" y="7641"/>
                </a:lnTo>
                <a:lnTo>
                  <a:pt x="4672" y="7616"/>
                </a:lnTo>
                <a:lnTo>
                  <a:pt x="4672" y="7495"/>
                </a:lnTo>
                <a:lnTo>
                  <a:pt x="4648" y="7422"/>
                </a:lnTo>
                <a:lnTo>
                  <a:pt x="4575" y="7373"/>
                </a:lnTo>
                <a:lnTo>
                  <a:pt x="4526" y="7349"/>
                </a:lnTo>
                <a:lnTo>
                  <a:pt x="4453" y="7373"/>
                </a:lnTo>
                <a:lnTo>
                  <a:pt x="4332" y="7446"/>
                </a:lnTo>
                <a:lnTo>
                  <a:pt x="4283" y="7470"/>
                </a:lnTo>
                <a:lnTo>
                  <a:pt x="4210" y="7495"/>
                </a:lnTo>
                <a:lnTo>
                  <a:pt x="4161" y="7470"/>
                </a:lnTo>
                <a:lnTo>
                  <a:pt x="4161" y="7422"/>
                </a:lnTo>
                <a:lnTo>
                  <a:pt x="4161" y="7276"/>
                </a:lnTo>
                <a:lnTo>
                  <a:pt x="4210" y="7081"/>
                </a:lnTo>
                <a:lnTo>
                  <a:pt x="4210" y="7008"/>
                </a:lnTo>
                <a:lnTo>
                  <a:pt x="4161" y="6960"/>
                </a:lnTo>
                <a:lnTo>
                  <a:pt x="4113" y="6935"/>
                </a:lnTo>
                <a:lnTo>
                  <a:pt x="4064" y="6960"/>
                </a:lnTo>
                <a:lnTo>
                  <a:pt x="3967" y="7008"/>
                </a:lnTo>
                <a:lnTo>
                  <a:pt x="3845" y="7081"/>
                </a:lnTo>
                <a:lnTo>
                  <a:pt x="3748" y="7081"/>
                </a:lnTo>
                <a:lnTo>
                  <a:pt x="3699" y="7033"/>
                </a:lnTo>
                <a:lnTo>
                  <a:pt x="3699" y="6960"/>
                </a:lnTo>
                <a:lnTo>
                  <a:pt x="3723" y="6838"/>
                </a:lnTo>
                <a:lnTo>
                  <a:pt x="3675" y="6741"/>
                </a:lnTo>
                <a:lnTo>
                  <a:pt x="3650" y="6716"/>
                </a:lnTo>
                <a:lnTo>
                  <a:pt x="3602" y="6716"/>
                </a:lnTo>
                <a:lnTo>
                  <a:pt x="3456" y="6765"/>
                </a:lnTo>
                <a:lnTo>
                  <a:pt x="3334" y="6741"/>
                </a:lnTo>
                <a:lnTo>
                  <a:pt x="3237" y="6692"/>
                </a:lnTo>
                <a:lnTo>
                  <a:pt x="3164" y="6619"/>
                </a:lnTo>
                <a:lnTo>
                  <a:pt x="3115" y="6522"/>
                </a:lnTo>
                <a:lnTo>
                  <a:pt x="3091" y="6424"/>
                </a:lnTo>
                <a:lnTo>
                  <a:pt x="3091" y="6303"/>
                </a:lnTo>
                <a:lnTo>
                  <a:pt x="3115" y="6205"/>
                </a:lnTo>
                <a:lnTo>
                  <a:pt x="3139" y="6132"/>
                </a:lnTo>
                <a:lnTo>
                  <a:pt x="3091" y="6059"/>
                </a:lnTo>
                <a:lnTo>
                  <a:pt x="3018" y="6035"/>
                </a:lnTo>
                <a:lnTo>
                  <a:pt x="2945" y="6035"/>
                </a:lnTo>
                <a:lnTo>
                  <a:pt x="2823" y="6084"/>
                </a:lnTo>
                <a:lnTo>
                  <a:pt x="2701" y="6132"/>
                </a:lnTo>
                <a:lnTo>
                  <a:pt x="2653" y="6059"/>
                </a:lnTo>
                <a:lnTo>
                  <a:pt x="2604" y="5962"/>
                </a:lnTo>
                <a:lnTo>
                  <a:pt x="2604" y="5767"/>
                </a:lnTo>
                <a:lnTo>
                  <a:pt x="2580" y="5573"/>
                </a:lnTo>
                <a:lnTo>
                  <a:pt x="2531" y="5524"/>
                </a:lnTo>
                <a:lnTo>
                  <a:pt x="2482" y="5500"/>
                </a:lnTo>
                <a:lnTo>
                  <a:pt x="2409" y="5500"/>
                </a:lnTo>
                <a:lnTo>
                  <a:pt x="2361" y="5524"/>
                </a:lnTo>
                <a:lnTo>
                  <a:pt x="2263" y="5427"/>
                </a:lnTo>
                <a:lnTo>
                  <a:pt x="2190" y="5305"/>
                </a:lnTo>
                <a:lnTo>
                  <a:pt x="2190" y="5183"/>
                </a:lnTo>
                <a:lnTo>
                  <a:pt x="2215" y="5062"/>
                </a:lnTo>
                <a:lnTo>
                  <a:pt x="2215" y="4989"/>
                </a:lnTo>
                <a:lnTo>
                  <a:pt x="2190" y="4916"/>
                </a:lnTo>
                <a:lnTo>
                  <a:pt x="2117" y="4867"/>
                </a:lnTo>
                <a:lnTo>
                  <a:pt x="2020" y="4867"/>
                </a:lnTo>
                <a:lnTo>
                  <a:pt x="1898" y="4891"/>
                </a:lnTo>
                <a:lnTo>
                  <a:pt x="1801" y="4867"/>
                </a:lnTo>
                <a:lnTo>
                  <a:pt x="1752" y="4794"/>
                </a:lnTo>
                <a:lnTo>
                  <a:pt x="1704" y="4697"/>
                </a:lnTo>
                <a:lnTo>
                  <a:pt x="1655" y="4575"/>
                </a:lnTo>
                <a:lnTo>
                  <a:pt x="1655" y="4453"/>
                </a:lnTo>
                <a:lnTo>
                  <a:pt x="1655" y="4234"/>
                </a:lnTo>
                <a:lnTo>
                  <a:pt x="1655" y="4186"/>
                </a:lnTo>
                <a:lnTo>
                  <a:pt x="1631" y="4137"/>
                </a:lnTo>
                <a:lnTo>
                  <a:pt x="1582" y="4088"/>
                </a:lnTo>
                <a:lnTo>
                  <a:pt x="1558" y="4088"/>
                </a:lnTo>
                <a:lnTo>
                  <a:pt x="1460" y="4064"/>
                </a:lnTo>
                <a:lnTo>
                  <a:pt x="1363" y="4113"/>
                </a:lnTo>
                <a:lnTo>
                  <a:pt x="1266" y="4186"/>
                </a:lnTo>
                <a:lnTo>
                  <a:pt x="1217" y="3942"/>
                </a:lnTo>
                <a:lnTo>
                  <a:pt x="1193" y="3699"/>
                </a:lnTo>
                <a:lnTo>
                  <a:pt x="1193" y="3650"/>
                </a:lnTo>
                <a:lnTo>
                  <a:pt x="1144" y="3626"/>
                </a:lnTo>
                <a:lnTo>
                  <a:pt x="1095" y="3602"/>
                </a:lnTo>
                <a:lnTo>
                  <a:pt x="974" y="3602"/>
                </a:lnTo>
                <a:lnTo>
                  <a:pt x="925" y="3529"/>
                </a:lnTo>
                <a:lnTo>
                  <a:pt x="925" y="3431"/>
                </a:lnTo>
                <a:lnTo>
                  <a:pt x="925" y="3310"/>
                </a:lnTo>
                <a:lnTo>
                  <a:pt x="949" y="3042"/>
                </a:lnTo>
                <a:lnTo>
                  <a:pt x="974" y="2896"/>
                </a:lnTo>
                <a:lnTo>
                  <a:pt x="974" y="2823"/>
                </a:lnTo>
                <a:lnTo>
                  <a:pt x="949" y="2774"/>
                </a:lnTo>
                <a:lnTo>
                  <a:pt x="925" y="2726"/>
                </a:lnTo>
                <a:lnTo>
                  <a:pt x="852" y="2701"/>
                </a:lnTo>
                <a:lnTo>
                  <a:pt x="658" y="2701"/>
                </a:lnTo>
                <a:lnTo>
                  <a:pt x="682" y="2044"/>
                </a:lnTo>
                <a:lnTo>
                  <a:pt x="658" y="1971"/>
                </a:lnTo>
                <a:lnTo>
                  <a:pt x="633" y="1923"/>
                </a:lnTo>
                <a:lnTo>
                  <a:pt x="585" y="1898"/>
                </a:lnTo>
                <a:lnTo>
                  <a:pt x="512" y="1874"/>
                </a:lnTo>
                <a:lnTo>
                  <a:pt x="317" y="1898"/>
                </a:lnTo>
                <a:lnTo>
                  <a:pt x="317" y="1704"/>
                </a:lnTo>
                <a:lnTo>
                  <a:pt x="293" y="1509"/>
                </a:lnTo>
                <a:lnTo>
                  <a:pt x="317" y="1460"/>
                </a:lnTo>
                <a:lnTo>
                  <a:pt x="366" y="1193"/>
                </a:lnTo>
                <a:lnTo>
                  <a:pt x="463" y="949"/>
                </a:lnTo>
                <a:lnTo>
                  <a:pt x="536" y="828"/>
                </a:lnTo>
                <a:lnTo>
                  <a:pt x="609" y="730"/>
                </a:lnTo>
                <a:lnTo>
                  <a:pt x="706" y="633"/>
                </a:lnTo>
                <a:lnTo>
                  <a:pt x="828" y="536"/>
                </a:lnTo>
                <a:lnTo>
                  <a:pt x="998" y="463"/>
                </a:lnTo>
                <a:lnTo>
                  <a:pt x="1168" y="414"/>
                </a:lnTo>
                <a:close/>
                <a:moveTo>
                  <a:pt x="1241" y="14357"/>
                </a:moveTo>
                <a:lnTo>
                  <a:pt x="1266" y="14527"/>
                </a:lnTo>
                <a:lnTo>
                  <a:pt x="1339" y="14770"/>
                </a:lnTo>
                <a:lnTo>
                  <a:pt x="1266" y="14795"/>
                </a:lnTo>
                <a:lnTo>
                  <a:pt x="1193" y="14843"/>
                </a:lnTo>
                <a:lnTo>
                  <a:pt x="1071" y="14624"/>
                </a:lnTo>
                <a:lnTo>
                  <a:pt x="1047" y="14576"/>
                </a:lnTo>
                <a:lnTo>
                  <a:pt x="1241" y="14357"/>
                </a:lnTo>
                <a:close/>
                <a:moveTo>
                  <a:pt x="12970" y="1631"/>
                </a:moveTo>
                <a:lnTo>
                  <a:pt x="12629" y="2093"/>
                </a:lnTo>
                <a:lnTo>
                  <a:pt x="12313" y="2580"/>
                </a:lnTo>
                <a:lnTo>
                  <a:pt x="11996" y="3066"/>
                </a:lnTo>
                <a:lnTo>
                  <a:pt x="11729" y="3577"/>
                </a:lnTo>
                <a:lnTo>
                  <a:pt x="11680" y="3650"/>
                </a:lnTo>
                <a:lnTo>
                  <a:pt x="11680" y="3723"/>
                </a:lnTo>
                <a:lnTo>
                  <a:pt x="11680" y="3772"/>
                </a:lnTo>
                <a:lnTo>
                  <a:pt x="11704" y="3821"/>
                </a:lnTo>
                <a:lnTo>
                  <a:pt x="11802" y="3918"/>
                </a:lnTo>
                <a:lnTo>
                  <a:pt x="11899" y="3967"/>
                </a:lnTo>
                <a:lnTo>
                  <a:pt x="11875" y="4015"/>
                </a:lnTo>
                <a:lnTo>
                  <a:pt x="11899" y="4040"/>
                </a:lnTo>
                <a:lnTo>
                  <a:pt x="11899" y="4064"/>
                </a:lnTo>
                <a:lnTo>
                  <a:pt x="11948" y="4064"/>
                </a:lnTo>
                <a:lnTo>
                  <a:pt x="12215" y="4015"/>
                </a:lnTo>
                <a:lnTo>
                  <a:pt x="12483" y="3918"/>
                </a:lnTo>
                <a:lnTo>
                  <a:pt x="12751" y="3796"/>
                </a:lnTo>
                <a:lnTo>
                  <a:pt x="13018" y="3626"/>
                </a:lnTo>
                <a:lnTo>
                  <a:pt x="13505" y="3261"/>
                </a:lnTo>
                <a:lnTo>
                  <a:pt x="13943" y="2920"/>
                </a:lnTo>
                <a:lnTo>
                  <a:pt x="14722" y="2288"/>
                </a:lnTo>
                <a:lnTo>
                  <a:pt x="14722" y="2288"/>
                </a:lnTo>
                <a:lnTo>
                  <a:pt x="14430" y="2726"/>
                </a:lnTo>
                <a:lnTo>
                  <a:pt x="13675" y="3796"/>
                </a:lnTo>
                <a:lnTo>
                  <a:pt x="12945" y="4891"/>
                </a:lnTo>
                <a:lnTo>
                  <a:pt x="12897" y="4989"/>
                </a:lnTo>
                <a:lnTo>
                  <a:pt x="12921" y="5062"/>
                </a:lnTo>
                <a:lnTo>
                  <a:pt x="12945" y="5135"/>
                </a:lnTo>
                <a:lnTo>
                  <a:pt x="13018" y="5208"/>
                </a:lnTo>
                <a:lnTo>
                  <a:pt x="13091" y="5232"/>
                </a:lnTo>
                <a:lnTo>
                  <a:pt x="13164" y="5256"/>
                </a:lnTo>
                <a:lnTo>
                  <a:pt x="13262" y="5232"/>
                </a:lnTo>
                <a:lnTo>
                  <a:pt x="13335" y="5183"/>
                </a:lnTo>
                <a:lnTo>
                  <a:pt x="13481" y="5135"/>
                </a:lnTo>
                <a:lnTo>
                  <a:pt x="13602" y="5086"/>
                </a:lnTo>
                <a:lnTo>
                  <a:pt x="13846" y="4916"/>
                </a:lnTo>
                <a:lnTo>
                  <a:pt x="14381" y="4575"/>
                </a:lnTo>
                <a:lnTo>
                  <a:pt x="14892" y="4234"/>
                </a:lnTo>
                <a:lnTo>
                  <a:pt x="15476" y="3796"/>
                </a:lnTo>
                <a:lnTo>
                  <a:pt x="16084" y="3358"/>
                </a:lnTo>
                <a:lnTo>
                  <a:pt x="16084" y="3358"/>
                </a:lnTo>
                <a:lnTo>
                  <a:pt x="15646" y="4161"/>
                </a:lnTo>
                <a:lnTo>
                  <a:pt x="15208" y="4964"/>
                </a:lnTo>
                <a:lnTo>
                  <a:pt x="14965" y="5329"/>
                </a:lnTo>
                <a:lnTo>
                  <a:pt x="14697" y="5719"/>
                </a:lnTo>
                <a:lnTo>
                  <a:pt x="14430" y="6084"/>
                </a:lnTo>
                <a:lnTo>
                  <a:pt x="14138" y="6424"/>
                </a:lnTo>
                <a:lnTo>
                  <a:pt x="13967" y="6619"/>
                </a:lnTo>
                <a:lnTo>
                  <a:pt x="13797" y="6814"/>
                </a:lnTo>
                <a:lnTo>
                  <a:pt x="13602" y="6984"/>
                </a:lnTo>
                <a:lnTo>
                  <a:pt x="13383" y="7130"/>
                </a:lnTo>
                <a:lnTo>
                  <a:pt x="13164" y="7276"/>
                </a:lnTo>
                <a:lnTo>
                  <a:pt x="12945" y="7397"/>
                </a:lnTo>
                <a:lnTo>
                  <a:pt x="12702" y="7495"/>
                </a:lnTo>
                <a:lnTo>
                  <a:pt x="12459" y="7568"/>
                </a:lnTo>
                <a:lnTo>
                  <a:pt x="12240" y="7592"/>
                </a:lnTo>
                <a:lnTo>
                  <a:pt x="12021" y="7616"/>
                </a:lnTo>
                <a:lnTo>
                  <a:pt x="11826" y="7592"/>
                </a:lnTo>
                <a:lnTo>
                  <a:pt x="11607" y="7543"/>
                </a:lnTo>
                <a:lnTo>
                  <a:pt x="11242" y="7422"/>
                </a:lnTo>
                <a:lnTo>
                  <a:pt x="10828" y="7276"/>
                </a:lnTo>
                <a:lnTo>
                  <a:pt x="10780" y="7179"/>
                </a:lnTo>
                <a:lnTo>
                  <a:pt x="10682" y="7106"/>
                </a:lnTo>
                <a:lnTo>
                  <a:pt x="10561" y="7106"/>
                </a:lnTo>
                <a:lnTo>
                  <a:pt x="10512" y="7130"/>
                </a:lnTo>
                <a:lnTo>
                  <a:pt x="10463" y="7179"/>
                </a:lnTo>
                <a:lnTo>
                  <a:pt x="9393" y="8492"/>
                </a:lnTo>
                <a:lnTo>
                  <a:pt x="8322" y="9782"/>
                </a:lnTo>
                <a:lnTo>
                  <a:pt x="7227" y="11047"/>
                </a:lnTo>
                <a:lnTo>
                  <a:pt x="6108" y="12313"/>
                </a:lnTo>
                <a:lnTo>
                  <a:pt x="4916" y="13578"/>
                </a:lnTo>
                <a:lnTo>
                  <a:pt x="3723" y="14819"/>
                </a:lnTo>
                <a:lnTo>
                  <a:pt x="3139" y="15427"/>
                </a:lnTo>
                <a:lnTo>
                  <a:pt x="2823" y="15743"/>
                </a:lnTo>
                <a:lnTo>
                  <a:pt x="2507" y="16011"/>
                </a:lnTo>
                <a:lnTo>
                  <a:pt x="2312" y="16133"/>
                </a:lnTo>
                <a:lnTo>
                  <a:pt x="2142" y="16230"/>
                </a:lnTo>
                <a:lnTo>
                  <a:pt x="1947" y="16303"/>
                </a:lnTo>
                <a:lnTo>
                  <a:pt x="1752" y="16352"/>
                </a:lnTo>
                <a:lnTo>
                  <a:pt x="1558" y="16376"/>
                </a:lnTo>
                <a:lnTo>
                  <a:pt x="1363" y="16376"/>
                </a:lnTo>
                <a:lnTo>
                  <a:pt x="1168" y="16303"/>
                </a:lnTo>
                <a:lnTo>
                  <a:pt x="949" y="16230"/>
                </a:lnTo>
                <a:lnTo>
                  <a:pt x="876" y="16206"/>
                </a:lnTo>
                <a:lnTo>
                  <a:pt x="828" y="16206"/>
                </a:lnTo>
                <a:lnTo>
                  <a:pt x="779" y="16011"/>
                </a:lnTo>
                <a:lnTo>
                  <a:pt x="828" y="16060"/>
                </a:lnTo>
                <a:lnTo>
                  <a:pt x="901" y="16084"/>
                </a:lnTo>
                <a:lnTo>
                  <a:pt x="949" y="16084"/>
                </a:lnTo>
                <a:lnTo>
                  <a:pt x="998" y="16035"/>
                </a:lnTo>
                <a:lnTo>
                  <a:pt x="998" y="15962"/>
                </a:lnTo>
                <a:lnTo>
                  <a:pt x="925" y="15792"/>
                </a:lnTo>
                <a:lnTo>
                  <a:pt x="852" y="15646"/>
                </a:lnTo>
                <a:lnTo>
                  <a:pt x="779" y="15476"/>
                </a:lnTo>
                <a:lnTo>
                  <a:pt x="706" y="15330"/>
                </a:lnTo>
                <a:lnTo>
                  <a:pt x="779" y="15087"/>
                </a:lnTo>
                <a:lnTo>
                  <a:pt x="852" y="14892"/>
                </a:lnTo>
                <a:lnTo>
                  <a:pt x="876" y="14989"/>
                </a:lnTo>
                <a:lnTo>
                  <a:pt x="974" y="15257"/>
                </a:lnTo>
                <a:lnTo>
                  <a:pt x="1120" y="15500"/>
                </a:lnTo>
                <a:lnTo>
                  <a:pt x="1168" y="15549"/>
                </a:lnTo>
                <a:lnTo>
                  <a:pt x="1266" y="15646"/>
                </a:lnTo>
                <a:lnTo>
                  <a:pt x="1363" y="15719"/>
                </a:lnTo>
                <a:lnTo>
                  <a:pt x="1509" y="15743"/>
                </a:lnTo>
                <a:lnTo>
                  <a:pt x="1655" y="15768"/>
                </a:lnTo>
                <a:lnTo>
                  <a:pt x="1801" y="15743"/>
                </a:lnTo>
                <a:lnTo>
                  <a:pt x="1947" y="15719"/>
                </a:lnTo>
                <a:lnTo>
                  <a:pt x="2215" y="15646"/>
                </a:lnTo>
                <a:lnTo>
                  <a:pt x="2458" y="15500"/>
                </a:lnTo>
                <a:lnTo>
                  <a:pt x="2677" y="15354"/>
                </a:lnTo>
                <a:lnTo>
                  <a:pt x="2896" y="15184"/>
                </a:lnTo>
                <a:lnTo>
                  <a:pt x="3115" y="15014"/>
                </a:lnTo>
                <a:lnTo>
                  <a:pt x="3553" y="14624"/>
                </a:lnTo>
                <a:lnTo>
                  <a:pt x="3918" y="14259"/>
                </a:lnTo>
                <a:lnTo>
                  <a:pt x="4259" y="13870"/>
                </a:lnTo>
                <a:lnTo>
                  <a:pt x="4599" y="13481"/>
                </a:lnTo>
                <a:lnTo>
                  <a:pt x="4745" y="13262"/>
                </a:lnTo>
                <a:lnTo>
                  <a:pt x="4916" y="13067"/>
                </a:lnTo>
                <a:lnTo>
                  <a:pt x="4989" y="12945"/>
                </a:lnTo>
                <a:lnTo>
                  <a:pt x="5037" y="12824"/>
                </a:lnTo>
                <a:lnTo>
                  <a:pt x="5086" y="12702"/>
                </a:lnTo>
                <a:lnTo>
                  <a:pt x="5086" y="12580"/>
                </a:lnTo>
                <a:lnTo>
                  <a:pt x="5086" y="12532"/>
                </a:lnTo>
                <a:lnTo>
                  <a:pt x="5037" y="12507"/>
                </a:lnTo>
                <a:lnTo>
                  <a:pt x="4964" y="12507"/>
                </a:lnTo>
                <a:lnTo>
                  <a:pt x="4867" y="12580"/>
                </a:lnTo>
                <a:lnTo>
                  <a:pt x="4770" y="12653"/>
                </a:lnTo>
                <a:lnTo>
                  <a:pt x="4599" y="12848"/>
                </a:lnTo>
                <a:lnTo>
                  <a:pt x="4453" y="13067"/>
                </a:lnTo>
                <a:lnTo>
                  <a:pt x="4307" y="13262"/>
                </a:lnTo>
                <a:lnTo>
                  <a:pt x="3942" y="13700"/>
                </a:lnTo>
                <a:lnTo>
                  <a:pt x="3529" y="14089"/>
                </a:lnTo>
                <a:lnTo>
                  <a:pt x="3066" y="14503"/>
                </a:lnTo>
                <a:lnTo>
                  <a:pt x="2604" y="14892"/>
                </a:lnTo>
                <a:lnTo>
                  <a:pt x="2312" y="15111"/>
                </a:lnTo>
                <a:lnTo>
                  <a:pt x="2020" y="15306"/>
                </a:lnTo>
                <a:lnTo>
                  <a:pt x="1898" y="15354"/>
                </a:lnTo>
                <a:lnTo>
                  <a:pt x="1777" y="15379"/>
                </a:lnTo>
                <a:lnTo>
                  <a:pt x="1655" y="15379"/>
                </a:lnTo>
                <a:lnTo>
                  <a:pt x="1558" y="15330"/>
                </a:lnTo>
                <a:lnTo>
                  <a:pt x="1485" y="15281"/>
                </a:lnTo>
                <a:lnTo>
                  <a:pt x="1436" y="15184"/>
                </a:lnTo>
                <a:lnTo>
                  <a:pt x="1460" y="15087"/>
                </a:lnTo>
                <a:lnTo>
                  <a:pt x="1533" y="14941"/>
                </a:lnTo>
                <a:lnTo>
                  <a:pt x="1631" y="14941"/>
                </a:lnTo>
                <a:lnTo>
                  <a:pt x="1704" y="14892"/>
                </a:lnTo>
                <a:lnTo>
                  <a:pt x="1728" y="14819"/>
                </a:lnTo>
                <a:lnTo>
                  <a:pt x="1728" y="14770"/>
                </a:lnTo>
                <a:lnTo>
                  <a:pt x="1704" y="14673"/>
                </a:lnTo>
                <a:lnTo>
                  <a:pt x="1655" y="14551"/>
                </a:lnTo>
                <a:lnTo>
                  <a:pt x="1606" y="14454"/>
                </a:lnTo>
                <a:lnTo>
                  <a:pt x="1509" y="14308"/>
                </a:lnTo>
                <a:lnTo>
                  <a:pt x="1412" y="14162"/>
                </a:lnTo>
                <a:lnTo>
                  <a:pt x="1679" y="13919"/>
                </a:lnTo>
                <a:lnTo>
                  <a:pt x="1801" y="14405"/>
                </a:lnTo>
                <a:lnTo>
                  <a:pt x="1825" y="14478"/>
                </a:lnTo>
                <a:lnTo>
                  <a:pt x="1898" y="14527"/>
                </a:lnTo>
                <a:lnTo>
                  <a:pt x="2020" y="14527"/>
                </a:lnTo>
                <a:lnTo>
                  <a:pt x="2069" y="14503"/>
                </a:lnTo>
                <a:lnTo>
                  <a:pt x="2117" y="14454"/>
                </a:lnTo>
                <a:lnTo>
                  <a:pt x="2142" y="14381"/>
                </a:lnTo>
                <a:lnTo>
                  <a:pt x="2142" y="14308"/>
                </a:lnTo>
                <a:lnTo>
                  <a:pt x="2044" y="13992"/>
                </a:lnTo>
                <a:lnTo>
                  <a:pt x="1923" y="13675"/>
                </a:lnTo>
                <a:lnTo>
                  <a:pt x="2093" y="13529"/>
                </a:lnTo>
                <a:lnTo>
                  <a:pt x="2117" y="13748"/>
                </a:lnTo>
                <a:lnTo>
                  <a:pt x="2117" y="13870"/>
                </a:lnTo>
                <a:lnTo>
                  <a:pt x="2142" y="13967"/>
                </a:lnTo>
                <a:lnTo>
                  <a:pt x="2190" y="14065"/>
                </a:lnTo>
                <a:lnTo>
                  <a:pt x="2239" y="14089"/>
                </a:lnTo>
                <a:lnTo>
                  <a:pt x="2288" y="14113"/>
                </a:lnTo>
                <a:lnTo>
                  <a:pt x="2336" y="14113"/>
                </a:lnTo>
                <a:lnTo>
                  <a:pt x="2385" y="14089"/>
                </a:lnTo>
                <a:lnTo>
                  <a:pt x="2434" y="14016"/>
                </a:lnTo>
                <a:lnTo>
                  <a:pt x="2434" y="13919"/>
                </a:lnTo>
                <a:lnTo>
                  <a:pt x="2385" y="13724"/>
                </a:lnTo>
                <a:lnTo>
                  <a:pt x="2263" y="13359"/>
                </a:lnTo>
                <a:lnTo>
                  <a:pt x="2385" y="13262"/>
                </a:lnTo>
                <a:lnTo>
                  <a:pt x="2458" y="13554"/>
                </a:lnTo>
                <a:lnTo>
                  <a:pt x="2531" y="13846"/>
                </a:lnTo>
                <a:lnTo>
                  <a:pt x="2555" y="13894"/>
                </a:lnTo>
                <a:lnTo>
                  <a:pt x="2580" y="13943"/>
                </a:lnTo>
                <a:lnTo>
                  <a:pt x="2628" y="13967"/>
                </a:lnTo>
                <a:lnTo>
                  <a:pt x="2677" y="13967"/>
                </a:lnTo>
                <a:lnTo>
                  <a:pt x="2774" y="13943"/>
                </a:lnTo>
                <a:lnTo>
                  <a:pt x="2823" y="13919"/>
                </a:lnTo>
                <a:lnTo>
                  <a:pt x="2847" y="13870"/>
                </a:lnTo>
                <a:lnTo>
                  <a:pt x="2872" y="13797"/>
                </a:lnTo>
                <a:lnTo>
                  <a:pt x="2847" y="13748"/>
                </a:lnTo>
                <a:lnTo>
                  <a:pt x="2750" y="13408"/>
                </a:lnTo>
                <a:lnTo>
                  <a:pt x="2604" y="13067"/>
                </a:lnTo>
                <a:lnTo>
                  <a:pt x="2823" y="12848"/>
                </a:lnTo>
                <a:lnTo>
                  <a:pt x="2920" y="13164"/>
                </a:lnTo>
                <a:lnTo>
                  <a:pt x="2969" y="13286"/>
                </a:lnTo>
                <a:lnTo>
                  <a:pt x="3018" y="13383"/>
                </a:lnTo>
                <a:lnTo>
                  <a:pt x="3066" y="13481"/>
                </a:lnTo>
                <a:lnTo>
                  <a:pt x="3115" y="13529"/>
                </a:lnTo>
                <a:lnTo>
                  <a:pt x="3212" y="13529"/>
                </a:lnTo>
                <a:lnTo>
                  <a:pt x="3237" y="13505"/>
                </a:lnTo>
                <a:lnTo>
                  <a:pt x="3261" y="13456"/>
                </a:lnTo>
                <a:lnTo>
                  <a:pt x="3285" y="13408"/>
                </a:lnTo>
                <a:lnTo>
                  <a:pt x="3261" y="13310"/>
                </a:lnTo>
                <a:lnTo>
                  <a:pt x="3188" y="13116"/>
                </a:lnTo>
                <a:lnTo>
                  <a:pt x="3091" y="12921"/>
                </a:lnTo>
                <a:lnTo>
                  <a:pt x="2969" y="12726"/>
                </a:lnTo>
                <a:lnTo>
                  <a:pt x="3261" y="12459"/>
                </a:lnTo>
                <a:lnTo>
                  <a:pt x="3285" y="12678"/>
                </a:lnTo>
                <a:lnTo>
                  <a:pt x="3334" y="12897"/>
                </a:lnTo>
                <a:lnTo>
                  <a:pt x="3383" y="12994"/>
                </a:lnTo>
                <a:lnTo>
                  <a:pt x="3480" y="13067"/>
                </a:lnTo>
                <a:lnTo>
                  <a:pt x="3529" y="13067"/>
                </a:lnTo>
                <a:lnTo>
                  <a:pt x="3577" y="13043"/>
                </a:lnTo>
                <a:lnTo>
                  <a:pt x="3626" y="12945"/>
                </a:lnTo>
                <a:lnTo>
                  <a:pt x="3626" y="12848"/>
                </a:lnTo>
                <a:lnTo>
                  <a:pt x="3577" y="12678"/>
                </a:lnTo>
                <a:lnTo>
                  <a:pt x="3529" y="12483"/>
                </a:lnTo>
                <a:lnTo>
                  <a:pt x="3431" y="12288"/>
                </a:lnTo>
                <a:lnTo>
                  <a:pt x="3650" y="12094"/>
                </a:lnTo>
                <a:lnTo>
                  <a:pt x="3699" y="12313"/>
                </a:lnTo>
                <a:lnTo>
                  <a:pt x="3748" y="12483"/>
                </a:lnTo>
                <a:lnTo>
                  <a:pt x="3796" y="12556"/>
                </a:lnTo>
                <a:lnTo>
                  <a:pt x="3845" y="12605"/>
                </a:lnTo>
                <a:lnTo>
                  <a:pt x="3942" y="12605"/>
                </a:lnTo>
                <a:lnTo>
                  <a:pt x="4015" y="12580"/>
                </a:lnTo>
                <a:lnTo>
                  <a:pt x="4040" y="12532"/>
                </a:lnTo>
                <a:lnTo>
                  <a:pt x="4064" y="12483"/>
                </a:lnTo>
                <a:lnTo>
                  <a:pt x="4064" y="12410"/>
                </a:lnTo>
                <a:lnTo>
                  <a:pt x="4015" y="12142"/>
                </a:lnTo>
                <a:lnTo>
                  <a:pt x="3967" y="11996"/>
                </a:lnTo>
                <a:lnTo>
                  <a:pt x="3894" y="11875"/>
                </a:lnTo>
                <a:lnTo>
                  <a:pt x="4161" y="11607"/>
                </a:lnTo>
                <a:lnTo>
                  <a:pt x="4210" y="11729"/>
                </a:lnTo>
                <a:lnTo>
                  <a:pt x="4283" y="11923"/>
                </a:lnTo>
                <a:lnTo>
                  <a:pt x="4332" y="11996"/>
                </a:lnTo>
                <a:lnTo>
                  <a:pt x="4380" y="12021"/>
                </a:lnTo>
                <a:lnTo>
                  <a:pt x="4429" y="12045"/>
                </a:lnTo>
                <a:lnTo>
                  <a:pt x="4478" y="12045"/>
                </a:lnTo>
                <a:lnTo>
                  <a:pt x="4526" y="11996"/>
                </a:lnTo>
                <a:lnTo>
                  <a:pt x="4551" y="11923"/>
                </a:lnTo>
                <a:lnTo>
                  <a:pt x="4551" y="11826"/>
                </a:lnTo>
                <a:lnTo>
                  <a:pt x="4478" y="11680"/>
                </a:lnTo>
                <a:lnTo>
                  <a:pt x="4356" y="11437"/>
                </a:lnTo>
                <a:lnTo>
                  <a:pt x="4405" y="11388"/>
                </a:lnTo>
                <a:lnTo>
                  <a:pt x="4672" y="11169"/>
                </a:lnTo>
                <a:lnTo>
                  <a:pt x="4745" y="11364"/>
                </a:lnTo>
                <a:lnTo>
                  <a:pt x="4818" y="11607"/>
                </a:lnTo>
                <a:lnTo>
                  <a:pt x="4867" y="11729"/>
                </a:lnTo>
                <a:lnTo>
                  <a:pt x="4916" y="11777"/>
                </a:lnTo>
                <a:lnTo>
                  <a:pt x="4964" y="11826"/>
                </a:lnTo>
                <a:lnTo>
                  <a:pt x="5013" y="11826"/>
                </a:lnTo>
                <a:lnTo>
                  <a:pt x="5037" y="11802"/>
                </a:lnTo>
                <a:lnTo>
                  <a:pt x="5062" y="11729"/>
                </a:lnTo>
                <a:lnTo>
                  <a:pt x="5086" y="11680"/>
                </a:lnTo>
                <a:lnTo>
                  <a:pt x="5062" y="11558"/>
                </a:lnTo>
                <a:lnTo>
                  <a:pt x="4964" y="11339"/>
                </a:lnTo>
                <a:lnTo>
                  <a:pt x="4794" y="11023"/>
                </a:lnTo>
                <a:lnTo>
                  <a:pt x="5135" y="10731"/>
                </a:lnTo>
                <a:lnTo>
                  <a:pt x="5135" y="10755"/>
                </a:lnTo>
                <a:lnTo>
                  <a:pt x="5208" y="10950"/>
                </a:lnTo>
                <a:lnTo>
                  <a:pt x="5281" y="11145"/>
                </a:lnTo>
                <a:lnTo>
                  <a:pt x="5329" y="11218"/>
                </a:lnTo>
                <a:lnTo>
                  <a:pt x="5378" y="11242"/>
                </a:lnTo>
                <a:lnTo>
                  <a:pt x="5427" y="11242"/>
                </a:lnTo>
                <a:lnTo>
                  <a:pt x="5475" y="11218"/>
                </a:lnTo>
                <a:lnTo>
                  <a:pt x="5524" y="11193"/>
                </a:lnTo>
                <a:lnTo>
                  <a:pt x="5573" y="11145"/>
                </a:lnTo>
                <a:lnTo>
                  <a:pt x="5597" y="11096"/>
                </a:lnTo>
                <a:lnTo>
                  <a:pt x="5597" y="11023"/>
                </a:lnTo>
                <a:lnTo>
                  <a:pt x="5524" y="10828"/>
                </a:lnTo>
                <a:lnTo>
                  <a:pt x="5475" y="10658"/>
                </a:lnTo>
                <a:lnTo>
                  <a:pt x="5378" y="10488"/>
                </a:lnTo>
                <a:lnTo>
                  <a:pt x="5670" y="10244"/>
                </a:lnTo>
                <a:lnTo>
                  <a:pt x="5670" y="10366"/>
                </a:lnTo>
                <a:lnTo>
                  <a:pt x="5694" y="10512"/>
                </a:lnTo>
                <a:lnTo>
                  <a:pt x="5743" y="10707"/>
                </a:lnTo>
                <a:lnTo>
                  <a:pt x="5792" y="10780"/>
                </a:lnTo>
                <a:lnTo>
                  <a:pt x="5816" y="10804"/>
                </a:lnTo>
                <a:lnTo>
                  <a:pt x="5865" y="10828"/>
                </a:lnTo>
                <a:lnTo>
                  <a:pt x="5913" y="10828"/>
                </a:lnTo>
                <a:lnTo>
                  <a:pt x="5938" y="10804"/>
                </a:lnTo>
                <a:lnTo>
                  <a:pt x="5986" y="10731"/>
                </a:lnTo>
                <a:lnTo>
                  <a:pt x="5986" y="10658"/>
                </a:lnTo>
                <a:lnTo>
                  <a:pt x="5938" y="10488"/>
                </a:lnTo>
                <a:lnTo>
                  <a:pt x="5865" y="10293"/>
                </a:lnTo>
                <a:lnTo>
                  <a:pt x="5767" y="10123"/>
                </a:lnTo>
                <a:lnTo>
                  <a:pt x="5986" y="9928"/>
                </a:lnTo>
                <a:lnTo>
                  <a:pt x="6011" y="10050"/>
                </a:lnTo>
                <a:lnTo>
                  <a:pt x="6035" y="10147"/>
                </a:lnTo>
                <a:lnTo>
                  <a:pt x="6108" y="10244"/>
                </a:lnTo>
                <a:lnTo>
                  <a:pt x="6181" y="10317"/>
                </a:lnTo>
                <a:lnTo>
                  <a:pt x="6230" y="10366"/>
                </a:lnTo>
                <a:lnTo>
                  <a:pt x="6303" y="10366"/>
                </a:lnTo>
                <a:lnTo>
                  <a:pt x="6376" y="10317"/>
                </a:lnTo>
                <a:lnTo>
                  <a:pt x="6400" y="10269"/>
                </a:lnTo>
                <a:lnTo>
                  <a:pt x="6400" y="10220"/>
                </a:lnTo>
                <a:lnTo>
                  <a:pt x="6376" y="10171"/>
                </a:lnTo>
                <a:lnTo>
                  <a:pt x="6327" y="10074"/>
                </a:lnTo>
                <a:lnTo>
                  <a:pt x="6205" y="9952"/>
                </a:lnTo>
                <a:lnTo>
                  <a:pt x="6084" y="9855"/>
                </a:lnTo>
                <a:lnTo>
                  <a:pt x="6376" y="9587"/>
                </a:lnTo>
                <a:lnTo>
                  <a:pt x="6400" y="9758"/>
                </a:lnTo>
                <a:lnTo>
                  <a:pt x="6449" y="9952"/>
                </a:lnTo>
                <a:lnTo>
                  <a:pt x="6473" y="10025"/>
                </a:lnTo>
                <a:lnTo>
                  <a:pt x="6522" y="10050"/>
                </a:lnTo>
                <a:lnTo>
                  <a:pt x="6595" y="10074"/>
                </a:lnTo>
                <a:lnTo>
                  <a:pt x="6643" y="10074"/>
                </a:lnTo>
                <a:lnTo>
                  <a:pt x="6716" y="10025"/>
                </a:lnTo>
                <a:lnTo>
                  <a:pt x="6741" y="10001"/>
                </a:lnTo>
                <a:lnTo>
                  <a:pt x="6765" y="9928"/>
                </a:lnTo>
                <a:lnTo>
                  <a:pt x="6765" y="9855"/>
                </a:lnTo>
                <a:lnTo>
                  <a:pt x="6692" y="9612"/>
                </a:lnTo>
                <a:lnTo>
                  <a:pt x="6643" y="9490"/>
                </a:lnTo>
                <a:lnTo>
                  <a:pt x="6595" y="9393"/>
                </a:lnTo>
                <a:lnTo>
                  <a:pt x="6765" y="9222"/>
                </a:lnTo>
                <a:lnTo>
                  <a:pt x="6814" y="9417"/>
                </a:lnTo>
                <a:lnTo>
                  <a:pt x="6887" y="9587"/>
                </a:lnTo>
                <a:lnTo>
                  <a:pt x="6911" y="9636"/>
                </a:lnTo>
                <a:lnTo>
                  <a:pt x="6960" y="9660"/>
                </a:lnTo>
                <a:lnTo>
                  <a:pt x="7033" y="9660"/>
                </a:lnTo>
                <a:lnTo>
                  <a:pt x="7081" y="9636"/>
                </a:lnTo>
                <a:lnTo>
                  <a:pt x="7130" y="9612"/>
                </a:lnTo>
                <a:lnTo>
                  <a:pt x="7179" y="9563"/>
                </a:lnTo>
                <a:lnTo>
                  <a:pt x="7179" y="9514"/>
                </a:lnTo>
                <a:lnTo>
                  <a:pt x="7179" y="9441"/>
                </a:lnTo>
                <a:lnTo>
                  <a:pt x="7057" y="9174"/>
                </a:lnTo>
                <a:lnTo>
                  <a:pt x="6984" y="9003"/>
                </a:lnTo>
                <a:lnTo>
                  <a:pt x="7106" y="8906"/>
                </a:lnTo>
                <a:lnTo>
                  <a:pt x="7106" y="8955"/>
                </a:lnTo>
                <a:lnTo>
                  <a:pt x="7106" y="9125"/>
                </a:lnTo>
                <a:lnTo>
                  <a:pt x="7130" y="9198"/>
                </a:lnTo>
                <a:lnTo>
                  <a:pt x="7179" y="9271"/>
                </a:lnTo>
                <a:lnTo>
                  <a:pt x="7227" y="9271"/>
                </a:lnTo>
                <a:lnTo>
                  <a:pt x="7276" y="9247"/>
                </a:lnTo>
                <a:lnTo>
                  <a:pt x="7325" y="9198"/>
                </a:lnTo>
                <a:lnTo>
                  <a:pt x="7349" y="9125"/>
                </a:lnTo>
                <a:lnTo>
                  <a:pt x="7325" y="8955"/>
                </a:lnTo>
                <a:lnTo>
                  <a:pt x="7276" y="8736"/>
                </a:lnTo>
                <a:lnTo>
                  <a:pt x="7519" y="8517"/>
                </a:lnTo>
                <a:lnTo>
                  <a:pt x="7544" y="8638"/>
                </a:lnTo>
                <a:lnTo>
                  <a:pt x="7617" y="8760"/>
                </a:lnTo>
                <a:lnTo>
                  <a:pt x="7665" y="8784"/>
                </a:lnTo>
                <a:lnTo>
                  <a:pt x="7714" y="8784"/>
                </a:lnTo>
                <a:lnTo>
                  <a:pt x="7763" y="8736"/>
                </a:lnTo>
                <a:lnTo>
                  <a:pt x="7787" y="8687"/>
                </a:lnTo>
                <a:lnTo>
                  <a:pt x="7763" y="8638"/>
                </a:lnTo>
                <a:lnTo>
                  <a:pt x="7738" y="8590"/>
                </a:lnTo>
                <a:lnTo>
                  <a:pt x="7690" y="8492"/>
                </a:lnTo>
                <a:lnTo>
                  <a:pt x="7641" y="8419"/>
                </a:lnTo>
                <a:lnTo>
                  <a:pt x="7884" y="8176"/>
                </a:lnTo>
                <a:lnTo>
                  <a:pt x="7909" y="8298"/>
                </a:lnTo>
                <a:lnTo>
                  <a:pt x="7933" y="8419"/>
                </a:lnTo>
                <a:lnTo>
                  <a:pt x="7957" y="8468"/>
                </a:lnTo>
                <a:lnTo>
                  <a:pt x="8006" y="8517"/>
                </a:lnTo>
                <a:lnTo>
                  <a:pt x="8152" y="8517"/>
                </a:lnTo>
                <a:lnTo>
                  <a:pt x="8201" y="8492"/>
                </a:lnTo>
                <a:lnTo>
                  <a:pt x="8225" y="8444"/>
                </a:lnTo>
                <a:lnTo>
                  <a:pt x="8249" y="8371"/>
                </a:lnTo>
                <a:lnTo>
                  <a:pt x="8201" y="8152"/>
                </a:lnTo>
                <a:lnTo>
                  <a:pt x="8128" y="7957"/>
                </a:lnTo>
                <a:lnTo>
                  <a:pt x="8468" y="7641"/>
                </a:lnTo>
                <a:lnTo>
                  <a:pt x="8444" y="7762"/>
                </a:lnTo>
                <a:lnTo>
                  <a:pt x="8444" y="7884"/>
                </a:lnTo>
                <a:lnTo>
                  <a:pt x="8493" y="7981"/>
                </a:lnTo>
                <a:lnTo>
                  <a:pt x="8517" y="8030"/>
                </a:lnTo>
                <a:lnTo>
                  <a:pt x="8566" y="8054"/>
                </a:lnTo>
                <a:lnTo>
                  <a:pt x="8590" y="8054"/>
                </a:lnTo>
                <a:lnTo>
                  <a:pt x="8614" y="8030"/>
                </a:lnTo>
                <a:lnTo>
                  <a:pt x="8639" y="7981"/>
                </a:lnTo>
                <a:lnTo>
                  <a:pt x="8639" y="7933"/>
                </a:lnTo>
                <a:lnTo>
                  <a:pt x="8614" y="7835"/>
                </a:lnTo>
                <a:lnTo>
                  <a:pt x="8566" y="7714"/>
                </a:lnTo>
                <a:lnTo>
                  <a:pt x="8541" y="7568"/>
                </a:lnTo>
                <a:lnTo>
                  <a:pt x="9125" y="7033"/>
                </a:lnTo>
                <a:lnTo>
                  <a:pt x="9125" y="7179"/>
                </a:lnTo>
                <a:lnTo>
                  <a:pt x="9149" y="7325"/>
                </a:lnTo>
                <a:lnTo>
                  <a:pt x="9198" y="7373"/>
                </a:lnTo>
                <a:lnTo>
                  <a:pt x="9222" y="7397"/>
                </a:lnTo>
                <a:lnTo>
                  <a:pt x="9271" y="7422"/>
                </a:lnTo>
                <a:lnTo>
                  <a:pt x="9320" y="7397"/>
                </a:lnTo>
                <a:lnTo>
                  <a:pt x="9368" y="7397"/>
                </a:lnTo>
                <a:lnTo>
                  <a:pt x="9393" y="7349"/>
                </a:lnTo>
                <a:lnTo>
                  <a:pt x="9417" y="7300"/>
                </a:lnTo>
                <a:lnTo>
                  <a:pt x="9417" y="7252"/>
                </a:lnTo>
                <a:lnTo>
                  <a:pt x="9393" y="7154"/>
                </a:lnTo>
                <a:lnTo>
                  <a:pt x="9393" y="7033"/>
                </a:lnTo>
                <a:lnTo>
                  <a:pt x="9417" y="6935"/>
                </a:lnTo>
                <a:lnTo>
                  <a:pt x="9417" y="6838"/>
                </a:lnTo>
                <a:lnTo>
                  <a:pt x="9393" y="6789"/>
                </a:lnTo>
                <a:lnTo>
                  <a:pt x="9466" y="6716"/>
                </a:lnTo>
                <a:lnTo>
                  <a:pt x="9490" y="6838"/>
                </a:lnTo>
                <a:lnTo>
                  <a:pt x="9514" y="6960"/>
                </a:lnTo>
                <a:lnTo>
                  <a:pt x="9539" y="7008"/>
                </a:lnTo>
                <a:lnTo>
                  <a:pt x="9587" y="7033"/>
                </a:lnTo>
                <a:lnTo>
                  <a:pt x="9636" y="7057"/>
                </a:lnTo>
                <a:lnTo>
                  <a:pt x="9660" y="7057"/>
                </a:lnTo>
                <a:lnTo>
                  <a:pt x="9709" y="7033"/>
                </a:lnTo>
                <a:lnTo>
                  <a:pt x="9733" y="7008"/>
                </a:lnTo>
                <a:lnTo>
                  <a:pt x="9782" y="6984"/>
                </a:lnTo>
                <a:lnTo>
                  <a:pt x="9782" y="6935"/>
                </a:lnTo>
                <a:lnTo>
                  <a:pt x="9782" y="6741"/>
                </a:lnTo>
                <a:lnTo>
                  <a:pt x="9733" y="6619"/>
                </a:lnTo>
                <a:lnTo>
                  <a:pt x="9709" y="6522"/>
                </a:lnTo>
                <a:lnTo>
                  <a:pt x="9831" y="6376"/>
                </a:lnTo>
                <a:lnTo>
                  <a:pt x="9879" y="6327"/>
                </a:lnTo>
                <a:lnTo>
                  <a:pt x="9904" y="6278"/>
                </a:lnTo>
                <a:lnTo>
                  <a:pt x="9904" y="6205"/>
                </a:lnTo>
                <a:lnTo>
                  <a:pt x="9928" y="6132"/>
                </a:lnTo>
                <a:lnTo>
                  <a:pt x="9952" y="6059"/>
                </a:lnTo>
                <a:lnTo>
                  <a:pt x="9855" y="5670"/>
                </a:lnTo>
                <a:lnTo>
                  <a:pt x="9831" y="5475"/>
                </a:lnTo>
                <a:lnTo>
                  <a:pt x="9806" y="5281"/>
                </a:lnTo>
                <a:lnTo>
                  <a:pt x="9806" y="5037"/>
                </a:lnTo>
                <a:lnTo>
                  <a:pt x="9855" y="4794"/>
                </a:lnTo>
                <a:lnTo>
                  <a:pt x="9904" y="4575"/>
                </a:lnTo>
                <a:lnTo>
                  <a:pt x="9977" y="4332"/>
                </a:lnTo>
                <a:lnTo>
                  <a:pt x="10074" y="4088"/>
                </a:lnTo>
                <a:lnTo>
                  <a:pt x="10196" y="3869"/>
                </a:lnTo>
                <a:lnTo>
                  <a:pt x="10317" y="3650"/>
                </a:lnTo>
                <a:lnTo>
                  <a:pt x="10488" y="3456"/>
                </a:lnTo>
                <a:lnTo>
                  <a:pt x="10658" y="3261"/>
                </a:lnTo>
                <a:lnTo>
                  <a:pt x="10853" y="3091"/>
                </a:lnTo>
                <a:lnTo>
                  <a:pt x="11242" y="2750"/>
                </a:lnTo>
                <a:lnTo>
                  <a:pt x="11680" y="2458"/>
                </a:lnTo>
                <a:lnTo>
                  <a:pt x="12094" y="2166"/>
                </a:lnTo>
                <a:lnTo>
                  <a:pt x="12970" y="1631"/>
                </a:lnTo>
                <a:close/>
                <a:moveTo>
                  <a:pt x="10755" y="11631"/>
                </a:moveTo>
                <a:lnTo>
                  <a:pt x="10755" y="11680"/>
                </a:lnTo>
                <a:lnTo>
                  <a:pt x="10853" y="11850"/>
                </a:lnTo>
                <a:lnTo>
                  <a:pt x="10974" y="12021"/>
                </a:lnTo>
                <a:lnTo>
                  <a:pt x="11266" y="12361"/>
                </a:lnTo>
                <a:lnTo>
                  <a:pt x="11875" y="12970"/>
                </a:lnTo>
                <a:lnTo>
                  <a:pt x="13286" y="14503"/>
                </a:lnTo>
                <a:lnTo>
                  <a:pt x="13943" y="15184"/>
                </a:lnTo>
                <a:lnTo>
                  <a:pt x="14259" y="15549"/>
                </a:lnTo>
                <a:lnTo>
                  <a:pt x="14430" y="15719"/>
                </a:lnTo>
                <a:lnTo>
                  <a:pt x="14503" y="15792"/>
                </a:lnTo>
                <a:lnTo>
                  <a:pt x="14600" y="15841"/>
                </a:lnTo>
                <a:lnTo>
                  <a:pt x="14916" y="16035"/>
                </a:lnTo>
                <a:lnTo>
                  <a:pt x="15208" y="16206"/>
                </a:lnTo>
                <a:lnTo>
                  <a:pt x="15354" y="16279"/>
                </a:lnTo>
                <a:lnTo>
                  <a:pt x="15500" y="16352"/>
                </a:lnTo>
                <a:lnTo>
                  <a:pt x="15671" y="16376"/>
                </a:lnTo>
                <a:lnTo>
                  <a:pt x="15890" y="16376"/>
                </a:lnTo>
                <a:lnTo>
                  <a:pt x="15914" y="16352"/>
                </a:lnTo>
                <a:lnTo>
                  <a:pt x="15938" y="16279"/>
                </a:lnTo>
                <a:lnTo>
                  <a:pt x="15914" y="16230"/>
                </a:lnTo>
                <a:lnTo>
                  <a:pt x="15890" y="16206"/>
                </a:lnTo>
                <a:lnTo>
                  <a:pt x="15865" y="16206"/>
                </a:lnTo>
                <a:lnTo>
                  <a:pt x="15622" y="16157"/>
                </a:lnTo>
                <a:lnTo>
                  <a:pt x="15403" y="16084"/>
                </a:lnTo>
                <a:lnTo>
                  <a:pt x="15233" y="15987"/>
                </a:lnTo>
                <a:lnTo>
                  <a:pt x="15062" y="15865"/>
                </a:lnTo>
                <a:lnTo>
                  <a:pt x="14892" y="15743"/>
                </a:lnTo>
                <a:lnTo>
                  <a:pt x="14746" y="15573"/>
                </a:lnTo>
                <a:lnTo>
                  <a:pt x="14454" y="15233"/>
                </a:lnTo>
                <a:lnTo>
                  <a:pt x="13846" y="14624"/>
                </a:lnTo>
                <a:lnTo>
                  <a:pt x="13262" y="14016"/>
                </a:lnTo>
                <a:lnTo>
                  <a:pt x="12045" y="12799"/>
                </a:lnTo>
                <a:lnTo>
                  <a:pt x="11461" y="12167"/>
                </a:lnTo>
                <a:lnTo>
                  <a:pt x="11145" y="11875"/>
                </a:lnTo>
                <a:lnTo>
                  <a:pt x="10974" y="11729"/>
                </a:lnTo>
                <a:lnTo>
                  <a:pt x="10804" y="11631"/>
                </a:lnTo>
                <a:close/>
                <a:moveTo>
                  <a:pt x="9904" y="8638"/>
                </a:moveTo>
                <a:lnTo>
                  <a:pt x="10123" y="8882"/>
                </a:lnTo>
                <a:lnTo>
                  <a:pt x="9977" y="9003"/>
                </a:lnTo>
                <a:lnTo>
                  <a:pt x="9709" y="9271"/>
                </a:lnTo>
                <a:lnTo>
                  <a:pt x="9587" y="9417"/>
                </a:lnTo>
                <a:lnTo>
                  <a:pt x="9466" y="9587"/>
                </a:lnTo>
                <a:lnTo>
                  <a:pt x="9466" y="9612"/>
                </a:lnTo>
                <a:lnTo>
                  <a:pt x="9490" y="9660"/>
                </a:lnTo>
                <a:lnTo>
                  <a:pt x="9539" y="9660"/>
                </a:lnTo>
                <a:lnTo>
                  <a:pt x="9685" y="9612"/>
                </a:lnTo>
                <a:lnTo>
                  <a:pt x="9831" y="9539"/>
                </a:lnTo>
                <a:lnTo>
                  <a:pt x="10098" y="9320"/>
                </a:lnTo>
                <a:lnTo>
                  <a:pt x="10366" y="9101"/>
                </a:lnTo>
                <a:lnTo>
                  <a:pt x="10536" y="9247"/>
                </a:lnTo>
                <a:lnTo>
                  <a:pt x="10244" y="9466"/>
                </a:lnTo>
                <a:lnTo>
                  <a:pt x="10025" y="9636"/>
                </a:lnTo>
                <a:lnTo>
                  <a:pt x="9928" y="9733"/>
                </a:lnTo>
                <a:lnTo>
                  <a:pt x="9831" y="9855"/>
                </a:lnTo>
                <a:lnTo>
                  <a:pt x="9831" y="9928"/>
                </a:lnTo>
                <a:lnTo>
                  <a:pt x="9855" y="9977"/>
                </a:lnTo>
                <a:lnTo>
                  <a:pt x="9904" y="10025"/>
                </a:lnTo>
                <a:lnTo>
                  <a:pt x="9977" y="10025"/>
                </a:lnTo>
                <a:lnTo>
                  <a:pt x="10098" y="9977"/>
                </a:lnTo>
                <a:lnTo>
                  <a:pt x="10196" y="9904"/>
                </a:lnTo>
                <a:lnTo>
                  <a:pt x="10390" y="9758"/>
                </a:lnTo>
                <a:lnTo>
                  <a:pt x="10780" y="9490"/>
                </a:lnTo>
                <a:lnTo>
                  <a:pt x="10950" y="9660"/>
                </a:lnTo>
                <a:lnTo>
                  <a:pt x="10780" y="9733"/>
                </a:lnTo>
                <a:lnTo>
                  <a:pt x="10609" y="9855"/>
                </a:lnTo>
                <a:lnTo>
                  <a:pt x="10390" y="10001"/>
                </a:lnTo>
                <a:lnTo>
                  <a:pt x="10293" y="10098"/>
                </a:lnTo>
                <a:lnTo>
                  <a:pt x="10220" y="10220"/>
                </a:lnTo>
                <a:lnTo>
                  <a:pt x="10220" y="10269"/>
                </a:lnTo>
                <a:lnTo>
                  <a:pt x="10244" y="10293"/>
                </a:lnTo>
                <a:lnTo>
                  <a:pt x="10293" y="10317"/>
                </a:lnTo>
                <a:lnTo>
                  <a:pt x="10439" y="10317"/>
                </a:lnTo>
                <a:lnTo>
                  <a:pt x="10585" y="10244"/>
                </a:lnTo>
                <a:lnTo>
                  <a:pt x="10828" y="10074"/>
                </a:lnTo>
                <a:lnTo>
                  <a:pt x="10999" y="9977"/>
                </a:lnTo>
                <a:lnTo>
                  <a:pt x="11072" y="9904"/>
                </a:lnTo>
                <a:lnTo>
                  <a:pt x="11145" y="9831"/>
                </a:lnTo>
                <a:lnTo>
                  <a:pt x="11364" y="10025"/>
                </a:lnTo>
                <a:lnTo>
                  <a:pt x="11193" y="10123"/>
                </a:lnTo>
                <a:lnTo>
                  <a:pt x="11072" y="10244"/>
                </a:lnTo>
                <a:lnTo>
                  <a:pt x="10974" y="10342"/>
                </a:lnTo>
                <a:lnTo>
                  <a:pt x="10901" y="10439"/>
                </a:lnTo>
                <a:lnTo>
                  <a:pt x="10853" y="10561"/>
                </a:lnTo>
                <a:lnTo>
                  <a:pt x="10853" y="10634"/>
                </a:lnTo>
                <a:lnTo>
                  <a:pt x="10853" y="10682"/>
                </a:lnTo>
                <a:lnTo>
                  <a:pt x="10877" y="10707"/>
                </a:lnTo>
                <a:lnTo>
                  <a:pt x="10974" y="10682"/>
                </a:lnTo>
                <a:lnTo>
                  <a:pt x="11072" y="10634"/>
                </a:lnTo>
                <a:lnTo>
                  <a:pt x="11218" y="10536"/>
                </a:lnTo>
                <a:lnTo>
                  <a:pt x="11437" y="10366"/>
                </a:lnTo>
                <a:lnTo>
                  <a:pt x="11607" y="10269"/>
                </a:lnTo>
                <a:lnTo>
                  <a:pt x="11753" y="10415"/>
                </a:lnTo>
                <a:lnTo>
                  <a:pt x="11656" y="10488"/>
                </a:lnTo>
                <a:lnTo>
                  <a:pt x="11364" y="10731"/>
                </a:lnTo>
                <a:lnTo>
                  <a:pt x="11242" y="10877"/>
                </a:lnTo>
                <a:lnTo>
                  <a:pt x="11218" y="10950"/>
                </a:lnTo>
                <a:lnTo>
                  <a:pt x="11169" y="11023"/>
                </a:lnTo>
                <a:lnTo>
                  <a:pt x="11193" y="11072"/>
                </a:lnTo>
                <a:lnTo>
                  <a:pt x="11242" y="11096"/>
                </a:lnTo>
                <a:lnTo>
                  <a:pt x="11388" y="11047"/>
                </a:lnTo>
                <a:lnTo>
                  <a:pt x="11510" y="10974"/>
                </a:lnTo>
                <a:lnTo>
                  <a:pt x="11777" y="10780"/>
                </a:lnTo>
                <a:lnTo>
                  <a:pt x="11972" y="10634"/>
                </a:lnTo>
                <a:lnTo>
                  <a:pt x="12191" y="10828"/>
                </a:lnTo>
                <a:lnTo>
                  <a:pt x="12069" y="10926"/>
                </a:lnTo>
                <a:lnTo>
                  <a:pt x="11923" y="11023"/>
                </a:lnTo>
                <a:lnTo>
                  <a:pt x="11777" y="11169"/>
                </a:lnTo>
                <a:lnTo>
                  <a:pt x="11729" y="11242"/>
                </a:lnTo>
                <a:lnTo>
                  <a:pt x="11680" y="11315"/>
                </a:lnTo>
                <a:lnTo>
                  <a:pt x="11656" y="11388"/>
                </a:lnTo>
                <a:lnTo>
                  <a:pt x="11656" y="11485"/>
                </a:lnTo>
                <a:lnTo>
                  <a:pt x="11680" y="11534"/>
                </a:lnTo>
                <a:lnTo>
                  <a:pt x="11704" y="11558"/>
                </a:lnTo>
                <a:lnTo>
                  <a:pt x="11729" y="11558"/>
                </a:lnTo>
                <a:lnTo>
                  <a:pt x="11826" y="11534"/>
                </a:lnTo>
                <a:lnTo>
                  <a:pt x="11899" y="11510"/>
                </a:lnTo>
                <a:lnTo>
                  <a:pt x="12021" y="11412"/>
                </a:lnTo>
                <a:lnTo>
                  <a:pt x="12288" y="11193"/>
                </a:lnTo>
                <a:lnTo>
                  <a:pt x="12459" y="11072"/>
                </a:lnTo>
                <a:lnTo>
                  <a:pt x="12726" y="11315"/>
                </a:lnTo>
                <a:lnTo>
                  <a:pt x="12483" y="11534"/>
                </a:lnTo>
                <a:lnTo>
                  <a:pt x="12361" y="11656"/>
                </a:lnTo>
                <a:lnTo>
                  <a:pt x="12264" y="11777"/>
                </a:lnTo>
                <a:lnTo>
                  <a:pt x="12264" y="11826"/>
                </a:lnTo>
                <a:lnTo>
                  <a:pt x="12264" y="11850"/>
                </a:lnTo>
                <a:lnTo>
                  <a:pt x="12288" y="11948"/>
                </a:lnTo>
                <a:lnTo>
                  <a:pt x="12361" y="11972"/>
                </a:lnTo>
                <a:lnTo>
                  <a:pt x="12459" y="11972"/>
                </a:lnTo>
                <a:lnTo>
                  <a:pt x="12605" y="11875"/>
                </a:lnTo>
                <a:lnTo>
                  <a:pt x="12726" y="11777"/>
                </a:lnTo>
                <a:lnTo>
                  <a:pt x="12970" y="11558"/>
                </a:lnTo>
                <a:lnTo>
                  <a:pt x="12970" y="11534"/>
                </a:lnTo>
                <a:lnTo>
                  <a:pt x="13262" y="11802"/>
                </a:lnTo>
                <a:lnTo>
                  <a:pt x="13116" y="11923"/>
                </a:lnTo>
                <a:lnTo>
                  <a:pt x="12994" y="12021"/>
                </a:lnTo>
                <a:lnTo>
                  <a:pt x="12872" y="12142"/>
                </a:lnTo>
                <a:lnTo>
                  <a:pt x="12799" y="12288"/>
                </a:lnTo>
                <a:lnTo>
                  <a:pt x="12775" y="12361"/>
                </a:lnTo>
                <a:lnTo>
                  <a:pt x="12775" y="12434"/>
                </a:lnTo>
                <a:lnTo>
                  <a:pt x="12799" y="12507"/>
                </a:lnTo>
                <a:lnTo>
                  <a:pt x="12824" y="12532"/>
                </a:lnTo>
                <a:lnTo>
                  <a:pt x="12872" y="12532"/>
                </a:lnTo>
                <a:lnTo>
                  <a:pt x="12994" y="12483"/>
                </a:lnTo>
                <a:lnTo>
                  <a:pt x="13116" y="12434"/>
                </a:lnTo>
                <a:lnTo>
                  <a:pt x="13310" y="12264"/>
                </a:lnTo>
                <a:lnTo>
                  <a:pt x="13554" y="12094"/>
                </a:lnTo>
                <a:lnTo>
                  <a:pt x="13700" y="12215"/>
                </a:lnTo>
                <a:lnTo>
                  <a:pt x="13627" y="12264"/>
                </a:lnTo>
                <a:lnTo>
                  <a:pt x="13432" y="12434"/>
                </a:lnTo>
                <a:lnTo>
                  <a:pt x="13262" y="12653"/>
                </a:lnTo>
                <a:lnTo>
                  <a:pt x="13237" y="12702"/>
                </a:lnTo>
                <a:lnTo>
                  <a:pt x="13262" y="12751"/>
                </a:lnTo>
                <a:lnTo>
                  <a:pt x="13310" y="12799"/>
                </a:lnTo>
                <a:lnTo>
                  <a:pt x="13383" y="12799"/>
                </a:lnTo>
                <a:lnTo>
                  <a:pt x="13602" y="12702"/>
                </a:lnTo>
                <a:lnTo>
                  <a:pt x="13797" y="12556"/>
                </a:lnTo>
                <a:lnTo>
                  <a:pt x="13919" y="12459"/>
                </a:lnTo>
                <a:lnTo>
                  <a:pt x="14162" y="12702"/>
                </a:lnTo>
                <a:lnTo>
                  <a:pt x="13992" y="12848"/>
                </a:lnTo>
                <a:lnTo>
                  <a:pt x="13894" y="12945"/>
                </a:lnTo>
                <a:lnTo>
                  <a:pt x="13797" y="13043"/>
                </a:lnTo>
                <a:lnTo>
                  <a:pt x="13724" y="13164"/>
                </a:lnTo>
                <a:lnTo>
                  <a:pt x="13700" y="13237"/>
                </a:lnTo>
                <a:lnTo>
                  <a:pt x="13700" y="13310"/>
                </a:lnTo>
                <a:lnTo>
                  <a:pt x="13700" y="13359"/>
                </a:lnTo>
                <a:lnTo>
                  <a:pt x="13748" y="13359"/>
                </a:lnTo>
                <a:lnTo>
                  <a:pt x="13870" y="13335"/>
                </a:lnTo>
                <a:lnTo>
                  <a:pt x="13992" y="13286"/>
                </a:lnTo>
                <a:lnTo>
                  <a:pt x="14089" y="13189"/>
                </a:lnTo>
                <a:lnTo>
                  <a:pt x="14186" y="13116"/>
                </a:lnTo>
                <a:lnTo>
                  <a:pt x="14381" y="12921"/>
                </a:lnTo>
                <a:lnTo>
                  <a:pt x="14746" y="13335"/>
                </a:lnTo>
                <a:lnTo>
                  <a:pt x="14624" y="13408"/>
                </a:lnTo>
                <a:lnTo>
                  <a:pt x="14503" y="13505"/>
                </a:lnTo>
                <a:lnTo>
                  <a:pt x="14284" y="13651"/>
                </a:lnTo>
                <a:lnTo>
                  <a:pt x="14186" y="13748"/>
                </a:lnTo>
                <a:lnTo>
                  <a:pt x="14138" y="13870"/>
                </a:lnTo>
                <a:lnTo>
                  <a:pt x="14138" y="13919"/>
                </a:lnTo>
                <a:lnTo>
                  <a:pt x="14162" y="13992"/>
                </a:lnTo>
                <a:lnTo>
                  <a:pt x="14211" y="14016"/>
                </a:lnTo>
                <a:lnTo>
                  <a:pt x="14259" y="14040"/>
                </a:lnTo>
                <a:lnTo>
                  <a:pt x="14381" y="14016"/>
                </a:lnTo>
                <a:lnTo>
                  <a:pt x="14503" y="13943"/>
                </a:lnTo>
                <a:lnTo>
                  <a:pt x="14697" y="13773"/>
                </a:lnTo>
                <a:lnTo>
                  <a:pt x="14819" y="13651"/>
                </a:lnTo>
                <a:lnTo>
                  <a:pt x="14941" y="13529"/>
                </a:lnTo>
                <a:lnTo>
                  <a:pt x="15160" y="13748"/>
                </a:lnTo>
                <a:lnTo>
                  <a:pt x="14989" y="13919"/>
                </a:lnTo>
                <a:lnTo>
                  <a:pt x="14795" y="14065"/>
                </a:lnTo>
                <a:lnTo>
                  <a:pt x="14722" y="14138"/>
                </a:lnTo>
                <a:lnTo>
                  <a:pt x="14673" y="14259"/>
                </a:lnTo>
                <a:lnTo>
                  <a:pt x="14673" y="14284"/>
                </a:lnTo>
                <a:lnTo>
                  <a:pt x="14697" y="14284"/>
                </a:lnTo>
                <a:lnTo>
                  <a:pt x="14770" y="14308"/>
                </a:lnTo>
                <a:lnTo>
                  <a:pt x="14819" y="14308"/>
                </a:lnTo>
                <a:lnTo>
                  <a:pt x="14941" y="14284"/>
                </a:lnTo>
                <a:lnTo>
                  <a:pt x="15062" y="14235"/>
                </a:lnTo>
                <a:lnTo>
                  <a:pt x="15184" y="14162"/>
                </a:lnTo>
                <a:lnTo>
                  <a:pt x="15281" y="14089"/>
                </a:lnTo>
                <a:lnTo>
                  <a:pt x="15379" y="13992"/>
                </a:lnTo>
                <a:lnTo>
                  <a:pt x="15573" y="14186"/>
                </a:lnTo>
                <a:lnTo>
                  <a:pt x="15452" y="14284"/>
                </a:lnTo>
                <a:lnTo>
                  <a:pt x="15330" y="14381"/>
                </a:lnTo>
                <a:lnTo>
                  <a:pt x="15184" y="14503"/>
                </a:lnTo>
                <a:lnTo>
                  <a:pt x="15111" y="14576"/>
                </a:lnTo>
                <a:lnTo>
                  <a:pt x="15038" y="14673"/>
                </a:lnTo>
                <a:lnTo>
                  <a:pt x="15038" y="14746"/>
                </a:lnTo>
                <a:lnTo>
                  <a:pt x="15062" y="14795"/>
                </a:lnTo>
                <a:lnTo>
                  <a:pt x="15111" y="14843"/>
                </a:lnTo>
                <a:lnTo>
                  <a:pt x="15184" y="14843"/>
                </a:lnTo>
                <a:lnTo>
                  <a:pt x="15257" y="14819"/>
                </a:lnTo>
                <a:lnTo>
                  <a:pt x="15354" y="14770"/>
                </a:lnTo>
                <a:lnTo>
                  <a:pt x="15500" y="14649"/>
                </a:lnTo>
                <a:lnTo>
                  <a:pt x="15646" y="14527"/>
                </a:lnTo>
                <a:lnTo>
                  <a:pt x="15792" y="14405"/>
                </a:lnTo>
                <a:lnTo>
                  <a:pt x="15987" y="14649"/>
                </a:lnTo>
                <a:lnTo>
                  <a:pt x="15890" y="14722"/>
                </a:lnTo>
                <a:lnTo>
                  <a:pt x="15744" y="14892"/>
                </a:lnTo>
                <a:lnTo>
                  <a:pt x="15598" y="15087"/>
                </a:lnTo>
                <a:lnTo>
                  <a:pt x="15573" y="15111"/>
                </a:lnTo>
                <a:lnTo>
                  <a:pt x="15598" y="15135"/>
                </a:lnTo>
                <a:lnTo>
                  <a:pt x="15622" y="15160"/>
                </a:lnTo>
                <a:lnTo>
                  <a:pt x="15646" y="15160"/>
                </a:lnTo>
                <a:lnTo>
                  <a:pt x="15865" y="15038"/>
                </a:lnTo>
                <a:lnTo>
                  <a:pt x="16036" y="14916"/>
                </a:lnTo>
                <a:lnTo>
                  <a:pt x="16133" y="14868"/>
                </a:lnTo>
                <a:lnTo>
                  <a:pt x="16230" y="15014"/>
                </a:lnTo>
                <a:lnTo>
                  <a:pt x="16084" y="15135"/>
                </a:lnTo>
                <a:lnTo>
                  <a:pt x="15914" y="15306"/>
                </a:lnTo>
                <a:lnTo>
                  <a:pt x="15768" y="15476"/>
                </a:lnTo>
                <a:lnTo>
                  <a:pt x="15744" y="15524"/>
                </a:lnTo>
                <a:lnTo>
                  <a:pt x="15744" y="15573"/>
                </a:lnTo>
                <a:lnTo>
                  <a:pt x="15792" y="15622"/>
                </a:lnTo>
                <a:lnTo>
                  <a:pt x="15865" y="15670"/>
                </a:lnTo>
                <a:lnTo>
                  <a:pt x="15938" y="15646"/>
                </a:lnTo>
                <a:lnTo>
                  <a:pt x="16109" y="15524"/>
                </a:lnTo>
                <a:lnTo>
                  <a:pt x="16303" y="15403"/>
                </a:lnTo>
                <a:lnTo>
                  <a:pt x="16376" y="15330"/>
                </a:lnTo>
                <a:lnTo>
                  <a:pt x="16425" y="15500"/>
                </a:lnTo>
                <a:lnTo>
                  <a:pt x="16449" y="15695"/>
                </a:lnTo>
                <a:lnTo>
                  <a:pt x="16376" y="15719"/>
                </a:lnTo>
                <a:lnTo>
                  <a:pt x="16255" y="15841"/>
                </a:lnTo>
                <a:lnTo>
                  <a:pt x="16206" y="15938"/>
                </a:lnTo>
                <a:lnTo>
                  <a:pt x="16182" y="16011"/>
                </a:lnTo>
                <a:lnTo>
                  <a:pt x="16157" y="16060"/>
                </a:lnTo>
                <a:lnTo>
                  <a:pt x="16206" y="16108"/>
                </a:lnTo>
                <a:lnTo>
                  <a:pt x="16255" y="16133"/>
                </a:lnTo>
                <a:lnTo>
                  <a:pt x="16303" y="16133"/>
                </a:lnTo>
                <a:lnTo>
                  <a:pt x="16401" y="16108"/>
                </a:lnTo>
                <a:lnTo>
                  <a:pt x="16401" y="16108"/>
                </a:lnTo>
                <a:lnTo>
                  <a:pt x="16328" y="16327"/>
                </a:lnTo>
                <a:lnTo>
                  <a:pt x="16255" y="16449"/>
                </a:lnTo>
                <a:lnTo>
                  <a:pt x="16157" y="16546"/>
                </a:lnTo>
                <a:lnTo>
                  <a:pt x="16060" y="16619"/>
                </a:lnTo>
                <a:lnTo>
                  <a:pt x="15963" y="16668"/>
                </a:lnTo>
                <a:lnTo>
                  <a:pt x="15841" y="16692"/>
                </a:lnTo>
                <a:lnTo>
                  <a:pt x="15719" y="16692"/>
                </a:lnTo>
                <a:lnTo>
                  <a:pt x="15598" y="16668"/>
                </a:lnTo>
                <a:lnTo>
                  <a:pt x="15452" y="16644"/>
                </a:lnTo>
                <a:lnTo>
                  <a:pt x="15160" y="16522"/>
                </a:lnTo>
                <a:lnTo>
                  <a:pt x="14843" y="16327"/>
                </a:lnTo>
                <a:lnTo>
                  <a:pt x="14527" y="16108"/>
                </a:lnTo>
                <a:lnTo>
                  <a:pt x="14186" y="15841"/>
                </a:lnTo>
                <a:lnTo>
                  <a:pt x="13870" y="15549"/>
                </a:lnTo>
                <a:lnTo>
                  <a:pt x="13554" y="15257"/>
                </a:lnTo>
                <a:lnTo>
                  <a:pt x="12970" y="14649"/>
                </a:lnTo>
                <a:lnTo>
                  <a:pt x="12167" y="13797"/>
                </a:lnTo>
                <a:lnTo>
                  <a:pt x="11291" y="12897"/>
                </a:lnTo>
                <a:lnTo>
                  <a:pt x="10439" y="11972"/>
                </a:lnTo>
                <a:lnTo>
                  <a:pt x="10001" y="11534"/>
                </a:lnTo>
                <a:lnTo>
                  <a:pt x="9539" y="11096"/>
                </a:lnTo>
                <a:lnTo>
                  <a:pt x="9076" y="10658"/>
                </a:lnTo>
                <a:lnTo>
                  <a:pt x="8614" y="10269"/>
                </a:lnTo>
                <a:lnTo>
                  <a:pt x="8566" y="10244"/>
                </a:lnTo>
                <a:lnTo>
                  <a:pt x="9904" y="8638"/>
                </a:lnTo>
                <a:close/>
                <a:moveTo>
                  <a:pt x="1071" y="0"/>
                </a:moveTo>
                <a:lnTo>
                  <a:pt x="828" y="73"/>
                </a:lnTo>
                <a:lnTo>
                  <a:pt x="609" y="171"/>
                </a:lnTo>
                <a:lnTo>
                  <a:pt x="414" y="317"/>
                </a:lnTo>
                <a:lnTo>
                  <a:pt x="244" y="511"/>
                </a:lnTo>
                <a:lnTo>
                  <a:pt x="122" y="730"/>
                </a:lnTo>
                <a:lnTo>
                  <a:pt x="25" y="949"/>
                </a:lnTo>
                <a:lnTo>
                  <a:pt x="25" y="1071"/>
                </a:lnTo>
                <a:lnTo>
                  <a:pt x="25" y="1193"/>
                </a:lnTo>
                <a:lnTo>
                  <a:pt x="25" y="1314"/>
                </a:lnTo>
                <a:lnTo>
                  <a:pt x="49" y="1436"/>
                </a:lnTo>
                <a:lnTo>
                  <a:pt x="25" y="1777"/>
                </a:lnTo>
                <a:lnTo>
                  <a:pt x="1" y="2117"/>
                </a:lnTo>
                <a:lnTo>
                  <a:pt x="25" y="2215"/>
                </a:lnTo>
                <a:lnTo>
                  <a:pt x="74" y="2263"/>
                </a:lnTo>
                <a:lnTo>
                  <a:pt x="147" y="2288"/>
                </a:lnTo>
                <a:lnTo>
                  <a:pt x="244" y="2263"/>
                </a:lnTo>
                <a:lnTo>
                  <a:pt x="341" y="2239"/>
                </a:lnTo>
                <a:lnTo>
                  <a:pt x="317" y="2896"/>
                </a:lnTo>
                <a:lnTo>
                  <a:pt x="341" y="2993"/>
                </a:lnTo>
                <a:lnTo>
                  <a:pt x="414" y="3042"/>
                </a:lnTo>
                <a:lnTo>
                  <a:pt x="560" y="3042"/>
                </a:lnTo>
                <a:lnTo>
                  <a:pt x="658" y="3018"/>
                </a:lnTo>
                <a:lnTo>
                  <a:pt x="658" y="3285"/>
                </a:lnTo>
                <a:lnTo>
                  <a:pt x="658" y="3431"/>
                </a:lnTo>
                <a:lnTo>
                  <a:pt x="682" y="3529"/>
                </a:lnTo>
                <a:lnTo>
                  <a:pt x="731" y="3650"/>
                </a:lnTo>
                <a:lnTo>
                  <a:pt x="779" y="3723"/>
                </a:lnTo>
                <a:lnTo>
                  <a:pt x="876" y="3748"/>
                </a:lnTo>
                <a:lnTo>
                  <a:pt x="998" y="3772"/>
                </a:lnTo>
                <a:lnTo>
                  <a:pt x="949" y="3942"/>
                </a:lnTo>
                <a:lnTo>
                  <a:pt x="949" y="4137"/>
                </a:lnTo>
                <a:lnTo>
                  <a:pt x="949" y="4332"/>
                </a:lnTo>
                <a:lnTo>
                  <a:pt x="998" y="4526"/>
                </a:lnTo>
                <a:lnTo>
                  <a:pt x="1047" y="4575"/>
                </a:lnTo>
                <a:lnTo>
                  <a:pt x="1095" y="4624"/>
                </a:lnTo>
                <a:lnTo>
                  <a:pt x="1168" y="4648"/>
                </a:lnTo>
                <a:lnTo>
                  <a:pt x="1241" y="4624"/>
                </a:lnTo>
                <a:lnTo>
                  <a:pt x="1339" y="4551"/>
                </a:lnTo>
                <a:lnTo>
                  <a:pt x="1363" y="4745"/>
                </a:lnTo>
                <a:lnTo>
                  <a:pt x="1436" y="4916"/>
                </a:lnTo>
                <a:lnTo>
                  <a:pt x="1533" y="5086"/>
                </a:lnTo>
                <a:lnTo>
                  <a:pt x="1655" y="5232"/>
                </a:lnTo>
                <a:lnTo>
                  <a:pt x="1728" y="5281"/>
                </a:lnTo>
                <a:lnTo>
                  <a:pt x="1801" y="5281"/>
                </a:lnTo>
                <a:lnTo>
                  <a:pt x="1874" y="5256"/>
                </a:lnTo>
                <a:lnTo>
                  <a:pt x="1850" y="5378"/>
                </a:lnTo>
                <a:lnTo>
                  <a:pt x="1874" y="5500"/>
                </a:lnTo>
                <a:lnTo>
                  <a:pt x="1923" y="5621"/>
                </a:lnTo>
                <a:lnTo>
                  <a:pt x="1996" y="5719"/>
                </a:lnTo>
                <a:lnTo>
                  <a:pt x="2093" y="5792"/>
                </a:lnTo>
                <a:lnTo>
                  <a:pt x="2190" y="5840"/>
                </a:lnTo>
                <a:lnTo>
                  <a:pt x="2263" y="5840"/>
                </a:lnTo>
                <a:lnTo>
                  <a:pt x="2361" y="5816"/>
                </a:lnTo>
                <a:lnTo>
                  <a:pt x="2458" y="5986"/>
                </a:lnTo>
                <a:lnTo>
                  <a:pt x="2434" y="6084"/>
                </a:lnTo>
                <a:lnTo>
                  <a:pt x="2434" y="6181"/>
                </a:lnTo>
                <a:lnTo>
                  <a:pt x="2482" y="6424"/>
                </a:lnTo>
                <a:lnTo>
                  <a:pt x="2531" y="6473"/>
                </a:lnTo>
                <a:lnTo>
                  <a:pt x="2580" y="6522"/>
                </a:lnTo>
                <a:lnTo>
                  <a:pt x="2653" y="6522"/>
                </a:lnTo>
                <a:lnTo>
                  <a:pt x="2726" y="6473"/>
                </a:lnTo>
                <a:lnTo>
                  <a:pt x="2823" y="6424"/>
                </a:lnTo>
                <a:lnTo>
                  <a:pt x="2847" y="6546"/>
                </a:lnTo>
                <a:lnTo>
                  <a:pt x="2896" y="6643"/>
                </a:lnTo>
                <a:lnTo>
                  <a:pt x="2969" y="6741"/>
                </a:lnTo>
                <a:lnTo>
                  <a:pt x="3042" y="6838"/>
                </a:lnTo>
                <a:lnTo>
                  <a:pt x="3139" y="6887"/>
                </a:lnTo>
                <a:lnTo>
                  <a:pt x="3261" y="6911"/>
                </a:lnTo>
                <a:lnTo>
                  <a:pt x="3383" y="6911"/>
                </a:lnTo>
                <a:lnTo>
                  <a:pt x="3529" y="6887"/>
                </a:lnTo>
                <a:lnTo>
                  <a:pt x="3553" y="6887"/>
                </a:lnTo>
                <a:lnTo>
                  <a:pt x="3553" y="6911"/>
                </a:lnTo>
                <a:lnTo>
                  <a:pt x="3529" y="6984"/>
                </a:lnTo>
                <a:lnTo>
                  <a:pt x="3504" y="7130"/>
                </a:lnTo>
                <a:lnTo>
                  <a:pt x="3504" y="7252"/>
                </a:lnTo>
                <a:lnTo>
                  <a:pt x="3529" y="7276"/>
                </a:lnTo>
                <a:lnTo>
                  <a:pt x="3553" y="7325"/>
                </a:lnTo>
                <a:lnTo>
                  <a:pt x="3626" y="7349"/>
                </a:lnTo>
                <a:lnTo>
                  <a:pt x="3723" y="7349"/>
                </a:lnTo>
                <a:lnTo>
                  <a:pt x="3845" y="7300"/>
                </a:lnTo>
                <a:lnTo>
                  <a:pt x="3942" y="7252"/>
                </a:lnTo>
                <a:lnTo>
                  <a:pt x="3942" y="7373"/>
                </a:lnTo>
                <a:lnTo>
                  <a:pt x="3967" y="7470"/>
                </a:lnTo>
                <a:lnTo>
                  <a:pt x="3991" y="7568"/>
                </a:lnTo>
                <a:lnTo>
                  <a:pt x="4088" y="7641"/>
                </a:lnTo>
                <a:lnTo>
                  <a:pt x="4210" y="7689"/>
                </a:lnTo>
                <a:lnTo>
                  <a:pt x="4283" y="7714"/>
                </a:lnTo>
                <a:lnTo>
                  <a:pt x="4356" y="7689"/>
                </a:lnTo>
                <a:lnTo>
                  <a:pt x="4453" y="7641"/>
                </a:lnTo>
                <a:lnTo>
                  <a:pt x="4453" y="7762"/>
                </a:lnTo>
                <a:lnTo>
                  <a:pt x="4453" y="7884"/>
                </a:lnTo>
                <a:lnTo>
                  <a:pt x="4478" y="7933"/>
                </a:lnTo>
                <a:lnTo>
                  <a:pt x="4526" y="7981"/>
                </a:lnTo>
                <a:lnTo>
                  <a:pt x="4575" y="8030"/>
                </a:lnTo>
                <a:lnTo>
                  <a:pt x="4648" y="8054"/>
                </a:lnTo>
                <a:lnTo>
                  <a:pt x="4770" y="8103"/>
                </a:lnTo>
                <a:lnTo>
                  <a:pt x="4891" y="8079"/>
                </a:lnTo>
                <a:lnTo>
                  <a:pt x="5013" y="8054"/>
                </a:lnTo>
                <a:lnTo>
                  <a:pt x="5110" y="7981"/>
                </a:lnTo>
                <a:lnTo>
                  <a:pt x="5159" y="8079"/>
                </a:lnTo>
                <a:lnTo>
                  <a:pt x="5208" y="8103"/>
                </a:lnTo>
                <a:lnTo>
                  <a:pt x="5232" y="8127"/>
                </a:lnTo>
                <a:lnTo>
                  <a:pt x="5329" y="8103"/>
                </a:lnTo>
                <a:lnTo>
                  <a:pt x="5329" y="8127"/>
                </a:lnTo>
                <a:lnTo>
                  <a:pt x="5329" y="8152"/>
                </a:lnTo>
                <a:lnTo>
                  <a:pt x="5354" y="8152"/>
                </a:lnTo>
                <a:lnTo>
                  <a:pt x="5475" y="8103"/>
                </a:lnTo>
                <a:lnTo>
                  <a:pt x="5597" y="8054"/>
                </a:lnTo>
                <a:lnTo>
                  <a:pt x="5597" y="8225"/>
                </a:lnTo>
                <a:lnTo>
                  <a:pt x="5646" y="8298"/>
                </a:lnTo>
                <a:lnTo>
                  <a:pt x="5694" y="8346"/>
                </a:lnTo>
                <a:lnTo>
                  <a:pt x="5840" y="8444"/>
                </a:lnTo>
                <a:lnTo>
                  <a:pt x="5938" y="8492"/>
                </a:lnTo>
                <a:lnTo>
                  <a:pt x="6059" y="8492"/>
                </a:lnTo>
                <a:lnTo>
                  <a:pt x="6181" y="8468"/>
                </a:lnTo>
                <a:lnTo>
                  <a:pt x="6278" y="8419"/>
                </a:lnTo>
                <a:lnTo>
                  <a:pt x="6400" y="8492"/>
                </a:lnTo>
                <a:lnTo>
                  <a:pt x="6546" y="8565"/>
                </a:lnTo>
                <a:lnTo>
                  <a:pt x="6668" y="8687"/>
                </a:lnTo>
                <a:lnTo>
                  <a:pt x="3383" y="11729"/>
                </a:lnTo>
                <a:lnTo>
                  <a:pt x="1947" y="13067"/>
                </a:lnTo>
                <a:lnTo>
                  <a:pt x="1314" y="13627"/>
                </a:lnTo>
                <a:lnTo>
                  <a:pt x="1022" y="13943"/>
                </a:lnTo>
                <a:lnTo>
                  <a:pt x="731" y="14259"/>
                </a:lnTo>
                <a:lnTo>
                  <a:pt x="585" y="14503"/>
                </a:lnTo>
                <a:lnTo>
                  <a:pt x="463" y="14770"/>
                </a:lnTo>
                <a:lnTo>
                  <a:pt x="341" y="15087"/>
                </a:lnTo>
                <a:lnTo>
                  <a:pt x="268" y="15403"/>
                </a:lnTo>
                <a:lnTo>
                  <a:pt x="268" y="15573"/>
                </a:lnTo>
                <a:lnTo>
                  <a:pt x="268" y="15719"/>
                </a:lnTo>
                <a:lnTo>
                  <a:pt x="268" y="15865"/>
                </a:lnTo>
                <a:lnTo>
                  <a:pt x="317" y="16011"/>
                </a:lnTo>
                <a:lnTo>
                  <a:pt x="366" y="16157"/>
                </a:lnTo>
                <a:lnTo>
                  <a:pt x="463" y="16279"/>
                </a:lnTo>
                <a:lnTo>
                  <a:pt x="560" y="16376"/>
                </a:lnTo>
                <a:lnTo>
                  <a:pt x="682" y="16473"/>
                </a:lnTo>
                <a:lnTo>
                  <a:pt x="731" y="16522"/>
                </a:lnTo>
                <a:lnTo>
                  <a:pt x="852" y="16644"/>
                </a:lnTo>
                <a:lnTo>
                  <a:pt x="974" y="16741"/>
                </a:lnTo>
                <a:lnTo>
                  <a:pt x="1095" y="16790"/>
                </a:lnTo>
                <a:lnTo>
                  <a:pt x="1241" y="16838"/>
                </a:lnTo>
                <a:lnTo>
                  <a:pt x="1387" y="16863"/>
                </a:lnTo>
                <a:lnTo>
                  <a:pt x="1679" y="16863"/>
                </a:lnTo>
                <a:lnTo>
                  <a:pt x="1850" y="16838"/>
                </a:lnTo>
                <a:lnTo>
                  <a:pt x="2142" y="16741"/>
                </a:lnTo>
                <a:lnTo>
                  <a:pt x="2434" y="16595"/>
                </a:lnTo>
                <a:lnTo>
                  <a:pt x="2701" y="16425"/>
                </a:lnTo>
                <a:lnTo>
                  <a:pt x="2920" y="16254"/>
                </a:lnTo>
                <a:lnTo>
                  <a:pt x="3285" y="15938"/>
                </a:lnTo>
                <a:lnTo>
                  <a:pt x="3650" y="15597"/>
                </a:lnTo>
                <a:lnTo>
                  <a:pt x="4356" y="14892"/>
                </a:lnTo>
                <a:lnTo>
                  <a:pt x="5694" y="13432"/>
                </a:lnTo>
                <a:lnTo>
                  <a:pt x="7057" y="11972"/>
                </a:lnTo>
                <a:lnTo>
                  <a:pt x="8371" y="10463"/>
                </a:lnTo>
                <a:lnTo>
                  <a:pt x="8833" y="11047"/>
                </a:lnTo>
                <a:lnTo>
                  <a:pt x="9320" y="11583"/>
                </a:lnTo>
                <a:lnTo>
                  <a:pt x="10342" y="12629"/>
                </a:lnTo>
                <a:lnTo>
                  <a:pt x="12386" y="14770"/>
                </a:lnTo>
                <a:lnTo>
                  <a:pt x="12775" y="15160"/>
                </a:lnTo>
                <a:lnTo>
                  <a:pt x="13237" y="15622"/>
                </a:lnTo>
                <a:lnTo>
                  <a:pt x="13773" y="16133"/>
                </a:lnTo>
                <a:lnTo>
                  <a:pt x="14065" y="16376"/>
                </a:lnTo>
                <a:lnTo>
                  <a:pt x="14357" y="16595"/>
                </a:lnTo>
                <a:lnTo>
                  <a:pt x="14649" y="16814"/>
                </a:lnTo>
                <a:lnTo>
                  <a:pt x="14965" y="16960"/>
                </a:lnTo>
                <a:lnTo>
                  <a:pt x="15257" y="17106"/>
                </a:lnTo>
                <a:lnTo>
                  <a:pt x="15549" y="17179"/>
                </a:lnTo>
                <a:lnTo>
                  <a:pt x="15695" y="17203"/>
                </a:lnTo>
                <a:lnTo>
                  <a:pt x="15963" y="17203"/>
                </a:lnTo>
                <a:lnTo>
                  <a:pt x="16084" y="17179"/>
                </a:lnTo>
                <a:lnTo>
                  <a:pt x="16230" y="17130"/>
                </a:lnTo>
                <a:lnTo>
                  <a:pt x="16352" y="17057"/>
                </a:lnTo>
                <a:lnTo>
                  <a:pt x="16474" y="16984"/>
                </a:lnTo>
                <a:lnTo>
                  <a:pt x="16595" y="16863"/>
                </a:lnTo>
                <a:lnTo>
                  <a:pt x="16741" y="16692"/>
                </a:lnTo>
                <a:lnTo>
                  <a:pt x="16863" y="16473"/>
                </a:lnTo>
                <a:lnTo>
                  <a:pt x="16936" y="16230"/>
                </a:lnTo>
                <a:lnTo>
                  <a:pt x="16984" y="15987"/>
                </a:lnTo>
                <a:lnTo>
                  <a:pt x="16984" y="15743"/>
                </a:lnTo>
                <a:lnTo>
                  <a:pt x="16960" y="15500"/>
                </a:lnTo>
                <a:lnTo>
                  <a:pt x="16911" y="15257"/>
                </a:lnTo>
                <a:lnTo>
                  <a:pt x="16838" y="15038"/>
                </a:lnTo>
                <a:lnTo>
                  <a:pt x="16668" y="14722"/>
                </a:lnTo>
                <a:lnTo>
                  <a:pt x="16425" y="14381"/>
                </a:lnTo>
                <a:lnTo>
                  <a:pt x="16157" y="14016"/>
                </a:lnTo>
                <a:lnTo>
                  <a:pt x="15865" y="13651"/>
                </a:lnTo>
                <a:lnTo>
                  <a:pt x="15549" y="13310"/>
                </a:lnTo>
                <a:lnTo>
                  <a:pt x="15233" y="12970"/>
                </a:lnTo>
                <a:lnTo>
                  <a:pt x="14673" y="12459"/>
                </a:lnTo>
                <a:lnTo>
                  <a:pt x="13967" y="11826"/>
                </a:lnTo>
                <a:lnTo>
                  <a:pt x="13262" y="11193"/>
                </a:lnTo>
                <a:lnTo>
                  <a:pt x="13286" y="11120"/>
                </a:lnTo>
                <a:lnTo>
                  <a:pt x="13286" y="11072"/>
                </a:lnTo>
                <a:lnTo>
                  <a:pt x="13262" y="11047"/>
                </a:lnTo>
                <a:lnTo>
                  <a:pt x="13189" y="11023"/>
                </a:lnTo>
                <a:lnTo>
                  <a:pt x="13091" y="11047"/>
                </a:lnTo>
                <a:lnTo>
                  <a:pt x="11631" y="9660"/>
                </a:lnTo>
                <a:lnTo>
                  <a:pt x="10196" y="8273"/>
                </a:lnTo>
                <a:lnTo>
                  <a:pt x="10707" y="7641"/>
                </a:lnTo>
                <a:lnTo>
                  <a:pt x="10828" y="7762"/>
                </a:lnTo>
                <a:lnTo>
                  <a:pt x="10974" y="7860"/>
                </a:lnTo>
                <a:lnTo>
                  <a:pt x="11120" y="7933"/>
                </a:lnTo>
                <a:lnTo>
                  <a:pt x="11291" y="8006"/>
                </a:lnTo>
                <a:lnTo>
                  <a:pt x="11461" y="8054"/>
                </a:lnTo>
                <a:lnTo>
                  <a:pt x="11631" y="8103"/>
                </a:lnTo>
                <a:lnTo>
                  <a:pt x="11996" y="8127"/>
                </a:lnTo>
                <a:lnTo>
                  <a:pt x="12264" y="8127"/>
                </a:lnTo>
                <a:lnTo>
                  <a:pt x="12532" y="8103"/>
                </a:lnTo>
                <a:lnTo>
                  <a:pt x="12799" y="8030"/>
                </a:lnTo>
                <a:lnTo>
                  <a:pt x="13067" y="7933"/>
                </a:lnTo>
                <a:lnTo>
                  <a:pt x="13310" y="7811"/>
                </a:lnTo>
                <a:lnTo>
                  <a:pt x="13554" y="7665"/>
                </a:lnTo>
                <a:lnTo>
                  <a:pt x="13773" y="7519"/>
                </a:lnTo>
                <a:lnTo>
                  <a:pt x="13992" y="7349"/>
                </a:lnTo>
                <a:lnTo>
                  <a:pt x="14235" y="7130"/>
                </a:lnTo>
                <a:lnTo>
                  <a:pt x="14478" y="6911"/>
                </a:lnTo>
                <a:lnTo>
                  <a:pt x="14697" y="6668"/>
                </a:lnTo>
                <a:lnTo>
                  <a:pt x="14892" y="6400"/>
                </a:lnTo>
                <a:lnTo>
                  <a:pt x="15281" y="5865"/>
                </a:lnTo>
                <a:lnTo>
                  <a:pt x="15622" y="5305"/>
                </a:lnTo>
                <a:lnTo>
                  <a:pt x="16011" y="4697"/>
                </a:lnTo>
                <a:lnTo>
                  <a:pt x="16376" y="4064"/>
                </a:lnTo>
                <a:lnTo>
                  <a:pt x="16692" y="3407"/>
                </a:lnTo>
                <a:lnTo>
                  <a:pt x="16960" y="2726"/>
                </a:lnTo>
                <a:lnTo>
                  <a:pt x="16984" y="2628"/>
                </a:lnTo>
                <a:lnTo>
                  <a:pt x="16960" y="2555"/>
                </a:lnTo>
                <a:lnTo>
                  <a:pt x="16960" y="2507"/>
                </a:lnTo>
                <a:lnTo>
                  <a:pt x="16960" y="2434"/>
                </a:lnTo>
                <a:lnTo>
                  <a:pt x="16911" y="2385"/>
                </a:lnTo>
                <a:lnTo>
                  <a:pt x="16863" y="2336"/>
                </a:lnTo>
                <a:lnTo>
                  <a:pt x="16814" y="2288"/>
                </a:lnTo>
                <a:lnTo>
                  <a:pt x="16692" y="2288"/>
                </a:lnTo>
                <a:lnTo>
                  <a:pt x="16644" y="2312"/>
                </a:lnTo>
                <a:lnTo>
                  <a:pt x="15646" y="3066"/>
                </a:lnTo>
                <a:lnTo>
                  <a:pt x="15160" y="3456"/>
                </a:lnTo>
                <a:lnTo>
                  <a:pt x="14649" y="3821"/>
                </a:lnTo>
                <a:lnTo>
                  <a:pt x="13919" y="4332"/>
                </a:lnTo>
                <a:lnTo>
                  <a:pt x="13919" y="4332"/>
                </a:lnTo>
                <a:lnTo>
                  <a:pt x="14746" y="3115"/>
                </a:lnTo>
                <a:lnTo>
                  <a:pt x="15476" y="2020"/>
                </a:lnTo>
                <a:lnTo>
                  <a:pt x="15671" y="1704"/>
                </a:lnTo>
                <a:lnTo>
                  <a:pt x="15768" y="1533"/>
                </a:lnTo>
                <a:lnTo>
                  <a:pt x="15817" y="1363"/>
                </a:lnTo>
                <a:lnTo>
                  <a:pt x="15890" y="1290"/>
                </a:lnTo>
                <a:lnTo>
                  <a:pt x="15963" y="1217"/>
                </a:lnTo>
                <a:lnTo>
                  <a:pt x="15987" y="1120"/>
                </a:lnTo>
                <a:lnTo>
                  <a:pt x="15963" y="1022"/>
                </a:lnTo>
                <a:lnTo>
                  <a:pt x="15890" y="949"/>
                </a:lnTo>
                <a:lnTo>
                  <a:pt x="15817" y="901"/>
                </a:lnTo>
                <a:lnTo>
                  <a:pt x="15744" y="876"/>
                </a:lnTo>
                <a:lnTo>
                  <a:pt x="15622" y="876"/>
                </a:lnTo>
                <a:lnTo>
                  <a:pt x="15549" y="949"/>
                </a:lnTo>
                <a:lnTo>
                  <a:pt x="14551" y="1777"/>
                </a:lnTo>
                <a:lnTo>
                  <a:pt x="13554" y="2580"/>
                </a:lnTo>
                <a:lnTo>
                  <a:pt x="13043" y="2920"/>
                </a:lnTo>
                <a:lnTo>
                  <a:pt x="12532" y="3310"/>
                </a:lnTo>
                <a:lnTo>
                  <a:pt x="12532" y="3310"/>
                </a:lnTo>
                <a:lnTo>
                  <a:pt x="12945" y="2653"/>
                </a:lnTo>
                <a:lnTo>
                  <a:pt x="13359" y="1996"/>
                </a:lnTo>
                <a:lnTo>
                  <a:pt x="13554" y="1752"/>
                </a:lnTo>
                <a:lnTo>
                  <a:pt x="13821" y="1436"/>
                </a:lnTo>
                <a:lnTo>
                  <a:pt x="13919" y="1290"/>
                </a:lnTo>
                <a:lnTo>
                  <a:pt x="14040" y="1120"/>
                </a:lnTo>
                <a:lnTo>
                  <a:pt x="14113" y="949"/>
                </a:lnTo>
                <a:lnTo>
                  <a:pt x="14162" y="779"/>
                </a:lnTo>
                <a:lnTo>
                  <a:pt x="14357" y="584"/>
                </a:lnTo>
                <a:lnTo>
                  <a:pt x="14430" y="487"/>
                </a:lnTo>
                <a:lnTo>
                  <a:pt x="14454" y="390"/>
                </a:lnTo>
                <a:lnTo>
                  <a:pt x="14430" y="292"/>
                </a:lnTo>
                <a:lnTo>
                  <a:pt x="14357" y="195"/>
                </a:lnTo>
                <a:lnTo>
                  <a:pt x="14284" y="146"/>
                </a:lnTo>
                <a:lnTo>
                  <a:pt x="14186" y="122"/>
                </a:lnTo>
                <a:lnTo>
                  <a:pt x="14065" y="122"/>
                </a:lnTo>
                <a:lnTo>
                  <a:pt x="13967" y="195"/>
                </a:lnTo>
                <a:lnTo>
                  <a:pt x="13554" y="560"/>
                </a:lnTo>
                <a:lnTo>
                  <a:pt x="13091" y="901"/>
                </a:lnTo>
                <a:lnTo>
                  <a:pt x="12629" y="1217"/>
                </a:lnTo>
                <a:lnTo>
                  <a:pt x="12142" y="1509"/>
                </a:lnTo>
                <a:lnTo>
                  <a:pt x="11680" y="1801"/>
                </a:lnTo>
                <a:lnTo>
                  <a:pt x="11193" y="2117"/>
                </a:lnTo>
                <a:lnTo>
                  <a:pt x="10755" y="2434"/>
                </a:lnTo>
                <a:lnTo>
                  <a:pt x="10317" y="2823"/>
                </a:lnTo>
                <a:lnTo>
                  <a:pt x="10147" y="2993"/>
                </a:lnTo>
                <a:lnTo>
                  <a:pt x="10001" y="3164"/>
                </a:lnTo>
                <a:lnTo>
                  <a:pt x="9855" y="3383"/>
                </a:lnTo>
                <a:lnTo>
                  <a:pt x="9733" y="3577"/>
                </a:lnTo>
                <a:lnTo>
                  <a:pt x="9612" y="3796"/>
                </a:lnTo>
                <a:lnTo>
                  <a:pt x="9514" y="4015"/>
                </a:lnTo>
                <a:lnTo>
                  <a:pt x="9417" y="4234"/>
                </a:lnTo>
                <a:lnTo>
                  <a:pt x="9368" y="4478"/>
                </a:lnTo>
                <a:lnTo>
                  <a:pt x="9320" y="4672"/>
                </a:lnTo>
                <a:lnTo>
                  <a:pt x="9295" y="4867"/>
                </a:lnTo>
                <a:lnTo>
                  <a:pt x="9295" y="5062"/>
                </a:lnTo>
                <a:lnTo>
                  <a:pt x="9295" y="5281"/>
                </a:lnTo>
                <a:lnTo>
                  <a:pt x="9344" y="5475"/>
                </a:lnTo>
                <a:lnTo>
                  <a:pt x="9393" y="5670"/>
                </a:lnTo>
                <a:lnTo>
                  <a:pt x="9441" y="5865"/>
                </a:lnTo>
                <a:lnTo>
                  <a:pt x="9539" y="6035"/>
                </a:lnTo>
                <a:lnTo>
                  <a:pt x="9514" y="6059"/>
                </a:lnTo>
                <a:lnTo>
                  <a:pt x="8760" y="6765"/>
                </a:lnTo>
                <a:lnTo>
                  <a:pt x="7422" y="5402"/>
                </a:lnTo>
                <a:lnTo>
                  <a:pt x="6059" y="4088"/>
                </a:lnTo>
                <a:lnTo>
                  <a:pt x="3358" y="1412"/>
                </a:lnTo>
                <a:lnTo>
                  <a:pt x="2872" y="925"/>
                </a:lnTo>
                <a:lnTo>
                  <a:pt x="2604" y="682"/>
                </a:lnTo>
                <a:lnTo>
                  <a:pt x="2336" y="438"/>
                </a:lnTo>
                <a:lnTo>
                  <a:pt x="2044" y="244"/>
                </a:lnTo>
                <a:lnTo>
                  <a:pt x="1898" y="171"/>
                </a:lnTo>
                <a:lnTo>
                  <a:pt x="1728" y="98"/>
                </a:lnTo>
                <a:lnTo>
                  <a:pt x="1582" y="49"/>
                </a:lnTo>
                <a:lnTo>
                  <a:pt x="141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64" name="Google Shape;864;p39"/>
          <p:cNvSpPr/>
          <p:nvPr/>
        </p:nvSpPr>
        <p:spPr>
          <a:xfrm>
            <a:off x="2590093" y="4430394"/>
            <a:ext cx="446192" cy="372256"/>
          </a:xfrm>
          <a:custGeom>
            <a:avLst/>
            <a:gdLst/>
            <a:ahLst/>
            <a:cxnLst/>
            <a:rect l="l" t="t" r="r" b="b"/>
            <a:pathLst>
              <a:path w="20416" h="17033" extrusionOk="0">
                <a:moveTo>
                  <a:pt x="9003" y="852"/>
                </a:moveTo>
                <a:lnTo>
                  <a:pt x="8882" y="925"/>
                </a:lnTo>
                <a:lnTo>
                  <a:pt x="8736" y="998"/>
                </a:lnTo>
                <a:lnTo>
                  <a:pt x="8614" y="1095"/>
                </a:lnTo>
                <a:lnTo>
                  <a:pt x="8492" y="1192"/>
                </a:lnTo>
                <a:lnTo>
                  <a:pt x="8395" y="1314"/>
                </a:lnTo>
                <a:lnTo>
                  <a:pt x="8322" y="1460"/>
                </a:lnTo>
                <a:lnTo>
                  <a:pt x="8249" y="1582"/>
                </a:lnTo>
                <a:lnTo>
                  <a:pt x="8225" y="1752"/>
                </a:lnTo>
                <a:lnTo>
                  <a:pt x="8225" y="1898"/>
                </a:lnTo>
                <a:lnTo>
                  <a:pt x="8249" y="2068"/>
                </a:lnTo>
                <a:lnTo>
                  <a:pt x="8298" y="2214"/>
                </a:lnTo>
                <a:lnTo>
                  <a:pt x="8371" y="2360"/>
                </a:lnTo>
                <a:lnTo>
                  <a:pt x="8468" y="2482"/>
                </a:lnTo>
                <a:lnTo>
                  <a:pt x="8565" y="2604"/>
                </a:lnTo>
                <a:lnTo>
                  <a:pt x="8784" y="2847"/>
                </a:lnTo>
                <a:lnTo>
                  <a:pt x="8857" y="2969"/>
                </a:lnTo>
                <a:lnTo>
                  <a:pt x="8882" y="3115"/>
                </a:lnTo>
                <a:lnTo>
                  <a:pt x="8882" y="3188"/>
                </a:lnTo>
                <a:lnTo>
                  <a:pt x="8882" y="3261"/>
                </a:lnTo>
                <a:lnTo>
                  <a:pt x="8833" y="3334"/>
                </a:lnTo>
                <a:lnTo>
                  <a:pt x="8784" y="3431"/>
                </a:lnTo>
                <a:lnTo>
                  <a:pt x="8784" y="3455"/>
                </a:lnTo>
                <a:lnTo>
                  <a:pt x="8784" y="3504"/>
                </a:lnTo>
                <a:lnTo>
                  <a:pt x="8809" y="3528"/>
                </a:lnTo>
                <a:lnTo>
                  <a:pt x="8857" y="3528"/>
                </a:lnTo>
                <a:lnTo>
                  <a:pt x="8979" y="3504"/>
                </a:lnTo>
                <a:lnTo>
                  <a:pt x="9076" y="3431"/>
                </a:lnTo>
                <a:lnTo>
                  <a:pt x="9174" y="3358"/>
                </a:lnTo>
                <a:lnTo>
                  <a:pt x="9198" y="3261"/>
                </a:lnTo>
                <a:lnTo>
                  <a:pt x="9222" y="3163"/>
                </a:lnTo>
                <a:lnTo>
                  <a:pt x="9222" y="3042"/>
                </a:lnTo>
                <a:lnTo>
                  <a:pt x="9198" y="2920"/>
                </a:lnTo>
                <a:lnTo>
                  <a:pt x="9174" y="2774"/>
                </a:lnTo>
                <a:lnTo>
                  <a:pt x="9076" y="2628"/>
                </a:lnTo>
                <a:lnTo>
                  <a:pt x="8979" y="2506"/>
                </a:lnTo>
                <a:lnTo>
                  <a:pt x="8736" y="2263"/>
                </a:lnTo>
                <a:lnTo>
                  <a:pt x="8663" y="2166"/>
                </a:lnTo>
                <a:lnTo>
                  <a:pt x="8614" y="2068"/>
                </a:lnTo>
                <a:lnTo>
                  <a:pt x="8565" y="1971"/>
                </a:lnTo>
                <a:lnTo>
                  <a:pt x="8565" y="1898"/>
                </a:lnTo>
                <a:lnTo>
                  <a:pt x="8565" y="1801"/>
                </a:lnTo>
                <a:lnTo>
                  <a:pt x="8590" y="1728"/>
                </a:lnTo>
                <a:lnTo>
                  <a:pt x="8638" y="1582"/>
                </a:lnTo>
                <a:lnTo>
                  <a:pt x="8760" y="1436"/>
                </a:lnTo>
                <a:lnTo>
                  <a:pt x="8882" y="1290"/>
                </a:lnTo>
                <a:lnTo>
                  <a:pt x="9003" y="1144"/>
                </a:lnTo>
                <a:lnTo>
                  <a:pt x="9125" y="998"/>
                </a:lnTo>
                <a:lnTo>
                  <a:pt x="9125" y="949"/>
                </a:lnTo>
                <a:lnTo>
                  <a:pt x="9101" y="900"/>
                </a:lnTo>
                <a:lnTo>
                  <a:pt x="9076" y="852"/>
                </a:lnTo>
                <a:close/>
                <a:moveTo>
                  <a:pt x="11461" y="925"/>
                </a:moveTo>
                <a:lnTo>
                  <a:pt x="11461" y="949"/>
                </a:lnTo>
                <a:lnTo>
                  <a:pt x="11461" y="1046"/>
                </a:lnTo>
                <a:lnTo>
                  <a:pt x="11437" y="1144"/>
                </a:lnTo>
                <a:lnTo>
                  <a:pt x="11364" y="1338"/>
                </a:lnTo>
                <a:lnTo>
                  <a:pt x="11266" y="1484"/>
                </a:lnTo>
                <a:lnTo>
                  <a:pt x="11145" y="1630"/>
                </a:lnTo>
                <a:lnTo>
                  <a:pt x="10999" y="1776"/>
                </a:lnTo>
                <a:lnTo>
                  <a:pt x="10901" y="1947"/>
                </a:lnTo>
                <a:lnTo>
                  <a:pt x="10828" y="2117"/>
                </a:lnTo>
                <a:lnTo>
                  <a:pt x="10804" y="2214"/>
                </a:lnTo>
                <a:lnTo>
                  <a:pt x="10804" y="2336"/>
                </a:lnTo>
                <a:lnTo>
                  <a:pt x="10828" y="2482"/>
                </a:lnTo>
                <a:lnTo>
                  <a:pt x="10877" y="2604"/>
                </a:lnTo>
                <a:lnTo>
                  <a:pt x="10950" y="2750"/>
                </a:lnTo>
                <a:lnTo>
                  <a:pt x="11047" y="2871"/>
                </a:lnTo>
                <a:lnTo>
                  <a:pt x="11242" y="3115"/>
                </a:lnTo>
                <a:lnTo>
                  <a:pt x="11339" y="3236"/>
                </a:lnTo>
                <a:lnTo>
                  <a:pt x="11412" y="3358"/>
                </a:lnTo>
                <a:lnTo>
                  <a:pt x="11461" y="3480"/>
                </a:lnTo>
                <a:lnTo>
                  <a:pt x="11485" y="3626"/>
                </a:lnTo>
                <a:lnTo>
                  <a:pt x="11510" y="3772"/>
                </a:lnTo>
                <a:lnTo>
                  <a:pt x="11485" y="3966"/>
                </a:lnTo>
                <a:lnTo>
                  <a:pt x="11485" y="3991"/>
                </a:lnTo>
                <a:lnTo>
                  <a:pt x="11510" y="4039"/>
                </a:lnTo>
                <a:lnTo>
                  <a:pt x="11558" y="4039"/>
                </a:lnTo>
                <a:lnTo>
                  <a:pt x="11680" y="4015"/>
                </a:lnTo>
                <a:lnTo>
                  <a:pt x="11777" y="3942"/>
                </a:lnTo>
                <a:lnTo>
                  <a:pt x="11826" y="3869"/>
                </a:lnTo>
                <a:lnTo>
                  <a:pt x="11875" y="3796"/>
                </a:lnTo>
                <a:lnTo>
                  <a:pt x="11899" y="3723"/>
                </a:lnTo>
                <a:lnTo>
                  <a:pt x="11899" y="3626"/>
                </a:lnTo>
                <a:lnTo>
                  <a:pt x="11850" y="3407"/>
                </a:lnTo>
                <a:lnTo>
                  <a:pt x="11753" y="3212"/>
                </a:lnTo>
                <a:lnTo>
                  <a:pt x="11631" y="3017"/>
                </a:lnTo>
                <a:lnTo>
                  <a:pt x="11510" y="2847"/>
                </a:lnTo>
                <a:lnTo>
                  <a:pt x="11412" y="2701"/>
                </a:lnTo>
                <a:lnTo>
                  <a:pt x="11315" y="2579"/>
                </a:lnTo>
                <a:lnTo>
                  <a:pt x="11266" y="2433"/>
                </a:lnTo>
                <a:lnTo>
                  <a:pt x="11242" y="2312"/>
                </a:lnTo>
                <a:lnTo>
                  <a:pt x="11242" y="2190"/>
                </a:lnTo>
                <a:lnTo>
                  <a:pt x="11291" y="2068"/>
                </a:lnTo>
                <a:lnTo>
                  <a:pt x="11364" y="1947"/>
                </a:lnTo>
                <a:lnTo>
                  <a:pt x="11437" y="1825"/>
                </a:lnTo>
                <a:lnTo>
                  <a:pt x="11534" y="1728"/>
                </a:lnTo>
                <a:lnTo>
                  <a:pt x="11631" y="1630"/>
                </a:lnTo>
                <a:lnTo>
                  <a:pt x="11704" y="1533"/>
                </a:lnTo>
                <a:lnTo>
                  <a:pt x="11753" y="1411"/>
                </a:lnTo>
                <a:lnTo>
                  <a:pt x="11777" y="1290"/>
                </a:lnTo>
                <a:lnTo>
                  <a:pt x="11777" y="1144"/>
                </a:lnTo>
                <a:lnTo>
                  <a:pt x="11704" y="1022"/>
                </a:lnTo>
                <a:lnTo>
                  <a:pt x="11680" y="973"/>
                </a:lnTo>
                <a:lnTo>
                  <a:pt x="11631" y="949"/>
                </a:lnTo>
                <a:lnTo>
                  <a:pt x="11558" y="925"/>
                </a:lnTo>
                <a:close/>
                <a:moveTo>
                  <a:pt x="10050" y="0"/>
                </a:moveTo>
                <a:lnTo>
                  <a:pt x="10025" y="49"/>
                </a:lnTo>
                <a:lnTo>
                  <a:pt x="10025" y="73"/>
                </a:lnTo>
                <a:lnTo>
                  <a:pt x="10050" y="122"/>
                </a:lnTo>
                <a:lnTo>
                  <a:pt x="10123" y="219"/>
                </a:lnTo>
                <a:lnTo>
                  <a:pt x="10147" y="316"/>
                </a:lnTo>
                <a:lnTo>
                  <a:pt x="10171" y="414"/>
                </a:lnTo>
                <a:lnTo>
                  <a:pt x="10171" y="487"/>
                </a:lnTo>
                <a:lnTo>
                  <a:pt x="10147" y="560"/>
                </a:lnTo>
                <a:lnTo>
                  <a:pt x="10098" y="657"/>
                </a:lnTo>
                <a:lnTo>
                  <a:pt x="9977" y="803"/>
                </a:lnTo>
                <a:lnTo>
                  <a:pt x="9685" y="1095"/>
                </a:lnTo>
                <a:lnTo>
                  <a:pt x="9539" y="1265"/>
                </a:lnTo>
                <a:lnTo>
                  <a:pt x="9466" y="1411"/>
                </a:lnTo>
                <a:lnTo>
                  <a:pt x="9417" y="1557"/>
                </a:lnTo>
                <a:lnTo>
                  <a:pt x="9393" y="1703"/>
                </a:lnTo>
                <a:lnTo>
                  <a:pt x="9417" y="1849"/>
                </a:lnTo>
                <a:lnTo>
                  <a:pt x="9441" y="1995"/>
                </a:lnTo>
                <a:lnTo>
                  <a:pt x="9490" y="2117"/>
                </a:lnTo>
                <a:lnTo>
                  <a:pt x="9539" y="2263"/>
                </a:lnTo>
                <a:lnTo>
                  <a:pt x="9709" y="2506"/>
                </a:lnTo>
                <a:lnTo>
                  <a:pt x="9977" y="2847"/>
                </a:lnTo>
                <a:lnTo>
                  <a:pt x="10098" y="3042"/>
                </a:lnTo>
                <a:lnTo>
                  <a:pt x="10123" y="3139"/>
                </a:lnTo>
                <a:lnTo>
                  <a:pt x="10147" y="3261"/>
                </a:lnTo>
                <a:lnTo>
                  <a:pt x="10147" y="3358"/>
                </a:lnTo>
                <a:lnTo>
                  <a:pt x="10098" y="3431"/>
                </a:lnTo>
                <a:lnTo>
                  <a:pt x="10050" y="3528"/>
                </a:lnTo>
                <a:lnTo>
                  <a:pt x="9977" y="3601"/>
                </a:lnTo>
                <a:lnTo>
                  <a:pt x="9806" y="3747"/>
                </a:lnTo>
                <a:lnTo>
                  <a:pt x="9636" y="3869"/>
                </a:lnTo>
                <a:lnTo>
                  <a:pt x="9563" y="3966"/>
                </a:lnTo>
                <a:lnTo>
                  <a:pt x="9490" y="4064"/>
                </a:lnTo>
                <a:lnTo>
                  <a:pt x="9417" y="4161"/>
                </a:lnTo>
                <a:lnTo>
                  <a:pt x="9368" y="4283"/>
                </a:lnTo>
                <a:lnTo>
                  <a:pt x="9344" y="4404"/>
                </a:lnTo>
                <a:lnTo>
                  <a:pt x="9344" y="4526"/>
                </a:lnTo>
                <a:lnTo>
                  <a:pt x="9344" y="4648"/>
                </a:lnTo>
                <a:lnTo>
                  <a:pt x="9393" y="4745"/>
                </a:lnTo>
                <a:lnTo>
                  <a:pt x="9417" y="4818"/>
                </a:lnTo>
                <a:lnTo>
                  <a:pt x="9490" y="4867"/>
                </a:lnTo>
                <a:lnTo>
                  <a:pt x="9563" y="4891"/>
                </a:lnTo>
                <a:lnTo>
                  <a:pt x="9685" y="4891"/>
                </a:lnTo>
                <a:lnTo>
                  <a:pt x="9733" y="4842"/>
                </a:lnTo>
                <a:lnTo>
                  <a:pt x="9782" y="4745"/>
                </a:lnTo>
                <a:lnTo>
                  <a:pt x="9806" y="4648"/>
                </a:lnTo>
                <a:lnTo>
                  <a:pt x="9806" y="4575"/>
                </a:lnTo>
                <a:lnTo>
                  <a:pt x="9806" y="4477"/>
                </a:lnTo>
                <a:lnTo>
                  <a:pt x="9855" y="4356"/>
                </a:lnTo>
                <a:lnTo>
                  <a:pt x="9928" y="4234"/>
                </a:lnTo>
                <a:lnTo>
                  <a:pt x="10025" y="4137"/>
                </a:lnTo>
                <a:lnTo>
                  <a:pt x="10269" y="3942"/>
                </a:lnTo>
                <a:lnTo>
                  <a:pt x="10390" y="3796"/>
                </a:lnTo>
                <a:lnTo>
                  <a:pt x="10512" y="3650"/>
                </a:lnTo>
                <a:lnTo>
                  <a:pt x="10561" y="3480"/>
                </a:lnTo>
                <a:lnTo>
                  <a:pt x="10585" y="3309"/>
                </a:lnTo>
                <a:lnTo>
                  <a:pt x="10585" y="3139"/>
                </a:lnTo>
                <a:lnTo>
                  <a:pt x="10561" y="2969"/>
                </a:lnTo>
                <a:lnTo>
                  <a:pt x="10488" y="2798"/>
                </a:lnTo>
                <a:lnTo>
                  <a:pt x="10390" y="2604"/>
                </a:lnTo>
                <a:lnTo>
                  <a:pt x="10244" y="2433"/>
                </a:lnTo>
                <a:lnTo>
                  <a:pt x="10098" y="2239"/>
                </a:lnTo>
                <a:lnTo>
                  <a:pt x="9952" y="2044"/>
                </a:lnTo>
                <a:lnTo>
                  <a:pt x="9831" y="1825"/>
                </a:lnTo>
                <a:lnTo>
                  <a:pt x="9831" y="1752"/>
                </a:lnTo>
                <a:lnTo>
                  <a:pt x="9806" y="1679"/>
                </a:lnTo>
                <a:lnTo>
                  <a:pt x="9855" y="1557"/>
                </a:lnTo>
                <a:lnTo>
                  <a:pt x="9928" y="1411"/>
                </a:lnTo>
                <a:lnTo>
                  <a:pt x="10025" y="1290"/>
                </a:lnTo>
                <a:lnTo>
                  <a:pt x="10269" y="1022"/>
                </a:lnTo>
                <a:lnTo>
                  <a:pt x="10366" y="900"/>
                </a:lnTo>
                <a:lnTo>
                  <a:pt x="10439" y="779"/>
                </a:lnTo>
                <a:lnTo>
                  <a:pt x="10488" y="657"/>
                </a:lnTo>
                <a:lnTo>
                  <a:pt x="10512" y="535"/>
                </a:lnTo>
                <a:lnTo>
                  <a:pt x="10512" y="389"/>
                </a:lnTo>
                <a:lnTo>
                  <a:pt x="10488" y="268"/>
                </a:lnTo>
                <a:lnTo>
                  <a:pt x="10439" y="146"/>
                </a:lnTo>
                <a:lnTo>
                  <a:pt x="10366" y="73"/>
                </a:lnTo>
                <a:lnTo>
                  <a:pt x="10244" y="0"/>
                </a:lnTo>
                <a:close/>
                <a:moveTo>
                  <a:pt x="11266" y="6959"/>
                </a:moveTo>
                <a:lnTo>
                  <a:pt x="11558" y="6984"/>
                </a:lnTo>
                <a:lnTo>
                  <a:pt x="11850" y="7032"/>
                </a:lnTo>
                <a:lnTo>
                  <a:pt x="12142" y="7081"/>
                </a:lnTo>
                <a:lnTo>
                  <a:pt x="12434" y="7178"/>
                </a:lnTo>
                <a:lnTo>
                  <a:pt x="12021" y="7300"/>
                </a:lnTo>
                <a:lnTo>
                  <a:pt x="11826" y="7373"/>
                </a:lnTo>
                <a:lnTo>
                  <a:pt x="11656" y="7470"/>
                </a:lnTo>
                <a:lnTo>
                  <a:pt x="11607" y="7519"/>
                </a:lnTo>
                <a:lnTo>
                  <a:pt x="11607" y="7543"/>
                </a:lnTo>
                <a:lnTo>
                  <a:pt x="11607" y="7640"/>
                </a:lnTo>
                <a:lnTo>
                  <a:pt x="11631" y="7665"/>
                </a:lnTo>
                <a:lnTo>
                  <a:pt x="11656" y="7689"/>
                </a:lnTo>
                <a:lnTo>
                  <a:pt x="11704" y="7713"/>
                </a:lnTo>
                <a:lnTo>
                  <a:pt x="11753" y="7713"/>
                </a:lnTo>
                <a:lnTo>
                  <a:pt x="12337" y="7543"/>
                </a:lnTo>
                <a:lnTo>
                  <a:pt x="12629" y="7446"/>
                </a:lnTo>
                <a:lnTo>
                  <a:pt x="12945" y="7397"/>
                </a:lnTo>
                <a:lnTo>
                  <a:pt x="13286" y="7592"/>
                </a:lnTo>
                <a:lnTo>
                  <a:pt x="12945" y="7640"/>
                </a:lnTo>
                <a:lnTo>
                  <a:pt x="12653" y="7713"/>
                </a:lnTo>
                <a:lnTo>
                  <a:pt x="12410" y="7835"/>
                </a:lnTo>
                <a:lnTo>
                  <a:pt x="12167" y="8005"/>
                </a:lnTo>
                <a:lnTo>
                  <a:pt x="12069" y="8103"/>
                </a:lnTo>
                <a:lnTo>
                  <a:pt x="11972" y="8224"/>
                </a:lnTo>
                <a:lnTo>
                  <a:pt x="11972" y="8249"/>
                </a:lnTo>
                <a:lnTo>
                  <a:pt x="11972" y="8273"/>
                </a:lnTo>
                <a:lnTo>
                  <a:pt x="12021" y="8273"/>
                </a:lnTo>
                <a:lnTo>
                  <a:pt x="12532" y="8103"/>
                </a:lnTo>
                <a:lnTo>
                  <a:pt x="12775" y="8030"/>
                </a:lnTo>
                <a:lnTo>
                  <a:pt x="13043" y="7981"/>
                </a:lnTo>
                <a:lnTo>
                  <a:pt x="13213" y="7957"/>
                </a:lnTo>
                <a:lnTo>
                  <a:pt x="13408" y="7957"/>
                </a:lnTo>
                <a:lnTo>
                  <a:pt x="13602" y="7981"/>
                </a:lnTo>
                <a:lnTo>
                  <a:pt x="13797" y="7957"/>
                </a:lnTo>
                <a:lnTo>
                  <a:pt x="14040" y="8224"/>
                </a:lnTo>
                <a:lnTo>
                  <a:pt x="14259" y="8492"/>
                </a:lnTo>
                <a:lnTo>
                  <a:pt x="14259" y="8492"/>
                </a:lnTo>
                <a:lnTo>
                  <a:pt x="14089" y="8468"/>
                </a:lnTo>
                <a:lnTo>
                  <a:pt x="13894" y="8468"/>
                </a:lnTo>
                <a:lnTo>
                  <a:pt x="13529" y="8492"/>
                </a:lnTo>
                <a:lnTo>
                  <a:pt x="13286" y="8541"/>
                </a:lnTo>
                <a:lnTo>
                  <a:pt x="13043" y="8589"/>
                </a:lnTo>
                <a:lnTo>
                  <a:pt x="12799" y="8662"/>
                </a:lnTo>
                <a:lnTo>
                  <a:pt x="12580" y="8784"/>
                </a:lnTo>
                <a:lnTo>
                  <a:pt x="12556" y="8784"/>
                </a:lnTo>
                <a:lnTo>
                  <a:pt x="12556" y="8808"/>
                </a:lnTo>
                <a:lnTo>
                  <a:pt x="12580" y="8833"/>
                </a:lnTo>
                <a:lnTo>
                  <a:pt x="12848" y="8833"/>
                </a:lnTo>
                <a:lnTo>
                  <a:pt x="13067" y="8808"/>
                </a:lnTo>
                <a:lnTo>
                  <a:pt x="13529" y="8760"/>
                </a:lnTo>
                <a:lnTo>
                  <a:pt x="13748" y="8760"/>
                </a:lnTo>
                <a:lnTo>
                  <a:pt x="13992" y="8784"/>
                </a:lnTo>
                <a:lnTo>
                  <a:pt x="14211" y="8784"/>
                </a:lnTo>
                <a:lnTo>
                  <a:pt x="14430" y="8735"/>
                </a:lnTo>
                <a:lnTo>
                  <a:pt x="14551" y="8979"/>
                </a:lnTo>
                <a:lnTo>
                  <a:pt x="14673" y="9222"/>
                </a:lnTo>
                <a:lnTo>
                  <a:pt x="14673" y="9222"/>
                </a:lnTo>
                <a:lnTo>
                  <a:pt x="14576" y="9173"/>
                </a:lnTo>
                <a:lnTo>
                  <a:pt x="14454" y="9149"/>
                </a:lnTo>
                <a:lnTo>
                  <a:pt x="14332" y="9125"/>
                </a:lnTo>
                <a:lnTo>
                  <a:pt x="14186" y="9149"/>
                </a:lnTo>
                <a:lnTo>
                  <a:pt x="13627" y="9222"/>
                </a:lnTo>
                <a:lnTo>
                  <a:pt x="13335" y="9295"/>
                </a:lnTo>
                <a:lnTo>
                  <a:pt x="13213" y="9344"/>
                </a:lnTo>
                <a:lnTo>
                  <a:pt x="13091" y="9417"/>
                </a:lnTo>
                <a:lnTo>
                  <a:pt x="13067" y="9465"/>
                </a:lnTo>
                <a:lnTo>
                  <a:pt x="13116" y="9490"/>
                </a:lnTo>
                <a:lnTo>
                  <a:pt x="13286" y="9538"/>
                </a:lnTo>
                <a:lnTo>
                  <a:pt x="13456" y="9538"/>
                </a:lnTo>
                <a:lnTo>
                  <a:pt x="13821" y="9465"/>
                </a:lnTo>
                <a:lnTo>
                  <a:pt x="14016" y="9441"/>
                </a:lnTo>
                <a:lnTo>
                  <a:pt x="14381" y="9441"/>
                </a:lnTo>
                <a:lnTo>
                  <a:pt x="14551" y="9514"/>
                </a:lnTo>
                <a:lnTo>
                  <a:pt x="14673" y="9514"/>
                </a:lnTo>
                <a:lnTo>
                  <a:pt x="14722" y="9490"/>
                </a:lnTo>
                <a:lnTo>
                  <a:pt x="14746" y="9441"/>
                </a:lnTo>
                <a:lnTo>
                  <a:pt x="14843" y="9782"/>
                </a:lnTo>
                <a:lnTo>
                  <a:pt x="14649" y="9757"/>
                </a:lnTo>
                <a:lnTo>
                  <a:pt x="14454" y="9757"/>
                </a:lnTo>
                <a:lnTo>
                  <a:pt x="14211" y="9782"/>
                </a:lnTo>
                <a:lnTo>
                  <a:pt x="13992" y="9806"/>
                </a:lnTo>
                <a:lnTo>
                  <a:pt x="13773" y="9855"/>
                </a:lnTo>
                <a:lnTo>
                  <a:pt x="13675" y="9903"/>
                </a:lnTo>
                <a:lnTo>
                  <a:pt x="13578" y="9952"/>
                </a:lnTo>
                <a:lnTo>
                  <a:pt x="13554" y="9976"/>
                </a:lnTo>
                <a:lnTo>
                  <a:pt x="13529" y="10025"/>
                </a:lnTo>
                <a:lnTo>
                  <a:pt x="13554" y="10049"/>
                </a:lnTo>
                <a:lnTo>
                  <a:pt x="13578" y="10074"/>
                </a:lnTo>
                <a:lnTo>
                  <a:pt x="13773" y="10098"/>
                </a:lnTo>
                <a:lnTo>
                  <a:pt x="14892" y="10098"/>
                </a:lnTo>
                <a:lnTo>
                  <a:pt x="14916" y="10463"/>
                </a:lnTo>
                <a:lnTo>
                  <a:pt x="14795" y="10414"/>
                </a:lnTo>
                <a:lnTo>
                  <a:pt x="14405" y="10414"/>
                </a:lnTo>
                <a:lnTo>
                  <a:pt x="14065" y="10439"/>
                </a:lnTo>
                <a:lnTo>
                  <a:pt x="13894" y="10487"/>
                </a:lnTo>
                <a:lnTo>
                  <a:pt x="13724" y="10536"/>
                </a:lnTo>
                <a:lnTo>
                  <a:pt x="13700" y="10560"/>
                </a:lnTo>
                <a:lnTo>
                  <a:pt x="13700" y="10585"/>
                </a:lnTo>
                <a:lnTo>
                  <a:pt x="13700" y="10633"/>
                </a:lnTo>
                <a:lnTo>
                  <a:pt x="13724" y="10658"/>
                </a:lnTo>
                <a:lnTo>
                  <a:pt x="13894" y="10706"/>
                </a:lnTo>
                <a:lnTo>
                  <a:pt x="14065" y="10731"/>
                </a:lnTo>
                <a:lnTo>
                  <a:pt x="14405" y="10755"/>
                </a:lnTo>
                <a:lnTo>
                  <a:pt x="14649" y="10755"/>
                </a:lnTo>
                <a:lnTo>
                  <a:pt x="14795" y="10731"/>
                </a:lnTo>
                <a:lnTo>
                  <a:pt x="14916" y="10682"/>
                </a:lnTo>
                <a:lnTo>
                  <a:pt x="14892" y="10779"/>
                </a:lnTo>
                <a:lnTo>
                  <a:pt x="14916" y="10877"/>
                </a:lnTo>
                <a:lnTo>
                  <a:pt x="14965" y="10950"/>
                </a:lnTo>
                <a:lnTo>
                  <a:pt x="15038" y="10998"/>
                </a:lnTo>
                <a:lnTo>
                  <a:pt x="15135" y="11023"/>
                </a:lnTo>
                <a:lnTo>
                  <a:pt x="15233" y="11023"/>
                </a:lnTo>
                <a:lnTo>
                  <a:pt x="15306" y="10998"/>
                </a:lnTo>
                <a:lnTo>
                  <a:pt x="15379" y="10950"/>
                </a:lnTo>
                <a:lnTo>
                  <a:pt x="15403" y="10852"/>
                </a:lnTo>
                <a:lnTo>
                  <a:pt x="15451" y="10439"/>
                </a:lnTo>
                <a:lnTo>
                  <a:pt x="15670" y="10463"/>
                </a:lnTo>
                <a:lnTo>
                  <a:pt x="15914" y="10463"/>
                </a:lnTo>
                <a:lnTo>
                  <a:pt x="16060" y="10487"/>
                </a:lnTo>
                <a:lnTo>
                  <a:pt x="15865" y="10609"/>
                </a:lnTo>
                <a:lnTo>
                  <a:pt x="15695" y="10755"/>
                </a:lnTo>
                <a:lnTo>
                  <a:pt x="15670" y="10804"/>
                </a:lnTo>
                <a:lnTo>
                  <a:pt x="15646" y="10877"/>
                </a:lnTo>
                <a:lnTo>
                  <a:pt x="15646" y="10925"/>
                </a:lnTo>
                <a:lnTo>
                  <a:pt x="15695" y="10974"/>
                </a:lnTo>
                <a:lnTo>
                  <a:pt x="15719" y="11023"/>
                </a:lnTo>
                <a:lnTo>
                  <a:pt x="15768" y="11047"/>
                </a:lnTo>
                <a:lnTo>
                  <a:pt x="15841" y="11047"/>
                </a:lnTo>
                <a:lnTo>
                  <a:pt x="15914" y="11023"/>
                </a:lnTo>
                <a:lnTo>
                  <a:pt x="16133" y="10901"/>
                </a:lnTo>
                <a:lnTo>
                  <a:pt x="16352" y="10779"/>
                </a:lnTo>
                <a:lnTo>
                  <a:pt x="16571" y="10731"/>
                </a:lnTo>
                <a:lnTo>
                  <a:pt x="16814" y="10682"/>
                </a:lnTo>
                <a:lnTo>
                  <a:pt x="17033" y="10779"/>
                </a:lnTo>
                <a:lnTo>
                  <a:pt x="17179" y="10852"/>
                </a:lnTo>
                <a:lnTo>
                  <a:pt x="16814" y="10974"/>
                </a:lnTo>
                <a:lnTo>
                  <a:pt x="16498" y="11096"/>
                </a:lnTo>
                <a:lnTo>
                  <a:pt x="16230" y="11217"/>
                </a:lnTo>
                <a:lnTo>
                  <a:pt x="16060" y="11315"/>
                </a:lnTo>
                <a:lnTo>
                  <a:pt x="16060" y="11339"/>
                </a:lnTo>
                <a:lnTo>
                  <a:pt x="16060" y="11363"/>
                </a:lnTo>
                <a:lnTo>
                  <a:pt x="16084" y="11388"/>
                </a:lnTo>
                <a:lnTo>
                  <a:pt x="16108" y="11388"/>
                </a:lnTo>
                <a:lnTo>
                  <a:pt x="16522" y="11266"/>
                </a:lnTo>
                <a:lnTo>
                  <a:pt x="16936" y="11144"/>
                </a:lnTo>
                <a:lnTo>
                  <a:pt x="17155" y="11096"/>
                </a:lnTo>
                <a:lnTo>
                  <a:pt x="17374" y="11071"/>
                </a:lnTo>
                <a:lnTo>
                  <a:pt x="17447" y="11071"/>
                </a:lnTo>
                <a:lnTo>
                  <a:pt x="17666" y="11290"/>
                </a:lnTo>
                <a:lnTo>
                  <a:pt x="17398" y="11315"/>
                </a:lnTo>
                <a:lnTo>
                  <a:pt x="17179" y="11339"/>
                </a:lnTo>
                <a:lnTo>
                  <a:pt x="16984" y="11412"/>
                </a:lnTo>
                <a:lnTo>
                  <a:pt x="16790" y="11509"/>
                </a:lnTo>
                <a:lnTo>
                  <a:pt x="16619" y="11631"/>
                </a:lnTo>
                <a:lnTo>
                  <a:pt x="16595" y="11655"/>
                </a:lnTo>
                <a:lnTo>
                  <a:pt x="16595" y="11680"/>
                </a:lnTo>
                <a:lnTo>
                  <a:pt x="16619" y="11704"/>
                </a:lnTo>
                <a:lnTo>
                  <a:pt x="16668" y="11704"/>
                </a:lnTo>
                <a:lnTo>
                  <a:pt x="17082" y="11655"/>
                </a:lnTo>
                <a:lnTo>
                  <a:pt x="17276" y="11631"/>
                </a:lnTo>
                <a:lnTo>
                  <a:pt x="17714" y="11631"/>
                </a:lnTo>
                <a:lnTo>
                  <a:pt x="17909" y="11655"/>
                </a:lnTo>
                <a:lnTo>
                  <a:pt x="18031" y="11874"/>
                </a:lnTo>
                <a:lnTo>
                  <a:pt x="18104" y="12069"/>
                </a:lnTo>
                <a:lnTo>
                  <a:pt x="17179" y="12045"/>
                </a:lnTo>
                <a:lnTo>
                  <a:pt x="16157" y="12045"/>
                </a:lnTo>
                <a:lnTo>
                  <a:pt x="13992" y="12069"/>
                </a:lnTo>
                <a:lnTo>
                  <a:pt x="11899" y="12118"/>
                </a:lnTo>
                <a:lnTo>
                  <a:pt x="10171" y="12142"/>
                </a:lnTo>
                <a:lnTo>
                  <a:pt x="5548" y="12142"/>
                </a:lnTo>
                <a:lnTo>
                  <a:pt x="5719" y="11826"/>
                </a:lnTo>
                <a:lnTo>
                  <a:pt x="5889" y="11534"/>
                </a:lnTo>
                <a:lnTo>
                  <a:pt x="5986" y="11388"/>
                </a:lnTo>
                <a:lnTo>
                  <a:pt x="6084" y="11266"/>
                </a:lnTo>
                <a:lnTo>
                  <a:pt x="6205" y="11144"/>
                </a:lnTo>
                <a:lnTo>
                  <a:pt x="6351" y="11023"/>
                </a:lnTo>
                <a:lnTo>
                  <a:pt x="6546" y="10901"/>
                </a:lnTo>
                <a:lnTo>
                  <a:pt x="6765" y="10804"/>
                </a:lnTo>
                <a:lnTo>
                  <a:pt x="6984" y="10731"/>
                </a:lnTo>
                <a:lnTo>
                  <a:pt x="7203" y="10682"/>
                </a:lnTo>
                <a:lnTo>
                  <a:pt x="7665" y="10585"/>
                </a:lnTo>
                <a:lnTo>
                  <a:pt x="8103" y="10512"/>
                </a:lnTo>
                <a:lnTo>
                  <a:pt x="8200" y="10487"/>
                </a:lnTo>
                <a:lnTo>
                  <a:pt x="8273" y="10463"/>
                </a:lnTo>
                <a:lnTo>
                  <a:pt x="8322" y="10390"/>
                </a:lnTo>
                <a:lnTo>
                  <a:pt x="8346" y="10293"/>
                </a:lnTo>
                <a:lnTo>
                  <a:pt x="8371" y="10098"/>
                </a:lnTo>
                <a:lnTo>
                  <a:pt x="8419" y="9928"/>
                </a:lnTo>
                <a:lnTo>
                  <a:pt x="8468" y="9757"/>
                </a:lnTo>
                <a:lnTo>
                  <a:pt x="8541" y="9587"/>
                </a:lnTo>
                <a:lnTo>
                  <a:pt x="8638" y="9417"/>
                </a:lnTo>
                <a:lnTo>
                  <a:pt x="8736" y="9271"/>
                </a:lnTo>
                <a:lnTo>
                  <a:pt x="8979" y="8979"/>
                </a:lnTo>
                <a:lnTo>
                  <a:pt x="9101" y="8906"/>
                </a:lnTo>
                <a:lnTo>
                  <a:pt x="9198" y="8808"/>
                </a:lnTo>
                <a:lnTo>
                  <a:pt x="9441" y="8687"/>
                </a:lnTo>
                <a:lnTo>
                  <a:pt x="9685" y="8541"/>
                </a:lnTo>
                <a:lnTo>
                  <a:pt x="9782" y="8443"/>
                </a:lnTo>
                <a:lnTo>
                  <a:pt x="9879" y="8346"/>
                </a:lnTo>
                <a:lnTo>
                  <a:pt x="9879" y="8297"/>
                </a:lnTo>
                <a:lnTo>
                  <a:pt x="9879" y="8273"/>
                </a:lnTo>
                <a:lnTo>
                  <a:pt x="9855" y="8224"/>
                </a:lnTo>
                <a:lnTo>
                  <a:pt x="9831" y="8200"/>
                </a:lnTo>
                <a:lnTo>
                  <a:pt x="9758" y="8176"/>
                </a:lnTo>
                <a:lnTo>
                  <a:pt x="9660" y="8151"/>
                </a:lnTo>
                <a:lnTo>
                  <a:pt x="9490" y="8151"/>
                </a:lnTo>
                <a:lnTo>
                  <a:pt x="9320" y="8200"/>
                </a:lnTo>
                <a:lnTo>
                  <a:pt x="9149" y="8297"/>
                </a:lnTo>
                <a:lnTo>
                  <a:pt x="8979" y="8395"/>
                </a:lnTo>
                <a:lnTo>
                  <a:pt x="8833" y="8516"/>
                </a:lnTo>
                <a:lnTo>
                  <a:pt x="8565" y="8760"/>
                </a:lnTo>
                <a:lnTo>
                  <a:pt x="8444" y="8906"/>
                </a:lnTo>
                <a:lnTo>
                  <a:pt x="8322" y="9052"/>
                </a:lnTo>
                <a:lnTo>
                  <a:pt x="8225" y="9198"/>
                </a:lnTo>
                <a:lnTo>
                  <a:pt x="8127" y="9368"/>
                </a:lnTo>
                <a:lnTo>
                  <a:pt x="7981" y="9709"/>
                </a:lnTo>
                <a:lnTo>
                  <a:pt x="7908" y="10074"/>
                </a:lnTo>
                <a:lnTo>
                  <a:pt x="7398" y="10171"/>
                </a:lnTo>
                <a:lnTo>
                  <a:pt x="7130" y="10220"/>
                </a:lnTo>
                <a:lnTo>
                  <a:pt x="6887" y="10293"/>
                </a:lnTo>
                <a:lnTo>
                  <a:pt x="6643" y="10366"/>
                </a:lnTo>
                <a:lnTo>
                  <a:pt x="6400" y="10463"/>
                </a:lnTo>
                <a:lnTo>
                  <a:pt x="6181" y="10585"/>
                </a:lnTo>
                <a:lnTo>
                  <a:pt x="5962" y="10731"/>
                </a:lnTo>
                <a:lnTo>
                  <a:pt x="5816" y="10877"/>
                </a:lnTo>
                <a:lnTo>
                  <a:pt x="5670" y="11023"/>
                </a:lnTo>
                <a:lnTo>
                  <a:pt x="5524" y="11193"/>
                </a:lnTo>
                <a:lnTo>
                  <a:pt x="5427" y="11363"/>
                </a:lnTo>
                <a:lnTo>
                  <a:pt x="5329" y="11558"/>
                </a:lnTo>
                <a:lnTo>
                  <a:pt x="5281" y="11753"/>
                </a:lnTo>
                <a:lnTo>
                  <a:pt x="5256" y="11947"/>
                </a:lnTo>
                <a:lnTo>
                  <a:pt x="5305" y="12142"/>
                </a:lnTo>
                <a:lnTo>
                  <a:pt x="2142" y="12142"/>
                </a:lnTo>
                <a:lnTo>
                  <a:pt x="2239" y="11850"/>
                </a:lnTo>
                <a:lnTo>
                  <a:pt x="2336" y="11558"/>
                </a:lnTo>
                <a:lnTo>
                  <a:pt x="2409" y="11266"/>
                </a:lnTo>
                <a:lnTo>
                  <a:pt x="2531" y="10974"/>
                </a:lnTo>
                <a:lnTo>
                  <a:pt x="2726" y="10633"/>
                </a:lnTo>
                <a:lnTo>
                  <a:pt x="2945" y="10341"/>
                </a:lnTo>
                <a:lnTo>
                  <a:pt x="3188" y="10049"/>
                </a:lnTo>
                <a:lnTo>
                  <a:pt x="3456" y="9782"/>
                </a:lnTo>
                <a:lnTo>
                  <a:pt x="3723" y="9563"/>
                </a:lnTo>
                <a:lnTo>
                  <a:pt x="4040" y="9368"/>
                </a:lnTo>
                <a:lnTo>
                  <a:pt x="4429" y="9173"/>
                </a:lnTo>
                <a:lnTo>
                  <a:pt x="4818" y="9003"/>
                </a:lnTo>
                <a:lnTo>
                  <a:pt x="5013" y="8954"/>
                </a:lnTo>
                <a:lnTo>
                  <a:pt x="5208" y="8906"/>
                </a:lnTo>
                <a:lnTo>
                  <a:pt x="5427" y="8881"/>
                </a:lnTo>
                <a:lnTo>
                  <a:pt x="5597" y="8881"/>
                </a:lnTo>
                <a:lnTo>
                  <a:pt x="5792" y="8906"/>
                </a:lnTo>
                <a:lnTo>
                  <a:pt x="5962" y="8954"/>
                </a:lnTo>
                <a:lnTo>
                  <a:pt x="6132" y="9027"/>
                </a:lnTo>
                <a:lnTo>
                  <a:pt x="6278" y="9125"/>
                </a:lnTo>
                <a:lnTo>
                  <a:pt x="6230" y="9368"/>
                </a:lnTo>
                <a:lnTo>
                  <a:pt x="6230" y="9611"/>
                </a:lnTo>
                <a:lnTo>
                  <a:pt x="6254" y="9660"/>
                </a:lnTo>
                <a:lnTo>
                  <a:pt x="6303" y="9709"/>
                </a:lnTo>
                <a:lnTo>
                  <a:pt x="6351" y="9709"/>
                </a:lnTo>
                <a:lnTo>
                  <a:pt x="6400" y="9660"/>
                </a:lnTo>
                <a:lnTo>
                  <a:pt x="6546" y="9368"/>
                </a:lnTo>
                <a:lnTo>
                  <a:pt x="6716" y="9076"/>
                </a:lnTo>
                <a:lnTo>
                  <a:pt x="6887" y="8833"/>
                </a:lnTo>
                <a:lnTo>
                  <a:pt x="7106" y="8589"/>
                </a:lnTo>
                <a:lnTo>
                  <a:pt x="7300" y="8370"/>
                </a:lnTo>
                <a:lnTo>
                  <a:pt x="7543" y="8151"/>
                </a:lnTo>
                <a:lnTo>
                  <a:pt x="7811" y="7957"/>
                </a:lnTo>
                <a:lnTo>
                  <a:pt x="8079" y="7786"/>
                </a:lnTo>
                <a:lnTo>
                  <a:pt x="8444" y="7567"/>
                </a:lnTo>
                <a:lnTo>
                  <a:pt x="8833" y="7397"/>
                </a:lnTo>
                <a:lnTo>
                  <a:pt x="9222" y="7251"/>
                </a:lnTo>
                <a:lnTo>
                  <a:pt x="9612" y="7130"/>
                </a:lnTo>
                <a:lnTo>
                  <a:pt x="10025" y="7057"/>
                </a:lnTo>
                <a:lnTo>
                  <a:pt x="10439" y="6984"/>
                </a:lnTo>
                <a:lnTo>
                  <a:pt x="10853" y="6959"/>
                </a:lnTo>
                <a:close/>
                <a:moveTo>
                  <a:pt x="19758" y="12556"/>
                </a:moveTo>
                <a:lnTo>
                  <a:pt x="19929" y="12604"/>
                </a:lnTo>
                <a:lnTo>
                  <a:pt x="19977" y="12945"/>
                </a:lnTo>
                <a:lnTo>
                  <a:pt x="19904" y="13042"/>
                </a:lnTo>
                <a:lnTo>
                  <a:pt x="19807" y="13140"/>
                </a:lnTo>
                <a:lnTo>
                  <a:pt x="19685" y="13213"/>
                </a:lnTo>
                <a:lnTo>
                  <a:pt x="19564" y="13261"/>
                </a:lnTo>
                <a:lnTo>
                  <a:pt x="19418" y="13286"/>
                </a:lnTo>
                <a:lnTo>
                  <a:pt x="19247" y="13310"/>
                </a:lnTo>
                <a:lnTo>
                  <a:pt x="18931" y="13310"/>
                </a:lnTo>
                <a:lnTo>
                  <a:pt x="18298" y="13286"/>
                </a:lnTo>
                <a:lnTo>
                  <a:pt x="17033" y="13261"/>
                </a:lnTo>
                <a:lnTo>
                  <a:pt x="15792" y="13213"/>
                </a:lnTo>
                <a:lnTo>
                  <a:pt x="14381" y="13164"/>
                </a:lnTo>
                <a:lnTo>
                  <a:pt x="12970" y="13140"/>
                </a:lnTo>
                <a:lnTo>
                  <a:pt x="12970" y="13115"/>
                </a:lnTo>
                <a:lnTo>
                  <a:pt x="12970" y="13067"/>
                </a:lnTo>
                <a:lnTo>
                  <a:pt x="12921" y="13018"/>
                </a:lnTo>
                <a:lnTo>
                  <a:pt x="12872" y="13018"/>
                </a:lnTo>
                <a:lnTo>
                  <a:pt x="12824" y="13067"/>
                </a:lnTo>
                <a:lnTo>
                  <a:pt x="12775" y="13140"/>
                </a:lnTo>
                <a:lnTo>
                  <a:pt x="10585" y="13115"/>
                </a:lnTo>
                <a:lnTo>
                  <a:pt x="7981" y="13115"/>
                </a:lnTo>
                <a:lnTo>
                  <a:pt x="5378" y="13140"/>
                </a:lnTo>
                <a:lnTo>
                  <a:pt x="2847" y="13164"/>
                </a:lnTo>
                <a:lnTo>
                  <a:pt x="1509" y="13188"/>
                </a:lnTo>
                <a:lnTo>
                  <a:pt x="1022" y="13213"/>
                </a:lnTo>
                <a:lnTo>
                  <a:pt x="803" y="13188"/>
                </a:lnTo>
                <a:lnTo>
                  <a:pt x="584" y="13091"/>
                </a:lnTo>
                <a:lnTo>
                  <a:pt x="463" y="12994"/>
                </a:lnTo>
                <a:lnTo>
                  <a:pt x="414" y="12945"/>
                </a:lnTo>
                <a:lnTo>
                  <a:pt x="414" y="12896"/>
                </a:lnTo>
                <a:lnTo>
                  <a:pt x="414" y="12848"/>
                </a:lnTo>
                <a:lnTo>
                  <a:pt x="414" y="12775"/>
                </a:lnTo>
                <a:lnTo>
                  <a:pt x="536" y="12653"/>
                </a:lnTo>
                <a:lnTo>
                  <a:pt x="609" y="12653"/>
                </a:lnTo>
                <a:lnTo>
                  <a:pt x="657" y="12629"/>
                </a:lnTo>
                <a:lnTo>
                  <a:pt x="730" y="12604"/>
                </a:lnTo>
                <a:lnTo>
                  <a:pt x="779" y="12580"/>
                </a:lnTo>
                <a:lnTo>
                  <a:pt x="949" y="12580"/>
                </a:lnTo>
                <a:lnTo>
                  <a:pt x="1241" y="12604"/>
                </a:lnTo>
                <a:lnTo>
                  <a:pt x="7641" y="12604"/>
                </a:lnTo>
                <a:lnTo>
                  <a:pt x="9977" y="12629"/>
                </a:lnTo>
                <a:lnTo>
                  <a:pt x="12848" y="12653"/>
                </a:lnTo>
                <a:lnTo>
                  <a:pt x="16060" y="12653"/>
                </a:lnTo>
                <a:lnTo>
                  <a:pt x="18663" y="12629"/>
                </a:lnTo>
                <a:lnTo>
                  <a:pt x="19466" y="12604"/>
                </a:lnTo>
                <a:lnTo>
                  <a:pt x="19685" y="12580"/>
                </a:lnTo>
                <a:lnTo>
                  <a:pt x="19758" y="12556"/>
                </a:lnTo>
                <a:close/>
                <a:moveTo>
                  <a:pt x="2580" y="13578"/>
                </a:moveTo>
                <a:lnTo>
                  <a:pt x="2458" y="13675"/>
                </a:lnTo>
                <a:lnTo>
                  <a:pt x="2361" y="13797"/>
                </a:lnTo>
                <a:lnTo>
                  <a:pt x="2288" y="13918"/>
                </a:lnTo>
                <a:lnTo>
                  <a:pt x="2215" y="14040"/>
                </a:lnTo>
                <a:lnTo>
                  <a:pt x="2117" y="14259"/>
                </a:lnTo>
                <a:lnTo>
                  <a:pt x="2093" y="14381"/>
                </a:lnTo>
                <a:lnTo>
                  <a:pt x="2093" y="14502"/>
                </a:lnTo>
                <a:lnTo>
                  <a:pt x="1947" y="14259"/>
                </a:lnTo>
                <a:lnTo>
                  <a:pt x="1777" y="14016"/>
                </a:lnTo>
                <a:lnTo>
                  <a:pt x="1582" y="13797"/>
                </a:lnTo>
                <a:lnTo>
                  <a:pt x="1485" y="13699"/>
                </a:lnTo>
                <a:lnTo>
                  <a:pt x="1387" y="13626"/>
                </a:lnTo>
                <a:lnTo>
                  <a:pt x="1971" y="13602"/>
                </a:lnTo>
                <a:lnTo>
                  <a:pt x="2580" y="13578"/>
                </a:lnTo>
                <a:close/>
                <a:moveTo>
                  <a:pt x="12556" y="13505"/>
                </a:moveTo>
                <a:lnTo>
                  <a:pt x="12361" y="13918"/>
                </a:lnTo>
                <a:lnTo>
                  <a:pt x="12167" y="14308"/>
                </a:lnTo>
                <a:lnTo>
                  <a:pt x="12118" y="14502"/>
                </a:lnTo>
                <a:lnTo>
                  <a:pt x="12118" y="14600"/>
                </a:lnTo>
                <a:lnTo>
                  <a:pt x="12118" y="14721"/>
                </a:lnTo>
                <a:lnTo>
                  <a:pt x="12142" y="14746"/>
                </a:lnTo>
                <a:lnTo>
                  <a:pt x="12167" y="14770"/>
                </a:lnTo>
                <a:lnTo>
                  <a:pt x="12240" y="14770"/>
                </a:lnTo>
                <a:lnTo>
                  <a:pt x="12313" y="14697"/>
                </a:lnTo>
                <a:lnTo>
                  <a:pt x="12361" y="14648"/>
                </a:lnTo>
                <a:lnTo>
                  <a:pt x="12459" y="14502"/>
                </a:lnTo>
                <a:lnTo>
                  <a:pt x="12605" y="14162"/>
                </a:lnTo>
                <a:lnTo>
                  <a:pt x="12848" y="13529"/>
                </a:lnTo>
                <a:lnTo>
                  <a:pt x="13335" y="13529"/>
                </a:lnTo>
                <a:lnTo>
                  <a:pt x="13116" y="13845"/>
                </a:lnTo>
                <a:lnTo>
                  <a:pt x="12945" y="14186"/>
                </a:lnTo>
                <a:lnTo>
                  <a:pt x="12848" y="14332"/>
                </a:lnTo>
                <a:lnTo>
                  <a:pt x="12775" y="14527"/>
                </a:lnTo>
                <a:lnTo>
                  <a:pt x="12775" y="14624"/>
                </a:lnTo>
                <a:lnTo>
                  <a:pt x="12775" y="14697"/>
                </a:lnTo>
                <a:lnTo>
                  <a:pt x="12799" y="14794"/>
                </a:lnTo>
                <a:lnTo>
                  <a:pt x="12848" y="14867"/>
                </a:lnTo>
                <a:lnTo>
                  <a:pt x="12897" y="14892"/>
                </a:lnTo>
                <a:lnTo>
                  <a:pt x="12945" y="14892"/>
                </a:lnTo>
                <a:lnTo>
                  <a:pt x="13018" y="14867"/>
                </a:lnTo>
                <a:lnTo>
                  <a:pt x="13067" y="14819"/>
                </a:lnTo>
                <a:lnTo>
                  <a:pt x="13140" y="14697"/>
                </a:lnTo>
                <a:lnTo>
                  <a:pt x="13237" y="14405"/>
                </a:lnTo>
                <a:lnTo>
                  <a:pt x="13408" y="13967"/>
                </a:lnTo>
                <a:lnTo>
                  <a:pt x="13627" y="13529"/>
                </a:lnTo>
                <a:lnTo>
                  <a:pt x="14065" y="13529"/>
                </a:lnTo>
                <a:lnTo>
                  <a:pt x="13846" y="14162"/>
                </a:lnTo>
                <a:lnTo>
                  <a:pt x="13675" y="14478"/>
                </a:lnTo>
                <a:lnTo>
                  <a:pt x="13627" y="14648"/>
                </a:lnTo>
                <a:lnTo>
                  <a:pt x="13602" y="14746"/>
                </a:lnTo>
                <a:lnTo>
                  <a:pt x="13602" y="14819"/>
                </a:lnTo>
                <a:lnTo>
                  <a:pt x="13627" y="14867"/>
                </a:lnTo>
                <a:lnTo>
                  <a:pt x="13651" y="14916"/>
                </a:lnTo>
                <a:lnTo>
                  <a:pt x="13748" y="14916"/>
                </a:lnTo>
                <a:lnTo>
                  <a:pt x="13821" y="14867"/>
                </a:lnTo>
                <a:lnTo>
                  <a:pt x="13894" y="14794"/>
                </a:lnTo>
                <a:lnTo>
                  <a:pt x="13992" y="14648"/>
                </a:lnTo>
                <a:lnTo>
                  <a:pt x="14065" y="14502"/>
                </a:lnTo>
                <a:lnTo>
                  <a:pt x="14113" y="14332"/>
                </a:lnTo>
                <a:lnTo>
                  <a:pt x="14259" y="13943"/>
                </a:lnTo>
                <a:lnTo>
                  <a:pt x="14357" y="13529"/>
                </a:lnTo>
                <a:lnTo>
                  <a:pt x="14795" y="13529"/>
                </a:lnTo>
                <a:lnTo>
                  <a:pt x="14503" y="14064"/>
                </a:lnTo>
                <a:lnTo>
                  <a:pt x="14357" y="14332"/>
                </a:lnTo>
                <a:lnTo>
                  <a:pt x="14308" y="14478"/>
                </a:lnTo>
                <a:lnTo>
                  <a:pt x="14308" y="14648"/>
                </a:lnTo>
                <a:lnTo>
                  <a:pt x="14308" y="14673"/>
                </a:lnTo>
                <a:lnTo>
                  <a:pt x="14357" y="14721"/>
                </a:lnTo>
                <a:lnTo>
                  <a:pt x="14430" y="14721"/>
                </a:lnTo>
                <a:lnTo>
                  <a:pt x="14551" y="14624"/>
                </a:lnTo>
                <a:lnTo>
                  <a:pt x="14624" y="14478"/>
                </a:lnTo>
                <a:lnTo>
                  <a:pt x="14770" y="14210"/>
                </a:lnTo>
                <a:lnTo>
                  <a:pt x="14892" y="13870"/>
                </a:lnTo>
                <a:lnTo>
                  <a:pt x="15038" y="13529"/>
                </a:lnTo>
                <a:lnTo>
                  <a:pt x="15427" y="13553"/>
                </a:lnTo>
                <a:lnTo>
                  <a:pt x="15233" y="13797"/>
                </a:lnTo>
                <a:lnTo>
                  <a:pt x="15038" y="14089"/>
                </a:lnTo>
                <a:lnTo>
                  <a:pt x="14916" y="14308"/>
                </a:lnTo>
                <a:lnTo>
                  <a:pt x="14868" y="14454"/>
                </a:lnTo>
                <a:lnTo>
                  <a:pt x="14868" y="14575"/>
                </a:lnTo>
                <a:lnTo>
                  <a:pt x="14868" y="14624"/>
                </a:lnTo>
                <a:lnTo>
                  <a:pt x="14916" y="14648"/>
                </a:lnTo>
                <a:lnTo>
                  <a:pt x="14989" y="14648"/>
                </a:lnTo>
                <a:lnTo>
                  <a:pt x="15062" y="14600"/>
                </a:lnTo>
                <a:lnTo>
                  <a:pt x="15111" y="14551"/>
                </a:lnTo>
                <a:lnTo>
                  <a:pt x="15184" y="14429"/>
                </a:lnTo>
                <a:lnTo>
                  <a:pt x="15306" y="14137"/>
                </a:lnTo>
                <a:lnTo>
                  <a:pt x="15403" y="13845"/>
                </a:lnTo>
                <a:lnTo>
                  <a:pt x="15500" y="13553"/>
                </a:lnTo>
                <a:lnTo>
                  <a:pt x="16108" y="13553"/>
                </a:lnTo>
                <a:lnTo>
                  <a:pt x="16060" y="13578"/>
                </a:lnTo>
                <a:lnTo>
                  <a:pt x="15865" y="13797"/>
                </a:lnTo>
                <a:lnTo>
                  <a:pt x="15695" y="14064"/>
                </a:lnTo>
                <a:lnTo>
                  <a:pt x="15622" y="14186"/>
                </a:lnTo>
                <a:lnTo>
                  <a:pt x="15549" y="14308"/>
                </a:lnTo>
                <a:lnTo>
                  <a:pt x="15524" y="14454"/>
                </a:lnTo>
                <a:lnTo>
                  <a:pt x="15524" y="14527"/>
                </a:lnTo>
                <a:lnTo>
                  <a:pt x="15549" y="14575"/>
                </a:lnTo>
                <a:lnTo>
                  <a:pt x="15573" y="14600"/>
                </a:lnTo>
                <a:lnTo>
                  <a:pt x="15622" y="14624"/>
                </a:lnTo>
                <a:lnTo>
                  <a:pt x="15695" y="14624"/>
                </a:lnTo>
                <a:lnTo>
                  <a:pt x="15743" y="14575"/>
                </a:lnTo>
                <a:lnTo>
                  <a:pt x="15768" y="14551"/>
                </a:lnTo>
                <a:lnTo>
                  <a:pt x="15841" y="14429"/>
                </a:lnTo>
                <a:lnTo>
                  <a:pt x="15914" y="14210"/>
                </a:lnTo>
                <a:lnTo>
                  <a:pt x="16011" y="13943"/>
                </a:lnTo>
                <a:lnTo>
                  <a:pt x="16157" y="13675"/>
                </a:lnTo>
                <a:lnTo>
                  <a:pt x="16157" y="13602"/>
                </a:lnTo>
                <a:lnTo>
                  <a:pt x="16133" y="13578"/>
                </a:lnTo>
                <a:lnTo>
                  <a:pt x="16108" y="13553"/>
                </a:lnTo>
                <a:lnTo>
                  <a:pt x="16668" y="13553"/>
                </a:lnTo>
                <a:lnTo>
                  <a:pt x="16522" y="13748"/>
                </a:lnTo>
                <a:lnTo>
                  <a:pt x="16376" y="13967"/>
                </a:lnTo>
                <a:lnTo>
                  <a:pt x="16254" y="14113"/>
                </a:lnTo>
                <a:lnTo>
                  <a:pt x="16157" y="14308"/>
                </a:lnTo>
                <a:lnTo>
                  <a:pt x="16108" y="14381"/>
                </a:lnTo>
                <a:lnTo>
                  <a:pt x="16084" y="14478"/>
                </a:lnTo>
                <a:lnTo>
                  <a:pt x="16060" y="14575"/>
                </a:lnTo>
                <a:lnTo>
                  <a:pt x="16084" y="14673"/>
                </a:lnTo>
                <a:lnTo>
                  <a:pt x="16108" y="14697"/>
                </a:lnTo>
                <a:lnTo>
                  <a:pt x="16133" y="14721"/>
                </a:lnTo>
                <a:lnTo>
                  <a:pt x="16181" y="14746"/>
                </a:lnTo>
                <a:lnTo>
                  <a:pt x="16230" y="14746"/>
                </a:lnTo>
                <a:lnTo>
                  <a:pt x="16303" y="14721"/>
                </a:lnTo>
                <a:lnTo>
                  <a:pt x="16376" y="14673"/>
                </a:lnTo>
                <a:lnTo>
                  <a:pt x="16473" y="14551"/>
                </a:lnTo>
                <a:lnTo>
                  <a:pt x="16644" y="14235"/>
                </a:lnTo>
                <a:lnTo>
                  <a:pt x="16814" y="13894"/>
                </a:lnTo>
                <a:lnTo>
                  <a:pt x="16887" y="13724"/>
                </a:lnTo>
                <a:lnTo>
                  <a:pt x="16960" y="13553"/>
                </a:lnTo>
                <a:lnTo>
                  <a:pt x="17398" y="13553"/>
                </a:lnTo>
                <a:lnTo>
                  <a:pt x="17325" y="13675"/>
                </a:lnTo>
                <a:lnTo>
                  <a:pt x="17252" y="13797"/>
                </a:lnTo>
                <a:lnTo>
                  <a:pt x="17106" y="14040"/>
                </a:lnTo>
                <a:lnTo>
                  <a:pt x="17033" y="14186"/>
                </a:lnTo>
                <a:lnTo>
                  <a:pt x="16960" y="14332"/>
                </a:lnTo>
                <a:lnTo>
                  <a:pt x="16936" y="14429"/>
                </a:lnTo>
                <a:lnTo>
                  <a:pt x="16911" y="14502"/>
                </a:lnTo>
                <a:lnTo>
                  <a:pt x="16936" y="14575"/>
                </a:lnTo>
                <a:lnTo>
                  <a:pt x="16960" y="14648"/>
                </a:lnTo>
                <a:lnTo>
                  <a:pt x="17009" y="14697"/>
                </a:lnTo>
                <a:lnTo>
                  <a:pt x="17082" y="14697"/>
                </a:lnTo>
                <a:lnTo>
                  <a:pt x="17155" y="14673"/>
                </a:lnTo>
                <a:lnTo>
                  <a:pt x="17203" y="14624"/>
                </a:lnTo>
                <a:lnTo>
                  <a:pt x="17252" y="14575"/>
                </a:lnTo>
                <a:lnTo>
                  <a:pt x="17301" y="14502"/>
                </a:lnTo>
                <a:lnTo>
                  <a:pt x="17374" y="14332"/>
                </a:lnTo>
                <a:lnTo>
                  <a:pt x="17422" y="14162"/>
                </a:lnTo>
                <a:lnTo>
                  <a:pt x="17544" y="13870"/>
                </a:lnTo>
                <a:lnTo>
                  <a:pt x="17593" y="13724"/>
                </a:lnTo>
                <a:lnTo>
                  <a:pt x="17617" y="13578"/>
                </a:lnTo>
                <a:lnTo>
                  <a:pt x="18371" y="13578"/>
                </a:lnTo>
                <a:lnTo>
                  <a:pt x="18201" y="13797"/>
                </a:lnTo>
                <a:lnTo>
                  <a:pt x="18055" y="14016"/>
                </a:lnTo>
                <a:lnTo>
                  <a:pt x="17812" y="14259"/>
                </a:lnTo>
                <a:lnTo>
                  <a:pt x="17714" y="14381"/>
                </a:lnTo>
                <a:lnTo>
                  <a:pt x="17690" y="14454"/>
                </a:lnTo>
                <a:lnTo>
                  <a:pt x="17666" y="14551"/>
                </a:lnTo>
                <a:lnTo>
                  <a:pt x="17666" y="14575"/>
                </a:lnTo>
                <a:lnTo>
                  <a:pt x="17690" y="14624"/>
                </a:lnTo>
                <a:lnTo>
                  <a:pt x="17739" y="14648"/>
                </a:lnTo>
                <a:lnTo>
                  <a:pt x="17763" y="14648"/>
                </a:lnTo>
                <a:lnTo>
                  <a:pt x="17860" y="14624"/>
                </a:lnTo>
                <a:lnTo>
                  <a:pt x="17933" y="14575"/>
                </a:lnTo>
                <a:lnTo>
                  <a:pt x="18055" y="14478"/>
                </a:lnTo>
                <a:lnTo>
                  <a:pt x="18177" y="14332"/>
                </a:lnTo>
                <a:lnTo>
                  <a:pt x="18274" y="14186"/>
                </a:lnTo>
                <a:lnTo>
                  <a:pt x="18420" y="13894"/>
                </a:lnTo>
                <a:lnTo>
                  <a:pt x="18566" y="13602"/>
                </a:lnTo>
                <a:lnTo>
                  <a:pt x="19028" y="13602"/>
                </a:lnTo>
                <a:lnTo>
                  <a:pt x="18907" y="13724"/>
                </a:lnTo>
                <a:lnTo>
                  <a:pt x="18809" y="13845"/>
                </a:lnTo>
                <a:lnTo>
                  <a:pt x="18615" y="14137"/>
                </a:lnTo>
                <a:lnTo>
                  <a:pt x="18274" y="14721"/>
                </a:lnTo>
                <a:lnTo>
                  <a:pt x="17787" y="15451"/>
                </a:lnTo>
                <a:lnTo>
                  <a:pt x="17276" y="16205"/>
                </a:lnTo>
                <a:lnTo>
                  <a:pt x="16425" y="16327"/>
                </a:lnTo>
                <a:lnTo>
                  <a:pt x="15549" y="16400"/>
                </a:lnTo>
                <a:lnTo>
                  <a:pt x="14673" y="16449"/>
                </a:lnTo>
                <a:lnTo>
                  <a:pt x="13773" y="16473"/>
                </a:lnTo>
                <a:lnTo>
                  <a:pt x="10244" y="16473"/>
                </a:lnTo>
                <a:lnTo>
                  <a:pt x="6619" y="16522"/>
                </a:lnTo>
                <a:lnTo>
                  <a:pt x="5816" y="16522"/>
                </a:lnTo>
                <a:lnTo>
                  <a:pt x="4989" y="16497"/>
                </a:lnTo>
                <a:lnTo>
                  <a:pt x="4161" y="16522"/>
                </a:lnTo>
                <a:lnTo>
                  <a:pt x="3772" y="16546"/>
                </a:lnTo>
                <a:lnTo>
                  <a:pt x="3358" y="16570"/>
                </a:lnTo>
                <a:lnTo>
                  <a:pt x="3334" y="16497"/>
                </a:lnTo>
                <a:lnTo>
                  <a:pt x="2774" y="15573"/>
                </a:lnTo>
                <a:lnTo>
                  <a:pt x="2190" y="14673"/>
                </a:lnTo>
                <a:lnTo>
                  <a:pt x="2166" y="14600"/>
                </a:lnTo>
                <a:lnTo>
                  <a:pt x="2190" y="14624"/>
                </a:lnTo>
                <a:lnTo>
                  <a:pt x="2215" y="14600"/>
                </a:lnTo>
                <a:lnTo>
                  <a:pt x="2288" y="14527"/>
                </a:lnTo>
                <a:lnTo>
                  <a:pt x="2361" y="14429"/>
                </a:lnTo>
                <a:lnTo>
                  <a:pt x="2409" y="14186"/>
                </a:lnTo>
                <a:lnTo>
                  <a:pt x="2507" y="13894"/>
                </a:lnTo>
                <a:lnTo>
                  <a:pt x="2628" y="13602"/>
                </a:lnTo>
                <a:lnTo>
                  <a:pt x="2628" y="13578"/>
                </a:lnTo>
                <a:lnTo>
                  <a:pt x="2653" y="13578"/>
                </a:lnTo>
                <a:lnTo>
                  <a:pt x="3407" y="13553"/>
                </a:lnTo>
                <a:lnTo>
                  <a:pt x="3091" y="13991"/>
                </a:lnTo>
                <a:lnTo>
                  <a:pt x="2872" y="14332"/>
                </a:lnTo>
                <a:lnTo>
                  <a:pt x="2774" y="14502"/>
                </a:lnTo>
                <a:lnTo>
                  <a:pt x="2701" y="14697"/>
                </a:lnTo>
                <a:lnTo>
                  <a:pt x="2701" y="14746"/>
                </a:lnTo>
                <a:lnTo>
                  <a:pt x="2726" y="14770"/>
                </a:lnTo>
                <a:lnTo>
                  <a:pt x="2774" y="14770"/>
                </a:lnTo>
                <a:lnTo>
                  <a:pt x="2920" y="14648"/>
                </a:lnTo>
                <a:lnTo>
                  <a:pt x="3018" y="14502"/>
                </a:lnTo>
                <a:lnTo>
                  <a:pt x="3212" y="14186"/>
                </a:lnTo>
                <a:lnTo>
                  <a:pt x="3553" y="13553"/>
                </a:lnTo>
                <a:lnTo>
                  <a:pt x="4161" y="13553"/>
                </a:lnTo>
                <a:lnTo>
                  <a:pt x="3918" y="13845"/>
                </a:lnTo>
                <a:lnTo>
                  <a:pt x="3699" y="14162"/>
                </a:lnTo>
                <a:lnTo>
                  <a:pt x="3602" y="14332"/>
                </a:lnTo>
                <a:lnTo>
                  <a:pt x="3504" y="14527"/>
                </a:lnTo>
                <a:lnTo>
                  <a:pt x="3480" y="14624"/>
                </a:lnTo>
                <a:lnTo>
                  <a:pt x="3456" y="14721"/>
                </a:lnTo>
                <a:lnTo>
                  <a:pt x="3456" y="14819"/>
                </a:lnTo>
                <a:lnTo>
                  <a:pt x="3504" y="14916"/>
                </a:lnTo>
                <a:lnTo>
                  <a:pt x="3553" y="14940"/>
                </a:lnTo>
                <a:lnTo>
                  <a:pt x="3602" y="14965"/>
                </a:lnTo>
                <a:lnTo>
                  <a:pt x="3675" y="14916"/>
                </a:lnTo>
                <a:lnTo>
                  <a:pt x="3748" y="14843"/>
                </a:lnTo>
                <a:lnTo>
                  <a:pt x="3796" y="14770"/>
                </a:lnTo>
                <a:lnTo>
                  <a:pt x="3845" y="14697"/>
                </a:lnTo>
                <a:lnTo>
                  <a:pt x="3991" y="14332"/>
                </a:lnTo>
                <a:lnTo>
                  <a:pt x="4210" y="13943"/>
                </a:lnTo>
                <a:lnTo>
                  <a:pt x="4429" y="13553"/>
                </a:lnTo>
                <a:lnTo>
                  <a:pt x="5281" y="13529"/>
                </a:lnTo>
                <a:lnTo>
                  <a:pt x="5062" y="13821"/>
                </a:lnTo>
                <a:lnTo>
                  <a:pt x="4989" y="13967"/>
                </a:lnTo>
                <a:lnTo>
                  <a:pt x="4916" y="14113"/>
                </a:lnTo>
                <a:lnTo>
                  <a:pt x="4867" y="14259"/>
                </a:lnTo>
                <a:lnTo>
                  <a:pt x="4867" y="14332"/>
                </a:lnTo>
                <a:lnTo>
                  <a:pt x="4891" y="14405"/>
                </a:lnTo>
                <a:lnTo>
                  <a:pt x="4940" y="14429"/>
                </a:lnTo>
                <a:lnTo>
                  <a:pt x="4989" y="14429"/>
                </a:lnTo>
                <a:lnTo>
                  <a:pt x="5037" y="14405"/>
                </a:lnTo>
                <a:lnTo>
                  <a:pt x="5086" y="14356"/>
                </a:lnTo>
                <a:lnTo>
                  <a:pt x="5135" y="14235"/>
                </a:lnTo>
                <a:lnTo>
                  <a:pt x="5232" y="14016"/>
                </a:lnTo>
                <a:lnTo>
                  <a:pt x="5378" y="13748"/>
                </a:lnTo>
                <a:lnTo>
                  <a:pt x="5548" y="13529"/>
                </a:lnTo>
                <a:lnTo>
                  <a:pt x="6011" y="13529"/>
                </a:lnTo>
                <a:lnTo>
                  <a:pt x="5913" y="13553"/>
                </a:lnTo>
                <a:lnTo>
                  <a:pt x="5840" y="13602"/>
                </a:lnTo>
                <a:lnTo>
                  <a:pt x="5719" y="13748"/>
                </a:lnTo>
                <a:lnTo>
                  <a:pt x="5597" y="13894"/>
                </a:lnTo>
                <a:lnTo>
                  <a:pt x="5500" y="14040"/>
                </a:lnTo>
                <a:lnTo>
                  <a:pt x="5402" y="14235"/>
                </a:lnTo>
                <a:lnTo>
                  <a:pt x="5281" y="14454"/>
                </a:lnTo>
                <a:lnTo>
                  <a:pt x="5232" y="14575"/>
                </a:lnTo>
                <a:lnTo>
                  <a:pt x="5208" y="14673"/>
                </a:lnTo>
                <a:lnTo>
                  <a:pt x="5208" y="14794"/>
                </a:lnTo>
                <a:lnTo>
                  <a:pt x="5208" y="14892"/>
                </a:lnTo>
                <a:lnTo>
                  <a:pt x="5256" y="14940"/>
                </a:lnTo>
                <a:lnTo>
                  <a:pt x="5305" y="14989"/>
                </a:lnTo>
                <a:lnTo>
                  <a:pt x="5354" y="14989"/>
                </a:lnTo>
                <a:lnTo>
                  <a:pt x="5427" y="14965"/>
                </a:lnTo>
                <a:lnTo>
                  <a:pt x="5475" y="14916"/>
                </a:lnTo>
                <a:lnTo>
                  <a:pt x="5548" y="14843"/>
                </a:lnTo>
                <a:lnTo>
                  <a:pt x="5621" y="14673"/>
                </a:lnTo>
                <a:lnTo>
                  <a:pt x="5694" y="14478"/>
                </a:lnTo>
                <a:lnTo>
                  <a:pt x="5767" y="14308"/>
                </a:lnTo>
                <a:lnTo>
                  <a:pt x="5962" y="13943"/>
                </a:lnTo>
                <a:lnTo>
                  <a:pt x="6059" y="13748"/>
                </a:lnTo>
                <a:lnTo>
                  <a:pt x="6084" y="13651"/>
                </a:lnTo>
                <a:lnTo>
                  <a:pt x="6084" y="13553"/>
                </a:lnTo>
                <a:lnTo>
                  <a:pt x="6084" y="13529"/>
                </a:lnTo>
                <a:lnTo>
                  <a:pt x="6668" y="13529"/>
                </a:lnTo>
                <a:lnTo>
                  <a:pt x="6522" y="13724"/>
                </a:lnTo>
                <a:lnTo>
                  <a:pt x="6351" y="13918"/>
                </a:lnTo>
                <a:lnTo>
                  <a:pt x="6181" y="14162"/>
                </a:lnTo>
                <a:lnTo>
                  <a:pt x="6132" y="14308"/>
                </a:lnTo>
                <a:lnTo>
                  <a:pt x="6108" y="14429"/>
                </a:lnTo>
                <a:lnTo>
                  <a:pt x="6132" y="14478"/>
                </a:lnTo>
                <a:lnTo>
                  <a:pt x="6157" y="14502"/>
                </a:lnTo>
                <a:lnTo>
                  <a:pt x="6205" y="14502"/>
                </a:lnTo>
                <a:lnTo>
                  <a:pt x="6327" y="14429"/>
                </a:lnTo>
                <a:lnTo>
                  <a:pt x="6400" y="14332"/>
                </a:lnTo>
                <a:lnTo>
                  <a:pt x="6522" y="14113"/>
                </a:lnTo>
                <a:lnTo>
                  <a:pt x="6668" y="13821"/>
                </a:lnTo>
                <a:lnTo>
                  <a:pt x="6789" y="13505"/>
                </a:lnTo>
                <a:lnTo>
                  <a:pt x="7179" y="13505"/>
                </a:lnTo>
                <a:lnTo>
                  <a:pt x="6984" y="13821"/>
                </a:lnTo>
                <a:lnTo>
                  <a:pt x="6814" y="14137"/>
                </a:lnTo>
                <a:lnTo>
                  <a:pt x="6741" y="14283"/>
                </a:lnTo>
                <a:lnTo>
                  <a:pt x="6692" y="14429"/>
                </a:lnTo>
                <a:lnTo>
                  <a:pt x="6692" y="14502"/>
                </a:lnTo>
                <a:lnTo>
                  <a:pt x="6692" y="14575"/>
                </a:lnTo>
                <a:lnTo>
                  <a:pt x="6716" y="14624"/>
                </a:lnTo>
                <a:lnTo>
                  <a:pt x="6765" y="14697"/>
                </a:lnTo>
                <a:lnTo>
                  <a:pt x="6789" y="14721"/>
                </a:lnTo>
                <a:lnTo>
                  <a:pt x="6838" y="14721"/>
                </a:lnTo>
                <a:lnTo>
                  <a:pt x="6911" y="14697"/>
                </a:lnTo>
                <a:lnTo>
                  <a:pt x="6960" y="14648"/>
                </a:lnTo>
                <a:lnTo>
                  <a:pt x="7033" y="14551"/>
                </a:lnTo>
                <a:lnTo>
                  <a:pt x="7106" y="14283"/>
                </a:lnTo>
                <a:lnTo>
                  <a:pt x="7227" y="13894"/>
                </a:lnTo>
                <a:lnTo>
                  <a:pt x="7373" y="13505"/>
                </a:lnTo>
                <a:lnTo>
                  <a:pt x="7762" y="13505"/>
                </a:lnTo>
                <a:lnTo>
                  <a:pt x="7592" y="13845"/>
                </a:lnTo>
                <a:lnTo>
                  <a:pt x="7422" y="14210"/>
                </a:lnTo>
                <a:lnTo>
                  <a:pt x="7276" y="14551"/>
                </a:lnTo>
                <a:lnTo>
                  <a:pt x="7227" y="14721"/>
                </a:lnTo>
                <a:lnTo>
                  <a:pt x="7227" y="14819"/>
                </a:lnTo>
                <a:lnTo>
                  <a:pt x="7227" y="14916"/>
                </a:lnTo>
                <a:lnTo>
                  <a:pt x="7252" y="14940"/>
                </a:lnTo>
                <a:lnTo>
                  <a:pt x="7276" y="14965"/>
                </a:lnTo>
                <a:lnTo>
                  <a:pt x="7349" y="14965"/>
                </a:lnTo>
                <a:lnTo>
                  <a:pt x="7422" y="14916"/>
                </a:lnTo>
                <a:lnTo>
                  <a:pt x="7495" y="14843"/>
                </a:lnTo>
                <a:lnTo>
                  <a:pt x="7592" y="14697"/>
                </a:lnTo>
                <a:lnTo>
                  <a:pt x="7714" y="14381"/>
                </a:lnTo>
                <a:lnTo>
                  <a:pt x="7908" y="13967"/>
                </a:lnTo>
                <a:lnTo>
                  <a:pt x="7981" y="13748"/>
                </a:lnTo>
                <a:lnTo>
                  <a:pt x="8054" y="13529"/>
                </a:lnTo>
                <a:lnTo>
                  <a:pt x="8054" y="13505"/>
                </a:lnTo>
                <a:lnTo>
                  <a:pt x="8614" y="13505"/>
                </a:lnTo>
                <a:lnTo>
                  <a:pt x="8346" y="13991"/>
                </a:lnTo>
                <a:lnTo>
                  <a:pt x="8152" y="14308"/>
                </a:lnTo>
                <a:lnTo>
                  <a:pt x="8079" y="14478"/>
                </a:lnTo>
                <a:lnTo>
                  <a:pt x="8054" y="14575"/>
                </a:lnTo>
                <a:lnTo>
                  <a:pt x="8054" y="14673"/>
                </a:lnTo>
                <a:lnTo>
                  <a:pt x="8054" y="14697"/>
                </a:lnTo>
                <a:lnTo>
                  <a:pt x="8079" y="14721"/>
                </a:lnTo>
                <a:lnTo>
                  <a:pt x="8152" y="14721"/>
                </a:lnTo>
                <a:lnTo>
                  <a:pt x="8273" y="14624"/>
                </a:lnTo>
                <a:lnTo>
                  <a:pt x="8371" y="14502"/>
                </a:lnTo>
                <a:lnTo>
                  <a:pt x="8517" y="14210"/>
                </a:lnTo>
                <a:lnTo>
                  <a:pt x="8882" y="13505"/>
                </a:lnTo>
                <a:lnTo>
                  <a:pt x="9198" y="13505"/>
                </a:lnTo>
                <a:lnTo>
                  <a:pt x="8979" y="13821"/>
                </a:lnTo>
                <a:lnTo>
                  <a:pt x="8784" y="14162"/>
                </a:lnTo>
                <a:lnTo>
                  <a:pt x="8687" y="14332"/>
                </a:lnTo>
                <a:lnTo>
                  <a:pt x="8590" y="14527"/>
                </a:lnTo>
                <a:lnTo>
                  <a:pt x="8517" y="14721"/>
                </a:lnTo>
                <a:lnTo>
                  <a:pt x="8517" y="14819"/>
                </a:lnTo>
                <a:lnTo>
                  <a:pt x="8517" y="14916"/>
                </a:lnTo>
                <a:lnTo>
                  <a:pt x="8541" y="14965"/>
                </a:lnTo>
                <a:lnTo>
                  <a:pt x="8590" y="14989"/>
                </a:lnTo>
                <a:lnTo>
                  <a:pt x="8638" y="14989"/>
                </a:lnTo>
                <a:lnTo>
                  <a:pt x="8687" y="14965"/>
                </a:lnTo>
                <a:lnTo>
                  <a:pt x="8760" y="14916"/>
                </a:lnTo>
                <a:lnTo>
                  <a:pt x="8809" y="14843"/>
                </a:lnTo>
                <a:lnTo>
                  <a:pt x="8906" y="14673"/>
                </a:lnTo>
                <a:lnTo>
                  <a:pt x="9052" y="14308"/>
                </a:lnTo>
                <a:lnTo>
                  <a:pt x="9271" y="13894"/>
                </a:lnTo>
                <a:lnTo>
                  <a:pt x="9514" y="13505"/>
                </a:lnTo>
                <a:lnTo>
                  <a:pt x="9855" y="13505"/>
                </a:lnTo>
                <a:lnTo>
                  <a:pt x="9514" y="14064"/>
                </a:lnTo>
                <a:lnTo>
                  <a:pt x="9320" y="14405"/>
                </a:lnTo>
                <a:lnTo>
                  <a:pt x="9247" y="14575"/>
                </a:lnTo>
                <a:lnTo>
                  <a:pt x="9222" y="14673"/>
                </a:lnTo>
                <a:lnTo>
                  <a:pt x="9222" y="14770"/>
                </a:lnTo>
                <a:lnTo>
                  <a:pt x="9247" y="14819"/>
                </a:lnTo>
                <a:lnTo>
                  <a:pt x="9271" y="14843"/>
                </a:lnTo>
                <a:lnTo>
                  <a:pt x="9320" y="14867"/>
                </a:lnTo>
                <a:lnTo>
                  <a:pt x="9368" y="14843"/>
                </a:lnTo>
                <a:lnTo>
                  <a:pt x="9514" y="14746"/>
                </a:lnTo>
                <a:lnTo>
                  <a:pt x="9612" y="14624"/>
                </a:lnTo>
                <a:lnTo>
                  <a:pt x="9782" y="14332"/>
                </a:lnTo>
                <a:lnTo>
                  <a:pt x="10196" y="13505"/>
                </a:lnTo>
                <a:lnTo>
                  <a:pt x="10293" y="13505"/>
                </a:lnTo>
                <a:lnTo>
                  <a:pt x="9977" y="14137"/>
                </a:lnTo>
                <a:lnTo>
                  <a:pt x="9758" y="14478"/>
                </a:lnTo>
                <a:lnTo>
                  <a:pt x="9685" y="14673"/>
                </a:lnTo>
                <a:lnTo>
                  <a:pt x="9660" y="14770"/>
                </a:lnTo>
                <a:lnTo>
                  <a:pt x="9660" y="14867"/>
                </a:lnTo>
                <a:lnTo>
                  <a:pt x="9660" y="14916"/>
                </a:lnTo>
                <a:lnTo>
                  <a:pt x="9709" y="14940"/>
                </a:lnTo>
                <a:lnTo>
                  <a:pt x="9758" y="14965"/>
                </a:lnTo>
                <a:lnTo>
                  <a:pt x="9806" y="14965"/>
                </a:lnTo>
                <a:lnTo>
                  <a:pt x="9904" y="14916"/>
                </a:lnTo>
                <a:lnTo>
                  <a:pt x="9977" y="14867"/>
                </a:lnTo>
                <a:lnTo>
                  <a:pt x="10098" y="14697"/>
                </a:lnTo>
                <a:lnTo>
                  <a:pt x="10220" y="14527"/>
                </a:lnTo>
                <a:lnTo>
                  <a:pt x="10293" y="14332"/>
                </a:lnTo>
                <a:lnTo>
                  <a:pt x="10390" y="14137"/>
                </a:lnTo>
                <a:lnTo>
                  <a:pt x="10488" y="13943"/>
                </a:lnTo>
                <a:lnTo>
                  <a:pt x="10634" y="13505"/>
                </a:lnTo>
                <a:lnTo>
                  <a:pt x="11023" y="13505"/>
                </a:lnTo>
                <a:lnTo>
                  <a:pt x="10974" y="13553"/>
                </a:lnTo>
                <a:lnTo>
                  <a:pt x="10926" y="13626"/>
                </a:lnTo>
                <a:lnTo>
                  <a:pt x="10828" y="13797"/>
                </a:lnTo>
                <a:lnTo>
                  <a:pt x="10707" y="14113"/>
                </a:lnTo>
                <a:lnTo>
                  <a:pt x="10634" y="14259"/>
                </a:lnTo>
                <a:lnTo>
                  <a:pt x="10585" y="14478"/>
                </a:lnTo>
                <a:lnTo>
                  <a:pt x="10561" y="14600"/>
                </a:lnTo>
                <a:lnTo>
                  <a:pt x="10585" y="14673"/>
                </a:lnTo>
                <a:lnTo>
                  <a:pt x="10634" y="14746"/>
                </a:lnTo>
                <a:lnTo>
                  <a:pt x="10731" y="14770"/>
                </a:lnTo>
                <a:lnTo>
                  <a:pt x="10828" y="14746"/>
                </a:lnTo>
                <a:lnTo>
                  <a:pt x="10926" y="14673"/>
                </a:lnTo>
                <a:lnTo>
                  <a:pt x="10999" y="14575"/>
                </a:lnTo>
                <a:lnTo>
                  <a:pt x="11047" y="14478"/>
                </a:lnTo>
                <a:lnTo>
                  <a:pt x="11120" y="14235"/>
                </a:lnTo>
                <a:lnTo>
                  <a:pt x="11169" y="14040"/>
                </a:lnTo>
                <a:lnTo>
                  <a:pt x="11266" y="13797"/>
                </a:lnTo>
                <a:lnTo>
                  <a:pt x="11291" y="13626"/>
                </a:lnTo>
                <a:lnTo>
                  <a:pt x="11291" y="13553"/>
                </a:lnTo>
                <a:lnTo>
                  <a:pt x="11266" y="13505"/>
                </a:lnTo>
                <a:lnTo>
                  <a:pt x="11704" y="13505"/>
                </a:lnTo>
                <a:lnTo>
                  <a:pt x="11558" y="13870"/>
                </a:lnTo>
                <a:lnTo>
                  <a:pt x="11485" y="14064"/>
                </a:lnTo>
                <a:lnTo>
                  <a:pt x="11412" y="14259"/>
                </a:lnTo>
                <a:lnTo>
                  <a:pt x="11388" y="14356"/>
                </a:lnTo>
                <a:lnTo>
                  <a:pt x="11364" y="14454"/>
                </a:lnTo>
                <a:lnTo>
                  <a:pt x="11388" y="14551"/>
                </a:lnTo>
                <a:lnTo>
                  <a:pt x="11412" y="14648"/>
                </a:lnTo>
                <a:lnTo>
                  <a:pt x="11437" y="14673"/>
                </a:lnTo>
                <a:lnTo>
                  <a:pt x="11461" y="14697"/>
                </a:lnTo>
                <a:lnTo>
                  <a:pt x="11534" y="14673"/>
                </a:lnTo>
                <a:lnTo>
                  <a:pt x="11607" y="14624"/>
                </a:lnTo>
                <a:lnTo>
                  <a:pt x="11680" y="14551"/>
                </a:lnTo>
                <a:lnTo>
                  <a:pt x="11729" y="14454"/>
                </a:lnTo>
                <a:lnTo>
                  <a:pt x="11777" y="14356"/>
                </a:lnTo>
                <a:lnTo>
                  <a:pt x="11826" y="14162"/>
                </a:lnTo>
                <a:lnTo>
                  <a:pt x="11875" y="13967"/>
                </a:lnTo>
                <a:lnTo>
                  <a:pt x="11948" y="13748"/>
                </a:lnTo>
                <a:lnTo>
                  <a:pt x="11996" y="13505"/>
                </a:lnTo>
                <a:close/>
                <a:moveTo>
                  <a:pt x="10658" y="6473"/>
                </a:moveTo>
                <a:lnTo>
                  <a:pt x="10196" y="6546"/>
                </a:lnTo>
                <a:lnTo>
                  <a:pt x="9733" y="6643"/>
                </a:lnTo>
                <a:lnTo>
                  <a:pt x="9271" y="6765"/>
                </a:lnTo>
                <a:lnTo>
                  <a:pt x="8833" y="6935"/>
                </a:lnTo>
                <a:lnTo>
                  <a:pt x="8395" y="7105"/>
                </a:lnTo>
                <a:lnTo>
                  <a:pt x="7981" y="7324"/>
                </a:lnTo>
                <a:lnTo>
                  <a:pt x="7543" y="7592"/>
                </a:lnTo>
                <a:lnTo>
                  <a:pt x="7325" y="7738"/>
                </a:lnTo>
                <a:lnTo>
                  <a:pt x="7130" y="7908"/>
                </a:lnTo>
                <a:lnTo>
                  <a:pt x="6935" y="8078"/>
                </a:lnTo>
                <a:lnTo>
                  <a:pt x="6741" y="8273"/>
                </a:lnTo>
                <a:lnTo>
                  <a:pt x="6595" y="8468"/>
                </a:lnTo>
                <a:lnTo>
                  <a:pt x="6449" y="8687"/>
                </a:lnTo>
                <a:lnTo>
                  <a:pt x="6278" y="8589"/>
                </a:lnTo>
                <a:lnTo>
                  <a:pt x="6108" y="8516"/>
                </a:lnTo>
                <a:lnTo>
                  <a:pt x="5938" y="8468"/>
                </a:lnTo>
                <a:lnTo>
                  <a:pt x="5743" y="8443"/>
                </a:lnTo>
                <a:lnTo>
                  <a:pt x="5354" y="8443"/>
                </a:lnTo>
                <a:lnTo>
                  <a:pt x="5159" y="8468"/>
                </a:lnTo>
                <a:lnTo>
                  <a:pt x="4964" y="8516"/>
                </a:lnTo>
                <a:lnTo>
                  <a:pt x="4575" y="8638"/>
                </a:lnTo>
                <a:lnTo>
                  <a:pt x="4210" y="8784"/>
                </a:lnTo>
                <a:lnTo>
                  <a:pt x="3869" y="8954"/>
                </a:lnTo>
                <a:lnTo>
                  <a:pt x="3553" y="9149"/>
                </a:lnTo>
                <a:lnTo>
                  <a:pt x="3358" y="9295"/>
                </a:lnTo>
                <a:lnTo>
                  <a:pt x="3188" y="9417"/>
                </a:lnTo>
                <a:lnTo>
                  <a:pt x="2847" y="9733"/>
                </a:lnTo>
                <a:lnTo>
                  <a:pt x="2555" y="10098"/>
                </a:lnTo>
                <a:lnTo>
                  <a:pt x="2312" y="10463"/>
                </a:lnTo>
                <a:lnTo>
                  <a:pt x="2093" y="10828"/>
                </a:lnTo>
                <a:lnTo>
                  <a:pt x="1996" y="11047"/>
                </a:lnTo>
                <a:lnTo>
                  <a:pt x="1898" y="11266"/>
                </a:lnTo>
                <a:lnTo>
                  <a:pt x="1825" y="11485"/>
                </a:lnTo>
                <a:lnTo>
                  <a:pt x="1777" y="11728"/>
                </a:lnTo>
                <a:lnTo>
                  <a:pt x="1752" y="11947"/>
                </a:lnTo>
                <a:lnTo>
                  <a:pt x="1777" y="12142"/>
                </a:lnTo>
                <a:lnTo>
                  <a:pt x="1217" y="12191"/>
                </a:lnTo>
                <a:lnTo>
                  <a:pt x="657" y="12215"/>
                </a:lnTo>
                <a:lnTo>
                  <a:pt x="560" y="12239"/>
                </a:lnTo>
                <a:lnTo>
                  <a:pt x="487" y="12239"/>
                </a:lnTo>
                <a:lnTo>
                  <a:pt x="390" y="12264"/>
                </a:lnTo>
                <a:lnTo>
                  <a:pt x="317" y="12288"/>
                </a:lnTo>
                <a:lnTo>
                  <a:pt x="244" y="12312"/>
                </a:lnTo>
                <a:lnTo>
                  <a:pt x="122" y="12410"/>
                </a:lnTo>
                <a:lnTo>
                  <a:pt x="49" y="12556"/>
                </a:lnTo>
                <a:lnTo>
                  <a:pt x="0" y="12726"/>
                </a:lnTo>
                <a:lnTo>
                  <a:pt x="0" y="12896"/>
                </a:lnTo>
                <a:lnTo>
                  <a:pt x="49" y="13067"/>
                </a:lnTo>
                <a:lnTo>
                  <a:pt x="122" y="13237"/>
                </a:lnTo>
                <a:lnTo>
                  <a:pt x="195" y="13310"/>
                </a:lnTo>
                <a:lnTo>
                  <a:pt x="268" y="13383"/>
                </a:lnTo>
                <a:lnTo>
                  <a:pt x="463" y="13505"/>
                </a:lnTo>
                <a:lnTo>
                  <a:pt x="657" y="13578"/>
                </a:lnTo>
                <a:lnTo>
                  <a:pt x="876" y="13602"/>
                </a:lnTo>
                <a:lnTo>
                  <a:pt x="1047" y="13626"/>
                </a:lnTo>
                <a:lnTo>
                  <a:pt x="1047" y="13699"/>
                </a:lnTo>
                <a:lnTo>
                  <a:pt x="1047" y="13772"/>
                </a:lnTo>
                <a:lnTo>
                  <a:pt x="1071" y="13943"/>
                </a:lnTo>
                <a:lnTo>
                  <a:pt x="1168" y="14137"/>
                </a:lnTo>
                <a:lnTo>
                  <a:pt x="1266" y="14308"/>
                </a:lnTo>
                <a:lnTo>
                  <a:pt x="1533" y="14624"/>
                </a:lnTo>
                <a:lnTo>
                  <a:pt x="1752" y="14916"/>
                </a:lnTo>
                <a:lnTo>
                  <a:pt x="2336" y="15816"/>
                </a:lnTo>
                <a:lnTo>
                  <a:pt x="2896" y="16741"/>
                </a:lnTo>
                <a:lnTo>
                  <a:pt x="2945" y="16814"/>
                </a:lnTo>
                <a:lnTo>
                  <a:pt x="3018" y="16862"/>
                </a:lnTo>
                <a:lnTo>
                  <a:pt x="3066" y="16911"/>
                </a:lnTo>
                <a:lnTo>
                  <a:pt x="3115" y="16935"/>
                </a:lnTo>
                <a:lnTo>
                  <a:pt x="3529" y="16984"/>
                </a:lnTo>
                <a:lnTo>
                  <a:pt x="3967" y="17008"/>
                </a:lnTo>
                <a:lnTo>
                  <a:pt x="4405" y="17033"/>
                </a:lnTo>
                <a:lnTo>
                  <a:pt x="4867" y="17008"/>
                </a:lnTo>
                <a:lnTo>
                  <a:pt x="5743" y="16984"/>
                </a:lnTo>
                <a:lnTo>
                  <a:pt x="6619" y="16960"/>
                </a:lnTo>
                <a:lnTo>
                  <a:pt x="10244" y="16935"/>
                </a:lnTo>
                <a:lnTo>
                  <a:pt x="13894" y="16911"/>
                </a:lnTo>
                <a:lnTo>
                  <a:pt x="15524" y="16911"/>
                </a:lnTo>
                <a:lnTo>
                  <a:pt x="16352" y="16862"/>
                </a:lnTo>
                <a:lnTo>
                  <a:pt x="16741" y="16838"/>
                </a:lnTo>
                <a:lnTo>
                  <a:pt x="17155" y="16765"/>
                </a:lnTo>
                <a:lnTo>
                  <a:pt x="17252" y="16838"/>
                </a:lnTo>
                <a:lnTo>
                  <a:pt x="17374" y="16862"/>
                </a:lnTo>
                <a:lnTo>
                  <a:pt x="17422" y="16862"/>
                </a:lnTo>
                <a:lnTo>
                  <a:pt x="17471" y="16838"/>
                </a:lnTo>
                <a:lnTo>
                  <a:pt x="17544" y="16789"/>
                </a:lnTo>
                <a:lnTo>
                  <a:pt x="17593" y="16741"/>
                </a:lnTo>
                <a:lnTo>
                  <a:pt x="17860" y="16303"/>
                </a:lnTo>
                <a:lnTo>
                  <a:pt x="18128" y="15840"/>
                </a:lnTo>
                <a:lnTo>
                  <a:pt x="18663" y="14940"/>
                </a:lnTo>
                <a:lnTo>
                  <a:pt x="18858" y="14648"/>
                </a:lnTo>
                <a:lnTo>
                  <a:pt x="19101" y="14308"/>
                </a:lnTo>
                <a:lnTo>
                  <a:pt x="19199" y="14137"/>
                </a:lnTo>
                <a:lnTo>
                  <a:pt x="19272" y="13943"/>
                </a:lnTo>
                <a:lnTo>
                  <a:pt x="19320" y="13772"/>
                </a:lnTo>
                <a:lnTo>
                  <a:pt x="19320" y="13602"/>
                </a:lnTo>
                <a:lnTo>
                  <a:pt x="19539" y="13578"/>
                </a:lnTo>
                <a:lnTo>
                  <a:pt x="19734" y="13529"/>
                </a:lnTo>
                <a:lnTo>
                  <a:pt x="19929" y="13456"/>
                </a:lnTo>
                <a:lnTo>
                  <a:pt x="20075" y="13334"/>
                </a:lnTo>
                <a:lnTo>
                  <a:pt x="20221" y="13188"/>
                </a:lnTo>
                <a:lnTo>
                  <a:pt x="20318" y="13018"/>
                </a:lnTo>
                <a:lnTo>
                  <a:pt x="20391" y="12823"/>
                </a:lnTo>
                <a:lnTo>
                  <a:pt x="20415" y="12629"/>
                </a:lnTo>
                <a:lnTo>
                  <a:pt x="20391" y="12580"/>
                </a:lnTo>
                <a:lnTo>
                  <a:pt x="20367" y="12531"/>
                </a:lnTo>
                <a:lnTo>
                  <a:pt x="20269" y="12434"/>
                </a:lnTo>
                <a:lnTo>
                  <a:pt x="20123" y="12361"/>
                </a:lnTo>
                <a:lnTo>
                  <a:pt x="19929" y="12288"/>
                </a:lnTo>
                <a:lnTo>
                  <a:pt x="19661" y="12215"/>
                </a:lnTo>
                <a:lnTo>
                  <a:pt x="19345" y="12166"/>
                </a:lnTo>
                <a:lnTo>
                  <a:pt x="18615" y="12093"/>
                </a:lnTo>
                <a:lnTo>
                  <a:pt x="18542" y="11850"/>
                </a:lnTo>
                <a:lnTo>
                  <a:pt x="18444" y="11607"/>
                </a:lnTo>
                <a:lnTo>
                  <a:pt x="18298" y="11388"/>
                </a:lnTo>
                <a:lnTo>
                  <a:pt x="18152" y="11169"/>
                </a:lnTo>
                <a:lnTo>
                  <a:pt x="17982" y="10974"/>
                </a:lnTo>
                <a:lnTo>
                  <a:pt x="17812" y="10804"/>
                </a:lnTo>
                <a:lnTo>
                  <a:pt x="17617" y="10633"/>
                </a:lnTo>
                <a:lnTo>
                  <a:pt x="17398" y="10463"/>
                </a:lnTo>
                <a:lnTo>
                  <a:pt x="17203" y="10366"/>
                </a:lnTo>
                <a:lnTo>
                  <a:pt x="16984" y="10244"/>
                </a:lnTo>
                <a:lnTo>
                  <a:pt x="16741" y="10147"/>
                </a:lnTo>
                <a:lnTo>
                  <a:pt x="16473" y="10074"/>
                </a:lnTo>
                <a:lnTo>
                  <a:pt x="16181" y="10025"/>
                </a:lnTo>
                <a:lnTo>
                  <a:pt x="15914" y="10001"/>
                </a:lnTo>
                <a:lnTo>
                  <a:pt x="15670" y="10025"/>
                </a:lnTo>
                <a:lnTo>
                  <a:pt x="15549" y="10049"/>
                </a:lnTo>
                <a:lnTo>
                  <a:pt x="15451" y="10098"/>
                </a:lnTo>
                <a:lnTo>
                  <a:pt x="15403" y="9733"/>
                </a:lnTo>
                <a:lnTo>
                  <a:pt x="15330" y="9392"/>
                </a:lnTo>
                <a:lnTo>
                  <a:pt x="15208" y="9052"/>
                </a:lnTo>
                <a:lnTo>
                  <a:pt x="15062" y="8735"/>
                </a:lnTo>
                <a:lnTo>
                  <a:pt x="14892" y="8443"/>
                </a:lnTo>
                <a:lnTo>
                  <a:pt x="14673" y="8151"/>
                </a:lnTo>
                <a:lnTo>
                  <a:pt x="14454" y="7884"/>
                </a:lnTo>
                <a:lnTo>
                  <a:pt x="14186" y="7640"/>
                </a:lnTo>
                <a:lnTo>
                  <a:pt x="13919" y="7421"/>
                </a:lnTo>
                <a:lnTo>
                  <a:pt x="13627" y="7227"/>
                </a:lnTo>
                <a:lnTo>
                  <a:pt x="13310" y="7032"/>
                </a:lnTo>
                <a:lnTo>
                  <a:pt x="12994" y="6886"/>
                </a:lnTo>
                <a:lnTo>
                  <a:pt x="12653" y="6740"/>
                </a:lnTo>
                <a:lnTo>
                  <a:pt x="12288" y="6643"/>
                </a:lnTo>
                <a:lnTo>
                  <a:pt x="11948" y="6546"/>
                </a:lnTo>
                <a:lnTo>
                  <a:pt x="11583" y="6497"/>
                </a:lnTo>
                <a:lnTo>
                  <a:pt x="11120" y="6473"/>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65" name="Google Shape;865;p39"/>
          <p:cNvSpPr/>
          <p:nvPr/>
        </p:nvSpPr>
        <p:spPr>
          <a:xfrm>
            <a:off x="3227673" y="4398486"/>
            <a:ext cx="344085" cy="416403"/>
          </a:xfrm>
          <a:custGeom>
            <a:avLst/>
            <a:gdLst/>
            <a:ahLst/>
            <a:cxnLst/>
            <a:rect l="l" t="t" r="r" b="b"/>
            <a:pathLst>
              <a:path w="15744" h="19053" extrusionOk="0">
                <a:moveTo>
                  <a:pt x="11680" y="803"/>
                </a:moveTo>
                <a:lnTo>
                  <a:pt x="11656" y="1460"/>
                </a:lnTo>
                <a:lnTo>
                  <a:pt x="11632" y="1801"/>
                </a:lnTo>
                <a:lnTo>
                  <a:pt x="11583" y="2117"/>
                </a:lnTo>
                <a:lnTo>
                  <a:pt x="11510" y="2458"/>
                </a:lnTo>
                <a:lnTo>
                  <a:pt x="11413" y="2774"/>
                </a:lnTo>
                <a:lnTo>
                  <a:pt x="11315" y="3090"/>
                </a:lnTo>
                <a:lnTo>
                  <a:pt x="11145" y="3382"/>
                </a:lnTo>
                <a:lnTo>
                  <a:pt x="11048" y="3553"/>
                </a:lnTo>
                <a:lnTo>
                  <a:pt x="10926" y="3723"/>
                </a:lnTo>
                <a:lnTo>
                  <a:pt x="10804" y="3869"/>
                </a:lnTo>
                <a:lnTo>
                  <a:pt x="10658" y="4015"/>
                </a:lnTo>
                <a:lnTo>
                  <a:pt x="10512" y="4137"/>
                </a:lnTo>
                <a:lnTo>
                  <a:pt x="10342" y="4234"/>
                </a:lnTo>
                <a:lnTo>
                  <a:pt x="10172" y="4331"/>
                </a:lnTo>
                <a:lnTo>
                  <a:pt x="10002" y="4404"/>
                </a:lnTo>
                <a:lnTo>
                  <a:pt x="9734" y="4477"/>
                </a:lnTo>
                <a:lnTo>
                  <a:pt x="9491" y="4502"/>
                </a:lnTo>
                <a:lnTo>
                  <a:pt x="9247" y="4477"/>
                </a:lnTo>
                <a:lnTo>
                  <a:pt x="9004" y="4453"/>
                </a:lnTo>
                <a:lnTo>
                  <a:pt x="9320" y="4161"/>
                </a:lnTo>
                <a:lnTo>
                  <a:pt x="9661" y="3918"/>
                </a:lnTo>
                <a:lnTo>
                  <a:pt x="10026" y="3674"/>
                </a:lnTo>
                <a:lnTo>
                  <a:pt x="10220" y="3528"/>
                </a:lnTo>
                <a:lnTo>
                  <a:pt x="10391" y="3407"/>
                </a:lnTo>
                <a:lnTo>
                  <a:pt x="10512" y="3236"/>
                </a:lnTo>
                <a:lnTo>
                  <a:pt x="10634" y="3090"/>
                </a:lnTo>
                <a:lnTo>
                  <a:pt x="10634" y="3017"/>
                </a:lnTo>
                <a:lnTo>
                  <a:pt x="10634" y="2944"/>
                </a:lnTo>
                <a:lnTo>
                  <a:pt x="10585" y="2896"/>
                </a:lnTo>
                <a:lnTo>
                  <a:pt x="10512" y="2896"/>
                </a:lnTo>
                <a:lnTo>
                  <a:pt x="10318" y="2920"/>
                </a:lnTo>
                <a:lnTo>
                  <a:pt x="10123" y="2969"/>
                </a:lnTo>
                <a:lnTo>
                  <a:pt x="9953" y="3066"/>
                </a:lnTo>
                <a:lnTo>
                  <a:pt x="9783" y="3188"/>
                </a:lnTo>
                <a:lnTo>
                  <a:pt x="9442" y="3455"/>
                </a:lnTo>
                <a:lnTo>
                  <a:pt x="9126" y="3723"/>
                </a:lnTo>
                <a:lnTo>
                  <a:pt x="8809" y="3991"/>
                </a:lnTo>
                <a:lnTo>
                  <a:pt x="8493" y="4283"/>
                </a:lnTo>
                <a:lnTo>
                  <a:pt x="8371" y="4064"/>
                </a:lnTo>
                <a:lnTo>
                  <a:pt x="8298" y="3942"/>
                </a:lnTo>
                <a:lnTo>
                  <a:pt x="8274" y="3845"/>
                </a:lnTo>
                <a:lnTo>
                  <a:pt x="8225" y="3626"/>
                </a:lnTo>
                <a:lnTo>
                  <a:pt x="8250" y="3407"/>
                </a:lnTo>
                <a:lnTo>
                  <a:pt x="8298" y="3188"/>
                </a:lnTo>
                <a:lnTo>
                  <a:pt x="8371" y="2993"/>
                </a:lnTo>
                <a:lnTo>
                  <a:pt x="8469" y="2798"/>
                </a:lnTo>
                <a:lnTo>
                  <a:pt x="8590" y="2604"/>
                </a:lnTo>
                <a:lnTo>
                  <a:pt x="8712" y="2433"/>
                </a:lnTo>
                <a:lnTo>
                  <a:pt x="8858" y="2287"/>
                </a:lnTo>
                <a:lnTo>
                  <a:pt x="9126" y="2020"/>
                </a:lnTo>
                <a:lnTo>
                  <a:pt x="9466" y="1776"/>
                </a:lnTo>
                <a:lnTo>
                  <a:pt x="9807" y="1582"/>
                </a:lnTo>
                <a:lnTo>
                  <a:pt x="10172" y="1387"/>
                </a:lnTo>
                <a:lnTo>
                  <a:pt x="10537" y="1217"/>
                </a:lnTo>
                <a:lnTo>
                  <a:pt x="10926" y="1071"/>
                </a:lnTo>
                <a:lnTo>
                  <a:pt x="11680" y="803"/>
                </a:lnTo>
                <a:close/>
                <a:moveTo>
                  <a:pt x="4867" y="7203"/>
                </a:moveTo>
                <a:lnTo>
                  <a:pt x="4746" y="7227"/>
                </a:lnTo>
                <a:lnTo>
                  <a:pt x="4478" y="7276"/>
                </a:lnTo>
                <a:lnTo>
                  <a:pt x="4235" y="7373"/>
                </a:lnTo>
                <a:lnTo>
                  <a:pt x="3991" y="7495"/>
                </a:lnTo>
                <a:lnTo>
                  <a:pt x="3748" y="7641"/>
                </a:lnTo>
                <a:lnTo>
                  <a:pt x="3553" y="7811"/>
                </a:lnTo>
                <a:lnTo>
                  <a:pt x="3383" y="7981"/>
                </a:lnTo>
                <a:lnTo>
                  <a:pt x="3237" y="8152"/>
                </a:lnTo>
                <a:lnTo>
                  <a:pt x="3067" y="8395"/>
                </a:lnTo>
                <a:lnTo>
                  <a:pt x="2921" y="8663"/>
                </a:lnTo>
                <a:lnTo>
                  <a:pt x="2775" y="8954"/>
                </a:lnTo>
                <a:lnTo>
                  <a:pt x="2677" y="9246"/>
                </a:lnTo>
                <a:lnTo>
                  <a:pt x="2653" y="9392"/>
                </a:lnTo>
                <a:lnTo>
                  <a:pt x="2653" y="9514"/>
                </a:lnTo>
                <a:lnTo>
                  <a:pt x="2653" y="9660"/>
                </a:lnTo>
                <a:lnTo>
                  <a:pt x="2702" y="9782"/>
                </a:lnTo>
                <a:lnTo>
                  <a:pt x="2750" y="9879"/>
                </a:lnTo>
                <a:lnTo>
                  <a:pt x="2823" y="9976"/>
                </a:lnTo>
                <a:lnTo>
                  <a:pt x="2896" y="10001"/>
                </a:lnTo>
                <a:lnTo>
                  <a:pt x="2945" y="10025"/>
                </a:lnTo>
                <a:lnTo>
                  <a:pt x="3018" y="10025"/>
                </a:lnTo>
                <a:lnTo>
                  <a:pt x="3067" y="10001"/>
                </a:lnTo>
                <a:lnTo>
                  <a:pt x="3188" y="9879"/>
                </a:lnTo>
                <a:lnTo>
                  <a:pt x="3261" y="9782"/>
                </a:lnTo>
                <a:lnTo>
                  <a:pt x="3286" y="9636"/>
                </a:lnTo>
                <a:lnTo>
                  <a:pt x="3310" y="9465"/>
                </a:lnTo>
                <a:lnTo>
                  <a:pt x="3359" y="9246"/>
                </a:lnTo>
                <a:lnTo>
                  <a:pt x="3456" y="9003"/>
                </a:lnTo>
                <a:lnTo>
                  <a:pt x="3553" y="8808"/>
                </a:lnTo>
                <a:lnTo>
                  <a:pt x="3675" y="8590"/>
                </a:lnTo>
                <a:lnTo>
                  <a:pt x="3845" y="8395"/>
                </a:lnTo>
                <a:lnTo>
                  <a:pt x="4016" y="8200"/>
                </a:lnTo>
                <a:lnTo>
                  <a:pt x="4235" y="8054"/>
                </a:lnTo>
                <a:lnTo>
                  <a:pt x="4454" y="7933"/>
                </a:lnTo>
                <a:lnTo>
                  <a:pt x="4648" y="7835"/>
                </a:lnTo>
                <a:lnTo>
                  <a:pt x="4867" y="7738"/>
                </a:lnTo>
                <a:lnTo>
                  <a:pt x="5062" y="7665"/>
                </a:lnTo>
                <a:lnTo>
                  <a:pt x="5257" y="7519"/>
                </a:lnTo>
                <a:lnTo>
                  <a:pt x="5281" y="7470"/>
                </a:lnTo>
                <a:lnTo>
                  <a:pt x="5305" y="7422"/>
                </a:lnTo>
                <a:lnTo>
                  <a:pt x="5281" y="7349"/>
                </a:lnTo>
                <a:lnTo>
                  <a:pt x="5232" y="7300"/>
                </a:lnTo>
                <a:lnTo>
                  <a:pt x="5111" y="7251"/>
                </a:lnTo>
                <a:lnTo>
                  <a:pt x="4989" y="7227"/>
                </a:lnTo>
                <a:lnTo>
                  <a:pt x="4867" y="7203"/>
                </a:lnTo>
                <a:close/>
                <a:moveTo>
                  <a:pt x="13846" y="14819"/>
                </a:moveTo>
                <a:lnTo>
                  <a:pt x="13457" y="14867"/>
                </a:lnTo>
                <a:lnTo>
                  <a:pt x="13043" y="14916"/>
                </a:lnTo>
                <a:lnTo>
                  <a:pt x="12629" y="14989"/>
                </a:lnTo>
                <a:lnTo>
                  <a:pt x="12216" y="15013"/>
                </a:lnTo>
                <a:lnTo>
                  <a:pt x="11802" y="15038"/>
                </a:lnTo>
                <a:lnTo>
                  <a:pt x="11388" y="15062"/>
                </a:lnTo>
                <a:lnTo>
                  <a:pt x="10975" y="15111"/>
                </a:lnTo>
                <a:lnTo>
                  <a:pt x="10950" y="15135"/>
                </a:lnTo>
                <a:lnTo>
                  <a:pt x="10926" y="15184"/>
                </a:lnTo>
                <a:lnTo>
                  <a:pt x="10950" y="15208"/>
                </a:lnTo>
                <a:lnTo>
                  <a:pt x="10975" y="15257"/>
                </a:lnTo>
                <a:lnTo>
                  <a:pt x="11169" y="15305"/>
                </a:lnTo>
                <a:lnTo>
                  <a:pt x="11388" y="15354"/>
                </a:lnTo>
                <a:lnTo>
                  <a:pt x="11802" y="15427"/>
                </a:lnTo>
                <a:lnTo>
                  <a:pt x="12629" y="15427"/>
                </a:lnTo>
                <a:lnTo>
                  <a:pt x="13067" y="15403"/>
                </a:lnTo>
                <a:lnTo>
                  <a:pt x="13505" y="15330"/>
                </a:lnTo>
                <a:lnTo>
                  <a:pt x="13724" y="15281"/>
                </a:lnTo>
                <a:lnTo>
                  <a:pt x="13919" y="15208"/>
                </a:lnTo>
                <a:lnTo>
                  <a:pt x="14114" y="15135"/>
                </a:lnTo>
                <a:lnTo>
                  <a:pt x="14308" y="15038"/>
                </a:lnTo>
                <a:lnTo>
                  <a:pt x="14357" y="14965"/>
                </a:lnTo>
                <a:lnTo>
                  <a:pt x="14357" y="14916"/>
                </a:lnTo>
                <a:lnTo>
                  <a:pt x="14333" y="14843"/>
                </a:lnTo>
                <a:lnTo>
                  <a:pt x="14260" y="14819"/>
                </a:lnTo>
                <a:close/>
                <a:moveTo>
                  <a:pt x="5816" y="5937"/>
                </a:moveTo>
                <a:lnTo>
                  <a:pt x="6108" y="5962"/>
                </a:lnTo>
                <a:lnTo>
                  <a:pt x="6181" y="5962"/>
                </a:lnTo>
                <a:lnTo>
                  <a:pt x="6254" y="6059"/>
                </a:lnTo>
                <a:lnTo>
                  <a:pt x="6352" y="6156"/>
                </a:lnTo>
                <a:lnTo>
                  <a:pt x="6595" y="6302"/>
                </a:lnTo>
                <a:lnTo>
                  <a:pt x="6863" y="6424"/>
                </a:lnTo>
                <a:lnTo>
                  <a:pt x="7155" y="6521"/>
                </a:lnTo>
                <a:lnTo>
                  <a:pt x="7447" y="6594"/>
                </a:lnTo>
                <a:lnTo>
                  <a:pt x="7739" y="6643"/>
                </a:lnTo>
                <a:lnTo>
                  <a:pt x="8274" y="6692"/>
                </a:lnTo>
                <a:lnTo>
                  <a:pt x="8542" y="6692"/>
                </a:lnTo>
                <a:lnTo>
                  <a:pt x="8834" y="6667"/>
                </a:lnTo>
                <a:lnTo>
                  <a:pt x="9126" y="6619"/>
                </a:lnTo>
                <a:lnTo>
                  <a:pt x="9418" y="6546"/>
                </a:lnTo>
                <a:lnTo>
                  <a:pt x="9685" y="6448"/>
                </a:lnTo>
                <a:lnTo>
                  <a:pt x="9953" y="6327"/>
                </a:lnTo>
                <a:lnTo>
                  <a:pt x="10220" y="6181"/>
                </a:lnTo>
                <a:lnTo>
                  <a:pt x="10464" y="6035"/>
                </a:lnTo>
                <a:lnTo>
                  <a:pt x="10658" y="5986"/>
                </a:lnTo>
                <a:lnTo>
                  <a:pt x="10853" y="5962"/>
                </a:lnTo>
                <a:lnTo>
                  <a:pt x="11218" y="5962"/>
                </a:lnTo>
                <a:lnTo>
                  <a:pt x="11169" y="6010"/>
                </a:lnTo>
                <a:lnTo>
                  <a:pt x="11048" y="6132"/>
                </a:lnTo>
                <a:lnTo>
                  <a:pt x="10902" y="6229"/>
                </a:lnTo>
                <a:lnTo>
                  <a:pt x="10780" y="6327"/>
                </a:lnTo>
                <a:lnTo>
                  <a:pt x="10634" y="6448"/>
                </a:lnTo>
                <a:lnTo>
                  <a:pt x="10634" y="6497"/>
                </a:lnTo>
                <a:lnTo>
                  <a:pt x="10634" y="6546"/>
                </a:lnTo>
                <a:lnTo>
                  <a:pt x="10658" y="6594"/>
                </a:lnTo>
                <a:lnTo>
                  <a:pt x="10853" y="6594"/>
                </a:lnTo>
                <a:lnTo>
                  <a:pt x="10999" y="6546"/>
                </a:lnTo>
                <a:lnTo>
                  <a:pt x="11145" y="6473"/>
                </a:lnTo>
                <a:lnTo>
                  <a:pt x="11267" y="6375"/>
                </a:lnTo>
                <a:lnTo>
                  <a:pt x="11461" y="6229"/>
                </a:lnTo>
                <a:lnTo>
                  <a:pt x="11559" y="6108"/>
                </a:lnTo>
                <a:lnTo>
                  <a:pt x="11607" y="6010"/>
                </a:lnTo>
                <a:lnTo>
                  <a:pt x="11875" y="6083"/>
                </a:lnTo>
                <a:lnTo>
                  <a:pt x="12167" y="6181"/>
                </a:lnTo>
                <a:lnTo>
                  <a:pt x="11997" y="6205"/>
                </a:lnTo>
                <a:lnTo>
                  <a:pt x="11851" y="6254"/>
                </a:lnTo>
                <a:lnTo>
                  <a:pt x="11559" y="6424"/>
                </a:lnTo>
                <a:lnTo>
                  <a:pt x="11413" y="6521"/>
                </a:lnTo>
                <a:lnTo>
                  <a:pt x="11267" y="6643"/>
                </a:lnTo>
                <a:lnTo>
                  <a:pt x="11121" y="6765"/>
                </a:lnTo>
                <a:lnTo>
                  <a:pt x="10999" y="6911"/>
                </a:lnTo>
                <a:lnTo>
                  <a:pt x="10999" y="6935"/>
                </a:lnTo>
                <a:lnTo>
                  <a:pt x="10999" y="6959"/>
                </a:lnTo>
                <a:lnTo>
                  <a:pt x="11048" y="6959"/>
                </a:lnTo>
                <a:lnTo>
                  <a:pt x="11242" y="6935"/>
                </a:lnTo>
                <a:lnTo>
                  <a:pt x="11413" y="6886"/>
                </a:lnTo>
                <a:lnTo>
                  <a:pt x="11583" y="6813"/>
                </a:lnTo>
                <a:lnTo>
                  <a:pt x="11753" y="6740"/>
                </a:lnTo>
                <a:lnTo>
                  <a:pt x="12045" y="6546"/>
                </a:lnTo>
                <a:lnTo>
                  <a:pt x="12191" y="6448"/>
                </a:lnTo>
                <a:lnTo>
                  <a:pt x="12240" y="6375"/>
                </a:lnTo>
                <a:lnTo>
                  <a:pt x="12289" y="6302"/>
                </a:lnTo>
                <a:lnTo>
                  <a:pt x="12289" y="6229"/>
                </a:lnTo>
                <a:lnTo>
                  <a:pt x="12483" y="6351"/>
                </a:lnTo>
                <a:lnTo>
                  <a:pt x="12678" y="6473"/>
                </a:lnTo>
                <a:lnTo>
                  <a:pt x="12532" y="6497"/>
                </a:lnTo>
                <a:lnTo>
                  <a:pt x="12410" y="6570"/>
                </a:lnTo>
                <a:lnTo>
                  <a:pt x="12143" y="6740"/>
                </a:lnTo>
                <a:lnTo>
                  <a:pt x="11948" y="6886"/>
                </a:lnTo>
                <a:lnTo>
                  <a:pt x="11802" y="7008"/>
                </a:lnTo>
                <a:lnTo>
                  <a:pt x="11656" y="7178"/>
                </a:lnTo>
                <a:lnTo>
                  <a:pt x="11534" y="7349"/>
                </a:lnTo>
                <a:lnTo>
                  <a:pt x="11510" y="7373"/>
                </a:lnTo>
                <a:lnTo>
                  <a:pt x="11534" y="7397"/>
                </a:lnTo>
                <a:lnTo>
                  <a:pt x="11559" y="7422"/>
                </a:lnTo>
                <a:lnTo>
                  <a:pt x="11583" y="7422"/>
                </a:lnTo>
                <a:lnTo>
                  <a:pt x="11778" y="7324"/>
                </a:lnTo>
                <a:lnTo>
                  <a:pt x="11948" y="7251"/>
                </a:lnTo>
                <a:lnTo>
                  <a:pt x="12289" y="7032"/>
                </a:lnTo>
                <a:lnTo>
                  <a:pt x="12605" y="6838"/>
                </a:lnTo>
                <a:lnTo>
                  <a:pt x="12751" y="6740"/>
                </a:lnTo>
                <a:lnTo>
                  <a:pt x="12873" y="6594"/>
                </a:lnTo>
                <a:lnTo>
                  <a:pt x="13165" y="6838"/>
                </a:lnTo>
                <a:lnTo>
                  <a:pt x="13408" y="7081"/>
                </a:lnTo>
                <a:lnTo>
                  <a:pt x="12994" y="7251"/>
                </a:lnTo>
                <a:lnTo>
                  <a:pt x="12678" y="7349"/>
                </a:lnTo>
                <a:lnTo>
                  <a:pt x="12362" y="7470"/>
                </a:lnTo>
                <a:lnTo>
                  <a:pt x="12216" y="7543"/>
                </a:lnTo>
                <a:lnTo>
                  <a:pt x="12045" y="7641"/>
                </a:lnTo>
                <a:lnTo>
                  <a:pt x="11924" y="7738"/>
                </a:lnTo>
                <a:lnTo>
                  <a:pt x="11802" y="7835"/>
                </a:lnTo>
                <a:lnTo>
                  <a:pt x="11778" y="7884"/>
                </a:lnTo>
                <a:lnTo>
                  <a:pt x="11778" y="7933"/>
                </a:lnTo>
                <a:lnTo>
                  <a:pt x="11802" y="7957"/>
                </a:lnTo>
                <a:lnTo>
                  <a:pt x="11851" y="7981"/>
                </a:lnTo>
                <a:lnTo>
                  <a:pt x="11997" y="8006"/>
                </a:lnTo>
                <a:lnTo>
                  <a:pt x="12143" y="7981"/>
                </a:lnTo>
                <a:lnTo>
                  <a:pt x="12410" y="7933"/>
                </a:lnTo>
                <a:lnTo>
                  <a:pt x="12702" y="7835"/>
                </a:lnTo>
                <a:lnTo>
                  <a:pt x="12970" y="7738"/>
                </a:lnTo>
                <a:lnTo>
                  <a:pt x="13359" y="7616"/>
                </a:lnTo>
                <a:lnTo>
                  <a:pt x="13554" y="7543"/>
                </a:lnTo>
                <a:lnTo>
                  <a:pt x="13749" y="7470"/>
                </a:lnTo>
                <a:lnTo>
                  <a:pt x="14041" y="7860"/>
                </a:lnTo>
                <a:lnTo>
                  <a:pt x="13846" y="7933"/>
                </a:lnTo>
                <a:lnTo>
                  <a:pt x="13651" y="8054"/>
                </a:lnTo>
                <a:lnTo>
                  <a:pt x="13311" y="8249"/>
                </a:lnTo>
                <a:lnTo>
                  <a:pt x="12654" y="8565"/>
                </a:lnTo>
                <a:lnTo>
                  <a:pt x="12337" y="8736"/>
                </a:lnTo>
                <a:lnTo>
                  <a:pt x="12191" y="8833"/>
                </a:lnTo>
                <a:lnTo>
                  <a:pt x="12070" y="8954"/>
                </a:lnTo>
                <a:lnTo>
                  <a:pt x="12045" y="9003"/>
                </a:lnTo>
                <a:lnTo>
                  <a:pt x="12045" y="9052"/>
                </a:lnTo>
                <a:lnTo>
                  <a:pt x="12070" y="9100"/>
                </a:lnTo>
                <a:lnTo>
                  <a:pt x="12289" y="9100"/>
                </a:lnTo>
                <a:lnTo>
                  <a:pt x="12459" y="9076"/>
                </a:lnTo>
                <a:lnTo>
                  <a:pt x="12775" y="8979"/>
                </a:lnTo>
                <a:lnTo>
                  <a:pt x="13067" y="8833"/>
                </a:lnTo>
                <a:lnTo>
                  <a:pt x="13359" y="8711"/>
                </a:lnTo>
                <a:lnTo>
                  <a:pt x="13822" y="8492"/>
                </a:lnTo>
                <a:lnTo>
                  <a:pt x="14065" y="8395"/>
                </a:lnTo>
                <a:lnTo>
                  <a:pt x="14284" y="8249"/>
                </a:lnTo>
                <a:lnTo>
                  <a:pt x="14527" y="8711"/>
                </a:lnTo>
                <a:lnTo>
                  <a:pt x="14333" y="8808"/>
                </a:lnTo>
                <a:lnTo>
                  <a:pt x="14162" y="8930"/>
                </a:lnTo>
                <a:lnTo>
                  <a:pt x="13822" y="9149"/>
                </a:lnTo>
                <a:lnTo>
                  <a:pt x="13505" y="9319"/>
                </a:lnTo>
                <a:lnTo>
                  <a:pt x="13189" y="9465"/>
                </a:lnTo>
                <a:lnTo>
                  <a:pt x="12873" y="9636"/>
                </a:lnTo>
                <a:lnTo>
                  <a:pt x="12751" y="9733"/>
                </a:lnTo>
                <a:lnTo>
                  <a:pt x="12605" y="9830"/>
                </a:lnTo>
                <a:lnTo>
                  <a:pt x="12605" y="9879"/>
                </a:lnTo>
                <a:lnTo>
                  <a:pt x="12605" y="9903"/>
                </a:lnTo>
                <a:lnTo>
                  <a:pt x="12629" y="9928"/>
                </a:lnTo>
                <a:lnTo>
                  <a:pt x="12654" y="9952"/>
                </a:lnTo>
                <a:lnTo>
                  <a:pt x="12824" y="9952"/>
                </a:lnTo>
                <a:lnTo>
                  <a:pt x="12970" y="9928"/>
                </a:lnTo>
                <a:lnTo>
                  <a:pt x="13140" y="9903"/>
                </a:lnTo>
                <a:lnTo>
                  <a:pt x="13286" y="9855"/>
                </a:lnTo>
                <a:lnTo>
                  <a:pt x="13603" y="9709"/>
                </a:lnTo>
                <a:lnTo>
                  <a:pt x="13895" y="9587"/>
                </a:lnTo>
                <a:lnTo>
                  <a:pt x="14284" y="9392"/>
                </a:lnTo>
                <a:lnTo>
                  <a:pt x="14503" y="9271"/>
                </a:lnTo>
                <a:lnTo>
                  <a:pt x="14698" y="9149"/>
                </a:lnTo>
                <a:lnTo>
                  <a:pt x="14892" y="9684"/>
                </a:lnTo>
                <a:lnTo>
                  <a:pt x="14600" y="9806"/>
                </a:lnTo>
                <a:lnTo>
                  <a:pt x="14333" y="9928"/>
                </a:lnTo>
                <a:lnTo>
                  <a:pt x="13797" y="10195"/>
                </a:lnTo>
                <a:lnTo>
                  <a:pt x="13481" y="10341"/>
                </a:lnTo>
                <a:lnTo>
                  <a:pt x="13140" y="10487"/>
                </a:lnTo>
                <a:lnTo>
                  <a:pt x="12970" y="10585"/>
                </a:lnTo>
                <a:lnTo>
                  <a:pt x="12824" y="10682"/>
                </a:lnTo>
                <a:lnTo>
                  <a:pt x="12678" y="10804"/>
                </a:lnTo>
                <a:lnTo>
                  <a:pt x="12581" y="10925"/>
                </a:lnTo>
                <a:lnTo>
                  <a:pt x="12556" y="10974"/>
                </a:lnTo>
                <a:lnTo>
                  <a:pt x="12605" y="10998"/>
                </a:lnTo>
                <a:lnTo>
                  <a:pt x="12921" y="10998"/>
                </a:lnTo>
                <a:lnTo>
                  <a:pt x="13092" y="10974"/>
                </a:lnTo>
                <a:lnTo>
                  <a:pt x="13238" y="10925"/>
                </a:lnTo>
                <a:lnTo>
                  <a:pt x="13554" y="10804"/>
                </a:lnTo>
                <a:lnTo>
                  <a:pt x="13870" y="10658"/>
                </a:lnTo>
                <a:lnTo>
                  <a:pt x="14430" y="10414"/>
                </a:lnTo>
                <a:lnTo>
                  <a:pt x="14722" y="10293"/>
                </a:lnTo>
                <a:lnTo>
                  <a:pt x="14990" y="10122"/>
                </a:lnTo>
                <a:lnTo>
                  <a:pt x="15063" y="10487"/>
                </a:lnTo>
                <a:lnTo>
                  <a:pt x="15136" y="10828"/>
                </a:lnTo>
                <a:lnTo>
                  <a:pt x="14868" y="10925"/>
                </a:lnTo>
                <a:lnTo>
                  <a:pt x="14600" y="11047"/>
                </a:lnTo>
                <a:lnTo>
                  <a:pt x="14089" y="11266"/>
                </a:lnTo>
                <a:lnTo>
                  <a:pt x="13408" y="11534"/>
                </a:lnTo>
                <a:lnTo>
                  <a:pt x="13067" y="11655"/>
                </a:lnTo>
                <a:lnTo>
                  <a:pt x="12897" y="11753"/>
                </a:lnTo>
                <a:lnTo>
                  <a:pt x="12751" y="11850"/>
                </a:lnTo>
                <a:lnTo>
                  <a:pt x="12727" y="11899"/>
                </a:lnTo>
                <a:lnTo>
                  <a:pt x="12727" y="11947"/>
                </a:lnTo>
                <a:lnTo>
                  <a:pt x="12751" y="11972"/>
                </a:lnTo>
                <a:lnTo>
                  <a:pt x="12800" y="11996"/>
                </a:lnTo>
                <a:lnTo>
                  <a:pt x="12970" y="12020"/>
                </a:lnTo>
                <a:lnTo>
                  <a:pt x="13165" y="11996"/>
                </a:lnTo>
                <a:lnTo>
                  <a:pt x="13505" y="11923"/>
                </a:lnTo>
                <a:lnTo>
                  <a:pt x="13870" y="11801"/>
                </a:lnTo>
                <a:lnTo>
                  <a:pt x="14187" y="11680"/>
                </a:lnTo>
                <a:lnTo>
                  <a:pt x="14698" y="11509"/>
                </a:lnTo>
                <a:lnTo>
                  <a:pt x="14941" y="11412"/>
                </a:lnTo>
                <a:lnTo>
                  <a:pt x="15184" y="11290"/>
                </a:lnTo>
                <a:lnTo>
                  <a:pt x="15209" y="11923"/>
                </a:lnTo>
                <a:lnTo>
                  <a:pt x="14868" y="11972"/>
                </a:lnTo>
                <a:lnTo>
                  <a:pt x="14503" y="12045"/>
                </a:lnTo>
                <a:lnTo>
                  <a:pt x="13822" y="12215"/>
                </a:lnTo>
                <a:lnTo>
                  <a:pt x="13408" y="12288"/>
                </a:lnTo>
                <a:lnTo>
                  <a:pt x="12970" y="12361"/>
                </a:lnTo>
                <a:lnTo>
                  <a:pt x="12556" y="12458"/>
                </a:lnTo>
                <a:lnTo>
                  <a:pt x="12337" y="12531"/>
                </a:lnTo>
                <a:lnTo>
                  <a:pt x="12143" y="12604"/>
                </a:lnTo>
                <a:lnTo>
                  <a:pt x="12094" y="12653"/>
                </a:lnTo>
                <a:lnTo>
                  <a:pt x="12094" y="12750"/>
                </a:lnTo>
                <a:lnTo>
                  <a:pt x="12118" y="12799"/>
                </a:lnTo>
                <a:lnTo>
                  <a:pt x="12143" y="12823"/>
                </a:lnTo>
                <a:lnTo>
                  <a:pt x="12191" y="12848"/>
                </a:lnTo>
                <a:lnTo>
                  <a:pt x="12386" y="12872"/>
                </a:lnTo>
                <a:lnTo>
                  <a:pt x="12581" y="12872"/>
                </a:lnTo>
                <a:lnTo>
                  <a:pt x="12970" y="12823"/>
                </a:lnTo>
                <a:lnTo>
                  <a:pt x="13384" y="12775"/>
                </a:lnTo>
                <a:lnTo>
                  <a:pt x="13749" y="12677"/>
                </a:lnTo>
                <a:lnTo>
                  <a:pt x="14479" y="12531"/>
                </a:lnTo>
                <a:lnTo>
                  <a:pt x="14844" y="12434"/>
                </a:lnTo>
                <a:lnTo>
                  <a:pt x="15209" y="12312"/>
                </a:lnTo>
                <a:lnTo>
                  <a:pt x="15209" y="12312"/>
                </a:lnTo>
                <a:lnTo>
                  <a:pt x="15184" y="12507"/>
                </a:lnTo>
                <a:lnTo>
                  <a:pt x="14868" y="12629"/>
                </a:lnTo>
                <a:lnTo>
                  <a:pt x="14552" y="12750"/>
                </a:lnTo>
                <a:lnTo>
                  <a:pt x="14260" y="12896"/>
                </a:lnTo>
                <a:lnTo>
                  <a:pt x="13968" y="12994"/>
                </a:lnTo>
                <a:lnTo>
                  <a:pt x="13505" y="13140"/>
                </a:lnTo>
                <a:lnTo>
                  <a:pt x="13019" y="13286"/>
                </a:lnTo>
                <a:lnTo>
                  <a:pt x="12556" y="13432"/>
                </a:lnTo>
                <a:lnTo>
                  <a:pt x="12337" y="13529"/>
                </a:lnTo>
                <a:lnTo>
                  <a:pt x="12118" y="13626"/>
                </a:lnTo>
                <a:lnTo>
                  <a:pt x="12070" y="13675"/>
                </a:lnTo>
                <a:lnTo>
                  <a:pt x="12070" y="13748"/>
                </a:lnTo>
                <a:lnTo>
                  <a:pt x="12118" y="13797"/>
                </a:lnTo>
                <a:lnTo>
                  <a:pt x="12167" y="13821"/>
                </a:lnTo>
                <a:lnTo>
                  <a:pt x="12654" y="13821"/>
                </a:lnTo>
                <a:lnTo>
                  <a:pt x="12897" y="13772"/>
                </a:lnTo>
                <a:lnTo>
                  <a:pt x="13140" y="13724"/>
                </a:lnTo>
                <a:lnTo>
                  <a:pt x="13627" y="13602"/>
                </a:lnTo>
                <a:lnTo>
                  <a:pt x="14089" y="13456"/>
                </a:lnTo>
                <a:lnTo>
                  <a:pt x="14600" y="13286"/>
                </a:lnTo>
                <a:lnTo>
                  <a:pt x="14868" y="13188"/>
                </a:lnTo>
                <a:lnTo>
                  <a:pt x="15111" y="13091"/>
                </a:lnTo>
                <a:lnTo>
                  <a:pt x="15014" y="13651"/>
                </a:lnTo>
                <a:lnTo>
                  <a:pt x="14965" y="13651"/>
                </a:lnTo>
                <a:lnTo>
                  <a:pt x="14795" y="13602"/>
                </a:lnTo>
                <a:lnTo>
                  <a:pt x="14406" y="13602"/>
                </a:lnTo>
                <a:lnTo>
                  <a:pt x="14211" y="13626"/>
                </a:lnTo>
                <a:lnTo>
                  <a:pt x="13822" y="13724"/>
                </a:lnTo>
                <a:lnTo>
                  <a:pt x="13432" y="13797"/>
                </a:lnTo>
                <a:lnTo>
                  <a:pt x="12970" y="13894"/>
                </a:lnTo>
                <a:lnTo>
                  <a:pt x="12532" y="14016"/>
                </a:lnTo>
                <a:lnTo>
                  <a:pt x="12094" y="14137"/>
                </a:lnTo>
                <a:lnTo>
                  <a:pt x="11656" y="14308"/>
                </a:lnTo>
                <a:lnTo>
                  <a:pt x="11607" y="14356"/>
                </a:lnTo>
                <a:lnTo>
                  <a:pt x="11583" y="14405"/>
                </a:lnTo>
                <a:lnTo>
                  <a:pt x="11607" y="14454"/>
                </a:lnTo>
                <a:lnTo>
                  <a:pt x="11632" y="14478"/>
                </a:lnTo>
                <a:lnTo>
                  <a:pt x="11680" y="14478"/>
                </a:lnTo>
                <a:lnTo>
                  <a:pt x="12094" y="14454"/>
                </a:lnTo>
                <a:lnTo>
                  <a:pt x="12532" y="14429"/>
                </a:lnTo>
                <a:lnTo>
                  <a:pt x="12946" y="14356"/>
                </a:lnTo>
                <a:lnTo>
                  <a:pt x="13384" y="14283"/>
                </a:lnTo>
                <a:lnTo>
                  <a:pt x="13773" y="14210"/>
                </a:lnTo>
                <a:lnTo>
                  <a:pt x="14187" y="14137"/>
                </a:lnTo>
                <a:lnTo>
                  <a:pt x="14406" y="14089"/>
                </a:lnTo>
                <a:lnTo>
                  <a:pt x="14600" y="14016"/>
                </a:lnTo>
                <a:lnTo>
                  <a:pt x="14795" y="13943"/>
                </a:lnTo>
                <a:lnTo>
                  <a:pt x="14965" y="13821"/>
                </a:lnTo>
                <a:lnTo>
                  <a:pt x="14795" y="14381"/>
                </a:lnTo>
                <a:lnTo>
                  <a:pt x="14576" y="14916"/>
                </a:lnTo>
                <a:lnTo>
                  <a:pt x="14308" y="15451"/>
                </a:lnTo>
                <a:lnTo>
                  <a:pt x="14016" y="15938"/>
                </a:lnTo>
                <a:lnTo>
                  <a:pt x="13870" y="16206"/>
                </a:lnTo>
                <a:lnTo>
                  <a:pt x="13797" y="16157"/>
                </a:lnTo>
                <a:lnTo>
                  <a:pt x="13627" y="16108"/>
                </a:lnTo>
                <a:lnTo>
                  <a:pt x="13457" y="16084"/>
                </a:lnTo>
                <a:lnTo>
                  <a:pt x="12386" y="16084"/>
                </a:lnTo>
                <a:lnTo>
                  <a:pt x="11924" y="16060"/>
                </a:lnTo>
                <a:lnTo>
                  <a:pt x="11461" y="16011"/>
                </a:lnTo>
                <a:lnTo>
                  <a:pt x="10537" y="15889"/>
                </a:lnTo>
                <a:lnTo>
                  <a:pt x="10488" y="15889"/>
                </a:lnTo>
                <a:lnTo>
                  <a:pt x="10464" y="15914"/>
                </a:lnTo>
                <a:lnTo>
                  <a:pt x="10464" y="15962"/>
                </a:lnTo>
                <a:lnTo>
                  <a:pt x="10488" y="15987"/>
                </a:lnTo>
                <a:lnTo>
                  <a:pt x="10853" y="16181"/>
                </a:lnTo>
                <a:lnTo>
                  <a:pt x="11242" y="16352"/>
                </a:lnTo>
                <a:lnTo>
                  <a:pt x="11632" y="16473"/>
                </a:lnTo>
                <a:lnTo>
                  <a:pt x="12045" y="16546"/>
                </a:lnTo>
                <a:lnTo>
                  <a:pt x="12435" y="16595"/>
                </a:lnTo>
                <a:lnTo>
                  <a:pt x="12848" y="16619"/>
                </a:lnTo>
                <a:lnTo>
                  <a:pt x="13067" y="16619"/>
                </a:lnTo>
                <a:lnTo>
                  <a:pt x="13262" y="16595"/>
                </a:lnTo>
                <a:lnTo>
                  <a:pt x="13457" y="16571"/>
                </a:lnTo>
                <a:lnTo>
                  <a:pt x="13651" y="16498"/>
                </a:lnTo>
                <a:lnTo>
                  <a:pt x="13335" y="16887"/>
                </a:lnTo>
                <a:lnTo>
                  <a:pt x="13019" y="17252"/>
                </a:lnTo>
                <a:lnTo>
                  <a:pt x="12873" y="17203"/>
                </a:lnTo>
                <a:lnTo>
                  <a:pt x="12702" y="17154"/>
                </a:lnTo>
                <a:lnTo>
                  <a:pt x="12386" y="17106"/>
                </a:lnTo>
                <a:lnTo>
                  <a:pt x="12045" y="17081"/>
                </a:lnTo>
                <a:lnTo>
                  <a:pt x="11729" y="17008"/>
                </a:lnTo>
                <a:lnTo>
                  <a:pt x="11340" y="16911"/>
                </a:lnTo>
                <a:lnTo>
                  <a:pt x="10950" y="16790"/>
                </a:lnTo>
                <a:lnTo>
                  <a:pt x="10172" y="16522"/>
                </a:lnTo>
                <a:lnTo>
                  <a:pt x="10123" y="16522"/>
                </a:lnTo>
                <a:lnTo>
                  <a:pt x="10099" y="16546"/>
                </a:lnTo>
                <a:lnTo>
                  <a:pt x="10099" y="16595"/>
                </a:lnTo>
                <a:lnTo>
                  <a:pt x="10099" y="16619"/>
                </a:lnTo>
                <a:lnTo>
                  <a:pt x="10415" y="16863"/>
                </a:lnTo>
                <a:lnTo>
                  <a:pt x="10756" y="17057"/>
                </a:lnTo>
                <a:lnTo>
                  <a:pt x="11096" y="17227"/>
                </a:lnTo>
                <a:lnTo>
                  <a:pt x="11461" y="17373"/>
                </a:lnTo>
                <a:lnTo>
                  <a:pt x="11729" y="17446"/>
                </a:lnTo>
                <a:lnTo>
                  <a:pt x="12045" y="17519"/>
                </a:lnTo>
                <a:lnTo>
                  <a:pt x="12362" y="17568"/>
                </a:lnTo>
                <a:lnTo>
                  <a:pt x="12678" y="17592"/>
                </a:lnTo>
                <a:lnTo>
                  <a:pt x="12289" y="17884"/>
                </a:lnTo>
                <a:lnTo>
                  <a:pt x="12118" y="18030"/>
                </a:lnTo>
                <a:lnTo>
                  <a:pt x="11899" y="18128"/>
                </a:lnTo>
                <a:lnTo>
                  <a:pt x="11607" y="18055"/>
                </a:lnTo>
                <a:lnTo>
                  <a:pt x="11315" y="17982"/>
                </a:lnTo>
                <a:lnTo>
                  <a:pt x="10999" y="17884"/>
                </a:lnTo>
                <a:lnTo>
                  <a:pt x="10707" y="17787"/>
                </a:lnTo>
                <a:lnTo>
                  <a:pt x="10415" y="17641"/>
                </a:lnTo>
                <a:lnTo>
                  <a:pt x="10123" y="17446"/>
                </a:lnTo>
                <a:lnTo>
                  <a:pt x="9856" y="17276"/>
                </a:lnTo>
                <a:lnTo>
                  <a:pt x="9564" y="17106"/>
                </a:lnTo>
                <a:lnTo>
                  <a:pt x="9515" y="17106"/>
                </a:lnTo>
                <a:lnTo>
                  <a:pt x="9466" y="17130"/>
                </a:lnTo>
                <a:lnTo>
                  <a:pt x="9442" y="17154"/>
                </a:lnTo>
                <a:lnTo>
                  <a:pt x="9442" y="17203"/>
                </a:lnTo>
                <a:lnTo>
                  <a:pt x="9539" y="17422"/>
                </a:lnTo>
                <a:lnTo>
                  <a:pt x="9685" y="17617"/>
                </a:lnTo>
                <a:lnTo>
                  <a:pt x="9856" y="17811"/>
                </a:lnTo>
                <a:lnTo>
                  <a:pt x="10075" y="17982"/>
                </a:lnTo>
                <a:lnTo>
                  <a:pt x="10318" y="18128"/>
                </a:lnTo>
                <a:lnTo>
                  <a:pt x="10561" y="18249"/>
                </a:lnTo>
                <a:lnTo>
                  <a:pt x="10829" y="18347"/>
                </a:lnTo>
                <a:lnTo>
                  <a:pt x="11096" y="18420"/>
                </a:lnTo>
                <a:lnTo>
                  <a:pt x="10853" y="18444"/>
                </a:lnTo>
                <a:lnTo>
                  <a:pt x="10634" y="18444"/>
                </a:lnTo>
                <a:lnTo>
                  <a:pt x="10439" y="18420"/>
                </a:lnTo>
                <a:lnTo>
                  <a:pt x="10220" y="18395"/>
                </a:lnTo>
                <a:lnTo>
                  <a:pt x="10026" y="18322"/>
                </a:lnTo>
                <a:lnTo>
                  <a:pt x="9637" y="18176"/>
                </a:lnTo>
                <a:lnTo>
                  <a:pt x="9223" y="18006"/>
                </a:lnTo>
                <a:lnTo>
                  <a:pt x="8834" y="17811"/>
                </a:lnTo>
                <a:lnTo>
                  <a:pt x="8444" y="17665"/>
                </a:lnTo>
                <a:lnTo>
                  <a:pt x="8225" y="17617"/>
                </a:lnTo>
                <a:lnTo>
                  <a:pt x="8031" y="17568"/>
                </a:lnTo>
                <a:lnTo>
                  <a:pt x="7812" y="17519"/>
                </a:lnTo>
                <a:lnTo>
                  <a:pt x="7593" y="17519"/>
                </a:lnTo>
                <a:lnTo>
                  <a:pt x="7398" y="17544"/>
                </a:lnTo>
                <a:lnTo>
                  <a:pt x="7228" y="17568"/>
                </a:lnTo>
                <a:lnTo>
                  <a:pt x="7033" y="17617"/>
                </a:lnTo>
                <a:lnTo>
                  <a:pt x="6863" y="17690"/>
                </a:lnTo>
                <a:lnTo>
                  <a:pt x="6522" y="17860"/>
                </a:lnTo>
                <a:lnTo>
                  <a:pt x="6181" y="18055"/>
                </a:lnTo>
                <a:lnTo>
                  <a:pt x="5792" y="18274"/>
                </a:lnTo>
                <a:lnTo>
                  <a:pt x="5597" y="18371"/>
                </a:lnTo>
                <a:lnTo>
                  <a:pt x="5378" y="18444"/>
                </a:lnTo>
                <a:lnTo>
                  <a:pt x="5232" y="18493"/>
                </a:lnTo>
                <a:lnTo>
                  <a:pt x="5062" y="18493"/>
                </a:lnTo>
                <a:lnTo>
                  <a:pt x="4916" y="18468"/>
                </a:lnTo>
                <a:lnTo>
                  <a:pt x="4770" y="18444"/>
                </a:lnTo>
                <a:lnTo>
                  <a:pt x="4454" y="18347"/>
                </a:lnTo>
                <a:lnTo>
                  <a:pt x="4186" y="18201"/>
                </a:lnTo>
                <a:lnTo>
                  <a:pt x="3748" y="17957"/>
                </a:lnTo>
                <a:lnTo>
                  <a:pt x="3359" y="17690"/>
                </a:lnTo>
                <a:lnTo>
                  <a:pt x="2994" y="17373"/>
                </a:lnTo>
                <a:lnTo>
                  <a:pt x="2629" y="17057"/>
                </a:lnTo>
                <a:lnTo>
                  <a:pt x="2312" y="16692"/>
                </a:lnTo>
                <a:lnTo>
                  <a:pt x="1996" y="16327"/>
                </a:lnTo>
                <a:lnTo>
                  <a:pt x="1729" y="15938"/>
                </a:lnTo>
                <a:lnTo>
                  <a:pt x="1485" y="15524"/>
                </a:lnTo>
                <a:lnTo>
                  <a:pt x="1266" y="15086"/>
                </a:lnTo>
                <a:lnTo>
                  <a:pt x="1072" y="14648"/>
                </a:lnTo>
                <a:lnTo>
                  <a:pt x="901" y="14186"/>
                </a:lnTo>
                <a:lnTo>
                  <a:pt x="755" y="13724"/>
                </a:lnTo>
                <a:lnTo>
                  <a:pt x="658" y="13261"/>
                </a:lnTo>
                <a:lnTo>
                  <a:pt x="585" y="12775"/>
                </a:lnTo>
                <a:lnTo>
                  <a:pt x="561" y="12312"/>
                </a:lnTo>
                <a:lnTo>
                  <a:pt x="561" y="11826"/>
                </a:lnTo>
                <a:lnTo>
                  <a:pt x="609" y="11266"/>
                </a:lnTo>
                <a:lnTo>
                  <a:pt x="682" y="10682"/>
                </a:lnTo>
                <a:lnTo>
                  <a:pt x="828" y="10147"/>
                </a:lnTo>
                <a:lnTo>
                  <a:pt x="1023" y="9611"/>
                </a:lnTo>
                <a:lnTo>
                  <a:pt x="1242" y="9076"/>
                </a:lnTo>
                <a:lnTo>
                  <a:pt x="1510" y="8565"/>
                </a:lnTo>
                <a:lnTo>
                  <a:pt x="1826" y="8103"/>
                </a:lnTo>
                <a:lnTo>
                  <a:pt x="2166" y="7641"/>
                </a:lnTo>
                <a:lnTo>
                  <a:pt x="2361" y="7422"/>
                </a:lnTo>
                <a:lnTo>
                  <a:pt x="2556" y="7203"/>
                </a:lnTo>
                <a:lnTo>
                  <a:pt x="2775" y="7008"/>
                </a:lnTo>
                <a:lnTo>
                  <a:pt x="2994" y="6838"/>
                </a:lnTo>
                <a:lnTo>
                  <a:pt x="3213" y="6692"/>
                </a:lnTo>
                <a:lnTo>
                  <a:pt x="3432" y="6546"/>
                </a:lnTo>
                <a:lnTo>
                  <a:pt x="3675" y="6400"/>
                </a:lnTo>
                <a:lnTo>
                  <a:pt x="3918" y="6278"/>
                </a:lnTo>
                <a:lnTo>
                  <a:pt x="4186" y="6181"/>
                </a:lnTo>
                <a:lnTo>
                  <a:pt x="4429" y="6108"/>
                </a:lnTo>
                <a:lnTo>
                  <a:pt x="4697" y="6035"/>
                </a:lnTo>
                <a:lnTo>
                  <a:pt x="4965" y="5986"/>
                </a:lnTo>
                <a:lnTo>
                  <a:pt x="5257" y="5962"/>
                </a:lnTo>
                <a:lnTo>
                  <a:pt x="5524" y="5937"/>
                </a:lnTo>
                <a:close/>
                <a:moveTo>
                  <a:pt x="11802" y="0"/>
                </a:moveTo>
                <a:lnTo>
                  <a:pt x="11729" y="49"/>
                </a:lnTo>
                <a:lnTo>
                  <a:pt x="11680" y="122"/>
                </a:lnTo>
                <a:lnTo>
                  <a:pt x="11656" y="219"/>
                </a:lnTo>
                <a:lnTo>
                  <a:pt x="11656" y="244"/>
                </a:lnTo>
                <a:lnTo>
                  <a:pt x="11583" y="268"/>
                </a:lnTo>
                <a:lnTo>
                  <a:pt x="11096" y="438"/>
                </a:lnTo>
                <a:lnTo>
                  <a:pt x="10610" y="633"/>
                </a:lnTo>
                <a:lnTo>
                  <a:pt x="10123" y="852"/>
                </a:lnTo>
                <a:lnTo>
                  <a:pt x="9661" y="1119"/>
                </a:lnTo>
                <a:lnTo>
                  <a:pt x="9199" y="1387"/>
                </a:lnTo>
                <a:lnTo>
                  <a:pt x="8980" y="1557"/>
                </a:lnTo>
                <a:lnTo>
                  <a:pt x="8785" y="1728"/>
                </a:lnTo>
                <a:lnTo>
                  <a:pt x="8590" y="1898"/>
                </a:lnTo>
                <a:lnTo>
                  <a:pt x="8420" y="2093"/>
                </a:lnTo>
                <a:lnTo>
                  <a:pt x="8250" y="2287"/>
                </a:lnTo>
                <a:lnTo>
                  <a:pt x="8104" y="2506"/>
                </a:lnTo>
                <a:lnTo>
                  <a:pt x="8006" y="2677"/>
                </a:lnTo>
                <a:lnTo>
                  <a:pt x="7933" y="2871"/>
                </a:lnTo>
                <a:lnTo>
                  <a:pt x="7860" y="3066"/>
                </a:lnTo>
                <a:lnTo>
                  <a:pt x="7836" y="3261"/>
                </a:lnTo>
                <a:lnTo>
                  <a:pt x="7812" y="3480"/>
                </a:lnTo>
                <a:lnTo>
                  <a:pt x="7812" y="3674"/>
                </a:lnTo>
                <a:lnTo>
                  <a:pt x="7836" y="3869"/>
                </a:lnTo>
                <a:lnTo>
                  <a:pt x="7885" y="4088"/>
                </a:lnTo>
                <a:lnTo>
                  <a:pt x="7909" y="4210"/>
                </a:lnTo>
                <a:lnTo>
                  <a:pt x="7982" y="4356"/>
                </a:lnTo>
                <a:lnTo>
                  <a:pt x="8079" y="4502"/>
                </a:lnTo>
                <a:lnTo>
                  <a:pt x="8177" y="4648"/>
                </a:lnTo>
                <a:lnTo>
                  <a:pt x="8104" y="4745"/>
                </a:lnTo>
                <a:lnTo>
                  <a:pt x="7933" y="4453"/>
                </a:lnTo>
                <a:lnTo>
                  <a:pt x="7739" y="4039"/>
                </a:lnTo>
                <a:lnTo>
                  <a:pt x="7593" y="3820"/>
                </a:lnTo>
                <a:lnTo>
                  <a:pt x="7447" y="3601"/>
                </a:lnTo>
                <a:lnTo>
                  <a:pt x="7276" y="3407"/>
                </a:lnTo>
                <a:lnTo>
                  <a:pt x="7106" y="3236"/>
                </a:lnTo>
                <a:lnTo>
                  <a:pt x="6911" y="3115"/>
                </a:lnTo>
                <a:lnTo>
                  <a:pt x="6717" y="3017"/>
                </a:lnTo>
                <a:lnTo>
                  <a:pt x="6644" y="3017"/>
                </a:lnTo>
                <a:lnTo>
                  <a:pt x="6595" y="3066"/>
                </a:lnTo>
                <a:lnTo>
                  <a:pt x="6546" y="3115"/>
                </a:lnTo>
                <a:lnTo>
                  <a:pt x="6546" y="3188"/>
                </a:lnTo>
                <a:lnTo>
                  <a:pt x="6595" y="3358"/>
                </a:lnTo>
                <a:lnTo>
                  <a:pt x="6668" y="3504"/>
                </a:lnTo>
                <a:lnTo>
                  <a:pt x="6887" y="3772"/>
                </a:lnTo>
                <a:lnTo>
                  <a:pt x="7155" y="4161"/>
                </a:lnTo>
                <a:lnTo>
                  <a:pt x="7398" y="4575"/>
                </a:lnTo>
                <a:lnTo>
                  <a:pt x="7617" y="4964"/>
                </a:lnTo>
                <a:lnTo>
                  <a:pt x="7787" y="5378"/>
                </a:lnTo>
                <a:lnTo>
                  <a:pt x="7909" y="5767"/>
                </a:lnTo>
                <a:lnTo>
                  <a:pt x="7958" y="5937"/>
                </a:lnTo>
                <a:lnTo>
                  <a:pt x="8055" y="6108"/>
                </a:lnTo>
                <a:lnTo>
                  <a:pt x="7641" y="6059"/>
                </a:lnTo>
                <a:lnTo>
                  <a:pt x="7228" y="5962"/>
                </a:lnTo>
                <a:lnTo>
                  <a:pt x="6936" y="5864"/>
                </a:lnTo>
                <a:lnTo>
                  <a:pt x="6668" y="5743"/>
                </a:lnTo>
                <a:lnTo>
                  <a:pt x="6400" y="5645"/>
                </a:lnTo>
                <a:lnTo>
                  <a:pt x="6279" y="5621"/>
                </a:lnTo>
                <a:lnTo>
                  <a:pt x="6133" y="5597"/>
                </a:lnTo>
                <a:lnTo>
                  <a:pt x="6084" y="5597"/>
                </a:lnTo>
                <a:lnTo>
                  <a:pt x="6060" y="5621"/>
                </a:lnTo>
                <a:lnTo>
                  <a:pt x="5865" y="5548"/>
                </a:lnTo>
                <a:lnTo>
                  <a:pt x="5670" y="5499"/>
                </a:lnTo>
                <a:lnTo>
                  <a:pt x="5476" y="5475"/>
                </a:lnTo>
                <a:lnTo>
                  <a:pt x="5257" y="5451"/>
                </a:lnTo>
                <a:lnTo>
                  <a:pt x="5062" y="5451"/>
                </a:lnTo>
                <a:lnTo>
                  <a:pt x="4867" y="5475"/>
                </a:lnTo>
                <a:lnTo>
                  <a:pt x="4478" y="5524"/>
                </a:lnTo>
                <a:lnTo>
                  <a:pt x="4089" y="5645"/>
                </a:lnTo>
                <a:lnTo>
                  <a:pt x="3699" y="5791"/>
                </a:lnTo>
                <a:lnTo>
                  <a:pt x="3334" y="5986"/>
                </a:lnTo>
                <a:lnTo>
                  <a:pt x="2994" y="6181"/>
                </a:lnTo>
                <a:lnTo>
                  <a:pt x="2604" y="6448"/>
                </a:lnTo>
                <a:lnTo>
                  <a:pt x="2264" y="6765"/>
                </a:lnTo>
                <a:lnTo>
                  <a:pt x="1948" y="7081"/>
                </a:lnTo>
                <a:lnTo>
                  <a:pt x="1631" y="7422"/>
                </a:lnTo>
                <a:lnTo>
                  <a:pt x="1364" y="7811"/>
                </a:lnTo>
                <a:lnTo>
                  <a:pt x="1120" y="8200"/>
                </a:lnTo>
                <a:lnTo>
                  <a:pt x="877" y="8590"/>
                </a:lnTo>
                <a:lnTo>
                  <a:pt x="682" y="9003"/>
                </a:lnTo>
                <a:lnTo>
                  <a:pt x="512" y="9417"/>
                </a:lnTo>
                <a:lnTo>
                  <a:pt x="342" y="9855"/>
                </a:lnTo>
                <a:lnTo>
                  <a:pt x="220" y="10293"/>
                </a:lnTo>
                <a:lnTo>
                  <a:pt x="123" y="10731"/>
                </a:lnTo>
                <a:lnTo>
                  <a:pt x="50" y="11193"/>
                </a:lnTo>
                <a:lnTo>
                  <a:pt x="25" y="11631"/>
                </a:lnTo>
                <a:lnTo>
                  <a:pt x="1" y="12093"/>
                </a:lnTo>
                <a:lnTo>
                  <a:pt x="1" y="12531"/>
                </a:lnTo>
                <a:lnTo>
                  <a:pt x="50" y="12994"/>
                </a:lnTo>
                <a:lnTo>
                  <a:pt x="123" y="13432"/>
                </a:lnTo>
                <a:lnTo>
                  <a:pt x="196" y="13870"/>
                </a:lnTo>
                <a:lnTo>
                  <a:pt x="317" y="14308"/>
                </a:lnTo>
                <a:lnTo>
                  <a:pt x="463" y="14746"/>
                </a:lnTo>
                <a:lnTo>
                  <a:pt x="634" y="15159"/>
                </a:lnTo>
                <a:lnTo>
                  <a:pt x="828" y="15573"/>
                </a:lnTo>
                <a:lnTo>
                  <a:pt x="1047" y="15987"/>
                </a:lnTo>
                <a:lnTo>
                  <a:pt x="1291" y="16352"/>
                </a:lnTo>
                <a:lnTo>
                  <a:pt x="1558" y="16717"/>
                </a:lnTo>
                <a:lnTo>
                  <a:pt x="1826" y="17057"/>
                </a:lnTo>
                <a:lnTo>
                  <a:pt x="2118" y="17373"/>
                </a:lnTo>
                <a:lnTo>
                  <a:pt x="2458" y="17665"/>
                </a:lnTo>
                <a:lnTo>
                  <a:pt x="2775" y="17957"/>
                </a:lnTo>
                <a:lnTo>
                  <a:pt x="3140" y="18225"/>
                </a:lnTo>
                <a:lnTo>
                  <a:pt x="3505" y="18468"/>
                </a:lnTo>
                <a:lnTo>
                  <a:pt x="3870" y="18687"/>
                </a:lnTo>
                <a:lnTo>
                  <a:pt x="4235" y="18882"/>
                </a:lnTo>
                <a:lnTo>
                  <a:pt x="4429" y="18955"/>
                </a:lnTo>
                <a:lnTo>
                  <a:pt x="4648" y="19004"/>
                </a:lnTo>
                <a:lnTo>
                  <a:pt x="4843" y="19052"/>
                </a:lnTo>
                <a:lnTo>
                  <a:pt x="5257" y="19052"/>
                </a:lnTo>
                <a:lnTo>
                  <a:pt x="5451" y="19004"/>
                </a:lnTo>
                <a:lnTo>
                  <a:pt x="5646" y="18931"/>
                </a:lnTo>
                <a:lnTo>
                  <a:pt x="5841" y="18858"/>
                </a:lnTo>
                <a:lnTo>
                  <a:pt x="6230" y="18639"/>
                </a:lnTo>
                <a:lnTo>
                  <a:pt x="6571" y="18444"/>
                </a:lnTo>
                <a:lnTo>
                  <a:pt x="6790" y="18322"/>
                </a:lnTo>
                <a:lnTo>
                  <a:pt x="6984" y="18225"/>
                </a:lnTo>
                <a:lnTo>
                  <a:pt x="7203" y="18152"/>
                </a:lnTo>
                <a:lnTo>
                  <a:pt x="7398" y="18079"/>
                </a:lnTo>
                <a:lnTo>
                  <a:pt x="7617" y="18055"/>
                </a:lnTo>
                <a:lnTo>
                  <a:pt x="7836" y="18055"/>
                </a:lnTo>
                <a:lnTo>
                  <a:pt x="8079" y="18103"/>
                </a:lnTo>
                <a:lnTo>
                  <a:pt x="8298" y="18152"/>
                </a:lnTo>
                <a:lnTo>
                  <a:pt x="8736" y="18298"/>
                </a:lnTo>
                <a:lnTo>
                  <a:pt x="9150" y="18468"/>
                </a:lnTo>
                <a:lnTo>
                  <a:pt x="9564" y="18663"/>
                </a:lnTo>
                <a:lnTo>
                  <a:pt x="10002" y="18833"/>
                </a:lnTo>
                <a:lnTo>
                  <a:pt x="10220" y="18906"/>
                </a:lnTo>
                <a:lnTo>
                  <a:pt x="10439" y="18931"/>
                </a:lnTo>
                <a:lnTo>
                  <a:pt x="10634" y="18955"/>
                </a:lnTo>
                <a:lnTo>
                  <a:pt x="11048" y="18955"/>
                </a:lnTo>
                <a:lnTo>
                  <a:pt x="11242" y="18906"/>
                </a:lnTo>
                <a:lnTo>
                  <a:pt x="11461" y="18858"/>
                </a:lnTo>
                <a:lnTo>
                  <a:pt x="11632" y="18809"/>
                </a:lnTo>
                <a:lnTo>
                  <a:pt x="12021" y="18639"/>
                </a:lnTo>
                <a:lnTo>
                  <a:pt x="12386" y="18420"/>
                </a:lnTo>
                <a:lnTo>
                  <a:pt x="12727" y="18176"/>
                </a:lnTo>
                <a:lnTo>
                  <a:pt x="13067" y="17884"/>
                </a:lnTo>
                <a:lnTo>
                  <a:pt x="13335" y="17641"/>
                </a:lnTo>
                <a:lnTo>
                  <a:pt x="13603" y="17349"/>
                </a:lnTo>
                <a:lnTo>
                  <a:pt x="13846" y="17081"/>
                </a:lnTo>
                <a:lnTo>
                  <a:pt x="14089" y="16790"/>
                </a:lnTo>
                <a:lnTo>
                  <a:pt x="14308" y="16473"/>
                </a:lnTo>
                <a:lnTo>
                  <a:pt x="14503" y="16157"/>
                </a:lnTo>
                <a:lnTo>
                  <a:pt x="14698" y="15841"/>
                </a:lnTo>
                <a:lnTo>
                  <a:pt x="14868" y="15524"/>
                </a:lnTo>
                <a:lnTo>
                  <a:pt x="15038" y="15184"/>
                </a:lnTo>
                <a:lnTo>
                  <a:pt x="15160" y="14843"/>
                </a:lnTo>
                <a:lnTo>
                  <a:pt x="15282" y="14478"/>
                </a:lnTo>
                <a:lnTo>
                  <a:pt x="15403" y="14137"/>
                </a:lnTo>
                <a:lnTo>
                  <a:pt x="15501" y="13772"/>
                </a:lnTo>
                <a:lnTo>
                  <a:pt x="15574" y="13407"/>
                </a:lnTo>
                <a:lnTo>
                  <a:pt x="15622" y="13042"/>
                </a:lnTo>
                <a:lnTo>
                  <a:pt x="15671" y="12677"/>
                </a:lnTo>
                <a:lnTo>
                  <a:pt x="15720" y="12629"/>
                </a:lnTo>
                <a:lnTo>
                  <a:pt x="15744" y="12580"/>
                </a:lnTo>
                <a:lnTo>
                  <a:pt x="15744" y="12556"/>
                </a:lnTo>
                <a:lnTo>
                  <a:pt x="15695" y="12483"/>
                </a:lnTo>
                <a:lnTo>
                  <a:pt x="15720" y="11996"/>
                </a:lnTo>
                <a:lnTo>
                  <a:pt x="15720" y="11509"/>
                </a:lnTo>
                <a:lnTo>
                  <a:pt x="15671" y="10998"/>
                </a:lnTo>
                <a:lnTo>
                  <a:pt x="15622" y="10512"/>
                </a:lnTo>
                <a:lnTo>
                  <a:pt x="15525" y="10074"/>
                </a:lnTo>
                <a:lnTo>
                  <a:pt x="15403" y="9636"/>
                </a:lnTo>
                <a:lnTo>
                  <a:pt x="15257" y="9173"/>
                </a:lnTo>
                <a:lnTo>
                  <a:pt x="15087" y="8711"/>
                </a:lnTo>
                <a:lnTo>
                  <a:pt x="14892" y="8273"/>
                </a:lnTo>
                <a:lnTo>
                  <a:pt x="14649" y="7860"/>
                </a:lnTo>
                <a:lnTo>
                  <a:pt x="14381" y="7446"/>
                </a:lnTo>
                <a:lnTo>
                  <a:pt x="14089" y="7032"/>
                </a:lnTo>
                <a:lnTo>
                  <a:pt x="13773" y="6692"/>
                </a:lnTo>
                <a:lnTo>
                  <a:pt x="13432" y="6351"/>
                </a:lnTo>
                <a:lnTo>
                  <a:pt x="13067" y="6059"/>
                </a:lnTo>
                <a:lnTo>
                  <a:pt x="12678" y="5816"/>
                </a:lnTo>
                <a:lnTo>
                  <a:pt x="12483" y="5718"/>
                </a:lnTo>
                <a:lnTo>
                  <a:pt x="12264" y="5645"/>
                </a:lnTo>
                <a:lnTo>
                  <a:pt x="12070" y="5572"/>
                </a:lnTo>
                <a:lnTo>
                  <a:pt x="11826" y="5499"/>
                </a:lnTo>
                <a:lnTo>
                  <a:pt x="11607" y="5451"/>
                </a:lnTo>
                <a:lnTo>
                  <a:pt x="11388" y="5426"/>
                </a:lnTo>
                <a:lnTo>
                  <a:pt x="10902" y="5426"/>
                </a:lnTo>
                <a:lnTo>
                  <a:pt x="10853" y="5329"/>
                </a:lnTo>
                <a:lnTo>
                  <a:pt x="10756" y="5280"/>
                </a:lnTo>
                <a:lnTo>
                  <a:pt x="10658" y="5256"/>
                </a:lnTo>
                <a:lnTo>
                  <a:pt x="10610" y="5280"/>
                </a:lnTo>
                <a:lnTo>
                  <a:pt x="10561" y="5305"/>
                </a:lnTo>
                <a:lnTo>
                  <a:pt x="10075" y="5597"/>
                </a:lnTo>
                <a:lnTo>
                  <a:pt x="9807" y="5743"/>
                </a:lnTo>
                <a:lnTo>
                  <a:pt x="9564" y="5840"/>
                </a:lnTo>
                <a:lnTo>
                  <a:pt x="9320" y="5937"/>
                </a:lnTo>
                <a:lnTo>
                  <a:pt x="9053" y="6035"/>
                </a:lnTo>
                <a:lnTo>
                  <a:pt x="8761" y="6083"/>
                </a:lnTo>
                <a:lnTo>
                  <a:pt x="8469" y="6108"/>
                </a:lnTo>
                <a:lnTo>
                  <a:pt x="8469" y="6108"/>
                </a:lnTo>
                <a:lnTo>
                  <a:pt x="8493" y="5864"/>
                </a:lnTo>
                <a:lnTo>
                  <a:pt x="8444" y="5597"/>
                </a:lnTo>
                <a:lnTo>
                  <a:pt x="8371" y="5353"/>
                </a:lnTo>
                <a:lnTo>
                  <a:pt x="8274" y="5086"/>
                </a:lnTo>
                <a:lnTo>
                  <a:pt x="8542" y="4867"/>
                </a:lnTo>
                <a:lnTo>
                  <a:pt x="8639" y="4891"/>
                </a:lnTo>
                <a:lnTo>
                  <a:pt x="8712" y="4867"/>
                </a:lnTo>
                <a:lnTo>
                  <a:pt x="8736" y="4842"/>
                </a:lnTo>
                <a:lnTo>
                  <a:pt x="8761" y="4818"/>
                </a:lnTo>
                <a:lnTo>
                  <a:pt x="8907" y="4891"/>
                </a:lnTo>
                <a:lnTo>
                  <a:pt x="9077" y="4940"/>
                </a:lnTo>
                <a:lnTo>
                  <a:pt x="9247" y="4964"/>
                </a:lnTo>
                <a:lnTo>
                  <a:pt x="9418" y="4988"/>
                </a:lnTo>
                <a:lnTo>
                  <a:pt x="9588" y="4964"/>
                </a:lnTo>
                <a:lnTo>
                  <a:pt x="9758" y="4940"/>
                </a:lnTo>
                <a:lnTo>
                  <a:pt x="9953" y="4891"/>
                </a:lnTo>
                <a:lnTo>
                  <a:pt x="10123" y="4842"/>
                </a:lnTo>
                <a:lnTo>
                  <a:pt x="10464" y="4672"/>
                </a:lnTo>
                <a:lnTo>
                  <a:pt x="10756" y="4477"/>
                </a:lnTo>
                <a:lnTo>
                  <a:pt x="11048" y="4258"/>
                </a:lnTo>
                <a:lnTo>
                  <a:pt x="11267" y="4015"/>
                </a:lnTo>
                <a:lnTo>
                  <a:pt x="11413" y="3820"/>
                </a:lnTo>
                <a:lnTo>
                  <a:pt x="11559" y="3626"/>
                </a:lnTo>
                <a:lnTo>
                  <a:pt x="11680" y="3407"/>
                </a:lnTo>
                <a:lnTo>
                  <a:pt x="11778" y="3163"/>
                </a:lnTo>
                <a:lnTo>
                  <a:pt x="11851" y="2944"/>
                </a:lnTo>
                <a:lnTo>
                  <a:pt x="11924" y="2701"/>
                </a:lnTo>
                <a:lnTo>
                  <a:pt x="12045" y="2214"/>
                </a:lnTo>
                <a:lnTo>
                  <a:pt x="12094" y="1703"/>
                </a:lnTo>
                <a:lnTo>
                  <a:pt x="12118" y="1217"/>
                </a:lnTo>
                <a:lnTo>
                  <a:pt x="12118" y="706"/>
                </a:lnTo>
                <a:lnTo>
                  <a:pt x="12118" y="219"/>
                </a:lnTo>
                <a:lnTo>
                  <a:pt x="12094" y="122"/>
                </a:lnTo>
                <a:lnTo>
                  <a:pt x="12045" y="49"/>
                </a:lnTo>
                <a:lnTo>
                  <a:pt x="1197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66" name="Google Shape;866;p39"/>
          <p:cNvSpPr/>
          <p:nvPr/>
        </p:nvSpPr>
        <p:spPr>
          <a:xfrm>
            <a:off x="3742432" y="4393700"/>
            <a:ext cx="494054" cy="448312"/>
          </a:xfrm>
          <a:custGeom>
            <a:avLst/>
            <a:gdLst/>
            <a:ahLst/>
            <a:cxnLst/>
            <a:rect l="l" t="t" r="r" b="b"/>
            <a:pathLst>
              <a:path w="22606" h="20513" extrusionOk="0">
                <a:moveTo>
                  <a:pt x="3650" y="5086"/>
                </a:moveTo>
                <a:lnTo>
                  <a:pt x="3650" y="5280"/>
                </a:lnTo>
                <a:lnTo>
                  <a:pt x="3650" y="5451"/>
                </a:lnTo>
                <a:lnTo>
                  <a:pt x="3650" y="5621"/>
                </a:lnTo>
                <a:lnTo>
                  <a:pt x="3431" y="5475"/>
                </a:lnTo>
                <a:lnTo>
                  <a:pt x="3212" y="5329"/>
                </a:lnTo>
                <a:lnTo>
                  <a:pt x="3431" y="5207"/>
                </a:lnTo>
                <a:lnTo>
                  <a:pt x="3650" y="5086"/>
                </a:lnTo>
                <a:close/>
                <a:moveTo>
                  <a:pt x="18323" y="4915"/>
                </a:moveTo>
                <a:lnTo>
                  <a:pt x="18736" y="5134"/>
                </a:lnTo>
                <a:lnTo>
                  <a:pt x="19150" y="5353"/>
                </a:lnTo>
                <a:lnTo>
                  <a:pt x="18347" y="5889"/>
                </a:lnTo>
                <a:lnTo>
                  <a:pt x="18347" y="5451"/>
                </a:lnTo>
                <a:lnTo>
                  <a:pt x="18347" y="5183"/>
                </a:lnTo>
                <a:lnTo>
                  <a:pt x="18323" y="4915"/>
                </a:lnTo>
                <a:close/>
                <a:moveTo>
                  <a:pt x="4380" y="4599"/>
                </a:moveTo>
                <a:lnTo>
                  <a:pt x="4307" y="4964"/>
                </a:lnTo>
                <a:lnTo>
                  <a:pt x="4283" y="5329"/>
                </a:lnTo>
                <a:lnTo>
                  <a:pt x="4283" y="5718"/>
                </a:lnTo>
                <a:lnTo>
                  <a:pt x="4307" y="6083"/>
                </a:lnTo>
                <a:lnTo>
                  <a:pt x="4307" y="6083"/>
                </a:lnTo>
                <a:lnTo>
                  <a:pt x="3869" y="5767"/>
                </a:lnTo>
                <a:lnTo>
                  <a:pt x="3845" y="5451"/>
                </a:lnTo>
                <a:lnTo>
                  <a:pt x="3821" y="5232"/>
                </a:lnTo>
                <a:lnTo>
                  <a:pt x="3796" y="4988"/>
                </a:lnTo>
                <a:lnTo>
                  <a:pt x="4380" y="4599"/>
                </a:lnTo>
                <a:close/>
                <a:moveTo>
                  <a:pt x="17569" y="4453"/>
                </a:moveTo>
                <a:lnTo>
                  <a:pt x="18201" y="4842"/>
                </a:lnTo>
                <a:lnTo>
                  <a:pt x="18153" y="5086"/>
                </a:lnTo>
                <a:lnTo>
                  <a:pt x="18104" y="5329"/>
                </a:lnTo>
                <a:lnTo>
                  <a:pt x="18080" y="5694"/>
                </a:lnTo>
                <a:lnTo>
                  <a:pt x="18055" y="5864"/>
                </a:lnTo>
                <a:lnTo>
                  <a:pt x="18055" y="6059"/>
                </a:lnTo>
                <a:lnTo>
                  <a:pt x="17398" y="6473"/>
                </a:lnTo>
                <a:lnTo>
                  <a:pt x="17471" y="5913"/>
                </a:lnTo>
                <a:lnTo>
                  <a:pt x="17520" y="5353"/>
                </a:lnTo>
                <a:lnTo>
                  <a:pt x="17569" y="4915"/>
                </a:lnTo>
                <a:lnTo>
                  <a:pt x="17569" y="4672"/>
                </a:lnTo>
                <a:lnTo>
                  <a:pt x="17569" y="4453"/>
                </a:lnTo>
                <a:close/>
                <a:moveTo>
                  <a:pt x="5135" y="4161"/>
                </a:moveTo>
                <a:lnTo>
                  <a:pt x="5110" y="4380"/>
                </a:lnTo>
                <a:lnTo>
                  <a:pt x="5086" y="4648"/>
                </a:lnTo>
                <a:lnTo>
                  <a:pt x="5086" y="5134"/>
                </a:lnTo>
                <a:lnTo>
                  <a:pt x="5013" y="6546"/>
                </a:lnTo>
                <a:lnTo>
                  <a:pt x="4575" y="6278"/>
                </a:lnTo>
                <a:lnTo>
                  <a:pt x="4575" y="5378"/>
                </a:lnTo>
                <a:lnTo>
                  <a:pt x="4575" y="4940"/>
                </a:lnTo>
                <a:lnTo>
                  <a:pt x="4575" y="4721"/>
                </a:lnTo>
                <a:lnTo>
                  <a:pt x="4551" y="4502"/>
                </a:lnTo>
                <a:lnTo>
                  <a:pt x="4599" y="4477"/>
                </a:lnTo>
                <a:lnTo>
                  <a:pt x="5135" y="4161"/>
                </a:lnTo>
                <a:close/>
                <a:moveTo>
                  <a:pt x="5889" y="3699"/>
                </a:moveTo>
                <a:lnTo>
                  <a:pt x="5865" y="4088"/>
                </a:lnTo>
                <a:lnTo>
                  <a:pt x="5865" y="4453"/>
                </a:lnTo>
                <a:lnTo>
                  <a:pt x="5865" y="5232"/>
                </a:lnTo>
                <a:lnTo>
                  <a:pt x="5840" y="6132"/>
                </a:lnTo>
                <a:lnTo>
                  <a:pt x="5816" y="6594"/>
                </a:lnTo>
                <a:lnTo>
                  <a:pt x="5816" y="7032"/>
                </a:lnTo>
                <a:lnTo>
                  <a:pt x="5256" y="6692"/>
                </a:lnTo>
                <a:lnTo>
                  <a:pt x="5305" y="5305"/>
                </a:lnTo>
                <a:lnTo>
                  <a:pt x="5354" y="4672"/>
                </a:lnTo>
                <a:lnTo>
                  <a:pt x="5354" y="4356"/>
                </a:lnTo>
                <a:lnTo>
                  <a:pt x="5329" y="4039"/>
                </a:lnTo>
                <a:lnTo>
                  <a:pt x="5889" y="3699"/>
                </a:lnTo>
                <a:close/>
                <a:moveTo>
                  <a:pt x="15817" y="3407"/>
                </a:moveTo>
                <a:lnTo>
                  <a:pt x="17252" y="4258"/>
                </a:lnTo>
                <a:lnTo>
                  <a:pt x="17374" y="4331"/>
                </a:lnTo>
                <a:lnTo>
                  <a:pt x="17350" y="4526"/>
                </a:lnTo>
                <a:lnTo>
                  <a:pt x="17325" y="4745"/>
                </a:lnTo>
                <a:lnTo>
                  <a:pt x="17325" y="5159"/>
                </a:lnTo>
                <a:lnTo>
                  <a:pt x="17301" y="5840"/>
                </a:lnTo>
                <a:lnTo>
                  <a:pt x="17325" y="6497"/>
                </a:lnTo>
                <a:lnTo>
                  <a:pt x="16668" y="6911"/>
                </a:lnTo>
                <a:lnTo>
                  <a:pt x="16693" y="6594"/>
                </a:lnTo>
                <a:lnTo>
                  <a:pt x="16693" y="6254"/>
                </a:lnTo>
                <a:lnTo>
                  <a:pt x="16693" y="5597"/>
                </a:lnTo>
                <a:lnTo>
                  <a:pt x="16717" y="5183"/>
                </a:lnTo>
                <a:lnTo>
                  <a:pt x="16741" y="4745"/>
                </a:lnTo>
                <a:lnTo>
                  <a:pt x="16741" y="4526"/>
                </a:lnTo>
                <a:lnTo>
                  <a:pt x="16717" y="4307"/>
                </a:lnTo>
                <a:lnTo>
                  <a:pt x="16693" y="4112"/>
                </a:lnTo>
                <a:lnTo>
                  <a:pt x="16620" y="3918"/>
                </a:lnTo>
                <a:lnTo>
                  <a:pt x="16595" y="3893"/>
                </a:lnTo>
                <a:lnTo>
                  <a:pt x="16571" y="3893"/>
                </a:lnTo>
                <a:lnTo>
                  <a:pt x="16498" y="4088"/>
                </a:lnTo>
                <a:lnTo>
                  <a:pt x="16474" y="4258"/>
                </a:lnTo>
                <a:lnTo>
                  <a:pt x="16449" y="4453"/>
                </a:lnTo>
                <a:lnTo>
                  <a:pt x="16425" y="4648"/>
                </a:lnTo>
                <a:lnTo>
                  <a:pt x="16449" y="5426"/>
                </a:lnTo>
                <a:lnTo>
                  <a:pt x="16425" y="6229"/>
                </a:lnTo>
                <a:lnTo>
                  <a:pt x="16425" y="6643"/>
                </a:lnTo>
                <a:lnTo>
                  <a:pt x="16474" y="7032"/>
                </a:lnTo>
                <a:lnTo>
                  <a:pt x="15963" y="7324"/>
                </a:lnTo>
                <a:lnTo>
                  <a:pt x="15914" y="5280"/>
                </a:lnTo>
                <a:lnTo>
                  <a:pt x="15914" y="4331"/>
                </a:lnTo>
                <a:lnTo>
                  <a:pt x="15890" y="3869"/>
                </a:lnTo>
                <a:lnTo>
                  <a:pt x="15817" y="3407"/>
                </a:lnTo>
                <a:close/>
                <a:moveTo>
                  <a:pt x="6814" y="3139"/>
                </a:moveTo>
                <a:lnTo>
                  <a:pt x="6789" y="3382"/>
                </a:lnTo>
                <a:lnTo>
                  <a:pt x="6765" y="3650"/>
                </a:lnTo>
                <a:lnTo>
                  <a:pt x="6765" y="4137"/>
                </a:lnTo>
                <a:lnTo>
                  <a:pt x="6765" y="5134"/>
                </a:lnTo>
                <a:lnTo>
                  <a:pt x="6716" y="6351"/>
                </a:lnTo>
                <a:lnTo>
                  <a:pt x="6716" y="6959"/>
                </a:lnTo>
                <a:lnTo>
                  <a:pt x="6716" y="7543"/>
                </a:lnTo>
                <a:lnTo>
                  <a:pt x="6084" y="7203"/>
                </a:lnTo>
                <a:lnTo>
                  <a:pt x="6108" y="6740"/>
                </a:lnTo>
                <a:lnTo>
                  <a:pt x="6108" y="6302"/>
                </a:lnTo>
                <a:lnTo>
                  <a:pt x="6108" y="5402"/>
                </a:lnTo>
                <a:lnTo>
                  <a:pt x="6132" y="4502"/>
                </a:lnTo>
                <a:lnTo>
                  <a:pt x="6132" y="4039"/>
                </a:lnTo>
                <a:lnTo>
                  <a:pt x="6084" y="3577"/>
                </a:lnTo>
                <a:lnTo>
                  <a:pt x="6814" y="3139"/>
                </a:lnTo>
                <a:close/>
                <a:moveTo>
                  <a:pt x="15087" y="2969"/>
                </a:moveTo>
                <a:lnTo>
                  <a:pt x="15695" y="3334"/>
                </a:lnTo>
                <a:lnTo>
                  <a:pt x="15671" y="3820"/>
                </a:lnTo>
                <a:lnTo>
                  <a:pt x="15646" y="4307"/>
                </a:lnTo>
                <a:lnTo>
                  <a:pt x="15695" y="5280"/>
                </a:lnTo>
                <a:lnTo>
                  <a:pt x="15768" y="7446"/>
                </a:lnTo>
                <a:lnTo>
                  <a:pt x="15695" y="7495"/>
                </a:lnTo>
                <a:lnTo>
                  <a:pt x="15111" y="7811"/>
                </a:lnTo>
                <a:lnTo>
                  <a:pt x="15135" y="7178"/>
                </a:lnTo>
                <a:lnTo>
                  <a:pt x="15135" y="6546"/>
                </a:lnTo>
                <a:lnTo>
                  <a:pt x="15135" y="5280"/>
                </a:lnTo>
                <a:lnTo>
                  <a:pt x="15135" y="3942"/>
                </a:lnTo>
                <a:lnTo>
                  <a:pt x="15135" y="3455"/>
                </a:lnTo>
                <a:lnTo>
                  <a:pt x="15111" y="3212"/>
                </a:lnTo>
                <a:lnTo>
                  <a:pt x="15087" y="2969"/>
                </a:lnTo>
                <a:close/>
                <a:moveTo>
                  <a:pt x="7665" y="2628"/>
                </a:moveTo>
                <a:lnTo>
                  <a:pt x="7641" y="2871"/>
                </a:lnTo>
                <a:lnTo>
                  <a:pt x="7617" y="3115"/>
                </a:lnTo>
                <a:lnTo>
                  <a:pt x="7568" y="3577"/>
                </a:lnTo>
                <a:lnTo>
                  <a:pt x="7495" y="5110"/>
                </a:lnTo>
                <a:lnTo>
                  <a:pt x="7446" y="6497"/>
                </a:lnTo>
                <a:lnTo>
                  <a:pt x="7398" y="7908"/>
                </a:lnTo>
                <a:lnTo>
                  <a:pt x="6984" y="7689"/>
                </a:lnTo>
                <a:lnTo>
                  <a:pt x="7008" y="7105"/>
                </a:lnTo>
                <a:lnTo>
                  <a:pt x="7033" y="6497"/>
                </a:lnTo>
                <a:lnTo>
                  <a:pt x="7033" y="5329"/>
                </a:lnTo>
                <a:lnTo>
                  <a:pt x="7057" y="4769"/>
                </a:lnTo>
                <a:lnTo>
                  <a:pt x="7081" y="4185"/>
                </a:lnTo>
                <a:lnTo>
                  <a:pt x="7081" y="3601"/>
                </a:lnTo>
                <a:lnTo>
                  <a:pt x="7057" y="3309"/>
                </a:lnTo>
                <a:lnTo>
                  <a:pt x="7033" y="3017"/>
                </a:lnTo>
                <a:lnTo>
                  <a:pt x="7665" y="2628"/>
                </a:lnTo>
                <a:close/>
                <a:moveTo>
                  <a:pt x="8517" y="2117"/>
                </a:moveTo>
                <a:lnTo>
                  <a:pt x="8468" y="2458"/>
                </a:lnTo>
                <a:lnTo>
                  <a:pt x="8395" y="2798"/>
                </a:lnTo>
                <a:lnTo>
                  <a:pt x="8322" y="3504"/>
                </a:lnTo>
                <a:lnTo>
                  <a:pt x="8274" y="4185"/>
                </a:lnTo>
                <a:lnTo>
                  <a:pt x="8225" y="4867"/>
                </a:lnTo>
                <a:lnTo>
                  <a:pt x="8152" y="5743"/>
                </a:lnTo>
                <a:lnTo>
                  <a:pt x="8079" y="6619"/>
                </a:lnTo>
                <a:lnTo>
                  <a:pt x="8030" y="6984"/>
                </a:lnTo>
                <a:lnTo>
                  <a:pt x="7982" y="7373"/>
                </a:lnTo>
                <a:lnTo>
                  <a:pt x="7860" y="8127"/>
                </a:lnTo>
                <a:lnTo>
                  <a:pt x="7617" y="8006"/>
                </a:lnTo>
                <a:lnTo>
                  <a:pt x="7763" y="5280"/>
                </a:lnTo>
                <a:lnTo>
                  <a:pt x="7811" y="3772"/>
                </a:lnTo>
                <a:lnTo>
                  <a:pt x="7836" y="3163"/>
                </a:lnTo>
                <a:lnTo>
                  <a:pt x="7836" y="2871"/>
                </a:lnTo>
                <a:lnTo>
                  <a:pt x="7787" y="2555"/>
                </a:lnTo>
                <a:lnTo>
                  <a:pt x="8517" y="2117"/>
                </a:lnTo>
                <a:close/>
                <a:moveTo>
                  <a:pt x="14381" y="2531"/>
                </a:moveTo>
                <a:lnTo>
                  <a:pt x="14989" y="2896"/>
                </a:lnTo>
                <a:lnTo>
                  <a:pt x="14941" y="3163"/>
                </a:lnTo>
                <a:lnTo>
                  <a:pt x="14941" y="3431"/>
                </a:lnTo>
                <a:lnTo>
                  <a:pt x="14941" y="3942"/>
                </a:lnTo>
                <a:lnTo>
                  <a:pt x="14941" y="5280"/>
                </a:lnTo>
                <a:lnTo>
                  <a:pt x="14941" y="6594"/>
                </a:lnTo>
                <a:lnTo>
                  <a:pt x="14941" y="7251"/>
                </a:lnTo>
                <a:lnTo>
                  <a:pt x="14965" y="7908"/>
                </a:lnTo>
                <a:lnTo>
                  <a:pt x="14332" y="8249"/>
                </a:lnTo>
                <a:lnTo>
                  <a:pt x="14332" y="6838"/>
                </a:lnTo>
                <a:lnTo>
                  <a:pt x="14308" y="5426"/>
                </a:lnTo>
                <a:lnTo>
                  <a:pt x="14332" y="4721"/>
                </a:lnTo>
                <a:lnTo>
                  <a:pt x="14357" y="3991"/>
                </a:lnTo>
                <a:lnTo>
                  <a:pt x="14381" y="3261"/>
                </a:lnTo>
                <a:lnTo>
                  <a:pt x="14381" y="2531"/>
                </a:lnTo>
                <a:close/>
                <a:moveTo>
                  <a:pt x="9393" y="1606"/>
                </a:moveTo>
                <a:lnTo>
                  <a:pt x="9344" y="1971"/>
                </a:lnTo>
                <a:lnTo>
                  <a:pt x="9320" y="2336"/>
                </a:lnTo>
                <a:lnTo>
                  <a:pt x="9296" y="3042"/>
                </a:lnTo>
                <a:lnTo>
                  <a:pt x="9150" y="4940"/>
                </a:lnTo>
                <a:lnTo>
                  <a:pt x="9004" y="6740"/>
                </a:lnTo>
                <a:lnTo>
                  <a:pt x="8931" y="7641"/>
                </a:lnTo>
                <a:lnTo>
                  <a:pt x="8833" y="8565"/>
                </a:lnTo>
                <a:lnTo>
                  <a:pt x="8055" y="8225"/>
                </a:lnTo>
                <a:lnTo>
                  <a:pt x="8128" y="7519"/>
                </a:lnTo>
                <a:lnTo>
                  <a:pt x="8176" y="6789"/>
                </a:lnTo>
                <a:lnTo>
                  <a:pt x="8201" y="6351"/>
                </a:lnTo>
                <a:lnTo>
                  <a:pt x="8274" y="5937"/>
                </a:lnTo>
                <a:lnTo>
                  <a:pt x="8347" y="5499"/>
                </a:lnTo>
                <a:lnTo>
                  <a:pt x="8420" y="5061"/>
                </a:lnTo>
                <a:lnTo>
                  <a:pt x="8590" y="3504"/>
                </a:lnTo>
                <a:lnTo>
                  <a:pt x="8687" y="2750"/>
                </a:lnTo>
                <a:lnTo>
                  <a:pt x="8736" y="2385"/>
                </a:lnTo>
                <a:lnTo>
                  <a:pt x="8736" y="1995"/>
                </a:lnTo>
                <a:lnTo>
                  <a:pt x="9077" y="1776"/>
                </a:lnTo>
                <a:lnTo>
                  <a:pt x="9393" y="1606"/>
                </a:lnTo>
                <a:close/>
                <a:moveTo>
                  <a:pt x="10123" y="1192"/>
                </a:moveTo>
                <a:lnTo>
                  <a:pt x="10074" y="1387"/>
                </a:lnTo>
                <a:lnTo>
                  <a:pt x="10050" y="1557"/>
                </a:lnTo>
                <a:lnTo>
                  <a:pt x="10026" y="1947"/>
                </a:lnTo>
                <a:lnTo>
                  <a:pt x="9977" y="2701"/>
                </a:lnTo>
                <a:lnTo>
                  <a:pt x="9807" y="4794"/>
                </a:lnTo>
                <a:lnTo>
                  <a:pt x="9734" y="5840"/>
                </a:lnTo>
                <a:lnTo>
                  <a:pt x="9685" y="6886"/>
                </a:lnTo>
                <a:lnTo>
                  <a:pt x="9661" y="7373"/>
                </a:lnTo>
                <a:lnTo>
                  <a:pt x="9612" y="7860"/>
                </a:lnTo>
                <a:lnTo>
                  <a:pt x="9563" y="8371"/>
                </a:lnTo>
                <a:lnTo>
                  <a:pt x="9539" y="8857"/>
                </a:lnTo>
                <a:lnTo>
                  <a:pt x="9028" y="8638"/>
                </a:lnTo>
                <a:lnTo>
                  <a:pt x="9271" y="6886"/>
                </a:lnTo>
                <a:lnTo>
                  <a:pt x="9369" y="6010"/>
                </a:lnTo>
                <a:lnTo>
                  <a:pt x="9442" y="5110"/>
                </a:lnTo>
                <a:lnTo>
                  <a:pt x="9563" y="3236"/>
                </a:lnTo>
                <a:lnTo>
                  <a:pt x="9636" y="2360"/>
                </a:lnTo>
                <a:lnTo>
                  <a:pt x="9636" y="1922"/>
                </a:lnTo>
                <a:lnTo>
                  <a:pt x="9612" y="1484"/>
                </a:lnTo>
                <a:lnTo>
                  <a:pt x="10123" y="1192"/>
                </a:lnTo>
                <a:close/>
                <a:moveTo>
                  <a:pt x="12751" y="1557"/>
                </a:moveTo>
                <a:lnTo>
                  <a:pt x="12945" y="1655"/>
                </a:lnTo>
                <a:lnTo>
                  <a:pt x="13408" y="1947"/>
                </a:lnTo>
                <a:lnTo>
                  <a:pt x="13335" y="2093"/>
                </a:lnTo>
                <a:lnTo>
                  <a:pt x="13310" y="2239"/>
                </a:lnTo>
                <a:lnTo>
                  <a:pt x="13286" y="2555"/>
                </a:lnTo>
                <a:lnTo>
                  <a:pt x="13286" y="3212"/>
                </a:lnTo>
                <a:lnTo>
                  <a:pt x="13286" y="4940"/>
                </a:lnTo>
                <a:lnTo>
                  <a:pt x="13286" y="5791"/>
                </a:lnTo>
                <a:lnTo>
                  <a:pt x="13335" y="6667"/>
                </a:lnTo>
                <a:lnTo>
                  <a:pt x="13383" y="7519"/>
                </a:lnTo>
                <a:lnTo>
                  <a:pt x="13505" y="8371"/>
                </a:lnTo>
                <a:lnTo>
                  <a:pt x="13505" y="8395"/>
                </a:lnTo>
                <a:lnTo>
                  <a:pt x="13554" y="8395"/>
                </a:lnTo>
                <a:lnTo>
                  <a:pt x="13554" y="8371"/>
                </a:lnTo>
                <a:lnTo>
                  <a:pt x="13602" y="7519"/>
                </a:lnTo>
                <a:lnTo>
                  <a:pt x="13602" y="6643"/>
                </a:lnTo>
                <a:lnTo>
                  <a:pt x="13602" y="4940"/>
                </a:lnTo>
                <a:lnTo>
                  <a:pt x="13602" y="3212"/>
                </a:lnTo>
                <a:lnTo>
                  <a:pt x="13651" y="2628"/>
                </a:lnTo>
                <a:lnTo>
                  <a:pt x="13651" y="2336"/>
                </a:lnTo>
                <a:lnTo>
                  <a:pt x="13627" y="2190"/>
                </a:lnTo>
                <a:lnTo>
                  <a:pt x="13602" y="2068"/>
                </a:lnTo>
                <a:lnTo>
                  <a:pt x="14235" y="2458"/>
                </a:lnTo>
                <a:lnTo>
                  <a:pt x="14162" y="3139"/>
                </a:lnTo>
                <a:lnTo>
                  <a:pt x="14113" y="3845"/>
                </a:lnTo>
                <a:lnTo>
                  <a:pt x="14089" y="5232"/>
                </a:lnTo>
                <a:lnTo>
                  <a:pt x="14065" y="6789"/>
                </a:lnTo>
                <a:lnTo>
                  <a:pt x="14089" y="7568"/>
                </a:lnTo>
                <a:lnTo>
                  <a:pt x="14113" y="8346"/>
                </a:lnTo>
                <a:lnTo>
                  <a:pt x="14113" y="8371"/>
                </a:lnTo>
                <a:lnTo>
                  <a:pt x="13627" y="8638"/>
                </a:lnTo>
                <a:lnTo>
                  <a:pt x="12945" y="9003"/>
                </a:lnTo>
                <a:lnTo>
                  <a:pt x="12945" y="9003"/>
                </a:lnTo>
                <a:lnTo>
                  <a:pt x="12970" y="7203"/>
                </a:lnTo>
                <a:lnTo>
                  <a:pt x="12970" y="5426"/>
                </a:lnTo>
                <a:lnTo>
                  <a:pt x="12945" y="4356"/>
                </a:lnTo>
                <a:lnTo>
                  <a:pt x="12897" y="3309"/>
                </a:lnTo>
                <a:lnTo>
                  <a:pt x="12872" y="2433"/>
                </a:lnTo>
                <a:lnTo>
                  <a:pt x="12824" y="1995"/>
                </a:lnTo>
                <a:lnTo>
                  <a:pt x="12751" y="1557"/>
                </a:lnTo>
                <a:close/>
                <a:moveTo>
                  <a:pt x="10780" y="803"/>
                </a:moveTo>
                <a:lnTo>
                  <a:pt x="10731" y="1241"/>
                </a:lnTo>
                <a:lnTo>
                  <a:pt x="10731" y="1679"/>
                </a:lnTo>
                <a:lnTo>
                  <a:pt x="10731" y="2555"/>
                </a:lnTo>
                <a:lnTo>
                  <a:pt x="10682" y="5037"/>
                </a:lnTo>
                <a:lnTo>
                  <a:pt x="10585" y="9246"/>
                </a:lnTo>
                <a:lnTo>
                  <a:pt x="9782" y="8930"/>
                </a:lnTo>
                <a:lnTo>
                  <a:pt x="9831" y="8517"/>
                </a:lnTo>
                <a:lnTo>
                  <a:pt x="9855" y="8103"/>
                </a:lnTo>
                <a:lnTo>
                  <a:pt x="9904" y="7276"/>
                </a:lnTo>
                <a:lnTo>
                  <a:pt x="10001" y="6229"/>
                </a:lnTo>
                <a:lnTo>
                  <a:pt x="10074" y="5183"/>
                </a:lnTo>
                <a:lnTo>
                  <a:pt x="10196" y="3090"/>
                </a:lnTo>
                <a:lnTo>
                  <a:pt x="10269" y="1947"/>
                </a:lnTo>
                <a:lnTo>
                  <a:pt x="10293" y="1533"/>
                </a:lnTo>
                <a:lnTo>
                  <a:pt x="10293" y="1314"/>
                </a:lnTo>
                <a:lnTo>
                  <a:pt x="10269" y="1119"/>
                </a:lnTo>
                <a:lnTo>
                  <a:pt x="10780" y="803"/>
                </a:lnTo>
                <a:close/>
                <a:moveTo>
                  <a:pt x="11996" y="1095"/>
                </a:moveTo>
                <a:lnTo>
                  <a:pt x="12653" y="1484"/>
                </a:lnTo>
                <a:lnTo>
                  <a:pt x="12605" y="1922"/>
                </a:lnTo>
                <a:lnTo>
                  <a:pt x="12605" y="2385"/>
                </a:lnTo>
                <a:lnTo>
                  <a:pt x="12629" y="3309"/>
                </a:lnTo>
                <a:lnTo>
                  <a:pt x="12678" y="5426"/>
                </a:lnTo>
                <a:lnTo>
                  <a:pt x="12726" y="7276"/>
                </a:lnTo>
                <a:lnTo>
                  <a:pt x="12751" y="9125"/>
                </a:lnTo>
                <a:lnTo>
                  <a:pt x="11996" y="9514"/>
                </a:lnTo>
                <a:lnTo>
                  <a:pt x="12094" y="8444"/>
                </a:lnTo>
                <a:lnTo>
                  <a:pt x="12142" y="7349"/>
                </a:lnTo>
                <a:lnTo>
                  <a:pt x="12167" y="6278"/>
                </a:lnTo>
                <a:lnTo>
                  <a:pt x="12142" y="5183"/>
                </a:lnTo>
                <a:lnTo>
                  <a:pt x="12094" y="2920"/>
                </a:lnTo>
                <a:lnTo>
                  <a:pt x="12118" y="2458"/>
                </a:lnTo>
                <a:lnTo>
                  <a:pt x="12118" y="1995"/>
                </a:lnTo>
                <a:lnTo>
                  <a:pt x="12118" y="1752"/>
                </a:lnTo>
                <a:lnTo>
                  <a:pt x="12118" y="1533"/>
                </a:lnTo>
                <a:lnTo>
                  <a:pt x="12069" y="1314"/>
                </a:lnTo>
                <a:lnTo>
                  <a:pt x="11996" y="1095"/>
                </a:lnTo>
                <a:close/>
                <a:moveTo>
                  <a:pt x="11291" y="609"/>
                </a:moveTo>
                <a:lnTo>
                  <a:pt x="11583" y="828"/>
                </a:lnTo>
                <a:lnTo>
                  <a:pt x="11923" y="1046"/>
                </a:lnTo>
                <a:lnTo>
                  <a:pt x="11850" y="1241"/>
                </a:lnTo>
                <a:lnTo>
                  <a:pt x="11826" y="1484"/>
                </a:lnTo>
                <a:lnTo>
                  <a:pt x="11802" y="1728"/>
                </a:lnTo>
                <a:lnTo>
                  <a:pt x="11826" y="1971"/>
                </a:lnTo>
                <a:lnTo>
                  <a:pt x="11899" y="2920"/>
                </a:lnTo>
                <a:lnTo>
                  <a:pt x="11899" y="3480"/>
                </a:lnTo>
                <a:lnTo>
                  <a:pt x="11899" y="4064"/>
                </a:lnTo>
                <a:lnTo>
                  <a:pt x="11875" y="5183"/>
                </a:lnTo>
                <a:lnTo>
                  <a:pt x="11777" y="7373"/>
                </a:lnTo>
                <a:lnTo>
                  <a:pt x="11753" y="8468"/>
                </a:lnTo>
                <a:lnTo>
                  <a:pt x="11729" y="9563"/>
                </a:lnTo>
                <a:lnTo>
                  <a:pt x="11753" y="9611"/>
                </a:lnTo>
                <a:lnTo>
                  <a:pt x="11753" y="9636"/>
                </a:lnTo>
                <a:lnTo>
                  <a:pt x="11704" y="9611"/>
                </a:lnTo>
                <a:lnTo>
                  <a:pt x="11193" y="9441"/>
                </a:lnTo>
                <a:lnTo>
                  <a:pt x="11266" y="5232"/>
                </a:lnTo>
                <a:lnTo>
                  <a:pt x="11315" y="2750"/>
                </a:lnTo>
                <a:lnTo>
                  <a:pt x="11364" y="1679"/>
                </a:lnTo>
                <a:lnTo>
                  <a:pt x="11364" y="1144"/>
                </a:lnTo>
                <a:lnTo>
                  <a:pt x="11339" y="876"/>
                </a:lnTo>
                <a:lnTo>
                  <a:pt x="11291" y="609"/>
                </a:lnTo>
                <a:close/>
                <a:moveTo>
                  <a:pt x="2604" y="5475"/>
                </a:moveTo>
                <a:lnTo>
                  <a:pt x="2701" y="5621"/>
                </a:lnTo>
                <a:lnTo>
                  <a:pt x="2823" y="5743"/>
                </a:lnTo>
                <a:lnTo>
                  <a:pt x="3091" y="5937"/>
                </a:lnTo>
                <a:lnTo>
                  <a:pt x="3577" y="6327"/>
                </a:lnTo>
                <a:lnTo>
                  <a:pt x="4113" y="6692"/>
                </a:lnTo>
                <a:lnTo>
                  <a:pt x="4672" y="7057"/>
                </a:lnTo>
                <a:lnTo>
                  <a:pt x="5256" y="7422"/>
                </a:lnTo>
                <a:lnTo>
                  <a:pt x="5840" y="7762"/>
                </a:lnTo>
                <a:lnTo>
                  <a:pt x="6424" y="8103"/>
                </a:lnTo>
                <a:lnTo>
                  <a:pt x="7422" y="8614"/>
                </a:lnTo>
                <a:lnTo>
                  <a:pt x="8468" y="9100"/>
                </a:lnTo>
                <a:lnTo>
                  <a:pt x="9515" y="9538"/>
                </a:lnTo>
                <a:lnTo>
                  <a:pt x="10561" y="9928"/>
                </a:lnTo>
                <a:lnTo>
                  <a:pt x="10561" y="10001"/>
                </a:lnTo>
                <a:lnTo>
                  <a:pt x="10585" y="10074"/>
                </a:lnTo>
                <a:lnTo>
                  <a:pt x="10609" y="10147"/>
                </a:lnTo>
                <a:lnTo>
                  <a:pt x="10634" y="10195"/>
                </a:lnTo>
                <a:lnTo>
                  <a:pt x="10682" y="10244"/>
                </a:lnTo>
                <a:lnTo>
                  <a:pt x="10536" y="10414"/>
                </a:lnTo>
                <a:lnTo>
                  <a:pt x="10390" y="10609"/>
                </a:lnTo>
                <a:lnTo>
                  <a:pt x="10245" y="10804"/>
                </a:lnTo>
                <a:lnTo>
                  <a:pt x="10123" y="11047"/>
                </a:lnTo>
                <a:lnTo>
                  <a:pt x="9928" y="11485"/>
                </a:lnTo>
                <a:lnTo>
                  <a:pt x="9734" y="11899"/>
                </a:lnTo>
                <a:lnTo>
                  <a:pt x="9223" y="12921"/>
                </a:lnTo>
                <a:lnTo>
                  <a:pt x="8979" y="13456"/>
                </a:lnTo>
                <a:lnTo>
                  <a:pt x="8785" y="13991"/>
                </a:lnTo>
                <a:lnTo>
                  <a:pt x="8420" y="13821"/>
                </a:lnTo>
                <a:lnTo>
                  <a:pt x="8055" y="13626"/>
                </a:lnTo>
                <a:lnTo>
                  <a:pt x="7787" y="13456"/>
                </a:lnTo>
                <a:lnTo>
                  <a:pt x="7519" y="13286"/>
                </a:lnTo>
                <a:lnTo>
                  <a:pt x="7008" y="12921"/>
                </a:lnTo>
                <a:lnTo>
                  <a:pt x="5889" y="12191"/>
                </a:lnTo>
                <a:lnTo>
                  <a:pt x="4770" y="11412"/>
                </a:lnTo>
                <a:lnTo>
                  <a:pt x="4210" y="11047"/>
                </a:lnTo>
                <a:lnTo>
                  <a:pt x="3650" y="10706"/>
                </a:lnTo>
                <a:lnTo>
                  <a:pt x="3091" y="10366"/>
                </a:lnTo>
                <a:lnTo>
                  <a:pt x="2482" y="10049"/>
                </a:lnTo>
                <a:lnTo>
                  <a:pt x="2069" y="9830"/>
                </a:lnTo>
                <a:lnTo>
                  <a:pt x="1631" y="9636"/>
                </a:lnTo>
                <a:lnTo>
                  <a:pt x="1169" y="9441"/>
                </a:lnTo>
                <a:lnTo>
                  <a:pt x="706" y="9295"/>
                </a:lnTo>
                <a:lnTo>
                  <a:pt x="1217" y="8322"/>
                </a:lnTo>
                <a:lnTo>
                  <a:pt x="1704" y="7324"/>
                </a:lnTo>
                <a:lnTo>
                  <a:pt x="2312" y="6132"/>
                </a:lnTo>
                <a:lnTo>
                  <a:pt x="2482" y="5816"/>
                </a:lnTo>
                <a:lnTo>
                  <a:pt x="2555" y="5645"/>
                </a:lnTo>
                <a:lnTo>
                  <a:pt x="2604" y="5475"/>
                </a:lnTo>
                <a:close/>
                <a:moveTo>
                  <a:pt x="19734" y="5597"/>
                </a:moveTo>
                <a:lnTo>
                  <a:pt x="19831" y="5840"/>
                </a:lnTo>
                <a:lnTo>
                  <a:pt x="19929" y="6083"/>
                </a:lnTo>
                <a:lnTo>
                  <a:pt x="20172" y="6546"/>
                </a:lnTo>
                <a:lnTo>
                  <a:pt x="20707" y="7470"/>
                </a:lnTo>
                <a:lnTo>
                  <a:pt x="20975" y="7933"/>
                </a:lnTo>
                <a:lnTo>
                  <a:pt x="21267" y="8395"/>
                </a:lnTo>
                <a:lnTo>
                  <a:pt x="21875" y="9295"/>
                </a:lnTo>
                <a:lnTo>
                  <a:pt x="20756" y="9757"/>
                </a:lnTo>
                <a:lnTo>
                  <a:pt x="19661" y="10244"/>
                </a:lnTo>
                <a:lnTo>
                  <a:pt x="18566" y="10779"/>
                </a:lnTo>
                <a:lnTo>
                  <a:pt x="17496" y="11339"/>
                </a:lnTo>
                <a:lnTo>
                  <a:pt x="16328" y="11972"/>
                </a:lnTo>
                <a:lnTo>
                  <a:pt x="15208" y="12653"/>
                </a:lnTo>
                <a:lnTo>
                  <a:pt x="14722" y="12945"/>
                </a:lnTo>
                <a:lnTo>
                  <a:pt x="14211" y="13261"/>
                </a:lnTo>
                <a:lnTo>
                  <a:pt x="13967" y="13432"/>
                </a:lnTo>
                <a:lnTo>
                  <a:pt x="13724" y="13602"/>
                </a:lnTo>
                <a:lnTo>
                  <a:pt x="13505" y="13821"/>
                </a:lnTo>
                <a:lnTo>
                  <a:pt x="13310" y="14016"/>
                </a:lnTo>
                <a:lnTo>
                  <a:pt x="13140" y="13675"/>
                </a:lnTo>
                <a:lnTo>
                  <a:pt x="12970" y="13334"/>
                </a:lnTo>
                <a:lnTo>
                  <a:pt x="12702" y="12799"/>
                </a:lnTo>
                <a:lnTo>
                  <a:pt x="12434" y="12239"/>
                </a:lnTo>
                <a:lnTo>
                  <a:pt x="11948" y="10998"/>
                </a:lnTo>
                <a:lnTo>
                  <a:pt x="11777" y="10609"/>
                </a:lnTo>
                <a:lnTo>
                  <a:pt x="11704" y="10414"/>
                </a:lnTo>
                <a:lnTo>
                  <a:pt x="11607" y="10244"/>
                </a:lnTo>
                <a:lnTo>
                  <a:pt x="11704" y="10220"/>
                </a:lnTo>
                <a:lnTo>
                  <a:pt x="11802" y="10171"/>
                </a:lnTo>
                <a:lnTo>
                  <a:pt x="11850" y="10098"/>
                </a:lnTo>
                <a:lnTo>
                  <a:pt x="11899" y="10001"/>
                </a:lnTo>
                <a:lnTo>
                  <a:pt x="12337" y="9830"/>
                </a:lnTo>
                <a:lnTo>
                  <a:pt x="12751" y="9660"/>
                </a:lnTo>
                <a:lnTo>
                  <a:pt x="12775" y="9684"/>
                </a:lnTo>
                <a:lnTo>
                  <a:pt x="12799" y="9709"/>
                </a:lnTo>
                <a:lnTo>
                  <a:pt x="12848" y="9733"/>
                </a:lnTo>
                <a:lnTo>
                  <a:pt x="12921" y="9709"/>
                </a:lnTo>
                <a:lnTo>
                  <a:pt x="12945" y="9684"/>
                </a:lnTo>
                <a:lnTo>
                  <a:pt x="12945" y="9636"/>
                </a:lnTo>
                <a:lnTo>
                  <a:pt x="12945" y="9563"/>
                </a:lnTo>
                <a:lnTo>
                  <a:pt x="13675" y="9198"/>
                </a:lnTo>
                <a:lnTo>
                  <a:pt x="14405" y="8809"/>
                </a:lnTo>
                <a:lnTo>
                  <a:pt x="15792" y="8006"/>
                </a:lnTo>
                <a:lnTo>
                  <a:pt x="16790" y="7422"/>
                </a:lnTo>
                <a:lnTo>
                  <a:pt x="17788" y="6838"/>
                </a:lnTo>
                <a:lnTo>
                  <a:pt x="18761" y="6229"/>
                </a:lnTo>
                <a:lnTo>
                  <a:pt x="19734" y="5597"/>
                </a:lnTo>
                <a:close/>
                <a:moveTo>
                  <a:pt x="19637" y="10950"/>
                </a:moveTo>
                <a:lnTo>
                  <a:pt x="19637" y="10974"/>
                </a:lnTo>
                <a:lnTo>
                  <a:pt x="19612" y="11461"/>
                </a:lnTo>
                <a:lnTo>
                  <a:pt x="19612" y="11947"/>
                </a:lnTo>
                <a:lnTo>
                  <a:pt x="19637" y="12921"/>
                </a:lnTo>
                <a:lnTo>
                  <a:pt x="19734" y="14892"/>
                </a:lnTo>
                <a:lnTo>
                  <a:pt x="19272" y="15111"/>
                </a:lnTo>
                <a:lnTo>
                  <a:pt x="18834" y="15378"/>
                </a:lnTo>
                <a:lnTo>
                  <a:pt x="17958" y="15938"/>
                </a:lnTo>
                <a:lnTo>
                  <a:pt x="16814" y="16619"/>
                </a:lnTo>
                <a:lnTo>
                  <a:pt x="15646" y="17300"/>
                </a:lnTo>
                <a:lnTo>
                  <a:pt x="13335" y="18663"/>
                </a:lnTo>
                <a:lnTo>
                  <a:pt x="12167" y="19344"/>
                </a:lnTo>
                <a:lnTo>
                  <a:pt x="11923" y="19490"/>
                </a:lnTo>
                <a:lnTo>
                  <a:pt x="11680" y="19661"/>
                </a:lnTo>
                <a:lnTo>
                  <a:pt x="11558" y="15013"/>
                </a:lnTo>
                <a:lnTo>
                  <a:pt x="11485" y="12507"/>
                </a:lnTo>
                <a:lnTo>
                  <a:pt x="11461" y="11388"/>
                </a:lnTo>
                <a:lnTo>
                  <a:pt x="11704" y="11947"/>
                </a:lnTo>
                <a:lnTo>
                  <a:pt x="11923" y="12458"/>
                </a:lnTo>
                <a:lnTo>
                  <a:pt x="12142" y="12994"/>
                </a:lnTo>
                <a:lnTo>
                  <a:pt x="12386" y="13578"/>
                </a:lnTo>
                <a:lnTo>
                  <a:pt x="12507" y="13870"/>
                </a:lnTo>
                <a:lnTo>
                  <a:pt x="12678" y="14137"/>
                </a:lnTo>
                <a:lnTo>
                  <a:pt x="12848" y="14381"/>
                </a:lnTo>
                <a:lnTo>
                  <a:pt x="13018" y="14600"/>
                </a:lnTo>
                <a:lnTo>
                  <a:pt x="13091" y="14648"/>
                </a:lnTo>
                <a:lnTo>
                  <a:pt x="13164" y="14673"/>
                </a:lnTo>
                <a:lnTo>
                  <a:pt x="13262" y="14673"/>
                </a:lnTo>
                <a:lnTo>
                  <a:pt x="13335" y="14624"/>
                </a:lnTo>
                <a:lnTo>
                  <a:pt x="13383" y="14575"/>
                </a:lnTo>
                <a:lnTo>
                  <a:pt x="13432" y="14527"/>
                </a:lnTo>
                <a:lnTo>
                  <a:pt x="13456" y="14429"/>
                </a:lnTo>
                <a:lnTo>
                  <a:pt x="13456" y="14356"/>
                </a:lnTo>
                <a:lnTo>
                  <a:pt x="13432" y="14308"/>
                </a:lnTo>
                <a:lnTo>
                  <a:pt x="13675" y="14210"/>
                </a:lnTo>
                <a:lnTo>
                  <a:pt x="13943" y="14113"/>
                </a:lnTo>
                <a:lnTo>
                  <a:pt x="14186" y="13991"/>
                </a:lnTo>
                <a:lnTo>
                  <a:pt x="14430" y="13845"/>
                </a:lnTo>
                <a:lnTo>
                  <a:pt x="14892" y="13529"/>
                </a:lnTo>
                <a:lnTo>
                  <a:pt x="15330" y="13237"/>
                </a:lnTo>
                <a:lnTo>
                  <a:pt x="16498" y="12580"/>
                </a:lnTo>
                <a:lnTo>
                  <a:pt x="17642" y="11923"/>
                </a:lnTo>
                <a:lnTo>
                  <a:pt x="18639" y="11412"/>
                </a:lnTo>
                <a:lnTo>
                  <a:pt x="19637" y="10950"/>
                </a:lnTo>
                <a:close/>
                <a:moveTo>
                  <a:pt x="2653" y="10755"/>
                </a:moveTo>
                <a:lnTo>
                  <a:pt x="3139" y="11047"/>
                </a:lnTo>
                <a:lnTo>
                  <a:pt x="3650" y="11363"/>
                </a:lnTo>
                <a:lnTo>
                  <a:pt x="4624" y="11996"/>
                </a:lnTo>
                <a:lnTo>
                  <a:pt x="5670" y="12702"/>
                </a:lnTo>
                <a:lnTo>
                  <a:pt x="6741" y="13359"/>
                </a:lnTo>
                <a:lnTo>
                  <a:pt x="7033" y="13529"/>
                </a:lnTo>
                <a:lnTo>
                  <a:pt x="7300" y="13675"/>
                </a:lnTo>
                <a:lnTo>
                  <a:pt x="7860" y="13967"/>
                </a:lnTo>
                <a:lnTo>
                  <a:pt x="8274" y="14186"/>
                </a:lnTo>
                <a:lnTo>
                  <a:pt x="8712" y="14381"/>
                </a:lnTo>
                <a:lnTo>
                  <a:pt x="8736" y="14454"/>
                </a:lnTo>
                <a:lnTo>
                  <a:pt x="8785" y="14502"/>
                </a:lnTo>
                <a:lnTo>
                  <a:pt x="8833" y="14551"/>
                </a:lnTo>
                <a:lnTo>
                  <a:pt x="8906" y="14575"/>
                </a:lnTo>
                <a:lnTo>
                  <a:pt x="8979" y="14600"/>
                </a:lnTo>
                <a:lnTo>
                  <a:pt x="9052" y="14575"/>
                </a:lnTo>
                <a:lnTo>
                  <a:pt x="9101" y="14551"/>
                </a:lnTo>
                <a:lnTo>
                  <a:pt x="9174" y="14478"/>
                </a:lnTo>
                <a:lnTo>
                  <a:pt x="9223" y="14429"/>
                </a:lnTo>
                <a:lnTo>
                  <a:pt x="9223" y="14356"/>
                </a:lnTo>
                <a:lnTo>
                  <a:pt x="9490" y="13821"/>
                </a:lnTo>
                <a:lnTo>
                  <a:pt x="9734" y="13286"/>
                </a:lnTo>
                <a:lnTo>
                  <a:pt x="9977" y="12726"/>
                </a:lnTo>
                <a:lnTo>
                  <a:pt x="10220" y="12166"/>
                </a:lnTo>
                <a:lnTo>
                  <a:pt x="10780" y="11047"/>
                </a:lnTo>
                <a:lnTo>
                  <a:pt x="10877" y="10828"/>
                </a:lnTo>
                <a:lnTo>
                  <a:pt x="10901" y="11582"/>
                </a:lnTo>
                <a:lnTo>
                  <a:pt x="10926" y="12312"/>
                </a:lnTo>
                <a:lnTo>
                  <a:pt x="10999" y="15013"/>
                </a:lnTo>
                <a:lnTo>
                  <a:pt x="11120" y="19807"/>
                </a:lnTo>
                <a:lnTo>
                  <a:pt x="11120" y="19807"/>
                </a:lnTo>
                <a:lnTo>
                  <a:pt x="9004" y="18687"/>
                </a:lnTo>
                <a:lnTo>
                  <a:pt x="6887" y="17568"/>
                </a:lnTo>
                <a:lnTo>
                  <a:pt x="4672" y="16400"/>
                </a:lnTo>
                <a:lnTo>
                  <a:pt x="3456" y="15768"/>
                </a:lnTo>
                <a:lnTo>
                  <a:pt x="3115" y="15597"/>
                </a:lnTo>
                <a:lnTo>
                  <a:pt x="2945" y="15524"/>
                </a:lnTo>
                <a:lnTo>
                  <a:pt x="2750" y="15451"/>
                </a:lnTo>
                <a:lnTo>
                  <a:pt x="2774" y="15159"/>
                </a:lnTo>
                <a:lnTo>
                  <a:pt x="2774" y="14867"/>
                </a:lnTo>
                <a:lnTo>
                  <a:pt x="2750" y="14283"/>
                </a:lnTo>
                <a:lnTo>
                  <a:pt x="2701" y="13675"/>
                </a:lnTo>
                <a:lnTo>
                  <a:pt x="2653" y="13091"/>
                </a:lnTo>
                <a:lnTo>
                  <a:pt x="2677" y="12507"/>
                </a:lnTo>
                <a:lnTo>
                  <a:pt x="2677" y="11923"/>
                </a:lnTo>
                <a:lnTo>
                  <a:pt x="2677" y="11339"/>
                </a:lnTo>
                <a:lnTo>
                  <a:pt x="2677" y="11047"/>
                </a:lnTo>
                <a:lnTo>
                  <a:pt x="2653" y="10755"/>
                </a:lnTo>
                <a:close/>
                <a:moveTo>
                  <a:pt x="11145" y="0"/>
                </a:moveTo>
                <a:lnTo>
                  <a:pt x="11047" y="25"/>
                </a:lnTo>
                <a:lnTo>
                  <a:pt x="10780" y="122"/>
                </a:lnTo>
                <a:lnTo>
                  <a:pt x="10512" y="268"/>
                </a:lnTo>
                <a:lnTo>
                  <a:pt x="9977" y="560"/>
                </a:lnTo>
                <a:lnTo>
                  <a:pt x="8979" y="1192"/>
                </a:lnTo>
                <a:lnTo>
                  <a:pt x="6643" y="2604"/>
                </a:lnTo>
                <a:lnTo>
                  <a:pt x="4478" y="3893"/>
                </a:lnTo>
                <a:lnTo>
                  <a:pt x="3310" y="4599"/>
                </a:lnTo>
                <a:lnTo>
                  <a:pt x="2920" y="4818"/>
                </a:lnTo>
                <a:lnTo>
                  <a:pt x="2750" y="4940"/>
                </a:lnTo>
                <a:lnTo>
                  <a:pt x="2604" y="5110"/>
                </a:lnTo>
                <a:lnTo>
                  <a:pt x="2555" y="5086"/>
                </a:lnTo>
                <a:lnTo>
                  <a:pt x="2507" y="5086"/>
                </a:lnTo>
                <a:lnTo>
                  <a:pt x="2337" y="5207"/>
                </a:lnTo>
                <a:lnTo>
                  <a:pt x="2191" y="5353"/>
                </a:lnTo>
                <a:lnTo>
                  <a:pt x="2093" y="5548"/>
                </a:lnTo>
                <a:lnTo>
                  <a:pt x="1996" y="5718"/>
                </a:lnTo>
                <a:lnTo>
                  <a:pt x="1680" y="6327"/>
                </a:lnTo>
                <a:lnTo>
                  <a:pt x="1363" y="6911"/>
                </a:lnTo>
                <a:lnTo>
                  <a:pt x="779" y="8054"/>
                </a:lnTo>
                <a:lnTo>
                  <a:pt x="195" y="9222"/>
                </a:lnTo>
                <a:lnTo>
                  <a:pt x="122" y="9222"/>
                </a:lnTo>
                <a:lnTo>
                  <a:pt x="74" y="9271"/>
                </a:lnTo>
                <a:lnTo>
                  <a:pt x="25" y="9319"/>
                </a:lnTo>
                <a:lnTo>
                  <a:pt x="1" y="9368"/>
                </a:lnTo>
                <a:lnTo>
                  <a:pt x="1" y="9417"/>
                </a:lnTo>
                <a:lnTo>
                  <a:pt x="25" y="9490"/>
                </a:lnTo>
                <a:lnTo>
                  <a:pt x="49" y="9538"/>
                </a:lnTo>
                <a:lnTo>
                  <a:pt x="98" y="9587"/>
                </a:lnTo>
                <a:lnTo>
                  <a:pt x="633" y="9855"/>
                </a:lnTo>
                <a:lnTo>
                  <a:pt x="1193" y="10098"/>
                </a:lnTo>
                <a:lnTo>
                  <a:pt x="1753" y="10317"/>
                </a:lnTo>
                <a:lnTo>
                  <a:pt x="2312" y="10585"/>
                </a:lnTo>
                <a:lnTo>
                  <a:pt x="2288" y="10585"/>
                </a:lnTo>
                <a:lnTo>
                  <a:pt x="2215" y="10877"/>
                </a:lnTo>
                <a:lnTo>
                  <a:pt x="2166" y="11193"/>
                </a:lnTo>
                <a:lnTo>
                  <a:pt x="2142" y="11509"/>
                </a:lnTo>
                <a:lnTo>
                  <a:pt x="2118" y="11826"/>
                </a:lnTo>
                <a:lnTo>
                  <a:pt x="2118" y="12483"/>
                </a:lnTo>
                <a:lnTo>
                  <a:pt x="2142" y="13091"/>
                </a:lnTo>
                <a:lnTo>
                  <a:pt x="2118" y="13724"/>
                </a:lnTo>
                <a:lnTo>
                  <a:pt x="2142" y="14356"/>
                </a:lnTo>
                <a:lnTo>
                  <a:pt x="2142" y="14697"/>
                </a:lnTo>
                <a:lnTo>
                  <a:pt x="2166" y="15013"/>
                </a:lnTo>
                <a:lnTo>
                  <a:pt x="2215" y="15305"/>
                </a:lnTo>
                <a:lnTo>
                  <a:pt x="2288" y="15622"/>
                </a:lnTo>
                <a:lnTo>
                  <a:pt x="2337" y="15695"/>
                </a:lnTo>
                <a:lnTo>
                  <a:pt x="2410" y="15768"/>
                </a:lnTo>
                <a:lnTo>
                  <a:pt x="2580" y="15768"/>
                </a:lnTo>
                <a:lnTo>
                  <a:pt x="2774" y="15914"/>
                </a:lnTo>
                <a:lnTo>
                  <a:pt x="2969" y="16060"/>
                </a:lnTo>
                <a:lnTo>
                  <a:pt x="3383" y="16303"/>
                </a:lnTo>
                <a:lnTo>
                  <a:pt x="3845" y="16498"/>
                </a:lnTo>
                <a:lnTo>
                  <a:pt x="4259" y="16717"/>
                </a:lnTo>
                <a:lnTo>
                  <a:pt x="6473" y="17884"/>
                </a:lnTo>
                <a:lnTo>
                  <a:pt x="8760" y="19125"/>
                </a:lnTo>
                <a:lnTo>
                  <a:pt x="9928" y="19734"/>
                </a:lnTo>
                <a:lnTo>
                  <a:pt x="11072" y="20318"/>
                </a:lnTo>
                <a:lnTo>
                  <a:pt x="11145" y="20342"/>
                </a:lnTo>
                <a:lnTo>
                  <a:pt x="11218" y="20415"/>
                </a:lnTo>
                <a:lnTo>
                  <a:pt x="11291" y="20464"/>
                </a:lnTo>
                <a:lnTo>
                  <a:pt x="11388" y="20512"/>
                </a:lnTo>
                <a:lnTo>
                  <a:pt x="11485" y="20488"/>
                </a:lnTo>
                <a:lnTo>
                  <a:pt x="11558" y="20464"/>
                </a:lnTo>
                <a:lnTo>
                  <a:pt x="11631" y="20415"/>
                </a:lnTo>
                <a:lnTo>
                  <a:pt x="11680" y="20342"/>
                </a:lnTo>
                <a:lnTo>
                  <a:pt x="11704" y="20220"/>
                </a:lnTo>
                <a:lnTo>
                  <a:pt x="11704" y="20074"/>
                </a:lnTo>
                <a:lnTo>
                  <a:pt x="11826" y="20026"/>
                </a:lnTo>
                <a:lnTo>
                  <a:pt x="11972" y="19977"/>
                </a:lnTo>
                <a:lnTo>
                  <a:pt x="12240" y="19831"/>
                </a:lnTo>
                <a:lnTo>
                  <a:pt x="13408" y="19174"/>
                </a:lnTo>
                <a:lnTo>
                  <a:pt x="15744" y="17836"/>
                </a:lnTo>
                <a:lnTo>
                  <a:pt x="18055" y="16498"/>
                </a:lnTo>
                <a:lnTo>
                  <a:pt x="18517" y="16254"/>
                </a:lnTo>
                <a:lnTo>
                  <a:pt x="18980" y="16011"/>
                </a:lnTo>
                <a:lnTo>
                  <a:pt x="19442" y="15768"/>
                </a:lnTo>
                <a:lnTo>
                  <a:pt x="19880" y="15476"/>
                </a:lnTo>
                <a:lnTo>
                  <a:pt x="19953" y="15524"/>
                </a:lnTo>
                <a:lnTo>
                  <a:pt x="20099" y="15524"/>
                </a:lnTo>
                <a:lnTo>
                  <a:pt x="20172" y="15500"/>
                </a:lnTo>
                <a:lnTo>
                  <a:pt x="20221" y="15451"/>
                </a:lnTo>
                <a:lnTo>
                  <a:pt x="20269" y="15403"/>
                </a:lnTo>
                <a:lnTo>
                  <a:pt x="20294" y="15330"/>
                </a:lnTo>
                <a:lnTo>
                  <a:pt x="20318" y="15257"/>
                </a:lnTo>
                <a:lnTo>
                  <a:pt x="20318" y="15135"/>
                </a:lnTo>
                <a:lnTo>
                  <a:pt x="20318" y="15086"/>
                </a:lnTo>
                <a:lnTo>
                  <a:pt x="20342" y="15013"/>
                </a:lnTo>
                <a:lnTo>
                  <a:pt x="20294" y="14892"/>
                </a:lnTo>
                <a:lnTo>
                  <a:pt x="20221" y="12921"/>
                </a:lnTo>
                <a:lnTo>
                  <a:pt x="20172" y="11947"/>
                </a:lnTo>
                <a:lnTo>
                  <a:pt x="20148" y="11461"/>
                </a:lnTo>
                <a:lnTo>
                  <a:pt x="20099" y="10974"/>
                </a:lnTo>
                <a:lnTo>
                  <a:pt x="20050" y="10852"/>
                </a:lnTo>
                <a:lnTo>
                  <a:pt x="19977" y="10779"/>
                </a:lnTo>
                <a:lnTo>
                  <a:pt x="21218" y="10244"/>
                </a:lnTo>
                <a:lnTo>
                  <a:pt x="22459" y="9684"/>
                </a:lnTo>
                <a:lnTo>
                  <a:pt x="22532" y="9636"/>
                </a:lnTo>
                <a:lnTo>
                  <a:pt x="22581" y="9587"/>
                </a:lnTo>
                <a:lnTo>
                  <a:pt x="22605" y="9490"/>
                </a:lnTo>
                <a:lnTo>
                  <a:pt x="22605" y="9417"/>
                </a:lnTo>
                <a:lnTo>
                  <a:pt x="22581" y="9344"/>
                </a:lnTo>
                <a:lnTo>
                  <a:pt x="22532" y="9271"/>
                </a:lnTo>
                <a:lnTo>
                  <a:pt x="22484" y="9198"/>
                </a:lnTo>
                <a:lnTo>
                  <a:pt x="22411" y="9173"/>
                </a:lnTo>
                <a:lnTo>
                  <a:pt x="21778" y="8200"/>
                </a:lnTo>
                <a:lnTo>
                  <a:pt x="21170" y="7203"/>
                </a:lnTo>
                <a:lnTo>
                  <a:pt x="20902" y="6740"/>
                </a:lnTo>
                <a:lnTo>
                  <a:pt x="20634" y="6229"/>
                </a:lnTo>
                <a:lnTo>
                  <a:pt x="20367" y="5767"/>
                </a:lnTo>
                <a:lnTo>
                  <a:pt x="20221" y="5524"/>
                </a:lnTo>
                <a:lnTo>
                  <a:pt x="20075" y="5305"/>
                </a:lnTo>
                <a:lnTo>
                  <a:pt x="20099" y="5232"/>
                </a:lnTo>
                <a:lnTo>
                  <a:pt x="20075" y="5159"/>
                </a:lnTo>
                <a:lnTo>
                  <a:pt x="20050" y="5086"/>
                </a:lnTo>
                <a:lnTo>
                  <a:pt x="20002" y="5013"/>
                </a:lnTo>
                <a:lnTo>
                  <a:pt x="19953" y="4964"/>
                </a:lnTo>
                <a:lnTo>
                  <a:pt x="19880" y="4940"/>
                </a:lnTo>
                <a:lnTo>
                  <a:pt x="19783" y="4940"/>
                </a:lnTo>
                <a:lnTo>
                  <a:pt x="19710" y="4988"/>
                </a:lnTo>
                <a:lnTo>
                  <a:pt x="19612" y="5037"/>
                </a:lnTo>
                <a:lnTo>
                  <a:pt x="19588" y="5013"/>
                </a:lnTo>
                <a:lnTo>
                  <a:pt x="19369" y="4842"/>
                </a:lnTo>
                <a:lnTo>
                  <a:pt x="19150" y="4696"/>
                </a:lnTo>
                <a:lnTo>
                  <a:pt x="18663" y="4404"/>
                </a:lnTo>
                <a:lnTo>
                  <a:pt x="17715" y="3845"/>
                </a:lnTo>
                <a:lnTo>
                  <a:pt x="15549" y="2579"/>
                </a:lnTo>
                <a:lnTo>
                  <a:pt x="14478" y="1922"/>
                </a:lnTo>
                <a:lnTo>
                  <a:pt x="13383" y="1290"/>
                </a:lnTo>
                <a:lnTo>
                  <a:pt x="12872" y="1022"/>
                </a:lnTo>
                <a:lnTo>
                  <a:pt x="12386" y="730"/>
                </a:lnTo>
                <a:lnTo>
                  <a:pt x="11875" y="438"/>
                </a:lnTo>
                <a:lnTo>
                  <a:pt x="11339" y="195"/>
                </a:lnTo>
                <a:lnTo>
                  <a:pt x="11315" y="98"/>
                </a:lnTo>
                <a:lnTo>
                  <a:pt x="11242" y="25"/>
                </a:lnTo>
                <a:lnTo>
                  <a:pt x="11145"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67" name="Google Shape;867;p39"/>
          <p:cNvSpPr/>
          <p:nvPr/>
        </p:nvSpPr>
        <p:spPr>
          <a:xfrm>
            <a:off x="4336412" y="4386772"/>
            <a:ext cx="485006" cy="464266"/>
          </a:xfrm>
          <a:custGeom>
            <a:avLst/>
            <a:gdLst/>
            <a:ahLst/>
            <a:cxnLst/>
            <a:rect l="l" t="t" r="r" b="b"/>
            <a:pathLst>
              <a:path w="22192" h="21243" extrusionOk="0">
                <a:moveTo>
                  <a:pt x="17812" y="512"/>
                </a:moveTo>
                <a:lnTo>
                  <a:pt x="17909" y="585"/>
                </a:lnTo>
                <a:lnTo>
                  <a:pt x="17958" y="609"/>
                </a:lnTo>
                <a:lnTo>
                  <a:pt x="18031" y="634"/>
                </a:lnTo>
                <a:lnTo>
                  <a:pt x="18201" y="634"/>
                </a:lnTo>
                <a:lnTo>
                  <a:pt x="18396" y="658"/>
                </a:lnTo>
                <a:lnTo>
                  <a:pt x="18566" y="682"/>
                </a:lnTo>
                <a:lnTo>
                  <a:pt x="18712" y="755"/>
                </a:lnTo>
                <a:lnTo>
                  <a:pt x="18858" y="828"/>
                </a:lnTo>
                <a:lnTo>
                  <a:pt x="19004" y="926"/>
                </a:lnTo>
                <a:lnTo>
                  <a:pt x="19126" y="1023"/>
                </a:lnTo>
                <a:lnTo>
                  <a:pt x="19248" y="1145"/>
                </a:lnTo>
                <a:lnTo>
                  <a:pt x="19345" y="1266"/>
                </a:lnTo>
                <a:lnTo>
                  <a:pt x="19442" y="1388"/>
                </a:lnTo>
                <a:lnTo>
                  <a:pt x="19491" y="1558"/>
                </a:lnTo>
                <a:lnTo>
                  <a:pt x="19540" y="1704"/>
                </a:lnTo>
                <a:lnTo>
                  <a:pt x="19564" y="1874"/>
                </a:lnTo>
                <a:lnTo>
                  <a:pt x="19564" y="2045"/>
                </a:lnTo>
                <a:lnTo>
                  <a:pt x="19564" y="2239"/>
                </a:lnTo>
                <a:lnTo>
                  <a:pt x="19515" y="2410"/>
                </a:lnTo>
                <a:lnTo>
                  <a:pt x="19467" y="2580"/>
                </a:lnTo>
                <a:lnTo>
                  <a:pt x="19394" y="2750"/>
                </a:lnTo>
                <a:lnTo>
                  <a:pt x="19296" y="2896"/>
                </a:lnTo>
                <a:lnTo>
                  <a:pt x="19199" y="3018"/>
                </a:lnTo>
                <a:lnTo>
                  <a:pt x="19077" y="3140"/>
                </a:lnTo>
                <a:lnTo>
                  <a:pt x="18956" y="3237"/>
                </a:lnTo>
                <a:lnTo>
                  <a:pt x="18810" y="3334"/>
                </a:lnTo>
                <a:lnTo>
                  <a:pt x="18664" y="3407"/>
                </a:lnTo>
                <a:lnTo>
                  <a:pt x="18347" y="3529"/>
                </a:lnTo>
                <a:lnTo>
                  <a:pt x="18031" y="3602"/>
                </a:lnTo>
                <a:lnTo>
                  <a:pt x="17690" y="3651"/>
                </a:lnTo>
                <a:lnTo>
                  <a:pt x="17350" y="3651"/>
                </a:lnTo>
                <a:lnTo>
                  <a:pt x="17423" y="3553"/>
                </a:lnTo>
                <a:lnTo>
                  <a:pt x="17666" y="3213"/>
                </a:lnTo>
                <a:lnTo>
                  <a:pt x="17885" y="2823"/>
                </a:lnTo>
                <a:lnTo>
                  <a:pt x="17982" y="2629"/>
                </a:lnTo>
                <a:lnTo>
                  <a:pt x="18055" y="2410"/>
                </a:lnTo>
                <a:lnTo>
                  <a:pt x="18128" y="2215"/>
                </a:lnTo>
                <a:lnTo>
                  <a:pt x="18153" y="2020"/>
                </a:lnTo>
                <a:lnTo>
                  <a:pt x="18153" y="1947"/>
                </a:lnTo>
                <a:lnTo>
                  <a:pt x="18104" y="1899"/>
                </a:lnTo>
                <a:lnTo>
                  <a:pt x="18080" y="1850"/>
                </a:lnTo>
                <a:lnTo>
                  <a:pt x="18007" y="1826"/>
                </a:lnTo>
                <a:lnTo>
                  <a:pt x="17958" y="1801"/>
                </a:lnTo>
                <a:lnTo>
                  <a:pt x="17885" y="1801"/>
                </a:lnTo>
                <a:lnTo>
                  <a:pt x="17836" y="1826"/>
                </a:lnTo>
                <a:lnTo>
                  <a:pt x="17788" y="1874"/>
                </a:lnTo>
                <a:lnTo>
                  <a:pt x="17666" y="2020"/>
                </a:lnTo>
                <a:lnTo>
                  <a:pt x="17569" y="2191"/>
                </a:lnTo>
                <a:lnTo>
                  <a:pt x="17374" y="2556"/>
                </a:lnTo>
                <a:lnTo>
                  <a:pt x="17179" y="2896"/>
                </a:lnTo>
                <a:lnTo>
                  <a:pt x="16985" y="3261"/>
                </a:lnTo>
                <a:lnTo>
                  <a:pt x="16912" y="3067"/>
                </a:lnTo>
                <a:lnTo>
                  <a:pt x="16839" y="2848"/>
                </a:lnTo>
                <a:lnTo>
                  <a:pt x="16766" y="2653"/>
                </a:lnTo>
                <a:lnTo>
                  <a:pt x="16741" y="2458"/>
                </a:lnTo>
                <a:lnTo>
                  <a:pt x="16717" y="2239"/>
                </a:lnTo>
                <a:lnTo>
                  <a:pt x="16717" y="2020"/>
                </a:lnTo>
                <a:lnTo>
                  <a:pt x="16741" y="1801"/>
                </a:lnTo>
                <a:lnTo>
                  <a:pt x="16766" y="1582"/>
                </a:lnTo>
                <a:lnTo>
                  <a:pt x="16814" y="1436"/>
                </a:lnTo>
                <a:lnTo>
                  <a:pt x="16887" y="1315"/>
                </a:lnTo>
                <a:lnTo>
                  <a:pt x="16960" y="1169"/>
                </a:lnTo>
                <a:lnTo>
                  <a:pt x="17033" y="1047"/>
                </a:lnTo>
                <a:lnTo>
                  <a:pt x="17252" y="828"/>
                </a:lnTo>
                <a:lnTo>
                  <a:pt x="17496" y="658"/>
                </a:lnTo>
                <a:lnTo>
                  <a:pt x="17642" y="585"/>
                </a:lnTo>
                <a:lnTo>
                  <a:pt x="17812" y="512"/>
                </a:lnTo>
                <a:close/>
                <a:moveTo>
                  <a:pt x="5111" y="1582"/>
                </a:moveTo>
                <a:lnTo>
                  <a:pt x="5159" y="1655"/>
                </a:lnTo>
                <a:lnTo>
                  <a:pt x="5232" y="1704"/>
                </a:lnTo>
                <a:lnTo>
                  <a:pt x="5305" y="1728"/>
                </a:lnTo>
                <a:lnTo>
                  <a:pt x="5403" y="1704"/>
                </a:lnTo>
                <a:lnTo>
                  <a:pt x="5573" y="1655"/>
                </a:lnTo>
                <a:lnTo>
                  <a:pt x="5719" y="1631"/>
                </a:lnTo>
                <a:lnTo>
                  <a:pt x="5987" y="1631"/>
                </a:lnTo>
                <a:lnTo>
                  <a:pt x="6133" y="1680"/>
                </a:lnTo>
                <a:lnTo>
                  <a:pt x="6230" y="1753"/>
                </a:lnTo>
                <a:lnTo>
                  <a:pt x="6352" y="1850"/>
                </a:lnTo>
                <a:lnTo>
                  <a:pt x="6473" y="1996"/>
                </a:lnTo>
                <a:lnTo>
                  <a:pt x="6595" y="2264"/>
                </a:lnTo>
                <a:lnTo>
                  <a:pt x="6717" y="2531"/>
                </a:lnTo>
                <a:lnTo>
                  <a:pt x="6790" y="2799"/>
                </a:lnTo>
                <a:lnTo>
                  <a:pt x="6838" y="3091"/>
                </a:lnTo>
                <a:lnTo>
                  <a:pt x="6887" y="3286"/>
                </a:lnTo>
                <a:lnTo>
                  <a:pt x="6887" y="3456"/>
                </a:lnTo>
                <a:lnTo>
                  <a:pt x="6863" y="3626"/>
                </a:lnTo>
                <a:lnTo>
                  <a:pt x="6814" y="3797"/>
                </a:lnTo>
                <a:lnTo>
                  <a:pt x="6765" y="3943"/>
                </a:lnTo>
                <a:lnTo>
                  <a:pt x="6692" y="4064"/>
                </a:lnTo>
                <a:lnTo>
                  <a:pt x="6595" y="4186"/>
                </a:lnTo>
                <a:lnTo>
                  <a:pt x="6473" y="4308"/>
                </a:lnTo>
                <a:lnTo>
                  <a:pt x="6303" y="4040"/>
                </a:lnTo>
                <a:lnTo>
                  <a:pt x="6133" y="3797"/>
                </a:lnTo>
                <a:lnTo>
                  <a:pt x="5987" y="3529"/>
                </a:lnTo>
                <a:lnTo>
                  <a:pt x="5865" y="3261"/>
                </a:lnTo>
                <a:lnTo>
                  <a:pt x="5816" y="3164"/>
                </a:lnTo>
                <a:lnTo>
                  <a:pt x="5719" y="2994"/>
                </a:lnTo>
                <a:lnTo>
                  <a:pt x="5670" y="2921"/>
                </a:lnTo>
                <a:lnTo>
                  <a:pt x="5597" y="2872"/>
                </a:lnTo>
                <a:lnTo>
                  <a:pt x="5524" y="2848"/>
                </a:lnTo>
                <a:lnTo>
                  <a:pt x="5476" y="2896"/>
                </a:lnTo>
                <a:lnTo>
                  <a:pt x="5403" y="2969"/>
                </a:lnTo>
                <a:lnTo>
                  <a:pt x="5378" y="3067"/>
                </a:lnTo>
                <a:lnTo>
                  <a:pt x="5378" y="3164"/>
                </a:lnTo>
                <a:lnTo>
                  <a:pt x="5378" y="3261"/>
                </a:lnTo>
                <a:lnTo>
                  <a:pt x="5451" y="3456"/>
                </a:lnTo>
                <a:lnTo>
                  <a:pt x="5524" y="3626"/>
                </a:lnTo>
                <a:lnTo>
                  <a:pt x="5768" y="4089"/>
                </a:lnTo>
                <a:lnTo>
                  <a:pt x="6035" y="4551"/>
                </a:lnTo>
                <a:lnTo>
                  <a:pt x="5768" y="4624"/>
                </a:lnTo>
                <a:lnTo>
                  <a:pt x="5451" y="4648"/>
                </a:lnTo>
                <a:lnTo>
                  <a:pt x="5257" y="4648"/>
                </a:lnTo>
                <a:lnTo>
                  <a:pt x="5086" y="4624"/>
                </a:lnTo>
                <a:lnTo>
                  <a:pt x="4940" y="4600"/>
                </a:lnTo>
                <a:lnTo>
                  <a:pt x="4794" y="4551"/>
                </a:lnTo>
                <a:lnTo>
                  <a:pt x="4673" y="4478"/>
                </a:lnTo>
                <a:lnTo>
                  <a:pt x="4551" y="4381"/>
                </a:lnTo>
                <a:lnTo>
                  <a:pt x="4429" y="4308"/>
                </a:lnTo>
                <a:lnTo>
                  <a:pt x="4356" y="4186"/>
                </a:lnTo>
                <a:lnTo>
                  <a:pt x="4259" y="4064"/>
                </a:lnTo>
                <a:lnTo>
                  <a:pt x="4186" y="3943"/>
                </a:lnTo>
                <a:lnTo>
                  <a:pt x="4137" y="3821"/>
                </a:lnTo>
                <a:lnTo>
                  <a:pt x="4089" y="3675"/>
                </a:lnTo>
                <a:lnTo>
                  <a:pt x="4064" y="3505"/>
                </a:lnTo>
                <a:lnTo>
                  <a:pt x="4064" y="3359"/>
                </a:lnTo>
                <a:lnTo>
                  <a:pt x="4064" y="3188"/>
                </a:lnTo>
                <a:lnTo>
                  <a:pt x="4089" y="3018"/>
                </a:lnTo>
                <a:lnTo>
                  <a:pt x="4137" y="2775"/>
                </a:lnTo>
                <a:lnTo>
                  <a:pt x="4210" y="2556"/>
                </a:lnTo>
                <a:lnTo>
                  <a:pt x="4308" y="2337"/>
                </a:lnTo>
                <a:lnTo>
                  <a:pt x="4429" y="2142"/>
                </a:lnTo>
                <a:lnTo>
                  <a:pt x="4551" y="1972"/>
                </a:lnTo>
                <a:lnTo>
                  <a:pt x="4721" y="1801"/>
                </a:lnTo>
                <a:lnTo>
                  <a:pt x="4916" y="1680"/>
                </a:lnTo>
                <a:lnTo>
                  <a:pt x="5111" y="1582"/>
                </a:lnTo>
                <a:close/>
                <a:moveTo>
                  <a:pt x="12532" y="7544"/>
                </a:moveTo>
                <a:lnTo>
                  <a:pt x="12264" y="7568"/>
                </a:lnTo>
                <a:lnTo>
                  <a:pt x="11997" y="7593"/>
                </a:lnTo>
                <a:lnTo>
                  <a:pt x="11753" y="7641"/>
                </a:lnTo>
                <a:lnTo>
                  <a:pt x="11486" y="7690"/>
                </a:lnTo>
                <a:lnTo>
                  <a:pt x="11218" y="7763"/>
                </a:lnTo>
                <a:lnTo>
                  <a:pt x="10975" y="7885"/>
                </a:lnTo>
                <a:lnTo>
                  <a:pt x="10926" y="7933"/>
                </a:lnTo>
                <a:lnTo>
                  <a:pt x="10926" y="8006"/>
                </a:lnTo>
                <a:lnTo>
                  <a:pt x="10975" y="8055"/>
                </a:lnTo>
                <a:lnTo>
                  <a:pt x="11048" y="8079"/>
                </a:lnTo>
                <a:lnTo>
                  <a:pt x="11315" y="8055"/>
                </a:lnTo>
                <a:lnTo>
                  <a:pt x="11583" y="8031"/>
                </a:lnTo>
                <a:lnTo>
                  <a:pt x="11875" y="7982"/>
                </a:lnTo>
                <a:lnTo>
                  <a:pt x="12143" y="7933"/>
                </a:lnTo>
                <a:lnTo>
                  <a:pt x="12386" y="7909"/>
                </a:lnTo>
                <a:lnTo>
                  <a:pt x="12605" y="7909"/>
                </a:lnTo>
                <a:lnTo>
                  <a:pt x="12824" y="7885"/>
                </a:lnTo>
                <a:lnTo>
                  <a:pt x="12946" y="7860"/>
                </a:lnTo>
                <a:lnTo>
                  <a:pt x="13043" y="7787"/>
                </a:lnTo>
                <a:lnTo>
                  <a:pt x="13067" y="7763"/>
                </a:lnTo>
                <a:lnTo>
                  <a:pt x="13092" y="7714"/>
                </a:lnTo>
                <a:lnTo>
                  <a:pt x="13067" y="7690"/>
                </a:lnTo>
                <a:lnTo>
                  <a:pt x="13043" y="7641"/>
                </a:lnTo>
                <a:lnTo>
                  <a:pt x="12921" y="7593"/>
                </a:lnTo>
                <a:lnTo>
                  <a:pt x="12800" y="7544"/>
                </a:lnTo>
                <a:close/>
                <a:moveTo>
                  <a:pt x="20002" y="10026"/>
                </a:moveTo>
                <a:lnTo>
                  <a:pt x="20172" y="10050"/>
                </a:lnTo>
                <a:lnTo>
                  <a:pt x="20367" y="10074"/>
                </a:lnTo>
                <a:lnTo>
                  <a:pt x="20537" y="10099"/>
                </a:lnTo>
                <a:lnTo>
                  <a:pt x="20708" y="10172"/>
                </a:lnTo>
                <a:lnTo>
                  <a:pt x="20854" y="10245"/>
                </a:lnTo>
                <a:lnTo>
                  <a:pt x="21024" y="10342"/>
                </a:lnTo>
                <a:lnTo>
                  <a:pt x="21194" y="10439"/>
                </a:lnTo>
                <a:lnTo>
                  <a:pt x="21316" y="10585"/>
                </a:lnTo>
                <a:lnTo>
                  <a:pt x="21438" y="10707"/>
                </a:lnTo>
                <a:lnTo>
                  <a:pt x="21511" y="10877"/>
                </a:lnTo>
                <a:lnTo>
                  <a:pt x="21584" y="11023"/>
                </a:lnTo>
                <a:lnTo>
                  <a:pt x="21608" y="11194"/>
                </a:lnTo>
                <a:lnTo>
                  <a:pt x="21632" y="11364"/>
                </a:lnTo>
                <a:lnTo>
                  <a:pt x="21632" y="11534"/>
                </a:lnTo>
                <a:lnTo>
                  <a:pt x="21608" y="11705"/>
                </a:lnTo>
                <a:lnTo>
                  <a:pt x="21559" y="11875"/>
                </a:lnTo>
                <a:lnTo>
                  <a:pt x="21511" y="12021"/>
                </a:lnTo>
                <a:lnTo>
                  <a:pt x="21438" y="12191"/>
                </a:lnTo>
                <a:lnTo>
                  <a:pt x="21340" y="12337"/>
                </a:lnTo>
                <a:lnTo>
                  <a:pt x="21219" y="12483"/>
                </a:lnTo>
                <a:lnTo>
                  <a:pt x="21097" y="12605"/>
                </a:lnTo>
                <a:lnTo>
                  <a:pt x="20951" y="12702"/>
                </a:lnTo>
                <a:lnTo>
                  <a:pt x="20805" y="12800"/>
                </a:lnTo>
                <a:lnTo>
                  <a:pt x="20635" y="12873"/>
                </a:lnTo>
                <a:lnTo>
                  <a:pt x="20489" y="12921"/>
                </a:lnTo>
                <a:lnTo>
                  <a:pt x="20343" y="12970"/>
                </a:lnTo>
                <a:lnTo>
                  <a:pt x="20172" y="12994"/>
                </a:lnTo>
                <a:lnTo>
                  <a:pt x="20026" y="12994"/>
                </a:lnTo>
                <a:lnTo>
                  <a:pt x="19856" y="12970"/>
                </a:lnTo>
                <a:lnTo>
                  <a:pt x="19710" y="12946"/>
                </a:lnTo>
                <a:lnTo>
                  <a:pt x="19540" y="12897"/>
                </a:lnTo>
                <a:lnTo>
                  <a:pt x="19394" y="12848"/>
                </a:lnTo>
                <a:lnTo>
                  <a:pt x="19248" y="12775"/>
                </a:lnTo>
                <a:lnTo>
                  <a:pt x="19126" y="12678"/>
                </a:lnTo>
                <a:lnTo>
                  <a:pt x="18980" y="12581"/>
                </a:lnTo>
                <a:lnTo>
                  <a:pt x="18858" y="12459"/>
                </a:lnTo>
                <a:lnTo>
                  <a:pt x="18761" y="12337"/>
                </a:lnTo>
                <a:lnTo>
                  <a:pt x="18664" y="12216"/>
                </a:lnTo>
                <a:lnTo>
                  <a:pt x="18566" y="12070"/>
                </a:lnTo>
                <a:lnTo>
                  <a:pt x="18493" y="11899"/>
                </a:lnTo>
                <a:lnTo>
                  <a:pt x="18445" y="11729"/>
                </a:lnTo>
                <a:lnTo>
                  <a:pt x="18420" y="11583"/>
                </a:lnTo>
                <a:lnTo>
                  <a:pt x="19783" y="11753"/>
                </a:lnTo>
                <a:lnTo>
                  <a:pt x="19880" y="11753"/>
                </a:lnTo>
                <a:lnTo>
                  <a:pt x="19953" y="11705"/>
                </a:lnTo>
                <a:lnTo>
                  <a:pt x="20002" y="11632"/>
                </a:lnTo>
                <a:lnTo>
                  <a:pt x="20026" y="11534"/>
                </a:lnTo>
                <a:lnTo>
                  <a:pt x="20002" y="11437"/>
                </a:lnTo>
                <a:lnTo>
                  <a:pt x="19953" y="11364"/>
                </a:lnTo>
                <a:lnTo>
                  <a:pt x="19880" y="11291"/>
                </a:lnTo>
                <a:lnTo>
                  <a:pt x="19783" y="11267"/>
                </a:lnTo>
                <a:lnTo>
                  <a:pt x="18420" y="11096"/>
                </a:lnTo>
                <a:lnTo>
                  <a:pt x="18493" y="10804"/>
                </a:lnTo>
                <a:lnTo>
                  <a:pt x="18615" y="10512"/>
                </a:lnTo>
                <a:lnTo>
                  <a:pt x="18883" y="10415"/>
                </a:lnTo>
                <a:lnTo>
                  <a:pt x="19126" y="10293"/>
                </a:lnTo>
                <a:lnTo>
                  <a:pt x="19369" y="10172"/>
                </a:lnTo>
                <a:lnTo>
                  <a:pt x="19637" y="10074"/>
                </a:lnTo>
                <a:lnTo>
                  <a:pt x="19832" y="10050"/>
                </a:lnTo>
                <a:lnTo>
                  <a:pt x="20002" y="10026"/>
                </a:lnTo>
                <a:close/>
                <a:moveTo>
                  <a:pt x="11048" y="6838"/>
                </a:moveTo>
                <a:lnTo>
                  <a:pt x="11267" y="6863"/>
                </a:lnTo>
                <a:lnTo>
                  <a:pt x="11510" y="6887"/>
                </a:lnTo>
                <a:lnTo>
                  <a:pt x="11729" y="6936"/>
                </a:lnTo>
                <a:lnTo>
                  <a:pt x="11559" y="6960"/>
                </a:lnTo>
                <a:lnTo>
                  <a:pt x="11364" y="7009"/>
                </a:lnTo>
                <a:lnTo>
                  <a:pt x="11169" y="7057"/>
                </a:lnTo>
                <a:lnTo>
                  <a:pt x="10975" y="7155"/>
                </a:lnTo>
                <a:lnTo>
                  <a:pt x="10902" y="7228"/>
                </a:lnTo>
                <a:lnTo>
                  <a:pt x="10853" y="7301"/>
                </a:lnTo>
                <a:lnTo>
                  <a:pt x="10853" y="7325"/>
                </a:lnTo>
                <a:lnTo>
                  <a:pt x="10950" y="7349"/>
                </a:lnTo>
                <a:lnTo>
                  <a:pt x="11048" y="7374"/>
                </a:lnTo>
                <a:lnTo>
                  <a:pt x="11242" y="7349"/>
                </a:lnTo>
                <a:lnTo>
                  <a:pt x="11632" y="7252"/>
                </a:lnTo>
                <a:lnTo>
                  <a:pt x="11972" y="7203"/>
                </a:lnTo>
                <a:lnTo>
                  <a:pt x="12167" y="7179"/>
                </a:lnTo>
                <a:lnTo>
                  <a:pt x="12313" y="7106"/>
                </a:lnTo>
                <a:lnTo>
                  <a:pt x="12532" y="7203"/>
                </a:lnTo>
                <a:lnTo>
                  <a:pt x="12727" y="7325"/>
                </a:lnTo>
                <a:lnTo>
                  <a:pt x="12921" y="7447"/>
                </a:lnTo>
                <a:lnTo>
                  <a:pt x="13116" y="7568"/>
                </a:lnTo>
                <a:lnTo>
                  <a:pt x="13286" y="7714"/>
                </a:lnTo>
                <a:lnTo>
                  <a:pt x="13457" y="7885"/>
                </a:lnTo>
                <a:lnTo>
                  <a:pt x="13627" y="8055"/>
                </a:lnTo>
                <a:lnTo>
                  <a:pt x="13773" y="8250"/>
                </a:lnTo>
                <a:lnTo>
                  <a:pt x="13530" y="8225"/>
                </a:lnTo>
                <a:lnTo>
                  <a:pt x="13311" y="8225"/>
                </a:lnTo>
                <a:lnTo>
                  <a:pt x="12848" y="8274"/>
                </a:lnTo>
                <a:lnTo>
                  <a:pt x="12459" y="8347"/>
                </a:lnTo>
                <a:lnTo>
                  <a:pt x="12070" y="8420"/>
                </a:lnTo>
                <a:lnTo>
                  <a:pt x="11705" y="8566"/>
                </a:lnTo>
                <a:lnTo>
                  <a:pt x="11534" y="8663"/>
                </a:lnTo>
                <a:lnTo>
                  <a:pt x="11364" y="8761"/>
                </a:lnTo>
                <a:lnTo>
                  <a:pt x="11340" y="8785"/>
                </a:lnTo>
                <a:lnTo>
                  <a:pt x="11340" y="8834"/>
                </a:lnTo>
                <a:lnTo>
                  <a:pt x="11364" y="8858"/>
                </a:lnTo>
                <a:lnTo>
                  <a:pt x="11388" y="8882"/>
                </a:lnTo>
                <a:lnTo>
                  <a:pt x="11753" y="8834"/>
                </a:lnTo>
                <a:lnTo>
                  <a:pt x="12118" y="8761"/>
                </a:lnTo>
                <a:lnTo>
                  <a:pt x="12483" y="8688"/>
                </a:lnTo>
                <a:lnTo>
                  <a:pt x="12848" y="8663"/>
                </a:lnTo>
                <a:lnTo>
                  <a:pt x="13432" y="8663"/>
                </a:lnTo>
                <a:lnTo>
                  <a:pt x="13749" y="8688"/>
                </a:lnTo>
                <a:lnTo>
                  <a:pt x="13895" y="8663"/>
                </a:lnTo>
                <a:lnTo>
                  <a:pt x="14016" y="8663"/>
                </a:lnTo>
                <a:lnTo>
                  <a:pt x="14187" y="9028"/>
                </a:lnTo>
                <a:lnTo>
                  <a:pt x="13773" y="9053"/>
                </a:lnTo>
                <a:lnTo>
                  <a:pt x="13359" y="9101"/>
                </a:lnTo>
                <a:lnTo>
                  <a:pt x="12994" y="9150"/>
                </a:lnTo>
                <a:lnTo>
                  <a:pt x="12605" y="9199"/>
                </a:lnTo>
                <a:lnTo>
                  <a:pt x="12240" y="9296"/>
                </a:lnTo>
                <a:lnTo>
                  <a:pt x="12070" y="9369"/>
                </a:lnTo>
                <a:lnTo>
                  <a:pt x="11899" y="9466"/>
                </a:lnTo>
                <a:lnTo>
                  <a:pt x="11875" y="9490"/>
                </a:lnTo>
                <a:lnTo>
                  <a:pt x="11875" y="9539"/>
                </a:lnTo>
                <a:lnTo>
                  <a:pt x="11899" y="9563"/>
                </a:lnTo>
                <a:lnTo>
                  <a:pt x="11948" y="9588"/>
                </a:lnTo>
                <a:lnTo>
                  <a:pt x="12337" y="9588"/>
                </a:lnTo>
                <a:lnTo>
                  <a:pt x="12751" y="9539"/>
                </a:lnTo>
                <a:lnTo>
                  <a:pt x="13140" y="9466"/>
                </a:lnTo>
                <a:lnTo>
                  <a:pt x="13530" y="9417"/>
                </a:lnTo>
                <a:lnTo>
                  <a:pt x="13919" y="9417"/>
                </a:lnTo>
                <a:lnTo>
                  <a:pt x="14333" y="9393"/>
                </a:lnTo>
                <a:lnTo>
                  <a:pt x="14381" y="9661"/>
                </a:lnTo>
                <a:lnTo>
                  <a:pt x="14406" y="9904"/>
                </a:lnTo>
                <a:lnTo>
                  <a:pt x="14138" y="9831"/>
                </a:lnTo>
                <a:lnTo>
                  <a:pt x="13870" y="9782"/>
                </a:lnTo>
                <a:lnTo>
                  <a:pt x="13578" y="9782"/>
                </a:lnTo>
                <a:lnTo>
                  <a:pt x="13286" y="9807"/>
                </a:lnTo>
                <a:lnTo>
                  <a:pt x="12994" y="9855"/>
                </a:lnTo>
                <a:lnTo>
                  <a:pt x="12727" y="9904"/>
                </a:lnTo>
                <a:lnTo>
                  <a:pt x="12459" y="10001"/>
                </a:lnTo>
                <a:lnTo>
                  <a:pt x="12216" y="10099"/>
                </a:lnTo>
                <a:lnTo>
                  <a:pt x="12191" y="10123"/>
                </a:lnTo>
                <a:lnTo>
                  <a:pt x="12191" y="10172"/>
                </a:lnTo>
                <a:lnTo>
                  <a:pt x="12216" y="10196"/>
                </a:lnTo>
                <a:lnTo>
                  <a:pt x="12240" y="10220"/>
                </a:lnTo>
                <a:lnTo>
                  <a:pt x="12848" y="10196"/>
                </a:lnTo>
                <a:lnTo>
                  <a:pt x="13457" y="10196"/>
                </a:lnTo>
                <a:lnTo>
                  <a:pt x="13943" y="10220"/>
                </a:lnTo>
                <a:lnTo>
                  <a:pt x="14430" y="10220"/>
                </a:lnTo>
                <a:lnTo>
                  <a:pt x="14430" y="10464"/>
                </a:lnTo>
                <a:lnTo>
                  <a:pt x="14406" y="10707"/>
                </a:lnTo>
                <a:lnTo>
                  <a:pt x="14187" y="10634"/>
                </a:lnTo>
                <a:lnTo>
                  <a:pt x="13968" y="10610"/>
                </a:lnTo>
                <a:lnTo>
                  <a:pt x="13505" y="10561"/>
                </a:lnTo>
                <a:lnTo>
                  <a:pt x="13189" y="10512"/>
                </a:lnTo>
                <a:lnTo>
                  <a:pt x="12824" y="10464"/>
                </a:lnTo>
                <a:lnTo>
                  <a:pt x="12654" y="10464"/>
                </a:lnTo>
                <a:lnTo>
                  <a:pt x="12483" y="10488"/>
                </a:lnTo>
                <a:lnTo>
                  <a:pt x="12337" y="10537"/>
                </a:lnTo>
                <a:lnTo>
                  <a:pt x="12191" y="10610"/>
                </a:lnTo>
                <a:lnTo>
                  <a:pt x="12191" y="10634"/>
                </a:lnTo>
                <a:lnTo>
                  <a:pt x="12313" y="10731"/>
                </a:lnTo>
                <a:lnTo>
                  <a:pt x="12459" y="10804"/>
                </a:lnTo>
                <a:lnTo>
                  <a:pt x="12629" y="10853"/>
                </a:lnTo>
                <a:lnTo>
                  <a:pt x="12775" y="10877"/>
                </a:lnTo>
                <a:lnTo>
                  <a:pt x="13140" y="10926"/>
                </a:lnTo>
                <a:lnTo>
                  <a:pt x="13457" y="10950"/>
                </a:lnTo>
                <a:lnTo>
                  <a:pt x="13870" y="11048"/>
                </a:lnTo>
                <a:lnTo>
                  <a:pt x="14114" y="11072"/>
                </a:lnTo>
                <a:lnTo>
                  <a:pt x="14333" y="11072"/>
                </a:lnTo>
                <a:lnTo>
                  <a:pt x="14235" y="11340"/>
                </a:lnTo>
                <a:lnTo>
                  <a:pt x="14138" y="11607"/>
                </a:lnTo>
                <a:lnTo>
                  <a:pt x="14016" y="11851"/>
                </a:lnTo>
                <a:lnTo>
                  <a:pt x="13870" y="12094"/>
                </a:lnTo>
                <a:lnTo>
                  <a:pt x="13846" y="11997"/>
                </a:lnTo>
                <a:lnTo>
                  <a:pt x="13797" y="11899"/>
                </a:lnTo>
                <a:lnTo>
                  <a:pt x="13724" y="11826"/>
                </a:lnTo>
                <a:lnTo>
                  <a:pt x="13627" y="11778"/>
                </a:lnTo>
                <a:lnTo>
                  <a:pt x="13432" y="11680"/>
                </a:lnTo>
                <a:lnTo>
                  <a:pt x="13238" y="11607"/>
                </a:lnTo>
                <a:lnTo>
                  <a:pt x="12946" y="11534"/>
                </a:lnTo>
                <a:lnTo>
                  <a:pt x="12654" y="11486"/>
                </a:lnTo>
                <a:lnTo>
                  <a:pt x="12362" y="11486"/>
                </a:lnTo>
                <a:lnTo>
                  <a:pt x="12070" y="11510"/>
                </a:lnTo>
                <a:lnTo>
                  <a:pt x="12045" y="11534"/>
                </a:lnTo>
                <a:lnTo>
                  <a:pt x="12045" y="11559"/>
                </a:lnTo>
                <a:lnTo>
                  <a:pt x="12045" y="11607"/>
                </a:lnTo>
                <a:lnTo>
                  <a:pt x="12070" y="11632"/>
                </a:lnTo>
                <a:lnTo>
                  <a:pt x="12678" y="11826"/>
                </a:lnTo>
                <a:lnTo>
                  <a:pt x="12970" y="11948"/>
                </a:lnTo>
                <a:lnTo>
                  <a:pt x="13262" y="12070"/>
                </a:lnTo>
                <a:lnTo>
                  <a:pt x="13481" y="12191"/>
                </a:lnTo>
                <a:lnTo>
                  <a:pt x="13627" y="12240"/>
                </a:lnTo>
                <a:lnTo>
                  <a:pt x="13749" y="12240"/>
                </a:lnTo>
                <a:lnTo>
                  <a:pt x="13505" y="12556"/>
                </a:lnTo>
                <a:lnTo>
                  <a:pt x="13189" y="12362"/>
                </a:lnTo>
                <a:lnTo>
                  <a:pt x="12605" y="12021"/>
                </a:lnTo>
                <a:lnTo>
                  <a:pt x="12289" y="11899"/>
                </a:lnTo>
                <a:lnTo>
                  <a:pt x="12143" y="11851"/>
                </a:lnTo>
                <a:lnTo>
                  <a:pt x="11972" y="11802"/>
                </a:lnTo>
                <a:lnTo>
                  <a:pt x="11924" y="11802"/>
                </a:lnTo>
                <a:lnTo>
                  <a:pt x="11899" y="11826"/>
                </a:lnTo>
                <a:lnTo>
                  <a:pt x="11875" y="11875"/>
                </a:lnTo>
                <a:lnTo>
                  <a:pt x="11899" y="11924"/>
                </a:lnTo>
                <a:lnTo>
                  <a:pt x="12070" y="12118"/>
                </a:lnTo>
                <a:lnTo>
                  <a:pt x="12264" y="12289"/>
                </a:lnTo>
                <a:lnTo>
                  <a:pt x="12483" y="12435"/>
                </a:lnTo>
                <a:lnTo>
                  <a:pt x="12727" y="12581"/>
                </a:lnTo>
                <a:lnTo>
                  <a:pt x="13140" y="12873"/>
                </a:lnTo>
                <a:lnTo>
                  <a:pt x="12800" y="13116"/>
                </a:lnTo>
                <a:lnTo>
                  <a:pt x="12629" y="12946"/>
                </a:lnTo>
                <a:lnTo>
                  <a:pt x="12435" y="12800"/>
                </a:lnTo>
                <a:lnTo>
                  <a:pt x="12289" y="12702"/>
                </a:lnTo>
                <a:lnTo>
                  <a:pt x="12143" y="12605"/>
                </a:lnTo>
                <a:lnTo>
                  <a:pt x="12045" y="12581"/>
                </a:lnTo>
                <a:lnTo>
                  <a:pt x="11972" y="12556"/>
                </a:lnTo>
                <a:lnTo>
                  <a:pt x="11875" y="12556"/>
                </a:lnTo>
                <a:lnTo>
                  <a:pt x="11802" y="12581"/>
                </a:lnTo>
                <a:lnTo>
                  <a:pt x="11753" y="12629"/>
                </a:lnTo>
                <a:lnTo>
                  <a:pt x="11753" y="12678"/>
                </a:lnTo>
                <a:lnTo>
                  <a:pt x="11802" y="12824"/>
                </a:lnTo>
                <a:lnTo>
                  <a:pt x="11875" y="12921"/>
                </a:lnTo>
                <a:lnTo>
                  <a:pt x="12118" y="13116"/>
                </a:lnTo>
                <a:lnTo>
                  <a:pt x="12240" y="13238"/>
                </a:lnTo>
                <a:lnTo>
                  <a:pt x="12362" y="13359"/>
                </a:lnTo>
                <a:lnTo>
                  <a:pt x="11997" y="13505"/>
                </a:lnTo>
                <a:lnTo>
                  <a:pt x="11826" y="13554"/>
                </a:lnTo>
                <a:lnTo>
                  <a:pt x="11680" y="13384"/>
                </a:lnTo>
                <a:lnTo>
                  <a:pt x="11510" y="13213"/>
                </a:lnTo>
                <a:lnTo>
                  <a:pt x="11315" y="13067"/>
                </a:lnTo>
                <a:lnTo>
                  <a:pt x="11121" y="12946"/>
                </a:lnTo>
                <a:lnTo>
                  <a:pt x="11072" y="12946"/>
                </a:lnTo>
                <a:lnTo>
                  <a:pt x="11023" y="12970"/>
                </a:lnTo>
                <a:lnTo>
                  <a:pt x="10999" y="12994"/>
                </a:lnTo>
                <a:lnTo>
                  <a:pt x="10999" y="13043"/>
                </a:lnTo>
                <a:lnTo>
                  <a:pt x="11072" y="13213"/>
                </a:lnTo>
                <a:lnTo>
                  <a:pt x="11145" y="13359"/>
                </a:lnTo>
                <a:lnTo>
                  <a:pt x="11364" y="13651"/>
                </a:lnTo>
                <a:lnTo>
                  <a:pt x="11169" y="13651"/>
                </a:lnTo>
                <a:lnTo>
                  <a:pt x="11072" y="13481"/>
                </a:lnTo>
                <a:lnTo>
                  <a:pt x="10999" y="13286"/>
                </a:lnTo>
                <a:lnTo>
                  <a:pt x="10950" y="13213"/>
                </a:lnTo>
                <a:lnTo>
                  <a:pt x="10877" y="13165"/>
                </a:lnTo>
                <a:lnTo>
                  <a:pt x="10780" y="13116"/>
                </a:lnTo>
                <a:lnTo>
                  <a:pt x="10731" y="13116"/>
                </a:lnTo>
                <a:lnTo>
                  <a:pt x="10707" y="13140"/>
                </a:lnTo>
                <a:lnTo>
                  <a:pt x="10658" y="13213"/>
                </a:lnTo>
                <a:lnTo>
                  <a:pt x="10634" y="13311"/>
                </a:lnTo>
                <a:lnTo>
                  <a:pt x="10634" y="13408"/>
                </a:lnTo>
                <a:lnTo>
                  <a:pt x="10658" y="13481"/>
                </a:lnTo>
                <a:lnTo>
                  <a:pt x="10683" y="13627"/>
                </a:lnTo>
                <a:lnTo>
                  <a:pt x="10415" y="13603"/>
                </a:lnTo>
                <a:lnTo>
                  <a:pt x="10172" y="13530"/>
                </a:lnTo>
                <a:lnTo>
                  <a:pt x="9904" y="13457"/>
                </a:lnTo>
                <a:lnTo>
                  <a:pt x="9661" y="13359"/>
                </a:lnTo>
                <a:lnTo>
                  <a:pt x="9442" y="13238"/>
                </a:lnTo>
                <a:lnTo>
                  <a:pt x="9198" y="13092"/>
                </a:lnTo>
                <a:lnTo>
                  <a:pt x="8979" y="12946"/>
                </a:lnTo>
                <a:lnTo>
                  <a:pt x="8785" y="12775"/>
                </a:lnTo>
                <a:lnTo>
                  <a:pt x="8590" y="12581"/>
                </a:lnTo>
                <a:lnTo>
                  <a:pt x="8420" y="12386"/>
                </a:lnTo>
                <a:lnTo>
                  <a:pt x="8249" y="12167"/>
                </a:lnTo>
                <a:lnTo>
                  <a:pt x="8103" y="11948"/>
                </a:lnTo>
                <a:lnTo>
                  <a:pt x="7957" y="11705"/>
                </a:lnTo>
                <a:lnTo>
                  <a:pt x="7836" y="11461"/>
                </a:lnTo>
                <a:lnTo>
                  <a:pt x="7738" y="11218"/>
                </a:lnTo>
                <a:lnTo>
                  <a:pt x="7665" y="10950"/>
                </a:lnTo>
                <a:lnTo>
                  <a:pt x="7592" y="10610"/>
                </a:lnTo>
                <a:lnTo>
                  <a:pt x="7568" y="10245"/>
                </a:lnTo>
                <a:lnTo>
                  <a:pt x="7568" y="9880"/>
                </a:lnTo>
                <a:lnTo>
                  <a:pt x="7617" y="9539"/>
                </a:lnTo>
                <a:lnTo>
                  <a:pt x="7714" y="9174"/>
                </a:lnTo>
                <a:lnTo>
                  <a:pt x="7811" y="8834"/>
                </a:lnTo>
                <a:lnTo>
                  <a:pt x="7957" y="8517"/>
                </a:lnTo>
                <a:lnTo>
                  <a:pt x="8152" y="8201"/>
                </a:lnTo>
                <a:lnTo>
                  <a:pt x="8274" y="8006"/>
                </a:lnTo>
                <a:lnTo>
                  <a:pt x="8444" y="7812"/>
                </a:lnTo>
                <a:lnTo>
                  <a:pt x="8590" y="7641"/>
                </a:lnTo>
                <a:lnTo>
                  <a:pt x="8785" y="7471"/>
                </a:lnTo>
                <a:lnTo>
                  <a:pt x="9150" y="7179"/>
                </a:lnTo>
                <a:lnTo>
                  <a:pt x="9539" y="6936"/>
                </a:lnTo>
                <a:lnTo>
                  <a:pt x="9588" y="6984"/>
                </a:lnTo>
                <a:lnTo>
                  <a:pt x="9661" y="7033"/>
                </a:lnTo>
                <a:lnTo>
                  <a:pt x="9758" y="7057"/>
                </a:lnTo>
                <a:lnTo>
                  <a:pt x="9855" y="7033"/>
                </a:lnTo>
                <a:lnTo>
                  <a:pt x="10074" y="6960"/>
                </a:lnTo>
                <a:lnTo>
                  <a:pt x="10318" y="6911"/>
                </a:lnTo>
                <a:lnTo>
                  <a:pt x="10561" y="6863"/>
                </a:lnTo>
                <a:lnTo>
                  <a:pt x="10804" y="6863"/>
                </a:lnTo>
                <a:lnTo>
                  <a:pt x="11048" y="6838"/>
                </a:lnTo>
                <a:close/>
                <a:moveTo>
                  <a:pt x="2166" y="12410"/>
                </a:moveTo>
                <a:lnTo>
                  <a:pt x="2385" y="12435"/>
                </a:lnTo>
                <a:lnTo>
                  <a:pt x="2556" y="12483"/>
                </a:lnTo>
                <a:lnTo>
                  <a:pt x="2726" y="12605"/>
                </a:lnTo>
                <a:lnTo>
                  <a:pt x="2872" y="12727"/>
                </a:lnTo>
                <a:lnTo>
                  <a:pt x="3018" y="12897"/>
                </a:lnTo>
                <a:lnTo>
                  <a:pt x="3140" y="13092"/>
                </a:lnTo>
                <a:lnTo>
                  <a:pt x="2312" y="13530"/>
                </a:lnTo>
                <a:lnTo>
                  <a:pt x="2166" y="13603"/>
                </a:lnTo>
                <a:lnTo>
                  <a:pt x="1947" y="13773"/>
                </a:lnTo>
                <a:lnTo>
                  <a:pt x="1826" y="13846"/>
                </a:lnTo>
                <a:lnTo>
                  <a:pt x="1753" y="13943"/>
                </a:lnTo>
                <a:lnTo>
                  <a:pt x="1728" y="14041"/>
                </a:lnTo>
                <a:lnTo>
                  <a:pt x="1753" y="14065"/>
                </a:lnTo>
                <a:lnTo>
                  <a:pt x="1777" y="14089"/>
                </a:lnTo>
                <a:lnTo>
                  <a:pt x="1899" y="14162"/>
                </a:lnTo>
                <a:lnTo>
                  <a:pt x="2045" y="14162"/>
                </a:lnTo>
                <a:lnTo>
                  <a:pt x="2191" y="14114"/>
                </a:lnTo>
                <a:lnTo>
                  <a:pt x="2337" y="14065"/>
                </a:lnTo>
                <a:lnTo>
                  <a:pt x="2629" y="13919"/>
                </a:lnTo>
                <a:lnTo>
                  <a:pt x="2872" y="13773"/>
                </a:lnTo>
                <a:lnTo>
                  <a:pt x="3334" y="13530"/>
                </a:lnTo>
                <a:lnTo>
                  <a:pt x="3407" y="13895"/>
                </a:lnTo>
                <a:lnTo>
                  <a:pt x="3432" y="14235"/>
                </a:lnTo>
                <a:lnTo>
                  <a:pt x="3407" y="14381"/>
                </a:lnTo>
                <a:lnTo>
                  <a:pt x="3383" y="14552"/>
                </a:lnTo>
                <a:lnTo>
                  <a:pt x="3334" y="14698"/>
                </a:lnTo>
                <a:lnTo>
                  <a:pt x="3261" y="14819"/>
                </a:lnTo>
                <a:lnTo>
                  <a:pt x="3188" y="14941"/>
                </a:lnTo>
                <a:lnTo>
                  <a:pt x="3067" y="15063"/>
                </a:lnTo>
                <a:lnTo>
                  <a:pt x="2969" y="15160"/>
                </a:lnTo>
                <a:lnTo>
                  <a:pt x="2848" y="15233"/>
                </a:lnTo>
                <a:lnTo>
                  <a:pt x="2702" y="15330"/>
                </a:lnTo>
                <a:lnTo>
                  <a:pt x="2580" y="15379"/>
                </a:lnTo>
                <a:lnTo>
                  <a:pt x="2288" y="15476"/>
                </a:lnTo>
                <a:lnTo>
                  <a:pt x="2118" y="15476"/>
                </a:lnTo>
                <a:lnTo>
                  <a:pt x="1972" y="15501"/>
                </a:lnTo>
                <a:lnTo>
                  <a:pt x="1826" y="15476"/>
                </a:lnTo>
                <a:lnTo>
                  <a:pt x="1655" y="15452"/>
                </a:lnTo>
                <a:lnTo>
                  <a:pt x="1509" y="15403"/>
                </a:lnTo>
                <a:lnTo>
                  <a:pt x="1363" y="15355"/>
                </a:lnTo>
                <a:lnTo>
                  <a:pt x="1242" y="15282"/>
                </a:lnTo>
                <a:lnTo>
                  <a:pt x="1120" y="15184"/>
                </a:lnTo>
                <a:lnTo>
                  <a:pt x="1023" y="15087"/>
                </a:lnTo>
                <a:lnTo>
                  <a:pt x="925" y="14965"/>
                </a:lnTo>
                <a:lnTo>
                  <a:pt x="779" y="14722"/>
                </a:lnTo>
                <a:lnTo>
                  <a:pt x="658" y="14430"/>
                </a:lnTo>
                <a:lnTo>
                  <a:pt x="609" y="14138"/>
                </a:lnTo>
                <a:lnTo>
                  <a:pt x="609" y="13822"/>
                </a:lnTo>
                <a:lnTo>
                  <a:pt x="658" y="13530"/>
                </a:lnTo>
                <a:lnTo>
                  <a:pt x="706" y="13384"/>
                </a:lnTo>
                <a:lnTo>
                  <a:pt x="779" y="13238"/>
                </a:lnTo>
                <a:lnTo>
                  <a:pt x="852" y="13092"/>
                </a:lnTo>
                <a:lnTo>
                  <a:pt x="950" y="12970"/>
                </a:lnTo>
                <a:lnTo>
                  <a:pt x="1193" y="12727"/>
                </a:lnTo>
                <a:lnTo>
                  <a:pt x="1436" y="12532"/>
                </a:lnTo>
                <a:lnTo>
                  <a:pt x="1509" y="12581"/>
                </a:lnTo>
                <a:lnTo>
                  <a:pt x="1582" y="12605"/>
                </a:lnTo>
                <a:lnTo>
                  <a:pt x="1655" y="12605"/>
                </a:lnTo>
                <a:lnTo>
                  <a:pt x="1728" y="12581"/>
                </a:lnTo>
                <a:lnTo>
                  <a:pt x="1972" y="12459"/>
                </a:lnTo>
                <a:lnTo>
                  <a:pt x="2166" y="12410"/>
                </a:lnTo>
                <a:close/>
                <a:moveTo>
                  <a:pt x="10950" y="17496"/>
                </a:moveTo>
                <a:lnTo>
                  <a:pt x="11194" y="17569"/>
                </a:lnTo>
                <a:lnTo>
                  <a:pt x="11413" y="17666"/>
                </a:lnTo>
                <a:lnTo>
                  <a:pt x="11632" y="17812"/>
                </a:lnTo>
                <a:lnTo>
                  <a:pt x="11802" y="17958"/>
                </a:lnTo>
                <a:lnTo>
                  <a:pt x="11948" y="18153"/>
                </a:lnTo>
                <a:lnTo>
                  <a:pt x="12094" y="18372"/>
                </a:lnTo>
                <a:lnTo>
                  <a:pt x="12167" y="18615"/>
                </a:lnTo>
                <a:lnTo>
                  <a:pt x="12240" y="18883"/>
                </a:lnTo>
                <a:lnTo>
                  <a:pt x="12240" y="19077"/>
                </a:lnTo>
                <a:lnTo>
                  <a:pt x="12240" y="19248"/>
                </a:lnTo>
                <a:lnTo>
                  <a:pt x="12216" y="19418"/>
                </a:lnTo>
                <a:lnTo>
                  <a:pt x="12167" y="19588"/>
                </a:lnTo>
                <a:lnTo>
                  <a:pt x="12094" y="19734"/>
                </a:lnTo>
                <a:lnTo>
                  <a:pt x="12021" y="19880"/>
                </a:lnTo>
                <a:lnTo>
                  <a:pt x="11924" y="20002"/>
                </a:lnTo>
                <a:lnTo>
                  <a:pt x="11826" y="20124"/>
                </a:lnTo>
                <a:lnTo>
                  <a:pt x="11705" y="20245"/>
                </a:lnTo>
                <a:lnTo>
                  <a:pt x="11559" y="20343"/>
                </a:lnTo>
                <a:lnTo>
                  <a:pt x="11413" y="20416"/>
                </a:lnTo>
                <a:lnTo>
                  <a:pt x="11267" y="20489"/>
                </a:lnTo>
                <a:lnTo>
                  <a:pt x="11121" y="20562"/>
                </a:lnTo>
                <a:lnTo>
                  <a:pt x="10950" y="20610"/>
                </a:lnTo>
                <a:lnTo>
                  <a:pt x="10780" y="20635"/>
                </a:lnTo>
                <a:lnTo>
                  <a:pt x="10610" y="20659"/>
                </a:lnTo>
                <a:lnTo>
                  <a:pt x="10439" y="20635"/>
                </a:lnTo>
                <a:lnTo>
                  <a:pt x="10293" y="20610"/>
                </a:lnTo>
                <a:lnTo>
                  <a:pt x="10147" y="20586"/>
                </a:lnTo>
                <a:lnTo>
                  <a:pt x="10001" y="20513"/>
                </a:lnTo>
                <a:lnTo>
                  <a:pt x="9855" y="20464"/>
                </a:lnTo>
                <a:lnTo>
                  <a:pt x="9734" y="20367"/>
                </a:lnTo>
                <a:lnTo>
                  <a:pt x="9612" y="20270"/>
                </a:lnTo>
                <a:lnTo>
                  <a:pt x="9515" y="20148"/>
                </a:lnTo>
                <a:lnTo>
                  <a:pt x="9320" y="19905"/>
                </a:lnTo>
                <a:lnTo>
                  <a:pt x="9198" y="19637"/>
                </a:lnTo>
                <a:lnTo>
                  <a:pt x="9101" y="19345"/>
                </a:lnTo>
                <a:lnTo>
                  <a:pt x="9101" y="19175"/>
                </a:lnTo>
                <a:lnTo>
                  <a:pt x="9077" y="19029"/>
                </a:lnTo>
                <a:lnTo>
                  <a:pt x="9101" y="18883"/>
                </a:lnTo>
                <a:lnTo>
                  <a:pt x="9125" y="18712"/>
                </a:lnTo>
                <a:lnTo>
                  <a:pt x="9174" y="18566"/>
                </a:lnTo>
                <a:lnTo>
                  <a:pt x="9247" y="18420"/>
                </a:lnTo>
                <a:lnTo>
                  <a:pt x="9417" y="18177"/>
                </a:lnTo>
                <a:lnTo>
                  <a:pt x="9612" y="17934"/>
                </a:lnTo>
                <a:lnTo>
                  <a:pt x="9782" y="17812"/>
                </a:lnTo>
                <a:lnTo>
                  <a:pt x="9953" y="17690"/>
                </a:lnTo>
                <a:lnTo>
                  <a:pt x="10147" y="17617"/>
                </a:lnTo>
                <a:lnTo>
                  <a:pt x="10342" y="17544"/>
                </a:lnTo>
                <a:lnTo>
                  <a:pt x="10342" y="17544"/>
                </a:lnTo>
                <a:lnTo>
                  <a:pt x="10318" y="18323"/>
                </a:lnTo>
                <a:lnTo>
                  <a:pt x="10342" y="18688"/>
                </a:lnTo>
                <a:lnTo>
                  <a:pt x="10342" y="18883"/>
                </a:lnTo>
                <a:lnTo>
                  <a:pt x="10391" y="19053"/>
                </a:lnTo>
                <a:lnTo>
                  <a:pt x="10439" y="19150"/>
                </a:lnTo>
                <a:lnTo>
                  <a:pt x="10488" y="19199"/>
                </a:lnTo>
                <a:lnTo>
                  <a:pt x="10561" y="19223"/>
                </a:lnTo>
                <a:lnTo>
                  <a:pt x="10707" y="19223"/>
                </a:lnTo>
                <a:lnTo>
                  <a:pt x="10756" y="19199"/>
                </a:lnTo>
                <a:lnTo>
                  <a:pt x="10829" y="19150"/>
                </a:lnTo>
                <a:lnTo>
                  <a:pt x="10853" y="19053"/>
                </a:lnTo>
                <a:lnTo>
                  <a:pt x="10926" y="18688"/>
                </a:lnTo>
                <a:lnTo>
                  <a:pt x="10950" y="18299"/>
                </a:lnTo>
                <a:lnTo>
                  <a:pt x="10950" y="17885"/>
                </a:lnTo>
                <a:lnTo>
                  <a:pt x="10950" y="17496"/>
                </a:lnTo>
                <a:close/>
                <a:moveTo>
                  <a:pt x="17861" y="1"/>
                </a:moveTo>
                <a:lnTo>
                  <a:pt x="17715" y="25"/>
                </a:lnTo>
                <a:lnTo>
                  <a:pt x="17447" y="98"/>
                </a:lnTo>
                <a:lnTo>
                  <a:pt x="17204" y="171"/>
                </a:lnTo>
                <a:lnTo>
                  <a:pt x="17009" y="293"/>
                </a:lnTo>
                <a:lnTo>
                  <a:pt x="16839" y="415"/>
                </a:lnTo>
                <a:lnTo>
                  <a:pt x="16668" y="585"/>
                </a:lnTo>
                <a:lnTo>
                  <a:pt x="16522" y="755"/>
                </a:lnTo>
                <a:lnTo>
                  <a:pt x="16401" y="950"/>
                </a:lnTo>
                <a:lnTo>
                  <a:pt x="16303" y="1145"/>
                </a:lnTo>
                <a:lnTo>
                  <a:pt x="16230" y="1363"/>
                </a:lnTo>
                <a:lnTo>
                  <a:pt x="16157" y="1558"/>
                </a:lnTo>
                <a:lnTo>
                  <a:pt x="16109" y="1801"/>
                </a:lnTo>
                <a:lnTo>
                  <a:pt x="16084" y="2020"/>
                </a:lnTo>
                <a:lnTo>
                  <a:pt x="16084" y="2239"/>
                </a:lnTo>
                <a:lnTo>
                  <a:pt x="16109" y="2483"/>
                </a:lnTo>
                <a:lnTo>
                  <a:pt x="16157" y="2702"/>
                </a:lnTo>
                <a:lnTo>
                  <a:pt x="16206" y="2921"/>
                </a:lnTo>
                <a:lnTo>
                  <a:pt x="16352" y="3334"/>
                </a:lnTo>
                <a:lnTo>
                  <a:pt x="16449" y="3578"/>
                </a:lnTo>
                <a:lnTo>
                  <a:pt x="16571" y="3821"/>
                </a:lnTo>
                <a:lnTo>
                  <a:pt x="16206" y="4259"/>
                </a:lnTo>
                <a:lnTo>
                  <a:pt x="15792" y="4697"/>
                </a:lnTo>
                <a:lnTo>
                  <a:pt x="15062" y="5378"/>
                </a:lnTo>
                <a:lnTo>
                  <a:pt x="14308" y="6060"/>
                </a:lnTo>
                <a:lnTo>
                  <a:pt x="13773" y="6522"/>
                </a:lnTo>
                <a:lnTo>
                  <a:pt x="13651" y="6644"/>
                </a:lnTo>
                <a:lnTo>
                  <a:pt x="13530" y="6765"/>
                </a:lnTo>
                <a:lnTo>
                  <a:pt x="13432" y="6911"/>
                </a:lnTo>
                <a:lnTo>
                  <a:pt x="13384" y="7057"/>
                </a:lnTo>
                <a:lnTo>
                  <a:pt x="13043" y="6838"/>
                </a:lnTo>
                <a:lnTo>
                  <a:pt x="12678" y="6644"/>
                </a:lnTo>
                <a:lnTo>
                  <a:pt x="12289" y="6498"/>
                </a:lnTo>
                <a:lnTo>
                  <a:pt x="11899" y="6400"/>
                </a:lnTo>
                <a:lnTo>
                  <a:pt x="11510" y="6303"/>
                </a:lnTo>
                <a:lnTo>
                  <a:pt x="11096" y="6279"/>
                </a:lnTo>
                <a:lnTo>
                  <a:pt x="10683" y="6279"/>
                </a:lnTo>
                <a:lnTo>
                  <a:pt x="10269" y="6327"/>
                </a:lnTo>
                <a:lnTo>
                  <a:pt x="10245" y="6303"/>
                </a:lnTo>
                <a:lnTo>
                  <a:pt x="9977" y="6303"/>
                </a:lnTo>
                <a:lnTo>
                  <a:pt x="9758" y="6352"/>
                </a:lnTo>
                <a:lnTo>
                  <a:pt x="9563" y="6400"/>
                </a:lnTo>
                <a:lnTo>
                  <a:pt x="9369" y="6473"/>
                </a:lnTo>
                <a:lnTo>
                  <a:pt x="9174" y="6546"/>
                </a:lnTo>
                <a:lnTo>
                  <a:pt x="8979" y="6668"/>
                </a:lnTo>
                <a:lnTo>
                  <a:pt x="8639" y="6911"/>
                </a:lnTo>
                <a:lnTo>
                  <a:pt x="8468" y="6668"/>
                </a:lnTo>
                <a:lnTo>
                  <a:pt x="8274" y="6425"/>
                </a:lnTo>
                <a:lnTo>
                  <a:pt x="7884" y="5987"/>
                </a:lnTo>
                <a:lnTo>
                  <a:pt x="6838" y="4770"/>
                </a:lnTo>
                <a:lnTo>
                  <a:pt x="6984" y="4648"/>
                </a:lnTo>
                <a:lnTo>
                  <a:pt x="7106" y="4502"/>
                </a:lnTo>
                <a:lnTo>
                  <a:pt x="7252" y="4308"/>
                </a:lnTo>
                <a:lnTo>
                  <a:pt x="7349" y="4113"/>
                </a:lnTo>
                <a:lnTo>
                  <a:pt x="7398" y="3894"/>
                </a:lnTo>
                <a:lnTo>
                  <a:pt x="7446" y="3675"/>
                </a:lnTo>
                <a:lnTo>
                  <a:pt x="7446" y="3456"/>
                </a:lnTo>
                <a:lnTo>
                  <a:pt x="7446" y="3213"/>
                </a:lnTo>
                <a:lnTo>
                  <a:pt x="7422" y="2994"/>
                </a:lnTo>
                <a:lnTo>
                  <a:pt x="7373" y="2775"/>
                </a:lnTo>
                <a:lnTo>
                  <a:pt x="7252" y="2312"/>
                </a:lnTo>
                <a:lnTo>
                  <a:pt x="7154" y="2093"/>
                </a:lnTo>
                <a:lnTo>
                  <a:pt x="7057" y="1899"/>
                </a:lnTo>
                <a:lnTo>
                  <a:pt x="6936" y="1704"/>
                </a:lnTo>
                <a:lnTo>
                  <a:pt x="6814" y="1509"/>
                </a:lnTo>
                <a:lnTo>
                  <a:pt x="6644" y="1339"/>
                </a:lnTo>
                <a:lnTo>
                  <a:pt x="6473" y="1193"/>
                </a:lnTo>
                <a:lnTo>
                  <a:pt x="6254" y="1072"/>
                </a:lnTo>
                <a:lnTo>
                  <a:pt x="6035" y="1023"/>
                </a:lnTo>
                <a:lnTo>
                  <a:pt x="5792" y="999"/>
                </a:lnTo>
                <a:lnTo>
                  <a:pt x="5573" y="1047"/>
                </a:lnTo>
                <a:lnTo>
                  <a:pt x="5354" y="999"/>
                </a:lnTo>
                <a:lnTo>
                  <a:pt x="5135" y="999"/>
                </a:lnTo>
                <a:lnTo>
                  <a:pt x="4940" y="1047"/>
                </a:lnTo>
                <a:lnTo>
                  <a:pt x="4770" y="1096"/>
                </a:lnTo>
                <a:lnTo>
                  <a:pt x="4575" y="1193"/>
                </a:lnTo>
                <a:lnTo>
                  <a:pt x="4429" y="1290"/>
                </a:lnTo>
                <a:lnTo>
                  <a:pt x="4259" y="1436"/>
                </a:lnTo>
                <a:lnTo>
                  <a:pt x="4113" y="1582"/>
                </a:lnTo>
                <a:lnTo>
                  <a:pt x="3991" y="1753"/>
                </a:lnTo>
                <a:lnTo>
                  <a:pt x="3870" y="1923"/>
                </a:lnTo>
                <a:lnTo>
                  <a:pt x="3772" y="2118"/>
                </a:lnTo>
                <a:lnTo>
                  <a:pt x="3675" y="2288"/>
                </a:lnTo>
                <a:lnTo>
                  <a:pt x="3602" y="2507"/>
                </a:lnTo>
                <a:lnTo>
                  <a:pt x="3529" y="2702"/>
                </a:lnTo>
                <a:lnTo>
                  <a:pt x="3505" y="2896"/>
                </a:lnTo>
                <a:lnTo>
                  <a:pt x="3480" y="3091"/>
                </a:lnTo>
                <a:lnTo>
                  <a:pt x="3456" y="3334"/>
                </a:lnTo>
                <a:lnTo>
                  <a:pt x="3480" y="3578"/>
                </a:lnTo>
                <a:lnTo>
                  <a:pt x="3529" y="3821"/>
                </a:lnTo>
                <a:lnTo>
                  <a:pt x="3578" y="4016"/>
                </a:lnTo>
                <a:lnTo>
                  <a:pt x="3675" y="4235"/>
                </a:lnTo>
                <a:lnTo>
                  <a:pt x="3772" y="4405"/>
                </a:lnTo>
                <a:lnTo>
                  <a:pt x="3894" y="4575"/>
                </a:lnTo>
                <a:lnTo>
                  <a:pt x="4040" y="4721"/>
                </a:lnTo>
                <a:lnTo>
                  <a:pt x="4210" y="4867"/>
                </a:lnTo>
                <a:lnTo>
                  <a:pt x="4381" y="4965"/>
                </a:lnTo>
                <a:lnTo>
                  <a:pt x="4575" y="5062"/>
                </a:lnTo>
                <a:lnTo>
                  <a:pt x="4770" y="5135"/>
                </a:lnTo>
                <a:lnTo>
                  <a:pt x="4989" y="5208"/>
                </a:lnTo>
                <a:lnTo>
                  <a:pt x="5232" y="5232"/>
                </a:lnTo>
                <a:lnTo>
                  <a:pt x="5719" y="5232"/>
                </a:lnTo>
                <a:lnTo>
                  <a:pt x="5889" y="5184"/>
                </a:lnTo>
                <a:lnTo>
                  <a:pt x="6084" y="5159"/>
                </a:lnTo>
                <a:lnTo>
                  <a:pt x="6400" y="5038"/>
                </a:lnTo>
                <a:lnTo>
                  <a:pt x="6838" y="5573"/>
                </a:lnTo>
                <a:lnTo>
                  <a:pt x="7276" y="6084"/>
                </a:lnTo>
                <a:lnTo>
                  <a:pt x="7738" y="6692"/>
                </a:lnTo>
                <a:lnTo>
                  <a:pt x="7982" y="6984"/>
                </a:lnTo>
                <a:lnTo>
                  <a:pt x="8103" y="7106"/>
                </a:lnTo>
                <a:lnTo>
                  <a:pt x="8249" y="7228"/>
                </a:lnTo>
                <a:lnTo>
                  <a:pt x="7982" y="7520"/>
                </a:lnTo>
                <a:lnTo>
                  <a:pt x="7738" y="7812"/>
                </a:lnTo>
                <a:lnTo>
                  <a:pt x="7519" y="8152"/>
                </a:lnTo>
                <a:lnTo>
                  <a:pt x="7325" y="8517"/>
                </a:lnTo>
                <a:lnTo>
                  <a:pt x="7179" y="8907"/>
                </a:lnTo>
                <a:lnTo>
                  <a:pt x="7081" y="9320"/>
                </a:lnTo>
                <a:lnTo>
                  <a:pt x="7009" y="9734"/>
                </a:lnTo>
                <a:lnTo>
                  <a:pt x="7009" y="10147"/>
                </a:lnTo>
                <a:lnTo>
                  <a:pt x="7009" y="10561"/>
                </a:lnTo>
                <a:lnTo>
                  <a:pt x="7081" y="10975"/>
                </a:lnTo>
                <a:lnTo>
                  <a:pt x="7154" y="11340"/>
                </a:lnTo>
                <a:lnTo>
                  <a:pt x="6984" y="11364"/>
                </a:lnTo>
                <a:lnTo>
                  <a:pt x="6814" y="11413"/>
                </a:lnTo>
                <a:lnTo>
                  <a:pt x="6449" y="11559"/>
                </a:lnTo>
                <a:lnTo>
                  <a:pt x="5792" y="11851"/>
                </a:lnTo>
                <a:lnTo>
                  <a:pt x="4916" y="12216"/>
                </a:lnTo>
                <a:lnTo>
                  <a:pt x="4064" y="12605"/>
                </a:lnTo>
                <a:lnTo>
                  <a:pt x="3602" y="12848"/>
                </a:lnTo>
                <a:lnTo>
                  <a:pt x="3432" y="12629"/>
                </a:lnTo>
                <a:lnTo>
                  <a:pt x="3261" y="12435"/>
                </a:lnTo>
                <a:lnTo>
                  <a:pt x="3091" y="12264"/>
                </a:lnTo>
                <a:lnTo>
                  <a:pt x="2872" y="12118"/>
                </a:lnTo>
                <a:lnTo>
                  <a:pt x="2653" y="12021"/>
                </a:lnTo>
                <a:lnTo>
                  <a:pt x="2434" y="11948"/>
                </a:lnTo>
                <a:lnTo>
                  <a:pt x="2191" y="11924"/>
                </a:lnTo>
                <a:lnTo>
                  <a:pt x="1923" y="11948"/>
                </a:lnTo>
                <a:lnTo>
                  <a:pt x="1777" y="11924"/>
                </a:lnTo>
                <a:lnTo>
                  <a:pt x="1631" y="11948"/>
                </a:lnTo>
                <a:lnTo>
                  <a:pt x="1461" y="11972"/>
                </a:lnTo>
                <a:lnTo>
                  <a:pt x="1315" y="12045"/>
                </a:lnTo>
                <a:lnTo>
                  <a:pt x="1023" y="12191"/>
                </a:lnTo>
                <a:lnTo>
                  <a:pt x="804" y="12386"/>
                </a:lnTo>
                <a:lnTo>
                  <a:pt x="633" y="12532"/>
                </a:lnTo>
                <a:lnTo>
                  <a:pt x="487" y="12678"/>
                </a:lnTo>
                <a:lnTo>
                  <a:pt x="366" y="12848"/>
                </a:lnTo>
                <a:lnTo>
                  <a:pt x="268" y="13043"/>
                </a:lnTo>
                <a:lnTo>
                  <a:pt x="171" y="13238"/>
                </a:lnTo>
                <a:lnTo>
                  <a:pt x="98" y="13432"/>
                </a:lnTo>
                <a:lnTo>
                  <a:pt x="49" y="13651"/>
                </a:lnTo>
                <a:lnTo>
                  <a:pt x="25" y="13846"/>
                </a:lnTo>
                <a:lnTo>
                  <a:pt x="1" y="14089"/>
                </a:lnTo>
                <a:lnTo>
                  <a:pt x="25" y="14308"/>
                </a:lnTo>
                <a:lnTo>
                  <a:pt x="74" y="14503"/>
                </a:lnTo>
                <a:lnTo>
                  <a:pt x="122" y="14722"/>
                </a:lnTo>
                <a:lnTo>
                  <a:pt x="195" y="14917"/>
                </a:lnTo>
                <a:lnTo>
                  <a:pt x="317" y="15087"/>
                </a:lnTo>
                <a:lnTo>
                  <a:pt x="439" y="15257"/>
                </a:lnTo>
                <a:lnTo>
                  <a:pt x="560" y="15428"/>
                </a:lnTo>
                <a:lnTo>
                  <a:pt x="706" y="15574"/>
                </a:lnTo>
                <a:lnTo>
                  <a:pt x="877" y="15695"/>
                </a:lnTo>
                <a:lnTo>
                  <a:pt x="1071" y="15817"/>
                </a:lnTo>
                <a:lnTo>
                  <a:pt x="1242" y="15914"/>
                </a:lnTo>
                <a:lnTo>
                  <a:pt x="1436" y="15987"/>
                </a:lnTo>
                <a:lnTo>
                  <a:pt x="1655" y="16036"/>
                </a:lnTo>
                <a:lnTo>
                  <a:pt x="1850" y="16085"/>
                </a:lnTo>
                <a:lnTo>
                  <a:pt x="2312" y="16085"/>
                </a:lnTo>
                <a:lnTo>
                  <a:pt x="2531" y="16036"/>
                </a:lnTo>
                <a:lnTo>
                  <a:pt x="2726" y="15963"/>
                </a:lnTo>
                <a:lnTo>
                  <a:pt x="2921" y="15890"/>
                </a:lnTo>
                <a:lnTo>
                  <a:pt x="3091" y="15793"/>
                </a:lnTo>
                <a:lnTo>
                  <a:pt x="3237" y="15671"/>
                </a:lnTo>
                <a:lnTo>
                  <a:pt x="3383" y="15525"/>
                </a:lnTo>
                <a:lnTo>
                  <a:pt x="3529" y="15355"/>
                </a:lnTo>
                <a:lnTo>
                  <a:pt x="3626" y="15184"/>
                </a:lnTo>
                <a:lnTo>
                  <a:pt x="3724" y="15014"/>
                </a:lnTo>
                <a:lnTo>
                  <a:pt x="3797" y="14819"/>
                </a:lnTo>
                <a:lnTo>
                  <a:pt x="3870" y="14625"/>
                </a:lnTo>
                <a:lnTo>
                  <a:pt x="3918" y="14406"/>
                </a:lnTo>
                <a:lnTo>
                  <a:pt x="3918" y="14211"/>
                </a:lnTo>
                <a:lnTo>
                  <a:pt x="3943" y="13992"/>
                </a:lnTo>
                <a:lnTo>
                  <a:pt x="3918" y="13773"/>
                </a:lnTo>
                <a:lnTo>
                  <a:pt x="3870" y="13530"/>
                </a:lnTo>
                <a:lnTo>
                  <a:pt x="3797" y="13311"/>
                </a:lnTo>
                <a:lnTo>
                  <a:pt x="4502" y="12970"/>
                </a:lnTo>
                <a:lnTo>
                  <a:pt x="5378" y="12581"/>
                </a:lnTo>
                <a:lnTo>
                  <a:pt x="6254" y="12216"/>
                </a:lnTo>
                <a:lnTo>
                  <a:pt x="6522" y="12118"/>
                </a:lnTo>
                <a:lnTo>
                  <a:pt x="6790" y="12021"/>
                </a:lnTo>
                <a:lnTo>
                  <a:pt x="7081" y="11924"/>
                </a:lnTo>
                <a:lnTo>
                  <a:pt x="7203" y="11851"/>
                </a:lnTo>
                <a:lnTo>
                  <a:pt x="7325" y="11778"/>
                </a:lnTo>
                <a:lnTo>
                  <a:pt x="7422" y="12021"/>
                </a:lnTo>
                <a:lnTo>
                  <a:pt x="7544" y="12240"/>
                </a:lnTo>
                <a:lnTo>
                  <a:pt x="7690" y="12459"/>
                </a:lnTo>
                <a:lnTo>
                  <a:pt x="7836" y="12678"/>
                </a:lnTo>
                <a:lnTo>
                  <a:pt x="8006" y="12873"/>
                </a:lnTo>
                <a:lnTo>
                  <a:pt x="8176" y="13043"/>
                </a:lnTo>
                <a:lnTo>
                  <a:pt x="8371" y="13213"/>
                </a:lnTo>
                <a:lnTo>
                  <a:pt x="8566" y="13384"/>
                </a:lnTo>
                <a:lnTo>
                  <a:pt x="8785" y="13530"/>
                </a:lnTo>
                <a:lnTo>
                  <a:pt x="9004" y="13651"/>
                </a:lnTo>
                <a:lnTo>
                  <a:pt x="9223" y="13773"/>
                </a:lnTo>
                <a:lnTo>
                  <a:pt x="9466" y="13870"/>
                </a:lnTo>
                <a:lnTo>
                  <a:pt x="9685" y="13968"/>
                </a:lnTo>
                <a:lnTo>
                  <a:pt x="9928" y="14041"/>
                </a:lnTo>
                <a:lnTo>
                  <a:pt x="10196" y="14114"/>
                </a:lnTo>
                <a:lnTo>
                  <a:pt x="10439" y="14162"/>
                </a:lnTo>
                <a:lnTo>
                  <a:pt x="10391" y="14308"/>
                </a:lnTo>
                <a:lnTo>
                  <a:pt x="10366" y="14454"/>
                </a:lnTo>
                <a:lnTo>
                  <a:pt x="10342" y="14844"/>
                </a:lnTo>
                <a:lnTo>
                  <a:pt x="10342" y="15209"/>
                </a:lnTo>
                <a:lnTo>
                  <a:pt x="10342" y="15963"/>
                </a:lnTo>
                <a:lnTo>
                  <a:pt x="10342" y="16936"/>
                </a:lnTo>
                <a:lnTo>
                  <a:pt x="10220" y="16961"/>
                </a:lnTo>
                <a:lnTo>
                  <a:pt x="10147" y="16985"/>
                </a:lnTo>
                <a:lnTo>
                  <a:pt x="10099" y="17034"/>
                </a:lnTo>
                <a:lnTo>
                  <a:pt x="10074" y="17082"/>
                </a:lnTo>
                <a:lnTo>
                  <a:pt x="10050" y="17155"/>
                </a:lnTo>
                <a:lnTo>
                  <a:pt x="9758" y="17253"/>
                </a:lnTo>
                <a:lnTo>
                  <a:pt x="9490" y="17399"/>
                </a:lnTo>
                <a:lnTo>
                  <a:pt x="9247" y="17569"/>
                </a:lnTo>
                <a:lnTo>
                  <a:pt x="9028" y="17763"/>
                </a:lnTo>
                <a:lnTo>
                  <a:pt x="8833" y="18007"/>
                </a:lnTo>
                <a:lnTo>
                  <a:pt x="8687" y="18299"/>
                </a:lnTo>
                <a:lnTo>
                  <a:pt x="8590" y="18591"/>
                </a:lnTo>
                <a:lnTo>
                  <a:pt x="8517" y="18907"/>
                </a:lnTo>
                <a:lnTo>
                  <a:pt x="8517" y="19126"/>
                </a:lnTo>
                <a:lnTo>
                  <a:pt x="8517" y="19345"/>
                </a:lnTo>
                <a:lnTo>
                  <a:pt x="8566" y="19564"/>
                </a:lnTo>
                <a:lnTo>
                  <a:pt x="8614" y="19783"/>
                </a:lnTo>
                <a:lnTo>
                  <a:pt x="8712" y="19978"/>
                </a:lnTo>
                <a:lnTo>
                  <a:pt x="8809" y="20172"/>
                </a:lnTo>
                <a:lnTo>
                  <a:pt x="8931" y="20343"/>
                </a:lnTo>
                <a:lnTo>
                  <a:pt x="9052" y="20513"/>
                </a:lnTo>
                <a:lnTo>
                  <a:pt x="9198" y="20659"/>
                </a:lnTo>
                <a:lnTo>
                  <a:pt x="9369" y="20805"/>
                </a:lnTo>
                <a:lnTo>
                  <a:pt x="9563" y="20927"/>
                </a:lnTo>
                <a:lnTo>
                  <a:pt x="9758" y="21024"/>
                </a:lnTo>
                <a:lnTo>
                  <a:pt x="9953" y="21121"/>
                </a:lnTo>
                <a:lnTo>
                  <a:pt x="10147" y="21170"/>
                </a:lnTo>
                <a:lnTo>
                  <a:pt x="10366" y="21219"/>
                </a:lnTo>
                <a:lnTo>
                  <a:pt x="10610" y="21243"/>
                </a:lnTo>
                <a:lnTo>
                  <a:pt x="10853" y="21243"/>
                </a:lnTo>
                <a:lnTo>
                  <a:pt x="11072" y="21194"/>
                </a:lnTo>
                <a:lnTo>
                  <a:pt x="11291" y="21146"/>
                </a:lnTo>
                <a:lnTo>
                  <a:pt x="11486" y="21073"/>
                </a:lnTo>
                <a:lnTo>
                  <a:pt x="11680" y="20975"/>
                </a:lnTo>
                <a:lnTo>
                  <a:pt x="11875" y="20854"/>
                </a:lnTo>
                <a:lnTo>
                  <a:pt x="12045" y="20708"/>
                </a:lnTo>
                <a:lnTo>
                  <a:pt x="12191" y="20537"/>
                </a:lnTo>
                <a:lnTo>
                  <a:pt x="12313" y="20367"/>
                </a:lnTo>
                <a:lnTo>
                  <a:pt x="12435" y="20172"/>
                </a:lnTo>
                <a:lnTo>
                  <a:pt x="12532" y="19978"/>
                </a:lnTo>
                <a:lnTo>
                  <a:pt x="12629" y="19783"/>
                </a:lnTo>
                <a:lnTo>
                  <a:pt x="12678" y="19564"/>
                </a:lnTo>
                <a:lnTo>
                  <a:pt x="12727" y="19345"/>
                </a:lnTo>
                <a:lnTo>
                  <a:pt x="12751" y="19126"/>
                </a:lnTo>
                <a:lnTo>
                  <a:pt x="12751" y="18883"/>
                </a:lnTo>
                <a:lnTo>
                  <a:pt x="12727" y="18712"/>
                </a:lnTo>
                <a:lnTo>
                  <a:pt x="12678" y="18518"/>
                </a:lnTo>
                <a:lnTo>
                  <a:pt x="12629" y="18347"/>
                </a:lnTo>
                <a:lnTo>
                  <a:pt x="12581" y="18177"/>
                </a:lnTo>
                <a:lnTo>
                  <a:pt x="12483" y="18031"/>
                </a:lnTo>
                <a:lnTo>
                  <a:pt x="12386" y="17885"/>
                </a:lnTo>
                <a:lnTo>
                  <a:pt x="12289" y="17739"/>
                </a:lnTo>
                <a:lnTo>
                  <a:pt x="12167" y="17617"/>
                </a:lnTo>
                <a:lnTo>
                  <a:pt x="11899" y="17374"/>
                </a:lnTo>
                <a:lnTo>
                  <a:pt x="11607" y="17180"/>
                </a:lnTo>
                <a:lnTo>
                  <a:pt x="11267" y="17058"/>
                </a:lnTo>
                <a:lnTo>
                  <a:pt x="10926" y="16961"/>
                </a:lnTo>
                <a:lnTo>
                  <a:pt x="10926" y="16717"/>
                </a:lnTo>
                <a:lnTo>
                  <a:pt x="10926" y="15598"/>
                </a:lnTo>
                <a:lnTo>
                  <a:pt x="10926" y="15014"/>
                </a:lnTo>
                <a:lnTo>
                  <a:pt x="10902" y="14649"/>
                </a:lnTo>
                <a:lnTo>
                  <a:pt x="10926" y="14454"/>
                </a:lnTo>
                <a:lnTo>
                  <a:pt x="10926" y="14381"/>
                </a:lnTo>
                <a:lnTo>
                  <a:pt x="10975" y="14308"/>
                </a:lnTo>
                <a:lnTo>
                  <a:pt x="10999" y="14211"/>
                </a:lnTo>
                <a:lnTo>
                  <a:pt x="11413" y="14187"/>
                </a:lnTo>
                <a:lnTo>
                  <a:pt x="11826" y="14114"/>
                </a:lnTo>
                <a:lnTo>
                  <a:pt x="11924" y="14114"/>
                </a:lnTo>
                <a:lnTo>
                  <a:pt x="11997" y="14089"/>
                </a:lnTo>
                <a:lnTo>
                  <a:pt x="12021" y="14065"/>
                </a:lnTo>
                <a:lnTo>
                  <a:pt x="12264" y="13992"/>
                </a:lnTo>
                <a:lnTo>
                  <a:pt x="12483" y="13919"/>
                </a:lnTo>
                <a:lnTo>
                  <a:pt x="12727" y="13822"/>
                </a:lnTo>
                <a:lnTo>
                  <a:pt x="12946" y="13700"/>
                </a:lnTo>
                <a:lnTo>
                  <a:pt x="13140" y="13578"/>
                </a:lnTo>
                <a:lnTo>
                  <a:pt x="13335" y="13432"/>
                </a:lnTo>
                <a:lnTo>
                  <a:pt x="13530" y="13286"/>
                </a:lnTo>
                <a:lnTo>
                  <a:pt x="13700" y="13116"/>
                </a:lnTo>
                <a:lnTo>
                  <a:pt x="13822" y="13140"/>
                </a:lnTo>
                <a:lnTo>
                  <a:pt x="13870" y="13116"/>
                </a:lnTo>
                <a:lnTo>
                  <a:pt x="13919" y="13067"/>
                </a:lnTo>
                <a:lnTo>
                  <a:pt x="13943" y="13043"/>
                </a:lnTo>
                <a:lnTo>
                  <a:pt x="13943" y="12970"/>
                </a:lnTo>
                <a:lnTo>
                  <a:pt x="13919" y="12921"/>
                </a:lnTo>
                <a:lnTo>
                  <a:pt x="14089" y="12727"/>
                </a:lnTo>
                <a:lnTo>
                  <a:pt x="14235" y="12508"/>
                </a:lnTo>
                <a:lnTo>
                  <a:pt x="14381" y="12289"/>
                </a:lnTo>
                <a:lnTo>
                  <a:pt x="14503" y="12045"/>
                </a:lnTo>
                <a:lnTo>
                  <a:pt x="14625" y="11802"/>
                </a:lnTo>
                <a:lnTo>
                  <a:pt x="14722" y="11559"/>
                </a:lnTo>
                <a:lnTo>
                  <a:pt x="14795" y="11315"/>
                </a:lnTo>
                <a:lnTo>
                  <a:pt x="14868" y="11048"/>
                </a:lnTo>
                <a:lnTo>
                  <a:pt x="14989" y="11096"/>
                </a:lnTo>
                <a:lnTo>
                  <a:pt x="15135" y="11145"/>
                </a:lnTo>
                <a:lnTo>
                  <a:pt x="15403" y="11169"/>
                </a:lnTo>
                <a:lnTo>
                  <a:pt x="16912" y="11364"/>
                </a:lnTo>
                <a:lnTo>
                  <a:pt x="17885" y="11510"/>
                </a:lnTo>
                <a:lnTo>
                  <a:pt x="17909" y="11753"/>
                </a:lnTo>
                <a:lnTo>
                  <a:pt x="17982" y="11997"/>
                </a:lnTo>
                <a:lnTo>
                  <a:pt x="18055" y="12264"/>
                </a:lnTo>
                <a:lnTo>
                  <a:pt x="18177" y="12483"/>
                </a:lnTo>
                <a:lnTo>
                  <a:pt x="18299" y="12678"/>
                </a:lnTo>
                <a:lnTo>
                  <a:pt x="18445" y="12848"/>
                </a:lnTo>
                <a:lnTo>
                  <a:pt x="18615" y="13019"/>
                </a:lnTo>
                <a:lnTo>
                  <a:pt x="18785" y="13140"/>
                </a:lnTo>
                <a:lnTo>
                  <a:pt x="18956" y="13262"/>
                </a:lnTo>
                <a:lnTo>
                  <a:pt x="19150" y="13359"/>
                </a:lnTo>
                <a:lnTo>
                  <a:pt x="19345" y="13432"/>
                </a:lnTo>
                <a:lnTo>
                  <a:pt x="19564" y="13481"/>
                </a:lnTo>
                <a:lnTo>
                  <a:pt x="19759" y="13505"/>
                </a:lnTo>
                <a:lnTo>
                  <a:pt x="19978" y="13530"/>
                </a:lnTo>
                <a:lnTo>
                  <a:pt x="20197" y="13530"/>
                </a:lnTo>
                <a:lnTo>
                  <a:pt x="20416" y="13505"/>
                </a:lnTo>
                <a:lnTo>
                  <a:pt x="20610" y="13457"/>
                </a:lnTo>
                <a:lnTo>
                  <a:pt x="20829" y="13384"/>
                </a:lnTo>
                <a:lnTo>
                  <a:pt x="21024" y="13311"/>
                </a:lnTo>
                <a:lnTo>
                  <a:pt x="21219" y="13189"/>
                </a:lnTo>
                <a:lnTo>
                  <a:pt x="21413" y="13067"/>
                </a:lnTo>
                <a:lnTo>
                  <a:pt x="21608" y="12921"/>
                </a:lnTo>
                <a:lnTo>
                  <a:pt x="21754" y="12751"/>
                </a:lnTo>
                <a:lnTo>
                  <a:pt x="21876" y="12581"/>
                </a:lnTo>
                <a:lnTo>
                  <a:pt x="21973" y="12386"/>
                </a:lnTo>
                <a:lnTo>
                  <a:pt x="22070" y="12191"/>
                </a:lnTo>
                <a:lnTo>
                  <a:pt x="22119" y="11997"/>
                </a:lnTo>
                <a:lnTo>
                  <a:pt x="22168" y="11778"/>
                </a:lnTo>
                <a:lnTo>
                  <a:pt x="22192" y="11583"/>
                </a:lnTo>
                <a:lnTo>
                  <a:pt x="22192" y="11364"/>
                </a:lnTo>
                <a:lnTo>
                  <a:pt x="22143" y="11145"/>
                </a:lnTo>
                <a:lnTo>
                  <a:pt x="22095" y="10926"/>
                </a:lnTo>
                <a:lnTo>
                  <a:pt x="22022" y="10731"/>
                </a:lnTo>
                <a:lnTo>
                  <a:pt x="21949" y="10537"/>
                </a:lnTo>
                <a:lnTo>
                  <a:pt x="21827" y="10342"/>
                </a:lnTo>
                <a:lnTo>
                  <a:pt x="21681" y="10172"/>
                </a:lnTo>
                <a:lnTo>
                  <a:pt x="21559" y="10050"/>
                </a:lnTo>
                <a:lnTo>
                  <a:pt x="21413" y="9928"/>
                </a:lnTo>
                <a:lnTo>
                  <a:pt x="21267" y="9831"/>
                </a:lnTo>
                <a:lnTo>
                  <a:pt x="21121" y="9734"/>
                </a:lnTo>
                <a:lnTo>
                  <a:pt x="20951" y="9661"/>
                </a:lnTo>
                <a:lnTo>
                  <a:pt x="20781" y="9612"/>
                </a:lnTo>
                <a:lnTo>
                  <a:pt x="20416" y="9515"/>
                </a:lnTo>
                <a:lnTo>
                  <a:pt x="20026" y="9466"/>
                </a:lnTo>
                <a:lnTo>
                  <a:pt x="19661" y="9490"/>
                </a:lnTo>
                <a:lnTo>
                  <a:pt x="19467" y="9515"/>
                </a:lnTo>
                <a:lnTo>
                  <a:pt x="19296" y="9563"/>
                </a:lnTo>
                <a:lnTo>
                  <a:pt x="19126" y="9636"/>
                </a:lnTo>
                <a:lnTo>
                  <a:pt x="18956" y="9709"/>
                </a:lnTo>
                <a:lnTo>
                  <a:pt x="18931" y="9709"/>
                </a:lnTo>
                <a:lnTo>
                  <a:pt x="18737" y="9807"/>
                </a:lnTo>
                <a:lnTo>
                  <a:pt x="18542" y="9928"/>
                </a:lnTo>
                <a:lnTo>
                  <a:pt x="18372" y="10074"/>
                </a:lnTo>
                <a:lnTo>
                  <a:pt x="18250" y="10245"/>
                </a:lnTo>
                <a:lnTo>
                  <a:pt x="18128" y="10415"/>
                </a:lnTo>
                <a:lnTo>
                  <a:pt x="18031" y="10610"/>
                </a:lnTo>
                <a:lnTo>
                  <a:pt x="17958" y="10804"/>
                </a:lnTo>
                <a:lnTo>
                  <a:pt x="17909" y="11023"/>
                </a:lnTo>
                <a:lnTo>
                  <a:pt x="16595" y="10853"/>
                </a:lnTo>
                <a:lnTo>
                  <a:pt x="15890" y="10756"/>
                </a:lnTo>
                <a:lnTo>
                  <a:pt x="15354" y="10707"/>
                </a:lnTo>
                <a:lnTo>
                  <a:pt x="15111" y="10683"/>
                </a:lnTo>
                <a:lnTo>
                  <a:pt x="14917" y="10707"/>
                </a:lnTo>
                <a:lnTo>
                  <a:pt x="14941" y="10366"/>
                </a:lnTo>
                <a:lnTo>
                  <a:pt x="14941" y="10001"/>
                </a:lnTo>
                <a:lnTo>
                  <a:pt x="14917" y="9636"/>
                </a:lnTo>
                <a:lnTo>
                  <a:pt x="14844" y="9296"/>
                </a:lnTo>
                <a:lnTo>
                  <a:pt x="14892" y="9247"/>
                </a:lnTo>
                <a:lnTo>
                  <a:pt x="14892" y="9223"/>
                </a:lnTo>
                <a:lnTo>
                  <a:pt x="14868" y="9174"/>
                </a:lnTo>
                <a:lnTo>
                  <a:pt x="14844" y="9150"/>
                </a:lnTo>
                <a:lnTo>
                  <a:pt x="14819" y="9126"/>
                </a:lnTo>
                <a:lnTo>
                  <a:pt x="14722" y="8858"/>
                </a:lnTo>
                <a:lnTo>
                  <a:pt x="14625" y="8590"/>
                </a:lnTo>
                <a:lnTo>
                  <a:pt x="14503" y="8323"/>
                </a:lnTo>
                <a:lnTo>
                  <a:pt x="14357" y="8079"/>
                </a:lnTo>
                <a:lnTo>
                  <a:pt x="14187" y="7860"/>
                </a:lnTo>
                <a:lnTo>
                  <a:pt x="14016" y="7641"/>
                </a:lnTo>
                <a:lnTo>
                  <a:pt x="13822" y="7447"/>
                </a:lnTo>
                <a:lnTo>
                  <a:pt x="13627" y="7252"/>
                </a:lnTo>
                <a:lnTo>
                  <a:pt x="13773" y="7179"/>
                </a:lnTo>
                <a:lnTo>
                  <a:pt x="13919" y="7106"/>
                </a:lnTo>
                <a:lnTo>
                  <a:pt x="14187" y="6887"/>
                </a:lnTo>
                <a:lnTo>
                  <a:pt x="14673" y="6425"/>
                </a:lnTo>
                <a:lnTo>
                  <a:pt x="15500" y="5695"/>
                </a:lnTo>
                <a:lnTo>
                  <a:pt x="15890" y="5330"/>
                </a:lnTo>
                <a:lnTo>
                  <a:pt x="16279" y="4940"/>
                </a:lnTo>
                <a:lnTo>
                  <a:pt x="16620" y="4600"/>
                </a:lnTo>
                <a:lnTo>
                  <a:pt x="16912" y="4235"/>
                </a:lnTo>
                <a:lnTo>
                  <a:pt x="17106" y="4283"/>
                </a:lnTo>
                <a:lnTo>
                  <a:pt x="17666" y="4283"/>
                </a:lnTo>
                <a:lnTo>
                  <a:pt x="17909" y="4259"/>
                </a:lnTo>
                <a:lnTo>
                  <a:pt x="18128" y="4235"/>
                </a:lnTo>
                <a:lnTo>
                  <a:pt x="18347" y="4162"/>
                </a:lnTo>
                <a:lnTo>
                  <a:pt x="18566" y="4089"/>
                </a:lnTo>
                <a:lnTo>
                  <a:pt x="18785" y="3991"/>
                </a:lnTo>
                <a:lnTo>
                  <a:pt x="18980" y="3894"/>
                </a:lnTo>
                <a:lnTo>
                  <a:pt x="19150" y="3772"/>
                </a:lnTo>
                <a:lnTo>
                  <a:pt x="19345" y="3626"/>
                </a:lnTo>
                <a:lnTo>
                  <a:pt x="19491" y="3480"/>
                </a:lnTo>
                <a:lnTo>
                  <a:pt x="19637" y="3310"/>
                </a:lnTo>
                <a:lnTo>
                  <a:pt x="19783" y="3140"/>
                </a:lnTo>
                <a:lnTo>
                  <a:pt x="19880" y="2945"/>
                </a:lnTo>
                <a:lnTo>
                  <a:pt x="19978" y="2726"/>
                </a:lnTo>
                <a:lnTo>
                  <a:pt x="20051" y="2531"/>
                </a:lnTo>
                <a:lnTo>
                  <a:pt x="20124" y="2288"/>
                </a:lnTo>
                <a:lnTo>
                  <a:pt x="20148" y="2069"/>
                </a:lnTo>
                <a:lnTo>
                  <a:pt x="20172" y="1874"/>
                </a:lnTo>
                <a:lnTo>
                  <a:pt x="20148" y="1680"/>
                </a:lnTo>
                <a:lnTo>
                  <a:pt x="20099" y="1485"/>
                </a:lnTo>
                <a:lnTo>
                  <a:pt x="20051" y="1290"/>
                </a:lnTo>
                <a:lnTo>
                  <a:pt x="19953" y="1120"/>
                </a:lnTo>
                <a:lnTo>
                  <a:pt x="19856" y="974"/>
                </a:lnTo>
                <a:lnTo>
                  <a:pt x="19759" y="804"/>
                </a:lnTo>
                <a:lnTo>
                  <a:pt x="19613" y="682"/>
                </a:lnTo>
                <a:lnTo>
                  <a:pt x="19467" y="536"/>
                </a:lnTo>
                <a:lnTo>
                  <a:pt x="19321" y="415"/>
                </a:lnTo>
                <a:lnTo>
                  <a:pt x="19150" y="317"/>
                </a:lnTo>
                <a:lnTo>
                  <a:pt x="18980" y="244"/>
                </a:lnTo>
                <a:lnTo>
                  <a:pt x="18810" y="171"/>
                </a:lnTo>
                <a:lnTo>
                  <a:pt x="18615" y="123"/>
                </a:lnTo>
                <a:lnTo>
                  <a:pt x="18420" y="74"/>
                </a:lnTo>
                <a:lnTo>
                  <a:pt x="18226" y="74"/>
                </a:lnTo>
                <a:lnTo>
                  <a:pt x="18104" y="25"/>
                </a:lnTo>
                <a:lnTo>
                  <a:pt x="17982"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68" name="Google Shape;868;p39"/>
          <p:cNvSpPr/>
          <p:nvPr/>
        </p:nvSpPr>
        <p:spPr>
          <a:xfrm>
            <a:off x="4946346" y="4497924"/>
            <a:ext cx="431308" cy="249956"/>
          </a:xfrm>
          <a:custGeom>
            <a:avLst/>
            <a:gdLst/>
            <a:ahLst/>
            <a:cxnLst/>
            <a:rect l="l" t="t" r="r" b="b"/>
            <a:pathLst>
              <a:path w="19735" h="11437" extrusionOk="0">
                <a:moveTo>
                  <a:pt x="17155" y="1363"/>
                </a:moveTo>
                <a:lnTo>
                  <a:pt x="17058" y="1387"/>
                </a:lnTo>
                <a:lnTo>
                  <a:pt x="16985" y="1460"/>
                </a:lnTo>
                <a:lnTo>
                  <a:pt x="16936" y="1533"/>
                </a:lnTo>
                <a:lnTo>
                  <a:pt x="16912" y="1777"/>
                </a:lnTo>
                <a:lnTo>
                  <a:pt x="16912" y="1825"/>
                </a:lnTo>
                <a:lnTo>
                  <a:pt x="16936" y="1874"/>
                </a:lnTo>
                <a:lnTo>
                  <a:pt x="16985" y="1971"/>
                </a:lnTo>
                <a:lnTo>
                  <a:pt x="17082" y="2044"/>
                </a:lnTo>
                <a:lnTo>
                  <a:pt x="17204" y="2069"/>
                </a:lnTo>
                <a:lnTo>
                  <a:pt x="17277" y="2069"/>
                </a:lnTo>
                <a:lnTo>
                  <a:pt x="17374" y="2093"/>
                </a:lnTo>
                <a:lnTo>
                  <a:pt x="17496" y="2069"/>
                </a:lnTo>
                <a:lnTo>
                  <a:pt x="17593" y="2020"/>
                </a:lnTo>
                <a:lnTo>
                  <a:pt x="17666" y="1947"/>
                </a:lnTo>
                <a:lnTo>
                  <a:pt x="17691" y="1874"/>
                </a:lnTo>
                <a:lnTo>
                  <a:pt x="17715" y="1801"/>
                </a:lnTo>
                <a:lnTo>
                  <a:pt x="17715" y="1655"/>
                </a:lnTo>
                <a:lnTo>
                  <a:pt x="17642" y="1533"/>
                </a:lnTo>
                <a:lnTo>
                  <a:pt x="17593" y="1485"/>
                </a:lnTo>
                <a:lnTo>
                  <a:pt x="17545" y="1436"/>
                </a:lnTo>
                <a:lnTo>
                  <a:pt x="17447" y="1387"/>
                </a:lnTo>
                <a:lnTo>
                  <a:pt x="17326" y="1387"/>
                </a:lnTo>
                <a:lnTo>
                  <a:pt x="17277" y="1363"/>
                </a:lnTo>
                <a:close/>
                <a:moveTo>
                  <a:pt x="16523" y="511"/>
                </a:moveTo>
                <a:lnTo>
                  <a:pt x="16888" y="560"/>
                </a:lnTo>
                <a:lnTo>
                  <a:pt x="17058" y="609"/>
                </a:lnTo>
                <a:lnTo>
                  <a:pt x="17228" y="657"/>
                </a:lnTo>
                <a:lnTo>
                  <a:pt x="17374" y="730"/>
                </a:lnTo>
                <a:lnTo>
                  <a:pt x="17520" y="828"/>
                </a:lnTo>
                <a:lnTo>
                  <a:pt x="17642" y="949"/>
                </a:lnTo>
                <a:lnTo>
                  <a:pt x="17764" y="1071"/>
                </a:lnTo>
                <a:lnTo>
                  <a:pt x="17861" y="1217"/>
                </a:lnTo>
                <a:lnTo>
                  <a:pt x="17934" y="1387"/>
                </a:lnTo>
                <a:lnTo>
                  <a:pt x="17983" y="1533"/>
                </a:lnTo>
                <a:lnTo>
                  <a:pt x="18031" y="1704"/>
                </a:lnTo>
                <a:lnTo>
                  <a:pt x="18056" y="2044"/>
                </a:lnTo>
                <a:lnTo>
                  <a:pt x="18031" y="2385"/>
                </a:lnTo>
                <a:lnTo>
                  <a:pt x="18031" y="2726"/>
                </a:lnTo>
                <a:lnTo>
                  <a:pt x="17958" y="3504"/>
                </a:lnTo>
                <a:lnTo>
                  <a:pt x="17885" y="4283"/>
                </a:lnTo>
                <a:lnTo>
                  <a:pt x="17861" y="4331"/>
                </a:lnTo>
                <a:lnTo>
                  <a:pt x="17739" y="4380"/>
                </a:lnTo>
                <a:lnTo>
                  <a:pt x="17593" y="4453"/>
                </a:lnTo>
                <a:lnTo>
                  <a:pt x="17520" y="4502"/>
                </a:lnTo>
                <a:lnTo>
                  <a:pt x="17472" y="4575"/>
                </a:lnTo>
                <a:lnTo>
                  <a:pt x="17472" y="4599"/>
                </a:lnTo>
                <a:lnTo>
                  <a:pt x="17496" y="4648"/>
                </a:lnTo>
                <a:lnTo>
                  <a:pt x="17569" y="4672"/>
                </a:lnTo>
                <a:lnTo>
                  <a:pt x="17618" y="4696"/>
                </a:lnTo>
                <a:lnTo>
                  <a:pt x="17764" y="4696"/>
                </a:lnTo>
                <a:lnTo>
                  <a:pt x="17812" y="4672"/>
                </a:lnTo>
                <a:lnTo>
                  <a:pt x="17764" y="4891"/>
                </a:lnTo>
                <a:lnTo>
                  <a:pt x="17715" y="4867"/>
                </a:lnTo>
                <a:lnTo>
                  <a:pt x="17569" y="4818"/>
                </a:lnTo>
                <a:lnTo>
                  <a:pt x="17423" y="4769"/>
                </a:lnTo>
                <a:lnTo>
                  <a:pt x="17350" y="4769"/>
                </a:lnTo>
                <a:lnTo>
                  <a:pt x="17326" y="4794"/>
                </a:lnTo>
                <a:lnTo>
                  <a:pt x="17301" y="4842"/>
                </a:lnTo>
                <a:lnTo>
                  <a:pt x="17301" y="4915"/>
                </a:lnTo>
                <a:lnTo>
                  <a:pt x="17374" y="4988"/>
                </a:lnTo>
                <a:lnTo>
                  <a:pt x="17472" y="5061"/>
                </a:lnTo>
                <a:lnTo>
                  <a:pt x="17593" y="5134"/>
                </a:lnTo>
                <a:lnTo>
                  <a:pt x="17691" y="5159"/>
                </a:lnTo>
                <a:lnTo>
                  <a:pt x="17642" y="5353"/>
                </a:lnTo>
                <a:lnTo>
                  <a:pt x="17569" y="5329"/>
                </a:lnTo>
                <a:lnTo>
                  <a:pt x="17374" y="5256"/>
                </a:lnTo>
                <a:lnTo>
                  <a:pt x="17277" y="5207"/>
                </a:lnTo>
                <a:lnTo>
                  <a:pt x="17155" y="5183"/>
                </a:lnTo>
                <a:lnTo>
                  <a:pt x="17131" y="5207"/>
                </a:lnTo>
                <a:lnTo>
                  <a:pt x="17107" y="5232"/>
                </a:lnTo>
                <a:lnTo>
                  <a:pt x="17082" y="5305"/>
                </a:lnTo>
                <a:lnTo>
                  <a:pt x="17107" y="5378"/>
                </a:lnTo>
                <a:lnTo>
                  <a:pt x="17131" y="5426"/>
                </a:lnTo>
                <a:lnTo>
                  <a:pt x="17228" y="5548"/>
                </a:lnTo>
                <a:lnTo>
                  <a:pt x="17374" y="5645"/>
                </a:lnTo>
                <a:lnTo>
                  <a:pt x="17545" y="5694"/>
                </a:lnTo>
                <a:lnTo>
                  <a:pt x="17399" y="6059"/>
                </a:lnTo>
                <a:lnTo>
                  <a:pt x="17253" y="6010"/>
                </a:lnTo>
                <a:lnTo>
                  <a:pt x="17107" y="5937"/>
                </a:lnTo>
                <a:lnTo>
                  <a:pt x="17034" y="5864"/>
                </a:lnTo>
                <a:lnTo>
                  <a:pt x="16961" y="5791"/>
                </a:lnTo>
                <a:lnTo>
                  <a:pt x="16888" y="5718"/>
                </a:lnTo>
                <a:lnTo>
                  <a:pt x="16790" y="5645"/>
                </a:lnTo>
                <a:lnTo>
                  <a:pt x="16742" y="5621"/>
                </a:lnTo>
                <a:lnTo>
                  <a:pt x="16693" y="5645"/>
                </a:lnTo>
                <a:lnTo>
                  <a:pt x="16644" y="5670"/>
                </a:lnTo>
                <a:lnTo>
                  <a:pt x="16620" y="5743"/>
                </a:lnTo>
                <a:lnTo>
                  <a:pt x="16644" y="5840"/>
                </a:lnTo>
                <a:lnTo>
                  <a:pt x="16669" y="5962"/>
                </a:lnTo>
                <a:lnTo>
                  <a:pt x="16742" y="6059"/>
                </a:lnTo>
                <a:lnTo>
                  <a:pt x="16815" y="6156"/>
                </a:lnTo>
                <a:lnTo>
                  <a:pt x="16912" y="6229"/>
                </a:lnTo>
                <a:lnTo>
                  <a:pt x="17034" y="6302"/>
                </a:lnTo>
                <a:lnTo>
                  <a:pt x="17131" y="6351"/>
                </a:lnTo>
                <a:lnTo>
                  <a:pt x="17253" y="6400"/>
                </a:lnTo>
                <a:lnTo>
                  <a:pt x="17082" y="6740"/>
                </a:lnTo>
                <a:lnTo>
                  <a:pt x="16985" y="6740"/>
                </a:lnTo>
                <a:lnTo>
                  <a:pt x="16790" y="6643"/>
                </a:lnTo>
                <a:lnTo>
                  <a:pt x="16596" y="6546"/>
                </a:lnTo>
                <a:lnTo>
                  <a:pt x="16401" y="6424"/>
                </a:lnTo>
                <a:lnTo>
                  <a:pt x="16231" y="6278"/>
                </a:lnTo>
                <a:lnTo>
                  <a:pt x="16158" y="6278"/>
                </a:lnTo>
                <a:lnTo>
                  <a:pt x="16133" y="6302"/>
                </a:lnTo>
                <a:lnTo>
                  <a:pt x="16133" y="6327"/>
                </a:lnTo>
                <a:lnTo>
                  <a:pt x="16182" y="6448"/>
                </a:lnTo>
                <a:lnTo>
                  <a:pt x="16255" y="6546"/>
                </a:lnTo>
                <a:lnTo>
                  <a:pt x="16401" y="6740"/>
                </a:lnTo>
                <a:lnTo>
                  <a:pt x="16571" y="6886"/>
                </a:lnTo>
                <a:lnTo>
                  <a:pt x="16790" y="7008"/>
                </a:lnTo>
                <a:lnTo>
                  <a:pt x="16888" y="7057"/>
                </a:lnTo>
                <a:lnTo>
                  <a:pt x="16669" y="7373"/>
                </a:lnTo>
                <a:lnTo>
                  <a:pt x="16401" y="7251"/>
                </a:lnTo>
                <a:lnTo>
                  <a:pt x="16158" y="7154"/>
                </a:lnTo>
                <a:lnTo>
                  <a:pt x="15987" y="7057"/>
                </a:lnTo>
                <a:lnTo>
                  <a:pt x="15817" y="6935"/>
                </a:lnTo>
                <a:lnTo>
                  <a:pt x="15647" y="6813"/>
                </a:lnTo>
                <a:lnTo>
                  <a:pt x="15476" y="6740"/>
                </a:lnTo>
                <a:lnTo>
                  <a:pt x="15428" y="6740"/>
                </a:lnTo>
                <a:lnTo>
                  <a:pt x="15403" y="6765"/>
                </a:lnTo>
                <a:lnTo>
                  <a:pt x="15379" y="6789"/>
                </a:lnTo>
                <a:lnTo>
                  <a:pt x="15379" y="6813"/>
                </a:lnTo>
                <a:lnTo>
                  <a:pt x="15403" y="6935"/>
                </a:lnTo>
                <a:lnTo>
                  <a:pt x="15452" y="7032"/>
                </a:lnTo>
                <a:lnTo>
                  <a:pt x="15525" y="7130"/>
                </a:lnTo>
                <a:lnTo>
                  <a:pt x="15598" y="7227"/>
                </a:lnTo>
                <a:lnTo>
                  <a:pt x="15768" y="7373"/>
                </a:lnTo>
                <a:lnTo>
                  <a:pt x="15963" y="7495"/>
                </a:lnTo>
                <a:lnTo>
                  <a:pt x="16133" y="7616"/>
                </a:lnTo>
                <a:lnTo>
                  <a:pt x="16352" y="7689"/>
                </a:lnTo>
                <a:lnTo>
                  <a:pt x="16036" y="7957"/>
                </a:lnTo>
                <a:lnTo>
                  <a:pt x="15866" y="7884"/>
                </a:lnTo>
                <a:lnTo>
                  <a:pt x="15671" y="7811"/>
                </a:lnTo>
                <a:lnTo>
                  <a:pt x="15501" y="7738"/>
                </a:lnTo>
                <a:lnTo>
                  <a:pt x="15330" y="7665"/>
                </a:lnTo>
                <a:lnTo>
                  <a:pt x="14892" y="7422"/>
                </a:lnTo>
                <a:lnTo>
                  <a:pt x="14649" y="7300"/>
                </a:lnTo>
                <a:lnTo>
                  <a:pt x="14430" y="7227"/>
                </a:lnTo>
                <a:lnTo>
                  <a:pt x="14406" y="7227"/>
                </a:lnTo>
                <a:lnTo>
                  <a:pt x="14406" y="7251"/>
                </a:lnTo>
                <a:lnTo>
                  <a:pt x="14454" y="7373"/>
                </a:lnTo>
                <a:lnTo>
                  <a:pt x="14503" y="7495"/>
                </a:lnTo>
                <a:lnTo>
                  <a:pt x="14600" y="7592"/>
                </a:lnTo>
                <a:lnTo>
                  <a:pt x="14698" y="7689"/>
                </a:lnTo>
                <a:lnTo>
                  <a:pt x="14892" y="7860"/>
                </a:lnTo>
                <a:lnTo>
                  <a:pt x="15111" y="8006"/>
                </a:lnTo>
                <a:lnTo>
                  <a:pt x="15355" y="8127"/>
                </a:lnTo>
                <a:lnTo>
                  <a:pt x="15622" y="8249"/>
                </a:lnTo>
                <a:lnTo>
                  <a:pt x="15379" y="8371"/>
                </a:lnTo>
                <a:lnTo>
                  <a:pt x="15111" y="8492"/>
                </a:lnTo>
                <a:lnTo>
                  <a:pt x="15038" y="8419"/>
                </a:lnTo>
                <a:lnTo>
                  <a:pt x="14917" y="8371"/>
                </a:lnTo>
                <a:lnTo>
                  <a:pt x="14698" y="8249"/>
                </a:lnTo>
                <a:lnTo>
                  <a:pt x="14454" y="8176"/>
                </a:lnTo>
                <a:lnTo>
                  <a:pt x="14235" y="8079"/>
                </a:lnTo>
                <a:lnTo>
                  <a:pt x="14016" y="7957"/>
                </a:lnTo>
                <a:lnTo>
                  <a:pt x="13797" y="7811"/>
                </a:lnTo>
                <a:lnTo>
                  <a:pt x="13578" y="7689"/>
                </a:lnTo>
                <a:lnTo>
                  <a:pt x="13359" y="7568"/>
                </a:lnTo>
                <a:lnTo>
                  <a:pt x="13335" y="7592"/>
                </a:lnTo>
                <a:lnTo>
                  <a:pt x="13311" y="7616"/>
                </a:lnTo>
                <a:lnTo>
                  <a:pt x="13384" y="7738"/>
                </a:lnTo>
                <a:lnTo>
                  <a:pt x="13432" y="7860"/>
                </a:lnTo>
                <a:lnTo>
                  <a:pt x="13627" y="8054"/>
                </a:lnTo>
                <a:lnTo>
                  <a:pt x="13822" y="8249"/>
                </a:lnTo>
                <a:lnTo>
                  <a:pt x="14041" y="8419"/>
                </a:lnTo>
                <a:lnTo>
                  <a:pt x="14284" y="8565"/>
                </a:lnTo>
                <a:lnTo>
                  <a:pt x="14552" y="8687"/>
                </a:lnTo>
                <a:lnTo>
                  <a:pt x="14211" y="8760"/>
                </a:lnTo>
                <a:lnTo>
                  <a:pt x="13870" y="8833"/>
                </a:lnTo>
                <a:lnTo>
                  <a:pt x="13724" y="8736"/>
                </a:lnTo>
                <a:lnTo>
                  <a:pt x="13578" y="8663"/>
                </a:lnTo>
                <a:lnTo>
                  <a:pt x="13286" y="8492"/>
                </a:lnTo>
                <a:lnTo>
                  <a:pt x="13092" y="8322"/>
                </a:lnTo>
                <a:lnTo>
                  <a:pt x="12897" y="8152"/>
                </a:lnTo>
                <a:lnTo>
                  <a:pt x="12678" y="7981"/>
                </a:lnTo>
                <a:lnTo>
                  <a:pt x="12483" y="7835"/>
                </a:lnTo>
                <a:lnTo>
                  <a:pt x="12435" y="7835"/>
                </a:lnTo>
                <a:lnTo>
                  <a:pt x="12410" y="7860"/>
                </a:lnTo>
                <a:lnTo>
                  <a:pt x="12386" y="7884"/>
                </a:lnTo>
                <a:lnTo>
                  <a:pt x="12386" y="7908"/>
                </a:lnTo>
                <a:lnTo>
                  <a:pt x="12435" y="8030"/>
                </a:lnTo>
                <a:lnTo>
                  <a:pt x="12508" y="8176"/>
                </a:lnTo>
                <a:lnTo>
                  <a:pt x="12654" y="8395"/>
                </a:lnTo>
                <a:lnTo>
                  <a:pt x="12848" y="8614"/>
                </a:lnTo>
                <a:lnTo>
                  <a:pt x="13043" y="8784"/>
                </a:lnTo>
                <a:lnTo>
                  <a:pt x="13189" y="8906"/>
                </a:lnTo>
                <a:lnTo>
                  <a:pt x="12727" y="8906"/>
                </a:lnTo>
                <a:lnTo>
                  <a:pt x="12556" y="8760"/>
                </a:lnTo>
                <a:lnTo>
                  <a:pt x="12410" y="8638"/>
                </a:lnTo>
                <a:lnTo>
                  <a:pt x="12094" y="8322"/>
                </a:lnTo>
                <a:lnTo>
                  <a:pt x="11729" y="8054"/>
                </a:lnTo>
                <a:lnTo>
                  <a:pt x="11680" y="8054"/>
                </a:lnTo>
                <a:lnTo>
                  <a:pt x="11656" y="8079"/>
                </a:lnTo>
                <a:lnTo>
                  <a:pt x="11632" y="8103"/>
                </a:lnTo>
                <a:lnTo>
                  <a:pt x="11632" y="8152"/>
                </a:lnTo>
                <a:lnTo>
                  <a:pt x="11899" y="8517"/>
                </a:lnTo>
                <a:lnTo>
                  <a:pt x="12167" y="8857"/>
                </a:lnTo>
                <a:lnTo>
                  <a:pt x="12191" y="8882"/>
                </a:lnTo>
                <a:lnTo>
                  <a:pt x="12118" y="8882"/>
                </a:lnTo>
                <a:lnTo>
                  <a:pt x="11753" y="8833"/>
                </a:lnTo>
                <a:lnTo>
                  <a:pt x="11632" y="8663"/>
                </a:lnTo>
                <a:lnTo>
                  <a:pt x="11486" y="8517"/>
                </a:lnTo>
                <a:lnTo>
                  <a:pt x="11218" y="8176"/>
                </a:lnTo>
                <a:lnTo>
                  <a:pt x="10926" y="7860"/>
                </a:lnTo>
                <a:lnTo>
                  <a:pt x="10878" y="7835"/>
                </a:lnTo>
                <a:lnTo>
                  <a:pt x="10853" y="7835"/>
                </a:lnTo>
                <a:lnTo>
                  <a:pt x="10780" y="7860"/>
                </a:lnTo>
                <a:lnTo>
                  <a:pt x="10732" y="7908"/>
                </a:lnTo>
                <a:lnTo>
                  <a:pt x="10732" y="7957"/>
                </a:lnTo>
                <a:lnTo>
                  <a:pt x="10756" y="8006"/>
                </a:lnTo>
                <a:lnTo>
                  <a:pt x="10926" y="8322"/>
                </a:lnTo>
                <a:lnTo>
                  <a:pt x="11145" y="8638"/>
                </a:lnTo>
                <a:lnTo>
                  <a:pt x="11242" y="8736"/>
                </a:lnTo>
                <a:lnTo>
                  <a:pt x="10659" y="8614"/>
                </a:lnTo>
                <a:lnTo>
                  <a:pt x="10513" y="8492"/>
                </a:lnTo>
                <a:lnTo>
                  <a:pt x="10391" y="8273"/>
                </a:lnTo>
                <a:lnTo>
                  <a:pt x="10269" y="8054"/>
                </a:lnTo>
                <a:lnTo>
                  <a:pt x="10221" y="8006"/>
                </a:lnTo>
                <a:lnTo>
                  <a:pt x="10172" y="8006"/>
                </a:lnTo>
                <a:lnTo>
                  <a:pt x="10123" y="8030"/>
                </a:lnTo>
                <a:lnTo>
                  <a:pt x="10075" y="8079"/>
                </a:lnTo>
                <a:lnTo>
                  <a:pt x="10075" y="8176"/>
                </a:lnTo>
                <a:lnTo>
                  <a:pt x="10075" y="8298"/>
                </a:lnTo>
                <a:lnTo>
                  <a:pt x="10099" y="8395"/>
                </a:lnTo>
                <a:lnTo>
                  <a:pt x="10123" y="8492"/>
                </a:lnTo>
                <a:lnTo>
                  <a:pt x="9856" y="8419"/>
                </a:lnTo>
                <a:lnTo>
                  <a:pt x="9807" y="8273"/>
                </a:lnTo>
                <a:lnTo>
                  <a:pt x="9734" y="8103"/>
                </a:lnTo>
                <a:lnTo>
                  <a:pt x="9685" y="8079"/>
                </a:lnTo>
                <a:lnTo>
                  <a:pt x="9661" y="8103"/>
                </a:lnTo>
                <a:lnTo>
                  <a:pt x="9612" y="8225"/>
                </a:lnTo>
                <a:lnTo>
                  <a:pt x="9637" y="8371"/>
                </a:lnTo>
                <a:lnTo>
                  <a:pt x="9637" y="8371"/>
                </a:lnTo>
                <a:lnTo>
                  <a:pt x="9199" y="8249"/>
                </a:lnTo>
                <a:lnTo>
                  <a:pt x="8566" y="8079"/>
                </a:lnTo>
                <a:lnTo>
                  <a:pt x="8250" y="7957"/>
                </a:lnTo>
                <a:lnTo>
                  <a:pt x="7933" y="7835"/>
                </a:lnTo>
                <a:lnTo>
                  <a:pt x="7641" y="7689"/>
                </a:lnTo>
                <a:lnTo>
                  <a:pt x="7374" y="7519"/>
                </a:lnTo>
                <a:lnTo>
                  <a:pt x="7106" y="7300"/>
                </a:lnTo>
                <a:lnTo>
                  <a:pt x="6863" y="7057"/>
                </a:lnTo>
                <a:lnTo>
                  <a:pt x="6814" y="7008"/>
                </a:lnTo>
                <a:lnTo>
                  <a:pt x="6741" y="6984"/>
                </a:lnTo>
                <a:lnTo>
                  <a:pt x="6692" y="6886"/>
                </a:lnTo>
                <a:lnTo>
                  <a:pt x="6571" y="6813"/>
                </a:lnTo>
                <a:lnTo>
                  <a:pt x="6473" y="6813"/>
                </a:lnTo>
                <a:lnTo>
                  <a:pt x="6400" y="6862"/>
                </a:lnTo>
                <a:lnTo>
                  <a:pt x="6352" y="6886"/>
                </a:lnTo>
                <a:lnTo>
                  <a:pt x="5865" y="7422"/>
                </a:lnTo>
                <a:lnTo>
                  <a:pt x="5354" y="7933"/>
                </a:lnTo>
                <a:lnTo>
                  <a:pt x="4794" y="8395"/>
                </a:lnTo>
                <a:lnTo>
                  <a:pt x="4235" y="8857"/>
                </a:lnTo>
                <a:lnTo>
                  <a:pt x="3699" y="9222"/>
                </a:lnTo>
                <a:lnTo>
                  <a:pt x="3140" y="9563"/>
                </a:lnTo>
                <a:lnTo>
                  <a:pt x="2580" y="9904"/>
                </a:lnTo>
                <a:lnTo>
                  <a:pt x="2288" y="10050"/>
                </a:lnTo>
                <a:lnTo>
                  <a:pt x="2045" y="10123"/>
                </a:lnTo>
                <a:lnTo>
                  <a:pt x="1923" y="10171"/>
                </a:lnTo>
                <a:lnTo>
                  <a:pt x="1777" y="10171"/>
                </a:lnTo>
                <a:lnTo>
                  <a:pt x="1729" y="10123"/>
                </a:lnTo>
                <a:lnTo>
                  <a:pt x="1680" y="10074"/>
                </a:lnTo>
                <a:lnTo>
                  <a:pt x="1656" y="10001"/>
                </a:lnTo>
                <a:lnTo>
                  <a:pt x="1631" y="9904"/>
                </a:lnTo>
                <a:lnTo>
                  <a:pt x="1631" y="9782"/>
                </a:lnTo>
                <a:lnTo>
                  <a:pt x="1704" y="9685"/>
                </a:lnTo>
                <a:lnTo>
                  <a:pt x="1875" y="9612"/>
                </a:lnTo>
                <a:lnTo>
                  <a:pt x="2045" y="9539"/>
                </a:lnTo>
                <a:lnTo>
                  <a:pt x="2361" y="9320"/>
                </a:lnTo>
                <a:lnTo>
                  <a:pt x="2994" y="8906"/>
                </a:lnTo>
                <a:lnTo>
                  <a:pt x="3918" y="8298"/>
                </a:lnTo>
                <a:lnTo>
                  <a:pt x="4356" y="8030"/>
                </a:lnTo>
                <a:lnTo>
                  <a:pt x="4527" y="7884"/>
                </a:lnTo>
                <a:lnTo>
                  <a:pt x="4697" y="7714"/>
                </a:lnTo>
                <a:lnTo>
                  <a:pt x="4721" y="7665"/>
                </a:lnTo>
                <a:lnTo>
                  <a:pt x="4697" y="7616"/>
                </a:lnTo>
                <a:lnTo>
                  <a:pt x="4648" y="7592"/>
                </a:lnTo>
                <a:lnTo>
                  <a:pt x="4624" y="7592"/>
                </a:lnTo>
                <a:lnTo>
                  <a:pt x="4381" y="7665"/>
                </a:lnTo>
                <a:lnTo>
                  <a:pt x="4186" y="7762"/>
                </a:lnTo>
                <a:lnTo>
                  <a:pt x="3772" y="8030"/>
                </a:lnTo>
                <a:lnTo>
                  <a:pt x="2824" y="8638"/>
                </a:lnTo>
                <a:lnTo>
                  <a:pt x="2215" y="8979"/>
                </a:lnTo>
                <a:lnTo>
                  <a:pt x="1899" y="9198"/>
                </a:lnTo>
                <a:lnTo>
                  <a:pt x="1607" y="9417"/>
                </a:lnTo>
                <a:lnTo>
                  <a:pt x="1534" y="9368"/>
                </a:lnTo>
                <a:lnTo>
                  <a:pt x="1437" y="9344"/>
                </a:lnTo>
                <a:lnTo>
                  <a:pt x="1339" y="9344"/>
                </a:lnTo>
                <a:lnTo>
                  <a:pt x="1242" y="9417"/>
                </a:lnTo>
                <a:lnTo>
                  <a:pt x="1169" y="9466"/>
                </a:lnTo>
                <a:lnTo>
                  <a:pt x="1096" y="9539"/>
                </a:lnTo>
                <a:lnTo>
                  <a:pt x="1023" y="9539"/>
                </a:lnTo>
                <a:lnTo>
                  <a:pt x="999" y="9490"/>
                </a:lnTo>
                <a:lnTo>
                  <a:pt x="974" y="9417"/>
                </a:lnTo>
                <a:lnTo>
                  <a:pt x="950" y="9344"/>
                </a:lnTo>
                <a:lnTo>
                  <a:pt x="974" y="9271"/>
                </a:lnTo>
                <a:lnTo>
                  <a:pt x="999" y="9222"/>
                </a:lnTo>
                <a:lnTo>
                  <a:pt x="1072" y="9174"/>
                </a:lnTo>
                <a:lnTo>
                  <a:pt x="1315" y="9174"/>
                </a:lnTo>
                <a:lnTo>
                  <a:pt x="1388" y="9125"/>
                </a:lnTo>
                <a:lnTo>
                  <a:pt x="1437" y="9028"/>
                </a:lnTo>
                <a:lnTo>
                  <a:pt x="1485" y="8955"/>
                </a:lnTo>
                <a:lnTo>
                  <a:pt x="1729" y="8857"/>
                </a:lnTo>
                <a:lnTo>
                  <a:pt x="1996" y="8736"/>
                </a:lnTo>
                <a:lnTo>
                  <a:pt x="2580" y="8468"/>
                </a:lnTo>
                <a:lnTo>
                  <a:pt x="3164" y="8200"/>
                </a:lnTo>
                <a:lnTo>
                  <a:pt x="3772" y="7860"/>
                </a:lnTo>
                <a:lnTo>
                  <a:pt x="4405" y="7495"/>
                </a:lnTo>
                <a:lnTo>
                  <a:pt x="4648" y="7373"/>
                </a:lnTo>
                <a:lnTo>
                  <a:pt x="4892" y="7227"/>
                </a:lnTo>
                <a:lnTo>
                  <a:pt x="5111" y="7032"/>
                </a:lnTo>
                <a:lnTo>
                  <a:pt x="5208" y="6935"/>
                </a:lnTo>
                <a:lnTo>
                  <a:pt x="5281" y="6838"/>
                </a:lnTo>
                <a:lnTo>
                  <a:pt x="5281" y="6789"/>
                </a:lnTo>
                <a:lnTo>
                  <a:pt x="5281" y="6765"/>
                </a:lnTo>
                <a:lnTo>
                  <a:pt x="5232" y="6740"/>
                </a:lnTo>
                <a:lnTo>
                  <a:pt x="5208" y="6740"/>
                </a:lnTo>
                <a:lnTo>
                  <a:pt x="5062" y="6765"/>
                </a:lnTo>
                <a:lnTo>
                  <a:pt x="4940" y="6813"/>
                </a:lnTo>
                <a:lnTo>
                  <a:pt x="4697" y="6935"/>
                </a:lnTo>
                <a:lnTo>
                  <a:pt x="4235" y="7227"/>
                </a:lnTo>
                <a:lnTo>
                  <a:pt x="3699" y="7543"/>
                </a:lnTo>
                <a:lnTo>
                  <a:pt x="3164" y="7835"/>
                </a:lnTo>
                <a:lnTo>
                  <a:pt x="2605" y="8127"/>
                </a:lnTo>
                <a:lnTo>
                  <a:pt x="2045" y="8395"/>
                </a:lnTo>
                <a:lnTo>
                  <a:pt x="1704" y="8541"/>
                </a:lnTo>
                <a:lnTo>
                  <a:pt x="1534" y="8590"/>
                </a:lnTo>
                <a:lnTo>
                  <a:pt x="1388" y="8687"/>
                </a:lnTo>
                <a:lnTo>
                  <a:pt x="1291" y="8638"/>
                </a:lnTo>
                <a:lnTo>
                  <a:pt x="1120" y="8614"/>
                </a:lnTo>
                <a:lnTo>
                  <a:pt x="974" y="8638"/>
                </a:lnTo>
                <a:lnTo>
                  <a:pt x="804" y="8614"/>
                </a:lnTo>
                <a:lnTo>
                  <a:pt x="682" y="8273"/>
                </a:lnTo>
                <a:lnTo>
                  <a:pt x="1047" y="8127"/>
                </a:lnTo>
                <a:lnTo>
                  <a:pt x="2142" y="7738"/>
                </a:lnTo>
                <a:lnTo>
                  <a:pt x="4332" y="6935"/>
                </a:lnTo>
                <a:lnTo>
                  <a:pt x="6327" y="6181"/>
                </a:lnTo>
                <a:lnTo>
                  <a:pt x="7422" y="5767"/>
                </a:lnTo>
                <a:lnTo>
                  <a:pt x="7690" y="5645"/>
                </a:lnTo>
                <a:lnTo>
                  <a:pt x="7787" y="5597"/>
                </a:lnTo>
                <a:lnTo>
                  <a:pt x="7909" y="5499"/>
                </a:lnTo>
                <a:lnTo>
                  <a:pt x="8079" y="5499"/>
                </a:lnTo>
                <a:lnTo>
                  <a:pt x="8055" y="5524"/>
                </a:lnTo>
                <a:lnTo>
                  <a:pt x="8055" y="5597"/>
                </a:lnTo>
                <a:lnTo>
                  <a:pt x="8079" y="5694"/>
                </a:lnTo>
                <a:lnTo>
                  <a:pt x="8128" y="5791"/>
                </a:lnTo>
                <a:lnTo>
                  <a:pt x="8201" y="5840"/>
                </a:lnTo>
                <a:lnTo>
                  <a:pt x="8639" y="6035"/>
                </a:lnTo>
                <a:lnTo>
                  <a:pt x="9101" y="6205"/>
                </a:lnTo>
                <a:lnTo>
                  <a:pt x="9564" y="6327"/>
                </a:lnTo>
                <a:lnTo>
                  <a:pt x="10050" y="6424"/>
                </a:lnTo>
                <a:lnTo>
                  <a:pt x="10537" y="6497"/>
                </a:lnTo>
                <a:lnTo>
                  <a:pt x="11023" y="6521"/>
                </a:lnTo>
                <a:lnTo>
                  <a:pt x="11510" y="6497"/>
                </a:lnTo>
                <a:lnTo>
                  <a:pt x="11997" y="6448"/>
                </a:lnTo>
                <a:lnTo>
                  <a:pt x="12459" y="6351"/>
                </a:lnTo>
                <a:lnTo>
                  <a:pt x="12921" y="6229"/>
                </a:lnTo>
                <a:lnTo>
                  <a:pt x="13384" y="6083"/>
                </a:lnTo>
                <a:lnTo>
                  <a:pt x="13870" y="5889"/>
                </a:lnTo>
                <a:lnTo>
                  <a:pt x="14308" y="5670"/>
                </a:lnTo>
                <a:lnTo>
                  <a:pt x="14722" y="5402"/>
                </a:lnTo>
                <a:lnTo>
                  <a:pt x="14917" y="5256"/>
                </a:lnTo>
                <a:lnTo>
                  <a:pt x="15111" y="5086"/>
                </a:lnTo>
                <a:lnTo>
                  <a:pt x="15257" y="4915"/>
                </a:lnTo>
                <a:lnTo>
                  <a:pt x="15403" y="4745"/>
                </a:lnTo>
                <a:lnTo>
                  <a:pt x="15452" y="4672"/>
                </a:lnTo>
                <a:lnTo>
                  <a:pt x="15452" y="4575"/>
                </a:lnTo>
                <a:lnTo>
                  <a:pt x="15428" y="4502"/>
                </a:lnTo>
                <a:lnTo>
                  <a:pt x="15379" y="4453"/>
                </a:lnTo>
                <a:lnTo>
                  <a:pt x="15306" y="4404"/>
                </a:lnTo>
                <a:lnTo>
                  <a:pt x="15233" y="4380"/>
                </a:lnTo>
                <a:lnTo>
                  <a:pt x="15160" y="4380"/>
                </a:lnTo>
                <a:lnTo>
                  <a:pt x="15063" y="4404"/>
                </a:lnTo>
                <a:lnTo>
                  <a:pt x="14746" y="4623"/>
                </a:lnTo>
                <a:lnTo>
                  <a:pt x="14406" y="4842"/>
                </a:lnTo>
                <a:lnTo>
                  <a:pt x="14089" y="5086"/>
                </a:lnTo>
                <a:lnTo>
                  <a:pt x="13749" y="5280"/>
                </a:lnTo>
                <a:lnTo>
                  <a:pt x="13359" y="5475"/>
                </a:lnTo>
                <a:lnTo>
                  <a:pt x="12970" y="5621"/>
                </a:lnTo>
                <a:lnTo>
                  <a:pt x="12581" y="5743"/>
                </a:lnTo>
                <a:lnTo>
                  <a:pt x="12167" y="5840"/>
                </a:lnTo>
                <a:lnTo>
                  <a:pt x="11729" y="5913"/>
                </a:lnTo>
                <a:lnTo>
                  <a:pt x="11291" y="5937"/>
                </a:lnTo>
                <a:lnTo>
                  <a:pt x="10853" y="5937"/>
                </a:lnTo>
                <a:lnTo>
                  <a:pt x="10415" y="5913"/>
                </a:lnTo>
                <a:lnTo>
                  <a:pt x="9977" y="5840"/>
                </a:lnTo>
                <a:lnTo>
                  <a:pt x="9539" y="5743"/>
                </a:lnTo>
                <a:lnTo>
                  <a:pt x="9126" y="5597"/>
                </a:lnTo>
                <a:lnTo>
                  <a:pt x="8712" y="5451"/>
                </a:lnTo>
                <a:lnTo>
                  <a:pt x="8785" y="5353"/>
                </a:lnTo>
                <a:lnTo>
                  <a:pt x="8858" y="5280"/>
                </a:lnTo>
                <a:lnTo>
                  <a:pt x="8907" y="5183"/>
                </a:lnTo>
                <a:lnTo>
                  <a:pt x="8931" y="5110"/>
                </a:lnTo>
                <a:lnTo>
                  <a:pt x="8931" y="5013"/>
                </a:lnTo>
                <a:lnTo>
                  <a:pt x="8882" y="4915"/>
                </a:lnTo>
                <a:lnTo>
                  <a:pt x="8834" y="4842"/>
                </a:lnTo>
                <a:lnTo>
                  <a:pt x="8761" y="4794"/>
                </a:lnTo>
                <a:lnTo>
                  <a:pt x="8688" y="4769"/>
                </a:lnTo>
                <a:lnTo>
                  <a:pt x="8566" y="4794"/>
                </a:lnTo>
                <a:lnTo>
                  <a:pt x="8323" y="4867"/>
                </a:lnTo>
                <a:lnTo>
                  <a:pt x="8201" y="4915"/>
                </a:lnTo>
                <a:lnTo>
                  <a:pt x="8055" y="4940"/>
                </a:lnTo>
                <a:lnTo>
                  <a:pt x="7933" y="4940"/>
                </a:lnTo>
                <a:lnTo>
                  <a:pt x="7812" y="4915"/>
                </a:lnTo>
                <a:lnTo>
                  <a:pt x="7714" y="4842"/>
                </a:lnTo>
                <a:lnTo>
                  <a:pt x="7617" y="4721"/>
                </a:lnTo>
                <a:lnTo>
                  <a:pt x="7617" y="4696"/>
                </a:lnTo>
                <a:lnTo>
                  <a:pt x="7641" y="4672"/>
                </a:lnTo>
                <a:lnTo>
                  <a:pt x="7714" y="4599"/>
                </a:lnTo>
                <a:lnTo>
                  <a:pt x="7812" y="4550"/>
                </a:lnTo>
                <a:lnTo>
                  <a:pt x="7958" y="4502"/>
                </a:lnTo>
                <a:lnTo>
                  <a:pt x="8250" y="4429"/>
                </a:lnTo>
                <a:lnTo>
                  <a:pt x="8420" y="4404"/>
                </a:lnTo>
                <a:lnTo>
                  <a:pt x="10269" y="3991"/>
                </a:lnTo>
                <a:lnTo>
                  <a:pt x="12118" y="3553"/>
                </a:lnTo>
                <a:lnTo>
                  <a:pt x="12970" y="3383"/>
                </a:lnTo>
                <a:lnTo>
                  <a:pt x="13189" y="3334"/>
                </a:lnTo>
                <a:lnTo>
                  <a:pt x="13408" y="3261"/>
                </a:lnTo>
                <a:lnTo>
                  <a:pt x="13603" y="3188"/>
                </a:lnTo>
                <a:lnTo>
                  <a:pt x="13773" y="3066"/>
                </a:lnTo>
                <a:lnTo>
                  <a:pt x="13846" y="2993"/>
                </a:lnTo>
                <a:lnTo>
                  <a:pt x="13846" y="2896"/>
                </a:lnTo>
                <a:lnTo>
                  <a:pt x="13895" y="2847"/>
                </a:lnTo>
                <a:lnTo>
                  <a:pt x="13895" y="2750"/>
                </a:lnTo>
                <a:lnTo>
                  <a:pt x="13895" y="2555"/>
                </a:lnTo>
                <a:lnTo>
                  <a:pt x="13919" y="2385"/>
                </a:lnTo>
                <a:lnTo>
                  <a:pt x="13943" y="2215"/>
                </a:lnTo>
                <a:lnTo>
                  <a:pt x="13992" y="2044"/>
                </a:lnTo>
                <a:lnTo>
                  <a:pt x="14065" y="1874"/>
                </a:lnTo>
                <a:lnTo>
                  <a:pt x="14138" y="1728"/>
                </a:lnTo>
                <a:lnTo>
                  <a:pt x="14211" y="1582"/>
                </a:lnTo>
                <a:lnTo>
                  <a:pt x="14333" y="1436"/>
                </a:lnTo>
                <a:lnTo>
                  <a:pt x="14552" y="1193"/>
                </a:lnTo>
                <a:lnTo>
                  <a:pt x="14844" y="974"/>
                </a:lnTo>
                <a:lnTo>
                  <a:pt x="15136" y="779"/>
                </a:lnTo>
                <a:lnTo>
                  <a:pt x="15476" y="657"/>
                </a:lnTo>
                <a:lnTo>
                  <a:pt x="15817" y="560"/>
                </a:lnTo>
                <a:lnTo>
                  <a:pt x="16158" y="511"/>
                </a:lnTo>
                <a:close/>
                <a:moveTo>
                  <a:pt x="16182" y="0"/>
                </a:moveTo>
                <a:lnTo>
                  <a:pt x="15817" y="49"/>
                </a:lnTo>
                <a:lnTo>
                  <a:pt x="15476" y="122"/>
                </a:lnTo>
                <a:lnTo>
                  <a:pt x="15136" y="268"/>
                </a:lnTo>
                <a:lnTo>
                  <a:pt x="14795" y="414"/>
                </a:lnTo>
                <a:lnTo>
                  <a:pt x="14503" y="633"/>
                </a:lnTo>
                <a:lnTo>
                  <a:pt x="14235" y="852"/>
                </a:lnTo>
                <a:lnTo>
                  <a:pt x="13992" y="1120"/>
                </a:lnTo>
                <a:lnTo>
                  <a:pt x="13797" y="1387"/>
                </a:lnTo>
                <a:lnTo>
                  <a:pt x="13651" y="1704"/>
                </a:lnTo>
                <a:lnTo>
                  <a:pt x="13530" y="2044"/>
                </a:lnTo>
                <a:lnTo>
                  <a:pt x="13505" y="2215"/>
                </a:lnTo>
                <a:lnTo>
                  <a:pt x="13481" y="2385"/>
                </a:lnTo>
                <a:lnTo>
                  <a:pt x="13481" y="2580"/>
                </a:lnTo>
                <a:lnTo>
                  <a:pt x="13481" y="2750"/>
                </a:lnTo>
                <a:lnTo>
                  <a:pt x="13481" y="2774"/>
                </a:lnTo>
                <a:lnTo>
                  <a:pt x="13238" y="2799"/>
                </a:lnTo>
                <a:lnTo>
                  <a:pt x="12994" y="2847"/>
                </a:lnTo>
                <a:lnTo>
                  <a:pt x="12532" y="2945"/>
                </a:lnTo>
                <a:lnTo>
                  <a:pt x="11802" y="3115"/>
                </a:lnTo>
                <a:lnTo>
                  <a:pt x="11048" y="3261"/>
                </a:lnTo>
                <a:lnTo>
                  <a:pt x="8104" y="3918"/>
                </a:lnTo>
                <a:lnTo>
                  <a:pt x="7885" y="3967"/>
                </a:lnTo>
                <a:lnTo>
                  <a:pt x="7666" y="4015"/>
                </a:lnTo>
                <a:lnTo>
                  <a:pt x="7447" y="4113"/>
                </a:lnTo>
                <a:lnTo>
                  <a:pt x="7276" y="4210"/>
                </a:lnTo>
                <a:lnTo>
                  <a:pt x="7203" y="4283"/>
                </a:lnTo>
                <a:lnTo>
                  <a:pt x="7130" y="4356"/>
                </a:lnTo>
                <a:lnTo>
                  <a:pt x="7082" y="4429"/>
                </a:lnTo>
                <a:lnTo>
                  <a:pt x="7057" y="4526"/>
                </a:lnTo>
                <a:lnTo>
                  <a:pt x="7033" y="4623"/>
                </a:lnTo>
                <a:lnTo>
                  <a:pt x="7033" y="4721"/>
                </a:lnTo>
                <a:lnTo>
                  <a:pt x="7057" y="4842"/>
                </a:lnTo>
                <a:lnTo>
                  <a:pt x="7106" y="4988"/>
                </a:lnTo>
                <a:lnTo>
                  <a:pt x="7155" y="5086"/>
                </a:lnTo>
                <a:lnTo>
                  <a:pt x="7228" y="5183"/>
                </a:lnTo>
                <a:lnTo>
                  <a:pt x="7301" y="5280"/>
                </a:lnTo>
                <a:lnTo>
                  <a:pt x="7374" y="5329"/>
                </a:lnTo>
                <a:lnTo>
                  <a:pt x="7057" y="5451"/>
                </a:lnTo>
                <a:lnTo>
                  <a:pt x="6765" y="5572"/>
                </a:lnTo>
                <a:lnTo>
                  <a:pt x="6035" y="5816"/>
                </a:lnTo>
                <a:lnTo>
                  <a:pt x="5305" y="6059"/>
                </a:lnTo>
                <a:lnTo>
                  <a:pt x="2191" y="7154"/>
                </a:lnTo>
                <a:lnTo>
                  <a:pt x="731" y="7689"/>
                </a:lnTo>
                <a:lnTo>
                  <a:pt x="512" y="7762"/>
                </a:lnTo>
                <a:lnTo>
                  <a:pt x="342" y="7860"/>
                </a:lnTo>
                <a:lnTo>
                  <a:pt x="196" y="8006"/>
                </a:lnTo>
                <a:lnTo>
                  <a:pt x="123" y="8079"/>
                </a:lnTo>
                <a:lnTo>
                  <a:pt x="74" y="8176"/>
                </a:lnTo>
                <a:lnTo>
                  <a:pt x="25" y="8322"/>
                </a:lnTo>
                <a:lnTo>
                  <a:pt x="1" y="8468"/>
                </a:lnTo>
                <a:lnTo>
                  <a:pt x="1" y="8565"/>
                </a:lnTo>
                <a:lnTo>
                  <a:pt x="50" y="8687"/>
                </a:lnTo>
                <a:lnTo>
                  <a:pt x="123" y="8784"/>
                </a:lnTo>
                <a:lnTo>
                  <a:pt x="196" y="8857"/>
                </a:lnTo>
                <a:lnTo>
                  <a:pt x="293" y="8930"/>
                </a:lnTo>
                <a:lnTo>
                  <a:pt x="415" y="9003"/>
                </a:lnTo>
                <a:lnTo>
                  <a:pt x="366" y="9125"/>
                </a:lnTo>
                <a:lnTo>
                  <a:pt x="317" y="9271"/>
                </a:lnTo>
                <a:lnTo>
                  <a:pt x="317" y="9417"/>
                </a:lnTo>
                <a:lnTo>
                  <a:pt x="317" y="9563"/>
                </a:lnTo>
                <a:lnTo>
                  <a:pt x="366" y="9685"/>
                </a:lnTo>
                <a:lnTo>
                  <a:pt x="415" y="9782"/>
                </a:lnTo>
                <a:lnTo>
                  <a:pt x="488" y="9879"/>
                </a:lnTo>
                <a:lnTo>
                  <a:pt x="561" y="9952"/>
                </a:lnTo>
                <a:lnTo>
                  <a:pt x="682" y="10001"/>
                </a:lnTo>
                <a:lnTo>
                  <a:pt x="780" y="10025"/>
                </a:lnTo>
                <a:lnTo>
                  <a:pt x="901" y="10050"/>
                </a:lnTo>
                <a:lnTo>
                  <a:pt x="1023" y="10050"/>
                </a:lnTo>
                <a:lnTo>
                  <a:pt x="1047" y="10196"/>
                </a:lnTo>
                <a:lnTo>
                  <a:pt x="1096" y="10317"/>
                </a:lnTo>
                <a:lnTo>
                  <a:pt x="1193" y="10415"/>
                </a:lnTo>
                <a:lnTo>
                  <a:pt x="1315" y="10512"/>
                </a:lnTo>
                <a:lnTo>
                  <a:pt x="1412" y="10561"/>
                </a:lnTo>
                <a:lnTo>
                  <a:pt x="1534" y="10609"/>
                </a:lnTo>
                <a:lnTo>
                  <a:pt x="1656" y="10658"/>
                </a:lnTo>
                <a:lnTo>
                  <a:pt x="1996" y="10658"/>
                </a:lnTo>
                <a:lnTo>
                  <a:pt x="2240" y="10609"/>
                </a:lnTo>
                <a:lnTo>
                  <a:pt x="2459" y="10536"/>
                </a:lnTo>
                <a:lnTo>
                  <a:pt x="2702" y="10415"/>
                </a:lnTo>
                <a:lnTo>
                  <a:pt x="3140" y="10196"/>
                </a:lnTo>
                <a:lnTo>
                  <a:pt x="3578" y="9928"/>
                </a:lnTo>
                <a:lnTo>
                  <a:pt x="4040" y="9636"/>
                </a:lnTo>
                <a:lnTo>
                  <a:pt x="4478" y="9320"/>
                </a:lnTo>
                <a:lnTo>
                  <a:pt x="4892" y="9003"/>
                </a:lnTo>
                <a:lnTo>
                  <a:pt x="5305" y="8663"/>
                </a:lnTo>
                <a:lnTo>
                  <a:pt x="5719" y="8298"/>
                </a:lnTo>
                <a:lnTo>
                  <a:pt x="6108" y="7933"/>
                </a:lnTo>
                <a:lnTo>
                  <a:pt x="6473" y="7543"/>
                </a:lnTo>
                <a:lnTo>
                  <a:pt x="6717" y="7787"/>
                </a:lnTo>
                <a:lnTo>
                  <a:pt x="7009" y="8030"/>
                </a:lnTo>
                <a:lnTo>
                  <a:pt x="7325" y="8200"/>
                </a:lnTo>
                <a:lnTo>
                  <a:pt x="7641" y="8371"/>
                </a:lnTo>
                <a:lnTo>
                  <a:pt x="7982" y="8517"/>
                </a:lnTo>
                <a:lnTo>
                  <a:pt x="8347" y="8614"/>
                </a:lnTo>
                <a:lnTo>
                  <a:pt x="9053" y="8809"/>
                </a:lnTo>
                <a:lnTo>
                  <a:pt x="10221" y="9101"/>
                </a:lnTo>
                <a:lnTo>
                  <a:pt x="10829" y="9198"/>
                </a:lnTo>
                <a:lnTo>
                  <a:pt x="11413" y="9295"/>
                </a:lnTo>
                <a:lnTo>
                  <a:pt x="11364" y="9368"/>
                </a:lnTo>
                <a:lnTo>
                  <a:pt x="11291" y="9758"/>
                </a:lnTo>
                <a:lnTo>
                  <a:pt x="11194" y="10147"/>
                </a:lnTo>
                <a:lnTo>
                  <a:pt x="11145" y="10536"/>
                </a:lnTo>
                <a:lnTo>
                  <a:pt x="11121" y="10926"/>
                </a:lnTo>
                <a:lnTo>
                  <a:pt x="11121" y="10999"/>
                </a:lnTo>
                <a:lnTo>
                  <a:pt x="11169" y="11072"/>
                </a:lnTo>
                <a:lnTo>
                  <a:pt x="11218" y="11096"/>
                </a:lnTo>
                <a:lnTo>
                  <a:pt x="11291" y="11096"/>
                </a:lnTo>
                <a:lnTo>
                  <a:pt x="11340" y="11169"/>
                </a:lnTo>
                <a:lnTo>
                  <a:pt x="11388" y="11218"/>
                </a:lnTo>
                <a:lnTo>
                  <a:pt x="11534" y="11291"/>
                </a:lnTo>
                <a:lnTo>
                  <a:pt x="11729" y="11388"/>
                </a:lnTo>
                <a:lnTo>
                  <a:pt x="11826" y="11437"/>
                </a:lnTo>
                <a:lnTo>
                  <a:pt x="11972" y="11437"/>
                </a:lnTo>
                <a:lnTo>
                  <a:pt x="12021" y="11412"/>
                </a:lnTo>
                <a:lnTo>
                  <a:pt x="12070" y="11364"/>
                </a:lnTo>
                <a:lnTo>
                  <a:pt x="12070" y="11339"/>
                </a:lnTo>
                <a:lnTo>
                  <a:pt x="12070" y="11218"/>
                </a:lnTo>
                <a:lnTo>
                  <a:pt x="12045" y="11193"/>
                </a:lnTo>
                <a:lnTo>
                  <a:pt x="11997" y="11145"/>
                </a:lnTo>
                <a:lnTo>
                  <a:pt x="11851" y="11072"/>
                </a:lnTo>
                <a:lnTo>
                  <a:pt x="11705" y="10999"/>
                </a:lnTo>
                <a:lnTo>
                  <a:pt x="11632" y="10974"/>
                </a:lnTo>
                <a:lnTo>
                  <a:pt x="11997" y="10877"/>
                </a:lnTo>
                <a:lnTo>
                  <a:pt x="12094" y="10828"/>
                </a:lnTo>
                <a:lnTo>
                  <a:pt x="12118" y="10780"/>
                </a:lnTo>
                <a:lnTo>
                  <a:pt x="12143" y="10707"/>
                </a:lnTo>
                <a:lnTo>
                  <a:pt x="12143" y="10634"/>
                </a:lnTo>
                <a:lnTo>
                  <a:pt x="12118" y="10561"/>
                </a:lnTo>
                <a:lnTo>
                  <a:pt x="12070" y="10512"/>
                </a:lnTo>
                <a:lnTo>
                  <a:pt x="11997" y="10488"/>
                </a:lnTo>
                <a:lnTo>
                  <a:pt x="11899" y="10488"/>
                </a:lnTo>
                <a:lnTo>
                  <a:pt x="11753" y="10512"/>
                </a:lnTo>
                <a:lnTo>
                  <a:pt x="11510" y="10585"/>
                </a:lnTo>
                <a:lnTo>
                  <a:pt x="11559" y="10366"/>
                </a:lnTo>
                <a:lnTo>
                  <a:pt x="11583" y="10147"/>
                </a:lnTo>
                <a:lnTo>
                  <a:pt x="11632" y="9952"/>
                </a:lnTo>
                <a:lnTo>
                  <a:pt x="11705" y="9758"/>
                </a:lnTo>
                <a:lnTo>
                  <a:pt x="11826" y="9393"/>
                </a:lnTo>
                <a:lnTo>
                  <a:pt x="11826" y="9368"/>
                </a:lnTo>
                <a:lnTo>
                  <a:pt x="11899" y="9368"/>
                </a:lnTo>
                <a:lnTo>
                  <a:pt x="11924" y="9539"/>
                </a:lnTo>
                <a:lnTo>
                  <a:pt x="11972" y="9733"/>
                </a:lnTo>
                <a:lnTo>
                  <a:pt x="12094" y="10074"/>
                </a:lnTo>
                <a:lnTo>
                  <a:pt x="12216" y="10415"/>
                </a:lnTo>
                <a:lnTo>
                  <a:pt x="12337" y="10731"/>
                </a:lnTo>
                <a:lnTo>
                  <a:pt x="12337" y="10780"/>
                </a:lnTo>
                <a:lnTo>
                  <a:pt x="12386" y="10853"/>
                </a:lnTo>
                <a:lnTo>
                  <a:pt x="12435" y="10926"/>
                </a:lnTo>
                <a:lnTo>
                  <a:pt x="12605" y="11047"/>
                </a:lnTo>
                <a:lnTo>
                  <a:pt x="12800" y="11193"/>
                </a:lnTo>
                <a:lnTo>
                  <a:pt x="13019" y="11291"/>
                </a:lnTo>
                <a:lnTo>
                  <a:pt x="13116" y="11315"/>
                </a:lnTo>
                <a:lnTo>
                  <a:pt x="13189" y="11315"/>
                </a:lnTo>
                <a:lnTo>
                  <a:pt x="13238" y="11266"/>
                </a:lnTo>
                <a:lnTo>
                  <a:pt x="13286" y="11218"/>
                </a:lnTo>
                <a:lnTo>
                  <a:pt x="13311" y="11169"/>
                </a:lnTo>
                <a:lnTo>
                  <a:pt x="13311" y="11096"/>
                </a:lnTo>
                <a:lnTo>
                  <a:pt x="13286" y="11023"/>
                </a:lnTo>
                <a:lnTo>
                  <a:pt x="13213" y="10950"/>
                </a:lnTo>
                <a:lnTo>
                  <a:pt x="13116" y="10901"/>
                </a:lnTo>
                <a:lnTo>
                  <a:pt x="13457" y="10901"/>
                </a:lnTo>
                <a:lnTo>
                  <a:pt x="13603" y="10877"/>
                </a:lnTo>
                <a:lnTo>
                  <a:pt x="13676" y="10853"/>
                </a:lnTo>
                <a:lnTo>
                  <a:pt x="13724" y="10804"/>
                </a:lnTo>
                <a:lnTo>
                  <a:pt x="13773" y="10731"/>
                </a:lnTo>
                <a:lnTo>
                  <a:pt x="13773" y="10658"/>
                </a:lnTo>
                <a:lnTo>
                  <a:pt x="13773" y="10609"/>
                </a:lnTo>
                <a:lnTo>
                  <a:pt x="13724" y="10536"/>
                </a:lnTo>
                <a:lnTo>
                  <a:pt x="13676" y="10488"/>
                </a:lnTo>
                <a:lnTo>
                  <a:pt x="13627" y="10463"/>
                </a:lnTo>
                <a:lnTo>
                  <a:pt x="13481" y="10439"/>
                </a:lnTo>
                <a:lnTo>
                  <a:pt x="13019" y="10439"/>
                </a:lnTo>
                <a:lnTo>
                  <a:pt x="12824" y="10463"/>
                </a:lnTo>
                <a:lnTo>
                  <a:pt x="12556" y="9831"/>
                </a:lnTo>
                <a:lnTo>
                  <a:pt x="12410" y="9417"/>
                </a:lnTo>
                <a:lnTo>
                  <a:pt x="12848" y="9441"/>
                </a:lnTo>
                <a:lnTo>
                  <a:pt x="13189" y="9417"/>
                </a:lnTo>
                <a:lnTo>
                  <a:pt x="13554" y="9417"/>
                </a:lnTo>
                <a:lnTo>
                  <a:pt x="13895" y="9368"/>
                </a:lnTo>
                <a:lnTo>
                  <a:pt x="14211" y="9295"/>
                </a:lnTo>
                <a:lnTo>
                  <a:pt x="14552" y="9222"/>
                </a:lnTo>
                <a:lnTo>
                  <a:pt x="14868" y="9125"/>
                </a:lnTo>
                <a:lnTo>
                  <a:pt x="15184" y="9003"/>
                </a:lnTo>
                <a:lnTo>
                  <a:pt x="15476" y="8882"/>
                </a:lnTo>
                <a:lnTo>
                  <a:pt x="15768" y="8736"/>
                </a:lnTo>
                <a:lnTo>
                  <a:pt x="16036" y="8565"/>
                </a:lnTo>
                <a:lnTo>
                  <a:pt x="16304" y="8371"/>
                </a:lnTo>
                <a:lnTo>
                  <a:pt x="16571" y="8152"/>
                </a:lnTo>
                <a:lnTo>
                  <a:pt x="16790" y="7933"/>
                </a:lnTo>
                <a:lnTo>
                  <a:pt x="17034" y="7689"/>
                </a:lnTo>
                <a:lnTo>
                  <a:pt x="17228" y="7422"/>
                </a:lnTo>
                <a:lnTo>
                  <a:pt x="17423" y="7154"/>
                </a:lnTo>
                <a:lnTo>
                  <a:pt x="17545" y="7105"/>
                </a:lnTo>
                <a:lnTo>
                  <a:pt x="17666" y="7057"/>
                </a:lnTo>
                <a:lnTo>
                  <a:pt x="17691" y="7008"/>
                </a:lnTo>
                <a:lnTo>
                  <a:pt x="17691" y="6959"/>
                </a:lnTo>
                <a:lnTo>
                  <a:pt x="17666" y="6911"/>
                </a:lnTo>
                <a:lnTo>
                  <a:pt x="17642" y="6862"/>
                </a:lnTo>
                <a:lnTo>
                  <a:pt x="17593" y="6862"/>
                </a:lnTo>
                <a:lnTo>
                  <a:pt x="17739" y="6619"/>
                </a:lnTo>
                <a:lnTo>
                  <a:pt x="17837" y="6351"/>
                </a:lnTo>
                <a:lnTo>
                  <a:pt x="18007" y="5937"/>
                </a:lnTo>
                <a:lnTo>
                  <a:pt x="18129" y="5524"/>
                </a:lnTo>
                <a:lnTo>
                  <a:pt x="18226" y="5086"/>
                </a:lnTo>
                <a:lnTo>
                  <a:pt x="18323" y="4672"/>
                </a:lnTo>
                <a:lnTo>
                  <a:pt x="18396" y="4234"/>
                </a:lnTo>
                <a:lnTo>
                  <a:pt x="18445" y="3796"/>
                </a:lnTo>
                <a:lnTo>
                  <a:pt x="18518" y="2920"/>
                </a:lnTo>
                <a:lnTo>
                  <a:pt x="18542" y="2653"/>
                </a:lnTo>
                <a:lnTo>
                  <a:pt x="18786" y="2774"/>
                </a:lnTo>
                <a:lnTo>
                  <a:pt x="19029" y="2872"/>
                </a:lnTo>
                <a:lnTo>
                  <a:pt x="19150" y="2896"/>
                </a:lnTo>
                <a:lnTo>
                  <a:pt x="19223" y="2872"/>
                </a:lnTo>
                <a:lnTo>
                  <a:pt x="19296" y="2799"/>
                </a:lnTo>
                <a:lnTo>
                  <a:pt x="19345" y="2726"/>
                </a:lnTo>
                <a:lnTo>
                  <a:pt x="19369" y="2628"/>
                </a:lnTo>
                <a:lnTo>
                  <a:pt x="19369" y="2531"/>
                </a:lnTo>
                <a:lnTo>
                  <a:pt x="19321" y="2434"/>
                </a:lnTo>
                <a:lnTo>
                  <a:pt x="19248" y="2361"/>
                </a:lnTo>
                <a:lnTo>
                  <a:pt x="19102" y="2288"/>
                </a:lnTo>
                <a:lnTo>
                  <a:pt x="18956" y="2215"/>
                </a:lnTo>
                <a:lnTo>
                  <a:pt x="18737" y="2117"/>
                </a:lnTo>
                <a:lnTo>
                  <a:pt x="18980" y="2020"/>
                </a:lnTo>
                <a:lnTo>
                  <a:pt x="19199" y="1947"/>
                </a:lnTo>
                <a:lnTo>
                  <a:pt x="19394" y="1874"/>
                </a:lnTo>
                <a:lnTo>
                  <a:pt x="19588" y="1801"/>
                </a:lnTo>
                <a:lnTo>
                  <a:pt x="19661" y="1728"/>
                </a:lnTo>
                <a:lnTo>
                  <a:pt x="19710" y="1655"/>
                </a:lnTo>
                <a:lnTo>
                  <a:pt x="19734" y="1582"/>
                </a:lnTo>
                <a:lnTo>
                  <a:pt x="19686" y="1460"/>
                </a:lnTo>
                <a:lnTo>
                  <a:pt x="19637" y="1387"/>
                </a:lnTo>
                <a:lnTo>
                  <a:pt x="19540" y="1339"/>
                </a:lnTo>
                <a:lnTo>
                  <a:pt x="19442" y="1314"/>
                </a:lnTo>
                <a:lnTo>
                  <a:pt x="19321" y="1314"/>
                </a:lnTo>
                <a:lnTo>
                  <a:pt x="19102" y="1363"/>
                </a:lnTo>
                <a:lnTo>
                  <a:pt x="18883" y="1436"/>
                </a:lnTo>
                <a:lnTo>
                  <a:pt x="18688" y="1509"/>
                </a:lnTo>
                <a:lnTo>
                  <a:pt x="18494" y="1606"/>
                </a:lnTo>
                <a:lnTo>
                  <a:pt x="18445" y="1412"/>
                </a:lnTo>
                <a:lnTo>
                  <a:pt x="18396" y="1217"/>
                </a:lnTo>
                <a:lnTo>
                  <a:pt x="18323" y="1022"/>
                </a:lnTo>
                <a:lnTo>
                  <a:pt x="18202" y="852"/>
                </a:lnTo>
                <a:lnTo>
                  <a:pt x="18080" y="682"/>
                </a:lnTo>
                <a:lnTo>
                  <a:pt x="17934" y="511"/>
                </a:lnTo>
                <a:lnTo>
                  <a:pt x="17764" y="390"/>
                </a:lnTo>
                <a:lnTo>
                  <a:pt x="17545" y="268"/>
                </a:lnTo>
                <a:lnTo>
                  <a:pt x="17228" y="122"/>
                </a:lnTo>
                <a:lnTo>
                  <a:pt x="16888" y="25"/>
                </a:lnTo>
                <a:lnTo>
                  <a:pt x="16523"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69" name="Google Shape;869;p39"/>
          <p:cNvSpPr/>
          <p:nvPr/>
        </p:nvSpPr>
        <p:spPr>
          <a:xfrm>
            <a:off x="5591925" y="4452182"/>
            <a:ext cx="321749" cy="353133"/>
          </a:xfrm>
          <a:custGeom>
            <a:avLst/>
            <a:gdLst/>
            <a:ahLst/>
            <a:cxnLst/>
            <a:rect l="l" t="t" r="r" b="b"/>
            <a:pathLst>
              <a:path w="14722" h="16158" extrusionOk="0">
                <a:moveTo>
                  <a:pt x="5232" y="633"/>
                </a:moveTo>
                <a:lnTo>
                  <a:pt x="5402" y="658"/>
                </a:lnTo>
                <a:lnTo>
                  <a:pt x="5354" y="682"/>
                </a:lnTo>
                <a:lnTo>
                  <a:pt x="5062" y="755"/>
                </a:lnTo>
                <a:lnTo>
                  <a:pt x="4770" y="877"/>
                </a:lnTo>
                <a:lnTo>
                  <a:pt x="4502" y="998"/>
                </a:lnTo>
                <a:lnTo>
                  <a:pt x="4380" y="1096"/>
                </a:lnTo>
                <a:lnTo>
                  <a:pt x="4283" y="1169"/>
                </a:lnTo>
                <a:lnTo>
                  <a:pt x="4259" y="1217"/>
                </a:lnTo>
                <a:lnTo>
                  <a:pt x="4234" y="1266"/>
                </a:lnTo>
                <a:lnTo>
                  <a:pt x="4234" y="1363"/>
                </a:lnTo>
                <a:lnTo>
                  <a:pt x="4307" y="1436"/>
                </a:lnTo>
                <a:lnTo>
                  <a:pt x="4332" y="1461"/>
                </a:lnTo>
                <a:lnTo>
                  <a:pt x="4380" y="1461"/>
                </a:lnTo>
                <a:lnTo>
                  <a:pt x="4648" y="1412"/>
                </a:lnTo>
                <a:lnTo>
                  <a:pt x="4891" y="1339"/>
                </a:lnTo>
                <a:lnTo>
                  <a:pt x="5354" y="1193"/>
                </a:lnTo>
                <a:lnTo>
                  <a:pt x="5718" y="1096"/>
                </a:lnTo>
                <a:lnTo>
                  <a:pt x="5889" y="1047"/>
                </a:lnTo>
                <a:lnTo>
                  <a:pt x="6059" y="974"/>
                </a:lnTo>
                <a:lnTo>
                  <a:pt x="6229" y="1461"/>
                </a:lnTo>
                <a:lnTo>
                  <a:pt x="6059" y="1485"/>
                </a:lnTo>
                <a:lnTo>
                  <a:pt x="5889" y="1534"/>
                </a:lnTo>
                <a:lnTo>
                  <a:pt x="5548" y="1655"/>
                </a:lnTo>
                <a:lnTo>
                  <a:pt x="5281" y="1753"/>
                </a:lnTo>
                <a:lnTo>
                  <a:pt x="5013" y="1874"/>
                </a:lnTo>
                <a:lnTo>
                  <a:pt x="4770" y="1996"/>
                </a:lnTo>
                <a:lnTo>
                  <a:pt x="4526" y="2191"/>
                </a:lnTo>
                <a:lnTo>
                  <a:pt x="4502" y="2215"/>
                </a:lnTo>
                <a:lnTo>
                  <a:pt x="4526" y="2264"/>
                </a:lnTo>
                <a:lnTo>
                  <a:pt x="4551" y="2288"/>
                </a:lnTo>
                <a:lnTo>
                  <a:pt x="4575" y="2312"/>
                </a:lnTo>
                <a:lnTo>
                  <a:pt x="4867" y="2288"/>
                </a:lnTo>
                <a:lnTo>
                  <a:pt x="5135" y="2239"/>
                </a:lnTo>
                <a:lnTo>
                  <a:pt x="5670" y="2069"/>
                </a:lnTo>
                <a:lnTo>
                  <a:pt x="6010" y="1996"/>
                </a:lnTo>
                <a:lnTo>
                  <a:pt x="6181" y="1947"/>
                </a:lnTo>
                <a:lnTo>
                  <a:pt x="6327" y="1874"/>
                </a:lnTo>
                <a:lnTo>
                  <a:pt x="6351" y="1996"/>
                </a:lnTo>
                <a:lnTo>
                  <a:pt x="6375" y="2166"/>
                </a:lnTo>
                <a:lnTo>
                  <a:pt x="6156" y="2191"/>
                </a:lnTo>
                <a:lnTo>
                  <a:pt x="5937" y="2264"/>
                </a:lnTo>
                <a:lnTo>
                  <a:pt x="5524" y="2434"/>
                </a:lnTo>
                <a:lnTo>
                  <a:pt x="5135" y="2604"/>
                </a:lnTo>
                <a:lnTo>
                  <a:pt x="4721" y="2775"/>
                </a:lnTo>
                <a:lnTo>
                  <a:pt x="4697" y="2799"/>
                </a:lnTo>
                <a:lnTo>
                  <a:pt x="4672" y="2823"/>
                </a:lnTo>
                <a:lnTo>
                  <a:pt x="4697" y="2872"/>
                </a:lnTo>
                <a:lnTo>
                  <a:pt x="4721" y="2945"/>
                </a:lnTo>
                <a:lnTo>
                  <a:pt x="4794" y="2969"/>
                </a:lnTo>
                <a:lnTo>
                  <a:pt x="5183" y="2969"/>
                </a:lnTo>
                <a:lnTo>
                  <a:pt x="5402" y="2945"/>
                </a:lnTo>
                <a:lnTo>
                  <a:pt x="5621" y="2921"/>
                </a:lnTo>
                <a:lnTo>
                  <a:pt x="5840" y="2872"/>
                </a:lnTo>
                <a:lnTo>
                  <a:pt x="6059" y="2799"/>
                </a:lnTo>
                <a:lnTo>
                  <a:pt x="6254" y="2726"/>
                </a:lnTo>
                <a:lnTo>
                  <a:pt x="6424" y="2604"/>
                </a:lnTo>
                <a:lnTo>
                  <a:pt x="6424" y="3091"/>
                </a:lnTo>
                <a:lnTo>
                  <a:pt x="6327" y="3067"/>
                </a:lnTo>
                <a:lnTo>
                  <a:pt x="6229" y="3042"/>
                </a:lnTo>
                <a:lnTo>
                  <a:pt x="6035" y="3067"/>
                </a:lnTo>
                <a:lnTo>
                  <a:pt x="5621" y="3164"/>
                </a:lnTo>
                <a:lnTo>
                  <a:pt x="5402" y="3213"/>
                </a:lnTo>
                <a:lnTo>
                  <a:pt x="5183" y="3286"/>
                </a:lnTo>
                <a:lnTo>
                  <a:pt x="4989" y="3359"/>
                </a:lnTo>
                <a:lnTo>
                  <a:pt x="4794" y="3480"/>
                </a:lnTo>
                <a:lnTo>
                  <a:pt x="4770" y="3529"/>
                </a:lnTo>
                <a:lnTo>
                  <a:pt x="4770" y="3553"/>
                </a:lnTo>
                <a:lnTo>
                  <a:pt x="4794" y="3602"/>
                </a:lnTo>
                <a:lnTo>
                  <a:pt x="4843" y="3626"/>
                </a:lnTo>
                <a:lnTo>
                  <a:pt x="4940" y="3651"/>
                </a:lnTo>
                <a:lnTo>
                  <a:pt x="5062" y="3675"/>
                </a:lnTo>
                <a:lnTo>
                  <a:pt x="5305" y="3675"/>
                </a:lnTo>
                <a:lnTo>
                  <a:pt x="5816" y="3626"/>
                </a:lnTo>
                <a:lnTo>
                  <a:pt x="6108" y="3602"/>
                </a:lnTo>
                <a:lnTo>
                  <a:pt x="6254" y="3578"/>
                </a:lnTo>
                <a:lnTo>
                  <a:pt x="6400" y="3505"/>
                </a:lnTo>
                <a:lnTo>
                  <a:pt x="6400" y="3505"/>
                </a:lnTo>
                <a:lnTo>
                  <a:pt x="6351" y="3821"/>
                </a:lnTo>
                <a:lnTo>
                  <a:pt x="6327" y="3943"/>
                </a:lnTo>
                <a:lnTo>
                  <a:pt x="6059" y="3943"/>
                </a:lnTo>
                <a:lnTo>
                  <a:pt x="5816" y="3967"/>
                </a:lnTo>
                <a:lnTo>
                  <a:pt x="5572" y="3991"/>
                </a:lnTo>
                <a:lnTo>
                  <a:pt x="5329" y="4040"/>
                </a:lnTo>
                <a:lnTo>
                  <a:pt x="5110" y="4137"/>
                </a:lnTo>
                <a:lnTo>
                  <a:pt x="4916" y="4259"/>
                </a:lnTo>
                <a:lnTo>
                  <a:pt x="4867" y="4308"/>
                </a:lnTo>
                <a:lnTo>
                  <a:pt x="4867" y="4356"/>
                </a:lnTo>
                <a:lnTo>
                  <a:pt x="4916" y="4405"/>
                </a:lnTo>
                <a:lnTo>
                  <a:pt x="4940" y="4429"/>
                </a:lnTo>
                <a:lnTo>
                  <a:pt x="5159" y="4478"/>
                </a:lnTo>
                <a:lnTo>
                  <a:pt x="5378" y="4478"/>
                </a:lnTo>
                <a:lnTo>
                  <a:pt x="5816" y="4454"/>
                </a:lnTo>
                <a:lnTo>
                  <a:pt x="6156" y="4454"/>
                </a:lnTo>
                <a:lnTo>
                  <a:pt x="6035" y="4770"/>
                </a:lnTo>
                <a:lnTo>
                  <a:pt x="5499" y="4819"/>
                </a:lnTo>
                <a:lnTo>
                  <a:pt x="4964" y="4892"/>
                </a:lnTo>
                <a:lnTo>
                  <a:pt x="4916" y="4916"/>
                </a:lnTo>
                <a:lnTo>
                  <a:pt x="4867" y="4965"/>
                </a:lnTo>
                <a:lnTo>
                  <a:pt x="4843" y="5013"/>
                </a:lnTo>
                <a:lnTo>
                  <a:pt x="4843" y="5062"/>
                </a:lnTo>
                <a:lnTo>
                  <a:pt x="4867" y="5111"/>
                </a:lnTo>
                <a:lnTo>
                  <a:pt x="4916" y="5159"/>
                </a:lnTo>
                <a:lnTo>
                  <a:pt x="4964" y="5208"/>
                </a:lnTo>
                <a:lnTo>
                  <a:pt x="5013" y="5208"/>
                </a:lnTo>
                <a:lnTo>
                  <a:pt x="5378" y="5257"/>
                </a:lnTo>
                <a:lnTo>
                  <a:pt x="5718" y="5257"/>
                </a:lnTo>
                <a:lnTo>
                  <a:pt x="5572" y="5451"/>
                </a:lnTo>
                <a:lnTo>
                  <a:pt x="5402" y="5597"/>
                </a:lnTo>
                <a:lnTo>
                  <a:pt x="5232" y="5695"/>
                </a:lnTo>
                <a:lnTo>
                  <a:pt x="5013" y="5768"/>
                </a:lnTo>
                <a:lnTo>
                  <a:pt x="4818" y="5768"/>
                </a:lnTo>
                <a:lnTo>
                  <a:pt x="4599" y="5743"/>
                </a:lnTo>
                <a:lnTo>
                  <a:pt x="4356" y="5622"/>
                </a:lnTo>
                <a:lnTo>
                  <a:pt x="4113" y="5451"/>
                </a:lnTo>
                <a:lnTo>
                  <a:pt x="3942" y="5305"/>
                </a:lnTo>
                <a:lnTo>
                  <a:pt x="3796" y="5159"/>
                </a:lnTo>
                <a:lnTo>
                  <a:pt x="3675" y="4965"/>
                </a:lnTo>
                <a:lnTo>
                  <a:pt x="3553" y="4770"/>
                </a:lnTo>
                <a:lnTo>
                  <a:pt x="3456" y="4551"/>
                </a:lnTo>
                <a:lnTo>
                  <a:pt x="3383" y="4332"/>
                </a:lnTo>
                <a:lnTo>
                  <a:pt x="3310" y="4113"/>
                </a:lnTo>
                <a:lnTo>
                  <a:pt x="3261" y="3870"/>
                </a:lnTo>
                <a:lnTo>
                  <a:pt x="3188" y="3407"/>
                </a:lnTo>
                <a:lnTo>
                  <a:pt x="3164" y="2921"/>
                </a:lnTo>
                <a:lnTo>
                  <a:pt x="3212" y="2483"/>
                </a:lnTo>
                <a:lnTo>
                  <a:pt x="3285" y="2069"/>
                </a:lnTo>
                <a:lnTo>
                  <a:pt x="3358" y="1874"/>
                </a:lnTo>
                <a:lnTo>
                  <a:pt x="3431" y="1704"/>
                </a:lnTo>
                <a:lnTo>
                  <a:pt x="3504" y="1534"/>
                </a:lnTo>
                <a:lnTo>
                  <a:pt x="3602" y="1388"/>
                </a:lnTo>
                <a:lnTo>
                  <a:pt x="3723" y="1266"/>
                </a:lnTo>
                <a:lnTo>
                  <a:pt x="3845" y="1120"/>
                </a:lnTo>
                <a:lnTo>
                  <a:pt x="3967" y="1023"/>
                </a:lnTo>
                <a:lnTo>
                  <a:pt x="4088" y="925"/>
                </a:lnTo>
                <a:lnTo>
                  <a:pt x="4234" y="828"/>
                </a:lnTo>
                <a:lnTo>
                  <a:pt x="4405" y="755"/>
                </a:lnTo>
                <a:lnTo>
                  <a:pt x="4551" y="706"/>
                </a:lnTo>
                <a:lnTo>
                  <a:pt x="4721" y="658"/>
                </a:lnTo>
                <a:lnTo>
                  <a:pt x="4891" y="633"/>
                </a:lnTo>
                <a:close/>
                <a:moveTo>
                  <a:pt x="9393" y="658"/>
                </a:moveTo>
                <a:lnTo>
                  <a:pt x="9076" y="852"/>
                </a:lnTo>
                <a:lnTo>
                  <a:pt x="8784" y="1096"/>
                </a:lnTo>
                <a:lnTo>
                  <a:pt x="8760" y="1144"/>
                </a:lnTo>
                <a:lnTo>
                  <a:pt x="8760" y="1217"/>
                </a:lnTo>
                <a:lnTo>
                  <a:pt x="8760" y="1266"/>
                </a:lnTo>
                <a:lnTo>
                  <a:pt x="8784" y="1290"/>
                </a:lnTo>
                <a:lnTo>
                  <a:pt x="8857" y="1315"/>
                </a:lnTo>
                <a:lnTo>
                  <a:pt x="8955" y="1315"/>
                </a:lnTo>
                <a:lnTo>
                  <a:pt x="9052" y="1266"/>
                </a:lnTo>
                <a:lnTo>
                  <a:pt x="9149" y="1217"/>
                </a:lnTo>
                <a:lnTo>
                  <a:pt x="9490" y="1023"/>
                </a:lnTo>
                <a:lnTo>
                  <a:pt x="9733" y="901"/>
                </a:lnTo>
                <a:lnTo>
                  <a:pt x="9977" y="804"/>
                </a:lnTo>
                <a:lnTo>
                  <a:pt x="10196" y="901"/>
                </a:lnTo>
                <a:lnTo>
                  <a:pt x="10415" y="1047"/>
                </a:lnTo>
                <a:lnTo>
                  <a:pt x="10001" y="1169"/>
                </a:lnTo>
                <a:lnTo>
                  <a:pt x="9806" y="1266"/>
                </a:lnTo>
                <a:lnTo>
                  <a:pt x="9636" y="1363"/>
                </a:lnTo>
                <a:lnTo>
                  <a:pt x="9441" y="1485"/>
                </a:lnTo>
                <a:lnTo>
                  <a:pt x="9295" y="1607"/>
                </a:lnTo>
                <a:lnTo>
                  <a:pt x="9149" y="1753"/>
                </a:lnTo>
                <a:lnTo>
                  <a:pt x="9028" y="1899"/>
                </a:lnTo>
                <a:lnTo>
                  <a:pt x="9003" y="1923"/>
                </a:lnTo>
                <a:lnTo>
                  <a:pt x="9003" y="1947"/>
                </a:lnTo>
                <a:lnTo>
                  <a:pt x="9028" y="2020"/>
                </a:lnTo>
                <a:lnTo>
                  <a:pt x="9076" y="2069"/>
                </a:lnTo>
                <a:lnTo>
                  <a:pt x="9149" y="2069"/>
                </a:lnTo>
                <a:lnTo>
                  <a:pt x="9344" y="2020"/>
                </a:lnTo>
                <a:lnTo>
                  <a:pt x="9514" y="1947"/>
                </a:lnTo>
                <a:lnTo>
                  <a:pt x="9904" y="1777"/>
                </a:lnTo>
                <a:lnTo>
                  <a:pt x="10366" y="1582"/>
                </a:lnTo>
                <a:lnTo>
                  <a:pt x="10828" y="1412"/>
                </a:lnTo>
                <a:lnTo>
                  <a:pt x="11096" y="1753"/>
                </a:lnTo>
                <a:lnTo>
                  <a:pt x="10926" y="1777"/>
                </a:lnTo>
                <a:lnTo>
                  <a:pt x="10755" y="1826"/>
                </a:lnTo>
                <a:lnTo>
                  <a:pt x="10415" y="1972"/>
                </a:lnTo>
                <a:lnTo>
                  <a:pt x="9928" y="2191"/>
                </a:lnTo>
                <a:lnTo>
                  <a:pt x="9685" y="2337"/>
                </a:lnTo>
                <a:lnTo>
                  <a:pt x="9466" y="2483"/>
                </a:lnTo>
                <a:lnTo>
                  <a:pt x="9441" y="2507"/>
                </a:lnTo>
                <a:lnTo>
                  <a:pt x="9417" y="2556"/>
                </a:lnTo>
                <a:lnTo>
                  <a:pt x="9441" y="2604"/>
                </a:lnTo>
                <a:lnTo>
                  <a:pt x="9490" y="2604"/>
                </a:lnTo>
                <a:lnTo>
                  <a:pt x="9758" y="2580"/>
                </a:lnTo>
                <a:lnTo>
                  <a:pt x="10025" y="2531"/>
                </a:lnTo>
                <a:lnTo>
                  <a:pt x="10269" y="2458"/>
                </a:lnTo>
                <a:lnTo>
                  <a:pt x="10536" y="2385"/>
                </a:lnTo>
                <a:lnTo>
                  <a:pt x="10926" y="2239"/>
                </a:lnTo>
                <a:lnTo>
                  <a:pt x="11120" y="2166"/>
                </a:lnTo>
                <a:lnTo>
                  <a:pt x="11193" y="2093"/>
                </a:lnTo>
                <a:lnTo>
                  <a:pt x="11291" y="2020"/>
                </a:lnTo>
                <a:lnTo>
                  <a:pt x="11388" y="2239"/>
                </a:lnTo>
                <a:lnTo>
                  <a:pt x="11485" y="2458"/>
                </a:lnTo>
                <a:lnTo>
                  <a:pt x="11339" y="2483"/>
                </a:lnTo>
                <a:lnTo>
                  <a:pt x="11193" y="2531"/>
                </a:lnTo>
                <a:lnTo>
                  <a:pt x="10901" y="2653"/>
                </a:lnTo>
                <a:lnTo>
                  <a:pt x="10634" y="2750"/>
                </a:lnTo>
                <a:lnTo>
                  <a:pt x="10366" y="2823"/>
                </a:lnTo>
                <a:lnTo>
                  <a:pt x="10098" y="2921"/>
                </a:lnTo>
                <a:lnTo>
                  <a:pt x="9952" y="2969"/>
                </a:lnTo>
                <a:lnTo>
                  <a:pt x="9831" y="3042"/>
                </a:lnTo>
                <a:lnTo>
                  <a:pt x="9806" y="3091"/>
                </a:lnTo>
                <a:lnTo>
                  <a:pt x="9806" y="3115"/>
                </a:lnTo>
                <a:lnTo>
                  <a:pt x="9806" y="3164"/>
                </a:lnTo>
                <a:lnTo>
                  <a:pt x="9855" y="3188"/>
                </a:lnTo>
                <a:lnTo>
                  <a:pt x="9977" y="3237"/>
                </a:lnTo>
                <a:lnTo>
                  <a:pt x="10123" y="3261"/>
                </a:lnTo>
                <a:lnTo>
                  <a:pt x="10390" y="3261"/>
                </a:lnTo>
                <a:lnTo>
                  <a:pt x="10658" y="3213"/>
                </a:lnTo>
                <a:lnTo>
                  <a:pt x="10926" y="3164"/>
                </a:lnTo>
                <a:lnTo>
                  <a:pt x="11291" y="3067"/>
                </a:lnTo>
                <a:lnTo>
                  <a:pt x="11461" y="3018"/>
                </a:lnTo>
                <a:lnTo>
                  <a:pt x="11631" y="2921"/>
                </a:lnTo>
                <a:lnTo>
                  <a:pt x="11680" y="3140"/>
                </a:lnTo>
                <a:lnTo>
                  <a:pt x="11729" y="3359"/>
                </a:lnTo>
                <a:lnTo>
                  <a:pt x="11291" y="3505"/>
                </a:lnTo>
                <a:lnTo>
                  <a:pt x="10780" y="3651"/>
                </a:lnTo>
                <a:lnTo>
                  <a:pt x="10512" y="3699"/>
                </a:lnTo>
                <a:lnTo>
                  <a:pt x="10269" y="3797"/>
                </a:lnTo>
                <a:lnTo>
                  <a:pt x="10220" y="3821"/>
                </a:lnTo>
                <a:lnTo>
                  <a:pt x="10196" y="3894"/>
                </a:lnTo>
                <a:lnTo>
                  <a:pt x="10220" y="3943"/>
                </a:lnTo>
                <a:lnTo>
                  <a:pt x="10269" y="3967"/>
                </a:lnTo>
                <a:lnTo>
                  <a:pt x="10536" y="4016"/>
                </a:lnTo>
                <a:lnTo>
                  <a:pt x="10780" y="4040"/>
                </a:lnTo>
                <a:lnTo>
                  <a:pt x="11023" y="4016"/>
                </a:lnTo>
                <a:lnTo>
                  <a:pt x="11266" y="3991"/>
                </a:lnTo>
                <a:lnTo>
                  <a:pt x="11510" y="3967"/>
                </a:lnTo>
                <a:lnTo>
                  <a:pt x="11753" y="3918"/>
                </a:lnTo>
                <a:lnTo>
                  <a:pt x="11729" y="4137"/>
                </a:lnTo>
                <a:lnTo>
                  <a:pt x="11704" y="4381"/>
                </a:lnTo>
                <a:lnTo>
                  <a:pt x="11680" y="4381"/>
                </a:lnTo>
                <a:lnTo>
                  <a:pt x="11364" y="4356"/>
                </a:lnTo>
                <a:lnTo>
                  <a:pt x="11023" y="4381"/>
                </a:lnTo>
                <a:lnTo>
                  <a:pt x="10682" y="4429"/>
                </a:lnTo>
                <a:lnTo>
                  <a:pt x="10366" y="4478"/>
                </a:lnTo>
                <a:lnTo>
                  <a:pt x="10317" y="4502"/>
                </a:lnTo>
                <a:lnTo>
                  <a:pt x="10269" y="4527"/>
                </a:lnTo>
                <a:lnTo>
                  <a:pt x="10244" y="4575"/>
                </a:lnTo>
                <a:lnTo>
                  <a:pt x="10244" y="4624"/>
                </a:lnTo>
                <a:lnTo>
                  <a:pt x="10244" y="4673"/>
                </a:lnTo>
                <a:lnTo>
                  <a:pt x="10269" y="4721"/>
                </a:lnTo>
                <a:lnTo>
                  <a:pt x="10317" y="4770"/>
                </a:lnTo>
                <a:lnTo>
                  <a:pt x="10366" y="4770"/>
                </a:lnTo>
                <a:lnTo>
                  <a:pt x="10950" y="4843"/>
                </a:lnTo>
                <a:lnTo>
                  <a:pt x="11242" y="4867"/>
                </a:lnTo>
                <a:lnTo>
                  <a:pt x="11534" y="4867"/>
                </a:lnTo>
                <a:lnTo>
                  <a:pt x="11461" y="5013"/>
                </a:lnTo>
                <a:lnTo>
                  <a:pt x="11364" y="5184"/>
                </a:lnTo>
                <a:lnTo>
                  <a:pt x="11120" y="5111"/>
                </a:lnTo>
                <a:lnTo>
                  <a:pt x="10901" y="5086"/>
                </a:lnTo>
                <a:lnTo>
                  <a:pt x="10780" y="5086"/>
                </a:lnTo>
                <a:lnTo>
                  <a:pt x="10658" y="5111"/>
                </a:lnTo>
                <a:lnTo>
                  <a:pt x="10561" y="5135"/>
                </a:lnTo>
                <a:lnTo>
                  <a:pt x="10439" y="5208"/>
                </a:lnTo>
                <a:lnTo>
                  <a:pt x="10415" y="5232"/>
                </a:lnTo>
                <a:lnTo>
                  <a:pt x="10415" y="5281"/>
                </a:lnTo>
                <a:lnTo>
                  <a:pt x="10415" y="5330"/>
                </a:lnTo>
                <a:lnTo>
                  <a:pt x="10463" y="5354"/>
                </a:lnTo>
                <a:lnTo>
                  <a:pt x="10755" y="5451"/>
                </a:lnTo>
                <a:lnTo>
                  <a:pt x="11023" y="5549"/>
                </a:lnTo>
                <a:lnTo>
                  <a:pt x="10877" y="5646"/>
                </a:lnTo>
                <a:lnTo>
                  <a:pt x="10780" y="5719"/>
                </a:lnTo>
                <a:lnTo>
                  <a:pt x="10536" y="5646"/>
                </a:lnTo>
                <a:lnTo>
                  <a:pt x="10415" y="5597"/>
                </a:lnTo>
                <a:lnTo>
                  <a:pt x="10293" y="5524"/>
                </a:lnTo>
                <a:lnTo>
                  <a:pt x="10171" y="5451"/>
                </a:lnTo>
                <a:lnTo>
                  <a:pt x="10050" y="5427"/>
                </a:lnTo>
                <a:lnTo>
                  <a:pt x="9977" y="5427"/>
                </a:lnTo>
                <a:lnTo>
                  <a:pt x="9928" y="5451"/>
                </a:lnTo>
                <a:lnTo>
                  <a:pt x="9879" y="5500"/>
                </a:lnTo>
                <a:lnTo>
                  <a:pt x="9879" y="5597"/>
                </a:lnTo>
                <a:lnTo>
                  <a:pt x="9904" y="5670"/>
                </a:lnTo>
                <a:lnTo>
                  <a:pt x="9952" y="5768"/>
                </a:lnTo>
                <a:lnTo>
                  <a:pt x="10025" y="5841"/>
                </a:lnTo>
                <a:lnTo>
                  <a:pt x="10123" y="5914"/>
                </a:lnTo>
                <a:lnTo>
                  <a:pt x="9879" y="5914"/>
                </a:lnTo>
                <a:lnTo>
                  <a:pt x="9636" y="5889"/>
                </a:lnTo>
                <a:lnTo>
                  <a:pt x="9417" y="5841"/>
                </a:lnTo>
                <a:lnTo>
                  <a:pt x="9198" y="5743"/>
                </a:lnTo>
                <a:lnTo>
                  <a:pt x="9003" y="5597"/>
                </a:lnTo>
                <a:lnTo>
                  <a:pt x="8833" y="5451"/>
                </a:lnTo>
                <a:lnTo>
                  <a:pt x="8711" y="5257"/>
                </a:lnTo>
                <a:lnTo>
                  <a:pt x="8590" y="5062"/>
                </a:lnTo>
                <a:lnTo>
                  <a:pt x="8492" y="4843"/>
                </a:lnTo>
                <a:lnTo>
                  <a:pt x="8419" y="4624"/>
                </a:lnTo>
                <a:lnTo>
                  <a:pt x="8298" y="4186"/>
                </a:lnTo>
                <a:lnTo>
                  <a:pt x="8225" y="3797"/>
                </a:lnTo>
                <a:lnTo>
                  <a:pt x="8152" y="3359"/>
                </a:lnTo>
                <a:lnTo>
                  <a:pt x="8127" y="2921"/>
                </a:lnTo>
                <a:lnTo>
                  <a:pt x="8127" y="2483"/>
                </a:lnTo>
                <a:lnTo>
                  <a:pt x="8152" y="2020"/>
                </a:lnTo>
                <a:lnTo>
                  <a:pt x="8225" y="1582"/>
                </a:lnTo>
                <a:lnTo>
                  <a:pt x="8298" y="1363"/>
                </a:lnTo>
                <a:lnTo>
                  <a:pt x="8371" y="1169"/>
                </a:lnTo>
                <a:lnTo>
                  <a:pt x="8444" y="974"/>
                </a:lnTo>
                <a:lnTo>
                  <a:pt x="8541" y="804"/>
                </a:lnTo>
                <a:lnTo>
                  <a:pt x="8760" y="731"/>
                </a:lnTo>
                <a:lnTo>
                  <a:pt x="8979" y="682"/>
                </a:lnTo>
                <a:lnTo>
                  <a:pt x="9198" y="658"/>
                </a:lnTo>
                <a:close/>
                <a:moveTo>
                  <a:pt x="4940" y="1"/>
                </a:moveTo>
                <a:lnTo>
                  <a:pt x="4745" y="25"/>
                </a:lnTo>
                <a:lnTo>
                  <a:pt x="4526" y="74"/>
                </a:lnTo>
                <a:lnTo>
                  <a:pt x="4307" y="147"/>
                </a:lnTo>
                <a:lnTo>
                  <a:pt x="4113" y="244"/>
                </a:lnTo>
                <a:lnTo>
                  <a:pt x="3918" y="341"/>
                </a:lnTo>
                <a:lnTo>
                  <a:pt x="3723" y="487"/>
                </a:lnTo>
                <a:lnTo>
                  <a:pt x="3553" y="609"/>
                </a:lnTo>
                <a:lnTo>
                  <a:pt x="3383" y="779"/>
                </a:lnTo>
                <a:lnTo>
                  <a:pt x="3237" y="950"/>
                </a:lnTo>
                <a:lnTo>
                  <a:pt x="3091" y="1120"/>
                </a:lnTo>
                <a:lnTo>
                  <a:pt x="2969" y="1315"/>
                </a:lnTo>
                <a:lnTo>
                  <a:pt x="2823" y="1558"/>
                </a:lnTo>
                <a:lnTo>
                  <a:pt x="2726" y="1850"/>
                </a:lnTo>
                <a:lnTo>
                  <a:pt x="2653" y="2118"/>
                </a:lnTo>
                <a:lnTo>
                  <a:pt x="2604" y="2410"/>
                </a:lnTo>
                <a:lnTo>
                  <a:pt x="2555" y="2726"/>
                </a:lnTo>
                <a:lnTo>
                  <a:pt x="2555" y="3018"/>
                </a:lnTo>
                <a:lnTo>
                  <a:pt x="2555" y="3334"/>
                </a:lnTo>
                <a:lnTo>
                  <a:pt x="2604" y="3626"/>
                </a:lnTo>
                <a:lnTo>
                  <a:pt x="2653" y="3943"/>
                </a:lnTo>
                <a:lnTo>
                  <a:pt x="2726" y="4235"/>
                </a:lnTo>
                <a:lnTo>
                  <a:pt x="2823" y="4527"/>
                </a:lnTo>
                <a:lnTo>
                  <a:pt x="2945" y="4794"/>
                </a:lnTo>
                <a:lnTo>
                  <a:pt x="3091" y="5062"/>
                </a:lnTo>
                <a:lnTo>
                  <a:pt x="3237" y="5330"/>
                </a:lnTo>
                <a:lnTo>
                  <a:pt x="3407" y="5549"/>
                </a:lnTo>
                <a:lnTo>
                  <a:pt x="3602" y="5768"/>
                </a:lnTo>
                <a:lnTo>
                  <a:pt x="3772" y="5938"/>
                </a:lnTo>
                <a:lnTo>
                  <a:pt x="3942" y="6060"/>
                </a:lnTo>
                <a:lnTo>
                  <a:pt x="4161" y="6157"/>
                </a:lnTo>
                <a:lnTo>
                  <a:pt x="4380" y="6230"/>
                </a:lnTo>
                <a:lnTo>
                  <a:pt x="4599" y="6279"/>
                </a:lnTo>
                <a:lnTo>
                  <a:pt x="5062" y="6279"/>
                </a:lnTo>
                <a:lnTo>
                  <a:pt x="5281" y="6230"/>
                </a:lnTo>
                <a:lnTo>
                  <a:pt x="5524" y="6133"/>
                </a:lnTo>
                <a:lnTo>
                  <a:pt x="5718" y="6011"/>
                </a:lnTo>
                <a:lnTo>
                  <a:pt x="5913" y="5865"/>
                </a:lnTo>
                <a:lnTo>
                  <a:pt x="6059" y="5695"/>
                </a:lnTo>
                <a:lnTo>
                  <a:pt x="6205" y="5500"/>
                </a:lnTo>
                <a:lnTo>
                  <a:pt x="6351" y="5281"/>
                </a:lnTo>
                <a:lnTo>
                  <a:pt x="6448" y="5086"/>
                </a:lnTo>
                <a:lnTo>
                  <a:pt x="6546" y="4867"/>
                </a:lnTo>
                <a:lnTo>
                  <a:pt x="6716" y="4356"/>
                </a:lnTo>
                <a:lnTo>
                  <a:pt x="6838" y="3821"/>
                </a:lnTo>
                <a:lnTo>
                  <a:pt x="6911" y="3261"/>
                </a:lnTo>
                <a:lnTo>
                  <a:pt x="6935" y="2969"/>
                </a:lnTo>
                <a:lnTo>
                  <a:pt x="6935" y="2702"/>
                </a:lnTo>
                <a:lnTo>
                  <a:pt x="6911" y="2410"/>
                </a:lnTo>
                <a:lnTo>
                  <a:pt x="6886" y="2118"/>
                </a:lnTo>
                <a:lnTo>
                  <a:pt x="6838" y="1850"/>
                </a:lnTo>
                <a:lnTo>
                  <a:pt x="6789" y="1582"/>
                </a:lnTo>
                <a:lnTo>
                  <a:pt x="6692" y="1315"/>
                </a:lnTo>
                <a:lnTo>
                  <a:pt x="6594" y="1047"/>
                </a:lnTo>
                <a:lnTo>
                  <a:pt x="6473" y="804"/>
                </a:lnTo>
                <a:lnTo>
                  <a:pt x="6351" y="585"/>
                </a:lnTo>
                <a:lnTo>
                  <a:pt x="6327" y="512"/>
                </a:lnTo>
                <a:lnTo>
                  <a:pt x="6254" y="439"/>
                </a:lnTo>
                <a:lnTo>
                  <a:pt x="6229" y="414"/>
                </a:lnTo>
                <a:lnTo>
                  <a:pt x="6132" y="293"/>
                </a:lnTo>
                <a:lnTo>
                  <a:pt x="6083" y="268"/>
                </a:lnTo>
                <a:lnTo>
                  <a:pt x="6010" y="268"/>
                </a:lnTo>
                <a:lnTo>
                  <a:pt x="5816" y="147"/>
                </a:lnTo>
                <a:lnTo>
                  <a:pt x="5597" y="74"/>
                </a:lnTo>
                <a:lnTo>
                  <a:pt x="5378" y="25"/>
                </a:lnTo>
                <a:lnTo>
                  <a:pt x="5159" y="1"/>
                </a:lnTo>
                <a:close/>
                <a:moveTo>
                  <a:pt x="9271" y="49"/>
                </a:moveTo>
                <a:lnTo>
                  <a:pt x="8979" y="74"/>
                </a:lnTo>
                <a:lnTo>
                  <a:pt x="8663" y="122"/>
                </a:lnTo>
                <a:lnTo>
                  <a:pt x="8371" y="220"/>
                </a:lnTo>
                <a:lnTo>
                  <a:pt x="8273" y="268"/>
                </a:lnTo>
                <a:lnTo>
                  <a:pt x="8200" y="366"/>
                </a:lnTo>
                <a:lnTo>
                  <a:pt x="8176" y="439"/>
                </a:lnTo>
                <a:lnTo>
                  <a:pt x="8176" y="536"/>
                </a:lnTo>
                <a:lnTo>
                  <a:pt x="8079" y="658"/>
                </a:lnTo>
                <a:lnTo>
                  <a:pt x="7981" y="804"/>
                </a:lnTo>
                <a:lnTo>
                  <a:pt x="7860" y="1071"/>
                </a:lnTo>
                <a:lnTo>
                  <a:pt x="7762" y="1388"/>
                </a:lnTo>
                <a:lnTo>
                  <a:pt x="7689" y="1704"/>
                </a:lnTo>
                <a:lnTo>
                  <a:pt x="7641" y="2069"/>
                </a:lnTo>
                <a:lnTo>
                  <a:pt x="7616" y="2410"/>
                </a:lnTo>
                <a:lnTo>
                  <a:pt x="7592" y="2750"/>
                </a:lnTo>
                <a:lnTo>
                  <a:pt x="7592" y="3091"/>
                </a:lnTo>
                <a:lnTo>
                  <a:pt x="7616" y="3456"/>
                </a:lnTo>
                <a:lnTo>
                  <a:pt x="7641" y="3797"/>
                </a:lnTo>
                <a:lnTo>
                  <a:pt x="7689" y="4137"/>
                </a:lnTo>
                <a:lnTo>
                  <a:pt x="7762" y="4478"/>
                </a:lnTo>
                <a:lnTo>
                  <a:pt x="7835" y="4746"/>
                </a:lnTo>
                <a:lnTo>
                  <a:pt x="7908" y="5013"/>
                </a:lnTo>
                <a:lnTo>
                  <a:pt x="8030" y="5257"/>
                </a:lnTo>
                <a:lnTo>
                  <a:pt x="8152" y="5476"/>
                </a:lnTo>
                <a:lnTo>
                  <a:pt x="8298" y="5719"/>
                </a:lnTo>
                <a:lnTo>
                  <a:pt x="8468" y="5914"/>
                </a:lnTo>
                <a:lnTo>
                  <a:pt x="8663" y="6108"/>
                </a:lnTo>
                <a:lnTo>
                  <a:pt x="8882" y="6279"/>
                </a:lnTo>
                <a:lnTo>
                  <a:pt x="9125" y="6400"/>
                </a:lnTo>
                <a:lnTo>
                  <a:pt x="9368" y="6497"/>
                </a:lnTo>
                <a:lnTo>
                  <a:pt x="9636" y="6546"/>
                </a:lnTo>
                <a:lnTo>
                  <a:pt x="9904" y="6546"/>
                </a:lnTo>
                <a:lnTo>
                  <a:pt x="10171" y="6522"/>
                </a:lnTo>
                <a:lnTo>
                  <a:pt x="10439" y="6473"/>
                </a:lnTo>
                <a:lnTo>
                  <a:pt x="10707" y="6400"/>
                </a:lnTo>
                <a:lnTo>
                  <a:pt x="10950" y="6327"/>
                </a:lnTo>
                <a:lnTo>
                  <a:pt x="11218" y="6181"/>
                </a:lnTo>
                <a:lnTo>
                  <a:pt x="11461" y="6011"/>
                </a:lnTo>
                <a:lnTo>
                  <a:pt x="11656" y="5816"/>
                </a:lnTo>
                <a:lnTo>
                  <a:pt x="11826" y="5622"/>
                </a:lnTo>
                <a:lnTo>
                  <a:pt x="11996" y="5378"/>
                </a:lnTo>
                <a:lnTo>
                  <a:pt x="12118" y="5135"/>
                </a:lnTo>
                <a:lnTo>
                  <a:pt x="12215" y="4867"/>
                </a:lnTo>
                <a:lnTo>
                  <a:pt x="12288" y="4600"/>
                </a:lnTo>
                <a:lnTo>
                  <a:pt x="12337" y="4308"/>
                </a:lnTo>
                <a:lnTo>
                  <a:pt x="12361" y="4016"/>
                </a:lnTo>
                <a:lnTo>
                  <a:pt x="12361" y="3724"/>
                </a:lnTo>
                <a:lnTo>
                  <a:pt x="12337" y="3456"/>
                </a:lnTo>
                <a:lnTo>
                  <a:pt x="12313" y="3164"/>
                </a:lnTo>
                <a:lnTo>
                  <a:pt x="12240" y="2896"/>
                </a:lnTo>
                <a:lnTo>
                  <a:pt x="12167" y="2604"/>
                </a:lnTo>
                <a:lnTo>
                  <a:pt x="12094" y="2361"/>
                </a:lnTo>
                <a:lnTo>
                  <a:pt x="11972" y="2093"/>
                </a:lnTo>
                <a:lnTo>
                  <a:pt x="11826" y="1826"/>
                </a:lnTo>
                <a:lnTo>
                  <a:pt x="11680" y="1582"/>
                </a:lnTo>
                <a:lnTo>
                  <a:pt x="11485" y="1339"/>
                </a:lnTo>
                <a:lnTo>
                  <a:pt x="11291" y="1096"/>
                </a:lnTo>
                <a:lnTo>
                  <a:pt x="11096" y="877"/>
                </a:lnTo>
                <a:lnTo>
                  <a:pt x="10853" y="682"/>
                </a:lnTo>
                <a:lnTo>
                  <a:pt x="10634" y="512"/>
                </a:lnTo>
                <a:lnTo>
                  <a:pt x="10366" y="341"/>
                </a:lnTo>
                <a:lnTo>
                  <a:pt x="10098" y="220"/>
                </a:lnTo>
                <a:lnTo>
                  <a:pt x="9831" y="122"/>
                </a:lnTo>
                <a:lnTo>
                  <a:pt x="9563" y="74"/>
                </a:lnTo>
                <a:lnTo>
                  <a:pt x="9271" y="49"/>
                </a:lnTo>
                <a:close/>
                <a:moveTo>
                  <a:pt x="1850" y="5257"/>
                </a:moveTo>
                <a:lnTo>
                  <a:pt x="2044" y="5281"/>
                </a:lnTo>
                <a:lnTo>
                  <a:pt x="1825" y="5354"/>
                </a:lnTo>
                <a:lnTo>
                  <a:pt x="1606" y="5451"/>
                </a:lnTo>
                <a:lnTo>
                  <a:pt x="1460" y="5524"/>
                </a:lnTo>
                <a:lnTo>
                  <a:pt x="1290" y="5597"/>
                </a:lnTo>
                <a:lnTo>
                  <a:pt x="1168" y="5719"/>
                </a:lnTo>
                <a:lnTo>
                  <a:pt x="1095" y="5768"/>
                </a:lnTo>
                <a:lnTo>
                  <a:pt x="1047" y="5841"/>
                </a:lnTo>
                <a:lnTo>
                  <a:pt x="1047" y="5889"/>
                </a:lnTo>
                <a:lnTo>
                  <a:pt x="1047" y="5938"/>
                </a:lnTo>
                <a:lnTo>
                  <a:pt x="1071" y="5987"/>
                </a:lnTo>
                <a:lnTo>
                  <a:pt x="1120" y="5987"/>
                </a:lnTo>
                <a:lnTo>
                  <a:pt x="1266" y="6011"/>
                </a:lnTo>
                <a:lnTo>
                  <a:pt x="1412" y="5962"/>
                </a:lnTo>
                <a:lnTo>
                  <a:pt x="1704" y="5865"/>
                </a:lnTo>
                <a:lnTo>
                  <a:pt x="2190" y="5695"/>
                </a:lnTo>
                <a:lnTo>
                  <a:pt x="2263" y="6011"/>
                </a:lnTo>
                <a:lnTo>
                  <a:pt x="2093" y="6133"/>
                </a:lnTo>
                <a:lnTo>
                  <a:pt x="1923" y="6254"/>
                </a:lnTo>
                <a:lnTo>
                  <a:pt x="1728" y="6327"/>
                </a:lnTo>
                <a:lnTo>
                  <a:pt x="1533" y="6424"/>
                </a:lnTo>
                <a:lnTo>
                  <a:pt x="1339" y="6522"/>
                </a:lnTo>
                <a:lnTo>
                  <a:pt x="1266" y="6595"/>
                </a:lnTo>
                <a:lnTo>
                  <a:pt x="1193" y="6668"/>
                </a:lnTo>
                <a:lnTo>
                  <a:pt x="1193" y="6716"/>
                </a:lnTo>
                <a:lnTo>
                  <a:pt x="1193" y="6765"/>
                </a:lnTo>
                <a:lnTo>
                  <a:pt x="1241" y="6814"/>
                </a:lnTo>
                <a:lnTo>
                  <a:pt x="1339" y="6862"/>
                </a:lnTo>
                <a:lnTo>
                  <a:pt x="1436" y="6887"/>
                </a:lnTo>
                <a:lnTo>
                  <a:pt x="1558" y="6887"/>
                </a:lnTo>
                <a:lnTo>
                  <a:pt x="1679" y="6862"/>
                </a:lnTo>
                <a:lnTo>
                  <a:pt x="1898" y="6789"/>
                </a:lnTo>
                <a:lnTo>
                  <a:pt x="2093" y="6716"/>
                </a:lnTo>
                <a:lnTo>
                  <a:pt x="2409" y="6570"/>
                </a:lnTo>
                <a:lnTo>
                  <a:pt x="2434" y="6643"/>
                </a:lnTo>
                <a:lnTo>
                  <a:pt x="2215" y="6765"/>
                </a:lnTo>
                <a:lnTo>
                  <a:pt x="1923" y="6911"/>
                </a:lnTo>
                <a:lnTo>
                  <a:pt x="1777" y="6984"/>
                </a:lnTo>
                <a:lnTo>
                  <a:pt x="1655" y="7081"/>
                </a:lnTo>
                <a:lnTo>
                  <a:pt x="1631" y="7106"/>
                </a:lnTo>
                <a:lnTo>
                  <a:pt x="1631" y="7154"/>
                </a:lnTo>
                <a:lnTo>
                  <a:pt x="1655" y="7203"/>
                </a:lnTo>
                <a:lnTo>
                  <a:pt x="1679" y="7227"/>
                </a:lnTo>
                <a:lnTo>
                  <a:pt x="1850" y="7276"/>
                </a:lnTo>
                <a:lnTo>
                  <a:pt x="1996" y="7276"/>
                </a:lnTo>
                <a:lnTo>
                  <a:pt x="2166" y="7252"/>
                </a:lnTo>
                <a:lnTo>
                  <a:pt x="2312" y="7203"/>
                </a:lnTo>
                <a:lnTo>
                  <a:pt x="2482" y="7154"/>
                </a:lnTo>
                <a:lnTo>
                  <a:pt x="2677" y="7081"/>
                </a:lnTo>
                <a:lnTo>
                  <a:pt x="2726" y="7154"/>
                </a:lnTo>
                <a:lnTo>
                  <a:pt x="2750" y="7179"/>
                </a:lnTo>
                <a:lnTo>
                  <a:pt x="2434" y="7398"/>
                </a:lnTo>
                <a:lnTo>
                  <a:pt x="2190" y="7519"/>
                </a:lnTo>
                <a:lnTo>
                  <a:pt x="2093" y="7617"/>
                </a:lnTo>
                <a:lnTo>
                  <a:pt x="1996" y="7714"/>
                </a:lnTo>
                <a:lnTo>
                  <a:pt x="1996" y="7811"/>
                </a:lnTo>
                <a:lnTo>
                  <a:pt x="2020" y="7836"/>
                </a:lnTo>
                <a:lnTo>
                  <a:pt x="2044" y="7860"/>
                </a:lnTo>
                <a:lnTo>
                  <a:pt x="2166" y="7909"/>
                </a:lnTo>
                <a:lnTo>
                  <a:pt x="2288" y="7884"/>
                </a:lnTo>
                <a:lnTo>
                  <a:pt x="2434" y="7860"/>
                </a:lnTo>
                <a:lnTo>
                  <a:pt x="2531" y="7811"/>
                </a:lnTo>
                <a:lnTo>
                  <a:pt x="2774" y="7714"/>
                </a:lnTo>
                <a:lnTo>
                  <a:pt x="2896" y="7641"/>
                </a:lnTo>
                <a:lnTo>
                  <a:pt x="3018" y="7568"/>
                </a:lnTo>
                <a:lnTo>
                  <a:pt x="3066" y="7665"/>
                </a:lnTo>
                <a:lnTo>
                  <a:pt x="2872" y="7836"/>
                </a:lnTo>
                <a:lnTo>
                  <a:pt x="2628" y="7982"/>
                </a:lnTo>
                <a:lnTo>
                  <a:pt x="2507" y="8055"/>
                </a:lnTo>
                <a:lnTo>
                  <a:pt x="2409" y="8128"/>
                </a:lnTo>
                <a:lnTo>
                  <a:pt x="2215" y="8347"/>
                </a:lnTo>
                <a:lnTo>
                  <a:pt x="2190" y="8371"/>
                </a:lnTo>
                <a:lnTo>
                  <a:pt x="2190" y="8395"/>
                </a:lnTo>
                <a:lnTo>
                  <a:pt x="2215" y="8444"/>
                </a:lnTo>
                <a:lnTo>
                  <a:pt x="2239" y="8444"/>
                </a:lnTo>
                <a:lnTo>
                  <a:pt x="2409" y="8493"/>
                </a:lnTo>
                <a:lnTo>
                  <a:pt x="2531" y="8517"/>
                </a:lnTo>
                <a:lnTo>
                  <a:pt x="2677" y="8493"/>
                </a:lnTo>
                <a:lnTo>
                  <a:pt x="2847" y="8468"/>
                </a:lnTo>
                <a:lnTo>
                  <a:pt x="3018" y="8371"/>
                </a:lnTo>
                <a:lnTo>
                  <a:pt x="3212" y="8274"/>
                </a:lnTo>
                <a:lnTo>
                  <a:pt x="3212" y="8274"/>
                </a:lnTo>
                <a:lnTo>
                  <a:pt x="3139" y="8493"/>
                </a:lnTo>
                <a:lnTo>
                  <a:pt x="3042" y="8663"/>
                </a:lnTo>
                <a:lnTo>
                  <a:pt x="2896" y="8785"/>
                </a:lnTo>
                <a:lnTo>
                  <a:pt x="2726" y="8906"/>
                </a:lnTo>
                <a:lnTo>
                  <a:pt x="2531" y="8955"/>
                </a:lnTo>
                <a:lnTo>
                  <a:pt x="2336" y="9004"/>
                </a:lnTo>
                <a:lnTo>
                  <a:pt x="2117" y="9004"/>
                </a:lnTo>
                <a:lnTo>
                  <a:pt x="1923" y="8979"/>
                </a:lnTo>
                <a:lnTo>
                  <a:pt x="1728" y="8931"/>
                </a:lnTo>
                <a:lnTo>
                  <a:pt x="1558" y="8858"/>
                </a:lnTo>
                <a:lnTo>
                  <a:pt x="1387" y="8736"/>
                </a:lnTo>
                <a:lnTo>
                  <a:pt x="1266" y="8639"/>
                </a:lnTo>
                <a:lnTo>
                  <a:pt x="1144" y="8493"/>
                </a:lnTo>
                <a:lnTo>
                  <a:pt x="1022" y="8347"/>
                </a:lnTo>
                <a:lnTo>
                  <a:pt x="925" y="8176"/>
                </a:lnTo>
                <a:lnTo>
                  <a:pt x="852" y="8006"/>
                </a:lnTo>
                <a:lnTo>
                  <a:pt x="706" y="7641"/>
                </a:lnTo>
                <a:lnTo>
                  <a:pt x="633" y="7252"/>
                </a:lnTo>
                <a:lnTo>
                  <a:pt x="609" y="6862"/>
                </a:lnTo>
                <a:lnTo>
                  <a:pt x="609" y="6497"/>
                </a:lnTo>
                <a:lnTo>
                  <a:pt x="633" y="6327"/>
                </a:lnTo>
                <a:lnTo>
                  <a:pt x="657" y="6157"/>
                </a:lnTo>
                <a:lnTo>
                  <a:pt x="730" y="5987"/>
                </a:lnTo>
                <a:lnTo>
                  <a:pt x="803" y="5841"/>
                </a:lnTo>
                <a:lnTo>
                  <a:pt x="901" y="5695"/>
                </a:lnTo>
                <a:lnTo>
                  <a:pt x="1022" y="5549"/>
                </a:lnTo>
                <a:lnTo>
                  <a:pt x="1144" y="5451"/>
                </a:lnTo>
                <a:lnTo>
                  <a:pt x="1314" y="5354"/>
                </a:lnTo>
                <a:lnTo>
                  <a:pt x="1387" y="5305"/>
                </a:lnTo>
                <a:lnTo>
                  <a:pt x="1485" y="5281"/>
                </a:lnTo>
                <a:lnTo>
                  <a:pt x="1679" y="5257"/>
                </a:lnTo>
                <a:close/>
                <a:moveTo>
                  <a:pt x="12848" y="5135"/>
                </a:moveTo>
                <a:lnTo>
                  <a:pt x="13091" y="5159"/>
                </a:lnTo>
                <a:lnTo>
                  <a:pt x="13286" y="5232"/>
                </a:lnTo>
                <a:lnTo>
                  <a:pt x="13480" y="5330"/>
                </a:lnTo>
                <a:lnTo>
                  <a:pt x="13651" y="5451"/>
                </a:lnTo>
                <a:lnTo>
                  <a:pt x="13456" y="5524"/>
                </a:lnTo>
                <a:lnTo>
                  <a:pt x="13237" y="5622"/>
                </a:lnTo>
                <a:lnTo>
                  <a:pt x="13043" y="5743"/>
                </a:lnTo>
                <a:lnTo>
                  <a:pt x="12872" y="5889"/>
                </a:lnTo>
                <a:lnTo>
                  <a:pt x="12848" y="5914"/>
                </a:lnTo>
                <a:lnTo>
                  <a:pt x="12872" y="5962"/>
                </a:lnTo>
                <a:lnTo>
                  <a:pt x="12872" y="6011"/>
                </a:lnTo>
                <a:lnTo>
                  <a:pt x="12921" y="6011"/>
                </a:lnTo>
                <a:lnTo>
                  <a:pt x="13140" y="5962"/>
                </a:lnTo>
                <a:lnTo>
                  <a:pt x="13335" y="5914"/>
                </a:lnTo>
                <a:lnTo>
                  <a:pt x="13748" y="5792"/>
                </a:lnTo>
                <a:lnTo>
                  <a:pt x="13943" y="5768"/>
                </a:lnTo>
                <a:lnTo>
                  <a:pt x="14016" y="5914"/>
                </a:lnTo>
                <a:lnTo>
                  <a:pt x="14089" y="6084"/>
                </a:lnTo>
                <a:lnTo>
                  <a:pt x="13870" y="6133"/>
                </a:lnTo>
                <a:lnTo>
                  <a:pt x="13724" y="6181"/>
                </a:lnTo>
                <a:lnTo>
                  <a:pt x="13237" y="6303"/>
                </a:lnTo>
                <a:lnTo>
                  <a:pt x="13116" y="6351"/>
                </a:lnTo>
                <a:lnTo>
                  <a:pt x="12994" y="6400"/>
                </a:lnTo>
                <a:lnTo>
                  <a:pt x="12897" y="6473"/>
                </a:lnTo>
                <a:lnTo>
                  <a:pt x="12824" y="6570"/>
                </a:lnTo>
                <a:lnTo>
                  <a:pt x="12824" y="6619"/>
                </a:lnTo>
                <a:lnTo>
                  <a:pt x="12848" y="6643"/>
                </a:lnTo>
                <a:lnTo>
                  <a:pt x="12921" y="6716"/>
                </a:lnTo>
                <a:lnTo>
                  <a:pt x="13018" y="6741"/>
                </a:lnTo>
                <a:lnTo>
                  <a:pt x="13116" y="6765"/>
                </a:lnTo>
                <a:lnTo>
                  <a:pt x="13237" y="6765"/>
                </a:lnTo>
                <a:lnTo>
                  <a:pt x="13456" y="6741"/>
                </a:lnTo>
                <a:lnTo>
                  <a:pt x="13651" y="6692"/>
                </a:lnTo>
                <a:lnTo>
                  <a:pt x="13894" y="6643"/>
                </a:lnTo>
                <a:lnTo>
                  <a:pt x="14040" y="6595"/>
                </a:lnTo>
                <a:lnTo>
                  <a:pt x="14186" y="6546"/>
                </a:lnTo>
                <a:lnTo>
                  <a:pt x="14186" y="6716"/>
                </a:lnTo>
                <a:lnTo>
                  <a:pt x="14089" y="6692"/>
                </a:lnTo>
                <a:lnTo>
                  <a:pt x="13967" y="6716"/>
                </a:lnTo>
                <a:lnTo>
                  <a:pt x="13772" y="6741"/>
                </a:lnTo>
                <a:lnTo>
                  <a:pt x="13529" y="6789"/>
                </a:lnTo>
                <a:lnTo>
                  <a:pt x="13286" y="6838"/>
                </a:lnTo>
                <a:lnTo>
                  <a:pt x="13043" y="6935"/>
                </a:lnTo>
                <a:lnTo>
                  <a:pt x="12945" y="6984"/>
                </a:lnTo>
                <a:lnTo>
                  <a:pt x="12848" y="7057"/>
                </a:lnTo>
                <a:lnTo>
                  <a:pt x="12824" y="7130"/>
                </a:lnTo>
                <a:lnTo>
                  <a:pt x="12824" y="7203"/>
                </a:lnTo>
                <a:lnTo>
                  <a:pt x="12848" y="7276"/>
                </a:lnTo>
                <a:lnTo>
                  <a:pt x="12921" y="7325"/>
                </a:lnTo>
                <a:lnTo>
                  <a:pt x="13018" y="7349"/>
                </a:lnTo>
                <a:lnTo>
                  <a:pt x="13140" y="7349"/>
                </a:lnTo>
                <a:lnTo>
                  <a:pt x="13359" y="7325"/>
                </a:lnTo>
                <a:lnTo>
                  <a:pt x="13797" y="7227"/>
                </a:lnTo>
                <a:lnTo>
                  <a:pt x="13967" y="7203"/>
                </a:lnTo>
                <a:lnTo>
                  <a:pt x="14137" y="7130"/>
                </a:lnTo>
                <a:lnTo>
                  <a:pt x="14137" y="7227"/>
                </a:lnTo>
                <a:lnTo>
                  <a:pt x="14089" y="7373"/>
                </a:lnTo>
                <a:lnTo>
                  <a:pt x="14064" y="7373"/>
                </a:lnTo>
                <a:lnTo>
                  <a:pt x="13699" y="7471"/>
                </a:lnTo>
                <a:lnTo>
                  <a:pt x="13310" y="7568"/>
                </a:lnTo>
                <a:lnTo>
                  <a:pt x="12970" y="7617"/>
                </a:lnTo>
                <a:lnTo>
                  <a:pt x="12799" y="7665"/>
                </a:lnTo>
                <a:lnTo>
                  <a:pt x="12653" y="7738"/>
                </a:lnTo>
                <a:lnTo>
                  <a:pt x="12605" y="7763"/>
                </a:lnTo>
                <a:lnTo>
                  <a:pt x="12580" y="7836"/>
                </a:lnTo>
                <a:lnTo>
                  <a:pt x="12605" y="7884"/>
                </a:lnTo>
                <a:lnTo>
                  <a:pt x="12653" y="7933"/>
                </a:lnTo>
                <a:lnTo>
                  <a:pt x="12775" y="7982"/>
                </a:lnTo>
                <a:lnTo>
                  <a:pt x="12921" y="8006"/>
                </a:lnTo>
                <a:lnTo>
                  <a:pt x="13213" y="8030"/>
                </a:lnTo>
                <a:lnTo>
                  <a:pt x="13529" y="8006"/>
                </a:lnTo>
                <a:lnTo>
                  <a:pt x="13845" y="7933"/>
                </a:lnTo>
                <a:lnTo>
                  <a:pt x="13651" y="8176"/>
                </a:lnTo>
                <a:lnTo>
                  <a:pt x="13480" y="8201"/>
                </a:lnTo>
                <a:lnTo>
                  <a:pt x="13310" y="8225"/>
                </a:lnTo>
                <a:lnTo>
                  <a:pt x="12994" y="8298"/>
                </a:lnTo>
                <a:lnTo>
                  <a:pt x="12848" y="8322"/>
                </a:lnTo>
                <a:lnTo>
                  <a:pt x="12653" y="8347"/>
                </a:lnTo>
                <a:lnTo>
                  <a:pt x="12556" y="8395"/>
                </a:lnTo>
                <a:lnTo>
                  <a:pt x="12483" y="8444"/>
                </a:lnTo>
                <a:lnTo>
                  <a:pt x="12459" y="8517"/>
                </a:lnTo>
                <a:lnTo>
                  <a:pt x="12483" y="8590"/>
                </a:lnTo>
                <a:lnTo>
                  <a:pt x="12532" y="8663"/>
                </a:lnTo>
                <a:lnTo>
                  <a:pt x="12580" y="8712"/>
                </a:lnTo>
                <a:lnTo>
                  <a:pt x="12653" y="8736"/>
                </a:lnTo>
                <a:lnTo>
                  <a:pt x="12726" y="8760"/>
                </a:lnTo>
                <a:lnTo>
                  <a:pt x="13067" y="8760"/>
                </a:lnTo>
                <a:lnTo>
                  <a:pt x="12897" y="8858"/>
                </a:lnTo>
                <a:lnTo>
                  <a:pt x="12726" y="8955"/>
                </a:lnTo>
                <a:lnTo>
                  <a:pt x="12556" y="9052"/>
                </a:lnTo>
                <a:lnTo>
                  <a:pt x="12386" y="9101"/>
                </a:lnTo>
                <a:lnTo>
                  <a:pt x="12264" y="9077"/>
                </a:lnTo>
                <a:lnTo>
                  <a:pt x="12142" y="9028"/>
                </a:lnTo>
                <a:lnTo>
                  <a:pt x="12118" y="9028"/>
                </a:lnTo>
                <a:lnTo>
                  <a:pt x="12069" y="9052"/>
                </a:lnTo>
                <a:lnTo>
                  <a:pt x="12045" y="9077"/>
                </a:lnTo>
                <a:lnTo>
                  <a:pt x="12069" y="9125"/>
                </a:lnTo>
                <a:lnTo>
                  <a:pt x="12069" y="9174"/>
                </a:lnTo>
                <a:lnTo>
                  <a:pt x="11923" y="9174"/>
                </a:lnTo>
                <a:lnTo>
                  <a:pt x="11802" y="9150"/>
                </a:lnTo>
                <a:lnTo>
                  <a:pt x="11656" y="9101"/>
                </a:lnTo>
                <a:lnTo>
                  <a:pt x="11534" y="9028"/>
                </a:lnTo>
                <a:lnTo>
                  <a:pt x="11437" y="8931"/>
                </a:lnTo>
                <a:lnTo>
                  <a:pt x="11339" y="8833"/>
                </a:lnTo>
                <a:lnTo>
                  <a:pt x="11266" y="8712"/>
                </a:lnTo>
                <a:lnTo>
                  <a:pt x="11218" y="8566"/>
                </a:lnTo>
                <a:lnTo>
                  <a:pt x="11193" y="8395"/>
                </a:lnTo>
                <a:lnTo>
                  <a:pt x="11193" y="8225"/>
                </a:lnTo>
                <a:lnTo>
                  <a:pt x="11218" y="8055"/>
                </a:lnTo>
                <a:lnTo>
                  <a:pt x="11291" y="7884"/>
                </a:lnTo>
                <a:lnTo>
                  <a:pt x="11461" y="7544"/>
                </a:lnTo>
                <a:lnTo>
                  <a:pt x="11631" y="7252"/>
                </a:lnTo>
                <a:lnTo>
                  <a:pt x="11996" y="6716"/>
                </a:lnTo>
                <a:lnTo>
                  <a:pt x="12167" y="6449"/>
                </a:lnTo>
                <a:lnTo>
                  <a:pt x="12337" y="6181"/>
                </a:lnTo>
                <a:lnTo>
                  <a:pt x="12434" y="5889"/>
                </a:lnTo>
                <a:lnTo>
                  <a:pt x="12532" y="5597"/>
                </a:lnTo>
                <a:lnTo>
                  <a:pt x="12580" y="5451"/>
                </a:lnTo>
                <a:lnTo>
                  <a:pt x="12653" y="5330"/>
                </a:lnTo>
                <a:lnTo>
                  <a:pt x="12726" y="5208"/>
                </a:lnTo>
                <a:lnTo>
                  <a:pt x="12848" y="5135"/>
                </a:lnTo>
                <a:close/>
                <a:moveTo>
                  <a:pt x="1631" y="4746"/>
                </a:moveTo>
                <a:lnTo>
                  <a:pt x="1485" y="4770"/>
                </a:lnTo>
                <a:lnTo>
                  <a:pt x="1266" y="4819"/>
                </a:lnTo>
                <a:lnTo>
                  <a:pt x="1071" y="4892"/>
                </a:lnTo>
                <a:lnTo>
                  <a:pt x="876" y="4989"/>
                </a:lnTo>
                <a:lnTo>
                  <a:pt x="706" y="5111"/>
                </a:lnTo>
                <a:lnTo>
                  <a:pt x="560" y="5257"/>
                </a:lnTo>
                <a:lnTo>
                  <a:pt x="438" y="5403"/>
                </a:lnTo>
                <a:lnTo>
                  <a:pt x="317" y="5597"/>
                </a:lnTo>
                <a:lnTo>
                  <a:pt x="219" y="5792"/>
                </a:lnTo>
                <a:lnTo>
                  <a:pt x="146" y="6011"/>
                </a:lnTo>
                <a:lnTo>
                  <a:pt x="73" y="6230"/>
                </a:lnTo>
                <a:lnTo>
                  <a:pt x="25" y="6473"/>
                </a:lnTo>
                <a:lnTo>
                  <a:pt x="0" y="6716"/>
                </a:lnTo>
                <a:lnTo>
                  <a:pt x="0" y="6960"/>
                </a:lnTo>
                <a:lnTo>
                  <a:pt x="25" y="7203"/>
                </a:lnTo>
                <a:lnTo>
                  <a:pt x="73" y="7446"/>
                </a:lnTo>
                <a:lnTo>
                  <a:pt x="122" y="7690"/>
                </a:lnTo>
                <a:lnTo>
                  <a:pt x="195" y="7909"/>
                </a:lnTo>
                <a:lnTo>
                  <a:pt x="292" y="8152"/>
                </a:lnTo>
                <a:lnTo>
                  <a:pt x="390" y="8371"/>
                </a:lnTo>
                <a:lnTo>
                  <a:pt x="511" y="8566"/>
                </a:lnTo>
                <a:lnTo>
                  <a:pt x="657" y="8760"/>
                </a:lnTo>
                <a:lnTo>
                  <a:pt x="803" y="8955"/>
                </a:lnTo>
                <a:lnTo>
                  <a:pt x="974" y="9101"/>
                </a:lnTo>
                <a:lnTo>
                  <a:pt x="1168" y="9271"/>
                </a:lnTo>
                <a:lnTo>
                  <a:pt x="1339" y="9369"/>
                </a:lnTo>
                <a:lnTo>
                  <a:pt x="1533" y="9466"/>
                </a:lnTo>
                <a:lnTo>
                  <a:pt x="1752" y="9515"/>
                </a:lnTo>
                <a:lnTo>
                  <a:pt x="1947" y="9563"/>
                </a:lnTo>
                <a:lnTo>
                  <a:pt x="2385" y="9563"/>
                </a:lnTo>
                <a:lnTo>
                  <a:pt x="2604" y="9539"/>
                </a:lnTo>
                <a:lnTo>
                  <a:pt x="2799" y="9466"/>
                </a:lnTo>
                <a:lnTo>
                  <a:pt x="2993" y="9393"/>
                </a:lnTo>
                <a:lnTo>
                  <a:pt x="3188" y="9296"/>
                </a:lnTo>
                <a:lnTo>
                  <a:pt x="3334" y="9174"/>
                </a:lnTo>
                <a:lnTo>
                  <a:pt x="3480" y="9028"/>
                </a:lnTo>
                <a:lnTo>
                  <a:pt x="3602" y="8858"/>
                </a:lnTo>
                <a:lnTo>
                  <a:pt x="3699" y="8663"/>
                </a:lnTo>
                <a:lnTo>
                  <a:pt x="3748" y="8444"/>
                </a:lnTo>
                <a:lnTo>
                  <a:pt x="3772" y="8225"/>
                </a:lnTo>
                <a:lnTo>
                  <a:pt x="3772" y="7982"/>
                </a:lnTo>
                <a:lnTo>
                  <a:pt x="3723" y="7763"/>
                </a:lnTo>
                <a:lnTo>
                  <a:pt x="3650" y="7568"/>
                </a:lnTo>
                <a:lnTo>
                  <a:pt x="3553" y="7373"/>
                </a:lnTo>
                <a:lnTo>
                  <a:pt x="3310" y="7008"/>
                </a:lnTo>
                <a:lnTo>
                  <a:pt x="3042" y="6643"/>
                </a:lnTo>
                <a:lnTo>
                  <a:pt x="2945" y="6424"/>
                </a:lnTo>
                <a:lnTo>
                  <a:pt x="2896" y="6206"/>
                </a:lnTo>
                <a:lnTo>
                  <a:pt x="2799" y="5695"/>
                </a:lnTo>
                <a:lnTo>
                  <a:pt x="2750" y="5451"/>
                </a:lnTo>
                <a:lnTo>
                  <a:pt x="2653" y="5232"/>
                </a:lnTo>
                <a:lnTo>
                  <a:pt x="2604" y="5135"/>
                </a:lnTo>
                <a:lnTo>
                  <a:pt x="2531" y="5038"/>
                </a:lnTo>
                <a:lnTo>
                  <a:pt x="2434" y="4965"/>
                </a:lnTo>
                <a:lnTo>
                  <a:pt x="2336" y="4916"/>
                </a:lnTo>
                <a:lnTo>
                  <a:pt x="2263" y="4892"/>
                </a:lnTo>
                <a:lnTo>
                  <a:pt x="2190" y="4892"/>
                </a:lnTo>
                <a:lnTo>
                  <a:pt x="2020" y="4819"/>
                </a:lnTo>
                <a:lnTo>
                  <a:pt x="1825" y="4770"/>
                </a:lnTo>
                <a:lnTo>
                  <a:pt x="1631" y="4746"/>
                </a:lnTo>
                <a:close/>
                <a:moveTo>
                  <a:pt x="12994" y="4624"/>
                </a:moveTo>
                <a:lnTo>
                  <a:pt x="12799" y="4648"/>
                </a:lnTo>
                <a:lnTo>
                  <a:pt x="12702" y="4697"/>
                </a:lnTo>
                <a:lnTo>
                  <a:pt x="12629" y="4770"/>
                </a:lnTo>
                <a:lnTo>
                  <a:pt x="12483" y="4867"/>
                </a:lnTo>
                <a:lnTo>
                  <a:pt x="12337" y="5013"/>
                </a:lnTo>
                <a:lnTo>
                  <a:pt x="12215" y="5159"/>
                </a:lnTo>
                <a:lnTo>
                  <a:pt x="12118" y="5330"/>
                </a:lnTo>
                <a:lnTo>
                  <a:pt x="11899" y="5841"/>
                </a:lnTo>
                <a:lnTo>
                  <a:pt x="11777" y="6084"/>
                </a:lnTo>
                <a:lnTo>
                  <a:pt x="11631" y="6327"/>
                </a:lnTo>
                <a:lnTo>
                  <a:pt x="11291" y="6765"/>
                </a:lnTo>
                <a:lnTo>
                  <a:pt x="10950" y="7227"/>
                </a:lnTo>
                <a:lnTo>
                  <a:pt x="10853" y="7446"/>
                </a:lnTo>
                <a:lnTo>
                  <a:pt x="10755" y="7641"/>
                </a:lnTo>
                <a:lnTo>
                  <a:pt x="10682" y="7860"/>
                </a:lnTo>
                <a:lnTo>
                  <a:pt x="10634" y="8079"/>
                </a:lnTo>
                <a:lnTo>
                  <a:pt x="10634" y="8298"/>
                </a:lnTo>
                <a:lnTo>
                  <a:pt x="10634" y="8517"/>
                </a:lnTo>
                <a:lnTo>
                  <a:pt x="10658" y="8712"/>
                </a:lnTo>
                <a:lnTo>
                  <a:pt x="10731" y="8906"/>
                </a:lnTo>
                <a:lnTo>
                  <a:pt x="10804" y="9077"/>
                </a:lnTo>
                <a:lnTo>
                  <a:pt x="10926" y="9247"/>
                </a:lnTo>
                <a:lnTo>
                  <a:pt x="11047" y="9393"/>
                </a:lnTo>
                <a:lnTo>
                  <a:pt x="11218" y="9515"/>
                </a:lnTo>
                <a:lnTo>
                  <a:pt x="11388" y="9612"/>
                </a:lnTo>
                <a:lnTo>
                  <a:pt x="11607" y="9685"/>
                </a:lnTo>
                <a:lnTo>
                  <a:pt x="11826" y="9734"/>
                </a:lnTo>
                <a:lnTo>
                  <a:pt x="12094" y="9758"/>
                </a:lnTo>
                <a:lnTo>
                  <a:pt x="12313" y="9734"/>
                </a:lnTo>
                <a:lnTo>
                  <a:pt x="12556" y="9709"/>
                </a:lnTo>
                <a:lnTo>
                  <a:pt x="12775" y="9612"/>
                </a:lnTo>
                <a:lnTo>
                  <a:pt x="12994" y="9515"/>
                </a:lnTo>
                <a:lnTo>
                  <a:pt x="13189" y="9393"/>
                </a:lnTo>
                <a:lnTo>
                  <a:pt x="13383" y="9247"/>
                </a:lnTo>
                <a:lnTo>
                  <a:pt x="13578" y="9077"/>
                </a:lnTo>
                <a:lnTo>
                  <a:pt x="13772" y="8906"/>
                </a:lnTo>
                <a:lnTo>
                  <a:pt x="13918" y="8712"/>
                </a:lnTo>
                <a:lnTo>
                  <a:pt x="14089" y="8517"/>
                </a:lnTo>
                <a:lnTo>
                  <a:pt x="14210" y="8298"/>
                </a:lnTo>
                <a:lnTo>
                  <a:pt x="14332" y="8079"/>
                </a:lnTo>
                <a:lnTo>
                  <a:pt x="14454" y="7860"/>
                </a:lnTo>
                <a:lnTo>
                  <a:pt x="14551" y="7641"/>
                </a:lnTo>
                <a:lnTo>
                  <a:pt x="14624" y="7422"/>
                </a:lnTo>
                <a:lnTo>
                  <a:pt x="14673" y="7203"/>
                </a:lnTo>
                <a:lnTo>
                  <a:pt x="14697" y="7008"/>
                </a:lnTo>
                <a:lnTo>
                  <a:pt x="14721" y="6789"/>
                </a:lnTo>
                <a:lnTo>
                  <a:pt x="14721" y="6570"/>
                </a:lnTo>
                <a:lnTo>
                  <a:pt x="14697" y="6351"/>
                </a:lnTo>
                <a:lnTo>
                  <a:pt x="14673" y="6157"/>
                </a:lnTo>
                <a:lnTo>
                  <a:pt x="14624" y="5938"/>
                </a:lnTo>
                <a:lnTo>
                  <a:pt x="14551" y="5743"/>
                </a:lnTo>
                <a:lnTo>
                  <a:pt x="14454" y="5549"/>
                </a:lnTo>
                <a:lnTo>
                  <a:pt x="14502" y="5476"/>
                </a:lnTo>
                <a:lnTo>
                  <a:pt x="14527" y="5451"/>
                </a:lnTo>
                <a:lnTo>
                  <a:pt x="14527" y="5403"/>
                </a:lnTo>
                <a:lnTo>
                  <a:pt x="14478" y="5354"/>
                </a:lnTo>
                <a:lnTo>
                  <a:pt x="14381" y="5305"/>
                </a:lnTo>
                <a:lnTo>
                  <a:pt x="14283" y="5281"/>
                </a:lnTo>
                <a:lnTo>
                  <a:pt x="14137" y="5111"/>
                </a:lnTo>
                <a:lnTo>
                  <a:pt x="13991" y="4965"/>
                </a:lnTo>
                <a:lnTo>
                  <a:pt x="13797" y="4843"/>
                </a:lnTo>
                <a:lnTo>
                  <a:pt x="13626" y="4746"/>
                </a:lnTo>
                <a:lnTo>
                  <a:pt x="13407" y="4673"/>
                </a:lnTo>
                <a:lnTo>
                  <a:pt x="13213" y="4624"/>
                </a:lnTo>
                <a:close/>
                <a:moveTo>
                  <a:pt x="10682" y="11267"/>
                </a:moveTo>
                <a:lnTo>
                  <a:pt x="10342" y="11315"/>
                </a:lnTo>
                <a:lnTo>
                  <a:pt x="10050" y="11364"/>
                </a:lnTo>
                <a:lnTo>
                  <a:pt x="9636" y="11437"/>
                </a:lnTo>
                <a:lnTo>
                  <a:pt x="9222" y="11534"/>
                </a:lnTo>
                <a:lnTo>
                  <a:pt x="8809" y="11680"/>
                </a:lnTo>
                <a:lnTo>
                  <a:pt x="8614" y="11753"/>
                </a:lnTo>
                <a:lnTo>
                  <a:pt x="8444" y="11875"/>
                </a:lnTo>
                <a:lnTo>
                  <a:pt x="8395" y="11924"/>
                </a:lnTo>
                <a:lnTo>
                  <a:pt x="8395" y="11972"/>
                </a:lnTo>
                <a:lnTo>
                  <a:pt x="8419" y="12021"/>
                </a:lnTo>
                <a:lnTo>
                  <a:pt x="8492" y="12045"/>
                </a:lnTo>
                <a:lnTo>
                  <a:pt x="8882" y="12045"/>
                </a:lnTo>
                <a:lnTo>
                  <a:pt x="9295" y="11997"/>
                </a:lnTo>
                <a:lnTo>
                  <a:pt x="10098" y="11875"/>
                </a:lnTo>
                <a:lnTo>
                  <a:pt x="10415" y="11851"/>
                </a:lnTo>
                <a:lnTo>
                  <a:pt x="10731" y="11802"/>
                </a:lnTo>
                <a:lnTo>
                  <a:pt x="10877" y="11778"/>
                </a:lnTo>
                <a:lnTo>
                  <a:pt x="11023" y="11729"/>
                </a:lnTo>
                <a:lnTo>
                  <a:pt x="11169" y="11680"/>
                </a:lnTo>
                <a:lnTo>
                  <a:pt x="11291" y="11583"/>
                </a:lnTo>
                <a:lnTo>
                  <a:pt x="11315" y="11534"/>
                </a:lnTo>
                <a:lnTo>
                  <a:pt x="11315" y="11486"/>
                </a:lnTo>
                <a:lnTo>
                  <a:pt x="11291" y="11437"/>
                </a:lnTo>
                <a:lnTo>
                  <a:pt x="11266" y="11413"/>
                </a:lnTo>
                <a:lnTo>
                  <a:pt x="11120" y="11340"/>
                </a:lnTo>
                <a:lnTo>
                  <a:pt x="10974" y="11291"/>
                </a:lnTo>
                <a:lnTo>
                  <a:pt x="10828" y="11267"/>
                </a:lnTo>
                <a:close/>
                <a:moveTo>
                  <a:pt x="10901" y="13189"/>
                </a:moveTo>
                <a:lnTo>
                  <a:pt x="10707" y="13213"/>
                </a:lnTo>
                <a:lnTo>
                  <a:pt x="10512" y="13238"/>
                </a:lnTo>
                <a:lnTo>
                  <a:pt x="9733" y="13408"/>
                </a:lnTo>
                <a:lnTo>
                  <a:pt x="9368" y="13457"/>
                </a:lnTo>
                <a:lnTo>
                  <a:pt x="8979" y="13554"/>
                </a:lnTo>
                <a:lnTo>
                  <a:pt x="8809" y="13603"/>
                </a:lnTo>
                <a:lnTo>
                  <a:pt x="8614" y="13676"/>
                </a:lnTo>
                <a:lnTo>
                  <a:pt x="8468" y="13749"/>
                </a:lnTo>
                <a:lnTo>
                  <a:pt x="8322" y="13870"/>
                </a:lnTo>
                <a:lnTo>
                  <a:pt x="8298" y="13895"/>
                </a:lnTo>
                <a:lnTo>
                  <a:pt x="8298" y="13919"/>
                </a:lnTo>
                <a:lnTo>
                  <a:pt x="8346" y="13943"/>
                </a:lnTo>
                <a:lnTo>
                  <a:pt x="8492" y="13992"/>
                </a:lnTo>
                <a:lnTo>
                  <a:pt x="8663" y="14016"/>
                </a:lnTo>
                <a:lnTo>
                  <a:pt x="9003" y="14016"/>
                </a:lnTo>
                <a:lnTo>
                  <a:pt x="9344" y="13968"/>
                </a:lnTo>
                <a:lnTo>
                  <a:pt x="9685" y="13895"/>
                </a:lnTo>
                <a:lnTo>
                  <a:pt x="10098" y="13846"/>
                </a:lnTo>
                <a:lnTo>
                  <a:pt x="10536" y="13773"/>
                </a:lnTo>
                <a:lnTo>
                  <a:pt x="10731" y="13724"/>
                </a:lnTo>
                <a:lnTo>
                  <a:pt x="10950" y="13676"/>
                </a:lnTo>
                <a:lnTo>
                  <a:pt x="11145" y="13603"/>
                </a:lnTo>
                <a:lnTo>
                  <a:pt x="11315" y="13505"/>
                </a:lnTo>
                <a:lnTo>
                  <a:pt x="11388" y="13432"/>
                </a:lnTo>
                <a:lnTo>
                  <a:pt x="11388" y="13335"/>
                </a:lnTo>
                <a:lnTo>
                  <a:pt x="11364" y="13262"/>
                </a:lnTo>
                <a:lnTo>
                  <a:pt x="11339" y="13238"/>
                </a:lnTo>
                <a:lnTo>
                  <a:pt x="11291" y="13213"/>
                </a:lnTo>
                <a:lnTo>
                  <a:pt x="11096" y="13189"/>
                </a:lnTo>
                <a:close/>
                <a:moveTo>
                  <a:pt x="7251" y="6643"/>
                </a:moveTo>
                <a:lnTo>
                  <a:pt x="7495" y="6692"/>
                </a:lnTo>
                <a:lnTo>
                  <a:pt x="7738" y="6765"/>
                </a:lnTo>
                <a:lnTo>
                  <a:pt x="7422" y="6838"/>
                </a:lnTo>
                <a:lnTo>
                  <a:pt x="7203" y="6887"/>
                </a:lnTo>
                <a:lnTo>
                  <a:pt x="6984" y="6935"/>
                </a:lnTo>
                <a:lnTo>
                  <a:pt x="6765" y="7033"/>
                </a:lnTo>
                <a:lnTo>
                  <a:pt x="6667" y="7081"/>
                </a:lnTo>
                <a:lnTo>
                  <a:pt x="6594" y="7154"/>
                </a:lnTo>
                <a:lnTo>
                  <a:pt x="6570" y="7179"/>
                </a:lnTo>
                <a:lnTo>
                  <a:pt x="6570" y="7203"/>
                </a:lnTo>
                <a:lnTo>
                  <a:pt x="6594" y="7252"/>
                </a:lnTo>
                <a:lnTo>
                  <a:pt x="6619" y="7252"/>
                </a:lnTo>
                <a:lnTo>
                  <a:pt x="6813" y="7276"/>
                </a:lnTo>
                <a:lnTo>
                  <a:pt x="7008" y="7252"/>
                </a:lnTo>
                <a:lnTo>
                  <a:pt x="7373" y="7179"/>
                </a:lnTo>
                <a:lnTo>
                  <a:pt x="7811" y="7130"/>
                </a:lnTo>
                <a:lnTo>
                  <a:pt x="8030" y="7106"/>
                </a:lnTo>
                <a:lnTo>
                  <a:pt x="8225" y="7057"/>
                </a:lnTo>
                <a:lnTo>
                  <a:pt x="8346" y="7154"/>
                </a:lnTo>
                <a:lnTo>
                  <a:pt x="8006" y="7227"/>
                </a:lnTo>
                <a:lnTo>
                  <a:pt x="7714" y="7276"/>
                </a:lnTo>
                <a:lnTo>
                  <a:pt x="7397" y="7349"/>
                </a:lnTo>
                <a:lnTo>
                  <a:pt x="7105" y="7446"/>
                </a:lnTo>
                <a:lnTo>
                  <a:pt x="6959" y="7519"/>
                </a:lnTo>
                <a:lnTo>
                  <a:pt x="6838" y="7617"/>
                </a:lnTo>
                <a:lnTo>
                  <a:pt x="6813" y="7665"/>
                </a:lnTo>
                <a:lnTo>
                  <a:pt x="6813" y="7714"/>
                </a:lnTo>
                <a:lnTo>
                  <a:pt x="6862" y="7738"/>
                </a:lnTo>
                <a:lnTo>
                  <a:pt x="6886" y="7763"/>
                </a:lnTo>
                <a:lnTo>
                  <a:pt x="7154" y="7763"/>
                </a:lnTo>
                <a:lnTo>
                  <a:pt x="7422" y="7714"/>
                </a:lnTo>
                <a:lnTo>
                  <a:pt x="7957" y="7592"/>
                </a:lnTo>
                <a:lnTo>
                  <a:pt x="8298" y="7544"/>
                </a:lnTo>
                <a:lnTo>
                  <a:pt x="8663" y="7495"/>
                </a:lnTo>
                <a:lnTo>
                  <a:pt x="8857" y="7763"/>
                </a:lnTo>
                <a:lnTo>
                  <a:pt x="8590" y="7811"/>
                </a:lnTo>
                <a:lnTo>
                  <a:pt x="8322" y="7860"/>
                </a:lnTo>
                <a:lnTo>
                  <a:pt x="7981" y="7933"/>
                </a:lnTo>
                <a:lnTo>
                  <a:pt x="7616" y="8055"/>
                </a:lnTo>
                <a:lnTo>
                  <a:pt x="7300" y="8201"/>
                </a:lnTo>
                <a:lnTo>
                  <a:pt x="6959" y="8347"/>
                </a:lnTo>
                <a:lnTo>
                  <a:pt x="6935" y="8371"/>
                </a:lnTo>
                <a:lnTo>
                  <a:pt x="6959" y="8420"/>
                </a:lnTo>
                <a:lnTo>
                  <a:pt x="6984" y="8444"/>
                </a:lnTo>
                <a:lnTo>
                  <a:pt x="7008" y="8444"/>
                </a:lnTo>
                <a:lnTo>
                  <a:pt x="8225" y="8225"/>
                </a:lnTo>
                <a:lnTo>
                  <a:pt x="8663" y="8176"/>
                </a:lnTo>
                <a:lnTo>
                  <a:pt x="8882" y="8152"/>
                </a:lnTo>
                <a:lnTo>
                  <a:pt x="9076" y="8103"/>
                </a:lnTo>
                <a:lnTo>
                  <a:pt x="9222" y="8347"/>
                </a:lnTo>
                <a:lnTo>
                  <a:pt x="8906" y="8371"/>
                </a:lnTo>
                <a:lnTo>
                  <a:pt x="8614" y="8420"/>
                </a:lnTo>
                <a:lnTo>
                  <a:pt x="8322" y="8468"/>
                </a:lnTo>
                <a:lnTo>
                  <a:pt x="8030" y="8566"/>
                </a:lnTo>
                <a:lnTo>
                  <a:pt x="7738" y="8687"/>
                </a:lnTo>
                <a:lnTo>
                  <a:pt x="7495" y="8809"/>
                </a:lnTo>
                <a:lnTo>
                  <a:pt x="7251" y="8979"/>
                </a:lnTo>
                <a:lnTo>
                  <a:pt x="7057" y="9150"/>
                </a:lnTo>
                <a:lnTo>
                  <a:pt x="7032" y="9174"/>
                </a:lnTo>
                <a:lnTo>
                  <a:pt x="7032" y="9223"/>
                </a:lnTo>
                <a:lnTo>
                  <a:pt x="7057" y="9247"/>
                </a:lnTo>
                <a:lnTo>
                  <a:pt x="7081" y="9247"/>
                </a:lnTo>
                <a:lnTo>
                  <a:pt x="7397" y="9198"/>
                </a:lnTo>
                <a:lnTo>
                  <a:pt x="7689" y="9125"/>
                </a:lnTo>
                <a:lnTo>
                  <a:pt x="8298" y="8979"/>
                </a:lnTo>
                <a:lnTo>
                  <a:pt x="8590" y="8931"/>
                </a:lnTo>
                <a:lnTo>
                  <a:pt x="8882" y="8882"/>
                </a:lnTo>
                <a:lnTo>
                  <a:pt x="9490" y="8833"/>
                </a:lnTo>
                <a:lnTo>
                  <a:pt x="9563" y="9004"/>
                </a:lnTo>
                <a:lnTo>
                  <a:pt x="9174" y="9077"/>
                </a:lnTo>
                <a:lnTo>
                  <a:pt x="8760" y="9150"/>
                </a:lnTo>
                <a:lnTo>
                  <a:pt x="8346" y="9296"/>
                </a:lnTo>
                <a:lnTo>
                  <a:pt x="8152" y="9369"/>
                </a:lnTo>
                <a:lnTo>
                  <a:pt x="7957" y="9490"/>
                </a:lnTo>
                <a:lnTo>
                  <a:pt x="7787" y="9612"/>
                </a:lnTo>
                <a:lnTo>
                  <a:pt x="7641" y="9734"/>
                </a:lnTo>
                <a:lnTo>
                  <a:pt x="7616" y="9782"/>
                </a:lnTo>
                <a:lnTo>
                  <a:pt x="7616" y="9831"/>
                </a:lnTo>
                <a:lnTo>
                  <a:pt x="7665" y="9880"/>
                </a:lnTo>
                <a:lnTo>
                  <a:pt x="7714" y="9904"/>
                </a:lnTo>
                <a:lnTo>
                  <a:pt x="8054" y="9855"/>
                </a:lnTo>
                <a:lnTo>
                  <a:pt x="8419" y="9782"/>
                </a:lnTo>
                <a:lnTo>
                  <a:pt x="8784" y="9685"/>
                </a:lnTo>
                <a:lnTo>
                  <a:pt x="9125" y="9612"/>
                </a:lnTo>
                <a:lnTo>
                  <a:pt x="9320" y="9588"/>
                </a:lnTo>
                <a:lnTo>
                  <a:pt x="9514" y="9588"/>
                </a:lnTo>
                <a:lnTo>
                  <a:pt x="9904" y="9563"/>
                </a:lnTo>
                <a:lnTo>
                  <a:pt x="10074" y="9807"/>
                </a:lnTo>
                <a:lnTo>
                  <a:pt x="10269" y="10026"/>
                </a:lnTo>
                <a:lnTo>
                  <a:pt x="9904" y="10099"/>
                </a:lnTo>
                <a:lnTo>
                  <a:pt x="9563" y="10147"/>
                </a:lnTo>
                <a:lnTo>
                  <a:pt x="9198" y="10220"/>
                </a:lnTo>
                <a:lnTo>
                  <a:pt x="8833" y="10318"/>
                </a:lnTo>
                <a:lnTo>
                  <a:pt x="8468" y="10439"/>
                </a:lnTo>
                <a:lnTo>
                  <a:pt x="8127" y="10585"/>
                </a:lnTo>
                <a:lnTo>
                  <a:pt x="8103" y="10610"/>
                </a:lnTo>
                <a:lnTo>
                  <a:pt x="8103" y="10658"/>
                </a:lnTo>
                <a:lnTo>
                  <a:pt x="8127" y="10683"/>
                </a:lnTo>
                <a:lnTo>
                  <a:pt x="8152" y="10707"/>
                </a:lnTo>
                <a:lnTo>
                  <a:pt x="8492" y="10683"/>
                </a:lnTo>
                <a:lnTo>
                  <a:pt x="8809" y="10634"/>
                </a:lnTo>
                <a:lnTo>
                  <a:pt x="9466" y="10537"/>
                </a:lnTo>
                <a:lnTo>
                  <a:pt x="10025" y="10464"/>
                </a:lnTo>
                <a:lnTo>
                  <a:pt x="10293" y="10439"/>
                </a:lnTo>
                <a:lnTo>
                  <a:pt x="10585" y="10391"/>
                </a:lnTo>
                <a:lnTo>
                  <a:pt x="10804" y="10634"/>
                </a:lnTo>
                <a:lnTo>
                  <a:pt x="10536" y="10658"/>
                </a:lnTo>
                <a:lnTo>
                  <a:pt x="10244" y="10707"/>
                </a:lnTo>
                <a:lnTo>
                  <a:pt x="9709" y="10804"/>
                </a:lnTo>
                <a:lnTo>
                  <a:pt x="9320" y="10902"/>
                </a:lnTo>
                <a:lnTo>
                  <a:pt x="8930" y="10999"/>
                </a:lnTo>
                <a:lnTo>
                  <a:pt x="8760" y="11048"/>
                </a:lnTo>
                <a:lnTo>
                  <a:pt x="8590" y="11121"/>
                </a:lnTo>
                <a:lnTo>
                  <a:pt x="8419" y="11218"/>
                </a:lnTo>
                <a:lnTo>
                  <a:pt x="8249" y="11340"/>
                </a:lnTo>
                <a:lnTo>
                  <a:pt x="8225" y="11364"/>
                </a:lnTo>
                <a:lnTo>
                  <a:pt x="8225" y="11388"/>
                </a:lnTo>
                <a:lnTo>
                  <a:pt x="8249" y="11437"/>
                </a:lnTo>
                <a:lnTo>
                  <a:pt x="8273" y="11437"/>
                </a:lnTo>
                <a:lnTo>
                  <a:pt x="8444" y="11461"/>
                </a:lnTo>
                <a:lnTo>
                  <a:pt x="8614" y="11461"/>
                </a:lnTo>
                <a:lnTo>
                  <a:pt x="8955" y="11437"/>
                </a:lnTo>
                <a:lnTo>
                  <a:pt x="9320" y="11388"/>
                </a:lnTo>
                <a:lnTo>
                  <a:pt x="9660" y="11340"/>
                </a:lnTo>
                <a:lnTo>
                  <a:pt x="10025" y="11291"/>
                </a:lnTo>
                <a:lnTo>
                  <a:pt x="10415" y="11242"/>
                </a:lnTo>
                <a:lnTo>
                  <a:pt x="10804" y="11169"/>
                </a:lnTo>
                <a:lnTo>
                  <a:pt x="10974" y="11121"/>
                </a:lnTo>
                <a:lnTo>
                  <a:pt x="11145" y="11048"/>
                </a:lnTo>
                <a:lnTo>
                  <a:pt x="11315" y="11291"/>
                </a:lnTo>
                <a:lnTo>
                  <a:pt x="11485" y="11534"/>
                </a:lnTo>
                <a:lnTo>
                  <a:pt x="11607" y="11802"/>
                </a:lnTo>
                <a:lnTo>
                  <a:pt x="11704" y="12070"/>
                </a:lnTo>
                <a:lnTo>
                  <a:pt x="11631" y="12070"/>
                </a:lnTo>
                <a:lnTo>
                  <a:pt x="11242" y="12118"/>
                </a:lnTo>
                <a:lnTo>
                  <a:pt x="10853" y="12191"/>
                </a:lnTo>
                <a:lnTo>
                  <a:pt x="10074" y="12337"/>
                </a:lnTo>
                <a:lnTo>
                  <a:pt x="9709" y="12410"/>
                </a:lnTo>
                <a:lnTo>
                  <a:pt x="9344" y="12508"/>
                </a:lnTo>
                <a:lnTo>
                  <a:pt x="8979" y="12605"/>
                </a:lnTo>
                <a:lnTo>
                  <a:pt x="8784" y="12678"/>
                </a:lnTo>
                <a:lnTo>
                  <a:pt x="8614" y="12775"/>
                </a:lnTo>
                <a:lnTo>
                  <a:pt x="8590" y="12824"/>
                </a:lnTo>
                <a:lnTo>
                  <a:pt x="8565" y="12897"/>
                </a:lnTo>
                <a:lnTo>
                  <a:pt x="8590" y="12946"/>
                </a:lnTo>
                <a:lnTo>
                  <a:pt x="8663" y="12994"/>
                </a:lnTo>
                <a:lnTo>
                  <a:pt x="9344" y="12994"/>
                </a:lnTo>
                <a:lnTo>
                  <a:pt x="10050" y="12873"/>
                </a:lnTo>
                <a:lnTo>
                  <a:pt x="10877" y="12727"/>
                </a:lnTo>
                <a:lnTo>
                  <a:pt x="11291" y="12654"/>
                </a:lnTo>
                <a:lnTo>
                  <a:pt x="11680" y="12532"/>
                </a:lnTo>
                <a:lnTo>
                  <a:pt x="11777" y="12483"/>
                </a:lnTo>
                <a:lnTo>
                  <a:pt x="11777" y="12873"/>
                </a:lnTo>
                <a:lnTo>
                  <a:pt x="11753" y="13286"/>
                </a:lnTo>
                <a:lnTo>
                  <a:pt x="11680" y="13676"/>
                </a:lnTo>
                <a:lnTo>
                  <a:pt x="11583" y="14065"/>
                </a:lnTo>
                <a:lnTo>
                  <a:pt x="11558" y="13992"/>
                </a:lnTo>
                <a:lnTo>
                  <a:pt x="11510" y="13968"/>
                </a:lnTo>
                <a:lnTo>
                  <a:pt x="11461" y="13943"/>
                </a:lnTo>
                <a:lnTo>
                  <a:pt x="11388" y="13943"/>
                </a:lnTo>
                <a:lnTo>
                  <a:pt x="11047" y="13992"/>
                </a:lnTo>
                <a:lnTo>
                  <a:pt x="10731" y="14065"/>
                </a:lnTo>
                <a:lnTo>
                  <a:pt x="10074" y="14211"/>
                </a:lnTo>
                <a:lnTo>
                  <a:pt x="9709" y="14284"/>
                </a:lnTo>
                <a:lnTo>
                  <a:pt x="9344" y="14357"/>
                </a:lnTo>
                <a:lnTo>
                  <a:pt x="9174" y="14406"/>
                </a:lnTo>
                <a:lnTo>
                  <a:pt x="9003" y="14478"/>
                </a:lnTo>
                <a:lnTo>
                  <a:pt x="8833" y="14551"/>
                </a:lnTo>
                <a:lnTo>
                  <a:pt x="8663" y="14649"/>
                </a:lnTo>
                <a:lnTo>
                  <a:pt x="8638" y="14673"/>
                </a:lnTo>
                <a:lnTo>
                  <a:pt x="8638" y="14722"/>
                </a:lnTo>
                <a:lnTo>
                  <a:pt x="8663" y="14770"/>
                </a:lnTo>
                <a:lnTo>
                  <a:pt x="8687" y="14795"/>
                </a:lnTo>
                <a:lnTo>
                  <a:pt x="8833" y="14819"/>
                </a:lnTo>
                <a:lnTo>
                  <a:pt x="8979" y="14843"/>
                </a:lnTo>
                <a:lnTo>
                  <a:pt x="9271" y="14843"/>
                </a:lnTo>
                <a:lnTo>
                  <a:pt x="9563" y="14795"/>
                </a:lnTo>
                <a:lnTo>
                  <a:pt x="9855" y="14746"/>
                </a:lnTo>
                <a:lnTo>
                  <a:pt x="10244" y="14673"/>
                </a:lnTo>
                <a:lnTo>
                  <a:pt x="10658" y="14600"/>
                </a:lnTo>
                <a:lnTo>
                  <a:pt x="11047" y="14503"/>
                </a:lnTo>
                <a:lnTo>
                  <a:pt x="11437" y="14357"/>
                </a:lnTo>
                <a:lnTo>
                  <a:pt x="11461" y="14357"/>
                </a:lnTo>
                <a:lnTo>
                  <a:pt x="11364" y="14527"/>
                </a:lnTo>
                <a:lnTo>
                  <a:pt x="11242" y="14697"/>
                </a:lnTo>
                <a:lnTo>
                  <a:pt x="11023" y="14722"/>
                </a:lnTo>
                <a:lnTo>
                  <a:pt x="10780" y="14770"/>
                </a:lnTo>
                <a:lnTo>
                  <a:pt x="10317" y="14892"/>
                </a:lnTo>
                <a:lnTo>
                  <a:pt x="10001" y="14965"/>
                </a:lnTo>
                <a:lnTo>
                  <a:pt x="9660" y="15038"/>
                </a:lnTo>
                <a:lnTo>
                  <a:pt x="9368" y="15160"/>
                </a:lnTo>
                <a:lnTo>
                  <a:pt x="9222" y="15233"/>
                </a:lnTo>
                <a:lnTo>
                  <a:pt x="9076" y="15330"/>
                </a:lnTo>
                <a:lnTo>
                  <a:pt x="9076" y="15354"/>
                </a:lnTo>
                <a:lnTo>
                  <a:pt x="9101" y="15379"/>
                </a:lnTo>
                <a:lnTo>
                  <a:pt x="9247" y="15427"/>
                </a:lnTo>
                <a:lnTo>
                  <a:pt x="9660" y="15427"/>
                </a:lnTo>
                <a:lnTo>
                  <a:pt x="9977" y="15379"/>
                </a:lnTo>
                <a:lnTo>
                  <a:pt x="10244" y="15330"/>
                </a:lnTo>
                <a:lnTo>
                  <a:pt x="10585" y="15281"/>
                </a:lnTo>
                <a:lnTo>
                  <a:pt x="10585" y="15281"/>
                </a:lnTo>
                <a:lnTo>
                  <a:pt x="10342" y="15403"/>
                </a:lnTo>
                <a:lnTo>
                  <a:pt x="10074" y="15476"/>
                </a:lnTo>
                <a:lnTo>
                  <a:pt x="9831" y="15500"/>
                </a:lnTo>
                <a:lnTo>
                  <a:pt x="9563" y="15525"/>
                </a:lnTo>
                <a:lnTo>
                  <a:pt x="9320" y="15500"/>
                </a:lnTo>
                <a:lnTo>
                  <a:pt x="9052" y="15476"/>
                </a:lnTo>
                <a:lnTo>
                  <a:pt x="8541" y="15379"/>
                </a:lnTo>
                <a:lnTo>
                  <a:pt x="8030" y="15257"/>
                </a:lnTo>
                <a:lnTo>
                  <a:pt x="7568" y="15184"/>
                </a:lnTo>
                <a:lnTo>
                  <a:pt x="7081" y="15160"/>
                </a:lnTo>
                <a:lnTo>
                  <a:pt x="6594" y="15184"/>
                </a:lnTo>
                <a:lnTo>
                  <a:pt x="6132" y="15257"/>
                </a:lnTo>
                <a:lnTo>
                  <a:pt x="5645" y="15354"/>
                </a:lnTo>
                <a:lnTo>
                  <a:pt x="5183" y="15476"/>
                </a:lnTo>
                <a:lnTo>
                  <a:pt x="4697" y="15573"/>
                </a:lnTo>
                <a:lnTo>
                  <a:pt x="4453" y="15598"/>
                </a:lnTo>
                <a:lnTo>
                  <a:pt x="4210" y="15598"/>
                </a:lnTo>
                <a:lnTo>
                  <a:pt x="3942" y="15573"/>
                </a:lnTo>
                <a:lnTo>
                  <a:pt x="3675" y="15525"/>
                </a:lnTo>
                <a:lnTo>
                  <a:pt x="3431" y="15427"/>
                </a:lnTo>
                <a:lnTo>
                  <a:pt x="3188" y="15306"/>
                </a:lnTo>
                <a:lnTo>
                  <a:pt x="2993" y="15135"/>
                </a:lnTo>
                <a:lnTo>
                  <a:pt x="2799" y="14965"/>
                </a:lnTo>
                <a:lnTo>
                  <a:pt x="2628" y="14746"/>
                </a:lnTo>
                <a:lnTo>
                  <a:pt x="2482" y="14527"/>
                </a:lnTo>
                <a:lnTo>
                  <a:pt x="2361" y="14333"/>
                </a:lnTo>
                <a:lnTo>
                  <a:pt x="2288" y="14114"/>
                </a:lnTo>
                <a:lnTo>
                  <a:pt x="2239" y="13919"/>
                </a:lnTo>
                <a:lnTo>
                  <a:pt x="2215" y="13700"/>
                </a:lnTo>
                <a:lnTo>
                  <a:pt x="2239" y="13505"/>
                </a:lnTo>
                <a:lnTo>
                  <a:pt x="2263" y="13286"/>
                </a:lnTo>
                <a:lnTo>
                  <a:pt x="2288" y="13092"/>
                </a:lnTo>
                <a:lnTo>
                  <a:pt x="2361" y="12873"/>
                </a:lnTo>
                <a:lnTo>
                  <a:pt x="2507" y="12483"/>
                </a:lnTo>
                <a:lnTo>
                  <a:pt x="2726" y="12094"/>
                </a:lnTo>
                <a:lnTo>
                  <a:pt x="2945" y="11729"/>
                </a:lnTo>
                <a:lnTo>
                  <a:pt x="3188" y="11388"/>
                </a:lnTo>
                <a:lnTo>
                  <a:pt x="3650" y="10780"/>
                </a:lnTo>
                <a:lnTo>
                  <a:pt x="3845" y="10488"/>
                </a:lnTo>
                <a:lnTo>
                  <a:pt x="4064" y="10172"/>
                </a:lnTo>
                <a:lnTo>
                  <a:pt x="4259" y="9807"/>
                </a:lnTo>
                <a:lnTo>
                  <a:pt x="4405" y="9417"/>
                </a:lnTo>
                <a:lnTo>
                  <a:pt x="4502" y="9028"/>
                </a:lnTo>
                <a:lnTo>
                  <a:pt x="4599" y="8614"/>
                </a:lnTo>
                <a:lnTo>
                  <a:pt x="4672" y="8347"/>
                </a:lnTo>
                <a:lnTo>
                  <a:pt x="4770" y="8079"/>
                </a:lnTo>
                <a:lnTo>
                  <a:pt x="4891" y="7860"/>
                </a:lnTo>
                <a:lnTo>
                  <a:pt x="5037" y="7641"/>
                </a:lnTo>
                <a:lnTo>
                  <a:pt x="5183" y="7446"/>
                </a:lnTo>
                <a:lnTo>
                  <a:pt x="5378" y="7300"/>
                </a:lnTo>
                <a:lnTo>
                  <a:pt x="5621" y="7154"/>
                </a:lnTo>
                <a:lnTo>
                  <a:pt x="5889" y="7033"/>
                </a:lnTo>
                <a:lnTo>
                  <a:pt x="6205" y="6911"/>
                </a:lnTo>
                <a:lnTo>
                  <a:pt x="6546" y="6814"/>
                </a:lnTo>
                <a:lnTo>
                  <a:pt x="6862" y="6741"/>
                </a:lnTo>
                <a:lnTo>
                  <a:pt x="7178" y="6643"/>
                </a:lnTo>
                <a:close/>
                <a:moveTo>
                  <a:pt x="7154" y="6060"/>
                </a:moveTo>
                <a:lnTo>
                  <a:pt x="7081" y="6084"/>
                </a:lnTo>
                <a:lnTo>
                  <a:pt x="7008" y="6157"/>
                </a:lnTo>
                <a:lnTo>
                  <a:pt x="6984" y="6230"/>
                </a:lnTo>
                <a:lnTo>
                  <a:pt x="6594" y="6327"/>
                </a:lnTo>
                <a:lnTo>
                  <a:pt x="6229" y="6424"/>
                </a:lnTo>
                <a:lnTo>
                  <a:pt x="5840" y="6546"/>
                </a:lnTo>
                <a:lnTo>
                  <a:pt x="5499" y="6692"/>
                </a:lnTo>
                <a:lnTo>
                  <a:pt x="5159" y="6862"/>
                </a:lnTo>
                <a:lnTo>
                  <a:pt x="4867" y="7081"/>
                </a:lnTo>
                <a:lnTo>
                  <a:pt x="4721" y="7227"/>
                </a:lnTo>
                <a:lnTo>
                  <a:pt x="4599" y="7373"/>
                </a:lnTo>
                <a:lnTo>
                  <a:pt x="4502" y="7519"/>
                </a:lnTo>
                <a:lnTo>
                  <a:pt x="4380" y="7690"/>
                </a:lnTo>
                <a:lnTo>
                  <a:pt x="4307" y="7884"/>
                </a:lnTo>
                <a:lnTo>
                  <a:pt x="4234" y="8103"/>
                </a:lnTo>
                <a:lnTo>
                  <a:pt x="4113" y="8517"/>
                </a:lnTo>
                <a:lnTo>
                  <a:pt x="4015" y="8955"/>
                </a:lnTo>
                <a:lnTo>
                  <a:pt x="3894" y="9393"/>
                </a:lnTo>
                <a:lnTo>
                  <a:pt x="3796" y="9588"/>
                </a:lnTo>
                <a:lnTo>
                  <a:pt x="3699" y="9807"/>
                </a:lnTo>
                <a:lnTo>
                  <a:pt x="3456" y="10196"/>
                </a:lnTo>
                <a:lnTo>
                  <a:pt x="3188" y="10561"/>
                </a:lnTo>
                <a:lnTo>
                  <a:pt x="2920" y="10926"/>
                </a:lnTo>
                <a:lnTo>
                  <a:pt x="2434" y="11583"/>
                </a:lnTo>
                <a:lnTo>
                  <a:pt x="2215" y="11899"/>
                </a:lnTo>
                <a:lnTo>
                  <a:pt x="2020" y="12264"/>
                </a:lnTo>
                <a:lnTo>
                  <a:pt x="1850" y="12605"/>
                </a:lnTo>
                <a:lnTo>
                  <a:pt x="1752" y="12994"/>
                </a:lnTo>
                <a:lnTo>
                  <a:pt x="1704" y="13189"/>
                </a:lnTo>
                <a:lnTo>
                  <a:pt x="1679" y="13384"/>
                </a:lnTo>
                <a:lnTo>
                  <a:pt x="1679" y="13603"/>
                </a:lnTo>
                <a:lnTo>
                  <a:pt x="1679" y="13822"/>
                </a:lnTo>
                <a:lnTo>
                  <a:pt x="1704" y="14016"/>
                </a:lnTo>
                <a:lnTo>
                  <a:pt x="1752" y="14235"/>
                </a:lnTo>
                <a:lnTo>
                  <a:pt x="1825" y="14430"/>
                </a:lnTo>
                <a:lnTo>
                  <a:pt x="1898" y="14624"/>
                </a:lnTo>
                <a:lnTo>
                  <a:pt x="1996" y="14819"/>
                </a:lnTo>
                <a:lnTo>
                  <a:pt x="2093" y="14989"/>
                </a:lnTo>
                <a:lnTo>
                  <a:pt x="2215" y="15160"/>
                </a:lnTo>
                <a:lnTo>
                  <a:pt x="2361" y="15330"/>
                </a:lnTo>
                <a:lnTo>
                  <a:pt x="2507" y="15476"/>
                </a:lnTo>
                <a:lnTo>
                  <a:pt x="2677" y="15598"/>
                </a:lnTo>
                <a:lnTo>
                  <a:pt x="2847" y="15719"/>
                </a:lnTo>
                <a:lnTo>
                  <a:pt x="3018" y="15841"/>
                </a:lnTo>
                <a:lnTo>
                  <a:pt x="3212" y="15938"/>
                </a:lnTo>
                <a:lnTo>
                  <a:pt x="3407" y="16011"/>
                </a:lnTo>
                <a:lnTo>
                  <a:pt x="3602" y="16084"/>
                </a:lnTo>
                <a:lnTo>
                  <a:pt x="3821" y="16133"/>
                </a:lnTo>
                <a:lnTo>
                  <a:pt x="4040" y="16157"/>
                </a:lnTo>
                <a:lnTo>
                  <a:pt x="4502" y="16157"/>
                </a:lnTo>
                <a:lnTo>
                  <a:pt x="4721" y="16133"/>
                </a:lnTo>
                <a:lnTo>
                  <a:pt x="5159" y="16060"/>
                </a:lnTo>
                <a:lnTo>
                  <a:pt x="5597" y="15938"/>
                </a:lnTo>
                <a:lnTo>
                  <a:pt x="6108" y="15817"/>
                </a:lnTo>
                <a:lnTo>
                  <a:pt x="6594" y="15719"/>
                </a:lnTo>
                <a:lnTo>
                  <a:pt x="6789" y="15695"/>
                </a:lnTo>
                <a:lnTo>
                  <a:pt x="6959" y="15671"/>
                </a:lnTo>
                <a:lnTo>
                  <a:pt x="7349" y="15695"/>
                </a:lnTo>
                <a:lnTo>
                  <a:pt x="7714" y="15744"/>
                </a:lnTo>
                <a:lnTo>
                  <a:pt x="8079" y="15817"/>
                </a:lnTo>
                <a:lnTo>
                  <a:pt x="8541" y="15890"/>
                </a:lnTo>
                <a:lnTo>
                  <a:pt x="8979" y="15963"/>
                </a:lnTo>
                <a:lnTo>
                  <a:pt x="9441" y="16011"/>
                </a:lnTo>
                <a:lnTo>
                  <a:pt x="9879" y="16011"/>
                </a:lnTo>
                <a:lnTo>
                  <a:pt x="10098" y="15987"/>
                </a:lnTo>
                <a:lnTo>
                  <a:pt x="10317" y="15963"/>
                </a:lnTo>
                <a:lnTo>
                  <a:pt x="10536" y="15890"/>
                </a:lnTo>
                <a:lnTo>
                  <a:pt x="10731" y="15817"/>
                </a:lnTo>
                <a:lnTo>
                  <a:pt x="10926" y="15744"/>
                </a:lnTo>
                <a:lnTo>
                  <a:pt x="11120" y="15622"/>
                </a:lnTo>
                <a:lnTo>
                  <a:pt x="11315" y="15476"/>
                </a:lnTo>
                <a:lnTo>
                  <a:pt x="11485" y="15306"/>
                </a:lnTo>
                <a:lnTo>
                  <a:pt x="11631" y="15135"/>
                </a:lnTo>
                <a:lnTo>
                  <a:pt x="11753" y="14941"/>
                </a:lnTo>
                <a:lnTo>
                  <a:pt x="11802" y="14892"/>
                </a:lnTo>
                <a:lnTo>
                  <a:pt x="11948" y="14576"/>
                </a:lnTo>
                <a:lnTo>
                  <a:pt x="12094" y="14235"/>
                </a:lnTo>
                <a:lnTo>
                  <a:pt x="12191" y="13870"/>
                </a:lnTo>
                <a:lnTo>
                  <a:pt x="12264" y="13505"/>
                </a:lnTo>
                <a:lnTo>
                  <a:pt x="12288" y="13140"/>
                </a:lnTo>
                <a:lnTo>
                  <a:pt x="12313" y="12751"/>
                </a:lnTo>
                <a:lnTo>
                  <a:pt x="12288" y="12410"/>
                </a:lnTo>
                <a:lnTo>
                  <a:pt x="12264" y="12070"/>
                </a:lnTo>
                <a:lnTo>
                  <a:pt x="12215" y="11851"/>
                </a:lnTo>
                <a:lnTo>
                  <a:pt x="12167" y="11656"/>
                </a:lnTo>
                <a:lnTo>
                  <a:pt x="12069" y="11437"/>
                </a:lnTo>
                <a:lnTo>
                  <a:pt x="11972" y="11267"/>
                </a:lnTo>
                <a:lnTo>
                  <a:pt x="11753" y="10902"/>
                </a:lnTo>
                <a:lnTo>
                  <a:pt x="11485" y="10561"/>
                </a:lnTo>
                <a:lnTo>
                  <a:pt x="10926" y="9953"/>
                </a:lnTo>
                <a:lnTo>
                  <a:pt x="10682" y="9636"/>
                </a:lnTo>
                <a:lnTo>
                  <a:pt x="10439" y="9320"/>
                </a:lnTo>
                <a:lnTo>
                  <a:pt x="10439" y="9223"/>
                </a:lnTo>
                <a:lnTo>
                  <a:pt x="10439" y="9174"/>
                </a:lnTo>
                <a:lnTo>
                  <a:pt x="10415" y="9150"/>
                </a:lnTo>
                <a:lnTo>
                  <a:pt x="10269" y="9052"/>
                </a:lnTo>
                <a:lnTo>
                  <a:pt x="10171" y="8882"/>
                </a:lnTo>
                <a:lnTo>
                  <a:pt x="10001" y="8590"/>
                </a:lnTo>
                <a:lnTo>
                  <a:pt x="9977" y="8493"/>
                </a:lnTo>
                <a:lnTo>
                  <a:pt x="9904" y="8395"/>
                </a:lnTo>
                <a:lnTo>
                  <a:pt x="9490" y="7690"/>
                </a:lnTo>
                <a:lnTo>
                  <a:pt x="9271" y="7373"/>
                </a:lnTo>
                <a:lnTo>
                  <a:pt x="9028" y="7057"/>
                </a:lnTo>
                <a:lnTo>
                  <a:pt x="8760" y="6765"/>
                </a:lnTo>
                <a:lnTo>
                  <a:pt x="8468" y="6522"/>
                </a:lnTo>
                <a:lnTo>
                  <a:pt x="8298" y="6400"/>
                </a:lnTo>
                <a:lnTo>
                  <a:pt x="8127" y="6303"/>
                </a:lnTo>
                <a:lnTo>
                  <a:pt x="7957" y="6230"/>
                </a:lnTo>
                <a:lnTo>
                  <a:pt x="7762" y="6157"/>
                </a:lnTo>
                <a:lnTo>
                  <a:pt x="7689" y="6108"/>
                </a:lnTo>
                <a:lnTo>
                  <a:pt x="7592" y="6108"/>
                </a:lnTo>
                <a:lnTo>
                  <a:pt x="7251" y="606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70" name="Google Shape;870;p39"/>
          <p:cNvSpPr/>
          <p:nvPr/>
        </p:nvSpPr>
        <p:spPr>
          <a:xfrm>
            <a:off x="6350992" y="1877604"/>
            <a:ext cx="458409" cy="451502"/>
          </a:xfrm>
          <a:custGeom>
            <a:avLst/>
            <a:gdLst/>
            <a:ahLst/>
            <a:cxnLst/>
            <a:rect l="l" t="t" r="r" b="b"/>
            <a:pathLst>
              <a:path w="20975" h="20659" extrusionOk="0">
                <a:moveTo>
                  <a:pt x="10317" y="1704"/>
                </a:moveTo>
                <a:lnTo>
                  <a:pt x="10269" y="1728"/>
                </a:lnTo>
                <a:lnTo>
                  <a:pt x="10171" y="1825"/>
                </a:lnTo>
                <a:lnTo>
                  <a:pt x="10123" y="1947"/>
                </a:lnTo>
                <a:lnTo>
                  <a:pt x="10098" y="2069"/>
                </a:lnTo>
                <a:lnTo>
                  <a:pt x="10074" y="2190"/>
                </a:lnTo>
                <a:lnTo>
                  <a:pt x="10050" y="2336"/>
                </a:lnTo>
                <a:lnTo>
                  <a:pt x="10050" y="2482"/>
                </a:lnTo>
                <a:lnTo>
                  <a:pt x="10098" y="2653"/>
                </a:lnTo>
                <a:lnTo>
                  <a:pt x="10123" y="2701"/>
                </a:lnTo>
                <a:lnTo>
                  <a:pt x="10147" y="2774"/>
                </a:lnTo>
                <a:lnTo>
                  <a:pt x="10196" y="2799"/>
                </a:lnTo>
                <a:lnTo>
                  <a:pt x="10244" y="2823"/>
                </a:lnTo>
                <a:lnTo>
                  <a:pt x="10342" y="2823"/>
                </a:lnTo>
                <a:lnTo>
                  <a:pt x="10439" y="2774"/>
                </a:lnTo>
                <a:lnTo>
                  <a:pt x="10463" y="2726"/>
                </a:lnTo>
                <a:lnTo>
                  <a:pt x="10488" y="2677"/>
                </a:lnTo>
                <a:lnTo>
                  <a:pt x="10488" y="2580"/>
                </a:lnTo>
                <a:lnTo>
                  <a:pt x="10488" y="2482"/>
                </a:lnTo>
                <a:lnTo>
                  <a:pt x="10463" y="2263"/>
                </a:lnTo>
                <a:lnTo>
                  <a:pt x="10463" y="1850"/>
                </a:lnTo>
                <a:lnTo>
                  <a:pt x="10439" y="1777"/>
                </a:lnTo>
                <a:lnTo>
                  <a:pt x="10390" y="1728"/>
                </a:lnTo>
                <a:lnTo>
                  <a:pt x="10317" y="1704"/>
                </a:lnTo>
                <a:close/>
                <a:moveTo>
                  <a:pt x="8054" y="1"/>
                </a:moveTo>
                <a:lnTo>
                  <a:pt x="7981" y="25"/>
                </a:lnTo>
                <a:lnTo>
                  <a:pt x="7933" y="122"/>
                </a:lnTo>
                <a:lnTo>
                  <a:pt x="7908" y="220"/>
                </a:lnTo>
                <a:lnTo>
                  <a:pt x="7884" y="439"/>
                </a:lnTo>
                <a:lnTo>
                  <a:pt x="7908" y="852"/>
                </a:lnTo>
                <a:lnTo>
                  <a:pt x="7933" y="1071"/>
                </a:lnTo>
                <a:lnTo>
                  <a:pt x="7957" y="1290"/>
                </a:lnTo>
                <a:lnTo>
                  <a:pt x="8054" y="1704"/>
                </a:lnTo>
                <a:lnTo>
                  <a:pt x="8103" y="2044"/>
                </a:lnTo>
                <a:lnTo>
                  <a:pt x="8200" y="2458"/>
                </a:lnTo>
                <a:lnTo>
                  <a:pt x="8273" y="2653"/>
                </a:lnTo>
                <a:lnTo>
                  <a:pt x="8371" y="2823"/>
                </a:lnTo>
                <a:lnTo>
                  <a:pt x="8468" y="2969"/>
                </a:lnTo>
                <a:lnTo>
                  <a:pt x="8541" y="2993"/>
                </a:lnTo>
                <a:lnTo>
                  <a:pt x="8614" y="3042"/>
                </a:lnTo>
                <a:lnTo>
                  <a:pt x="8711" y="3042"/>
                </a:lnTo>
                <a:lnTo>
                  <a:pt x="8784" y="2993"/>
                </a:lnTo>
                <a:lnTo>
                  <a:pt x="8857" y="2920"/>
                </a:lnTo>
                <a:lnTo>
                  <a:pt x="8857" y="2847"/>
                </a:lnTo>
                <a:lnTo>
                  <a:pt x="8857" y="2726"/>
                </a:lnTo>
                <a:lnTo>
                  <a:pt x="8809" y="2604"/>
                </a:lnTo>
                <a:lnTo>
                  <a:pt x="8711" y="2385"/>
                </a:lnTo>
                <a:lnTo>
                  <a:pt x="8614" y="2044"/>
                </a:lnTo>
                <a:lnTo>
                  <a:pt x="8517" y="1704"/>
                </a:lnTo>
                <a:lnTo>
                  <a:pt x="8444" y="1290"/>
                </a:lnTo>
                <a:lnTo>
                  <a:pt x="8395" y="876"/>
                </a:lnTo>
                <a:lnTo>
                  <a:pt x="8322" y="487"/>
                </a:lnTo>
                <a:lnTo>
                  <a:pt x="8273" y="293"/>
                </a:lnTo>
                <a:lnTo>
                  <a:pt x="8225" y="98"/>
                </a:lnTo>
                <a:lnTo>
                  <a:pt x="8176" y="25"/>
                </a:lnTo>
                <a:lnTo>
                  <a:pt x="8103" y="1"/>
                </a:lnTo>
                <a:close/>
                <a:moveTo>
                  <a:pt x="12483" y="1"/>
                </a:moveTo>
                <a:lnTo>
                  <a:pt x="12337" y="122"/>
                </a:lnTo>
                <a:lnTo>
                  <a:pt x="12239" y="244"/>
                </a:lnTo>
                <a:lnTo>
                  <a:pt x="12142" y="414"/>
                </a:lnTo>
                <a:lnTo>
                  <a:pt x="12093" y="585"/>
                </a:lnTo>
                <a:lnTo>
                  <a:pt x="11996" y="949"/>
                </a:lnTo>
                <a:lnTo>
                  <a:pt x="11923" y="1290"/>
                </a:lnTo>
                <a:lnTo>
                  <a:pt x="11753" y="2166"/>
                </a:lnTo>
                <a:lnTo>
                  <a:pt x="11631" y="2531"/>
                </a:lnTo>
                <a:lnTo>
                  <a:pt x="11607" y="2701"/>
                </a:lnTo>
                <a:lnTo>
                  <a:pt x="11607" y="2799"/>
                </a:lnTo>
                <a:lnTo>
                  <a:pt x="11607" y="2872"/>
                </a:lnTo>
                <a:lnTo>
                  <a:pt x="11655" y="2969"/>
                </a:lnTo>
                <a:lnTo>
                  <a:pt x="11753" y="3018"/>
                </a:lnTo>
                <a:lnTo>
                  <a:pt x="11850" y="3042"/>
                </a:lnTo>
                <a:lnTo>
                  <a:pt x="11947" y="3018"/>
                </a:lnTo>
                <a:lnTo>
                  <a:pt x="12069" y="2920"/>
                </a:lnTo>
                <a:lnTo>
                  <a:pt x="12142" y="2774"/>
                </a:lnTo>
                <a:lnTo>
                  <a:pt x="12191" y="2604"/>
                </a:lnTo>
                <a:lnTo>
                  <a:pt x="12239" y="2434"/>
                </a:lnTo>
                <a:lnTo>
                  <a:pt x="12288" y="2069"/>
                </a:lnTo>
                <a:lnTo>
                  <a:pt x="12337" y="1752"/>
                </a:lnTo>
                <a:lnTo>
                  <a:pt x="12458" y="974"/>
                </a:lnTo>
                <a:lnTo>
                  <a:pt x="12556" y="585"/>
                </a:lnTo>
                <a:lnTo>
                  <a:pt x="12604" y="390"/>
                </a:lnTo>
                <a:lnTo>
                  <a:pt x="12677" y="220"/>
                </a:lnTo>
                <a:lnTo>
                  <a:pt x="12702" y="171"/>
                </a:lnTo>
                <a:lnTo>
                  <a:pt x="12702" y="122"/>
                </a:lnTo>
                <a:lnTo>
                  <a:pt x="12653" y="25"/>
                </a:lnTo>
                <a:lnTo>
                  <a:pt x="12629" y="1"/>
                </a:lnTo>
                <a:close/>
                <a:moveTo>
                  <a:pt x="14089" y="2507"/>
                </a:moveTo>
                <a:lnTo>
                  <a:pt x="13991" y="2555"/>
                </a:lnTo>
                <a:lnTo>
                  <a:pt x="13918" y="2628"/>
                </a:lnTo>
                <a:lnTo>
                  <a:pt x="13845" y="2726"/>
                </a:lnTo>
                <a:lnTo>
                  <a:pt x="13797" y="2847"/>
                </a:lnTo>
                <a:lnTo>
                  <a:pt x="13699" y="3066"/>
                </a:lnTo>
                <a:lnTo>
                  <a:pt x="13651" y="3212"/>
                </a:lnTo>
                <a:lnTo>
                  <a:pt x="13651" y="3334"/>
                </a:lnTo>
                <a:lnTo>
                  <a:pt x="13651" y="3383"/>
                </a:lnTo>
                <a:lnTo>
                  <a:pt x="13675" y="3431"/>
                </a:lnTo>
                <a:lnTo>
                  <a:pt x="13724" y="3456"/>
                </a:lnTo>
                <a:lnTo>
                  <a:pt x="13772" y="3480"/>
                </a:lnTo>
                <a:lnTo>
                  <a:pt x="13821" y="3504"/>
                </a:lnTo>
                <a:lnTo>
                  <a:pt x="13894" y="3480"/>
                </a:lnTo>
                <a:lnTo>
                  <a:pt x="13918" y="3456"/>
                </a:lnTo>
                <a:lnTo>
                  <a:pt x="13967" y="3407"/>
                </a:lnTo>
                <a:lnTo>
                  <a:pt x="14040" y="3212"/>
                </a:lnTo>
                <a:lnTo>
                  <a:pt x="14089" y="3018"/>
                </a:lnTo>
                <a:lnTo>
                  <a:pt x="14162" y="2799"/>
                </a:lnTo>
                <a:lnTo>
                  <a:pt x="14210" y="2701"/>
                </a:lnTo>
                <a:lnTo>
                  <a:pt x="14235" y="2604"/>
                </a:lnTo>
                <a:lnTo>
                  <a:pt x="14210" y="2555"/>
                </a:lnTo>
                <a:lnTo>
                  <a:pt x="14186" y="2531"/>
                </a:lnTo>
                <a:lnTo>
                  <a:pt x="14137" y="2507"/>
                </a:lnTo>
                <a:close/>
                <a:moveTo>
                  <a:pt x="6692" y="2385"/>
                </a:moveTo>
                <a:lnTo>
                  <a:pt x="6667" y="2409"/>
                </a:lnTo>
                <a:lnTo>
                  <a:pt x="6594" y="2507"/>
                </a:lnTo>
                <a:lnTo>
                  <a:pt x="6570" y="2628"/>
                </a:lnTo>
                <a:lnTo>
                  <a:pt x="6594" y="2774"/>
                </a:lnTo>
                <a:lnTo>
                  <a:pt x="6619" y="2920"/>
                </a:lnTo>
                <a:lnTo>
                  <a:pt x="6740" y="3188"/>
                </a:lnTo>
                <a:lnTo>
                  <a:pt x="6838" y="3431"/>
                </a:lnTo>
                <a:lnTo>
                  <a:pt x="6886" y="3504"/>
                </a:lnTo>
                <a:lnTo>
                  <a:pt x="6935" y="3553"/>
                </a:lnTo>
                <a:lnTo>
                  <a:pt x="7008" y="3553"/>
                </a:lnTo>
                <a:lnTo>
                  <a:pt x="7081" y="3529"/>
                </a:lnTo>
                <a:lnTo>
                  <a:pt x="7130" y="3504"/>
                </a:lnTo>
                <a:lnTo>
                  <a:pt x="7154" y="3456"/>
                </a:lnTo>
                <a:lnTo>
                  <a:pt x="7178" y="3383"/>
                </a:lnTo>
                <a:lnTo>
                  <a:pt x="7154" y="3310"/>
                </a:lnTo>
                <a:lnTo>
                  <a:pt x="6935" y="2823"/>
                </a:lnTo>
                <a:lnTo>
                  <a:pt x="6862" y="2604"/>
                </a:lnTo>
                <a:lnTo>
                  <a:pt x="6813" y="2507"/>
                </a:lnTo>
                <a:lnTo>
                  <a:pt x="6740" y="2409"/>
                </a:lnTo>
                <a:lnTo>
                  <a:pt x="6692" y="2385"/>
                </a:lnTo>
                <a:close/>
                <a:moveTo>
                  <a:pt x="16668" y="2020"/>
                </a:moveTo>
                <a:lnTo>
                  <a:pt x="16595" y="2044"/>
                </a:lnTo>
                <a:lnTo>
                  <a:pt x="16546" y="2093"/>
                </a:lnTo>
                <a:lnTo>
                  <a:pt x="16303" y="2409"/>
                </a:lnTo>
                <a:lnTo>
                  <a:pt x="16084" y="2726"/>
                </a:lnTo>
                <a:lnTo>
                  <a:pt x="15889" y="3042"/>
                </a:lnTo>
                <a:lnTo>
                  <a:pt x="15719" y="3383"/>
                </a:lnTo>
                <a:lnTo>
                  <a:pt x="15573" y="3626"/>
                </a:lnTo>
                <a:lnTo>
                  <a:pt x="15427" y="3894"/>
                </a:lnTo>
                <a:lnTo>
                  <a:pt x="15281" y="4137"/>
                </a:lnTo>
                <a:lnTo>
                  <a:pt x="15184" y="4380"/>
                </a:lnTo>
                <a:lnTo>
                  <a:pt x="15159" y="4453"/>
                </a:lnTo>
                <a:lnTo>
                  <a:pt x="15184" y="4502"/>
                </a:lnTo>
                <a:lnTo>
                  <a:pt x="15232" y="4575"/>
                </a:lnTo>
                <a:lnTo>
                  <a:pt x="15330" y="4624"/>
                </a:lnTo>
                <a:lnTo>
                  <a:pt x="15427" y="4624"/>
                </a:lnTo>
                <a:lnTo>
                  <a:pt x="15549" y="4575"/>
                </a:lnTo>
                <a:lnTo>
                  <a:pt x="15646" y="4502"/>
                </a:lnTo>
                <a:lnTo>
                  <a:pt x="15743" y="4380"/>
                </a:lnTo>
                <a:lnTo>
                  <a:pt x="15816" y="4259"/>
                </a:lnTo>
                <a:lnTo>
                  <a:pt x="15962" y="3991"/>
                </a:lnTo>
                <a:lnTo>
                  <a:pt x="16060" y="3723"/>
                </a:lnTo>
                <a:lnTo>
                  <a:pt x="16352" y="3091"/>
                </a:lnTo>
                <a:lnTo>
                  <a:pt x="16498" y="2872"/>
                </a:lnTo>
                <a:lnTo>
                  <a:pt x="16619" y="2677"/>
                </a:lnTo>
                <a:lnTo>
                  <a:pt x="16765" y="2458"/>
                </a:lnTo>
                <a:lnTo>
                  <a:pt x="16887" y="2239"/>
                </a:lnTo>
                <a:lnTo>
                  <a:pt x="16911" y="2166"/>
                </a:lnTo>
                <a:lnTo>
                  <a:pt x="16887" y="2117"/>
                </a:lnTo>
                <a:lnTo>
                  <a:pt x="16838" y="2069"/>
                </a:lnTo>
                <a:lnTo>
                  <a:pt x="16790" y="2044"/>
                </a:lnTo>
                <a:lnTo>
                  <a:pt x="16741" y="2020"/>
                </a:lnTo>
                <a:close/>
                <a:moveTo>
                  <a:pt x="3869" y="2020"/>
                </a:moveTo>
                <a:lnTo>
                  <a:pt x="3820" y="2044"/>
                </a:lnTo>
                <a:lnTo>
                  <a:pt x="3796" y="2044"/>
                </a:lnTo>
                <a:lnTo>
                  <a:pt x="3747" y="2093"/>
                </a:lnTo>
                <a:lnTo>
                  <a:pt x="3723" y="2190"/>
                </a:lnTo>
                <a:lnTo>
                  <a:pt x="3747" y="2263"/>
                </a:lnTo>
                <a:lnTo>
                  <a:pt x="3796" y="2312"/>
                </a:lnTo>
                <a:lnTo>
                  <a:pt x="3820" y="2385"/>
                </a:lnTo>
                <a:lnTo>
                  <a:pt x="3869" y="2531"/>
                </a:lnTo>
                <a:lnTo>
                  <a:pt x="3991" y="2799"/>
                </a:lnTo>
                <a:lnTo>
                  <a:pt x="4185" y="3188"/>
                </a:lnTo>
                <a:lnTo>
                  <a:pt x="4404" y="3577"/>
                </a:lnTo>
                <a:lnTo>
                  <a:pt x="4599" y="3869"/>
                </a:lnTo>
                <a:lnTo>
                  <a:pt x="4818" y="4161"/>
                </a:lnTo>
                <a:lnTo>
                  <a:pt x="5086" y="4405"/>
                </a:lnTo>
                <a:lnTo>
                  <a:pt x="5207" y="4526"/>
                </a:lnTo>
                <a:lnTo>
                  <a:pt x="5378" y="4624"/>
                </a:lnTo>
                <a:lnTo>
                  <a:pt x="5475" y="4648"/>
                </a:lnTo>
                <a:lnTo>
                  <a:pt x="5572" y="4648"/>
                </a:lnTo>
                <a:lnTo>
                  <a:pt x="5645" y="4599"/>
                </a:lnTo>
                <a:lnTo>
                  <a:pt x="5694" y="4526"/>
                </a:lnTo>
                <a:lnTo>
                  <a:pt x="5718" y="4453"/>
                </a:lnTo>
                <a:lnTo>
                  <a:pt x="5718" y="4356"/>
                </a:lnTo>
                <a:lnTo>
                  <a:pt x="5694" y="4283"/>
                </a:lnTo>
                <a:lnTo>
                  <a:pt x="5621" y="4210"/>
                </a:lnTo>
                <a:lnTo>
                  <a:pt x="5451" y="4088"/>
                </a:lnTo>
                <a:lnTo>
                  <a:pt x="5329" y="3991"/>
                </a:lnTo>
                <a:lnTo>
                  <a:pt x="5086" y="3723"/>
                </a:lnTo>
                <a:lnTo>
                  <a:pt x="4867" y="3431"/>
                </a:lnTo>
                <a:lnTo>
                  <a:pt x="4672" y="3139"/>
                </a:lnTo>
                <a:lnTo>
                  <a:pt x="4526" y="2847"/>
                </a:lnTo>
                <a:lnTo>
                  <a:pt x="4380" y="2580"/>
                </a:lnTo>
                <a:lnTo>
                  <a:pt x="4210" y="2288"/>
                </a:lnTo>
                <a:lnTo>
                  <a:pt x="4112" y="2166"/>
                </a:lnTo>
                <a:lnTo>
                  <a:pt x="4015" y="2069"/>
                </a:lnTo>
                <a:lnTo>
                  <a:pt x="3966" y="2044"/>
                </a:lnTo>
                <a:lnTo>
                  <a:pt x="3918" y="2020"/>
                </a:lnTo>
                <a:close/>
                <a:moveTo>
                  <a:pt x="3601" y="4843"/>
                </a:moveTo>
                <a:lnTo>
                  <a:pt x="3577" y="4891"/>
                </a:lnTo>
                <a:lnTo>
                  <a:pt x="3577" y="4916"/>
                </a:lnTo>
                <a:lnTo>
                  <a:pt x="3577" y="4964"/>
                </a:lnTo>
                <a:lnTo>
                  <a:pt x="3601" y="5062"/>
                </a:lnTo>
                <a:lnTo>
                  <a:pt x="3674" y="5135"/>
                </a:lnTo>
                <a:lnTo>
                  <a:pt x="3747" y="5183"/>
                </a:lnTo>
                <a:lnTo>
                  <a:pt x="3845" y="5281"/>
                </a:lnTo>
                <a:lnTo>
                  <a:pt x="3966" y="5354"/>
                </a:lnTo>
                <a:lnTo>
                  <a:pt x="4234" y="5500"/>
                </a:lnTo>
                <a:lnTo>
                  <a:pt x="4404" y="5500"/>
                </a:lnTo>
                <a:lnTo>
                  <a:pt x="4477" y="5451"/>
                </a:lnTo>
                <a:lnTo>
                  <a:pt x="4502" y="5402"/>
                </a:lnTo>
                <a:lnTo>
                  <a:pt x="4526" y="5329"/>
                </a:lnTo>
                <a:lnTo>
                  <a:pt x="4502" y="5256"/>
                </a:lnTo>
                <a:lnTo>
                  <a:pt x="4477" y="5183"/>
                </a:lnTo>
                <a:lnTo>
                  <a:pt x="4380" y="5135"/>
                </a:lnTo>
                <a:lnTo>
                  <a:pt x="4137" y="5013"/>
                </a:lnTo>
                <a:lnTo>
                  <a:pt x="3918" y="4891"/>
                </a:lnTo>
                <a:lnTo>
                  <a:pt x="3820" y="4867"/>
                </a:lnTo>
                <a:lnTo>
                  <a:pt x="3747" y="4843"/>
                </a:lnTo>
                <a:close/>
                <a:moveTo>
                  <a:pt x="17106" y="4891"/>
                </a:moveTo>
                <a:lnTo>
                  <a:pt x="16960" y="4940"/>
                </a:lnTo>
                <a:lnTo>
                  <a:pt x="16814" y="5037"/>
                </a:lnTo>
                <a:lnTo>
                  <a:pt x="16668" y="5159"/>
                </a:lnTo>
                <a:lnTo>
                  <a:pt x="16498" y="5305"/>
                </a:lnTo>
                <a:lnTo>
                  <a:pt x="16473" y="5354"/>
                </a:lnTo>
                <a:lnTo>
                  <a:pt x="16473" y="5402"/>
                </a:lnTo>
                <a:lnTo>
                  <a:pt x="16473" y="5451"/>
                </a:lnTo>
                <a:lnTo>
                  <a:pt x="16498" y="5500"/>
                </a:lnTo>
                <a:lnTo>
                  <a:pt x="16546" y="5524"/>
                </a:lnTo>
                <a:lnTo>
                  <a:pt x="16571" y="5548"/>
                </a:lnTo>
                <a:lnTo>
                  <a:pt x="16644" y="5548"/>
                </a:lnTo>
                <a:lnTo>
                  <a:pt x="16692" y="5524"/>
                </a:lnTo>
                <a:lnTo>
                  <a:pt x="16838" y="5402"/>
                </a:lnTo>
                <a:lnTo>
                  <a:pt x="17009" y="5256"/>
                </a:lnTo>
                <a:lnTo>
                  <a:pt x="17106" y="5135"/>
                </a:lnTo>
                <a:lnTo>
                  <a:pt x="17179" y="4964"/>
                </a:lnTo>
                <a:lnTo>
                  <a:pt x="17179" y="4940"/>
                </a:lnTo>
                <a:lnTo>
                  <a:pt x="17155" y="4916"/>
                </a:lnTo>
                <a:lnTo>
                  <a:pt x="17130" y="4891"/>
                </a:lnTo>
                <a:close/>
                <a:moveTo>
                  <a:pt x="19539" y="5500"/>
                </a:moveTo>
                <a:lnTo>
                  <a:pt x="19442" y="5524"/>
                </a:lnTo>
                <a:lnTo>
                  <a:pt x="19320" y="5548"/>
                </a:lnTo>
                <a:lnTo>
                  <a:pt x="19101" y="5646"/>
                </a:lnTo>
                <a:lnTo>
                  <a:pt x="18688" y="5865"/>
                </a:lnTo>
                <a:lnTo>
                  <a:pt x="18006" y="6157"/>
                </a:lnTo>
                <a:lnTo>
                  <a:pt x="17349" y="6497"/>
                </a:lnTo>
                <a:lnTo>
                  <a:pt x="17276" y="6546"/>
                </a:lnTo>
                <a:lnTo>
                  <a:pt x="17252" y="6619"/>
                </a:lnTo>
                <a:lnTo>
                  <a:pt x="17252" y="6692"/>
                </a:lnTo>
                <a:lnTo>
                  <a:pt x="17276" y="6765"/>
                </a:lnTo>
                <a:lnTo>
                  <a:pt x="17301" y="6814"/>
                </a:lnTo>
                <a:lnTo>
                  <a:pt x="17374" y="6862"/>
                </a:lnTo>
                <a:lnTo>
                  <a:pt x="17422" y="6887"/>
                </a:lnTo>
                <a:lnTo>
                  <a:pt x="17520" y="6887"/>
                </a:lnTo>
                <a:lnTo>
                  <a:pt x="18201" y="6595"/>
                </a:lnTo>
                <a:lnTo>
                  <a:pt x="18858" y="6303"/>
                </a:lnTo>
                <a:lnTo>
                  <a:pt x="19345" y="6132"/>
                </a:lnTo>
                <a:lnTo>
                  <a:pt x="19466" y="6084"/>
                </a:lnTo>
                <a:lnTo>
                  <a:pt x="19588" y="6011"/>
                </a:lnTo>
                <a:lnTo>
                  <a:pt x="19685" y="5938"/>
                </a:lnTo>
                <a:lnTo>
                  <a:pt x="19734" y="5865"/>
                </a:lnTo>
                <a:lnTo>
                  <a:pt x="19758" y="5792"/>
                </a:lnTo>
                <a:lnTo>
                  <a:pt x="19782" y="5743"/>
                </a:lnTo>
                <a:lnTo>
                  <a:pt x="19734" y="5621"/>
                </a:lnTo>
                <a:lnTo>
                  <a:pt x="19709" y="5573"/>
                </a:lnTo>
                <a:lnTo>
                  <a:pt x="19661" y="5548"/>
                </a:lnTo>
                <a:lnTo>
                  <a:pt x="19612" y="5524"/>
                </a:lnTo>
                <a:lnTo>
                  <a:pt x="19539" y="5500"/>
                </a:lnTo>
                <a:close/>
                <a:moveTo>
                  <a:pt x="998" y="5694"/>
                </a:moveTo>
                <a:lnTo>
                  <a:pt x="949" y="5719"/>
                </a:lnTo>
                <a:lnTo>
                  <a:pt x="925" y="5767"/>
                </a:lnTo>
                <a:lnTo>
                  <a:pt x="901" y="5865"/>
                </a:lnTo>
                <a:lnTo>
                  <a:pt x="925" y="5938"/>
                </a:lnTo>
                <a:lnTo>
                  <a:pt x="949" y="6011"/>
                </a:lnTo>
                <a:lnTo>
                  <a:pt x="1022" y="6084"/>
                </a:lnTo>
                <a:lnTo>
                  <a:pt x="1193" y="6230"/>
                </a:lnTo>
                <a:lnTo>
                  <a:pt x="1412" y="6327"/>
                </a:lnTo>
                <a:lnTo>
                  <a:pt x="1874" y="6522"/>
                </a:lnTo>
                <a:lnTo>
                  <a:pt x="2093" y="6595"/>
                </a:lnTo>
                <a:lnTo>
                  <a:pt x="2239" y="6643"/>
                </a:lnTo>
                <a:lnTo>
                  <a:pt x="2677" y="6887"/>
                </a:lnTo>
                <a:lnTo>
                  <a:pt x="3139" y="7130"/>
                </a:lnTo>
                <a:lnTo>
                  <a:pt x="3383" y="7276"/>
                </a:lnTo>
                <a:lnTo>
                  <a:pt x="3504" y="7325"/>
                </a:lnTo>
                <a:lnTo>
                  <a:pt x="3577" y="7325"/>
                </a:lnTo>
                <a:lnTo>
                  <a:pt x="3650" y="7300"/>
                </a:lnTo>
                <a:lnTo>
                  <a:pt x="3699" y="7252"/>
                </a:lnTo>
                <a:lnTo>
                  <a:pt x="3723" y="7203"/>
                </a:lnTo>
                <a:lnTo>
                  <a:pt x="3747" y="7130"/>
                </a:lnTo>
                <a:lnTo>
                  <a:pt x="3723" y="7057"/>
                </a:lnTo>
                <a:lnTo>
                  <a:pt x="3650" y="6935"/>
                </a:lnTo>
                <a:lnTo>
                  <a:pt x="3529" y="6814"/>
                </a:lnTo>
                <a:lnTo>
                  <a:pt x="3383" y="6692"/>
                </a:lnTo>
                <a:lnTo>
                  <a:pt x="3212" y="6595"/>
                </a:lnTo>
                <a:lnTo>
                  <a:pt x="2847" y="6424"/>
                </a:lnTo>
                <a:lnTo>
                  <a:pt x="2531" y="6278"/>
                </a:lnTo>
                <a:lnTo>
                  <a:pt x="2166" y="6108"/>
                </a:lnTo>
                <a:lnTo>
                  <a:pt x="1777" y="5962"/>
                </a:lnTo>
                <a:lnTo>
                  <a:pt x="1022" y="5694"/>
                </a:lnTo>
                <a:close/>
                <a:moveTo>
                  <a:pt x="18396" y="8274"/>
                </a:moveTo>
                <a:lnTo>
                  <a:pt x="18128" y="8298"/>
                </a:lnTo>
                <a:lnTo>
                  <a:pt x="17982" y="8322"/>
                </a:lnTo>
                <a:lnTo>
                  <a:pt x="17885" y="8371"/>
                </a:lnTo>
                <a:lnTo>
                  <a:pt x="17812" y="8420"/>
                </a:lnTo>
                <a:lnTo>
                  <a:pt x="17787" y="8468"/>
                </a:lnTo>
                <a:lnTo>
                  <a:pt x="17787" y="8541"/>
                </a:lnTo>
                <a:lnTo>
                  <a:pt x="17787" y="8590"/>
                </a:lnTo>
                <a:lnTo>
                  <a:pt x="17812" y="8663"/>
                </a:lnTo>
                <a:lnTo>
                  <a:pt x="17860" y="8712"/>
                </a:lnTo>
                <a:lnTo>
                  <a:pt x="17909" y="8736"/>
                </a:lnTo>
                <a:lnTo>
                  <a:pt x="17982" y="8736"/>
                </a:lnTo>
                <a:lnTo>
                  <a:pt x="18201" y="8712"/>
                </a:lnTo>
                <a:lnTo>
                  <a:pt x="18517" y="8663"/>
                </a:lnTo>
                <a:lnTo>
                  <a:pt x="18663" y="8590"/>
                </a:lnTo>
                <a:lnTo>
                  <a:pt x="18785" y="8541"/>
                </a:lnTo>
                <a:lnTo>
                  <a:pt x="18858" y="8468"/>
                </a:lnTo>
                <a:lnTo>
                  <a:pt x="18858" y="8420"/>
                </a:lnTo>
                <a:lnTo>
                  <a:pt x="18858" y="8395"/>
                </a:lnTo>
                <a:lnTo>
                  <a:pt x="18809" y="8347"/>
                </a:lnTo>
                <a:lnTo>
                  <a:pt x="18761" y="8322"/>
                </a:lnTo>
                <a:lnTo>
                  <a:pt x="18639" y="8274"/>
                </a:lnTo>
                <a:close/>
                <a:moveTo>
                  <a:pt x="2020" y="8201"/>
                </a:moveTo>
                <a:lnTo>
                  <a:pt x="1947" y="8225"/>
                </a:lnTo>
                <a:lnTo>
                  <a:pt x="1898" y="8249"/>
                </a:lnTo>
                <a:lnTo>
                  <a:pt x="1874" y="8274"/>
                </a:lnTo>
                <a:lnTo>
                  <a:pt x="1850" y="8322"/>
                </a:lnTo>
                <a:lnTo>
                  <a:pt x="1850" y="8395"/>
                </a:lnTo>
                <a:lnTo>
                  <a:pt x="1850" y="8444"/>
                </a:lnTo>
                <a:lnTo>
                  <a:pt x="1874" y="8493"/>
                </a:lnTo>
                <a:lnTo>
                  <a:pt x="1923" y="8517"/>
                </a:lnTo>
                <a:lnTo>
                  <a:pt x="2093" y="8614"/>
                </a:lnTo>
                <a:lnTo>
                  <a:pt x="2288" y="8687"/>
                </a:lnTo>
                <a:lnTo>
                  <a:pt x="2482" y="8736"/>
                </a:lnTo>
                <a:lnTo>
                  <a:pt x="2701" y="8760"/>
                </a:lnTo>
                <a:lnTo>
                  <a:pt x="2774" y="8760"/>
                </a:lnTo>
                <a:lnTo>
                  <a:pt x="2823" y="8712"/>
                </a:lnTo>
                <a:lnTo>
                  <a:pt x="2872" y="8663"/>
                </a:lnTo>
                <a:lnTo>
                  <a:pt x="2896" y="8590"/>
                </a:lnTo>
                <a:lnTo>
                  <a:pt x="2896" y="8517"/>
                </a:lnTo>
                <a:lnTo>
                  <a:pt x="2872" y="8444"/>
                </a:lnTo>
                <a:lnTo>
                  <a:pt x="2823" y="8395"/>
                </a:lnTo>
                <a:lnTo>
                  <a:pt x="2750" y="8347"/>
                </a:lnTo>
                <a:lnTo>
                  <a:pt x="2385" y="8274"/>
                </a:lnTo>
                <a:lnTo>
                  <a:pt x="2190" y="8225"/>
                </a:lnTo>
                <a:lnTo>
                  <a:pt x="2020" y="8201"/>
                </a:lnTo>
                <a:close/>
                <a:moveTo>
                  <a:pt x="18517" y="9904"/>
                </a:moveTo>
                <a:lnTo>
                  <a:pt x="18323" y="9928"/>
                </a:lnTo>
                <a:lnTo>
                  <a:pt x="18177" y="9952"/>
                </a:lnTo>
                <a:lnTo>
                  <a:pt x="18031" y="10050"/>
                </a:lnTo>
                <a:lnTo>
                  <a:pt x="18006" y="10074"/>
                </a:lnTo>
                <a:lnTo>
                  <a:pt x="18006" y="10123"/>
                </a:lnTo>
                <a:lnTo>
                  <a:pt x="18128" y="10220"/>
                </a:lnTo>
                <a:lnTo>
                  <a:pt x="18274" y="10293"/>
                </a:lnTo>
                <a:lnTo>
                  <a:pt x="18420" y="10317"/>
                </a:lnTo>
                <a:lnTo>
                  <a:pt x="18590" y="10342"/>
                </a:lnTo>
                <a:lnTo>
                  <a:pt x="18931" y="10366"/>
                </a:lnTo>
                <a:lnTo>
                  <a:pt x="19247" y="10366"/>
                </a:lnTo>
                <a:lnTo>
                  <a:pt x="19661" y="10390"/>
                </a:lnTo>
                <a:lnTo>
                  <a:pt x="20074" y="10415"/>
                </a:lnTo>
                <a:lnTo>
                  <a:pt x="20293" y="10415"/>
                </a:lnTo>
                <a:lnTo>
                  <a:pt x="20512" y="10390"/>
                </a:lnTo>
                <a:lnTo>
                  <a:pt x="20707" y="10366"/>
                </a:lnTo>
                <a:lnTo>
                  <a:pt x="20902" y="10293"/>
                </a:lnTo>
                <a:lnTo>
                  <a:pt x="20950" y="10269"/>
                </a:lnTo>
                <a:lnTo>
                  <a:pt x="20975" y="10220"/>
                </a:lnTo>
                <a:lnTo>
                  <a:pt x="20975" y="10123"/>
                </a:lnTo>
                <a:lnTo>
                  <a:pt x="20926" y="10050"/>
                </a:lnTo>
                <a:lnTo>
                  <a:pt x="20853" y="10001"/>
                </a:lnTo>
                <a:lnTo>
                  <a:pt x="20707" y="9952"/>
                </a:lnTo>
                <a:lnTo>
                  <a:pt x="20512" y="9904"/>
                </a:lnTo>
                <a:lnTo>
                  <a:pt x="20147" y="9904"/>
                </a:lnTo>
                <a:lnTo>
                  <a:pt x="19782" y="9928"/>
                </a:lnTo>
                <a:lnTo>
                  <a:pt x="19418" y="9952"/>
                </a:lnTo>
                <a:lnTo>
                  <a:pt x="19077" y="9928"/>
                </a:lnTo>
                <a:lnTo>
                  <a:pt x="18688" y="9904"/>
                </a:lnTo>
                <a:close/>
                <a:moveTo>
                  <a:pt x="365" y="10123"/>
                </a:moveTo>
                <a:lnTo>
                  <a:pt x="219" y="10147"/>
                </a:lnTo>
                <a:lnTo>
                  <a:pt x="98" y="10171"/>
                </a:lnTo>
                <a:lnTo>
                  <a:pt x="25" y="10220"/>
                </a:lnTo>
                <a:lnTo>
                  <a:pt x="0" y="10269"/>
                </a:lnTo>
                <a:lnTo>
                  <a:pt x="0" y="10317"/>
                </a:lnTo>
                <a:lnTo>
                  <a:pt x="25" y="10366"/>
                </a:lnTo>
                <a:lnTo>
                  <a:pt x="49" y="10415"/>
                </a:lnTo>
                <a:lnTo>
                  <a:pt x="146" y="10512"/>
                </a:lnTo>
                <a:lnTo>
                  <a:pt x="268" y="10561"/>
                </a:lnTo>
                <a:lnTo>
                  <a:pt x="414" y="10585"/>
                </a:lnTo>
                <a:lnTo>
                  <a:pt x="730" y="10609"/>
                </a:lnTo>
                <a:lnTo>
                  <a:pt x="974" y="10609"/>
                </a:lnTo>
                <a:lnTo>
                  <a:pt x="1923" y="10634"/>
                </a:lnTo>
                <a:lnTo>
                  <a:pt x="2847" y="10634"/>
                </a:lnTo>
                <a:lnTo>
                  <a:pt x="2945" y="10609"/>
                </a:lnTo>
                <a:lnTo>
                  <a:pt x="3018" y="10561"/>
                </a:lnTo>
                <a:lnTo>
                  <a:pt x="3066" y="10488"/>
                </a:lnTo>
                <a:lnTo>
                  <a:pt x="3066" y="10390"/>
                </a:lnTo>
                <a:lnTo>
                  <a:pt x="3066" y="10317"/>
                </a:lnTo>
                <a:lnTo>
                  <a:pt x="3018" y="10244"/>
                </a:lnTo>
                <a:lnTo>
                  <a:pt x="2945" y="10196"/>
                </a:lnTo>
                <a:lnTo>
                  <a:pt x="2847" y="10171"/>
                </a:lnTo>
                <a:lnTo>
                  <a:pt x="1850" y="10171"/>
                </a:lnTo>
                <a:lnTo>
                  <a:pt x="852" y="10147"/>
                </a:lnTo>
                <a:lnTo>
                  <a:pt x="657" y="10123"/>
                </a:lnTo>
                <a:close/>
                <a:moveTo>
                  <a:pt x="2677" y="11777"/>
                </a:moveTo>
                <a:lnTo>
                  <a:pt x="2409" y="11826"/>
                </a:lnTo>
                <a:lnTo>
                  <a:pt x="2288" y="11875"/>
                </a:lnTo>
                <a:lnTo>
                  <a:pt x="2166" y="11923"/>
                </a:lnTo>
                <a:lnTo>
                  <a:pt x="2069" y="11996"/>
                </a:lnTo>
                <a:lnTo>
                  <a:pt x="2020" y="12094"/>
                </a:lnTo>
                <a:lnTo>
                  <a:pt x="2020" y="12167"/>
                </a:lnTo>
                <a:lnTo>
                  <a:pt x="2069" y="12215"/>
                </a:lnTo>
                <a:lnTo>
                  <a:pt x="2190" y="12240"/>
                </a:lnTo>
                <a:lnTo>
                  <a:pt x="2312" y="12240"/>
                </a:lnTo>
                <a:lnTo>
                  <a:pt x="2580" y="12191"/>
                </a:lnTo>
                <a:lnTo>
                  <a:pt x="2872" y="12191"/>
                </a:lnTo>
                <a:lnTo>
                  <a:pt x="2993" y="12167"/>
                </a:lnTo>
                <a:lnTo>
                  <a:pt x="3066" y="12142"/>
                </a:lnTo>
                <a:lnTo>
                  <a:pt x="3115" y="12069"/>
                </a:lnTo>
                <a:lnTo>
                  <a:pt x="3139" y="12045"/>
                </a:lnTo>
                <a:lnTo>
                  <a:pt x="3139" y="11996"/>
                </a:lnTo>
                <a:lnTo>
                  <a:pt x="3115" y="11923"/>
                </a:lnTo>
                <a:lnTo>
                  <a:pt x="3091" y="11875"/>
                </a:lnTo>
                <a:lnTo>
                  <a:pt x="3066" y="11850"/>
                </a:lnTo>
                <a:lnTo>
                  <a:pt x="3018" y="11802"/>
                </a:lnTo>
                <a:lnTo>
                  <a:pt x="2920" y="11777"/>
                </a:lnTo>
                <a:close/>
                <a:moveTo>
                  <a:pt x="18006" y="11923"/>
                </a:moveTo>
                <a:lnTo>
                  <a:pt x="17860" y="11948"/>
                </a:lnTo>
                <a:lnTo>
                  <a:pt x="17812" y="11972"/>
                </a:lnTo>
                <a:lnTo>
                  <a:pt x="17763" y="11996"/>
                </a:lnTo>
                <a:lnTo>
                  <a:pt x="17763" y="12045"/>
                </a:lnTo>
                <a:lnTo>
                  <a:pt x="17763" y="12094"/>
                </a:lnTo>
                <a:lnTo>
                  <a:pt x="17787" y="12118"/>
                </a:lnTo>
                <a:lnTo>
                  <a:pt x="17860" y="12167"/>
                </a:lnTo>
                <a:lnTo>
                  <a:pt x="17933" y="12215"/>
                </a:lnTo>
                <a:lnTo>
                  <a:pt x="18006" y="12240"/>
                </a:lnTo>
                <a:lnTo>
                  <a:pt x="18152" y="12264"/>
                </a:lnTo>
                <a:lnTo>
                  <a:pt x="18444" y="12337"/>
                </a:lnTo>
                <a:lnTo>
                  <a:pt x="18761" y="12386"/>
                </a:lnTo>
                <a:lnTo>
                  <a:pt x="18834" y="12386"/>
                </a:lnTo>
                <a:lnTo>
                  <a:pt x="18882" y="12337"/>
                </a:lnTo>
                <a:lnTo>
                  <a:pt x="18931" y="12288"/>
                </a:lnTo>
                <a:lnTo>
                  <a:pt x="18955" y="12215"/>
                </a:lnTo>
                <a:lnTo>
                  <a:pt x="18931" y="12142"/>
                </a:lnTo>
                <a:lnTo>
                  <a:pt x="18931" y="12069"/>
                </a:lnTo>
                <a:lnTo>
                  <a:pt x="18882" y="12021"/>
                </a:lnTo>
                <a:lnTo>
                  <a:pt x="18809" y="11996"/>
                </a:lnTo>
                <a:lnTo>
                  <a:pt x="18566" y="11948"/>
                </a:lnTo>
                <a:lnTo>
                  <a:pt x="18201" y="11923"/>
                </a:lnTo>
                <a:close/>
                <a:moveTo>
                  <a:pt x="3358" y="13359"/>
                </a:moveTo>
                <a:lnTo>
                  <a:pt x="3261" y="13383"/>
                </a:lnTo>
                <a:lnTo>
                  <a:pt x="2434" y="13870"/>
                </a:lnTo>
                <a:lnTo>
                  <a:pt x="1582" y="14357"/>
                </a:lnTo>
                <a:lnTo>
                  <a:pt x="1241" y="14503"/>
                </a:lnTo>
                <a:lnTo>
                  <a:pt x="1095" y="14576"/>
                </a:lnTo>
                <a:lnTo>
                  <a:pt x="949" y="14697"/>
                </a:lnTo>
                <a:lnTo>
                  <a:pt x="925" y="14770"/>
                </a:lnTo>
                <a:lnTo>
                  <a:pt x="925" y="14843"/>
                </a:lnTo>
                <a:lnTo>
                  <a:pt x="949" y="14892"/>
                </a:lnTo>
                <a:lnTo>
                  <a:pt x="1022" y="14941"/>
                </a:lnTo>
                <a:lnTo>
                  <a:pt x="1120" y="14965"/>
                </a:lnTo>
                <a:lnTo>
                  <a:pt x="1217" y="14965"/>
                </a:lnTo>
                <a:lnTo>
                  <a:pt x="1412" y="14916"/>
                </a:lnTo>
                <a:lnTo>
                  <a:pt x="1606" y="14843"/>
                </a:lnTo>
                <a:lnTo>
                  <a:pt x="1801" y="14746"/>
                </a:lnTo>
                <a:lnTo>
                  <a:pt x="2239" y="14551"/>
                </a:lnTo>
                <a:lnTo>
                  <a:pt x="2677" y="14308"/>
                </a:lnTo>
                <a:lnTo>
                  <a:pt x="3504" y="13797"/>
                </a:lnTo>
                <a:lnTo>
                  <a:pt x="3577" y="13724"/>
                </a:lnTo>
                <a:lnTo>
                  <a:pt x="3626" y="13651"/>
                </a:lnTo>
                <a:lnTo>
                  <a:pt x="3626" y="13554"/>
                </a:lnTo>
                <a:lnTo>
                  <a:pt x="3577" y="13481"/>
                </a:lnTo>
                <a:lnTo>
                  <a:pt x="3529" y="13408"/>
                </a:lnTo>
                <a:lnTo>
                  <a:pt x="3456" y="13359"/>
                </a:lnTo>
                <a:close/>
                <a:moveTo>
                  <a:pt x="17325" y="13383"/>
                </a:moveTo>
                <a:lnTo>
                  <a:pt x="17179" y="13408"/>
                </a:lnTo>
                <a:lnTo>
                  <a:pt x="17130" y="13408"/>
                </a:lnTo>
                <a:lnTo>
                  <a:pt x="17130" y="13432"/>
                </a:lnTo>
                <a:lnTo>
                  <a:pt x="17130" y="13505"/>
                </a:lnTo>
                <a:lnTo>
                  <a:pt x="17252" y="13627"/>
                </a:lnTo>
                <a:lnTo>
                  <a:pt x="17398" y="13748"/>
                </a:lnTo>
                <a:lnTo>
                  <a:pt x="17690" y="13943"/>
                </a:lnTo>
                <a:lnTo>
                  <a:pt x="18006" y="14113"/>
                </a:lnTo>
                <a:lnTo>
                  <a:pt x="18323" y="14284"/>
                </a:lnTo>
                <a:lnTo>
                  <a:pt x="18907" y="14649"/>
                </a:lnTo>
                <a:lnTo>
                  <a:pt x="19199" y="14819"/>
                </a:lnTo>
                <a:lnTo>
                  <a:pt x="19515" y="14941"/>
                </a:lnTo>
                <a:lnTo>
                  <a:pt x="19612" y="14965"/>
                </a:lnTo>
                <a:lnTo>
                  <a:pt x="19709" y="14941"/>
                </a:lnTo>
                <a:lnTo>
                  <a:pt x="19758" y="14868"/>
                </a:lnTo>
                <a:lnTo>
                  <a:pt x="19807" y="14795"/>
                </a:lnTo>
                <a:lnTo>
                  <a:pt x="19807" y="14697"/>
                </a:lnTo>
                <a:lnTo>
                  <a:pt x="19782" y="14600"/>
                </a:lnTo>
                <a:lnTo>
                  <a:pt x="19734" y="14527"/>
                </a:lnTo>
                <a:lnTo>
                  <a:pt x="19636" y="14454"/>
                </a:lnTo>
                <a:lnTo>
                  <a:pt x="19272" y="14308"/>
                </a:lnTo>
                <a:lnTo>
                  <a:pt x="18931" y="14113"/>
                </a:lnTo>
                <a:lnTo>
                  <a:pt x="18590" y="13919"/>
                </a:lnTo>
                <a:lnTo>
                  <a:pt x="18250" y="13724"/>
                </a:lnTo>
                <a:lnTo>
                  <a:pt x="17982" y="13602"/>
                </a:lnTo>
                <a:lnTo>
                  <a:pt x="17739" y="13481"/>
                </a:lnTo>
                <a:lnTo>
                  <a:pt x="17593" y="13432"/>
                </a:lnTo>
                <a:lnTo>
                  <a:pt x="17447" y="13408"/>
                </a:lnTo>
                <a:lnTo>
                  <a:pt x="17325" y="13383"/>
                </a:lnTo>
                <a:close/>
                <a:moveTo>
                  <a:pt x="4234" y="14892"/>
                </a:moveTo>
                <a:lnTo>
                  <a:pt x="4161" y="14916"/>
                </a:lnTo>
                <a:lnTo>
                  <a:pt x="4088" y="14941"/>
                </a:lnTo>
                <a:lnTo>
                  <a:pt x="3942" y="15087"/>
                </a:lnTo>
                <a:lnTo>
                  <a:pt x="3820" y="15257"/>
                </a:lnTo>
                <a:lnTo>
                  <a:pt x="3723" y="15330"/>
                </a:lnTo>
                <a:lnTo>
                  <a:pt x="3650" y="15379"/>
                </a:lnTo>
                <a:lnTo>
                  <a:pt x="3650" y="15403"/>
                </a:lnTo>
                <a:lnTo>
                  <a:pt x="3601" y="15427"/>
                </a:lnTo>
                <a:lnTo>
                  <a:pt x="3577" y="15476"/>
                </a:lnTo>
                <a:lnTo>
                  <a:pt x="3553" y="15525"/>
                </a:lnTo>
                <a:lnTo>
                  <a:pt x="3553" y="15573"/>
                </a:lnTo>
                <a:lnTo>
                  <a:pt x="3577" y="15646"/>
                </a:lnTo>
                <a:lnTo>
                  <a:pt x="3626" y="15695"/>
                </a:lnTo>
                <a:lnTo>
                  <a:pt x="3699" y="15744"/>
                </a:lnTo>
                <a:lnTo>
                  <a:pt x="3772" y="15744"/>
                </a:lnTo>
                <a:lnTo>
                  <a:pt x="3845" y="15719"/>
                </a:lnTo>
                <a:lnTo>
                  <a:pt x="3991" y="15646"/>
                </a:lnTo>
                <a:lnTo>
                  <a:pt x="4088" y="15549"/>
                </a:lnTo>
                <a:lnTo>
                  <a:pt x="4258" y="15403"/>
                </a:lnTo>
                <a:lnTo>
                  <a:pt x="4429" y="15208"/>
                </a:lnTo>
                <a:lnTo>
                  <a:pt x="4453" y="15135"/>
                </a:lnTo>
                <a:lnTo>
                  <a:pt x="4453" y="15087"/>
                </a:lnTo>
                <a:lnTo>
                  <a:pt x="4429" y="15014"/>
                </a:lnTo>
                <a:lnTo>
                  <a:pt x="4380" y="14941"/>
                </a:lnTo>
                <a:lnTo>
                  <a:pt x="4307" y="14892"/>
                </a:lnTo>
                <a:close/>
                <a:moveTo>
                  <a:pt x="16376" y="14843"/>
                </a:moveTo>
                <a:lnTo>
                  <a:pt x="16303" y="14892"/>
                </a:lnTo>
                <a:lnTo>
                  <a:pt x="16279" y="14965"/>
                </a:lnTo>
                <a:lnTo>
                  <a:pt x="16303" y="15038"/>
                </a:lnTo>
                <a:lnTo>
                  <a:pt x="16400" y="15233"/>
                </a:lnTo>
                <a:lnTo>
                  <a:pt x="16522" y="15403"/>
                </a:lnTo>
                <a:lnTo>
                  <a:pt x="16668" y="15598"/>
                </a:lnTo>
                <a:lnTo>
                  <a:pt x="16765" y="15671"/>
                </a:lnTo>
                <a:lnTo>
                  <a:pt x="16863" y="15744"/>
                </a:lnTo>
                <a:lnTo>
                  <a:pt x="16936" y="15768"/>
                </a:lnTo>
                <a:lnTo>
                  <a:pt x="17009" y="15768"/>
                </a:lnTo>
                <a:lnTo>
                  <a:pt x="17082" y="15719"/>
                </a:lnTo>
                <a:lnTo>
                  <a:pt x="17130" y="15671"/>
                </a:lnTo>
                <a:lnTo>
                  <a:pt x="17155" y="15598"/>
                </a:lnTo>
                <a:lnTo>
                  <a:pt x="17155" y="15525"/>
                </a:lnTo>
                <a:lnTo>
                  <a:pt x="17130" y="15476"/>
                </a:lnTo>
                <a:lnTo>
                  <a:pt x="17057" y="15403"/>
                </a:lnTo>
                <a:lnTo>
                  <a:pt x="16911" y="15281"/>
                </a:lnTo>
                <a:lnTo>
                  <a:pt x="16790" y="15135"/>
                </a:lnTo>
                <a:lnTo>
                  <a:pt x="16644" y="14965"/>
                </a:lnTo>
                <a:lnTo>
                  <a:pt x="16546" y="14892"/>
                </a:lnTo>
                <a:lnTo>
                  <a:pt x="16449" y="14843"/>
                </a:lnTo>
                <a:close/>
                <a:moveTo>
                  <a:pt x="11169" y="3577"/>
                </a:moveTo>
                <a:lnTo>
                  <a:pt x="11582" y="3650"/>
                </a:lnTo>
                <a:lnTo>
                  <a:pt x="11996" y="3748"/>
                </a:lnTo>
                <a:lnTo>
                  <a:pt x="12410" y="3894"/>
                </a:lnTo>
                <a:lnTo>
                  <a:pt x="12799" y="4064"/>
                </a:lnTo>
                <a:lnTo>
                  <a:pt x="13188" y="4259"/>
                </a:lnTo>
                <a:lnTo>
                  <a:pt x="13578" y="4453"/>
                </a:lnTo>
                <a:lnTo>
                  <a:pt x="13943" y="4672"/>
                </a:lnTo>
                <a:lnTo>
                  <a:pt x="14235" y="4891"/>
                </a:lnTo>
                <a:lnTo>
                  <a:pt x="14502" y="5110"/>
                </a:lnTo>
                <a:lnTo>
                  <a:pt x="14770" y="5329"/>
                </a:lnTo>
                <a:lnTo>
                  <a:pt x="15038" y="5573"/>
                </a:lnTo>
                <a:lnTo>
                  <a:pt x="14989" y="5621"/>
                </a:lnTo>
                <a:lnTo>
                  <a:pt x="14916" y="5694"/>
                </a:lnTo>
                <a:lnTo>
                  <a:pt x="14916" y="5767"/>
                </a:lnTo>
                <a:lnTo>
                  <a:pt x="14892" y="5792"/>
                </a:lnTo>
                <a:lnTo>
                  <a:pt x="14892" y="5840"/>
                </a:lnTo>
                <a:lnTo>
                  <a:pt x="14940" y="5840"/>
                </a:lnTo>
                <a:lnTo>
                  <a:pt x="14989" y="5865"/>
                </a:lnTo>
                <a:lnTo>
                  <a:pt x="15086" y="5865"/>
                </a:lnTo>
                <a:lnTo>
                  <a:pt x="15159" y="5816"/>
                </a:lnTo>
                <a:lnTo>
                  <a:pt x="15232" y="5767"/>
                </a:lnTo>
                <a:lnTo>
                  <a:pt x="15354" y="5913"/>
                </a:lnTo>
                <a:lnTo>
                  <a:pt x="15257" y="5986"/>
                </a:lnTo>
                <a:lnTo>
                  <a:pt x="15208" y="6059"/>
                </a:lnTo>
                <a:lnTo>
                  <a:pt x="15159" y="6132"/>
                </a:lnTo>
                <a:lnTo>
                  <a:pt x="15184" y="6205"/>
                </a:lnTo>
                <a:lnTo>
                  <a:pt x="15208" y="6254"/>
                </a:lnTo>
                <a:lnTo>
                  <a:pt x="15330" y="6254"/>
                </a:lnTo>
                <a:lnTo>
                  <a:pt x="15427" y="6181"/>
                </a:lnTo>
                <a:lnTo>
                  <a:pt x="15524" y="6132"/>
                </a:lnTo>
                <a:lnTo>
                  <a:pt x="15719" y="6376"/>
                </a:lnTo>
                <a:lnTo>
                  <a:pt x="15695" y="6424"/>
                </a:lnTo>
                <a:lnTo>
                  <a:pt x="15573" y="6546"/>
                </a:lnTo>
                <a:lnTo>
                  <a:pt x="15549" y="6619"/>
                </a:lnTo>
                <a:lnTo>
                  <a:pt x="15524" y="6716"/>
                </a:lnTo>
                <a:lnTo>
                  <a:pt x="15549" y="6765"/>
                </a:lnTo>
                <a:lnTo>
                  <a:pt x="15597" y="6789"/>
                </a:lnTo>
                <a:lnTo>
                  <a:pt x="15768" y="6789"/>
                </a:lnTo>
                <a:lnTo>
                  <a:pt x="15865" y="6741"/>
                </a:lnTo>
                <a:lnTo>
                  <a:pt x="15914" y="6692"/>
                </a:lnTo>
                <a:lnTo>
                  <a:pt x="16060" y="6911"/>
                </a:lnTo>
                <a:lnTo>
                  <a:pt x="15962" y="7008"/>
                </a:lnTo>
                <a:lnTo>
                  <a:pt x="15889" y="7081"/>
                </a:lnTo>
                <a:lnTo>
                  <a:pt x="15841" y="7130"/>
                </a:lnTo>
                <a:lnTo>
                  <a:pt x="15841" y="7203"/>
                </a:lnTo>
                <a:lnTo>
                  <a:pt x="15865" y="7300"/>
                </a:lnTo>
                <a:lnTo>
                  <a:pt x="15914" y="7325"/>
                </a:lnTo>
                <a:lnTo>
                  <a:pt x="15962" y="7349"/>
                </a:lnTo>
                <a:lnTo>
                  <a:pt x="16060" y="7325"/>
                </a:lnTo>
                <a:lnTo>
                  <a:pt x="16157" y="7300"/>
                </a:lnTo>
                <a:lnTo>
                  <a:pt x="16254" y="7227"/>
                </a:lnTo>
                <a:lnTo>
                  <a:pt x="16400" y="7495"/>
                </a:lnTo>
                <a:lnTo>
                  <a:pt x="16327" y="7519"/>
                </a:lnTo>
                <a:lnTo>
                  <a:pt x="16254" y="7544"/>
                </a:lnTo>
                <a:lnTo>
                  <a:pt x="16157" y="7617"/>
                </a:lnTo>
                <a:lnTo>
                  <a:pt x="16060" y="7714"/>
                </a:lnTo>
                <a:lnTo>
                  <a:pt x="15987" y="7811"/>
                </a:lnTo>
                <a:lnTo>
                  <a:pt x="15938" y="7909"/>
                </a:lnTo>
                <a:lnTo>
                  <a:pt x="15938" y="7982"/>
                </a:lnTo>
                <a:lnTo>
                  <a:pt x="15962" y="8030"/>
                </a:lnTo>
                <a:lnTo>
                  <a:pt x="15987" y="8079"/>
                </a:lnTo>
                <a:lnTo>
                  <a:pt x="16060" y="8103"/>
                </a:lnTo>
                <a:lnTo>
                  <a:pt x="16108" y="8079"/>
                </a:lnTo>
                <a:lnTo>
                  <a:pt x="16181" y="8030"/>
                </a:lnTo>
                <a:lnTo>
                  <a:pt x="16303" y="7933"/>
                </a:lnTo>
                <a:lnTo>
                  <a:pt x="16449" y="7836"/>
                </a:lnTo>
                <a:lnTo>
                  <a:pt x="16522" y="7763"/>
                </a:lnTo>
                <a:lnTo>
                  <a:pt x="16692" y="8176"/>
                </a:lnTo>
                <a:lnTo>
                  <a:pt x="16619" y="8201"/>
                </a:lnTo>
                <a:lnTo>
                  <a:pt x="16571" y="8225"/>
                </a:lnTo>
                <a:lnTo>
                  <a:pt x="16473" y="8347"/>
                </a:lnTo>
                <a:lnTo>
                  <a:pt x="16254" y="8541"/>
                </a:lnTo>
                <a:lnTo>
                  <a:pt x="16181" y="8614"/>
                </a:lnTo>
                <a:lnTo>
                  <a:pt x="16108" y="8712"/>
                </a:lnTo>
                <a:lnTo>
                  <a:pt x="16084" y="8760"/>
                </a:lnTo>
                <a:lnTo>
                  <a:pt x="16060" y="8809"/>
                </a:lnTo>
                <a:lnTo>
                  <a:pt x="16060" y="8858"/>
                </a:lnTo>
                <a:lnTo>
                  <a:pt x="16108" y="8906"/>
                </a:lnTo>
                <a:lnTo>
                  <a:pt x="16157" y="8930"/>
                </a:lnTo>
                <a:lnTo>
                  <a:pt x="16206" y="8930"/>
                </a:lnTo>
                <a:lnTo>
                  <a:pt x="16327" y="8882"/>
                </a:lnTo>
                <a:lnTo>
                  <a:pt x="16425" y="8809"/>
                </a:lnTo>
                <a:lnTo>
                  <a:pt x="16522" y="8736"/>
                </a:lnTo>
                <a:lnTo>
                  <a:pt x="16668" y="8614"/>
                </a:lnTo>
                <a:lnTo>
                  <a:pt x="16790" y="8468"/>
                </a:lnTo>
                <a:lnTo>
                  <a:pt x="16887" y="8882"/>
                </a:lnTo>
                <a:lnTo>
                  <a:pt x="16790" y="8930"/>
                </a:lnTo>
                <a:lnTo>
                  <a:pt x="16692" y="8979"/>
                </a:lnTo>
                <a:lnTo>
                  <a:pt x="16498" y="9125"/>
                </a:lnTo>
                <a:lnTo>
                  <a:pt x="16230" y="9271"/>
                </a:lnTo>
                <a:lnTo>
                  <a:pt x="16108" y="9368"/>
                </a:lnTo>
                <a:lnTo>
                  <a:pt x="16011" y="9441"/>
                </a:lnTo>
                <a:lnTo>
                  <a:pt x="16011" y="9490"/>
                </a:lnTo>
                <a:lnTo>
                  <a:pt x="16035" y="9514"/>
                </a:lnTo>
                <a:lnTo>
                  <a:pt x="16181" y="9539"/>
                </a:lnTo>
                <a:lnTo>
                  <a:pt x="16327" y="9514"/>
                </a:lnTo>
                <a:lnTo>
                  <a:pt x="16619" y="9441"/>
                </a:lnTo>
                <a:lnTo>
                  <a:pt x="16790" y="9368"/>
                </a:lnTo>
                <a:lnTo>
                  <a:pt x="16960" y="9271"/>
                </a:lnTo>
                <a:lnTo>
                  <a:pt x="17009" y="9660"/>
                </a:lnTo>
                <a:lnTo>
                  <a:pt x="16522" y="9855"/>
                </a:lnTo>
                <a:lnTo>
                  <a:pt x="16254" y="9977"/>
                </a:lnTo>
                <a:lnTo>
                  <a:pt x="16108" y="10050"/>
                </a:lnTo>
                <a:lnTo>
                  <a:pt x="15987" y="10123"/>
                </a:lnTo>
                <a:lnTo>
                  <a:pt x="15962" y="10171"/>
                </a:lnTo>
                <a:lnTo>
                  <a:pt x="15962" y="10196"/>
                </a:lnTo>
                <a:lnTo>
                  <a:pt x="15987" y="10220"/>
                </a:lnTo>
                <a:lnTo>
                  <a:pt x="16011" y="10244"/>
                </a:lnTo>
                <a:lnTo>
                  <a:pt x="16279" y="10269"/>
                </a:lnTo>
                <a:lnTo>
                  <a:pt x="16522" y="10220"/>
                </a:lnTo>
                <a:lnTo>
                  <a:pt x="16765" y="10147"/>
                </a:lnTo>
                <a:lnTo>
                  <a:pt x="17033" y="10074"/>
                </a:lnTo>
                <a:lnTo>
                  <a:pt x="17009" y="10585"/>
                </a:lnTo>
                <a:lnTo>
                  <a:pt x="16765" y="10585"/>
                </a:lnTo>
                <a:lnTo>
                  <a:pt x="16546" y="10634"/>
                </a:lnTo>
                <a:lnTo>
                  <a:pt x="16108" y="10707"/>
                </a:lnTo>
                <a:lnTo>
                  <a:pt x="15914" y="10780"/>
                </a:lnTo>
                <a:lnTo>
                  <a:pt x="15719" y="10853"/>
                </a:lnTo>
                <a:lnTo>
                  <a:pt x="15695" y="10877"/>
                </a:lnTo>
                <a:lnTo>
                  <a:pt x="15719" y="10901"/>
                </a:lnTo>
                <a:lnTo>
                  <a:pt x="15889" y="10950"/>
                </a:lnTo>
                <a:lnTo>
                  <a:pt x="16060" y="10974"/>
                </a:lnTo>
                <a:lnTo>
                  <a:pt x="16425" y="10950"/>
                </a:lnTo>
                <a:lnTo>
                  <a:pt x="16814" y="10926"/>
                </a:lnTo>
                <a:lnTo>
                  <a:pt x="16984" y="10926"/>
                </a:lnTo>
                <a:lnTo>
                  <a:pt x="16887" y="11412"/>
                </a:lnTo>
                <a:lnTo>
                  <a:pt x="16765" y="11412"/>
                </a:lnTo>
                <a:lnTo>
                  <a:pt x="16619" y="11437"/>
                </a:lnTo>
                <a:lnTo>
                  <a:pt x="16352" y="11485"/>
                </a:lnTo>
                <a:lnTo>
                  <a:pt x="16035" y="11558"/>
                </a:lnTo>
                <a:lnTo>
                  <a:pt x="15889" y="11583"/>
                </a:lnTo>
                <a:lnTo>
                  <a:pt x="15719" y="11607"/>
                </a:lnTo>
                <a:lnTo>
                  <a:pt x="15695" y="11607"/>
                </a:lnTo>
                <a:lnTo>
                  <a:pt x="15670" y="11631"/>
                </a:lnTo>
                <a:lnTo>
                  <a:pt x="15670" y="11656"/>
                </a:lnTo>
                <a:lnTo>
                  <a:pt x="15695" y="11680"/>
                </a:lnTo>
                <a:lnTo>
                  <a:pt x="15962" y="11777"/>
                </a:lnTo>
                <a:lnTo>
                  <a:pt x="16108" y="11826"/>
                </a:lnTo>
                <a:lnTo>
                  <a:pt x="16254" y="11850"/>
                </a:lnTo>
                <a:lnTo>
                  <a:pt x="16522" y="11826"/>
                </a:lnTo>
                <a:lnTo>
                  <a:pt x="16814" y="11802"/>
                </a:lnTo>
                <a:lnTo>
                  <a:pt x="16668" y="12264"/>
                </a:lnTo>
                <a:lnTo>
                  <a:pt x="16498" y="12215"/>
                </a:lnTo>
                <a:lnTo>
                  <a:pt x="16303" y="12191"/>
                </a:lnTo>
                <a:lnTo>
                  <a:pt x="16108" y="12142"/>
                </a:lnTo>
                <a:lnTo>
                  <a:pt x="15914" y="12094"/>
                </a:lnTo>
                <a:lnTo>
                  <a:pt x="15695" y="12094"/>
                </a:lnTo>
                <a:lnTo>
                  <a:pt x="15476" y="12118"/>
                </a:lnTo>
                <a:lnTo>
                  <a:pt x="15451" y="12142"/>
                </a:lnTo>
                <a:lnTo>
                  <a:pt x="15451" y="12167"/>
                </a:lnTo>
                <a:lnTo>
                  <a:pt x="15476" y="12191"/>
                </a:lnTo>
                <a:lnTo>
                  <a:pt x="15646" y="12288"/>
                </a:lnTo>
                <a:lnTo>
                  <a:pt x="15816" y="12386"/>
                </a:lnTo>
                <a:lnTo>
                  <a:pt x="16230" y="12532"/>
                </a:lnTo>
                <a:lnTo>
                  <a:pt x="16546" y="12629"/>
                </a:lnTo>
                <a:lnTo>
                  <a:pt x="16376" y="13018"/>
                </a:lnTo>
                <a:lnTo>
                  <a:pt x="16060" y="12970"/>
                </a:lnTo>
                <a:lnTo>
                  <a:pt x="15743" y="12872"/>
                </a:lnTo>
                <a:lnTo>
                  <a:pt x="15573" y="12824"/>
                </a:lnTo>
                <a:lnTo>
                  <a:pt x="15476" y="12824"/>
                </a:lnTo>
                <a:lnTo>
                  <a:pt x="15451" y="12848"/>
                </a:lnTo>
                <a:lnTo>
                  <a:pt x="15427" y="12897"/>
                </a:lnTo>
                <a:lnTo>
                  <a:pt x="15427" y="12945"/>
                </a:lnTo>
                <a:lnTo>
                  <a:pt x="15451" y="12994"/>
                </a:lnTo>
                <a:lnTo>
                  <a:pt x="15524" y="13091"/>
                </a:lnTo>
                <a:lnTo>
                  <a:pt x="15743" y="13237"/>
                </a:lnTo>
                <a:lnTo>
                  <a:pt x="15938" y="13335"/>
                </a:lnTo>
                <a:lnTo>
                  <a:pt x="16181" y="13408"/>
                </a:lnTo>
                <a:lnTo>
                  <a:pt x="15914" y="13821"/>
                </a:lnTo>
                <a:lnTo>
                  <a:pt x="15865" y="13894"/>
                </a:lnTo>
                <a:lnTo>
                  <a:pt x="15841" y="13870"/>
                </a:lnTo>
                <a:lnTo>
                  <a:pt x="15719" y="13797"/>
                </a:lnTo>
                <a:lnTo>
                  <a:pt x="15597" y="13700"/>
                </a:lnTo>
                <a:lnTo>
                  <a:pt x="15330" y="13578"/>
                </a:lnTo>
                <a:lnTo>
                  <a:pt x="15013" y="13505"/>
                </a:lnTo>
                <a:lnTo>
                  <a:pt x="14721" y="13505"/>
                </a:lnTo>
                <a:lnTo>
                  <a:pt x="14697" y="13529"/>
                </a:lnTo>
                <a:lnTo>
                  <a:pt x="14673" y="13578"/>
                </a:lnTo>
                <a:lnTo>
                  <a:pt x="14697" y="13602"/>
                </a:lnTo>
                <a:lnTo>
                  <a:pt x="14794" y="13651"/>
                </a:lnTo>
                <a:lnTo>
                  <a:pt x="14892" y="13724"/>
                </a:lnTo>
                <a:lnTo>
                  <a:pt x="15111" y="13821"/>
                </a:lnTo>
                <a:lnTo>
                  <a:pt x="15378" y="13967"/>
                </a:lnTo>
                <a:lnTo>
                  <a:pt x="15622" y="14138"/>
                </a:lnTo>
                <a:lnTo>
                  <a:pt x="15670" y="14162"/>
                </a:lnTo>
                <a:lnTo>
                  <a:pt x="15451" y="14405"/>
                </a:lnTo>
                <a:lnTo>
                  <a:pt x="15330" y="14357"/>
                </a:lnTo>
                <a:lnTo>
                  <a:pt x="15208" y="14332"/>
                </a:lnTo>
                <a:lnTo>
                  <a:pt x="15086" y="14332"/>
                </a:lnTo>
                <a:lnTo>
                  <a:pt x="14989" y="14308"/>
                </a:lnTo>
                <a:lnTo>
                  <a:pt x="14794" y="14259"/>
                </a:lnTo>
                <a:lnTo>
                  <a:pt x="14624" y="14186"/>
                </a:lnTo>
                <a:lnTo>
                  <a:pt x="14454" y="14089"/>
                </a:lnTo>
                <a:lnTo>
                  <a:pt x="14308" y="14016"/>
                </a:lnTo>
                <a:lnTo>
                  <a:pt x="14137" y="14016"/>
                </a:lnTo>
                <a:lnTo>
                  <a:pt x="14089" y="14040"/>
                </a:lnTo>
                <a:lnTo>
                  <a:pt x="14064" y="14089"/>
                </a:lnTo>
                <a:lnTo>
                  <a:pt x="14089" y="14162"/>
                </a:lnTo>
                <a:lnTo>
                  <a:pt x="14162" y="14259"/>
                </a:lnTo>
                <a:lnTo>
                  <a:pt x="14308" y="14405"/>
                </a:lnTo>
                <a:lnTo>
                  <a:pt x="14478" y="14527"/>
                </a:lnTo>
                <a:lnTo>
                  <a:pt x="14648" y="14600"/>
                </a:lnTo>
                <a:lnTo>
                  <a:pt x="14843" y="14697"/>
                </a:lnTo>
                <a:lnTo>
                  <a:pt x="14965" y="14746"/>
                </a:lnTo>
                <a:lnTo>
                  <a:pt x="15086" y="14770"/>
                </a:lnTo>
                <a:lnTo>
                  <a:pt x="14819" y="14989"/>
                </a:lnTo>
                <a:lnTo>
                  <a:pt x="14527" y="15208"/>
                </a:lnTo>
                <a:lnTo>
                  <a:pt x="14454" y="15208"/>
                </a:lnTo>
                <a:lnTo>
                  <a:pt x="14332" y="15184"/>
                </a:lnTo>
                <a:lnTo>
                  <a:pt x="14235" y="15111"/>
                </a:lnTo>
                <a:lnTo>
                  <a:pt x="14064" y="14965"/>
                </a:lnTo>
                <a:lnTo>
                  <a:pt x="13918" y="14843"/>
                </a:lnTo>
                <a:lnTo>
                  <a:pt x="13748" y="14722"/>
                </a:lnTo>
                <a:lnTo>
                  <a:pt x="13651" y="14673"/>
                </a:lnTo>
                <a:lnTo>
                  <a:pt x="13578" y="14624"/>
                </a:lnTo>
                <a:lnTo>
                  <a:pt x="13383" y="14624"/>
                </a:lnTo>
                <a:lnTo>
                  <a:pt x="13359" y="14649"/>
                </a:lnTo>
                <a:lnTo>
                  <a:pt x="13359" y="14697"/>
                </a:lnTo>
                <a:lnTo>
                  <a:pt x="13456" y="14868"/>
                </a:lnTo>
                <a:lnTo>
                  <a:pt x="13602" y="15014"/>
                </a:lnTo>
                <a:lnTo>
                  <a:pt x="13894" y="15306"/>
                </a:lnTo>
                <a:lnTo>
                  <a:pt x="13991" y="15403"/>
                </a:lnTo>
                <a:lnTo>
                  <a:pt x="14113" y="15476"/>
                </a:lnTo>
                <a:lnTo>
                  <a:pt x="13748" y="15671"/>
                </a:lnTo>
                <a:lnTo>
                  <a:pt x="13553" y="15598"/>
                </a:lnTo>
                <a:lnTo>
                  <a:pt x="13456" y="15549"/>
                </a:lnTo>
                <a:lnTo>
                  <a:pt x="13359" y="15476"/>
                </a:lnTo>
                <a:lnTo>
                  <a:pt x="13164" y="15306"/>
                </a:lnTo>
                <a:lnTo>
                  <a:pt x="12872" y="15062"/>
                </a:lnTo>
                <a:lnTo>
                  <a:pt x="12726" y="14941"/>
                </a:lnTo>
                <a:lnTo>
                  <a:pt x="12556" y="14843"/>
                </a:lnTo>
                <a:lnTo>
                  <a:pt x="12507" y="14868"/>
                </a:lnTo>
                <a:lnTo>
                  <a:pt x="12483" y="14916"/>
                </a:lnTo>
                <a:lnTo>
                  <a:pt x="12580" y="15135"/>
                </a:lnTo>
                <a:lnTo>
                  <a:pt x="12726" y="15330"/>
                </a:lnTo>
                <a:lnTo>
                  <a:pt x="12896" y="15525"/>
                </a:lnTo>
                <a:lnTo>
                  <a:pt x="13067" y="15695"/>
                </a:lnTo>
                <a:lnTo>
                  <a:pt x="13310" y="15865"/>
                </a:lnTo>
                <a:lnTo>
                  <a:pt x="12702" y="16084"/>
                </a:lnTo>
                <a:lnTo>
                  <a:pt x="12239" y="15719"/>
                </a:lnTo>
                <a:lnTo>
                  <a:pt x="11972" y="15476"/>
                </a:lnTo>
                <a:lnTo>
                  <a:pt x="11826" y="15354"/>
                </a:lnTo>
                <a:lnTo>
                  <a:pt x="11655" y="15257"/>
                </a:lnTo>
                <a:lnTo>
                  <a:pt x="11631" y="15257"/>
                </a:lnTo>
                <a:lnTo>
                  <a:pt x="11607" y="15281"/>
                </a:lnTo>
                <a:lnTo>
                  <a:pt x="11607" y="15354"/>
                </a:lnTo>
                <a:lnTo>
                  <a:pt x="11631" y="15427"/>
                </a:lnTo>
                <a:lnTo>
                  <a:pt x="11704" y="15573"/>
                </a:lnTo>
                <a:lnTo>
                  <a:pt x="11801" y="15719"/>
                </a:lnTo>
                <a:lnTo>
                  <a:pt x="11899" y="15841"/>
                </a:lnTo>
                <a:lnTo>
                  <a:pt x="12093" y="16036"/>
                </a:lnTo>
                <a:lnTo>
                  <a:pt x="12312" y="16206"/>
                </a:lnTo>
                <a:lnTo>
                  <a:pt x="11826" y="16303"/>
                </a:lnTo>
                <a:lnTo>
                  <a:pt x="11801" y="16303"/>
                </a:lnTo>
                <a:lnTo>
                  <a:pt x="11558" y="16036"/>
                </a:lnTo>
                <a:lnTo>
                  <a:pt x="11291" y="15768"/>
                </a:lnTo>
                <a:lnTo>
                  <a:pt x="11169" y="15671"/>
                </a:lnTo>
                <a:lnTo>
                  <a:pt x="11047" y="15573"/>
                </a:lnTo>
                <a:lnTo>
                  <a:pt x="10901" y="15500"/>
                </a:lnTo>
                <a:lnTo>
                  <a:pt x="10828" y="15476"/>
                </a:lnTo>
                <a:lnTo>
                  <a:pt x="10731" y="15476"/>
                </a:lnTo>
                <a:lnTo>
                  <a:pt x="10731" y="15500"/>
                </a:lnTo>
                <a:lnTo>
                  <a:pt x="10780" y="15646"/>
                </a:lnTo>
                <a:lnTo>
                  <a:pt x="10853" y="15768"/>
                </a:lnTo>
                <a:lnTo>
                  <a:pt x="11072" y="15987"/>
                </a:lnTo>
                <a:lnTo>
                  <a:pt x="11437" y="16376"/>
                </a:lnTo>
                <a:lnTo>
                  <a:pt x="11072" y="16425"/>
                </a:lnTo>
                <a:lnTo>
                  <a:pt x="10682" y="16474"/>
                </a:lnTo>
                <a:lnTo>
                  <a:pt x="10682" y="16401"/>
                </a:lnTo>
                <a:lnTo>
                  <a:pt x="10634" y="16328"/>
                </a:lnTo>
                <a:lnTo>
                  <a:pt x="10463" y="16133"/>
                </a:lnTo>
                <a:lnTo>
                  <a:pt x="10269" y="15938"/>
                </a:lnTo>
                <a:lnTo>
                  <a:pt x="10050" y="15768"/>
                </a:lnTo>
                <a:lnTo>
                  <a:pt x="9831" y="15598"/>
                </a:lnTo>
                <a:lnTo>
                  <a:pt x="9806" y="15598"/>
                </a:lnTo>
                <a:lnTo>
                  <a:pt x="9782" y="15622"/>
                </a:lnTo>
                <a:lnTo>
                  <a:pt x="9806" y="15744"/>
                </a:lnTo>
                <a:lnTo>
                  <a:pt x="9855" y="15865"/>
                </a:lnTo>
                <a:lnTo>
                  <a:pt x="9904" y="15987"/>
                </a:lnTo>
                <a:lnTo>
                  <a:pt x="9977" y="16084"/>
                </a:lnTo>
                <a:lnTo>
                  <a:pt x="10123" y="16303"/>
                </a:lnTo>
                <a:lnTo>
                  <a:pt x="10317" y="16474"/>
                </a:lnTo>
                <a:lnTo>
                  <a:pt x="9685" y="16474"/>
                </a:lnTo>
                <a:lnTo>
                  <a:pt x="9612" y="16352"/>
                </a:lnTo>
                <a:lnTo>
                  <a:pt x="9563" y="16255"/>
                </a:lnTo>
                <a:lnTo>
                  <a:pt x="9393" y="16060"/>
                </a:lnTo>
                <a:lnTo>
                  <a:pt x="9222" y="15817"/>
                </a:lnTo>
                <a:lnTo>
                  <a:pt x="9125" y="15695"/>
                </a:lnTo>
                <a:lnTo>
                  <a:pt x="9028" y="15598"/>
                </a:lnTo>
                <a:lnTo>
                  <a:pt x="8979" y="15598"/>
                </a:lnTo>
                <a:lnTo>
                  <a:pt x="8955" y="15622"/>
                </a:lnTo>
                <a:lnTo>
                  <a:pt x="8955" y="15744"/>
                </a:lnTo>
                <a:lnTo>
                  <a:pt x="8979" y="15865"/>
                </a:lnTo>
                <a:lnTo>
                  <a:pt x="9003" y="15987"/>
                </a:lnTo>
                <a:lnTo>
                  <a:pt x="9052" y="16109"/>
                </a:lnTo>
                <a:lnTo>
                  <a:pt x="9247" y="16449"/>
                </a:lnTo>
                <a:lnTo>
                  <a:pt x="9247" y="16449"/>
                </a:lnTo>
                <a:lnTo>
                  <a:pt x="8687" y="16376"/>
                </a:lnTo>
                <a:lnTo>
                  <a:pt x="8614" y="16376"/>
                </a:lnTo>
                <a:lnTo>
                  <a:pt x="8590" y="16328"/>
                </a:lnTo>
                <a:lnTo>
                  <a:pt x="8492" y="16230"/>
                </a:lnTo>
                <a:lnTo>
                  <a:pt x="8419" y="16109"/>
                </a:lnTo>
                <a:lnTo>
                  <a:pt x="8346" y="15841"/>
                </a:lnTo>
                <a:lnTo>
                  <a:pt x="8273" y="15646"/>
                </a:lnTo>
                <a:lnTo>
                  <a:pt x="8200" y="15573"/>
                </a:lnTo>
                <a:lnTo>
                  <a:pt x="8152" y="15549"/>
                </a:lnTo>
                <a:lnTo>
                  <a:pt x="8103" y="15549"/>
                </a:lnTo>
                <a:lnTo>
                  <a:pt x="8079" y="15598"/>
                </a:lnTo>
                <a:lnTo>
                  <a:pt x="8054" y="15646"/>
                </a:lnTo>
                <a:lnTo>
                  <a:pt x="8054" y="15792"/>
                </a:lnTo>
                <a:lnTo>
                  <a:pt x="8079" y="15938"/>
                </a:lnTo>
                <a:lnTo>
                  <a:pt x="8103" y="16060"/>
                </a:lnTo>
                <a:lnTo>
                  <a:pt x="8176" y="16279"/>
                </a:lnTo>
                <a:lnTo>
                  <a:pt x="7762" y="16157"/>
                </a:lnTo>
                <a:lnTo>
                  <a:pt x="7714" y="16084"/>
                </a:lnTo>
                <a:lnTo>
                  <a:pt x="7665" y="15963"/>
                </a:lnTo>
                <a:lnTo>
                  <a:pt x="7592" y="15817"/>
                </a:lnTo>
                <a:lnTo>
                  <a:pt x="7543" y="15695"/>
                </a:lnTo>
                <a:lnTo>
                  <a:pt x="7519" y="15549"/>
                </a:lnTo>
                <a:lnTo>
                  <a:pt x="7495" y="15549"/>
                </a:lnTo>
                <a:lnTo>
                  <a:pt x="7470" y="15671"/>
                </a:lnTo>
                <a:lnTo>
                  <a:pt x="7446" y="15792"/>
                </a:lnTo>
                <a:lnTo>
                  <a:pt x="7446" y="15938"/>
                </a:lnTo>
                <a:lnTo>
                  <a:pt x="7470" y="16060"/>
                </a:lnTo>
                <a:lnTo>
                  <a:pt x="6984" y="15841"/>
                </a:lnTo>
                <a:lnTo>
                  <a:pt x="6984" y="15792"/>
                </a:lnTo>
                <a:lnTo>
                  <a:pt x="6911" y="15646"/>
                </a:lnTo>
                <a:lnTo>
                  <a:pt x="6813" y="15549"/>
                </a:lnTo>
                <a:lnTo>
                  <a:pt x="6789" y="15549"/>
                </a:lnTo>
                <a:lnTo>
                  <a:pt x="6740" y="15622"/>
                </a:lnTo>
                <a:lnTo>
                  <a:pt x="6716" y="15695"/>
                </a:lnTo>
                <a:lnTo>
                  <a:pt x="6375" y="15476"/>
                </a:lnTo>
                <a:lnTo>
                  <a:pt x="6035" y="15233"/>
                </a:lnTo>
                <a:lnTo>
                  <a:pt x="5718" y="14965"/>
                </a:lnTo>
                <a:lnTo>
                  <a:pt x="5451" y="14649"/>
                </a:lnTo>
                <a:lnTo>
                  <a:pt x="5159" y="14284"/>
                </a:lnTo>
                <a:lnTo>
                  <a:pt x="4915" y="13894"/>
                </a:lnTo>
                <a:lnTo>
                  <a:pt x="4696" y="13505"/>
                </a:lnTo>
                <a:lnTo>
                  <a:pt x="4502" y="13091"/>
                </a:lnTo>
                <a:lnTo>
                  <a:pt x="4356" y="12653"/>
                </a:lnTo>
                <a:lnTo>
                  <a:pt x="4234" y="12215"/>
                </a:lnTo>
                <a:lnTo>
                  <a:pt x="4112" y="11777"/>
                </a:lnTo>
                <a:lnTo>
                  <a:pt x="4064" y="11315"/>
                </a:lnTo>
                <a:lnTo>
                  <a:pt x="4015" y="10926"/>
                </a:lnTo>
                <a:lnTo>
                  <a:pt x="3991" y="10561"/>
                </a:lnTo>
                <a:lnTo>
                  <a:pt x="4015" y="10171"/>
                </a:lnTo>
                <a:lnTo>
                  <a:pt x="4039" y="9782"/>
                </a:lnTo>
                <a:lnTo>
                  <a:pt x="4088" y="9393"/>
                </a:lnTo>
                <a:lnTo>
                  <a:pt x="4137" y="9028"/>
                </a:lnTo>
                <a:lnTo>
                  <a:pt x="4234" y="8663"/>
                </a:lnTo>
                <a:lnTo>
                  <a:pt x="4331" y="8274"/>
                </a:lnTo>
                <a:lnTo>
                  <a:pt x="4453" y="7909"/>
                </a:lnTo>
                <a:lnTo>
                  <a:pt x="4599" y="7568"/>
                </a:lnTo>
                <a:lnTo>
                  <a:pt x="4769" y="7227"/>
                </a:lnTo>
                <a:lnTo>
                  <a:pt x="4940" y="6887"/>
                </a:lnTo>
                <a:lnTo>
                  <a:pt x="5134" y="6546"/>
                </a:lnTo>
                <a:lnTo>
                  <a:pt x="5353" y="6230"/>
                </a:lnTo>
                <a:lnTo>
                  <a:pt x="5597" y="5913"/>
                </a:lnTo>
                <a:lnTo>
                  <a:pt x="5840" y="5621"/>
                </a:lnTo>
                <a:lnTo>
                  <a:pt x="6083" y="5354"/>
                </a:lnTo>
                <a:lnTo>
                  <a:pt x="6351" y="5110"/>
                </a:lnTo>
                <a:lnTo>
                  <a:pt x="6643" y="4891"/>
                </a:lnTo>
                <a:lnTo>
                  <a:pt x="6935" y="4721"/>
                </a:lnTo>
                <a:lnTo>
                  <a:pt x="7227" y="4526"/>
                </a:lnTo>
                <a:lnTo>
                  <a:pt x="7543" y="4380"/>
                </a:lnTo>
                <a:lnTo>
                  <a:pt x="8225" y="4088"/>
                </a:lnTo>
                <a:lnTo>
                  <a:pt x="8784" y="3845"/>
                </a:lnTo>
                <a:lnTo>
                  <a:pt x="9368" y="3675"/>
                </a:lnTo>
                <a:lnTo>
                  <a:pt x="9636" y="3602"/>
                </a:lnTo>
                <a:lnTo>
                  <a:pt x="9660" y="3650"/>
                </a:lnTo>
                <a:lnTo>
                  <a:pt x="9685" y="3699"/>
                </a:lnTo>
                <a:lnTo>
                  <a:pt x="9733" y="3723"/>
                </a:lnTo>
                <a:lnTo>
                  <a:pt x="9806" y="3723"/>
                </a:lnTo>
                <a:lnTo>
                  <a:pt x="10171" y="3626"/>
                </a:lnTo>
                <a:lnTo>
                  <a:pt x="10536" y="3577"/>
                </a:lnTo>
                <a:lnTo>
                  <a:pt x="10585" y="3626"/>
                </a:lnTo>
                <a:lnTo>
                  <a:pt x="10634" y="3650"/>
                </a:lnTo>
                <a:lnTo>
                  <a:pt x="10682" y="3626"/>
                </a:lnTo>
                <a:lnTo>
                  <a:pt x="10707" y="3602"/>
                </a:lnTo>
                <a:lnTo>
                  <a:pt x="10731" y="3577"/>
                </a:lnTo>
                <a:close/>
                <a:moveTo>
                  <a:pt x="9977" y="3237"/>
                </a:moveTo>
                <a:lnTo>
                  <a:pt x="9733" y="3261"/>
                </a:lnTo>
                <a:lnTo>
                  <a:pt x="9490" y="3310"/>
                </a:lnTo>
                <a:lnTo>
                  <a:pt x="9028" y="3431"/>
                </a:lnTo>
                <a:lnTo>
                  <a:pt x="8638" y="3577"/>
                </a:lnTo>
                <a:lnTo>
                  <a:pt x="7957" y="3821"/>
                </a:lnTo>
                <a:lnTo>
                  <a:pt x="7324" y="4113"/>
                </a:lnTo>
                <a:lnTo>
                  <a:pt x="7008" y="4283"/>
                </a:lnTo>
                <a:lnTo>
                  <a:pt x="6692" y="4453"/>
                </a:lnTo>
                <a:lnTo>
                  <a:pt x="6400" y="4648"/>
                </a:lnTo>
                <a:lnTo>
                  <a:pt x="6108" y="4867"/>
                </a:lnTo>
                <a:lnTo>
                  <a:pt x="5791" y="5159"/>
                </a:lnTo>
                <a:lnTo>
                  <a:pt x="5499" y="5451"/>
                </a:lnTo>
                <a:lnTo>
                  <a:pt x="5232" y="5767"/>
                </a:lnTo>
                <a:lnTo>
                  <a:pt x="4988" y="6108"/>
                </a:lnTo>
                <a:lnTo>
                  <a:pt x="4745" y="6473"/>
                </a:lnTo>
                <a:lnTo>
                  <a:pt x="4526" y="6838"/>
                </a:lnTo>
                <a:lnTo>
                  <a:pt x="4356" y="7203"/>
                </a:lnTo>
                <a:lnTo>
                  <a:pt x="4185" y="7592"/>
                </a:lnTo>
                <a:lnTo>
                  <a:pt x="4039" y="8006"/>
                </a:lnTo>
                <a:lnTo>
                  <a:pt x="3918" y="8420"/>
                </a:lnTo>
                <a:lnTo>
                  <a:pt x="3796" y="8833"/>
                </a:lnTo>
                <a:lnTo>
                  <a:pt x="3723" y="9247"/>
                </a:lnTo>
                <a:lnTo>
                  <a:pt x="3674" y="9660"/>
                </a:lnTo>
                <a:lnTo>
                  <a:pt x="3626" y="10074"/>
                </a:lnTo>
                <a:lnTo>
                  <a:pt x="3626" y="10488"/>
                </a:lnTo>
                <a:lnTo>
                  <a:pt x="3626" y="10901"/>
                </a:lnTo>
                <a:lnTo>
                  <a:pt x="3650" y="11315"/>
                </a:lnTo>
                <a:lnTo>
                  <a:pt x="3699" y="11704"/>
                </a:lnTo>
                <a:lnTo>
                  <a:pt x="3772" y="12094"/>
                </a:lnTo>
                <a:lnTo>
                  <a:pt x="3869" y="12483"/>
                </a:lnTo>
                <a:lnTo>
                  <a:pt x="3991" y="12872"/>
                </a:lnTo>
                <a:lnTo>
                  <a:pt x="4137" y="13262"/>
                </a:lnTo>
                <a:lnTo>
                  <a:pt x="4307" y="13627"/>
                </a:lnTo>
                <a:lnTo>
                  <a:pt x="4477" y="13967"/>
                </a:lnTo>
                <a:lnTo>
                  <a:pt x="4696" y="14332"/>
                </a:lnTo>
                <a:lnTo>
                  <a:pt x="4915" y="14649"/>
                </a:lnTo>
                <a:lnTo>
                  <a:pt x="5183" y="14965"/>
                </a:lnTo>
                <a:lnTo>
                  <a:pt x="5451" y="15257"/>
                </a:lnTo>
                <a:lnTo>
                  <a:pt x="5743" y="15525"/>
                </a:lnTo>
                <a:lnTo>
                  <a:pt x="6035" y="15768"/>
                </a:lnTo>
                <a:lnTo>
                  <a:pt x="6375" y="15987"/>
                </a:lnTo>
                <a:lnTo>
                  <a:pt x="6716" y="16182"/>
                </a:lnTo>
                <a:lnTo>
                  <a:pt x="6765" y="16230"/>
                </a:lnTo>
                <a:lnTo>
                  <a:pt x="6838" y="16230"/>
                </a:lnTo>
                <a:lnTo>
                  <a:pt x="6862" y="16255"/>
                </a:lnTo>
                <a:lnTo>
                  <a:pt x="7276" y="16425"/>
                </a:lnTo>
                <a:lnTo>
                  <a:pt x="7738" y="16595"/>
                </a:lnTo>
                <a:lnTo>
                  <a:pt x="8176" y="16717"/>
                </a:lnTo>
                <a:lnTo>
                  <a:pt x="8638" y="16814"/>
                </a:lnTo>
                <a:lnTo>
                  <a:pt x="9101" y="16887"/>
                </a:lnTo>
                <a:lnTo>
                  <a:pt x="9563" y="16936"/>
                </a:lnTo>
                <a:lnTo>
                  <a:pt x="10025" y="16960"/>
                </a:lnTo>
                <a:lnTo>
                  <a:pt x="10488" y="16936"/>
                </a:lnTo>
                <a:lnTo>
                  <a:pt x="10974" y="16912"/>
                </a:lnTo>
                <a:lnTo>
                  <a:pt x="11437" y="16839"/>
                </a:lnTo>
                <a:lnTo>
                  <a:pt x="11899" y="16766"/>
                </a:lnTo>
                <a:lnTo>
                  <a:pt x="12337" y="16644"/>
                </a:lnTo>
                <a:lnTo>
                  <a:pt x="12799" y="16522"/>
                </a:lnTo>
                <a:lnTo>
                  <a:pt x="13237" y="16352"/>
                </a:lnTo>
                <a:lnTo>
                  <a:pt x="13675" y="16182"/>
                </a:lnTo>
                <a:lnTo>
                  <a:pt x="14089" y="15963"/>
                </a:lnTo>
                <a:lnTo>
                  <a:pt x="14575" y="15671"/>
                </a:lnTo>
                <a:lnTo>
                  <a:pt x="15038" y="15354"/>
                </a:lnTo>
                <a:lnTo>
                  <a:pt x="15451" y="15014"/>
                </a:lnTo>
                <a:lnTo>
                  <a:pt x="15816" y="14624"/>
                </a:lnTo>
                <a:lnTo>
                  <a:pt x="16157" y="14186"/>
                </a:lnTo>
                <a:lnTo>
                  <a:pt x="16473" y="13748"/>
                </a:lnTo>
                <a:lnTo>
                  <a:pt x="16741" y="13286"/>
                </a:lnTo>
                <a:lnTo>
                  <a:pt x="16960" y="12799"/>
                </a:lnTo>
                <a:lnTo>
                  <a:pt x="17155" y="12288"/>
                </a:lnTo>
                <a:lnTo>
                  <a:pt x="17301" y="11777"/>
                </a:lnTo>
                <a:lnTo>
                  <a:pt x="17398" y="11242"/>
                </a:lnTo>
                <a:lnTo>
                  <a:pt x="17447" y="10707"/>
                </a:lnTo>
                <a:lnTo>
                  <a:pt x="17471" y="10147"/>
                </a:lnTo>
                <a:lnTo>
                  <a:pt x="17447" y="9587"/>
                </a:lnTo>
                <a:lnTo>
                  <a:pt x="17374" y="9052"/>
                </a:lnTo>
                <a:lnTo>
                  <a:pt x="17276" y="8493"/>
                </a:lnTo>
                <a:lnTo>
                  <a:pt x="17106" y="7957"/>
                </a:lnTo>
                <a:lnTo>
                  <a:pt x="16887" y="7422"/>
                </a:lnTo>
                <a:lnTo>
                  <a:pt x="16619" y="6911"/>
                </a:lnTo>
                <a:lnTo>
                  <a:pt x="16327" y="6400"/>
                </a:lnTo>
                <a:lnTo>
                  <a:pt x="15987" y="5938"/>
                </a:lnTo>
                <a:lnTo>
                  <a:pt x="15597" y="5500"/>
                </a:lnTo>
                <a:lnTo>
                  <a:pt x="15184" y="5110"/>
                </a:lnTo>
                <a:lnTo>
                  <a:pt x="14746" y="4745"/>
                </a:lnTo>
                <a:lnTo>
                  <a:pt x="14502" y="4551"/>
                </a:lnTo>
                <a:lnTo>
                  <a:pt x="14235" y="4380"/>
                </a:lnTo>
                <a:lnTo>
                  <a:pt x="13651" y="4088"/>
                </a:lnTo>
                <a:lnTo>
                  <a:pt x="13067" y="3796"/>
                </a:lnTo>
                <a:lnTo>
                  <a:pt x="12483" y="3577"/>
                </a:lnTo>
                <a:lnTo>
                  <a:pt x="11996" y="3431"/>
                </a:lnTo>
                <a:lnTo>
                  <a:pt x="11461" y="3334"/>
                </a:lnTo>
                <a:lnTo>
                  <a:pt x="11218" y="3285"/>
                </a:lnTo>
                <a:lnTo>
                  <a:pt x="10415" y="3285"/>
                </a:lnTo>
                <a:lnTo>
                  <a:pt x="10196" y="3237"/>
                </a:lnTo>
                <a:close/>
                <a:moveTo>
                  <a:pt x="13675" y="16912"/>
                </a:moveTo>
                <a:lnTo>
                  <a:pt x="13626" y="16936"/>
                </a:lnTo>
                <a:lnTo>
                  <a:pt x="13578" y="16984"/>
                </a:lnTo>
                <a:lnTo>
                  <a:pt x="13553" y="17057"/>
                </a:lnTo>
                <a:lnTo>
                  <a:pt x="13553" y="17106"/>
                </a:lnTo>
                <a:lnTo>
                  <a:pt x="13578" y="17252"/>
                </a:lnTo>
                <a:lnTo>
                  <a:pt x="13724" y="17495"/>
                </a:lnTo>
                <a:lnTo>
                  <a:pt x="13772" y="17666"/>
                </a:lnTo>
                <a:lnTo>
                  <a:pt x="13870" y="17812"/>
                </a:lnTo>
                <a:lnTo>
                  <a:pt x="13943" y="17885"/>
                </a:lnTo>
                <a:lnTo>
                  <a:pt x="13991" y="17958"/>
                </a:lnTo>
                <a:lnTo>
                  <a:pt x="14089" y="17982"/>
                </a:lnTo>
                <a:lnTo>
                  <a:pt x="14162" y="18006"/>
                </a:lnTo>
                <a:lnTo>
                  <a:pt x="14210" y="17982"/>
                </a:lnTo>
                <a:lnTo>
                  <a:pt x="14259" y="17958"/>
                </a:lnTo>
                <a:lnTo>
                  <a:pt x="14332" y="17885"/>
                </a:lnTo>
                <a:lnTo>
                  <a:pt x="14356" y="17787"/>
                </a:lnTo>
                <a:lnTo>
                  <a:pt x="14356" y="17739"/>
                </a:lnTo>
                <a:lnTo>
                  <a:pt x="14332" y="17690"/>
                </a:lnTo>
                <a:lnTo>
                  <a:pt x="14259" y="17593"/>
                </a:lnTo>
                <a:lnTo>
                  <a:pt x="14162" y="17495"/>
                </a:lnTo>
                <a:lnTo>
                  <a:pt x="13991" y="17228"/>
                </a:lnTo>
                <a:lnTo>
                  <a:pt x="13918" y="17082"/>
                </a:lnTo>
                <a:lnTo>
                  <a:pt x="13870" y="17033"/>
                </a:lnTo>
                <a:lnTo>
                  <a:pt x="13821" y="16960"/>
                </a:lnTo>
                <a:lnTo>
                  <a:pt x="13748" y="16936"/>
                </a:lnTo>
                <a:lnTo>
                  <a:pt x="13675" y="16912"/>
                </a:lnTo>
                <a:close/>
                <a:moveTo>
                  <a:pt x="7008" y="17009"/>
                </a:moveTo>
                <a:lnTo>
                  <a:pt x="6911" y="17057"/>
                </a:lnTo>
                <a:lnTo>
                  <a:pt x="6813" y="17155"/>
                </a:lnTo>
                <a:lnTo>
                  <a:pt x="6716" y="17374"/>
                </a:lnTo>
                <a:lnTo>
                  <a:pt x="6570" y="17666"/>
                </a:lnTo>
                <a:lnTo>
                  <a:pt x="6521" y="17812"/>
                </a:lnTo>
                <a:lnTo>
                  <a:pt x="6497" y="17885"/>
                </a:lnTo>
                <a:lnTo>
                  <a:pt x="6521" y="17958"/>
                </a:lnTo>
                <a:lnTo>
                  <a:pt x="6546" y="18006"/>
                </a:lnTo>
                <a:lnTo>
                  <a:pt x="6594" y="18055"/>
                </a:lnTo>
                <a:lnTo>
                  <a:pt x="6667" y="18079"/>
                </a:lnTo>
                <a:lnTo>
                  <a:pt x="6740" y="18079"/>
                </a:lnTo>
                <a:lnTo>
                  <a:pt x="6789" y="18055"/>
                </a:lnTo>
                <a:lnTo>
                  <a:pt x="6862" y="18006"/>
                </a:lnTo>
                <a:lnTo>
                  <a:pt x="6935" y="17885"/>
                </a:lnTo>
                <a:lnTo>
                  <a:pt x="7008" y="17739"/>
                </a:lnTo>
                <a:lnTo>
                  <a:pt x="7057" y="17593"/>
                </a:lnTo>
                <a:lnTo>
                  <a:pt x="7154" y="17349"/>
                </a:lnTo>
                <a:lnTo>
                  <a:pt x="7178" y="17228"/>
                </a:lnTo>
                <a:lnTo>
                  <a:pt x="7178" y="17106"/>
                </a:lnTo>
                <a:lnTo>
                  <a:pt x="7154" y="17057"/>
                </a:lnTo>
                <a:lnTo>
                  <a:pt x="7105" y="17033"/>
                </a:lnTo>
                <a:lnTo>
                  <a:pt x="7057" y="17009"/>
                </a:lnTo>
                <a:close/>
                <a:moveTo>
                  <a:pt x="5694" y="16328"/>
                </a:moveTo>
                <a:lnTo>
                  <a:pt x="5597" y="16352"/>
                </a:lnTo>
                <a:lnTo>
                  <a:pt x="5524" y="16425"/>
                </a:lnTo>
                <a:lnTo>
                  <a:pt x="5159" y="16887"/>
                </a:lnTo>
                <a:lnTo>
                  <a:pt x="4745" y="17349"/>
                </a:lnTo>
                <a:lnTo>
                  <a:pt x="4307" y="17787"/>
                </a:lnTo>
                <a:lnTo>
                  <a:pt x="3869" y="18225"/>
                </a:lnTo>
                <a:lnTo>
                  <a:pt x="3820" y="18250"/>
                </a:lnTo>
                <a:lnTo>
                  <a:pt x="3820" y="18298"/>
                </a:lnTo>
                <a:lnTo>
                  <a:pt x="3820" y="18347"/>
                </a:lnTo>
                <a:lnTo>
                  <a:pt x="3845" y="18396"/>
                </a:lnTo>
                <a:lnTo>
                  <a:pt x="3893" y="18444"/>
                </a:lnTo>
                <a:lnTo>
                  <a:pt x="3942" y="18469"/>
                </a:lnTo>
                <a:lnTo>
                  <a:pt x="3991" y="18469"/>
                </a:lnTo>
                <a:lnTo>
                  <a:pt x="4161" y="18420"/>
                </a:lnTo>
                <a:lnTo>
                  <a:pt x="4283" y="18347"/>
                </a:lnTo>
                <a:lnTo>
                  <a:pt x="4429" y="18250"/>
                </a:lnTo>
                <a:lnTo>
                  <a:pt x="4550" y="18152"/>
                </a:lnTo>
                <a:lnTo>
                  <a:pt x="4794" y="17909"/>
                </a:lnTo>
                <a:lnTo>
                  <a:pt x="5013" y="17690"/>
                </a:lnTo>
                <a:lnTo>
                  <a:pt x="5499" y="17203"/>
                </a:lnTo>
                <a:lnTo>
                  <a:pt x="5718" y="16936"/>
                </a:lnTo>
                <a:lnTo>
                  <a:pt x="5937" y="16668"/>
                </a:lnTo>
                <a:lnTo>
                  <a:pt x="5986" y="16571"/>
                </a:lnTo>
                <a:lnTo>
                  <a:pt x="5962" y="16498"/>
                </a:lnTo>
                <a:lnTo>
                  <a:pt x="5937" y="16425"/>
                </a:lnTo>
                <a:lnTo>
                  <a:pt x="5864" y="16376"/>
                </a:lnTo>
                <a:lnTo>
                  <a:pt x="5791" y="16328"/>
                </a:lnTo>
                <a:close/>
                <a:moveTo>
                  <a:pt x="15013" y="15987"/>
                </a:moveTo>
                <a:lnTo>
                  <a:pt x="14965" y="16011"/>
                </a:lnTo>
                <a:lnTo>
                  <a:pt x="14940" y="16084"/>
                </a:lnTo>
                <a:lnTo>
                  <a:pt x="14940" y="16133"/>
                </a:lnTo>
                <a:lnTo>
                  <a:pt x="14989" y="16303"/>
                </a:lnTo>
                <a:lnTo>
                  <a:pt x="15038" y="16449"/>
                </a:lnTo>
                <a:lnTo>
                  <a:pt x="15208" y="16717"/>
                </a:lnTo>
                <a:lnTo>
                  <a:pt x="15427" y="17082"/>
                </a:lnTo>
                <a:lnTo>
                  <a:pt x="15524" y="17252"/>
                </a:lnTo>
                <a:lnTo>
                  <a:pt x="15646" y="17422"/>
                </a:lnTo>
                <a:lnTo>
                  <a:pt x="16108" y="17933"/>
                </a:lnTo>
                <a:lnTo>
                  <a:pt x="16327" y="18225"/>
                </a:lnTo>
                <a:lnTo>
                  <a:pt x="16400" y="18371"/>
                </a:lnTo>
                <a:lnTo>
                  <a:pt x="16473" y="18517"/>
                </a:lnTo>
                <a:lnTo>
                  <a:pt x="16522" y="18590"/>
                </a:lnTo>
                <a:lnTo>
                  <a:pt x="16595" y="18639"/>
                </a:lnTo>
                <a:lnTo>
                  <a:pt x="16668" y="18688"/>
                </a:lnTo>
                <a:lnTo>
                  <a:pt x="16765" y="18688"/>
                </a:lnTo>
                <a:lnTo>
                  <a:pt x="16838" y="18663"/>
                </a:lnTo>
                <a:lnTo>
                  <a:pt x="16887" y="18615"/>
                </a:lnTo>
                <a:lnTo>
                  <a:pt x="16936" y="18566"/>
                </a:lnTo>
                <a:lnTo>
                  <a:pt x="16936" y="18469"/>
                </a:lnTo>
                <a:lnTo>
                  <a:pt x="16911" y="18298"/>
                </a:lnTo>
                <a:lnTo>
                  <a:pt x="16838" y="18128"/>
                </a:lnTo>
                <a:lnTo>
                  <a:pt x="16765" y="17982"/>
                </a:lnTo>
                <a:lnTo>
                  <a:pt x="16668" y="17836"/>
                </a:lnTo>
                <a:lnTo>
                  <a:pt x="16449" y="17568"/>
                </a:lnTo>
                <a:lnTo>
                  <a:pt x="16206" y="17325"/>
                </a:lnTo>
                <a:lnTo>
                  <a:pt x="16060" y="17155"/>
                </a:lnTo>
                <a:lnTo>
                  <a:pt x="15938" y="16984"/>
                </a:lnTo>
                <a:lnTo>
                  <a:pt x="15695" y="16595"/>
                </a:lnTo>
                <a:lnTo>
                  <a:pt x="15573" y="16401"/>
                </a:lnTo>
                <a:lnTo>
                  <a:pt x="15427" y="16230"/>
                </a:lnTo>
                <a:lnTo>
                  <a:pt x="15281" y="16109"/>
                </a:lnTo>
                <a:lnTo>
                  <a:pt x="15086" y="15987"/>
                </a:lnTo>
                <a:close/>
                <a:moveTo>
                  <a:pt x="10439" y="17666"/>
                </a:moveTo>
                <a:lnTo>
                  <a:pt x="10342" y="17787"/>
                </a:lnTo>
                <a:lnTo>
                  <a:pt x="10293" y="17909"/>
                </a:lnTo>
                <a:lnTo>
                  <a:pt x="10244" y="18055"/>
                </a:lnTo>
                <a:lnTo>
                  <a:pt x="10244" y="18201"/>
                </a:lnTo>
                <a:lnTo>
                  <a:pt x="10196" y="18517"/>
                </a:lnTo>
                <a:lnTo>
                  <a:pt x="10196" y="18688"/>
                </a:lnTo>
                <a:lnTo>
                  <a:pt x="10244" y="18834"/>
                </a:lnTo>
                <a:lnTo>
                  <a:pt x="10293" y="18882"/>
                </a:lnTo>
                <a:lnTo>
                  <a:pt x="10342" y="18907"/>
                </a:lnTo>
                <a:lnTo>
                  <a:pt x="10415" y="18882"/>
                </a:lnTo>
                <a:lnTo>
                  <a:pt x="10463" y="18858"/>
                </a:lnTo>
                <a:lnTo>
                  <a:pt x="10512" y="18809"/>
                </a:lnTo>
                <a:lnTo>
                  <a:pt x="10561" y="18736"/>
                </a:lnTo>
                <a:lnTo>
                  <a:pt x="10585" y="18615"/>
                </a:lnTo>
                <a:lnTo>
                  <a:pt x="10585" y="18323"/>
                </a:lnTo>
                <a:lnTo>
                  <a:pt x="10609" y="18031"/>
                </a:lnTo>
                <a:lnTo>
                  <a:pt x="10609" y="17885"/>
                </a:lnTo>
                <a:lnTo>
                  <a:pt x="10585" y="17739"/>
                </a:lnTo>
                <a:lnTo>
                  <a:pt x="10561" y="17690"/>
                </a:lnTo>
                <a:lnTo>
                  <a:pt x="10536" y="17666"/>
                </a:lnTo>
                <a:close/>
                <a:moveTo>
                  <a:pt x="8638" y="17349"/>
                </a:moveTo>
                <a:lnTo>
                  <a:pt x="8492" y="17471"/>
                </a:lnTo>
                <a:lnTo>
                  <a:pt x="8395" y="17593"/>
                </a:lnTo>
                <a:lnTo>
                  <a:pt x="8322" y="17739"/>
                </a:lnTo>
                <a:lnTo>
                  <a:pt x="8249" y="17909"/>
                </a:lnTo>
                <a:lnTo>
                  <a:pt x="8176" y="18250"/>
                </a:lnTo>
                <a:lnTo>
                  <a:pt x="8103" y="18590"/>
                </a:lnTo>
                <a:lnTo>
                  <a:pt x="7908" y="19369"/>
                </a:lnTo>
                <a:lnTo>
                  <a:pt x="7860" y="19758"/>
                </a:lnTo>
                <a:lnTo>
                  <a:pt x="7835" y="19953"/>
                </a:lnTo>
                <a:lnTo>
                  <a:pt x="7835" y="20148"/>
                </a:lnTo>
                <a:lnTo>
                  <a:pt x="7860" y="20221"/>
                </a:lnTo>
                <a:lnTo>
                  <a:pt x="7908" y="20269"/>
                </a:lnTo>
                <a:lnTo>
                  <a:pt x="7933" y="20318"/>
                </a:lnTo>
                <a:lnTo>
                  <a:pt x="8006" y="20342"/>
                </a:lnTo>
                <a:lnTo>
                  <a:pt x="8103" y="20342"/>
                </a:lnTo>
                <a:lnTo>
                  <a:pt x="8176" y="20318"/>
                </a:lnTo>
                <a:lnTo>
                  <a:pt x="8200" y="20245"/>
                </a:lnTo>
                <a:lnTo>
                  <a:pt x="8273" y="20099"/>
                </a:lnTo>
                <a:lnTo>
                  <a:pt x="8346" y="19929"/>
                </a:lnTo>
                <a:lnTo>
                  <a:pt x="8419" y="19588"/>
                </a:lnTo>
                <a:lnTo>
                  <a:pt x="8517" y="18882"/>
                </a:lnTo>
                <a:lnTo>
                  <a:pt x="8614" y="18517"/>
                </a:lnTo>
                <a:lnTo>
                  <a:pt x="8711" y="18152"/>
                </a:lnTo>
                <a:lnTo>
                  <a:pt x="8760" y="17958"/>
                </a:lnTo>
                <a:lnTo>
                  <a:pt x="8784" y="17763"/>
                </a:lnTo>
                <a:lnTo>
                  <a:pt x="8784" y="17593"/>
                </a:lnTo>
                <a:lnTo>
                  <a:pt x="8784" y="17422"/>
                </a:lnTo>
                <a:lnTo>
                  <a:pt x="8760" y="17374"/>
                </a:lnTo>
                <a:lnTo>
                  <a:pt x="8711" y="17349"/>
                </a:lnTo>
                <a:close/>
                <a:moveTo>
                  <a:pt x="12093" y="17374"/>
                </a:moveTo>
                <a:lnTo>
                  <a:pt x="12045" y="17398"/>
                </a:lnTo>
                <a:lnTo>
                  <a:pt x="11996" y="17398"/>
                </a:lnTo>
                <a:lnTo>
                  <a:pt x="11947" y="17447"/>
                </a:lnTo>
                <a:lnTo>
                  <a:pt x="11923" y="17495"/>
                </a:lnTo>
                <a:lnTo>
                  <a:pt x="11923" y="17544"/>
                </a:lnTo>
                <a:lnTo>
                  <a:pt x="11947" y="17836"/>
                </a:lnTo>
                <a:lnTo>
                  <a:pt x="11972" y="18152"/>
                </a:lnTo>
                <a:lnTo>
                  <a:pt x="12093" y="18761"/>
                </a:lnTo>
                <a:lnTo>
                  <a:pt x="12166" y="19199"/>
                </a:lnTo>
                <a:lnTo>
                  <a:pt x="12215" y="19661"/>
                </a:lnTo>
                <a:lnTo>
                  <a:pt x="12239" y="19904"/>
                </a:lnTo>
                <a:lnTo>
                  <a:pt x="12288" y="20123"/>
                </a:lnTo>
                <a:lnTo>
                  <a:pt x="12337" y="20342"/>
                </a:lnTo>
                <a:lnTo>
                  <a:pt x="12434" y="20561"/>
                </a:lnTo>
                <a:lnTo>
                  <a:pt x="12483" y="20610"/>
                </a:lnTo>
                <a:lnTo>
                  <a:pt x="12556" y="20659"/>
                </a:lnTo>
                <a:lnTo>
                  <a:pt x="12629" y="20659"/>
                </a:lnTo>
                <a:lnTo>
                  <a:pt x="12702" y="20634"/>
                </a:lnTo>
                <a:lnTo>
                  <a:pt x="12775" y="20610"/>
                </a:lnTo>
                <a:lnTo>
                  <a:pt x="12823" y="20537"/>
                </a:lnTo>
                <a:lnTo>
                  <a:pt x="12848" y="20464"/>
                </a:lnTo>
                <a:lnTo>
                  <a:pt x="12848" y="20391"/>
                </a:lnTo>
                <a:lnTo>
                  <a:pt x="12750" y="19953"/>
                </a:lnTo>
                <a:lnTo>
                  <a:pt x="12702" y="19491"/>
                </a:lnTo>
                <a:lnTo>
                  <a:pt x="12629" y="19053"/>
                </a:lnTo>
                <a:lnTo>
                  <a:pt x="12556" y="18639"/>
                </a:lnTo>
                <a:lnTo>
                  <a:pt x="12483" y="18323"/>
                </a:lnTo>
                <a:lnTo>
                  <a:pt x="12434" y="18031"/>
                </a:lnTo>
                <a:lnTo>
                  <a:pt x="12361" y="17739"/>
                </a:lnTo>
                <a:lnTo>
                  <a:pt x="12288" y="17593"/>
                </a:lnTo>
                <a:lnTo>
                  <a:pt x="12239" y="17471"/>
                </a:lnTo>
                <a:lnTo>
                  <a:pt x="12191" y="17422"/>
                </a:lnTo>
                <a:lnTo>
                  <a:pt x="12142" y="17398"/>
                </a:lnTo>
                <a:lnTo>
                  <a:pt x="12093" y="17374"/>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9"/>
          <p:cNvSpPr/>
          <p:nvPr/>
        </p:nvSpPr>
        <p:spPr>
          <a:xfrm>
            <a:off x="7244612" y="1877594"/>
            <a:ext cx="1104911" cy="1088368"/>
          </a:xfrm>
          <a:custGeom>
            <a:avLst/>
            <a:gdLst/>
            <a:ahLst/>
            <a:cxnLst/>
            <a:rect l="l" t="t" r="r" b="b"/>
            <a:pathLst>
              <a:path w="20975" h="20659" extrusionOk="0">
                <a:moveTo>
                  <a:pt x="10317" y="1704"/>
                </a:moveTo>
                <a:lnTo>
                  <a:pt x="10269" y="1728"/>
                </a:lnTo>
                <a:lnTo>
                  <a:pt x="10171" y="1825"/>
                </a:lnTo>
                <a:lnTo>
                  <a:pt x="10123" y="1947"/>
                </a:lnTo>
                <a:lnTo>
                  <a:pt x="10098" y="2069"/>
                </a:lnTo>
                <a:lnTo>
                  <a:pt x="10074" y="2190"/>
                </a:lnTo>
                <a:lnTo>
                  <a:pt x="10050" y="2336"/>
                </a:lnTo>
                <a:lnTo>
                  <a:pt x="10050" y="2482"/>
                </a:lnTo>
                <a:lnTo>
                  <a:pt x="10098" y="2653"/>
                </a:lnTo>
                <a:lnTo>
                  <a:pt x="10123" y="2701"/>
                </a:lnTo>
                <a:lnTo>
                  <a:pt x="10147" y="2774"/>
                </a:lnTo>
                <a:lnTo>
                  <a:pt x="10196" y="2799"/>
                </a:lnTo>
                <a:lnTo>
                  <a:pt x="10244" y="2823"/>
                </a:lnTo>
                <a:lnTo>
                  <a:pt x="10342" y="2823"/>
                </a:lnTo>
                <a:lnTo>
                  <a:pt x="10439" y="2774"/>
                </a:lnTo>
                <a:lnTo>
                  <a:pt x="10463" y="2726"/>
                </a:lnTo>
                <a:lnTo>
                  <a:pt x="10488" y="2677"/>
                </a:lnTo>
                <a:lnTo>
                  <a:pt x="10488" y="2580"/>
                </a:lnTo>
                <a:lnTo>
                  <a:pt x="10488" y="2482"/>
                </a:lnTo>
                <a:lnTo>
                  <a:pt x="10463" y="2263"/>
                </a:lnTo>
                <a:lnTo>
                  <a:pt x="10463" y="1850"/>
                </a:lnTo>
                <a:lnTo>
                  <a:pt x="10439" y="1777"/>
                </a:lnTo>
                <a:lnTo>
                  <a:pt x="10390" y="1728"/>
                </a:lnTo>
                <a:lnTo>
                  <a:pt x="10317" y="1704"/>
                </a:lnTo>
                <a:close/>
                <a:moveTo>
                  <a:pt x="8054" y="1"/>
                </a:moveTo>
                <a:lnTo>
                  <a:pt x="7981" y="25"/>
                </a:lnTo>
                <a:lnTo>
                  <a:pt x="7933" y="122"/>
                </a:lnTo>
                <a:lnTo>
                  <a:pt x="7908" y="220"/>
                </a:lnTo>
                <a:lnTo>
                  <a:pt x="7884" y="439"/>
                </a:lnTo>
                <a:lnTo>
                  <a:pt x="7908" y="852"/>
                </a:lnTo>
                <a:lnTo>
                  <a:pt x="7933" y="1071"/>
                </a:lnTo>
                <a:lnTo>
                  <a:pt x="7957" y="1290"/>
                </a:lnTo>
                <a:lnTo>
                  <a:pt x="8054" y="1704"/>
                </a:lnTo>
                <a:lnTo>
                  <a:pt x="8103" y="2044"/>
                </a:lnTo>
                <a:lnTo>
                  <a:pt x="8200" y="2458"/>
                </a:lnTo>
                <a:lnTo>
                  <a:pt x="8273" y="2653"/>
                </a:lnTo>
                <a:lnTo>
                  <a:pt x="8371" y="2823"/>
                </a:lnTo>
                <a:lnTo>
                  <a:pt x="8468" y="2969"/>
                </a:lnTo>
                <a:lnTo>
                  <a:pt x="8541" y="2993"/>
                </a:lnTo>
                <a:lnTo>
                  <a:pt x="8614" y="3042"/>
                </a:lnTo>
                <a:lnTo>
                  <a:pt x="8711" y="3042"/>
                </a:lnTo>
                <a:lnTo>
                  <a:pt x="8784" y="2993"/>
                </a:lnTo>
                <a:lnTo>
                  <a:pt x="8857" y="2920"/>
                </a:lnTo>
                <a:lnTo>
                  <a:pt x="8857" y="2847"/>
                </a:lnTo>
                <a:lnTo>
                  <a:pt x="8857" y="2726"/>
                </a:lnTo>
                <a:lnTo>
                  <a:pt x="8809" y="2604"/>
                </a:lnTo>
                <a:lnTo>
                  <a:pt x="8711" y="2385"/>
                </a:lnTo>
                <a:lnTo>
                  <a:pt x="8614" y="2044"/>
                </a:lnTo>
                <a:lnTo>
                  <a:pt x="8517" y="1704"/>
                </a:lnTo>
                <a:lnTo>
                  <a:pt x="8444" y="1290"/>
                </a:lnTo>
                <a:lnTo>
                  <a:pt x="8395" y="876"/>
                </a:lnTo>
                <a:lnTo>
                  <a:pt x="8322" y="487"/>
                </a:lnTo>
                <a:lnTo>
                  <a:pt x="8273" y="293"/>
                </a:lnTo>
                <a:lnTo>
                  <a:pt x="8225" y="98"/>
                </a:lnTo>
                <a:lnTo>
                  <a:pt x="8176" y="25"/>
                </a:lnTo>
                <a:lnTo>
                  <a:pt x="8103" y="1"/>
                </a:lnTo>
                <a:close/>
                <a:moveTo>
                  <a:pt x="12483" y="1"/>
                </a:moveTo>
                <a:lnTo>
                  <a:pt x="12337" y="122"/>
                </a:lnTo>
                <a:lnTo>
                  <a:pt x="12239" y="244"/>
                </a:lnTo>
                <a:lnTo>
                  <a:pt x="12142" y="414"/>
                </a:lnTo>
                <a:lnTo>
                  <a:pt x="12093" y="585"/>
                </a:lnTo>
                <a:lnTo>
                  <a:pt x="11996" y="949"/>
                </a:lnTo>
                <a:lnTo>
                  <a:pt x="11923" y="1290"/>
                </a:lnTo>
                <a:lnTo>
                  <a:pt x="11753" y="2166"/>
                </a:lnTo>
                <a:lnTo>
                  <a:pt x="11631" y="2531"/>
                </a:lnTo>
                <a:lnTo>
                  <a:pt x="11607" y="2701"/>
                </a:lnTo>
                <a:lnTo>
                  <a:pt x="11607" y="2799"/>
                </a:lnTo>
                <a:lnTo>
                  <a:pt x="11607" y="2872"/>
                </a:lnTo>
                <a:lnTo>
                  <a:pt x="11655" y="2969"/>
                </a:lnTo>
                <a:lnTo>
                  <a:pt x="11753" y="3018"/>
                </a:lnTo>
                <a:lnTo>
                  <a:pt x="11850" y="3042"/>
                </a:lnTo>
                <a:lnTo>
                  <a:pt x="11947" y="3018"/>
                </a:lnTo>
                <a:lnTo>
                  <a:pt x="12069" y="2920"/>
                </a:lnTo>
                <a:lnTo>
                  <a:pt x="12142" y="2774"/>
                </a:lnTo>
                <a:lnTo>
                  <a:pt x="12191" y="2604"/>
                </a:lnTo>
                <a:lnTo>
                  <a:pt x="12239" y="2434"/>
                </a:lnTo>
                <a:lnTo>
                  <a:pt x="12288" y="2069"/>
                </a:lnTo>
                <a:lnTo>
                  <a:pt x="12337" y="1752"/>
                </a:lnTo>
                <a:lnTo>
                  <a:pt x="12458" y="974"/>
                </a:lnTo>
                <a:lnTo>
                  <a:pt x="12556" y="585"/>
                </a:lnTo>
                <a:lnTo>
                  <a:pt x="12604" y="390"/>
                </a:lnTo>
                <a:lnTo>
                  <a:pt x="12677" y="220"/>
                </a:lnTo>
                <a:lnTo>
                  <a:pt x="12702" y="171"/>
                </a:lnTo>
                <a:lnTo>
                  <a:pt x="12702" y="122"/>
                </a:lnTo>
                <a:lnTo>
                  <a:pt x="12653" y="25"/>
                </a:lnTo>
                <a:lnTo>
                  <a:pt x="12629" y="1"/>
                </a:lnTo>
                <a:close/>
                <a:moveTo>
                  <a:pt x="14089" y="2507"/>
                </a:moveTo>
                <a:lnTo>
                  <a:pt x="13991" y="2555"/>
                </a:lnTo>
                <a:lnTo>
                  <a:pt x="13918" y="2628"/>
                </a:lnTo>
                <a:lnTo>
                  <a:pt x="13845" y="2726"/>
                </a:lnTo>
                <a:lnTo>
                  <a:pt x="13797" y="2847"/>
                </a:lnTo>
                <a:lnTo>
                  <a:pt x="13699" y="3066"/>
                </a:lnTo>
                <a:lnTo>
                  <a:pt x="13651" y="3212"/>
                </a:lnTo>
                <a:lnTo>
                  <a:pt x="13651" y="3334"/>
                </a:lnTo>
                <a:lnTo>
                  <a:pt x="13651" y="3383"/>
                </a:lnTo>
                <a:lnTo>
                  <a:pt x="13675" y="3431"/>
                </a:lnTo>
                <a:lnTo>
                  <a:pt x="13724" y="3456"/>
                </a:lnTo>
                <a:lnTo>
                  <a:pt x="13772" y="3480"/>
                </a:lnTo>
                <a:lnTo>
                  <a:pt x="13821" y="3504"/>
                </a:lnTo>
                <a:lnTo>
                  <a:pt x="13894" y="3480"/>
                </a:lnTo>
                <a:lnTo>
                  <a:pt x="13918" y="3456"/>
                </a:lnTo>
                <a:lnTo>
                  <a:pt x="13967" y="3407"/>
                </a:lnTo>
                <a:lnTo>
                  <a:pt x="14040" y="3212"/>
                </a:lnTo>
                <a:lnTo>
                  <a:pt x="14089" y="3018"/>
                </a:lnTo>
                <a:lnTo>
                  <a:pt x="14162" y="2799"/>
                </a:lnTo>
                <a:lnTo>
                  <a:pt x="14210" y="2701"/>
                </a:lnTo>
                <a:lnTo>
                  <a:pt x="14235" y="2604"/>
                </a:lnTo>
                <a:lnTo>
                  <a:pt x="14210" y="2555"/>
                </a:lnTo>
                <a:lnTo>
                  <a:pt x="14186" y="2531"/>
                </a:lnTo>
                <a:lnTo>
                  <a:pt x="14137" y="2507"/>
                </a:lnTo>
                <a:close/>
                <a:moveTo>
                  <a:pt x="6692" y="2385"/>
                </a:moveTo>
                <a:lnTo>
                  <a:pt x="6667" y="2409"/>
                </a:lnTo>
                <a:lnTo>
                  <a:pt x="6594" y="2507"/>
                </a:lnTo>
                <a:lnTo>
                  <a:pt x="6570" y="2628"/>
                </a:lnTo>
                <a:lnTo>
                  <a:pt x="6594" y="2774"/>
                </a:lnTo>
                <a:lnTo>
                  <a:pt x="6619" y="2920"/>
                </a:lnTo>
                <a:lnTo>
                  <a:pt x="6740" y="3188"/>
                </a:lnTo>
                <a:lnTo>
                  <a:pt x="6838" y="3431"/>
                </a:lnTo>
                <a:lnTo>
                  <a:pt x="6886" y="3504"/>
                </a:lnTo>
                <a:lnTo>
                  <a:pt x="6935" y="3553"/>
                </a:lnTo>
                <a:lnTo>
                  <a:pt x="7008" y="3553"/>
                </a:lnTo>
                <a:lnTo>
                  <a:pt x="7081" y="3529"/>
                </a:lnTo>
                <a:lnTo>
                  <a:pt x="7130" y="3504"/>
                </a:lnTo>
                <a:lnTo>
                  <a:pt x="7154" y="3456"/>
                </a:lnTo>
                <a:lnTo>
                  <a:pt x="7178" y="3383"/>
                </a:lnTo>
                <a:lnTo>
                  <a:pt x="7154" y="3310"/>
                </a:lnTo>
                <a:lnTo>
                  <a:pt x="6935" y="2823"/>
                </a:lnTo>
                <a:lnTo>
                  <a:pt x="6862" y="2604"/>
                </a:lnTo>
                <a:lnTo>
                  <a:pt x="6813" y="2507"/>
                </a:lnTo>
                <a:lnTo>
                  <a:pt x="6740" y="2409"/>
                </a:lnTo>
                <a:lnTo>
                  <a:pt x="6692" y="2385"/>
                </a:lnTo>
                <a:close/>
                <a:moveTo>
                  <a:pt x="16668" y="2020"/>
                </a:moveTo>
                <a:lnTo>
                  <a:pt x="16595" y="2044"/>
                </a:lnTo>
                <a:lnTo>
                  <a:pt x="16546" y="2093"/>
                </a:lnTo>
                <a:lnTo>
                  <a:pt x="16303" y="2409"/>
                </a:lnTo>
                <a:lnTo>
                  <a:pt x="16084" y="2726"/>
                </a:lnTo>
                <a:lnTo>
                  <a:pt x="15889" y="3042"/>
                </a:lnTo>
                <a:lnTo>
                  <a:pt x="15719" y="3383"/>
                </a:lnTo>
                <a:lnTo>
                  <a:pt x="15573" y="3626"/>
                </a:lnTo>
                <a:lnTo>
                  <a:pt x="15427" y="3894"/>
                </a:lnTo>
                <a:lnTo>
                  <a:pt x="15281" y="4137"/>
                </a:lnTo>
                <a:lnTo>
                  <a:pt x="15184" y="4380"/>
                </a:lnTo>
                <a:lnTo>
                  <a:pt x="15159" y="4453"/>
                </a:lnTo>
                <a:lnTo>
                  <a:pt x="15184" y="4502"/>
                </a:lnTo>
                <a:lnTo>
                  <a:pt x="15232" y="4575"/>
                </a:lnTo>
                <a:lnTo>
                  <a:pt x="15330" y="4624"/>
                </a:lnTo>
                <a:lnTo>
                  <a:pt x="15427" y="4624"/>
                </a:lnTo>
                <a:lnTo>
                  <a:pt x="15549" y="4575"/>
                </a:lnTo>
                <a:lnTo>
                  <a:pt x="15646" y="4502"/>
                </a:lnTo>
                <a:lnTo>
                  <a:pt x="15743" y="4380"/>
                </a:lnTo>
                <a:lnTo>
                  <a:pt x="15816" y="4259"/>
                </a:lnTo>
                <a:lnTo>
                  <a:pt x="15962" y="3991"/>
                </a:lnTo>
                <a:lnTo>
                  <a:pt x="16060" y="3723"/>
                </a:lnTo>
                <a:lnTo>
                  <a:pt x="16352" y="3091"/>
                </a:lnTo>
                <a:lnTo>
                  <a:pt x="16498" y="2872"/>
                </a:lnTo>
                <a:lnTo>
                  <a:pt x="16619" y="2677"/>
                </a:lnTo>
                <a:lnTo>
                  <a:pt x="16765" y="2458"/>
                </a:lnTo>
                <a:lnTo>
                  <a:pt x="16887" y="2239"/>
                </a:lnTo>
                <a:lnTo>
                  <a:pt x="16911" y="2166"/>
                </a:lnTo>
                <a:lnTo>
                  <a:pt x="16887" y="2117"/>
                </a:lnTo>
                <a:lnTo>
                  <a:pt x="16838" y="2069"/>
                </a:lnTo>
                <a:lnTo>
                  <a:pt x="16790" y="2044"/>
                </a:lnTo>
                <a:lnTo>
                  <a:pt x="16741" y="2020"/>
                </a:lnTo>
                <a:close/>
                <a:moveTo>
                  <a:pt x="3869" y="2020"/>
                </a:moveTo>
                <a:lnTo>
                  <a:pt x="3820" y="2044"/>
                </a:lnTo>
                <a:lnTo>
                  <a:pt x="3796" y="2044"/>
                </a:lnTo>
                <a:lnTo>
                  <a:pt x="3747" y="2093"/>
                </a:lnTo>
                <a:lnTo>
                  <a:pt x="3723" y="2190"/>
                </a:lnTo>
                <a:lnTo>
                  <a:pt x="3747" y="2263"/>
                </a:lnTo>
                <a:lnTo>
                  <a:pt x="3796" y="2312"/>
                </a:lnTo>
                <a:lnTo>
                  <a:pt x="3820" y="2385"/>
                </a:lnTo>
                <a:lnTo>
                  <a:pt x="3869" y="2531"/>
                </a:lnTo>
                <a:lnTo>
                  <a:pt x="3991" y="2799"/>
                </a:lnTo>
                <a:lnTo>
                  <a:pt x="4185" y="3188"/>
                </a:lnTo>
                <a:lnTo>
                  <a:pt x="4404" y="3577"/>
                </a:lnTo>
                <a:lnTo>
                  <a:pt x="4599" y="3869"/>
                </a:lnTo>
                <a:lnTo>
                  <a:pt x="4818" y="4161"/>
                </a:lnTo>
                <a:lnTo>
                  <a:pt x="5086" y="4405"/>
                </a:lnTo>
                <a:lnTo>
                  <a:pt x="5207" y="4526"/>
                </a:lnTo>
                <a:lnTo>
                  <a:pt x="5378" y="4624"/>
                </a:lnTo>
                <a:lnTo>
                  <a:pt x="5475" y="4648"/>
                </a:lnTo>
                <a:lnTo>
                  <a:pt x="5572" y="4648"/>
                </a:lnTo>
                <a:lnTo>
                  <a:pt x="5645" y="4599"/>
                </a:lnTo>
                <a:lnTo>
                  <a:pt x="5694" y="4526"/>
                </a:lnTo>
                <a:lnTo>
                  <a:pt x="5718" y="4453"/>
                </a:lnTo>
                <a:lnTo>
                  <a:pt x="5718" y="4356"/>
                </a:lnTo>
                <a:lnTo>
                  <a:pt x="5694" y="4283"/>
                </a:lnTo>
                <a:lnTo>
                  <a:pt x="5621" y="4210"/>
                </a:lnTo>
                <a:lnTo>
                  <a:pt x="5451" y="4088"/>
                </a:lnTo>
                <a:lnTo>
                  <a:pt x="5329" y="3991"/>
                </a:lnTo>
                <a:lnTo>
                  <a:pt x="5086" y="3723"/>
                </a:lnTo>
                <a:lnTo>
                  <a:pt x="4867" y="3431"/>
                </a:lnTo>
                <a:lnTo>
                  <a:pt x="4672" y="3139"/>
                </a:lnTo>
                <a:lnTo>
                  <a:pt x="4526" y="2847"/>
                </a:lnTo>
                <a:lnTo>
                  <a:pt x="4380" y="2580"/>
                </a:lnTo>
                <a:lnTo>
                  <a:pt x="4210" y="2288"/>
                </a:lnTo>
                <a:lnTo>
                  <a:pt x="4112" y="2166"/>
                </a:lnTo>
                <a:lnTo>
                  <a:pt x="4015" y="2069"/>
                </a:lnTo>
                <a:lnTo>
                  <a:pt x="3966" y="2044"/>
                </a:lnTo>
                <a:lnTo>
                  <a:pt x="3918" y="2020"/>
                </a:lnTo>
                <a:close/>
                <a:moveTo>
                  <a:pt x="3601" y="4843"/>
                </a:moveTo>
                <a:lnTo>
                  <a:pt x="3577" y="4891"/>
                </a:lnTo>
                <a:lnTo>
                  <a:pt x="3577" y="4916"/>
                </a:lnTo>
                <a:lnTo>
                  <a:pt x="3577" y="4964"/>
                </a:lnTo>
                <a:lnTo>
                  <a:pt x="3601" y="5062"/>
                </a:lnTo>
                <a:lnTo>
                  <a:pt x="3674" y="5135"/>
                </a:lnTo>
                <a:lnTo>
                  <a:pt x="3747" y="5183"/>
                </a:lnTo>
                <a:lnTo>
                  <a:pt x="3845" y="5281"/>
                </a:lnTo>
                <a:lnTo>
                  <a:pt x="3966" y="5354"/>
                </a:lnTo>
                <a:lnTo>
                  <a:pt x="4234" y="5500"/>
                </a:lnTo>
                <a:lnTo>
                  <a:pt x="4404" y="5500"/>
                </a:lnTo>
                <a:lnTo>
                  <a:pt x="4477" y="5451"/>
                </a:lnTo>
                <a:lnTo>
                  <a:pt x="4502" y="5402"/>
                </a:lnTo>
                <a:lnTo>
                  <a:pt x="4526" y="5329"/>
                </a:lnTo>
                <a:lnTo>
                  <a:pt x="4502" y="5256"/>
                </a:lnTo>
                <a:lnTo>
                  <a:pt x="4477" y="5183"/>
                </a:lnTo>
                <a:lnTo>
                  <a:pt x="4380" y="5135"/>
                </a:lnTo>
                <a:lnTo>
                  <a:pt x="4137" y="5013"/>
                </a:lnTo>
                <a:lnTo>
                  <a:pt x="3918" y="4891"/>
                </a:lnTo>
                <a:lnTo>
                  <a:pt x="3820" y="4867"/>
                </a:lnTo>
                <a:lnTo>
                  <a:pt x="3747" y="4843"/>
                </a:lnTo>
                <a:close/>
                <a:moveTo>
                  <a:pt x="17106" y="4891"/>
                </a:moveTo>
                <a:lnTo>
                  <a:pt x="16960" y="4940"/>
                </a:lnTo>
                <a:lnTo>
                  <a:pt x="16814" y="5037"/>
                </a:lnTo>
                <a:lnTo>
                  <a:pt x="16668" y="5159"/>
                </a:lnTo>
                <a:lnTo>
                  <a:pt x="16498" y="5305"/>
                </a:lnTo>
                <a:lnTo>
                  <a:pt x="16473" y="5354"/>
                </a:lnTo>
                <a:lnTo>
                  <a:pt x="16473" y="5402"/>
                </a:lnTo>
                <a:lnTo>
                  <a:pt x="16473" y="5451"/>
                </a:lnTo>
                <a:lnTo>
                  <a:pt x="16498" y="5500"/>
                </a:lnTo>
                <a:lnTo>
                  <a:pt x="16546" y="5524"/>
                </a:lnTo>
                <a:lnTo>
                  <a:pt x="16571" y="5548"/>
                </a:lnTo>
                <a:lnTo>
                  <a:pt x="16644" y="5548"/>
                </a:lnTo>
                <a:lnTo>
                  <a:pt x="16692" y="5524"/>
                </a:lnTo>
                <a:lnTo>
                  <a:pt x="16838" y="5402"/>
                </a:lnTo>
                <a:lnTo>
                  <a:pt x="17009" y="5256"/>
                </a:lnTo>
                <a:lnTo>
                  <a:pt x="17106" y="5135"/>
                </a:lnTo>
                <a:lnTo>
                  <a:pt x="17179" y="4964"/>
                </a:lnTo>
                <a:lnTo>
                  <a:pt x="17179" y="4940"/>
                </a:lnTo>
                <a:lnTo>
                  <a:pt x="17155" y="4916"/>
                </a:lnTo>
                <a:lnTo>
                  <a:pt x="17130" y="4891"/>
                </a:lnTo>
                <a:close/>
                <a:moveTo>
                  <a:pt x="19539" y="5500"/>
                </a:moveTo>
                <a:lnTo>
                  <a:pt x="19442" y="5524"/>
                </a:lnTo>
                <a:lnTo>
                  <a:pt x="19320" y="5548"/>
                </a:lnTo>
                <a:lnTo>
                  <a:pt x="19101" y="5646"/>
                </a:lnTo>
                <a:lnTo>
                  <a:pt x="18688" y="5865"/>
                </a:lnTo>
                <a:lnTo>
                  <a:pt x="18006" y="6157"/>
                </a:lnTo>
                <a:lnTo>
                  <a:pt x="17349" y="6497"/>
                </a:lnTo>
                <a:lnTo>
                  <a:pt x="17276" y="6546"/>
                </a:lnTo>
                <a:lnTo>
                  <a:pt x="17252" y="6619"/>
                </a:lnTo>
                <a:lnTo>
                  <a:pt x="17252" y="6692"/>
                </a:lnTo>
                <a:lnTo>
                  <a:pt x="17276" y="6765"/>
                </a:lnTo>
                <a:lnTo>
                  <a:pt x="17301" y="6814"/>
                </a:lnTo>
                <a:lnTo>
                  <a:pt x="17374" y="6862"/>
                </a:lnTo>
                <a:lnTo>
                  <a:pt x="17422" y="6887"/>
                </a:lnTo>
                <a:lnTo>
                  <a:pt x="17520" y="6887"/>
                </a:lnTo>
                <a:lnTo>
                  <a:pt x="18201" y="6595"/>
                </a:lnTo>
                <a:lnTo>
                  <a:pt x="18858" y="6303"/>
                </a:lnTo>
                <a:lnTo>
                  <a:pt x="19345" y="6132"/>
                </a:lnTo>
                <a:lnTo>
                  <a:pt x="19466" y="6084"/>
                </a:lnTo>
                <a:lnTo>
                  <a:pt x="19588" y="6011"/>
                </a:lnTo>
                <a:lnTo>
                  <a:pt x="19685" y="5938"/>
                </a:lnTo>
                <a:lnTo>
                  <a:pt x="19734" y="5865"/>
                </a:lnTo>
                <a:lnTo>
                  <a:pt x="19758" y="5792"/>
                </a:lnTo>
                <a:lnTo>
                  <a:pt x="19782" y="5743"/>
                </a:lnTo>
                <a:lnTo>
                  <a:pt x="19734" y="5621"/>
                </a:lnTo>
                <a:lnTo>
                  <a:pt x="19709" y="5573"/>
                </a:lnTo>
                <a:lnTo>
                  <a:pt x="19661" y="5548"/>
                </a:lnTo>
                <a:lnTo>
                  <a:pt x="19612" y="5524"/>
                </a:lnTo>
                <a:lnTo>
                  <a:pt x="19539" y="5500"/>
                </a:lnTo>
                <a:close/>
                <a:moveTo>
                  <a:pt x="998" y="5694"/>
                </a:moveTo>
                <a:lnTo>
                  <a:pt x="949" y="5719"/>
                </a:lnTo>
                <a:lnTo>
                  <a:pt x="925" y="5767"/>
                </a:lnTo>
                <a:lnTo>
                  <a:pt x="901" y="5865"/>
                </a:lnTo>
                <a:lnTo>
                  <a:pt x="925" y="5938"/>
                </a:lnTo>
                <a:lnTo>
                  <a:pt x="949" y="6011"/>
                </a:lnTo>
                <a:lnTo>
                  <a:pt x="1022" y="6084"/>
                </a:lnTo>
                <a:lnTo>
                  <a:pt x="1193" y="6230"/>
                </a:lnTo>
                <a:lnTo>
                  <a:pt x="1412" y="6327"/>
                </a:lnTo>
                <a:lnTo>
                  <a:pt x="1874" y="6522"/>
                </a:lnTo>
                <a:lnTo>
                  <a:pt x="2093" y="6595"/>
                </a:lnTo>
                <a:lnTo>
                  <a:pt x="2239" y="6643"/>
                </a:lnTo>
                <a:lnTo>
                  <a:pt x="2677" y="6887"/>
                </a:lnTo>
                <a:lnTo>
                  <a:pt x="3139" y="7130"/>
                </a:lnTo>
                <a:lnTo>
                  <a:pt x="3383" y="7276"/>
                </a:lnTo>
                <a:lnTo>
                  <a:pt x="3504" y="7325"/>
                </a:lnTo>
                <a:lnTo>
                  <a:pt x="3577" y="7325"/>
                </a:lnTo>
                <a:lnTo>
                  <a:pt x="3650" y="7300"/>
                </a:lnTo>
                <a:lnTo>
                  <a:pt x="3699" y="7252"/>
                </a:lnTo>
                <a:lnTo>
                  <a:pt x="3723" y="7203"/>
                </a:lnTo>
                <a:lnTo>
                  <a:pt x="3747" y="7130"/>
                </a:lnTo>
                <a:lnTo>
                  <a:pt x="3723" y="7057"/>
                </a:lnTo>
                <a:lnTo>
                  <a:pt x="3650" y="6935"/>
                </a:lnTo>
                <a:lnTo>
                  <a:pt x="3529" y="6814"/>
                </a:lnTo>
                <a:lnTo>
                  <a:pt x="3383" y="6692"/>
                </a:lnTo>
                <a:lnTo>
                  <a:pt x="3212" y="6595"/>
                </a:lnTo>
                <a:lnTo>
                  <a:pt x="2847" y="6424"/>
                </a:lnTo>
                <a:lnTo>
                  <a:pt x="2531" y="6278"/>
                </a:lnTo>
                <a:lnTo>
                  <a:pt x="2166" y="6108"/>
                </a:lnTo>
                <a:lnTo>
                  <a:pt x="1777" y="5962"/>
                </a:lnTo>
                <a:lnTo>
                  <a:pt x="1022" y="5694"/>
                </a:lnTo>
                <a:close/>
                <a:moveTo>
                  <a:pt x="18396" y="8274"/>
                </a:moveTo>
                <a:lnTo>
                  <a:pt x="18128" y="8298"/>
                </a:lnTo>
                <a:lnTo>
                  <a:pt x="17982" y="8322"/>
                </a:lnTo>
                <a:lnTo>
                  <a:pt x="17885" y="8371"/>
                </a:lnTo>
                <a:lnTo>
                  <a:pt x="17812" y="8420"/>
                </a:lnTo>
                <a:lnTo>
                  <a:pt x="17787" y="8468"/>
                </a:lnTo>
                <a:lnTo>
                  <a:pt x="17787" y="8541"/>
                </a:lnTo>
                <a:lnTo>
                  <a:pt x="17787" y="8590"/>
                </a:lnTo>
                <a:lnTo>
                  <a:pt x="17812" y="8663"/>
                </a:lnTo>
                <a:lnTo>
                  <a:pt x="17860" y="8712"/>
                </a:lnTo>
                <a:lnTo>
                  <a:pt x="17909" y="8736"/>
                </a:lnTo>
                <a:lnTo>
                  <a:pt x="17982" y="8736"/>
                </a:lnTo>
                <a:lnTo>
                  <a:pt x="18201" y="8712"/>
                </a:lnTo>
                <a:lnTo>
                  <a:pt x="18517" y="8663"/>
                </a:lnTo>
                <a:lnTo>
                  <a:pt x="18663" y="8590"/>
                </a:lnTo>
                <a:lnTo>
                  <a:pt x="18785" y="8541"/>
                </a:lnTo>
                <a:lnTo>
                  <a:pt x="18858" y="8468"/>
                </a:lnTo>
                <a:lnTo>
                  <a:pt x="18858" y="8420"/>
                </a:lnTo>
                <a:lnTo>
                  <a:pt x="18858" y="8395"/>
                </a:lnTo>
                <a:lnTo>
                  <a:pt x="18809" y="8347"/>
                </a:lnTo>
                <a:lnTo>
                  <a:pt x="18761" y="8322"/>
                </a:lnTo>
                <a:lnTo>
                  <a:pt x="18639" y="8274"/>
                </a:lnTo>
                <a:close/>
                <a:moveTo>
                  <a:pt x="2020" y="8201"/>
                </a:moveTo>
                <a:lnTo>
                  <a:pt x="1947" y="8225"/>
                </a:lnTo>
                <a:lnTo>
                  <a:pt x="1898" y="8249"/>
                </a:lnTo>
                <a:lnTo>
                  <a:pt x="1874" y="8274"/>
                </a:lnTo>
                <a:lnTo>
                  <a:pt x="1850" y="8322"/>
                </a:lnTo>
                <a:lnTo>
                  <a:pt x="1850" y="8395"/>
                </a:lnTo>
                <a:lnTo>
                  <a:pt x="1850" y="8444"/>
                </a:lnTo>
                <a:lnTo>
                  <a:pt x="1874" y="8493"/>
                </a:lnTo>
                <a:lnTo>
                  <a:pt x="1923" y="8517"/>
                </a:lnTo>
                <a:lnTo>
                  <a:pt x="2093" y="8614"/>
                </a:lnTo>
                <a:lnTo>
                  <a:pt x="2288" y="8687"/>
                </a:lnTo>
                <a:lnTo>
                  <a:pt x="2482" y="8736"/>
                </a:lnTo>
                <a:lnTo>
                  <a:pt x="2701" y="8760"/>
                </a:lnTo>
                <a:lnTo>
                  <a:pt x="2774" y="8760"/>
                </a:lnTo>
                <a:lnTo>
                  <a:pt x="2823" y="8712"/>
                </a:lnTo>
                <a:lnTo>
                  <a:pt x="2872" y="8663"/>
                </a:lnTo>
                <a:lnTo>
                  <a:pt x="2896" y="8590"/>
                </a:lnTo>
                <a:lnTo>
                  <a:pt x="2896" y="8517"/>
                </a:lnTo>
                <a:lnTo>
                  <a:pt x="2872" y="8444"/>
                </a:lnTo>
                <a:lnTo>
                  <a:pt x="2823" y="8395"/>
                </a:lnTo>
                <a:lnTo>
                  <a:pt x="2750" y="8347"/>
                </a:lnTo>
                <a:lnTo>
                  <a:pt x="2385" y="8274"/>
                </a:lnTo>
                <a:lnTo>
                  <a:pt x="2190" y="8225"/>
                </a:lnTo>
                <a:lnTo>
                  <a:pt x="2020" y="8201"/>
                </a:lnTo>
                <a:close/>
                <a:moveTo>
                  <a:pt x="18517" y="9904"/>
                </a:moveTo>
                <a:lnTo>
                  <a:pt x="18323" y="9928"/>
                </a:lnTo>
                <a:lnTo>
                  <a:pt x="18177" y="9952"/>
                </a:lnTo>
                <a:lnTo>
                  <a:pt x="18031" y="10050"/>
                </a:lnTo>
                <a:lnTo>
                  <a:pt x="18006" y="10074"/>
                </a:lnTo>
                <a:lnTo>
                  <a:pt x="18006" y="10123"/>
                </a:lnTo>
                <a:lnTo>
                  <a:pt x="18128" y="10220"/>
                </a:lnTo>
                <a:lnTo>
                  <a:pt x="18274" y="10293"/>
                </a:lnTo>
                <a:lnTo>
                  <a:pt x="18420" y="10317"/>
                </a:lnTo>
                <a:lnTo>
                  <a:pt x="18590" y="10342"/>
                </a:lnTo>
                <a:lnTo>
                  <a:pt x="18931" y="10366"/>
                </a:lnTo>
                <a:lnTo>
                  <a:pt x="19247" y="10366"/>
                </a:lnTo>
                <a:lnTo>
                  <a:pt x="19661" y="10390"/>
                </a:lnTo>
                <a:lnTo>
                  <a:pt x="20074" y="10415"/>
                </a:lnTo>
                <a:lnTo>
                  <a:pt x="20293" y="10415"/>
                </a:lnTo>
                <a:lnTo>
                  <a:pt x="20512" y="10390"/>
                </a:lnTo>
                <a:lnTo>
                  <a:pt x="20707" y="10366"/>
                </a:lnTo>
                <a:lnTo>
                  <a:pt x="20902" y="10293"/>
                </a:lnTo>
                <a:lnTo>
                  <a:pt x="20950" y="10269"/>
                </a:lnTo>
                <a:lnTo>
                  <a:pt x="20975" y="10220"/>
                </a:lnTo>
                <a:lnTo>
                  <a:pt x="20975" y="10123"/>
                </a:lnTo>
                <a:lnTo>
                  <a:pt x="20926" y="10050"/>
                </a:lnTo>
                <a:lnTo>
                  <a:pt x="20853" y="10001"/>
                </a:lnTo>
                <a:lnTo>
                  <a:pt x="20707" y="9952"/>
                </a:lnTo>
                <a:lnTo>
                  <a:pt x="20512" y="9904"/>
                </a:lnTo>
                <a:lnTo>
                  <a:pt x="20147" y="9904"/>
                </a:lnTo>
                <a:lnTo>
                  <a:pt x="19782" y="9928"/>
                </a:lnTo>
                <a:lnTo>
                  <a:pt x="19418" y="9952"/>
                </a:lnTo>
                <a:lnTo>
                  <a:pt x="19077" y="9928"/>
                </a:lnTo>
                <a:lnTo>
                  <a:pt x="18688" y="9904"/>
                </a:lnTo>
                <a:close/>
                <a:moveTo>
                  <a:pt x="365" y="10123"/>
                </a:moveTo>
                <a:lnTo>
                  <a:pt x="219" y="10147"/>
                </a:lnTo>
                <a:lnTo>
                  <a:pt x="98" y="10171"/>
                </a:lnTo>
                <a:lnTo>
                  <a:pt x="25" y="10220"/>
                </a:lnTo>
                <a:lnTo>
                  <a:pt x="0" y="10269"/>
                </a:lnTo>
                <a:lnTo>
                  <a:pt x="0" y="10317"/>
                </a:lnTo>
                <a:lnTo>
                  <a:pt x="25" y="10366"/>
                </a:lnTo>
                <a:lnTo>
                  <a:pt x="49" y="10415"/>
                </a:lnTo>
                <a:lnTo>
                  <a:pt x="146" y="10512"/>
                </a:lnTo>
                <a:lnTo>
                  <a:pt x="268" y="10561"/>
                </a:lnTo>
                <a:lnTo>
                  <a:pt x="414" y="10585"/>
                </a:lnTo>
                <a:lnTo>
                  <a:pt x="730" y="10609"/>
                </a:lnTo>
                <a:lnTo>
                  <a:pt x="974" y="10609"/>
                </a:lnTo>
                <a:lnTo>
                  <a:pt x="1923" y="10634"/>
                </a:lnTo>
                <a:lnTo>
                  <a:pt x="2847" y="10634"/>
                </a:lnTo>
                <a:lnTo>
                  <a:pt x="2945" y="10609"/>
                </a:lnTo>
                <a:lnTo>
                  <a:pt x="3018" y="10561"/>
                </a:lnTo>
                <a:lnTo>
                  <a:pt x="3066" y="10488"/>
                </a:lnTo>
                <a:lnTo>
                  <a:pt x="3066" y="10390"/>
                </a:lnTo>
                <a:lnTo>
                  <a:pt x="3066" y="10317"/>
                </a:lnTo>
                <a:lnTo>
                  <a:pt x="3018" y="10244"/>
                </a:lnTo>
                <a:lnTo>
                  <a:pt x="2945" y="10196"/>
                </a:lnTo>
                <a:lnTo>
                  <a:pt x="2847" y="10171"/>
                </a:lnTo>
                <a:lnTo>
                  <a:pt x="1850" y="10171"/>
                </a:lnTo>
                <a:lnTo>
                  <a:pt x="852" y="10147"/>
                </a:lnTo>
                <a:lnTo>
                  <a:pt x="657" y="10123"/>
                </a:lnTo>
                <a:close/>
                <a:moveTo>
                  <a:pt x="2677" y="11777"/>
                </a:moveTo>
                <a:lnTo>
                  <a:pt x="2409" y="11826"/>
                </a:lnTo>
                <a:lnTo>
                  <a:pt x="2288" y="11875"/>
                </a:lnTo>
                <a:lnTo>
                  <a:pt x="2166" y="11923"/>
                </a:lnTo>
                <a:lnTo>
                  <a:pt x="2069" y="11996"/>
                </a:lnTo>
                <a:lnTo>
                  <a:pt x="2020" y="12094"/>
                </a:lnTo>
                <a:lnTo>
                  <a:pt x="2020" y="12167"/>
                </a:lnTo>
                <a:lnTo>
                  <a:pt x="2069" y="12215"/>
                </a:lnTo>
                <a:lnTo>
                  <a:pt x="2190" y="12240"/>
                </a:lnTo>
                <a:lnTo>
                  <a:pt x="2312" y="12240"/>
                </a:lnTo>
                <a:lnTo>
                  <a:pt x="2580" y="12191"/>
                </a:lnTo>
                <a:lnTo>
                  <a:pt x="2872" y="12191"/>
                </a:lnTo>
                <a:lnTo>
                  <a:pt x="2993" y="12167"/>
                </a:lnTo>
                <a:lnTo>
                  <a:pt x="3066" y="12142"/>
                </a:lnTo>
                <a:lnTo>
                  <a:pt x="3115" y="12069"/>
                </a:lnTo>
                <a:lnTo>
                  <a:pt x="3139" y="12045"/>
                </a:lnTo>
                <a:lnTo>
                  <a:pt x="3139" y="11996"/>
                </a:lnTo>
                <a:lnTo>
                  <a:pt x="3115" y="11923"/>
                </a:lnTo>
                <a:lnTo>
                  <a:pt x="3091" y="11875"/>
                </a:lnTo>
                <a:lnTo>
                  <a:pt x="3066" y="11850"/>
                </a:lnTo>
                <a:lnTo>
                  <a:pt x="3018" y="11802"/>
                </a:lnTo>
                <a:lnTo>
                  <a:pt x="2920" y="11777"/>
                </a:lnTo>
                <a:close/>
                <a:moveTo>
                  <a:pt x="18006" y="11923"/>
                </a:moveTo>
                <a:lnTo>
                  <a:pt x="17860" y="11948"/>
                </a:lnTo>
                <a:lnTo>
                  <a:pt x="17812" y="11972"/>
                </a:lnTo>
                <a:lnTo>
                  <a:pt x="17763" y="11996"/>
                </a:lnTo>
                <a:lnTo>
                  <a:pt x="17763" y="12045"/>
                </a:lnTo>
                <a:lnTo>
                  <a:pt x="17763" y="12094"/>
                </a:lnTo>
                <a:lnTo>
                  <a:pt x="17787" y="12118"/>
                </a:lnTo>
                <a:lnTo>
                  <a:pt x="17860" y="12167"/>
                </a:lnTo>
                <a:lnTo>
                  <a:pt x="17933" y="12215"/>
                </a:lnTo>
                <a:lnTo>
                  <a:pt x="18006" y="12240"/>
                </a:lnTo>
                <a:lnTo>
                  <a:pt x="18152" y="12264"/>
                </a:lnTo>
                <a:lnTo>
                  <a:pt x="18444" y="12337"/>
                </a:lnTo>
                <a:lnTo>
                  <a:pt x="18761" y="12386"/>
                </a:lnTo>
                <a:lnTo>
                  <a:pt x="18834" y="12386"/>
                </a:lnTo>
                <a:lnTo>
                  <a:pt x="18882" y="12337"/>
                </a:lnTo>
                <a:lnTo>
                  <a:pt x="18931" y="12288"/>
                </a:lnTo>
                <a:lnTo>
                  <a:pt x="18955" y="12215"/>
                </a:lnTo>
                <a:lnTo>
                  <a:pt x="18931" y="12142"/>
                </a:lnTo>
                <a:lnTo>
                  <a:pt x="18931" y="12069"/>
                </a:lnTo>
                <a:lnTo>
                  <a:pt x="18882" y="12021"/>
                </a:lnTo>
                <a:lnTo>
                  <a:pt x="18809" y="11996"/>
                </a:lnTo>
                <a:lnTo>
                  <a:pt x="18566" y="11948"/>
                </a:lnTo>
                <a:lnTo>
                  <a:pt x="18201" y="11923"/>
                </a:lnTo>
                <a:close/>
                <a:moveTo>
                  <a:pt x="3358" y="13359"/>
                </a:moveTo>
                <a:lnTo>
                  <a:pt x="3261" y="13383"/>
                </a:lnTo>
                <a:lnTo>
                  <a:pt x="2434" y="13870"/>
                </a:lnTo>
                <a:lnTo>
                  <a:pt x="1582" y="14357"/>
                </a:lnTo>
                <a:lnTo>
                  <a:pt x="1241" y="14503"/>
                </a:lnTo>
                <a:lnTo>
                  <a:pt x="1095" y="14576"/>
                </a:lnTo>
                <a:lnTo>
                  <a:pt x="949" y="14697"/>
                </a:lnTo>
                <a:lnTo>
                  <a:pt x="925" y="14770"/>
                </a:lnTo>
                <a:lnTo>
                  <a:pt x="925" y="14843"/>
                </a:lnTo>
                <a:lnTo>
                  <a:pt x="949" y="14892"/>
                </a:lnTo>
                <a:lnTo>
                  <a:pt x="1022" y="14941"/>
                </a:lnTo>
                <a:lnTo>
                  <a:pt x="1120" y="14965"/>
                </a:lnTo>
                <a:lnTo>
                  <a:pt x="1217" y="14965"/>
                </a:lnTo>
                <a:lnTo>
                  <a:pt x="1412" y="14916"/>
                </a:lnTo>
                <a:lnTo>
                  <a:pt x="1606" y="14843"/>
                </a:lnTo>
                <a:lnTo>
                  <a:pt x="1801" y="14746"/>
                </a:lnTo>
                <a:lnTo>
                  <a:pt x="2239" y="14551"/>
                </a:lnTo>
                <a:lnTo>
                  <a:pt x="2677" y="14308"/>
                </a:lnTo>
                <a:lnTo>
                  <a:pt x="3504" y="13797"/>
                </a:lnTo>
                <a:lnTo>
                  <a:pt x="3577" y="13724"/>
                </a:lnTo>
                <a:lnTo>
                  <a:pt x="3626" y="13651"/>
                </a:lnTo>
                <a:lnTo>
                  <a:pt x="3626" y="13554"/>
                </a:lnTo>
                <a:lnTo>
                  <a:pt x="3577" y="13481"/>
                </a:lnTo>
                <a:lnTo>
                  <a:pt x="3529" y="13408"/>
                </a:lnTo>
                <a:lnTo>
                  <a:pt x="3456" y="13359"/>
                </a:lnTo>
                <a:close/>
                <a:moveTo>
                  <a:pt x="17325" y="13383"/>
                </a:moveTo>
                <a:lnTo>
                  <a:pt x="17179" y="13408"/>
                </a:lnTo>
                <a:lnTo>
                  <a:pt x="17130" y="13408"/>
                </a:lnTo>
                <a:lnTo>
                  <a:pt x="17130" y="13432"/>
                </a:lnTo>
                <a:lnTo>
                  <a:pt x="17130" y="13505"/>
                </a:lnTo>
                <a:lnTo>
                  <a:pt x="17252" y="13627"/>
                </a:lnTo>
                <a:lnTo>
                  <a:pt x="17398" y="13748"/>
                </a:lnTo>
                <a:lnTo>
                  <a:pt x="17690" y="13943"/>
                </a:lnTo>
                <a:lnTo>
                  <a:pt x="18006" y="14113"/>
                </a:lnTo>
                <a:lnTo>
                  <a:pt x="18323" y="14284"/>
                </a:lnTo>
                <a:lnTo>
                  <a:pt x="18907" y="14649"/>
                </a:lnTo>
                <a:lnTo>
                  <a:pt x="19199" y="14819"/>
                </a:lnTo>
                <a:lnTo>
                  <a:pt x="19515" y="14941"/>
                </a:lnTo>
                <a:lnTo>
                  <a:pt x="19612" y="14965"/>
                </a:lnTo>
                <a:lnTo>
                  <a:pt x="19709" y="14941"/>
                </a:lnTo>
                <a:lnTo>
                  <a:pt x="19758" y="14868"/>
                </a:lnTo>
                <a:lnTo>
                  <a:pt x="19807" y="14795"/>
                </a:lnTo>
                <a:lnTo>
                  <a:pt x="19807" y="14697"/>
                </a:lnTo>
                <a:lnTo>
                  <a:pt x="19782" y="14600"/>
                </a:lnTo>
                <a:lnTo>
                  <a:pt x="19734" y="14527"/>
                </a:lnTo>
                <a:lnTo>
                  <a:pt x="19636" y="14454"/>
                </a:lnTo>
                <a:lnTo>
                  <a:pt x="19272" y="14308"/>
                </a:lnTo>
                <a:lnTo>
                  <a:pt x="18931" y="14113"/>
                </a:lnTo>
                <a:lnTo>
                  <a:pt x="18590" y="13919"/>
                </a:lnTo>
                <a:lnTo>
                  <a:pt x="18250" y="13724"/>
                </a:lnTo>
                <a:lnTo>
                  <a:pt x="17982" y="13602"/>
                </a:lnTo>
                <a:lnTo>
                  <a:pt x="17739" y="13481"/>
                </a:lnTo>
                <a:lnTo>
                  <a:pt x="17593" y="13432"/>
                </a:lnTo>
                <a:lnTo>
                  <a:pt x="17447" y="13408"/>
                </a:lnTo>
                <a:lnTo>
                  <a:pt x="17325" y="13383"/>
                </a:lnTo>
                <a:close/>
                <a:moveTo>
                  <a:pt x="4234" y="14892"/>
                </a:moveTo>
                <a:lnTo>
                  <a:pt x="4161" y="14916"/>
                </a:lnTo>
                <a:lnTo>
                  <a:pt x="4088" y="14941"/>
                </a:lnTo>
                <a:lnTo>
                  <a:pt x="3942" y="15087"/>
                </a:lnTo>
                <a:lnTo>
                  <a:pt x="3820" y="15257"/>
                </a:lnTo>
                <a:lnTo>
                  <a:pt x="3723" y="15330"/>
                </a:lnTo>
                <a:lnTo>
                  <a:pt x="3650" y="15379"/>
                </a:lnTo>
                <a:lnTo>
                  <a:pt x="3650" y="15403"/>
                </a:lnTo>
                <a:lnTo>
                  <a:pt x="3601" y="15427"/>
                </a:lnTo>
                <a:lnTo>
                  <a:pt x="3577" y="15476"/>
                </a:lnTo>
                <a:lnTo>
                  <a:pt x="3553" y="15525"/>
                </a:lnTo>
                <a:lnTo>
                  <a:pt x="3553" y="15573"/>
                </a:lnTo>
                <a:lnTo>
                  <a:pt x="3577" y="15646"/>
                </a:lnTo>
                <a:lnTo>
                  <a:pt x="3626" y="15695"/>
                </a:lnTo>
                <a:lnTo>
                  <a:pt x="3699" y="15744"/>
                </a:lnTo>
                <a:lnTo>
                  <a:pt x="3772" y="15744"/>
                </a:lnTo>
                <a:lnTo>
                  <a:pt x="3845" y="15719"/>
                </a:lnTo>
                <a:lnTo>
                  <a:pt x="3991" y="15646"/>
                </a:lnTo>
                <a:lnTo>
                  <a:pt x="4088" y="15549"/>
                </a:lnTo>
                <a:lnTo>
                  <a:pt x="4258" y="15403"/>
                </a:lnTo>
                <a:lnTo>
                  <a:pt x="4429" y="15208"/>
                </a:lnTo>
                <a:lnTo>
                  <a:pt x="4453" y="15135"/>
                </a:lnTo>
                <a:lnTo>
                  <a:pt x="4453" y="15087"/>
                </a:lnTo>
                <a:lnTo>
                  <a:pt x="4429" y="15014"/>
                </a:lnTo>
                <a:lnTo>
                  <a:pt x="4380" y="14941"/>
                </a:lnTo>
                <a:lnTo>
                  <a:pt x="4307" y="14892"/>
                </a:lnTo>
                <a:close/>
                <a:moveTo>
                  <a:pt x="16376" y="14843"/>
                </a:moveTo>
                <a:lnTo>
                  <a:pt x="16303" y="14892"/>
                </a:lnTo>
                <a:lnTo>
                  <a:pt x="16279" y="14965"/>
                </a:lnTo>
                <a:lnTo>
                  <a:pt x="16303" y="15038"/>
                </a:lnTo>
                <a:lnTo>
                  <a:pt x="16400" y="15233"/>
                </a:lnTo>
                <a:lnTo>
                  <a:pt x="16522" y="15403"/>
                </a:lnTo>
                <a:lnTo>
                  <a:pt x="16668" y="15598"/>
                </a:lnTo>
                <a:lnTo>
                  <a:pt x="16765" y="15671"/>
                </a:lnTo>
                <a:lnTo>
                  <a:pt x="16863" y="15744"/>
                </a:lnTo>
                <a:lnTo>
                  <a:pt x="16936" y="15768"/>
                </a:lnTo>
                <a:lnTo>
                  <a:pt x="17009" y="15768"/>
                </a:lnTo>
                <a:lnTo>
                  <a:pt x="17082" y="15719"/>
                </a:lnTo>
                <a:lnTo>
                  <a:pt x="17130" y="15671"/>
                </a:lnTo>
                <a:lnTo>
                  <a:pt x="17155" y="15598"/>
                </a:lnTo>
                <a:lnTo>
                  <a:pt x="17155" y="15525"/>
                </a:lnTo>
                <a:lnTo>
                  <a:pt x="17130" y="15476"/>
                </a:lnTo>
                <a:lnTo>
                  <a:pt x="17057" y="15403"/>
                </a:lnTo>
                <a:lnTo>
                  <a:pt x="16911" y="15281"/>
                </a:lnTo>
                <a:lnTo>
                  <a:pt x="16790" y="15135"/>
                </a:lnTo>
                <a:lnTo>
                  <a:pt x="16644" y="14965"/>
                </a:lnTo>
                <a:lnTo>
                  <a:pt x="16546" y="14892"/>
                </a:lnTo>
                <a:lnTo>
                  <a:pt x="16449" y="14843"/>
                </a:lnTo>
                <a:close/>
                <a:moveTo>
                  <a:pt x="11169" y="3577"/>
                </a:moveTo>
                <a:lnTo>
                  <a:pt x="11582" y="3650"/>
                </a:lnTo>
                <a:lnTo>
                  <a:pt x="11996" y="3748"/>
                </a:lnTo>
                <a:lnTo>
                  <a:pt x="12410" y="3894"/>
                </a:lnTo>
                <a:lnTo>
                  <a:pt x="12799" y="4064"/>
                </a:lnTo>
                <a:lnTo>
                  <a:pt x="13188" y="4259"/>
                </a:lnTo>
                <a:lnTo>
                  <a:pt x="13578" y="4453"/>
                </a:lnTo>
                <a:lnTo>
                  <a:pt x="13943" y="4672"/>
                </a:lnTo>
                <a:lnTo>
                  <a:pt x="14235" y="4891"/>
                </a:lnTo>
                <a:lnTo>
                  <a:pt x="14502" y="5110"/>
                </a:lnTo>
                <a:lnTo>
                  <a:pt x="14770" y="5329"/>
                </a:lnTo>
                <a:lnTo>
                  <a:pt x="15038" y="5573"/>
                </a:lnTo>
                <a:lnTo>
                  <a:pt x="14989" y="5621"/>
                </a:lnTo>
                <a:lnTo>
                  <a:pt x="14916" y="5694"/>
                </a:lnTo>
                <a:lnTo>
                  <a:pt x="14916" y="5767"/>
                </a:lnTo>
                <a:lnTo>
                  <a:pt x="14892" y="5792"/>
                </a:lnTo>
                <a:lnTo>
                  <a:pt x="14892" y="5840"/>
                </a:lnTo>
                <a:lnTo>
                  <a:pt x="14940" y="5840"/>
                </a:lnTo>
                <a:lnTo>
                  <a:pt x="14989" y="5865"/>
                </a:lnTo>
                <a:lnTo>
                  <a:pt x="15086" y="5865"/>
                </a:lnTo>
                <a:lnTo>
                  <a:pt x="15159" y="5816"/>
                </a:lnTo>
                <a:lnTo>
                  <a:pt x="15232" y="5767"/>
                </a:lnTo>
                <a:lnTo>
                  <a:pt x="15354" y="5913"/>
                </a:lnTo>
                <a:lnTo>
                  <a:pt x="15257" y="5986"/>
                </a:lnTo>
                <a:lnTo>
                  <a:pt x="15208" y="6059"/>
                </a:lnTo>
                <a:lnTo>
                  <a:pt x="15159" y="6132"/>
                </a:lnTo>
                <a:lnTo>
                  <a:pt x="15184" y="6205"/>
                </a:lnTo>
                <a:lnTo>
                  <a:pt x="15208" y="6254"/>
                </a:lnTo>
                <a:lnTo>
                  <a:pt x="15330" y="6254"/>
                </a:lnTo>
                <a:lnTo>
                  <a:pt x="15427" y="6181"/>
                </a:lnTo>
                <a:lnTo>
                  <a:pt x="15524" y="6132"/>
                </a:lnTo>
                <a:lnTo>
                  <a:pt x="15719" y="6376"/>
                </a:lnTo>
                <a:lnTo>
                  <a:pt x="15695" y="6424"/>
                </a:lnTo>
                <a:lnTo>
                  <a:pt x="15573" y="6546"/>
                </a:lnTo>
                <a:lnTo>
                  <a:pt x="15549" y="6619"/>
                </a:lnTo>
                <a:lnTo>
                  <a:pt x="15524" y="6716"/>
                </a:lnTo>
                <a:lnTo>
                  <a:pt x="15549" y="6765"/>
                </a:lnTo>
                <a:lnTo>
                  <a:pt x="15597" y="6789"/>
                </a:lnTo>
                <a:lnTo>
                  <a:pt x="15768" y="6789"/>
                </a:lnTo>
                <a:lnTo>
                  <a:pt x="15865" y="6741"/>
                </a:lnTo>
                <a:lnTo>
                  <a:pt x="15914" y="6692"/>
                </a:lnTo>
                <a:lnTo>
                  <a:pt x="16060" y="6911"/>
                </a:lnTo>
                <a:lnTo>
                  <a:pt x="15962" y="7008"/>
                </a:lnTo>
                <a:lnTo>
                  <a:pt x="15889" y="7081"/>
                </a:lnTo>
                <a:lnTo>
                  <a:pt x="15841" y="7130"/>
                </a:lnTo>
                <a:lnTo>
                  <a:pt x="15841" y="7203"/>
                </a:lnTo>
                <a:lnTo>
                  <a:pt x="15865" y="7300"/>
                </a:lnTo>
                <a:lnTo>
                  <a:pt x="15914" y="7325"/>
                </a:lnTo>
                <a:lnTo>
                  <a:pt x="15962" y="7349"/>
                </a:lnTo>
                <a:lnTo>
                  <a:pt x="16060" y="7325"/>
                </a:lnTo>
                <a:lnTo>
                  <a:pt x="16157" y="7300"/>
                </a:lnTo>
                <a:lnTo>
                  <a:pt x="16254" y="7227"/>
                </a:lnTo>
                <a:lnTo>
                  <a:pt x="16400" y="7495"/>
                </a:lnTo>
                <a:lnTo>
                  <a:pt x="16327" y="7519"/>
                </a:lnTo>
                <a:lnTo>
                  <a:pt x="16254" y="7544"/>
                </a:lnTo>
                <a:lnTo>
                  <a:pt x="16157" y="7617"/>
                </a:lnTo>
                <a:lnTo>
                  <a:pt x="16060" y="7714"/>
                </a:lnTo>
                <a:lnTo>
                  <a:pt x="15987" y="7811"/>
                </a:lnTo>
                <a:lnTo>
                  <a:pt x="15938" y="7909"/>
                </a:lnTo>
                <a:lnTo>
                  <a:pt x="15938" y="7982"/>
                </a:lnTo>
                <a:lnTo>
                  <a:pt x="15962" y="8030"/>
                </a:lnTo>
                <a:lnTo>
                  <a:pt x="15987" y="8079"/>
                </a:lnTo>
                <a:lnTo>
                  <a:pt x="16060" y="8103"/>
                </a:lnTo>
                <a:lnTo>
                  <a:pt x="16108" y="8079"/>
                </a:lnTo>
                <a:lnTo>
                  <a:pt x="16181" y="8030"/>
                </a:lnTo>
                <a:lnTo>
                  <a:pt x="16303" y="7933"/>
                </a:lnTo>
                <a:lnTo>
                  <a:pt x="16449" y="7836"/>
                </a:lnTo>
                <a:lnTo>
                  <a:pt x="16522" y="7763"/>
                </a:lnTo>
                <a:lnTo>
                  <a:pt x="16692" y="8176"/>
                </a:lnTo>
                <a:lnTo>
                  <a:pt x="16619" y="8201"/>
                </a:lnTo>
                <a:lnTo>
                  <a:pt x="16571" y="8225"/>
                </a:lnTo>
                <a:lnTo>
                  <a:pt x="16473" y="8347"/>
                </a:lnTo>
                <a:lnTo>
                  <a:pt x="16254" y="8541"/>
                </a:lnTo>
                <a:lnTo>
                  <a:pt x="16181" y="8614"/>
                </a:lnTo>
                <a:lnTo>
                  <a:pt x="16108" y="8712"/>
                </a:lnTo>
                <a:lnTo>
                  <a:pt x="16084" y="8760"/>
                </a:lnTo>
                <a:lnTo>
                  <a:pt x="16060" y="8809"/>
                </a:lnTo>
                <a:lnTo>
                  <a:pt x="16060" y="8858"/>
                </a:lnTo>
                <a:lnTo>
                  <a:pt x="16108" y="8906"/>
                </a:lnTo>
                <a:lnTo>
                  <a:pt x="16157" y="8930"/>
                </a:lnTo>
                <a:lnTo>
                  <a:pt x="16206" y="8930"/>
                </a:lnTo>
                <a:lnTo>
                  <a:pt x="16327" y="8882"/>
                </a:lnTo>
                <a:lnTo>
                  <a:pt x="16425" y="8809"/>
                </a:lnTo>
                <a:lnTo>
                  <a:pt x="16522" y="8736"/>
                </a:lnTo>
                <a:lnTo>
                  <a:pt x="16668" y="8614"/>
                </a:lnTo>
                <a:lnTo>
                  <a:pt x="16790" y="8468"/>
                </a:lnTo>
                <a:lnTo>
                  <a:pt x="16887" y="8882"/>
                </a:lnTo>
                <a:lnTo>
                  <a:pt x="16790" y="8930"/>
                </a:lnTo>
                <a:lnTo>
                  <a:pt x="16692" y="8979"/>
                </a:lnTo>
                <a:lnTo>
                  <a:pt x="16498" y="9125"/>
                </a:lnTo>
                <a:lnTo>
                  <a:pt x="16230" y="9271"/>
                </a:lnTo>
                <a:lnTo>
                  <a:pt x="16108" y="9368"/>
                </a:lnTo>
                <a:lnTo>
                  <a:pt x="16011" y="9441"/>
                </a:lnTo>
                <a:lnTo>
                  <a:pt x="16011" y="9490"/>
                </a:lnTo>
                <a:lnTo>
                  <a:pt x="16035" y="9514"/>
                </a:lnTo>
                <a:lnTo>
                  <a:pt x="16181" y="9539"/>
                </a:lnTo>
                <a:lnTo>
                  <a:pt x="16327" y="9514"/>
                </a:lnTo>
                <a:lnTo>
                  <a:pt x="16619" y="9441"/>
                </a:lnTo>
                <a:lnTo>
                  <a:pt x="16790" y="9368"/>
                </a:lnTo>
                <a:lnTo>
                  <a:pt x="16960" y="9271"/>
                </a:lnTo>
                <a:lnTo>
                  <a:pt x="17009" y="9660"/>
                </a:lnTo>
                <a:lnTo>
                  <a:pt x="16522" y="9855"/>
                </a:lnTo>
                <a:lnTo>
                  <a:pt x="16254" y="9977"/>
                </a:lnTo>
                <a:lnTo>
                  <a:pt x="16108" y="10050"/>
                </a:lnTo>
                <a:lnTo>
                  <a:pt x="15987" y="10123"/>
                </a:lnTo>
                <a:lnTo>
                  <a:pt x="15962" y="10171"/>
                </a:lnTo>
                <a:lnTo>
                  <a:pt x="15962" y="10196"/>
                </a:lnTo>
                <a:lnTo>
                  <a:pt x="15987" y="10220"/>
                </a:lnTo>
                <a:lnTo>
                  <a:pt x="16011" y="10244"/>
                </a:lnTo>
                <a:lnTo>
                  <a:pt x="16279" y="10269"/>
                </a:lnTo>
                <a:lnTo>
                  <a:pt x="16522" y="10220"/>
                </a:lnTo>
                <a:lnTo>
                  <a:pt x="16765" y="10147"/>
                </a:lnTo>
                <a:lnTo>
                  <a:pt x="17033" y="10074"/>
                </a:lnTo>
                <a:lnTo>
                  <a:pt x="17009" y="10585"/>
                </a:lnTo>
                <a:lnTo>
                  <a:pt x="16765" y="10585"/>
                </a:lnTo>
                <a:lnTo>
                  <a:pt x="16546" y="10634"/>
                </a:lnTo>
                <a:lnTo>
                  <a:pt x="16108" y="10707"/>
                </a:lnTo>
                <a:lnTo>
                  <a:pt x="15914" y="10780"/>
                </a:lnTo>
                <a:lnTo>
                  <a:pt x="15719" y="10853"/>
                </a:lnTo>
                <a:lnTo>
                  <a:pt x="15695" y="10877"/>
                </a:lnTo>
                <a:lnTo>
                  <a:pt x="15719" y="10901"/>
                </a:lnTo>
                <a:lnTo>
                  <a:pt x="15889" y="10950"/>
                </a:lnTo>
                <a:lnTo>
                  <a:pt x="16060" y="10974"/>
                </a:lnTo>
                <a:lnTo>
                  <a:pt x="16425" y="10950"/>
                </a:lnTo>
                <a:lnTo>
                  <a:pt x="16814" y="10926"/>
                </a:lnTo>
                <a:lnTo>
                  <a:pt x="16984" y="10926"/>
                </a:lnTo>
                <a:lnTo>
                  <a:pt x="16887" y="11412"/>
                </a:lnTo>
                <a:lnTo>
                  <a:pt x="16765" y="11412"/>
                </a:lnTo>
                <a:lnTo>
                  <a:pt x="16619" y="11437"/>
                </a:lnTo>
                <a:lnTo>
                  <a:pt x="16352" y="11485"/>
                </a:lnTo>
                <a:lnTo>
                  <a:pt x="16035" y="11558"/>
                </a:lnTo>
                <a:lnTo>
                  <a:pt x="15889" y="11583"/>
                </a:lnTo>
                <a:lnTo>
                  <a:pt x="15719" y="11607"/>
                </a:lnTo>
                <a:lnTo>
                  <a:pt x="15695" y="11607"/>
                </a:lnTo>
                <a:lnTo>
                  <a:pt x="15670" y="11631"/>
                </a:lnTo>
                <a:lnTo>
                  <a:pt x="15670" y="11656"/>
                </a:lnTo>
                <a:lnTo>
                  <a:pt x="15695" y="11680"/>
                </a:lnTo>
                <a:lnTo>
                  <a:pt x="15962" y="11777"/>
                </a:lnTo>
                <a:lnTo>
                  <a:pt x="16108" y="11826"/>
                </a:lnTo>
                <a:lnTo>
                  <a:pt x="16254" y="11850"/>
                </a:lnTo>
                <a:lnTo>
                  <a:pt x="16522" y="11826"/>
                </a:lnTo>
                <a:lnTo>
                  <a:pt x="16814" y="11802"/>
                </a:lnTo>
                <a:lnTo>
                  <a:pt x="16668" y="12264"/>
                </a:lnTo>
                <a:lnTo>
                  <a:pt x="16498" y="12215"/>
                </a:lnTo>
                <a:lnTo>
                  <a:pt x="16303" y="12191"/>
                </a:lnTo>
                <a:lnTo>
                  <a:pt x="16108" y="12142"/>
                </a:lnTo>
                <a:lnTo>
                  <a:pt x="15914" y="12094"/>
                </a:lnTo>
                <a:lnTo>
                  <a:pt x="15695" y="12094"/>
                </a:lnTo>
                <a:lnTo>
                  <a:pt x="15476" y="12118"/>
                </a:lnTo>
                <a:lnTo>
                  <a:pt x="15451" y="12142"/>
                </a:lnTo>
                <a:lnTo>
                  <a:pt x="15451" y="12167"/>
                </a:lnTo>
                <a:lnTo>
                  <a:pt x="15476" y="12191"/>
                </a:lnTo>
                <a:lnTo>
                  <a:pt x="15646" y="12288"/>
                </a:lnTo>
                <a:lnTo>
                  <a:pt x="15816" y="12386"/>
                </a:lnTo>
                <a:lnTo>
                  <a:pt x="16230" y="12532"/>
                </a:lnTo>
                <a:lnTo>
                  <a:pt x="16546" y="12629"/>
                </a:lnTo>
                <a:lnTo>
                  <a:pt x="16376" y="13018"/>
                </a:lnTo>
                <a:lnTo>
                  <a:pt x="16060" y="12970"/>
                </a:lnTo>
                <a:lnTo>
                  <a:pt x="15743" y="12872"/>
                </a:lnTo>
                <a:lnTo>
                  <a:pt x="15573" y="12824"/>
                </a:lnTo>
                <a:lnTo>
                  <a:pt x="15476" y="12824"/>
                </a:lnTo>
                <a:lnTo>
                  <a:pt x="15451" y="12848"/>
                </a:lnTo>
                <a:lnTo>
                  <a:pt x="15427" y="12897"/>
                </a:lnTo>
                <a:lnTo>
                  <a:pt x="15427" y="12945"/>
                </a:lnTo>
                <a:lnTo>
                  <a:pt x="15451" y="12994"/>
                </a:lnTo>
                <a:lnTo>
                  <a:pt x="15524" y="13091"/>
                </a:lnTo>
                <a:lnTo>
                  <a:pt x="15743" y="13237"/>
                </a:lnTo>
                <a:lnTo>
                  <a:pt x="15938" y="13335"/>
                </a:lnTo>
                <a:lnTo>
                  <a:pt x="16181" y="13408"/>
                </a:lnTo>
                <a:lnTo>
                  <a:pt x="15914" y="13821"/>
                </a:lnTo>
                <a:lnTo>
                  <a:pt x="15865" y="13894"/>
                </a:lnTo>
                <a:lnTo>
                  <a:pt x="15841" y="13870"/>
                </a:lnTo>
                <a:lnTo>
                  <a:pt x="15719" y="13797"/>
                </a:lnTo>
                <a:lnTo>
                  <a:pt x="15597" y="13700"/>
                </a:lnTo>
                <a:lnTo>
                  <a:pt x="15330" y="13578"/>
                </a:lnTo>
                <a:lnTo>
                  <a:pt x="15013" y="13505"/>
                </a:lnTo>
                <a:lnTo>
                  <a:pt x="14721" y="13505"/>
                </a:lnTo>
                <a:lnTo>
                  <a:pt x="14697" y="13529"/>
                </a:lnTo>
                <a:lnTo>
                  <a:pt x="14673" y="13578"/>
                </a:lnTo>
                <a:lnTo>
                  <a:pt x="14697" y="13602"/>
                </a:lnTo>
                <a:lnTo>
                  <a:pt x="14794" y="13651"/>
                </a:lnTo>
                <a:lnTo>
                  <a:pt x="14892" y="13724"/>
                </a:lnTo>
                <a:lnTo>
                  <a:pt x="15111" y="13821"/>
                </a:lnTo>
                <a:lnTo>
                  <a:pt x="15378" y="13967"/>
                </a:lnTo>
                <a:lnTo>
                  <a:pt x="15622" y="14138"/>
                </a:lnTo>
                <a:lnTo>
                  <a:pt x="15670" y="14162"/>
                </a:lnTo>
                <a:lnTo>
                  <a:pt x="15451" y="14405"/>
                </a:lnTo>
                <a:lnTo>
                  <a:pt x="15330" y="14357"/>
                </a:lnTo>
                <a:lnTo>
                  <a:pt x="15208" y="14332"/>
                </a:lnTo>
                <a:lnTo>
                  <a:pt x="15086" y="14332"/>
                </a:lnTo>
                <a:lnTo>
                  <a:pt x="14989" y="14308"/>
                </a:lnTo>
                <a:lnTo>
                  <a:pt x="14794" y="14259"/>
                </a:lnTo>
                <a:lnTo>
                  <a:pt x="14624" y="14186"/>
                </a:lnTo>
                <a:lnTo>
                  <a:pt x="14454" y="14089"/>
                </a:lnTo>
                <a:lnTo>
                  <a:pt x="14308" y="14016"/>
                </a:lnTo>
                <a:lnTo>
                  <a:pt x="14137" y="14016"/>
                </a:lnTo>
                <a:lnTo>
                  <a:pt x="14089" y="14040"/>
                </a:lnTo>
                <a:lnTo>
                  <a:pt x="14064" y="14089"/>
                </a:lnTo>
                <a:lnTo>
                  <a:pt x="14089" y="14162"/>
                </a:lnTo>
                <a:lnTo>
                  <a:pt x="14162" y="14259"/>
                </a:lnTo>
                <a:lnTo>
                  <a:pt x="14308" y="14405"/>
                </a:lnTo>
                <a:lnTo>
                  <a:pt x="14478" y="14527"/>
                </a:lnTo>
                <a:lnTo>
                  <a:pt x="14648" y="14600"/>
                </a:lnTo>
                <a:lnTo>
                  <a:pt x="14843" y="14697"/>
                </a:lnTo>
                <a:lnTo>
                  <a:pt x="14965" y="14746"/>
                </a:lnTo>
                <a:lnTo>
                  <a:pt x="15086" y="14770"/>
                </a:lnTo>
                <a:lnTo>
                  <a:pt x="14819" y="14989"/>
                </a:lnTo>
                <a:lnTo>
                  <a:pt x="14527" y="15208"/>
                </a:lnTo>
                <a:lnTo>
                  <a:pt x="14454" y="15208"/>
                </a:lnTo>
                <a:lnTo>
                  <a:pt x="14332" y="15184"/>
                </a:lnTo>
                <a:lnTo>
                  <a:pt x="14235" y="15111"/>
                </a:lnTo>
                <a:lnTo>
                  <a:pt x="14064" y="14965"/>
                </a:lnTo>
                <a:lnTo>
                  <a:pt x="13918" y="14843"/>
                </a:lnTo>
                <a:lnTo>
                  <a:pt x="13748" y="14722"/>
                </a:lnTo>
                <a:lnTo>
                  <a:pt x="13651" y="14673"/>
                </a:lnTo>
                <a:lnTo>
                  <a:pt x="13578" y="14624"/>
                </a:lnTo>
                <a:lnTo>
                  <a:pt x="13383" y="14624"/>
                </a:lnTo>
                <a:lnTo>
                  <a:pt x="13359" y="14649"/>
                </a:lnTo>
                <a:lnTo>
                  <a:pt x="13359" y="14697"/>
                </a:lnTo>
                <a:lnTo>
                  <a:pt x="13456" y="14868"/>
                </a:lnTo>
                <a:lnTo>
                  <a:pt x="13602" y="15014"/>
                </a:lnTo>
                <a:lnTo>
                  <a:pt x="13894" y="15306"/>
                </a:lnTo>
                <a:lnTo>
                  <a:pt x="13991" y="15403"/>
                </a:lnTo>
                <a:lnTo>
                  <a:pt x="14113" y="15476"/>
                </a:lnTo>
                <a:lnTo>
                  <a:pt x="13748" y="15671"/>
                </a:lnTo>
                <a:lnTo>
                  <a:pt x="13553" y="15598"/>
                </a:lnTo>
                <a:lnTo>
                  <a:pt x="13456" y="15549"/>
                </a:lnTo>
                <a:lnTo>
                  <a:pt x="13359" y="15476"/>
                </a:lnTo>
                <a:lnTo>
                  <a:pt x="13164" y="15306"/>
                </a:lnTo>
                <a:lnTo>
                  <a:pt x="12872" y="15062"/>
                </a:lnTo>
                <a:lnTo>
                  <a:pt x="12726" y="14941"/>
                </a:lnTo>
                <a:lnTo>
                  <a:pt x="12556" y="14843"/>
                </a:lnTo>
                <a:lnTo>
                  <a:pt x="12507" y="14868"/>
                </a:lnTo>
                <a:lnTo>
                  <a:pt x="12483" y="14916"/>
                </a:lnTo>
                <a:lnTo>
                  <a:pt x="12580" y="15135"/>
                </a:lnTo>
                <a:lnTo>
                  <a:pt x="12726" y="15330"/>
                </a:lnTo>
                <a:lnTo>
                  <a:pt x="12896" y="15525"/>
                </a:lnTo>
                <a:lnTo>
                  <a:pt x="13067" y="15695"/>
                </a:lnTo>
                <a:lnTo>
                  <a:pt x="13310" y="15865"/>
                </a:lnTo>
                <a:lnTo>
                  <a:pt x="12702" y="16084"/>
                </a:lnTo>
                <a:lnTo>
                  <a:pt x="12239" y="15719"/>
                </a:lnTo>
                <a:lnTo>
                  <a:pt x="11972" y="15476"/>
                </a:lnTo>
                <a:lnTo>
                  <a:pt x="11826" y="15354"/>
                </a:lnTo>
                <a:lnTo>
                  <a:pt x="11655" y="15257"/>
                </a:lnTo>
                <a:lnTo>
                  <a:pt x="11631" y="15257"/>
                </a:lnTo>
                <a:lnTo>
                  <a:pt x="11607" y="15281"/>
                </a:lnTo>
                <a:lnTo>
                  <a:pt x="11607" y="15354"/>
                </a:lnTo>
                <a:lnTo>
                  <a:pt x="11631" y="15427"/>
                </a:lnTo>
                <a:lnTo>
                  <a:pt x="11704" y="15573"/>
                </a:lnTo>
                <a:lnTo>
                  <a:pt x="11801" y="15719"/>
                </a:lnTo>
                <a:lnTo>
                  <a:pt x="11899" y="15841"/>
                </a:lnTo>
                <a:lnTo>
                  <a:pt x="12093" y="16036"/>
                </a:lnTo>
                <a:lnTo>
                  <a:pt x="12312" y="16206"/>
                </a:lnTo>
                <a:lnTo>
                  <a:pt x="11826" y="16303"/>
                </a:lnTo>
                <a:lnTo>
                  <a:pt x="11801" y="16303"/>
                </a:lnTo>
                <a:lnTo>
                  <a:pt x="11558" y="16036"/>
                </a:lnTo>
                <a:lnTo>
                  <a:pt x="11291" y="15768"/>
                </a:lnTo>
                <a:lnTo>
                  <a:pt x="11169" y="15671"/>
                </a:lnTo>
                <a:lnTo>
                  <a:pt x="11047" y="15573"/>
                </a:lnTo>
                <a:lnTo>
                  <a:pt x="10901" y="15500"/>
                </a:lnTo>
                <a:lnTo>
                  <a:pt x="10828" y="15476"/>
                </a:lnTo>
                <a:lnTo>
                  <a:pt x="10731" y="15476"/>
                </a:lnTo>
                <a:lnTo>
                  <a:pt x="10731" y="15500"/>
                </a:lnTo>
                <a:lnTo>
                  <a:pt x="10780" y="15646"/>
                </a:lnTo>
                <a:lnTo>
                  <a:pt x="10853" y="15768"/>
                </a:lnTo>
                <a:lnTo>
                  <a:pt x="11072" y="15987"/>
                </a:lnTo>
                <a:lnTo>
                  <a:pt x="11437" y="16376"/>
                </a:lnTo>
                <a:lnTo>
                  <a:pt x="11072" y="16425"/>
                </a:lnTo>
                <a:lnTo>
                  <a:pt x="10682" y="16474"/>
                </a:lnTo>
                <a:lnTo>
                  <a:pt x="10682" y="16401"/>
                </a:lnTo>
                <a:lnTo>
                  <a:pt x="10634" y="16328"/>
                </a:lnTo>
                <a:lnTo>
                  <a:pt x="10463" y="16133"/>
                </a:lnTo>
                <a:lnTo>
                  <a:pt x="10269" y="15938"/>
                </a:lnTo>
                <a:lnTo>
                  <a:pt x="10050" y="15768"/>
                </a:lnTo>
                <a:lnTo>
                  <a:pt x="9831" y="15598"/>
                </a:lnTo>
                <a:lnTo>
                  <a:pt x="9806" y="15598"/>
                </a:lnTo>
                <a:lnTo>
                  <a:pt x="9782" y="15622"/>
                </a:lnTo>
                <a:lnTo>
                  <a:pt x="9806" y="15744"/>
                </a:lnTo>
                <a:lnTo>
                  <a:pt x="9855" y="15865"/>
                </a:lnTo>
                <a:lnTo>
                  <a:pt x="9904" y="15987"/>
                </a:lnTo>
                <a:lnTo>
                  <a:pt x="9977" y="16084"/>
                </a:lnTo>
                <a:lnTo>
                  <a:pt x="10123" y="16303"/>
                </a:lnTo>
                <a:lnTo>
                  <a:pt x="10317" y="16474"/>
                </a:lnTo>
                <a:lnTo>
                  <a:pt x="9685" y="16474"/>
                </a:lnTo>
                <a:lnTo>
                  <a:pt x="9612" y="16352"/>
                </a:lnTo>
                <a:lnTo>
                  <a:pt x="9563" y="16255"/>
                </a:lnTo>
                <a:lnTo>
                  <a:pt x="9393" y="16060"/>
                </a:lnTo>
                <a:lnTo>
                  <a:pt x="9222" y="15817"/>
                </a:lnTo>
                <a:lnTo>
                  <a:pt x="9125" y="15695"/>
                </a:lnTo>
                <a:lnTo>
                  <a:pt x="9028" y="15598"/>
                </a:lnTo>
                <a:lnTo>
                  <a:pt x="8979" y="15598"/>
                </a:lnTo>
                <a:lnTo>
                  <a:pt x="8955" y="15622"/>
                </a:lnTo>
                <a:lnTo>
                  <a:pt x="8955" y="15744"/>
                </a:lnTo>
                <a:lnTo>
                  <a:pt x="8979" y="15865"/>
                </a:lnTo>
                <a:lnTo>
                  <a:pt x="9003" y="15987"/>
                </a:lnTo>
                <a:lnTo>
                  <a:pt x="9052" y="16109"/>
                </a:lnTo>
                <a:lnTo>
                  <a:pt x="9247" y="16449"/>
                </a:lnTo>
                <a:lnTo>
                  <a:pt x="9247" y="16449"/>
                </a:lnTo>
                <a:lnTo>
                  <a:pt x="8687" y="16376"/>
                </a:lnTo>
                <a:lnTo>
                  <a:pt x="8614" y="16376"/>
                </a:lnTo>
                <a:lnTo>
                  <a:pt x="8590" y="16328"/>
                </a:lnTo>
                <a:lnTo>
                  <a:pt x="8492" y="16230"/>
                </a:lnTo>
                <a:lnTo>
                  <a:pt x="8419" y="16109"/>
                </a:lnTo>
                <a:lnTo>
                  <a:pt x="8346" y="15841"/>
                </a:lnTo>
                <a:lnTo>
                  <a:pt x="8273" y="15646"/>
                </a:lnTo>
                <a:lnTo>
                  <a:pt x="8200" y="15573"/>
                </a:lnTo>
                <a:lnTo>
                  <a:pt x="8152" y="15549"/>
                </a:lnTo>
                <a:lnTo>
                  <a:pt x="8103" y="15549"/>
                </a:lnTo>
                <a:lnTo>
                  <a:pt x="8079" y="15598"/>
                </a:lnTo>
                <a:lnTo>
                  <a:pt x="8054" y="15646"/>
                </a:lnTo>
                <a:lnTo>
                  <a:pt x="8054" y="15792"/>
                </a:lnTo>
                <a:lnTo>
                  <a:pt x="8079" y="15938"/>
                </a:lnTo>
                <a:lnTo>
                  <a:pt x="8103" y="16060"/>
                </a:lnTo>
                <a:lnTo>
                  <a:pt x="8176" y="16279"/>
                </a:lnTo>
                <a:lnTo>
                  <a:pt x="7762" y="16157"/>
                </a:lnTo>
                <a:lnTo>
                  <a:pt x="7714" y="16084"/>
                </a:lnTo>
                <a:lnTo>
                  <a:pt x="7665" y="15963"/>
                </a:lnTo>
                <a:lnTo>
                  <a:pt x="7592" y="15817"/>
                </a:lnTo>
                <a:lnTo>
                  <a:pt x="7543" y="15695"/>
                </a:lnTo>
                <a:lnTo>
                  <a:pt x="7519" y="15549"/>
                </a:lnTo>
                <a:lnTo>
                  <a:pt x="7495" y="15549"/>
                </a:lnTo>
                <a:lnTo>
                  <a:pt x="7470" y="15671"/>
                </a:lnTo>
                <a:lnTo>
                  <a:pt x="7446" y="15792"/>
                </a:lnTo>
                <a:lnTo>
                  <a:pt x="7446" y="15938"/>
                </a:lnTo>
                <a:lnTo>
                  <a:pt x="7470" y="16060"/>
                </a:lnTo>
                <a:lnTo>
                  <a:pt x="6984" y="15841"/>
                </a:lnTo>
                <a:lnTo>
                  <a:pt x="6984" y="15792"/>
                </a:lnTo>
                <a:lnTo>
                  <a:pt x="6911" y="15646"/>
                </a:lnTo>
                <a:lnTo>
                  <a:pt x="6813" y="15549"/>
                </a:lnTo>
                <a:lnTo>
                  <a:pt x="6789" y="15549"/>
                </a:lnTo>
                <a:lnTo>
                  <a:pt x="6740" y="15622"/>
                </a:lnTo>
                <a:lnTo>
                  <a:pt x="6716" y="15695"/>
                </a:lnTo>
                <a:lnTo>
                  <a:pt x="6375" y="15476"/>
                </a:lnTo>
                <a:lnTo>
                  <a:pt x="6035" y="15233"/>
                </a:lnTo>
                <a:lnTo>
                  <a:pt x="5718" y="14965"/>
                </a:lnTo>
                <a:lnTo>
                  <a:pt x="5451" y="14649"/>
                </a:lnTo>
                <a:lnTo>
                  <a:pt x="5159" y="14284"/>
                </a:lnTo>
                <a:lnTo>
                  <a:pt x="4915" y="13894"/>
                </a:lnTo>
                <a:lnTo>
                  <a:pt x="4696" y="13505"/>
                </a:lnTo>
                <a:lnTo>
                  <a:pt x="4502" y="13091"/>
                </a:lnTo>
                <a:lnTo>
                  <a:pt x="4356" y="12653"/>
                </a:lnTo>
                <a:lnTo>
                  <a:pt x="4234" y="12215"/>
                </a:lnTo>
                <a:lnTo>
                  <a:pt x="4112" y="11777"/>
                </a:lnTo>
                <a:lnTo>
                  <a:pt x="4064" y="11315"/>
                </a:lnTo>
                <a:lnTo>
                  <a:pt x="4015" y="10926"/>
                </a:lnTo>
                <a:lnTo>
                  <a:pt x="3991" y="10561"/>
                </a:lnTo>
                <a:lnTo>
                  <a:pt x="4015" y="10171"/>
                </a:lnTo>
                <a:lnTo>
                  <a:pt x="4039" y="9782"/>
                </a:lnTo>
                <a:lnTo>
                  <a:pt x="4088" y="9393"/>
                </a:lnTo>
                <a:lnTo>
                  <a:pt x="4137" y="9028"/>
                </a:lnTo>
                <a:lnTo>
                  <a:pt x="4234" y="8663"/>
                </a:lnTo>
                <a:lnTo>
                  <a:pt x="4331" y="8274"/>
                </a:lnTo>
                <a:lnTo>
                  <a:pt x="4453" y="7909"/>
                </a:lnTo>
                <a:lnTo>
                  <a:pt x="4599" y="7568"/>
                </a:lnTo>
                <a:lnTo>
                  <a:pt x="4769" y="7227"/>
                </a:lnTo>
                <a:lnTo>
                  <a:pt x="4940" y="6887"/>
                </a:lnTo>
                <a:lnTo>
                  <a:pt x="5134" y="6546"/>
                </a:lnTo>
                <a:lnTo>
                  <a:pt x="5353" y="6230"/>
                </a:lnTo>
                <a:lnTo>
                  <a:pt x="5597" y="5913"/>
                </a:lnTo>
                <a:lnTo>
                  <a:pt x="5840" y="5621"/>
                </a:lnTo>
                <a:lnTo>
                  <a:pt x="6083" y="5354"/>
                </a:lnTo>
                <a:lnTo>
                  <a:pt x="6351" y="5110"/>
                </a:lnTo>
                <a:lnTo>
                  <a:pt x="6643" y="4891"/>
                </a:lnTo>
                <a:lnTo>
                  <a:pt x="6935" y="4721"/>
                </a:lnTo>
                <a:lnTo>
                  <a:pt x="7227" y="4526"/>
                </a:lnTo>
                <a:lnTo>
                  <a:pt x="7543" y="4380"/>
                </a:lnTo>
                <a:lnTo>
                  <a:pt x="8225" y="4088"/>
                </a:lnTo>
                <a:lnTo>
                  <a:pt x="8784" y="3845"/>
                </a:lnTo>
                <a:lnTo>
                  <a:pt x="9368" y="3675"/>
                </a:lnTo>
                <a:lnTo>
                  <a:pt x="9636" y="3602"/>
                </a:lnTo>
                <a:lnTo>
                  <a:pt x="9660" y="3650"/>
                </a:lnTo>
                <a:lnTo>
                  <a:pt x="9685" y="3699"/>
                </a:lnTo>
                <a:lnTo>
                  <a:pt x="9733" y="3723"/>
                </a:lnTo>
                <a:lnTo>
                  <a:pt x="9806" y="3723"/>
                </a:lnTo>
                <a:lnTo>
                  <a:pt x="10171" y="3626"/>
                </a:lnTo>
                <a:lnTo>
                  <a:pt x="10536" y="3577"/>
                </a:lnTo>
                <a:lnTo>
                  <a:pt x="10585" y="3626"/>
                </a:lnTo>
                <a:lnTo>
                  <a:pt x="10634" y="3650"/>
                </a:lnTo>
                <a:lnTo>
                  <a:pt x="10682" y="3626"/>
                </a:lnTo>
                <a:lnTo>
                  <a:pt x="10707" y="3602"/>
                </a:lnTo>
                <a:lnTo>
                  <a:pt x="10731" y="3577"/>
                </a:lnTo>
                <a:close/>
                <a:moveTo>
                  <a:pt x="9977" y="3237"/>
                </a:moveTo>
                <a:lnTo>
                  <a:pt x="9733" y="3261"/>
                </a:lnTo>
                <a:lnTo>
                  <a:pt x="9490" y="3310"/>
                </a:lnTo>
                <a:lnTo>
                  <a:pt x="9028" y="3431"/>
                </a:lnTo>
                <a:lnTo>
                  <a:pt x="8638" y="3577"/>
                </a:lnTo>
                <a:lnTo>
                  <a:pt x="7957" y="3821"/>
                </a:lnTo>
                <a:lnTo>
                  <a:pt x="7324" y="4113"/>
                </a:lnTo>
                <a:lnTo>
                  <a:pt x="7008" y="4283"/>
                </a:lnTo>
                <a:lnTo>
                  <a:pt x="6692" y="4453"/>
                </a:lnTo>
                <a:lnTo>
                  <a:pt x="6400" y="4648"/>
                </a:lnTo>
                <a:lnTo>
                  <a:pt x="6108" y="4867"/>
                </a:lnTo>
                <a:lnTo>
                  <a:pt x="5791" y="5159"/>
                </a:lnTo>
                <a:lnTo>
                  <a:pt x="5499" y="5451"/>
                </a:lnTo>
                <a:lnTo>
                  <a:pt x="5232" y="5767"/>
                </a:lnTo>
                <a:lnTo>
                  <a:pt x="4988" y="6108"/>
                </a:lnTo>
                <a:lnTo>
                  <a:pt x="4745" y="6473"/>
                </a:lnTo>
                <a:lnTo>
                  <a:pt x="4526" y="6838"/>
                </a:lnTo>
                <a:lnTo>
                  <a:pt x="4356" y="7203"/>
                </a:lnTo>
                <a:lnTo>
                  <a:pt x="4185" y="7592"/>
                </a:lnTo>
                <a:lnTo>
                  <a:pt x="4039" y="8006"/>
                </a:lnTo>
                <a:lnTo>
                  <a:pt x="3918" y="8420"/>
                </a:lnTo>
                <a:lnTo>
                  <a:pt x="3796" y="8833"/>
                </a:lnTo>
                <a:lnTo>
                  <a:pt x="3723" y="9247"/>
                </a:lnTo>
                <a:lnTo>
                  <a:pt x="3674" y="9660"/>
                </a:lnTo>
                <a:lnTo>
                  <a:pt x="3626" y="10074"/>
                </a:lnTo>
                <a:lnTo>
                  <a:pt x="3626" y="10488"/>
                </a:lnTo>
                <a:lnTo>
                  <a:pt x="3626" y="10901"/>
                </a:lnTo>
                <a:lnTo>
                  <a:pt x="3650" y="11315"/>
                </a:lnTo>
                <a:lnTo>
                  <a:pt x="3699" y="11704"/>
                </a:lnTo>
                <a:lnTo>
                  <a:pt x="3772" y="12094"/>
                </a:lnTo>
                <a:lnTo>
                  <a:pt x="3869" y="12483"/>
                </a:lnTo>
                <a:lnTo>
                  <a:pt x="3991" y="12872"/>
                </a:lnTo>
                <a:lnTo>
                  <a:pt x="4137" y="13262"/>
                </a:lnTo>
                <a:lnTo>
                  <a:pt x="4307" y="13627"/>
                </a:lnTo>
                <a:lnTo>
                  <a:pt x="4477" y="13967"/>
                </a:lnTo>
                <a:lnTo>
                  <a:pt x="4696" y="14332"/>
                </a:lnTo>
                <a:lnTo>
                  <a:pt x="4915" y="14649"/>
                </a:lnTo>
                <a:lnTo>
                  <a:pt x="5183" y="14965"/>
                </a:lnTo>
                <a:lnTo>
                  <a:pt x="5451" y="15257"/>
                </a:lnTo>
                <a:lnTo>
                  <a:pt x="5743" y="15525"/>
                </a:lnTo>
                <a:lnTo>
                  <a:pt x="6035" y="15768"/>
                </a:lnTo>
                <a:lnTo>
                  <a:pt x="6375" y="15987"/>
                </a:lnTo>
                <a:lnTo>
                  <a:pt x="6716" y="16182"/>
                </a:lnTo>
                <a:lnTo>
                  <a:pt x="6765" y="16230"/>
                </a:lnTo>
                <a:lnTo>
                  <a:pt x="6838" y="16230"/>
                </a:lnTo>
                <a:lnTo>
                  <a:pt x="6862" y="16255"/>
                </a:lnTo>
                <a:lnTo>
                  <a:pt x="7276" y="16425"/>
                </a:lnTo>
                <a:lnTo>
                  <a:pt x="7738" y="16595"/>
                </a:lnTo>
                <a:lnTo>
                  <a:pt x="8176" y="16717"/>
                </a:lnTo>
                <a:lnTo>
                  <a:pt x="8638" y="16814"/>
                </a:lnTo>
                <a:lnTo>
                  <a:pt x="9101" y="16887"/>
                </a:lnTo>
                <a:lnTo>
                  <a:pt x="9563" y="16936"/>
                </a:lnTo>
                <a:lnTo>
                  <a:pt x="10025" y="16960"/>
                </a:lnTo>
                <a:lnTo>
                  <a:pt x="10488" y="16936"/>
                </a:lnTo>
                <a:lnTo>
                  <a:pt x="10974" y="16912"/>
                </a:lnTo>
                <a:lnTo>
                  <a:pt x="11437" y="16839"/>
                </a:lnTo>
                <a:lnTo>
                  <a:pt x="11899" y="16766"/>
                </a:lnTo>
                <a:lnTo>
                  <a:pt x="12337" y="16644"/>
                </a:lnTo>
                <a:lnTo>
                  <a:pt x="12799" y="16522"/>
                </a:lnTo>
                <a:lnTo>
                  <a:pt x="13237" y="16352"/>
                </a:lnTo>
                <a:lnTo>
                  <a:pt x="13675" y="16182"/>
                </a:lnTo>
                <a:lnTo>
                  <a:pt x="14089" y="15963"/>
                </a:lnTo>
                <a:lnTo>
                  <a:pt x="14575" y="15671"/>
                </a:lnTo>
                <a:lnTo>
                  <a:pt x="15038" y="15354"/>
                </a:lnTo>
                <a:lnTo>
                  <a:pt x="15451" y="15014"/>
                </a:lnTo>
                <a:lnTo>
                  <a:pt x="15816" y="14624"/>
                </a:lnTo>
                <a:lnTo>
                  <a:pt x="16157" y="14186"/>
                </a:lnTo>
                <a:lnTo>
                  <a:pt x="16473" y="13748"/>
                </a:lnTo>
                <a:lnTo>
                  <a:pt x="16741" y="13286"/>
                </a:lnTo>
                <a:lnTo>
                  <a:pt x="16960" y="12799"/>
                </a:lnTo>
                <a:lnTo>
                  <a:pt x="17155" y="12288"/>
                </a:lnTo>
                <a:lnTo>
                  <a:pt x="17301" y="11777"/>
                </a:lnTo>
                <a:lnTo>
                  <a:pt x="17398" y="11242"/>
                </a:lnTo>
                <a:lnTo>
                  <a:pt x="17447" y="10707"/>
                </a:lnTo>
                <a:lnTo>
                  <a:pt x="17471" y="10147"/>
                </a:lnTo>
                <a:lnTo>
                  <a:pt x="17447" y="9587"/>
                </a:lnTo>
                <a:lnTo>
                  <a:pt x="17374" y="9052"/>
                </a:lnTo>
                <a:lnTo>
                  <a:pt x="17276" y="8493"/>
                </a:lnTo>
                <a:lnTo>
                  <a:pt x="17106" y="7957"/>
                </a:lnTo>
                <a:lnTo>
                  <a:pt x="16887" y="7422"/>
                </a:lnTo>
                <a:lnTo>
                  <a:pt x="16619" y="6911"/>
                </a:lnTo>
                <a:lnTo>
                  <a:pt x="16327" y="6400"/>
                </a:lnTo>
                <a:lnTo>
                  <a:pt x="15987" y="5938"/>
                </a:lnTo>
                <a:lnTo>
                  <a:pt x="15597" y="5500"/>
                </a:lnTo>
                <a:lnTo>
                  <a:pt x="15184" y="5110"/>
                </a:lnTo>
                <a:lnTo>
                  <a:pt x="14746" y="4745"/>
                </a:lnTo>
                <a:lnTo>
                  <a:pt x="14502" y="4551"/>
                </a:lnTo>
                <a:lnTo>
                  <a:pt x="14235" y="4380"/>
                </a:lnTo>
                <a:lnTo>
                  <a:pt x="13651" y="4088"/>
                </a:lnTo>
                <a:lnTo>
                  <a:pt x="13067" y="3796"/>
                </a:lnTo>
                <a:lnTo>
                  <a:pt x="12483" y="3577"/>
                </a:lnTo>
                <a:lnTo>
                  <a:pt x="11996" y="3431"/>
                </a:lnTo>
                <a:lnTo>
                  <a:pt x="11461" y="3334"/>
                </a:lnTo>
                <a:lnTo>
                  <a:pt x="11218" y="3285"/>
                </a:lnTo>
                <a:lnTo>
                  <a:pt x="10415" y="3285"/>
                </a:lnTo>
                <a:lnTo>
                  <a:pt x="10196" y="3237"/>
                </a:lnTo>
                <a:close/>
                <a:moveTo>
                  <a:pt x="13675" y="16912"/>
                </a:moveTo>
                <a:lnTo>
                  <a:pt x="13626" y="16936"/>
                </a:lnTo>
                <a:lnTo>
                  <a:pt x="13578" y="16984"/>
                </a:lnTo>
                <a:lnTo>
                  <a:pt x="13553" y="17057"/>
                </a:lnTo>
                <a:lnTo>
                  <a:pt x="13553" y="17106"/>
                </a:lnTo>
                <a:lnTo>
                  <a:pt x="13578" y="17252"/>
                </a:lnTo>
                <a:lnTo>
                  <a:pt x="13724" y="17495"/>
                </a:lnTo>
                <a:lnTo>
                  <a:pt x="13772" y="17666"/>
                </a:lnTo>
                <a:lnTo>
                  <a:pt x="13870" y="17812"/>
                </a:lnTo>
                <a:lnTo>
                  <a:pt x="13943" y="17885"/>
                </a:lnTo>
                <a:lnTo>
                  <a:pt x="13991" y="17958"/>
                </a:lnTo>
                <a:lnTo>
                  <a:pt x="14089" y="17982"/>
                </a:lnTo>
                <a:lnTo>
                  <a:pt x="14162" y="18006"/>
                </a:lnTo>
                <a:lnTo>
                  <a:pt x="14210" y="17982"/>
                </a:lnTo>
                <a:lnTo>
                  <a:pt x="14259" y="17958"/>
                </a:lnTo>
                <a:lnTo>
                  <a:pt x="14332" y="17885"/>
                </a:lnTo>
                <a:lnTo>
                  <a:pt x="14356" y="17787"/>
                </a:lnTo>
                <a:lnTo>
                  <a:pt x="14356" y="17739"/>
                </a:lnTo>
                <a:lnTo>
                  <a:pt x="14332" y="17690"/>
                </a:lnTo>
                <a:lnTo>
                  <a:pt x="14259" y="17593"/>
                </a:lnTo>
                <a:lnTo>
                  <a:pt x="14162" y="17495"/>
                </a:lnTo>
                <a:lnTo>
                  <a:pt x="13991" y="17228"/>
                </a:lnTo>
                <a:lnTo>
                  <a:pt x="13918" y="17082"/>
                </a:lnTo>
                <a:lnTo>
                  <a:pt x="13870" y="17033"/>
                </a:lnTo>
                <a:lnTo>
                  <a:pt x="13821" y="16960"/>
                </a:lnTo>
                <a:lnTo>
                  <a:pt x="13748" y="16936"/>
                </a:lnTo>
                <a:lnTo>
                  <a:pt x="13675" y="16912"/>
                </a:lnTo>
                <a:close/>
                <a:moveTo>
                  <a:pt x="7008" y="17009"/>
                </a:moveTo>
                <a:lnTo>
                  <a:pt x="6911" y="17057"/>
                </a:lnTo>
                <a:lnTo>
                  <a:pt x="6813" y="17155"/>
                </a:lnTo>
                <a:lnTo>
                  <a:pt x="6716" y="17374"/>
                </a:lnTo>
                <a:lnTo>
                  <a:pt x="6570" y="17666"/>
                </a:lnTo>
                <a:lnTo>
                  <a:pt x="6521" y="17812"/>
                </a:lnTo>
                <a:lnTo>
                  <a:pt x="6497" y="17885"/>
                </a:lnTo>
                <a:lnTo>
                  <a:pt x="6521" y="17958"/>
                </a:lnTo>
                <a:lnTo>
                  <a:pt x="6546" y="18006"/>
                </a:lnTo>
                <a:lnTo>
                  <a:pt x="6594" y="18055"/>
                </a:lnTo>
                <a:lnTo>
                  <a:pt x="6667" y="18079"/>
                </a:lnTo>
                <a:lnTo>
                  <a:pt x="6740" y="18079"/>
                </a:lnTo>
                <a:lnTo>
                  <a:pt x="6789" y="18055"/>
                </a:lnTo>
                <a:lnTo>
                  <a:pt x="6862" y="18006"/>
                </a:lnTo>
                <a:lnTo>
                  <a:pt x="6935" y="17885"/>
                </a:lnTo>
                <a:lnTo>
                  <a:pt x="7008" y="17739"/>
                </a:lnTo>
                <a:lnTo>
                  <a:pt x="7057" y="17593"/>
                </a:lnTo>
                <a:lnTo>
                  <a:pt x="7154" y="17349"/>
                </a:lnTo>
                <a:lnTo>
                  <a:pt x="7178" y="17228"/>
                </a:lnTo>
                <a:lnTo>
                  <a:pt x="7178" y="17106"/>
                </a:lnTo>
                <a:lnTo>
                  <a:pt x="7154" y="17057"/>
                </a:lnTo>
                <a:lnTo>
                  <a:pt x="7105" y="17033"/>
                </a:lnTo>
                <a:lnTo>
                  <a:pt x="7057" y="17009"/>
                </a:lnTo>
                <a:close/>
                <a:moveTo>
                  <a:pt x="5694" y="16328"/>
                </a:moveTo>
                <a:lnTo>
                  <a:pt x="5597" y="16352"/>
                </a:lnTo>
                <a:lnTo>
                  <a:pt x="5524" y="16425"/>
                </a:lnTo>
                <a:lnTo>
                  <a:pt x="5159" y="16887"/>
                </a:lnTo>
                <a:lnTo>
                  <a:pt x="4745" y="17349"/>
                </a:lnTo>
                <a:lnTo>
                  <a:pt x="4307" y="17787"/>
                </a:lnTo>
                <a:lnTo>
                  <a:pt x="3869" y="18225"/>
                </a:lnTo>
                <a:lnTo>
                  <a:pt x="3820" y="18250"/>
                </a:lnTo>
                <a:lnTo>
                  <a:pt x="3820" y="18298"/>
                </a:lnTo>
                <a:lnTo>
                  <a:pt x="3820" y="18347"/>
                </a:lnTo>
                <a:lnTo>
                  <a:pt x="3845" y="18396"/>
                </a:lnTo>
                <a:lnTo>
                  <a:pt x="3893" y="18444"/>
                </a:lnTo>
                <a:lnTo>
                  <a:pt x="3942" y="18469"/>
                </a:lnTo>
                <a:lnTo>
                  <a:pt x="3991" y="18469"/>
                </a:lnTo>
                <a:lnTo>
                  <a:pt x="4161" y="18420"/>
                </a:lnTo>
                <a:lnTo>
                  <a:pt x="4283" y="18347"/>
                </a:lnTo>
                <a:lnTo>
                  <a:pt x="4429" y="18250"/>
                </a:lnTo>
                <a:lnTo>
                  <a:pt x="4550" y="18152"/>
                </a:lnTo>
                <a:lnTo>
                  <a:pt x="4794" y="17909"/>
                </a:lnTo>
                <a:lnTo>
                  <a:pt x="5013" y="17690"/>
                </a:lnTo>
                <a:lnTo>
                  <a:pt x="5499" y="17203"/>
                </a:lnTo>
                <a:lnTo>
                  <a:pt x="5718" y="16936"/>
                </a:lnTo>
                <a:lnTo>
                  <a:pt x="5937" y="16668"/>
                </a:lnTo>
                <a:lnTo>
                  <a:pt x="5986" y="16571"/>
                </a:lnTo>
                <a:lnTo>
                  <a:pt x="5962" y="16498"/>
                </a:lnTo>
                <a:lnTo>
                  <a:pt x="5937" y="16425"/>
                </a:lnTo>
                <a:lnTo>
                  <a:pt x="5864" y="16376"/>
                </a:lnTo>
                <a:lnTo>
                  <a:pt x="5791" y="16328"/>
                </a:lnTo>
                <a:close/>
                <a:moveTo>
                  <a:pt x="15013" y="15987"/>
                </a:moveTo>
                <a:lnTo>
                  <a:pt x="14965" y="16011"/>
                </a:lnTo>
                <a:lnTo>
                  <a:pt x="14940" y="16084"/>
                </a:lnTo>
                <a:lnTo>
                  <a:pt x="14940" y="16133"/>
                </a:lnTo>
                <a:lnTo>
                  <a:pt x="14989" y="16303"/>
                </a:lnTo>
                <a:lnTo>
                  <a:pt x="15038" y="16449"/>
                </a:lnTo>
                <a:lnTo>
                  <a:pt x="15208" y="16717"/>
                </a:lnTo>
                <a:lnTo>
                  <a:pt x="15427" y="17082"/>
                </a:lnTo>
                <a:lnTo>
                  <a:pt x="15524" y="17252"/>
                </a:lnTo>
                <a:lnTo>
                  <a:pt x="15646" y="17422"/>
                </a:lnTo>
                <a:lnTo>
                  <a:pt x="16108" y="17933"/>
                </a:lnTo>
                <a:lnTo>
                  <a:pt x="16327" y="18225"/>
                </a:lnTo>
                <a:lnTo>
                  <a:pt x="16400" y="18371"/>
                </a:lnTo>
                <a:lnTo>
                  <a:pt x="16473" y="18517"/>
                </a:lnTo>
                <a:lnTo>
                  <a:pt x="16522" y="18590"/>
                </a:lnTo>
                <a:lnTo>
                  <a:pt x="16595" y="18639"/>
                </a:lnTo>
                <a:lnTo>
                  <a:pt x="16668" y="18688"/>
                </a:lnTo>
                <a:lnTo>
                  <a:pt x="16765" y="18688"/>
                </a:lnTo>
                <a:lnTo>
                  <a:pt x="16838" y="18663"/>
                </a:lnTo>
                <a:lnTo>
                  <a:pt x="16887" y="18615"/>
                </a:lnTo>
                <a:lnTo>
                  <a:pt x="16936" y="18566"/>
                </a:lnTo>
                <a:lnTo>
                  <a:pt x="16936" y="18469"/>
                </a:lnTo>
                <a:lnTo>
                  <a:pt x="16911" y="18298"/>
                </a:lnTo>
                <a:lnTo>
                  <a:pt x="16838" y="18128"/>
                </a:lnTo>
                <a:lnTo>
                  <a:pt x="16765" y="17982"/>
                </a:lnTo>
                <a:lnTo>
                  <a:pt x="16668" y="17836"/>
                </a:lnTo>
                <a:lnTo>
                  <a:pt x="16449" y="17568"/>
                </a:lnTo>
                <a:lnTo>
                  <a:pt x="16206" y="17325"/>
                </a:lnTo>
                <a:lnTo>
                  <a:pt x="16060" y="17155"/>
                </a:lnTo>
                <a:lnTo>
                  <a:pt x="15938" y="16984"/>
                </a:lnTo>
                <a:lnTo>
                  <a:pt x="15695" y="16595"/>
                </a:lnTo>
                <a:lnTo>
                  <a:pt x="15573" y="16401"/>
                </a:lnTo>
                <a:lnTo>
                  <a:pt x="15427" y="16230"/>
                </a:lnTo>
                <a:lnTo>
                  <a:pt x="15281" y="16109"/>
                </a:lnTo>
                <a:lnTo>
                  <a:pt x="15086" y="15987"/>
                </a:lnTo>
                <a:close/>
                <a:moveTo>
                  <a:pt x="10439" y="17666"/>
                </a:moveTo>
                <a:lnTo>
                  <a:pt x="10342" y="17787"/>
                </a:lnTo>
                <a:lnTo>
                  <a:pt x="10293" y="17909"/>
                </a:lnTo>
                <a:lnTo>
                  <a:pt x="10244" y="18055"/>
                </a:lnTo>
                <a:lnTo>
                  <a:pt x="10244" y="18201"/>
                </a:lnTo>
                <a:lnTo>
                  <a:pt x="10196" y="18517"/>
                </a:lnTo>
                <a:lnTo>
                  <a:pt x="10196" y="18688"/>
                </a:lnTo>
                <a:lnTo>
                  <a:pt x="10244" y="18834"/>
                </a:lnTo>
                <a:lnTo>
                  <a:pt x="10293" y="18882"/>
                </a:lnTo>
                <a:lnTo>
                  <a:pt x="10342" y="18907"/>
                </a:lnTo>
                <a:lnTo>
                  <a:pt x="10415" y="18882"/>
                </a:lnTo>
                <a:lnTo>
                  <a:pt x="10463" y="18858"/>
                </a:lnTo>
                <a:lnTo>
                  <a:pt x="10512" y="18809"/>
                </a:lnTo>
                <a:lnTo>
                  <a:pt x="10561" y="18736"/>
                </a:lnTo>
                <a:lnTo>
                  <a:pt x="10585" y="18615"/>
                </a:lnTo>
                <a:lnTo>
                  <a:pt x="10585" y="18323"/>
                </a:lnTo>
                <a:lnTo>
                  <a:pt x="10609" y="18031"/>
                </a:lnTo>
                <a:lnTo>
                  <a:pt x="10609" y="17885"/>
                </a:lnTo>
                <a:lnTo>
                  <a:pt x="10585" y="17739"/>
                </a:lnTo>
                <a:lnTo>
                  <a:pt x="10561" y="17690"/>
                </a:lnTo>
                <a:lnTo>
                  <a:pt x="10536" y="17666"/>
                </a:lnTo>
                <a:close/>
                <a:moveTo>
                  <a:pt x="8638" y="17349"/>
                </a:moveTo>
                <a:lnTo>
                  <a:pt x="8492" y="17471"/>
                </a:lnTo>
                <a:lnTo>
                  <a:pt x="8395" y="17593"/>
                </a:lnTo>
                <a:lnTo>
                  <a:pt x="8322" y="17739"/>
                </a:lnTo>
                <a:lnTo>
                  <a:pt x="8249" y="17909"/>
                </a:lnTo>
                <a:lnTo>
                  <a:pt x="8176" y="18250"/>
                </a:lnTo>
                <a:lnTo>
                  <a:pt x="8103" y="18590"/>
                </a:lnTo>
                <a:lnTo>
                  <a:pt x="7908" y="19369"/>
                </a:lnTo>
                <a:lnTo>
                  <a:pt x="7860" y="19758"/>
                </a:lnTo>
                <a:lnTo>
                  <a:pt x="7835" y="19953"/>
                </a:lnTo>
                <a:lnTo>
                  <a:pt x="7835" y="20148"/>
                </a:lnTo>
                <a:lnTo>
                  <a:pt x="7860" y="20221"/>
                </a:lnTo>
                <a:lnTo>
                  <a:pt x="7908" y="20269"/>
                </a:lnTo>
                <a:lnTo>
                  <a:pt x="7933" y="20318"/>
                </a:lnTo>
                <a:lnTo>
                  <a:pt x="8006" y="20342"/>
                </a:lnTo>
                <a:lnTo>
                  <a:pt x="8103" y="20342"/>
                </a:lnTo>
                <a:lnTo>
                  <a:pt x="8176" y="20318"/>
                </a:lnTo>
                <a:lnTo>
                  <a:pt x="8200" y="20245"/>
                </a:lnTo>
                <a:lnTo>
                  <a:pt x="8273" y="20099"/>
                </a:lnTo>
                <a:lnTo>
                  <a:pt x="8346" y="19929"/>
                </a:lnTo>
                <a:lnTo>
                  <a:pt x="8419" y="19588"/>
                </a:lnTo>
                <a:lnTo>
                  <a:pt x="8517" y="18882"/>
                </a:lnTo>
                <a:lnTo>
                  <a:pt x="8614" y="18517"/>
                </a:lnTo>
                <a:lnTo>
                  <a:pt x="8711" y="18152"/>
                </a:lnTo>
                <a:lnTo>
                  <a:pt x="8760" y="17958"/>
                </a:lnTo>
                <a:lnTo>
                  <a:pt x="8784" y="17763"/>
                </a:lnTo>
                <a:lnTo>
                  <a:pt x="8784" y="17593"/>
                </a:lnTo>
                <a:lnTo>
                  <a:pt x="8784" y="17422"/>
                </a:lnTo>
                <a:lnTo>
                  <a:pt x="8760" y="17374"/>
                </a:lnTo>
                <a:lnTo>
                  <a:pt x="8711" y="17349"/>
                </a:lnTo>
                <a:close/>
                <a:moveTo>
                  <a:pt x="12093" y="17374"/>
                </a:moveTo>
                <a:lnTo>
                  <a:pt x="12045" y="17398"/>
                </a:lnTo>
                <a:lnTo>
                  <a:pt x="11996" y="17398"/>
                </a:lnTo>
                <a:lnTo>
                  <a:pt x="11947" y="17447"/>
                </a:lnTo>
                <a:lnTo>
                  <a:pt x="11923" y="17495"/>
                </a:lnTo>
                <a:lnTo>
                  <a:pt x="11923" y="17544"/>
                </a:lnTo>
                <a:lnTo>
                  <a:pt x="11947" y="17836"/>
                </a:lnTo>
                <a:lnTo>
                  <a:pt x="11972" y="18152"/>
                </a:lnTo>
                <a:lnTo>
                  <a:pt x="12093" y="18761"/>
                </a:lnTo>
                <a:lnTo>
                  <a:pt x="12166" y="19199"/>
                </a:lnTo>
                <a:lnTo>
                  <a:pt x="12215" y="19661"/>
                </a:lnTo>
                <a:lnTo>
                  <a:pt x="12239" y="19904"/>
                </a:lnTo>
                <a:lnTo>
                  <a:pt x="12288" y="20123"/>
                </a:lnTo>
                <a:lnTo>
                  <a:pt x="12337" y="20342"/>
                </a:lnTo>
                <a:lnTo>
                  <a:pt x="12434" y="20561"/>
                </a:lnTo>
                <a:lnTo>
                  <a:pt x="12483" y="20610"/>
                </a:lnTo>
                <a:lnTo>
                  <a:pt x="12556" y="20659"/>
                </a:lnTo>
                <a:lnTo>
                  <a:pt x="12629" y="20659"/>
                </a:lnTo>
                <a:lnTo>
                  <a:pt x="12702" y="20634"/>
                </a:lnTo>
                <a:lnTo>
                  <a:pt x="12775" y="20610"/>
                </a:lnTo>
                <a:lnTo>
                  <a:pt x="12823" y="20537"/>
                </a:lnTo>
                <a:lnTo>
                  <a:pt x="12848" y="20464"/>
                </a:lnTo>
                <a:lnTo>
                  <a:pt x="12848" y="20391"/>
                </a:lnTo>
                <a:lnTo>
                  <a:pt x="12750" y="19953"/>
                </a:lnTo>
                <a:lnTo>
                  <a:pt x="12702" y="19491"/>
                </a:lnTo>
                <a:lnTo>
                  <a:pt x="12629" y="19053"/>
                </a:lnTo>
                <a:lnTo>
                  <a:pt x="12556" y="18639"/>
                </a:lnTo>
                <a:lnTo>
                  <a:pt x="12483" y="18323"/>
                </a:lnTo>
                <a:lnTo>
                  <a:pt x="12434" y="18031"/>
                </a:lnTo>
                <a:lnTo>
                  <a:pt x="12361" y="17739"/>
                </a:lnTo>
                <a:lnTo>
                  <a:pt x="12288" y="17593"/>
                </a:lnTo>
                <a:lnTo>
                  <a:pt x="12239" y="17471"/>
                </a:lnTo>
                <a:lnTo>
                  <a:pt x="12191" y="17422"/>
                </a:lnTo>
                <a:lnTo>
                  <a:pt x="12142" y="17398"/>
                </a:lnTo>
                <a:lnTo>
                  <a:pt x="12093" y="17374"/>
                </a:lnTo>
                <a:close/>
              </a:path>
            </a:pathLst>
          </a:cu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9"/>
          <p:cNvSpPr/>
          <p:nvPr/>
        </p:nvSpPr>
        <p:spPr>
          <a:xfrm>
            <a:off x="6535708" y="2088458"/>
            <a:ext cx="436619" cy="266981"/>
          </a:xfrm>
          <a:custGeom>
            <a:avLst/>
            <a:gdLst/>
            <a:ahLst/>
            <a:cxnLst/>
            <a:rect l="l" t="t" r="r" b="b"/>
            <a:pathLst>
              <a:path w="19978" h="12216" extrusionOk="0">
                <a:moveTo>
                  <a:pt x="8128" y="560"/>
                </a:moveTo>
                <a:lnTo>
                  <a:pt x="8517" y="609"/>
                </a:lnTo>
                <a:lnTo>
                  <a:pt x="8055" y="925"/>
                </a:lnTo>
                <a:lnTo>
                  <a:pt x="7617" y="1193"/>
                </a:lnTo>
                <a:lnTo>
                  <a:pt x="7422" y="1339"/>
                </a:lnTo>
                <a:lnTo>
                  <a:pt x="7325" y="1436"/>
                </a:lnTo>
                <a:lnTo>
                  <a:pt x="7252" y="1534"/>
                </a:lnTo>
                <a:lnTo>
                  <a:pt x="7252" y="1582"/>
                </a:lnTo>
                <a:lnTo>
                  <a:pt x="7252" y="1655"/>
                </a:lnTo>
                <a:lnTo>
                  <a:pt x="7300" y="1680"/>
                </a:lnTo>
                <a:lnTo>
                  <a:pt x="7349" y="1704"/>
                </a:lnTo>
                <a:lnTo>
                  <a:pt x="7471" y="1704"/>
                </a:lnTo>
                <a:lnTo>
                  <a:pt x="7592" y="1680"/>
                </a:lnTo>
                <a:lnTo>
                  <a:pt x="7836" y="1582"/>
                </a:lnTo>
                <a:lnTo>
                  <a:pt x="8055" y="1436"/>
                </a:lnTo>
                <a:lnTo>
                  <a:pt x="8274" y="1315"/>
                </a:lnTo>
                <a:lnTo>
                  <a:pt x="8711" y="1023"/>
                </a:lnTo>
                <a:lnTo>
                  <a:pt x="9149" y="731"/>
                </a:lnTo>
                <a:lnTo>
                  <a:pt x="9393" y="828"/>
                </a:lnTo>
                <a:lnTo>
                  <a:pt x="9660" y="925"/>
                </a:lnTo>
                <a:lnTo>
                  <a:pt x="9320" y="1071"/>
                </a:lnTo>
                <a:lnTo>
                  <a:pt x="9003" y="1217"/>
                </a:lnTo>
                <a:lnTo>
                  <a:pt x="8736" y="1339"/>
                </a:lnTo>
                <a:lnTo>
                  <a:pt x="8492" y="1509"/>
                </a:lnTo>
                <a:lnTo>
                  <a:pt x="8371" y="1607"/>
                </a:lnTo>
                <a:lnTo>
                  <a:pt x="8274" y="1728"/>
                </a:lnTo>
                <a:lnTo>
                  <a:pt x="8201" y="1850"/>
                </a:lnTo>
                <a:lnTo>
                  <a:pt x="8152" y="1996"/>
                </a:lnTo>
                <a:lnTo>
                  <a:pt x="8152" y="2045"/>
                </a:lnTo>
                <a:lnTo>
                  <a:pt x="8176" y="2045"/>
                </a:lnTo>
                <a:lnTo>
                  <a:pt x="8201" y="2069"/>
                </a:lnTo>
                <a:lnTo>
                  <a:pt x="8225" y="2069"/>
                </a:lnTo>
                <a:lnTo>
                  <a:pt x="8492" y="1947"/>
                </a:lnTo>
                <a:lnTo>
                  <a:pt x="8711" y="1801"/>
                </a:lnTo>
                <a:lnTo>
                  <a:pt x="8955" y="1680"/>
                </a:lnTo>
                <a:lnTo>
                  <a:pt x="9198" y="1558"/>
                </a:lnTo>
                <a:lnTo>
                  <a:pt x="9417" y="1485"/>
                </a:lnTo>
                <a:lnTo>
                  <a:pt x="9660" y="1412"/>
                </a:lnTo>
                <a:lnTo>
                  <a:pt x="9904" y="1339"/>
                </a:lnTo>
                <a:lnTo>
                  <a:pt x="10123" y="1266"/>
                </a:lnTo>
                <a:lnTo>
                  <a:pt x="10463" y="1558"/>
                </a:lnTo>
                <a:lnTo>
                  <a:pt x="10269" y="1582"/>
                </a:lnTo>
                <a:lnTo>
                  <a:pt x="10050" y="1631"/>
                </a:lnTo>
                <a:lnTo>
                  <a:pt x="9660" y="1777"/>
                </a:lnTo>
                <a:lnTo>
                  <a:pt x="9490" y="1874"/>
                </a:lnTo>
                <a:lnTo>
                  <a:pt x="9295" y="1947"/>
                </a:lnTo>
                <a:lnTo>
                  <a:pt x="9101" y="2045"/>
                </a:lnTo>
                <a:lnTo>
                  <a:pt x="8955" y="2191"/>
                </a:lnTo>
                <a:lnTo>
                  <a:pt x="8930" y="2239"/>
                </a:lnTo>
                <a:lnTo>
                  <a:pt x="8930" y="2264"/>
                </a:lnTo>
                <a:lnTo>
                  <a:pt x="8930" y="2337"/>
                </a:lnTo>
                <a:lnTo>
                  <a:pt x="9003" y="2410"/>
                </a:lnTo>
                <a:lnTo>
                  <a:pt x="9076" y="2410"/>
                </a:lnTo>
                <a:lnTo>
                  <a:pt x="9320" y="2361"/>
                </a:lnTo>
                <a:lnTo>
                  <a:pt x="9539" y="2288"/>
                </a:lnTo>
                <a:lnTo>
                  <a:pt x="9977" y="2093"/>
                </a:lnTo>
                <a:lnTo>
                  <a:pt x="10147" y="2045"/>
                </a:lnTo>
                <a:lnTo>
                  <a:pt x="10317" y="1947"/>
                </a:lnTo>
                <a:lnTo>
                  <a:pt x="10463" y="1850"/>
                </a:lnTo>
                <a:lnTo>
                  <a:pt x="10585" y="1704"/>
                </a:lnTo>
                <a:lnTo>
                  <a:pt x="10804" y="1972"/>
                </a:lnTo>
                <a:lnTo>
                  <a:pt x="10390" y="2191"/>
                </a:lnTo>
                <a:lnTo>
                  <a:pt x="10196" y="2288"/>
                </a:lnTo>
                <a:lnTo>
                  <a:pt x="10001" y="2385"/>
                </a:lnTo>
                <a:lnTo>
                  <a:pt x="9904" y="2434"/>
                </a:lnTo>
                <a:lnTo>
                  <a:pt x="9831" y="2507"/>
                </a:lnTo>
                <a:lnTo>
                  <a:pt x="9758" y="2604"/>
                </a:lnTo>
                <a:lnTo>
                  <a:pt x="9709" y="2702"/>
                </a:lnTo>
                <a:lnTo>
                  <a:pt x="9709" y="2726"/>
                </a:lnTo>
                <a:lnTo>
                  <a:pt x="9733" y="2750"/>
                </a:lnTo>
                <a:lnTo>
                  <a:pt x="9782" y="2775"/>
                </a:lnTo>
                <a:lnTo>
                  <a:pt x="10001" y="2775"/>
                </a:lnTo>
                <a:lnTo>
                  <a:pt x="10220" y="2702"/>
                </a:lnTo>
                <a:lnTo>
                  <a:pt x="10634" y="2507"/>
                </a:lnTo>
                <a:lnTo>
                  <a:pt x="10853" y="2434"/>
                </a:lnTo>
                <a:lnTo>
                  <a:pt x="11072" y="2361"/>
                </a:lnTo>
                <a:lnTo>
                  <a:pt x="11096" y="2361"/>
                </a:lnTo>
                <a:lnTo>
                  <a:pt x="11145" y="2458"/>
                </a:lnTo>
                <a:lnTo>
                  <a:pt x="10926" y="2556"/>
                </a:lnTo>
                <a:lnTo>
                  <a:pt x="10707" y="2677"/>
                </a:lnTo>
                <a:lnTo>
                  <a:pt x="10269" y="2945"/>
                </a:lnTo>
                <a:lnTo>
                  <a:pt x="10244" y="2994"/>
                </a:lnTo>
                <a:lnTo>
                  <a:pt x="10244" y="3042"/>
                </a:lnTo>
                <a:lnTo>
                  <a:pt x="10269" y="3067"/>
                </a:lnTo>
                <a:lnTo>
                  <a:pt x="10317" y="3091"/>
                </a:lnTo>
                <a:lnTo>
                  <a:pt x="10561" y="3067"/>
                </a:lnTo>
                <a:lnTo>
                  <a:pt x="10804" y="2994"/>
                </a:lnTo>
                <a:lnTo>
                  <a:pt x="11047" y="2896"/>
                </a:lnTo>
                <a:lnTo>
                  <a:pt x="11291" y="2775"/>
                </a:lnTo>
                <a:lnTo>
                  <a:pt x="11388" y="3091"/>
                </a:lnTo>
                <a:lnTo>
                  <a:pt x="11291" y="3091"/>
                </a:lnTo>
                <a:lnTo>
                  <a:pt x="11218" y="3115"/>
                </a:lnTo>
                <a:lnTo>
                  <a:pt x="11047" y="3164"/>
                </a:lnTo>
                <a:lnTo>
                  <a:pt x="10853" y="3286"/>
                </a:lnTo>
                <a:lnTo>
                  <a:pt x="10780" y="3334"/>
                </a:lnTo>
                <a:lnTo>
                  <a:pt x="10707" y="3432"/>
                </a:lnTo>
                <a:lnTo>
                  <a:pt x="10707" y="3505"/>
                </a:lnTo>
                <a:lnTo>
                  <a:pt x="10731" y="3553"/>
                </a:lnTo>
                <a:lnTo>
                  <a:pt x="10780" y="3602"/>
                </a:lnTo>
                <a:lnTo>
                  <a:pt x="10828" y="3602"/>
                </a:lnTo>
                <a:lnTo>
                  <a:pt x="10999" y="3553"/>
                </a:lnTo>
                <a:lnTo>
                  <a:pt x="11169" y="3505"/>
                </a:lnTo>
                <a:lnTo>
                  <a:pt x="11339" y="3456"/>
                </a:lnTo>
                <a:lnTo>
                  <a:pt x="11412" y="3432"/>
                </a:lnTo>
                <a:lnTo>
                  <a:pt x="11461" y="3383"/>
                </a:lnTo>
                <a:lnTo>
                  <a:pt x="11534" y="3602"/>
                </a:lnTo>
                <a:lnTo>
                  <a:pt x="11461" y="3626"/>
                </a:lnTo>
                <a:lnTo>
                  <a:pt x="11388" y="3675"/>
                </a:lnTo>
                <a:lnTo>
                  <a:pt x="11291" y="3724"/>
                </a:lnTo>
                <a:lnTo>
                  <a:pt x="11193" y="3772"/>
                </a:lnTo>
                <a:lnTo>
                  <a:pt x="11193" y="3821"/>
                </a:lnTo>
                <a:lnTo>
                  <a:pt x="11193" y="3845"/>
                </a:lnTo>
                <a:lnTo>
                  <a:pt x="11291" y="3894"/>
                </a:lnTo>
                <a:lnTo>
                  <a:pt x="11412" y="3943"/>
                </a:lnTo>
                <a:lnTo>
                  <a:pt x="11534" y="3943"/>
                </a:lnTo>
                <a:lnTo>
                  <a:pt x="11631" y="3894"/>
                </a:lnTo>
                <a:lnTo>
                  <a:pt x="11680" y="3967"/>
                </a:lnTo>
                <a:lnTo>
                  <a:pt x="11777" y="4016"/>
                </a:lnTo>
                <a:lnTo>
                  <a:pt x="11850" y="4040"/>
                </a:lnTo>
                <a:lnTo>
                  <a:pt x="11948" y="4040"/>
                </a:lnTo>
                <a:lnTo>
                  <a:pt x="12021" y="4016"/>
                </a:lnTo>
                <a:lnTo>
                  <a:pt x="12094" y="3967"/>
                </a:lnTo>
                <a:lnTo>
                  <a:pt x="12142" y="3894"/>
                </a:lnTo>
                <a:lnTo>
                  <a:pt x="12142" y="3797"/>
                </a:lnTo>
                <a:lnTo>
                  <a:pt x="12069" y="3359"/>
                </a:lnTo>
                <a:lnTo>
                  <a:pt x="11972" y="2945"/>
                </a:lnTo>
                <a:lnTo>
                  <a:pt x="12240" y="2726"/>
                </a:lnTo>
                <a:lnTo>
                  <a:pt x="12507" y="2531"/>
                </a:lnTo>
                <a:lnTo>
                  <a:pt x="12653" y="2458"/>
                </a:lnTo>
                <a:lnTo>
                  <a:pt x="12824" y="2410"/>
                </a:lnTo>
                <a:lnTo>
                  <a:pt x="12994" y="2361"/>
                </a:lnTo>
                <a:lnTo>
                  <a:pt x="13164" y="2337"/>
                </a:lnTo>
                <a:lnTo>
                  <a:pt x="13383" y="2337"/>
                </a:lnTo>
                <a:lnTo>
                  <a:pt x="13627" y="2385"/>
                </a:lnTo>
                <a:lnTo>
                  <a:pt x="13481" y="2458"/>
                </a:lnTo>
                <a:lnTo>
                  <a:pt x="13359" y="2556"/>
                </a:lnTo>
                <a:lnTo>
                  <a:pt x="13262" y="2702"/>
                </a:lnTo>
                <a:lnTo>
                  <a:pt x="13237" y="2775"/>
                </a:lnTo>
                <a:lnTo>
                  <a:pt x="13213" y="2848"/>
                </a:lnTo>
                <a:lnTo>
                  <a:pt x="13213" y="2896"/>
                </a:lnTo>
                <a:lnTo>
                  <a:pt x="13237" y="2921"/>
                </a:lnTo>
                <a:lnTo>
                  <a:pt x="13286" y="2945"/>
                </a:lnTo>
                <a:lnTo>
                  <a:pt x="13310" y="2921"/>
                </a:lnTo>
                <a:lnTo>
                  <a:pt x="13602" y="2750"/>
                </a:lnTo>
                <a:lnTo>
                  <a:pt x="13870" y="2604"/>
                </a:lnTo>
                <a:lnTo>
                  <a:pt x="14065" y="2507"/>
                </a:lnTo>
                <a:lnTo>
                  <a:pt x="14308" y="2629"/>
                </a:lnTo>
                <a:lnTo>
                  <a:pt x="14551" y="2750"/>
                </a:lnTo>
                <a:lnTo>
                  <a:pt x="14405" y="2775"/>
                </a:lnTo>
                <a:lnTo>
                  <a:pt x="14259" y="2823"/>
                </a:lnTo>
                <a:lnTo>
                  <a:pt x="14113" y="2872"/>
                </a:lnTo>
                <a:lnTo>
                  <a:pt x="13967" y="2945"/>
                </a:lnTo>
                <a:lnTo>
                  <a:pt x="13846" y="3018"/>
                </a:lnTo>
                <a:lnTo>
                  <a:pt x="13724" y="3115"/>
                </a:lnTo>
                <a:lnTo>
                  <a:pt x="13627" y="3213"/>
                </a:lnTo>
                <a:lnTo>
                  <a:pt x="13554" y="3310"/>
                </a:lnTo>
                <a:lnTo>
                  <a:pt x="13554" y="3359"/>
                </a:lnTo>
                <a:lnTo>
                  <a:pt x="13554" y="3407"/>
                </a:lnTo>
                <a:lnTo>
                  <a:pt x="13602" y="3456"/>
                </a:lnTo>
                <a:lnTo>
                  <a:pt x="13651" y="3480"/>
                </a:lnTo>
                <a:lnTo>
                  <a:pt x="13797" y="3456"/>
                </a:lnTo>
                <a:lnTo>
                  <a:pt x="13943" y="3407"/>
                </a:lnTo>
                <a:lnTo>
                  <a:pt x="14211" y="3286"/>
                </a:lnTo>
                <a:lnTo>
                  <a:pt x="14381" y="3237"/>
                </a:lnTo>
                <a:lnTo>
                  <a:pt x="14527" y="3188"/>
                </a:lnTo>
                <a:lnTo>
                  <a:pt x="14697" y="3140"/>
                </a:lnTo>
                <a:lnTo>
                  <a:pt x="14843" y="3091"/>
                </a:lnTo>
                <a:lnTo>
                  <a:pt x="14892" y="3067"/>
                </a:lnTo>
                <a:lnTo>
                  <a:pt x="14916" y="3018"/>
                </a:lnTo>
                <a:lnTo>
                  <a:pt x="15038" y="3140"/>
                </a:lnTo>
                <a:lnTo>
                  <a:pt x="14770" y="3213"/>
                </a:lnTo>
                <a:lnTo>
                  <a:pt x="14551" y="3261"/>
                </a:lnTo>
                <a:lnTo>
                  <a:pt x="14332" y="3359"/>
                </a:lnTo>
                <a:lnTo>
                  <a:pt x="14211" y="3432"/>
                </a:lnTo>
                <a:lnTo>
                  <a:pt x="14113" y="3505"/>
                </a:lnTo>
                <a:lnTo>
                  <a:pt x="14040" y="3578"/>
                </a:lnTo>
                <a:lnTo>
                  <a:pt x="13992" y="3675"/>
                </a:lnTo>
                <a:lnTo>
                  <a:pt x="13967" y="3748"/>
                </a:lnTo>
                <a:lnTo>
                  <a:pt x="13992" y="3821"/>
                </a:lnTo>
                <a:lnTo>
                  <a:pt x="14040" y="3845"/>
                </a:lnTo>
                <a:lnTo>
                  <a:pt x="14113" y="3845"/>
                </a:lnTo>
                <a:lnTo>
                  <a:pt x="14551" y="3724"/>
                </a:lnTo>
                <a:lnTo>
                  <a:pt x="14989" y="3602"/>
                </a:lnTo>
                <a:lnTo>
                  <a:pt x="15184" y="3578"/>
                </a:lnTo>
                <a:lnTo>
                  <a:pt x="15379" y="3505"/>
                </a:lnTo>
                <a:lnTo>
                  <a:pt x="15452" y="3602"/>
                </a:lnTo>
                <a:lnTo>
                  <a:pt x="15208" y="3675"/>
                </a:lnTo>
                <a:lnTo>
                  <a:pt x="15014" y="3748"/>
                </a:lnTo>
                <a:lnTo>
                  <a:pt x="14843" y="3845"/>
                </a:lnTo>
                <a:lnTo>
                  <a:pt x="14673" y="3967"/>
                </a:lnTo>
                <a:lnTo>
                  <a:pt x="14503" y="4089"/>
                </a:lnTo>
                <a:lnTo>
                  <a:pt x="14478" y="4113"/>
                </a:lnTo>
                <a:lnTo>
                  <a:pt x="14478" y="4162"/>
                </a:lnTo>
                <a:lnTo>
                  <a:pt x="14503" y="4210"/>
                </a:lnTo>
                <a:lnTo>
                  <a:pt x="14551" y="4259"/>
                </a:lnTo>
                <a:lnTo>
                  <a:pt x="14600" y="4259"/>
                </a:lnTo>
                <a:lnTo>
                  <a:pt x="15452" y="4016"/>
                </a:lnTo>
                <a:lnTo>
                  <a:pt x="15671" y="3967"/>
                </a:lnTo>
                <a:lnTo>
                  <a:pt x="15768" y="4186"/>
                </a:lnTo>
                <a:lnTo>
                  <a:pt x="15549" y="4259"/>
                </a:lnTo>
                <a:lnTo>
                  <a:pt x="15330" y="4332"/>
                </a:lnTo>
                <a:lnTo>
                  <a:pt x="15111" y="4429"/>
                </a:lnTo>
                <a:lnTo>
                  <a:pt x="14916" y="4551"/>
                </a:lnTo>
                <a:lnTo>
                  <a:pt x="14892" y="4600"/>
                </a:lnTo>
                <a:lnTo>
                  <a:pt x="14916" y="4648"/>
                </a:lnTo>
                <a:lnTo>
                  <a:pt x="14941" y="4697"/>
                </a:lnTo>
                <a:lnTo>
                  <a:pt x="15014" y="4697"/>
                </a:lnTo>
                <a:lnTo>
                  <a:pt x="15354" y="4624"/>
                </a:lnTo>
                <a:lnTo>
                  <a:pt x="15719" y="4551"/>
                </a:lnTo>
                <a:lnTo>
                  <a:pt x="15500" y="4648"/>
                </a:lnTo>
                <a:lnTo>
                  <a:pt x="15281" y="4746"/>
                </a:lnTo>
                <a:lnTo>
                  <a:pt x="15257" y="4770"/>
                </a:lnTo>
                <a:lnTo>
                  <a:pt x="15233" y="4819"/>
                </a:lnTo>
                <a:lnTo>
                  <a:pt x="15233" y="4867"/>
                </a:lnTo>
                <a:lnTo>
                  <a:pt x="15281" y="4940"/>
                </a:lnTo>
                <a:lnTo>
                  <a:pt x="15354" y="4940"/>
                </a:lnTo>
                <a:lnTo>
                  <a:pt x="15841" y="4867"/>
                </a:lnTo>
                <a:lnTo>
                  <a:pt x="15841" y="4989"/>
                </a:lnTo>
                <a:lnTo>
                  <a:pt x="15695" y="5013"/>
                </a:lnTo>
                <a:lnTo>
                  <a:pt x="15598" y="5038"/>
                </a:lnTo>
                <a:lnTo>
                  <a:pt x="15525" y="5086"/>
                </a:lnTo>
                <a:lnTo>
                  <a:pt x="15379" y="5208"/>
                </a:lnTo>
                <a:lnTo>
                  <a:pt x="15354" y="5281"/>
                </a:lnTo>
                <a:lnTo>
                  <a:pt x="15379" y="5330"/>
                </a:lnTo>
                <a:lnTo>
                  <a:pt x="15427" y="5378"/>
                </a:lnTo>
                <a:lnTo>
                  <a:pt x="15476" y="5378"/>
                </a:lnTo>
                <a:lnTo>
                  <a:pt x="15622" y="5354"/>
                </a:lnTo>
                <a:lnTo>
                  <a:pt x="15768" y="5378"/>
                </a:lnTo>
                <a:lnTo>
                  <a:pt x="15768" y="5427"/>
                </a:lnTo>
                <a:lnTo>
                  <a:pt x="15768" y="5524"/>
                </a:lnTo>
                <a:lnTo>
                  <a:pt x="15792" y="5622"/>
                </a:lnTo>
                <a:lnTo>
                  <a:pt x="15865" y="5695"/>
                </a:lnTo>
                <a:lnTo>
                  <a:pt x="15938" y="5768"/>
                </a:lnTo>
                <a:lnTo>
                  <a:pt x="16036" y="5792"/>
                </a:lnTo>
                <a:lnTo>
                  <a:pt x="16133" y="5792"/>
                </a:lnTo>
                <a:lnTo>
                  <a:pt x="16206" y="5768"/>
                </a:lnTo>
                <a:lnTo>
                  <a:pt x="16279" y="5695"/>
                </a:lnTo>
                <a:lnTo>
                  <a:pt x="16328" y="5695"/>
                </a:lnTo>
                <a:lnTo>
                  <a:pt x="16619" y="5622"/>
                </a:lnTo>
                <a:lnTo>
                  <a:pt x="16911" y="5597"/>
                </a:lnTo>
                <a:lnTo>
                  <a:pt x="17179" y="5597"/>
                </a:lnTo>
                <a:lnTo>
                  <a:pt x="17422" y="5646"/>
                </a:lnTo>
                <a:lnTo>
                  <a:pt x="17276" y="5695"/>
                </a:lnTo>
                <a:lnTo>
                  <a:pt x="17106" y="5768"/>
                </a:lnTo>
                <a:lnTo>
                  <a:pt x="16936" y="5865"/>
                </a:lnTo>
                <a:lnTo>
                  <a:pt x="16814" y="5987"/>
                </a:lnTo>
                <a:lnTo>
                  <a:pt x="16765" y="6060"/>
                </a:lnTo>
                <a:lnTo>
                  <a:pt x="16717" y="6133"/>
                </a:lnTo>
                <a:lnTo>
                  <a:pt x="16717" y="6206"/>
                </a:lnTo>
                <a:lnTo>
                  <a:pt x="16765" y="6279"/>
                </a:lnTo>
                <a:lnTo>
                  <a:pt x="16838" y="6303"/>
                </a:lnTo>
                <a:lnTo>
                  <a:pt x="16911" y="6279"/>
                </a:lnTo>
                <a:lnTo>
                  <a:pt x="17179" y="6157"/>
                </a:lnTo>
                <a:lnTo>
                  <a:pt x="17447" y="6060"/>
                </a:lnTo>
                <a:lnTo>
                  <a:pt x="17739" y="6011"/>
                </a:lnTo>
                <a:lnTo>
                  <a:pt x="17909" y="5962"/>
                </a:lnTo>
                <a:lnTo>
                  <a:pt x="18031" y="5914"/>
                </a:lnTo>
                <a:lnTo>
                  <a:pt x="18298" y="6133"/>
                </a:lnTo>
                <a:lnTo>
                  <a:pt x="18152" y="6181"/>
                </a:lnTo>
                <a:lnTo>
                  <a:pt x="17933" y="6254"/>
                </a:lnTo>
                <a:lnTo>
                  <a:pt x="17739" y="6352"/>
                </a:lnTo>
                <a:lnTo>
                  <a:pt x="17544" y="6473"/>
                </a:lnTo>
                <a:lnTo>
                  <a:pt x="17349" y="6595"/>
                </a:lnTo>
                <a:lnTo>
                  <a:pt x="17325" y="6668"/>
                </a:lnTo>
                <a:lnTo>
                  <a:pt x="17325" y="6741"/>
                </a:lnTo>
                <a:lnTo>
                  <a:pt x="17374" y="6790"/>
                </a:lnTo>
                <a:lnTo>
                  <a:pt x="17422" y="6814"/>
                </a:lnTo>
                <a:lnTo>
                  <a:pt x="17641" y="6765"/>
                </a:lnTo>
                <a:lnTo>
                  <a:pt x="17860" y="6717"/>
                </a:lnTo>
                <a:lnTo>
                  <a:pt x="18274" y="6595"/>
                </a:lnTo>
                <a:lnTo>
                  <a:pt x="18639" y="6473"/>
                </a:lnTo>
                <a:lnTo>
                  <a:pt x="18761" y="6644"/>
                </a:lnTo>
                <a:lnTo>
                  <a:pt x="18493" y="6717"/>
                </a:lnTo>
                <a:lnTo>
                  <a:pt x="18250" y="6814"/>
                </a:lnTo>
                <a:lnTo>
                  <a:pt x="18006" y="6960"/>
                </a:lnTo>
                <a:lnTo>
                  <a:pt x="17812" y="7130"/>
                </a:lnTo>
                <a:lnTo>
                  <a:pt x="17787" y="7155"/>
                </a:lnTo>
                <a:lnTo>
                  <a:pt x="17787" y="7179"/>
                </a:lnTo>
                <a:lnTo>
                  <a:pt x="17812" y="7252"/>
                </a:lnTo>
                <a:lnTo>
                  <a:pt x="17860" y="7276"/>
                </a:lnTo>
                <a:lnTo>
                  <a:pt x="17933" y="7276"/>
                </a:lnTo>
                <a:lnTo>
                  <a:pt x="18177" y="7179"/>
                </a:lnTo>
                <a:lnTo>
                  <a:pt x="18444" y="7130"/>
                </a:lnTo>
                <a:lnTo>
                  <a:pt x="18955" y="7033"/>
                </a:lnTo>
                <a:lnTo>
                  <a:pt x="19004" y="7106"/>
                </a:lnTo>
                <a:lnTo>
                  <a:pt x="18785" y="7155"/>
                </a:lnTo>
                <a:lnTo>
                  <a:pt x="18566" y="7203"/>
                </a:lnTo>
                <a:lnTo>
                  <a:pt x="18371" y="7301"/>
                </a:lnTo>
                <a:lnTo>
                  <a:pt x="18177" y="7398"/>
                </a:lnTo>
                <a:lnTo>
                  <a:pt x="18177" y="7447"/>
                </a:lnTo>
                <a:lnTo>
                  <a:pt x="18177" y="7471"/>
                </a:lnTo>
                <a:lnTo>
                  <a:pt x="18201" y="7471"/>
                </a:lnTo>
                <a:lnTo>
                  <a:pt x="18396" y="7495"/>
                </a:lnTo>
                <a:lnTo>
                  <a:pt x="18590" y="7495"/>
                </a:lnTo>
                <a:lnTo>
                  <a:pt x="18955" y="7447"/>
                </a:lnTo>
                <a:lnTo>
                  <a:pt x="19126" y="7422"/>
                </a:lnTo>
                <a:lnTo>
                  <a:pt x="19174" y="7544"/>
                </a:lnTo>
                <a:lnTo>
                  <a:pt x="18980" y="7568"/>
                </a:lnTo>
                <a:lnTo>
                  <a:pt x="18761" y="7617"/>
                </a:lnTo>
                <a:lnTo>
                  <a:pt x="18444" y="7714"/>
                </a:lnTo>
                <a:lnTo>
                  <a:pt x="18396" y="7763"/>
                </a:lnTo>
                <a:lnTo>
                  <a:pt x="18371" y="7836"/>
                </a:lnTo>
                <a:lnTo>
                  <a:pt x="18371" y="7909"/>
                </a:lnTo>
                <a:lnTo>
                  <a:pt x="18396" y="7933"/>
                </a:lnTo>
                <a:lnTo>
                  <a:pt x="18444" y="7957"/>
                </a:lnTo>
                <a:lnTo>
                  <a:pt x="18809" y="7982"/>
                </a:lnTo>
                <a:lnTo>
                  <a:pt x="19296" y="7982"/>
                </a:lnTo>
                <a:lnTo>
                  <a:pt x="19320" y="8201"/>
                </a:lnTo>
                <a:lnTo>
                  <a:pt x="19272" y="8201"/>
                </a:lnTo>
                <a:lnTo>
                  <a:pt x="19101" y="8176"/>
                </a:lnTo>
                <a:lnTo>
                  <a:pt x="18907" y="8201"/>
                </a:lnTo>
                <a:lnTo>
                  <a:pt x="18736" y="8225"/>
                </a:lnTo>
                <a:lnTo>
                  <a:pt x="18566" y="8274"/>
                </a:lnTo>
                <a:lnTo>
                  <a:pt x="18542" y="8298"/>
                </a:lnTo>
                <a:lnTo>
                  <a:pt x="18517" y="8322"/>
                </a:lnTo>
                <a:lnTo>
                  <a:pt x="18493" y="8420"/>
                </a:lnTo>
                <a:lnTo>
                  <a:pt x="18542" y="8468"/>
                </a:lnTo>
                <a:lnTo>
                  <a:pt x="18566" y="8493"/>
                </a:lnTo>
                <a:lnTo>
                  <a:pt x="18907" y="8493"/>
                </a:lnTo>
                <a:lnTo>
                  <a:pt x="19223" y="8517"/>
                </a:lnTo>
                <a:lnTo>
                  <a:pt x="19345" y="8541"/>
                </a:lnTo>
                <a:lnTo>
                  <a:pt x="19345" y="8833"/>
                </a:lnTo>
                <a:lnTo>
                  <a:pt x="19199" y="8785"/>
                </a:lnTo>
                <a:lnTo>
                  <a:pt x="18882" y="8785"/>
                </a:lnTo>
                <a:lnTo>
                  <a:pt x="18736" y="8809"/>
                </a:lnTo>
                <a:lnTo>
                  <a:pt x="18688" y="8833"/>
                </a:lnTo>
                <a:lnTo>
                  <a:pt x="18663" y="8858"/>
                </a:lnTo>
                <a:lnTo>
                  <a:pt x="18663" y="8931"/>
                </a:lnTo>
                <a:lnTo>
                  <a:pt x="18688" y="9004"/>
                </a:lnTo>
                <a:lnTo>
                  <a:pt x="18712" y="9004"/>
                </a:lnTo>
                <a:lnTo>
                  <a:pt x="18761" y="9028"/>
                </a:lnTo>
                <a:lnTo>
                  <a:pt x="18882" y="9028"/>
                </a:lnTo>
                <a:lnTo>
                  <a:pt x="19028" y="9077"/>
                </a:lnTo>
                <a:lnTo>
                  <a:pt x="19150" y="9125"/>
                </a:lnTo>
                <a:lnTo>
                  <a:pt x="19296" y="9174"/>
                </a:lnTo>
                <a:lnTo>
                  <a:pt x="19199" y="9466"/>
                </a:lnTo>
                <a:lnTo>
                  <a:pt x="18980" y="9417"/>
                </a:lnTo>
                <a:lnTo>
                  <a:pt x="18736" y="9417"/>
                </a:lnTo>
                <a:lnTo>
                  <a:pt x="18688" y="9442"/>
                </a:lnTo>
                <a:lnTo>
                  <a:pt x="18663" y="9466"/>
                </a:lnTo>
                <a:lnTo>
                  <a:pt x="18663" y="9515"/>
                </a:lnTo>
                <a:lnTo>
                  <a:pt x="18663" y="9563"/>
                </a:lnTo>
                <a:lnTo>
                  <a:pt x="18663" y="9612"/>
                </a:lnTo>
                <a:lnTo>
                  <a:pt x="18712" y="9636"/>
                </a:lnTo>
                <a:lnTo>
                  <a:pt x="18736" y="9661"/>
                </a:lnTo>
                <a:lnTo>
                  <a:pt x="18907" y="9709"/>
                </a:lnTo>
                <a:lnTo>
                  <a:pt x="19053" y="9758"/>
                </a:lnTo>
                <a:lnTo>
                  <a:pt x="18955" y="9928"/>
                </a:lnTo>
                <a:lnTo>
                  <a:pt x="18834" y="10099"/>
                </a:lnTo>
                <a:lnTo>
                  <a:pt x="18663" y="10074"/>
                </a:lnTo>
                <a:lnTo>
                  <a:pt x="18444" y="10074"/>
                </a:lnTo>
                <a:lnTo>
                  <a:pt x="18420" y="10099"/>
                </a:lnTo>
                <a:lnTo>
                  <a:pt x="18396" y="10172"/>
                </a:lnTo>
                <a:lnTo>
                  <a:pt x="18420" y="10220"/>
                </a:lnTo>
                <a:lnTo>
                  <a:pt x="18444" y="10245"/>
                </a:lnTo>
                <a:lnTo>
                  <a:pt x="18493" y="10245"/>
                </a:lnTo>
                <a:lnTo>
                  <a:pt x="18663" y="10269"/>
                </a:lnTo>
                <a:lnTo>
                  <a:pt x="18542" y="10391"/>
                </a:lnTo>
                <a:lnTo>
                  <a:pt x="18371" y="10512"/>
                </a:lnTo>
                <a:lnTo>
                  <a:pt x="18274" y="10464"/>
                </a:lnTo>
                <a:lnTo>
                  <a:pt x="18225" y="10439"/>
                </a:lnTo>
                <a:lnTo>
                  <a:pt x="18152" y="10439"/>
                </a:lnTo>
                <a:lnTo>
                  <a:pt x="18104" y="10488"/>
                </a:lnTo>
                <a:lnTo>
                  <a:pt x="18079" y="10537"/>
                </a:lnTo>
                <a:lnTo>
                  <a:pt x="18079" y="10610"/>
                </a:lnTo>
                <a:lnTo>
                  <a:pt x="18104" y="10658"/>
                </a:lnTo>
                <a:lnTo>
                  <a:pt x="17739" y="10829"/>
                </a:lnTo>
                <a:lnTo>
                  <a:pt x="17349" y="10950"/>
                </a:lnTo>
                <a:lnTo>
                  <a:pt x="16960" y="11023"/>
                </a:lnTo>
                <a:lnTo>
                  <a:pt x="16546" y="11096"/>
                </a:lnTo>
                <a:lnTo>
                  <a:pt x="16133" y="11121"/>
                </a:lnTo>
                <a:lnTo>
                  <a:pt x="15719" y="11145"/>
                </a:lnTo>
                <a:lnTo>
                  <a:pt x="14916" y="11169"/>
                </a:lnTo>
                <a:lnTo>
                  <a:pt x="13140" y="11194"/>
                </a:lnTo>
                <a:lnTo>
                  <a:pt x="12264" y="11242"/>
                </a:lnTo>
                <a:lnTo>
                  <a:pt x="11364" y="11340"/>
                </a:lnTo>
                <a:lnTo>
                  <a:pt x="10244" y="11461"/>
                </a:lnTo>
                <a:lnTo>
                  <a:pt x="9125" y="11559"/>
                </a:lnTo>
                <a:lnTo>
                  <a:pt x="8565" y="11583"/>
                </a:lnTo>
                <a:lnTo>
                  <a:pt x="8006" y="11583"/>
                </a:lnTo>
                <a:lnTo>
                  <a:pt x="7446" y="11559"/>
                </a:lnTo>
                <a:lnTo>
                  <a:pt x="6862" y="11510"/>
                </a:lnTo>
                <a:lnTo>
                  <a:pt x="5086" y="11364"/>
                </a:lnTo>
                <a:lnTo>
                  <a:pt x="4210" y="11242"/>
                </a:lnTo>
                <a:lnTo>
                  <a:pt x="3772" y="11169"/>
                </a:lnTo>
                <a:lnTo>
                  <a:pt x="3334" y="11072"/>
                </a:lnTo>
                <a:lnTo>
                  <a:pt x="2993" y="10999"/>
                </a:lnTo>
                <a:lnTo>
                  <a:pt x="2653" y="10877"/>
                </a:lnTo>
                <a:lnTo>
                  <a:pt x="2336" y="10756"/>
                </a:lnTo>
                <a:lnTo>
                  <a:pt x="2020" y="10610"/>
                </a:lnTo>
                <a:lnTo>
                  <a:pt x="1704" y="10439"/>
                </a:lnTo>
                <a:lnTo>
                  <a:pt x="1436" y="10245"/>
                </a:lnTo>
                <a:lnTo>
                  <a:pt x="1168" y="10001"/>
                </a:lnTo>
                <a:lnTo>
                  <a:pt x="949" y="9734"/>
                </a:lnTo>
                <a:lnTo>
                  <a:pt x="852" y="9588"/>
                </a:lnTo>
                <a:lnTo>
                  <a:pt x="779" y="9417"/>
                </a:lnTo>
                <a:lnTo>
                  <a:pt x="706" y="9271"/>
                </a:lnTo>
                <a:lnTo>
                  <a:pt x="657" y="9101"/>
                </a:lnTo>
                <a:lnTo>
                  <a:pt x="633" y="8931"/>
                </a:lnTo>
                <a:lnTo>
                  <a:pt x="609" y="8760"/>
                </a:lnTo>
                <a:lnTo>
                  <a:pt x="633" y="8420"/>
                </a:lnTo>
                <a:lnTo>
                  <a:pt x="682" y="8103"/>
                </a:lnTo>
                <a:lnTo>
                  <a:pt x="803" y="7763"/>
                </a:lnTo>
                <a:lnTo>
                  <a:pt x="949" y="7447"/>
                </a:lnTo>
                <a:lnTo>
                  <a:pt x="1120" y="7155"/>
                </a:lnTo>
                <a:lnTo>
                  <a:pt x="1387" y="6814"/>
                </a:lnTo>
                <a:lnTo>
                  <a:pt x="1679" y="6498"/>
                </a:lnTo>
                <a:lnTo>
                  <a:pt x="1996" y="6230"/>
                </a:lnTo>
                <a:lnTo>
                  <a:pt x="2336" y="5962"/>
                </a:lnTo>
                <a:lnTo>
                  <a:pt x="2336" y="5962"/>
                </a:lnTo>
                <a:lnTo>
                  <a:pt x="2117" y="6279"/>
                </a:lnTo>
                <a:lnTo>
                  <a:pt x="1898" y="6571"/>
                </a:lnTo>
                <a:lnTo>
                  <a:pt x="1874" y="6644"/>
                </a:lnTo>
                <a:lnTo>
                  <a:pt x="1898" y="6717"/>
                </a:lnTo>
                <a:lnTo>
                  <a:pt x="1947" y="6765"/>
                </a:lnTo>
                <a:lnTo>
                  <a:pt x="2044" y="6765"/>
                </a:lnTo>
                <a:lnTo>
                  <a:pt x="2117" y="6741"/>
                </a:lnTo>
                <a:lnTo>
                  <a:pt x="2190" y="6692"/>
                </a:lnTo>
                <a:lnTo>
                  <a:pt x="2336" y="6595"/>
                </a:lnTo>
                <a:lnTo>
                  <a:pt x="2458" y="6449"/>
                </a:lnTo>
                <a:lnTo>
                  <a:pt x="2555" y="6303"/>
                </a:lnTo>
                <a:lnTo>
                  <a:pt x="2847" y="5987"/>
                </a:lnTo>
                <a:lnTo>
                  <a:pt x="3164" y="5695"/>
                </a:lnTo>
                <a:lnTo>
                  <a:pt x="3188" y="5646"/>
                </a:lnTo>
                <a:lnTo>
                  <a:pt x="3212" y="5646"/>
                </a:lnTo>
                <a:lnTo>
                  <a:pt x="3091" y="5792"/>
                </a:lnTo>
                <a:lnTo>
                  <a:pt x="2847" y="6133"/>
                </a:lnTo>
                <a:lnTo>
                  <a:pt x="2774" y="6303"/>
                </a:lnTo>
                <a:lnTo>
                  <a:pt x="2677" y="6498"/>
                </a:lnTo>
                <a:lnTo>
                  <a:pt x="2677" y="6546"/>
                </a:lnTo>
                <a:lnTo>
                  <a:pt x="2726" y="6546"/>
                </a:lnTo>
                <a:lnTo>
                  <a:pt x="2896" y="6449"/>
                </a:lnTo>
                <a:lnTo>
                  <a:pt x="3066" y="6327"/>
                </a:lnTo>
                <a:lnTo>
                  <a:pt x="3212" y="6206"/>
                </a:lnTo>
                <a:lnTo>
                  <a:pt x="3334" y="6035"/>
                </a:lnTo>
                <a:lnTo>
                  <a:pt x="3480" y="5889"/>
                </a:lnTo>
                <a:lnTo>
                  <a:pt x="3626" y="5695"/>
                </a:lnTo>
                <a:lnTo>
                  <a:pt x="3650" y="5719"/>
                </a:lnTo>
                <a:lnTo>
                  <a:pt x="3699" y="5816"/>
                </a:lnTo>
                <a:lnTo>
                  <a:pt x="3577" y="5938"/>
                </a:lnTo>
                <a:lnTo>
                  <a:pt x="3456" y="6108"/>
                </a:lnTo>
                <a:lnTo>
                  <a:pt x="3407" y="6230"/>
                </a:lnTo>
                <a:lnTo>
                  <a:pt x="3407" y="6327"/>
                </a:lnTo>
                <a:lnTo>
                  <a:pt x="3407" y="6352"/>
                </a:lnTo>
                <a:lnTo>
                  <a:pt x="3456" y="6376"/>
                </a:lnTo>
                <a:lnTo>
                  <a:pt x="3529" y="6376"/>
                </a:lnTo>
                <a:lnTo>
                  <a:pt x="3626" y="6327"/>
                </a:lnTo>
                <a:lnTo>
                  <a:pt x="3772" y="6206"/>
                </a:lnTo>
                <a:lnTo>
                  <a:pt x="3869" y="6108"/>
                </a:lnTo>
                <a:lnTo>
                  <a:pt x="3967" y="6157"/>
                </a:lnTo>
                <a:lnTo>
                  <a:pt x="4064" y="6181"/>
                </a:lnTo>
                <a:lnTo>
                  <a:pt x="4186" y="6157"/>
                </a:lnTo>
                <a:lnTo>
                  <a:pt x="4283" y="6084"/>
                </a:lnTo>
                <a:lnTo>
                  <a:pt x="4307" y="6035"/>
                </a:lnTo>
                <a:lnTo>
                  <a:pt x="4307" y="5987"/>
                </a:lnTo>
                <a:lnTo>
                  <a:pt x="4137" y="5719"/>
                </a:lnTo>
                <a:lnTo>
                  <a:pt x="4015" y="5403"/>
                </a:lnTo>
                <a:lnTo>
                  <a:pt x="3918" y="5062"/>
                </a:lnTo>
                <a:lnTo>
                  <a:pt x="3845" y="4697"/>
                </a:lnTo>
                <a:lnTo>
                  <a:pt x="3821" y="4356"/>
                </a:lnTo>
                <a:lnTo>
                  <a:pt x="3821" y="3991"/>
                </a:lnTo>
                <a:lnTo>
                  <a:pt x="3845" y="3651"/>
                </a:lnTo>
                <a:lnTo>
                  <a:pt x="3894" y="3334"/>
                </a:lnTo>
                <a:lnTo>
                  <a:pt x="3942" y="3115"/>
                </a:lnTo>
                <a:lnTo>
                  <a:pt x="4015" y="2896"/>
                </a:lnTo>
                <a:lnTo>
                  <a:pt x="4113" y="2677"/>
                </a:lnTo>
                <a:lnTo>
                  <a:pt x="4210" y="2483"/>
                </a:lnTo>
                <a:lnTo>
                  <a:pt x="4332" y="2288"/>
                </a:lnTo>
                <a:lnTo>
                  <a:pt x="4478" y="2093"/>
                </a:lnTo>
                <a:lnTo>
                  <a:pt x="4599" y="1923"/>
                </a:lnTo>
                <a:lnTo>
                  <a:pt x="4770" y="1753"/>
                </a:lnTo>
                <a:lnTo>
                  <a:pt x="5110" y="1461"/>
                </a:lnTo>
                <a:lnTo>
                  <a:pt x="5475" y="1193"/>
                </a:lnTo>
                <a:lnTo>
                  <a:pt x="5865" y="974"/>
                </a:lnTo>
                <a:lnTo>
                  <a:pt x="6303" y="828"/>
                </a:lnTo>
                <a:lnTo>
                  <a:pt x="6716" y="706"/>
                </a:lnTo>
                <a:lnTo>
                  <a:pt x="7179" y="633"/>
                </a:lnTo>
                <a:lnTo>
                  <a:pt x="7008" y="731"/>
                </a:lnTo>
                <a:lnTo>
                  <a:pt x="6789" y="852"/>
                </a:lnTo>
                <a:lnTo>
                  <a:pt x="6546" y="998"/>
                </a:lnTo>
                <a:lnTo>
                  <a:pt x="6424" y="1071"/>
                </a:lnTo>
                <a:lnTo>
                  <a:pt x="6327" y="1169"/>
                </a:lnTo>
                <a:lnTo>
                  <a:pt x="6278" y="1266"/>
                </a:lnTo>
                <a:lnTo>
                  <a:pt x="6230" y="1363"/>
                </a:lnTo>
                <a:lnTo>
                  <a:pt x="6254" y="1412"/>
                </a:lnTo>
                <a:lnTo>
                  <a:pt x="6303" y="1461"/>
                </a:lnTo>
                <a:lnTo>
                  <a:pt x="6400" y="1485"/>
                </a:lnTo>
                <a:lnTo>
                  <a:pt x="6522" y="1461"/>
                </a:lnTo>
                <a:lnTo>
                  <a:pt x="6643" y="1436"/>
                </a:lnTo>
                <a:lnTo>
                  <a:pt x="6765" y="1363"/>
                </a:lnTo>
                <a:lnTo>
                  <a:pt x="7033" y="1217"/>
                </a:lnTo>
                <a:lnTo>
                  <a:pt x="7203" y="1096"/>
                </a:lnTo>
                <a:lnTo>
                  <a:pt x="7811" y="779"/>
                </a:lnTo>
                <a:lnTo>
                  <a:pt x="7982" y="682"/>
                </a:lnTo>
                <a:lnTo>
                  <a:pt x="8055" y="633"/>
                </a:lnTo>
                <a:lnTo>
                  <a:pt x="8128" y="560"/>
                </a:lnTo>
                <a:close/>
                <a:moveTo>
                  <a:pt x="7933" y="1"/>
                </a:moveTo>
                <a:lnTo>
                  <a:pt x="7349" y="49"/>
                </a:lnTo>
                <a:lnTo>
                  <a:pt x="6789" y="147"/>
                </a:lnTo>
                <a:lnTo>
                  <a:pt x="6254" y="268"/>
                </a:lnTo>
                <a:lnTo>
                  <a:pt x="5767" y="439"/>
                </a:lnTo>
                <a:lnTo>
                  <a:pt x="5524" y="536"/>
                </a:lnTo>
                <a:lnTo>
                  <a:pt x="5281" y="658"/>
                </a:lnTo>
                <a:lnTo>
                  <a:pt x="5062" y="804"/>
                </a:lnTo>
                <a:lnTo>
                  <a:pt x="4843" y="950"/>
                </a:lnTo>
                <a:lnTo>
                  <a:pt x="4624" y="1120"/>
                </a:lnTo>
                <a:lnTo>
                  <a:pt x="4429" y="1315"/>
                </a:lnTo>
                <a:lnTo>
                  <a:pt x="4259" y="1509"/>
                </a:lnTo>
                <a:lnTo>
                  <a:pt x="4088" y="1728"/>
                </a:lnTo>
                <a:lnTo>
                  <a:pt x="3942" y="1947"/>
                </a:lnTo>
                <a:lnTo>
                  <a:pt x="3796" y="2166"/>
                </a:lnTo>
                <a:lnTo>
                  <a:pt x="3675" y="2410"/>
                </a:lnTo>
                <a:lnTo>
                  <a:pt x="3577" y="2653"/>
                </a:lnTo>
                <a:lnTo>
                  <a:pt x="3480" y="2896"/>
                </a:lnTo>
                <a:lnTo>
                  <a:pt x="3407" y="3164"/>
                </a:lnTo>
                <a:lnTo>
                  <a:pt x="3358" y="3407"/>
                </a:lnTo>
                <a:lnTo>
                  <a:pt x="3310" y="3675"/>
                </a:lnTo>
                <a:lnTo>
                  <a:pt x="3310" y="3870"/>
                </a:lnTo>
                <a:lnTo>
                  <a:pt x="3334" y="4210"/>
                </a:lnTo>
                <a:lnTo>
                  <a:pt x="3383" y="4624"/>
                </a:lnTo>
                <a:lnTo>
                  <a:pt x="3480" y="5086"/>
                </a:lnTo>
                <a:lnTo>
                  <a:pt x="3285" y="5086"/>
                </a:lnTo>
                <a:lnTo>
                  <a:pt x="3115" y="5111"/>
                </a:lnTo>
                <a:lnTo>
                  <a:pt x="2726" y="5184"/>
                </a:lnTo>
                <a:lnTo>
                  <a:pt x="2409" y="5305"/>
                </a:lnTo>
                <a:lnTo>
                  <a:pt x="2166" y="5427"/>
                </a:lnTo>
                <a:lnTo>
                  <a:pt x="1825" y="5622"/>
                </a:lnTo>
                <a:lnTo>
                  <a:pt x="1485" y="5889"/>
                </a:lnTo>
                <a:lnTo>
                  <a:pt x="1193" y="6157"/>
                </a:lnTo>
                <a:lnTo>
                  <a:pt x="901" y="6473"/>
                </a:lnTo>
                <a:lnTo>
                  <a:pt x="657" y="6814"/>
                </a:lnTo>
                <a:lnTo>
                  <a:pt x="439" y="7179"/>
                </a:lnTo>
                <a:lnTo>
                  <a:pt x="268" y="7544"/>
                </a:lnTo>
                <a:lnTo>
                  <a:pt x="122" y="7909"/>
                </a:lnTo>
                <a:lnTo>
                  <a:pt x="25" y="8274"/>
                </a:lnTo>
                <a:lnTo>
                  <a:pt x="1" y="8614"/>
                </a:lnTo>
                <a:lnTo>
                  <a:pt x="1" y="8931"/>
                </a:lnTo>
                <a:lnTo>
                  <a:pt x="74" y="9247"/>
                </a:lnTo>
                <a:lnTo>
                  <a:pt x="171" y="9539"/>
                </a:lnTo>
                <a:lnTo>
                  <a:pt x="293" y="9807"/>
                </a:lnTo>
                <a:lnTo>
                  <a:pt x="487" y="10074"/>
                </a:lnTo>
                <a:lnTo>
                  <a:pt x="682" y="10318"/>
                </a:lnTo>
                <a:lnTo>
                  <a:pt x="925" y="10561"/>
                </a:lnTo>
                <a:lnTo>
                  <a:pt x="1168" y="10756"/>
                </a:lnTo>
                <a:lnTo>
                  <a:pt x="1436" y="10950"/>
                </a:lnTo>
                <a:lnTo>
                  <a:pt x="1728" y="11121"/>
                </a:lnTo>
                <a:lnTo>
                  <a:pt x="2020" y="11267"/>
                </a:lnTo>
                <a:lnTo>
                  <a:pt x="2336" y="11413"/>
                </a:lnTo>
                <a:lnTo>
                  <a:pt x="2628" y="11534"/>
                </a:lnTo>
                <a:lnTo>
                  <a:pt x="2945" y="11632"/>
                </a:lnTo>
                <a:lnTo>
                  <a:pt x="3334" y="11729"/>
                </a:lnTo>
                <a:lnTo>
                  <a:pt x="3723" y="11802"/>
                </a:lnTo>
                <a:lnTo>
                  <a:pt x="4526" y="11924"/>
                </a:lnTo>
                <a:lnTo>
                  <a:pt x="6132" y="12070"/>
                </a:lnTo>
                <a:lnTo>
                  <a:pt x="7276" y="12167"/>
                </a:lnTo>
                <a:lnTo>
                  <a:pt x="7836" y="12191"/>
                </a:lnTo>
                <a:lnTo>
                  <a:pt x="8395" y="12216"/>
                </a:lnTo>
                <a:lnTo>
                  <a:pt x="8955" y="12191"/>
                </a:lnTo>
                <a:lnTo>
                  <a:pt x="9514" y="12167"/>
                </a:lnTo>
                <a:lnTo>
                  <a:pt x="10098" y="12118"/>
                </a:lnTo>
                <a:lnTo>
                  <a:pt x="10658" y="12070"/>
                </a:lnTo>
                <a:lnTo>
                  <a:pt x="11583" y="11948"/>
                </a:lnTo>
                <a:lnTo>
                  <a:pt x="12507" y="11875"/>
                </a:lnTo>
                <a:lnTo>
                  <a:pt x="13432" y="11826"/>
                </a:lnTo>
                <a:lnTo>
                  <a:pt x="14357" y="11802"/>
                </a:lnTo>
                <a:lnTo>
                  <a:pt x="15208" y="11802"/>
                </a:lnTo>
                <a:lnTo>
                  <a:pt x="16060" y="11753"/>
                </a:lnTo>
                <a:lnTo>
                  <a:pt x="16498" y="11729"/>
                </a:lnTo>
                <a:lnTo>
                  <a:pt x="16911" y="11656"/>
                </a:lnTo>
                <a:lnTo>
                  <a:pt x="17325" y="11583"/>
                </a:lnTo>
                <a:lnTo>
                  <a:pt x="17739" y="11486"/>
                </a:lnTo>
                <a:lnTo>
                  <a:pt x="18079" y="11364"/>
                </a:lnTo>
                <a:lnTo>
                  <a:pt x="18396" y="11218"/>
                </a:lnTo>
                <a:lnTo>
                  <a:pt x="18688" y="11048"/>
                </a:lnTo>
                <a:lnTo>
                  <a:pt x="18931" y="10853"/>
                </a:lnTo>
                <a:lnTo>
                  <a:pt x="19174" y="10634"/>
                </a:lnTo>
                <a:lnTo>
                  <a:pt x="19369" y="10415"/>
                </a:lnTo>
                <a:lnTo>
                  <a:pt x="19539" y="10147"/>
                </a:lnTo>
                <a:lnTo>
                  <a:pt x="19685" y="9880"/>
                </a:lnTo>
                <a:lnTo>
                  <a:pt x="19807" y="9588"/>
                </a:lnTo>
                <a:lnTo>
                  <a:pt x="19904" y="9296"/>
                </a:lnTo>
                <a:lnTo>
                  <a:pt x="19953" y="8979"/>
                </a:lnTo>
                <a:lnTo>
                  <a:pt x="19977" y="8663"/>
                </a:lnTo>
                <a:lnTo>
                  <a:pt x="19977" y="8322"/>
                </a:lnTo>
                <a:lnTo>
                  <a:pt x="19953" y="8006"/>
                </a:lnTo>
                <a:lnTo>
                  <a:pt x="19880" y="7665"/>
                </a:lnTo>
                <a:lnTo>
                  <a:pt x="19783" y="7325"/>
                </a:lnTo>
                <a:lnTo>
                  <a:pt x="19710" y="7057"/>
                </a:lnTo>
                <a:lnTo>
                  <a:pt x="19588" y="6790"/>
                </a:lnTo>
                <a:lnTo>
                  <a:pt x="19442" y="6546"/>
                </a:lnTo>
                <a:lnTo>
                  <a:pt x="19296" y="6303"/>
                </a:lnTo>
                <a:lnTo>
                  <a:pt x="19126" y="6060"/>
                </a:lnTo>
                <a:lnTo>
                  <a:pt x="18955" y="5865"/>
                </a:lnTo>
                <a:lnTo>
                  <a:pt x="18761" y="5670"/>
                </a:lnTo>
                <a:lnTo>
                  <a:pt x="18542" y="5476"/>
                </a:lnTo>
                <a:lnTo>
                  <a:pt x="18323" y="5330"/>
                </a:lnTo>
                <a:lnTo>
                  <a:pt x="18104" y="5208"/>
                </a:lnTo>
                <a:lnTo>
                  <a:pt x="17860" y="5086"/>
                </a:lnTo>
                <a:lnTo>
                  <a:pt x="17593" y="5013"/>
                </a:lnTo>
                <a:lnTo>
                  <a:pt x="17325" y="4965"/>
                </a:lnTo>
                <a:lnTo>
                  <a:pt x="17057" y="4940"/>
                </a:lnTo>
                <a:lnTo>
                  <a:pt x="16790" y="4965"/>
                </a:lnTo>
                <a:lnTo>
                  <a:pt x="16522" y="5013"/>
                </a:lnTo>
                <a:lnTo>
                  <a:pt x="16522" y="4794"/>
                </a:lnTo>
                <a:lnTo>
                  <a:pt x="16522" y="4600"/>
                </a:lnTo>
                <a:lnTo>
                  <a:pt x="16473" y="4381"/>
                </a:lnTo>
                <a:lnTo>
                  <a:pt x="16425" y="4186"/>
                </a:lnTo>
                <a:lnTo>
                  <a:pt x="16352" y="3991"/>
                </a:lnTo>
                <a:lnTo>
                  <a:pt x="16279" y="3797"/>
                </a:lnTo>
                <a:lnTo>
                  <a:pt x="16182" y="3602"/>
                </a:lnTo>
                <a:lnTo>
                  <a:pt x="16060" y="3407"/>
                </a:lnTo>
                <a:lnTo>
                  <a:pt x="15792" y="3067"/>
                </a:lnTo>
                <a:lnTo>
                  <a:pt x="15500" y="2750"/>
                </a:lnTo>
                <a:lnTo>
                  <a:pt x="15184" y="2483"/>
                </a:lnTo>
                <a:lnTo>
                  <a:pt x="14843" y="2239"/>
                </a:lnTo>
                <a:lnTo>
                  <a:pt x="14673" y="2142"/>
                </a:lnTo>
                <a:lnTo>
                  <a:pt x="14478" y="2045"/>
                </a:lnTo>
                <a:lnTo>
                  <a:pt x="14284" y="1972"/>
                </a:lnTo>
                <a:lnTo>
                  <a:pt x="14089" y="1899"/>
                </a:lnTo>
                <a:lnTo>
                  <a:pt x="13870" y="1850"/>
                </a:lnTo>
                <a:lnTo>
                  <a:pt x="13651" y="1801"/>
                </a:lnTo>
                <a:lnTo>
                  <a:pt x="13432" y="1777"/>
                </a:lnTo>
                <a:lnTo>
                  <a:pt x="13213" y="1777"/>
                </a:lnTo>
                <a:lnTo>
                  <a:pt x="12994" y="1801"/>
                </a:lnTo>
                <a:lnTo>
                  <a:pt x="12775" y="1826"/>
                </a:lnTo>
                <a:lnTo>
                  <a:pt x="12580" y="1899"/>
                </a:lnTo>
                <a:lnTo>
                  <a:pt x="12386" y="1972"/>
                </a:lnTo>
                <a:lnTo>
                  <a:pt x="12215" y="2069"/>
                </a:lnTo>
                <a:lnTo>
                  <a:pt x="12069" y="2191"/>
                </a:lnTo>
                <a:lnTo>
                  <a:pt x="11923" y="2361"/>
                </a:lnTo>
                <a:lnTo>
                  <a:pt x="11802" y="2531"/>
                </a:lnTo>
                <a:lnTo>
                  <a:pt x="11656" y="2239"/>
                </a:lnTo>
                <a:lnTo>
                  <a:pt x="11485" y="1947"/>
                </a:lnTo>
                <a:lnTo>
                  <a:pt x="11291" y="1680"/>
                </a:lnTo>
                <a:lnTo>
                  <a:pt x="11072" y="1412"/>
                </a:lnTo>
                <a:lnTo>
                  <a:pt x="10828" y="1169"/>
                </a:lnTo>
                <a:lnTo>
                  <a:pt x="10585" y="925"/>
                </a:lnTo>
                <a:lnTo>
                  <a:pt x="10317" y="731"/>
                </a:lnTo>
                <a:lnTo>
                  <a:pt x="10050" y="536"/>
                </a:lnTo>
                <a:lnTo>
                  <a:pt x="9806" y="390"/>
                </a:lnTo>
                <a:lnTo>
                  <a:pt x="9563" y="268"/>
                </a:lnTo>
                <a:lnTo>
                  <a:pt x="9320" y="195"/>
                </a:lnTo>
                <a:lnTo>
                  <a:pt x="9052" y="122"/>
                </a:lnTo>
                <a:lnTo>
                  <a:pt x="8784" y="74"/>
                </a:lnTo>
                <a:lnTo>
                  <a:pt x="8492" y="25"/>
                </a:lnTo>
                <a:lnTo>
                  <a:pt x="822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9"/>
          <p:cNvSpPr/>
          <p:nvPr/>
        </p:nvSpPr>
        <p:spPr>
          <a:xfrm>
            <a:off x="7689847" y="2385855"/>
            <a:ext cx="1052391" cy="643569"/>
          </a:xfrm>
          <a:custGeom>
            <a:avLst/>
            <a:gdLst/>
            <a:ahLst/>
            <a:cxnLst/>
            <a:rect l="l" t="t" r="r" b="b"/>
            <a:pathLst>
              <a:path w="19978" h="12216" extrusionOk="0">
                <a:moveTo>
                  <a:pt x="8128" y="560"/>
                </a:moveTo>
                <a:lnTo>
                  <a:pt x="8517" y="609"/>
                </a:lnTo>
                <a:lnTo>
                  <a:pt x="8055" y="925"/>
                </a:lnTo>
                <a:lnTo>
                  <a:pt x="7617" y="1193"/>
                </a:lnTo>
                <a:lnTo>
                  <a:pt x="7422" y="1339"/>
                </a:lnTo>
                <a:lnTo>
                  <a:pt x="7325" y="1436"/>
                </a:lnTo>
                <a:lnTo>
                  <a:pt x="7252" y="1534"/>
                </a:lnTo>
                <a:lnTo>
                  <a:pt x="7252" y="1582"/>
                </a:lnTo>
                <a:lnTo>
                  <a:pt x="7252" y="1655"/>
                </a:lnTo>
                <a:lnTo>
                  <a:pt x="7300" y="1680"/>
                </a:lnTo>
                <a:lnTo>
                  <a:pt x="7349" y="1704"/>
                </a:lnTo>
                <a:lnTo>
                  <a:pt x="7471" y="1704"/>
                </a:lnTo>
                <a:lnTo>
                  <a:pt x="7592" y="1680"/>
                </a:lnTo>
                <a:lnTo>
                  <a:pt x="7836" y="1582"/>
                </a:lnTo>
                <a:lnTo>
                  <a:pt x="8055" y="1436"/>
                </a:lnTo>
                <a:lnTo>
                  <a:pt x="8274" y="1315"/>
                </a:lnTo>
                <a:lnTo>
                  <a:pt x="8711" y="1023"/>
                </a:lnTo>
                <a:lnTo>
                  <a:pt x="9149" y="731"/>
                </a:lnTo>
                <a:lnTo>
                  <a:pt x="9393" y="828"/>
                </a:lnTo>
                <a:lnTo>
                  <a:pt x="9660" y="925"/>
                </a:lnTo>
                <a:lnTo>
                  <a:pt x="9320" y="1071"/>
                </a:lnTo>
                <a:lnTo>
                  <a:pt x="9003" y="1217"/>
                </a:lnTo>
                <a:lnTo>
                  <a:pt x="8736" y="1339"/>
                </a:lnTo>
                <a:lnTo>
                  <a:pt x="8492" y="1509"/>
                </a:lnTo>
                <a:lnTo>
                  <a:pt x="8371" y="1607"/>
                </a:lnTo>
                <a:lnTo>
                  <a:pt x="8274" y="1728"/>
                </a:lnTo>
                <a:lnTo>
                  <a:pt x="8201" y="1850"/>
                </a:lnTo>
                <a:lnTo>
                  <a:pt x="8152" y="1996"/>
                </a:lnTo>
                <a:lnTo>
                  <a:pt x="8152" y="2045"/>
                </a:lnTo>
                <a:lnTo>
                  <a:pt x="8176" y="2045"/>
                </a:lnTo>
                <a:lnTo>
                  <a:pt x="8201" y="2069"/>
                </a:lnTo>
                <a:lnTo>
                  <a:pt x="8225" y="2069"/>
                </a:lnTo>
                <a:lnTo>
                  <a:pt x="8492" y="1947"/>
                </a:lnTo>
                <a:lnTo>
                  <a:pt x="8711" y="1801"/>
                </a:lnTo>
                <a:lnTo>
                  <a:pt x="8955" y="1680"/>
                </a:lnTo>
                <a:lnTo>
                  <a:pt x="9198" y="1558"/>
                </a:lnTo>
                <a:lnTo>
                  <a:pt x="9417" y="1485"/>
                </a:lnTo>
                <a:lnTo>
                  <a:pt x="9660" y="1412"/>
                </a:lnTo>
                <a:lnTo>
                  <a:pt x="9904" y="1339"/>
                </a:lnTo>
                <a:lnTo>
                  <a:pt x="10123" y="1266"/>
                </a:lnTo>
                <a:lnTo>
                  <a:pt x="10463" y="1558"/>
                </a:lnTo>
                <a:lnTo>
                  <a:pt x="10269" y="1582"/>
                </a:lnTo>
                <a:lnTo>
                  <a:pt x="10050" y="1631"/>
                </a:lnTo>
                <a:lnTo>
                  <a:pt x="9660" y="1777"/>
                </a:lnTo>
                <a:lnTo>
                  <a:pt x="9490" y="1874"/>
                </a:lnTo>
                <a:lnTo>
                  <a:pt x="9295" y="1947"/>
                </a:lnTo>
                <a:lnTo>
                  <a:pt x="9101" y="2045"/>
                </a:lnTo>
                <a:lnTo>
                  <a:pt x="8955" y="2191"/>
                </a:lnTo>
                <a:lnTo>
                  <a:pt x="8930" y="2239"/>
                </a:lnTo>
                <a:lnTo>
                  <a:pt x="8930" y="2264"/>
                </a:lnTo>
                <a:lnTo>
                  <a:pt x="8930" y="2337"/>
                </a:lnTo>
                <a:lnTo>
                  <a:pt x="9003" y="2410"/>
                </a:lnTo>
                <a:lnTo>
                  <a:pt x="9076" y="2410"/>
                </a:lnTo>
                <a:lnTo>
                  <a:pt x="9320" y="2361"/>
                </a:lnTo>
                <a:lnTo>
                  <a:pt x="9539" y="2288"/>
                </a:lnTo>
                <a:lnTo>
                  <a:pt x="9977" y="2093"/>
                </a:lnTo>
                <a:lnTo>
                  <a:pt x="10147" y="2045"/>
                </a:lnTo>
                <a:lnTo>
                  <a:pt x="10317" y="1947"/>
                </a:lnTo>
                <a:lnTo>
                  <a:pt x="10463" y="1850"/>
                </a:lnTo>
                <a:lnTo>
                  <a:pt x="10585" y="1704"/>
                </a:lnTo>
                <a:lnTo>
                  <a:pt x="10804" y="1972"/>
                </a:lnTo>
                <a:lnTo>
                  <a:pt x="10390" y="2191"/>
                </a:lnTo>
                <a:lnTo>
                  <a:pt x="10196" y="2288"/>
                </a:lnTo>
                <a:lnTo>
                  <a:pt x="10001" y="2385"/>
                </a:lnTo>
                <a:lnTo>
                  <a:pt x="9904" y="2434"/>
                </a:lnTo>
                <a:lnTo>
                  <a:pt x="9831" y="2507"/>
                </a:lnTo>
                <a:lnTo>
                  <a:pt x="9758" y="2604"/>
                </a:lnTo>
                <a:lnTo>
                  <a:pt x="9709" y="2702"/>
                </a:lnTo>
                <a:lnTo>
                  <a:pt x="9709" y="2726"/>
                </a:lnTo>
                <a:lnTo>
                  <a:pt x="9733" y="2750"/>
                </a:lnTo>
                <a:lnTo>
                  <a:pt x="9782" y="2775"/>
                </a:lnTo>
                <a:lnTo>
                  <a:pt x="10001" y="2775"/>
                </a:lnTo>
                <a:lnTo>
                  <a:pt x="10220" y="2702"/>
                </a:lnTo>
                <a:lnTo>
                  <a:pt x="10634" y="2507"/>
                </a:lnTo>
                <a:lnTo>
                  <a:pt x="10853" y="2434"/>
                </a:lnTo>
                <a:lnTo>
                  <a:pt x="11072" y="2361"/>
                </a:lnTo>
                <a:lnTo>
                  <a:pt x="11096" y="2361"/>
                </a:lnTo>
                <a:lnTo>
                  <a:pt x="11145" y="2458"/>
                </a:lnTo>
                <a:lnTo>
                  <a:pt x="10926" y="2556"/>
                </a:lnTo>
                <a:lnTo>
                  <a:pt x="10707" y="2677"/>
                </a:lnTo>
                <a:lnTo>
                  <a:pt x="10269" y="2945"/>
                </a:lnTo>
                <a:lnTo>
                  <a:pt x="10244" y="2994"/>
                </a:lnTo>
                <a:lnTo>
                  <a:pt x="10244" y="3042"/>
                </a:lnTo>
                <a:lnTo>
                  <a:pt x="10269" y="3067"/>
                </a:lnTo>
                <a:lnTo>
                  <a:pt x="10317" y="3091"/>
                </a:lnTo>
                <a:lnTo>
                  <a:pt x="10561" y="3067"/>
                </a:lnTo>
                <a:lnTo>
                  <a:pt x="10804" y="2994"/>
                </a:lnTo>
                <a:lnTo>
                  <a:pt x="11047" y="2896"/>
                </a:lnTo>
                <a:lnTo>
                  <a:pt x="11291" y="2775"/>
                </a:lnTo>
                <a:lnTo>
                  <a:pt x="11388" y="3091"/>
                </a:lnTo>
                <a:lnTo>
                  <a:pt x="11291" y="3091"/>
                </a:lnTo>
                <a:lnTo>
                  <a:pt x="11218" y="3115"/>
                </a:lnTo>
                <a:lnTo>
                  <a:pt x="11047" y="3164"/>
                </a:lnTo>
                <a:lnTo>
                  <a:pt x="10853" y="3286"/>
                </a:lnTo>
                <a:lnTo>
                  <a:pt x="10780" y="3334"/>
                </a:lnTo>
                <a:lnTo>
                  <a:pt x="10707" y="3432"/>
                </a:lnTo>
                <a:lnTo>
                  <a:pt x="10707" y="3505"/>
                </a:lnTo>
                <a:lnTo>
                  <a:pt x="10731" y="3553"/>
                </a:lnTo>
                <a:lnTo>
                  <a:pt x="10780" y="3602"/>
                </a:lnTo>
                <a:lnTo>
                  <a:pt x="10828" y="3602"/>
                </a:lnTo>
                <a:lnTo>
                  <a:pt x="10999" y="3553"/>
                </a:lnTo>
                <a:lnTo>
                  <a:pt x="11169" y="3505"/>
                </a:lnTo>
                <a:lnTo>
                  <a:pt x="11339" y="3456"/>
                </a:lnTo>
                <a:lnTo>
                  <a:pt x="11412" y="3432"/>
                </a:lnTo>
                <a:lnTo>
                  <a:pt x="11461" y="3383"/>
                </a:lnTo>
                <a:lnTo>
                  <a:pt x="11534" y="3602"/>
                </a:lnTo>
                <a:lnTo>
                  <a:pt x="11461" y="3626"/>
                </a:lnTo>
                <a:lnTo>
                  <a:pt x="11388" y="3675"/>
                </a:lnTo>
                <a:lnTo>
                  <a:pt x="11291" y="3724"/>
                </a:lnTo>
                <a:lnTo>
                  <a:pt x="11193" y="3772"/>
                </a:lnTo>
                <a:lnTo>
                  <a:pt x="11193" y="3821"/>
                </a:lnTo>
                <a:lnTo>
                  <a:pt x="11193" y="3845"/>
                </a:lnTo>
                <a:lnTo>
                  <a:pt x="11291" y="3894"/>
                </a:lnTo>
                <a:lnTo>
                  <a:pt x="11412" y="3943"/>
                </a:lnTo>
                <a:lnTo>
                  <a:pt x="11534" y="3943"/>
                </a:lnTo>
                <a:lnTo>
                  <a:pt x="11631" y="3894"/>
                </a:lnTo>
                <a:lnTo>
                  <a:pt x="11680" y="3967"/>
                </a:lnTo>
                <a:lnTo>
                  <a:pt x="11777" y="4016"/>
                </a:lnTo>
                <a:lnTo>
                  <a:pt x="11850" y="4040"/>
                </a:lnTo>
                <a:lnTo>
                  <a:pt x="11948" y="4040"/>
                </a:lnTo>
                <a:lnTo>
                  <a:pt x="12021" y="4016"/>
                </a:lnTo>
                <a:lnTo>
                  <a:pt x="12094" y="3967"/>
                </a:lnTo>
                <a:lnTo>
                  <a:pt x="12142" y="3894"/>
                </a:lnTo>
                <a:lnTo>
                  <a:pt x="12142" y="3797"/>
                </a:lnTo>
                <a:lnTo>
                  <a:pt x="12069" y="3359"/>
                </a:lnTo>
                <a:lnTo>
                  <a:pt x="11972" y="2945"/>
                </a:lnTo>
                <a:lnTo>
                  <a:pt x="12240" y="2726"/>
                </a:lnTo>
                <a:lnTo>
                  <a:pt x="12507" y="2531"/>
                </a:lnTo>
                <a:lnTo>
                  <a:pt x="12653" y="2458"/>
                </a:lnTo>
                <a:lnTo>
                  <a:pt x="12824" y="2410"/>
                </a:lnTo>
                <a:lnTo>
                  <a:pt x="12994" y="2361"/>
                </a:lnTo>
                <a:lnTo>
                  <a:pt x="13164" y="2337"/>
                </a:lnTo>
                <a:lnTo>
                  <a:pt x="13383" y="2337"/>
                </a:lnTo>
                <a:lnTo>
                  <a:pt x="13627" y="2385"/>
                </a:lnTo>
                <a:lnTo>
                  <a:pt x="13481" y="2458"/>
                </a:lnTo>
                <a:lnTo>
                  <a:pt x="13359" y="2556"/>
                </a:lnTo>
                <a:lnTo>
                  <a:pt x="13262" y="2702"/>
                </a:lnTo>
                <a:lnTo>
                  <a:pt x="13237" y="2775"/>
                </a:lnTo>
                <a:lnTo>
                  <a:pt x="13213" y="2848"/>
                </a:lnTo>
                <a:lnTo>
                  <a:pt x="13213" y="2896"/>
                </a:lnTo>
                <a:lnTo>
                  <a:pt x="13237" y="2921"/>
                </a:lnTo>
                <a:lnTo>
                  <a:pt x="13286" y="2945"/>
                </a:lnTo>
                <a:lnTo>
                  <a:pt x="13310" y="2921"/>
                </a:lnTo>
                <a:lnTo>
                  <a:pt x="13602" y="2750"/>
                </a:lnTo>
                <a:lnTo>
                  <a:pt x="13870" y="2604"/>
                </a:lnTo>
                <a:lnTo>
                  <a:pt x="14065" y="2507"/>
                </a:lnTo>
                <a:lnTo>
                  <a:pt x="14308" y="2629"/>
                </a:lnTo>
                <a:lnTo>
                  <a:pt x="14551" y="2750"/>
                </a:lnTo>
                <a:lnTo>
                  <a:pt x="14405" y="2775"/>
                </a:lnTo>
                <a:lnTo>
                  <a:pt x="14259" y="2823"/>
                </a:lnTo>
                <a:lnTo>
                  <a:pt x="14113" y="2872"/>
                </a:lnTo>
                <a:lnTo>
                  <a:pt x="13967" y="2945"/>
                </a:lnTo>
                <a:lnTo>
                  <a:pt x="13846" y="3018"/>
                </a:lnTo>
                <a:lnTo>
                  <a:pt x="13724" y="3115"/>
                </a:lnTo>
                <a:lnTo>
                  <a:pt x="13627" y="3213"/>
                </a:lnTo>
                <a:lnTo>
                  <a:pt x="13554" y="3310"/>
                </a:lnTo>
                <a:lnTo>
                  <a:pt x="13554" y="3359"/>
                </a:lnTo>
                <a:lnTo>
                  <a:pt x="13554" y="3407"/>
                </a:lnTo>
                <a:lnTo>
                  <a:pt x="13602" y="3456"/>
                </a:lnTo>
                <a:lnTo>
                  <a:pt x="13651" y="3480"/>
                </a:lnTo>
                <a:lnTo>
                  <a:pt x="13797" y="3456"/>
                </a:lnTo>
                <a:lnTo>
                  <a:pt x="13943" y="3407"/>
                </a:lnTo>
                <a:lnTo>
                  <a:pt x="14211" y="3286"/>
                </a:lnTo>
                <a:lnTo>
                  <a:pt x="14381" y="3237"/>
                </a:lnTo>
                <a:lnTo>
                  <a:pt x="14527" y="3188"/>
                </a:lnTo>
                <a:lnTo>
                  <a:pt x="14697" y="3140"/>
                </a:lnTo>
                <a:lnTo>
                  <a:pt x="14843" y="3091"/>
                </a:lnTo>
                <a:lnTo>
                  <a:pt x="14892" y="3067"/>
                </a:lnTo>
                <a:lnTo>
                  <a:pt x="14916" y="3018"/>
                </a:lnTo>
                <a:lnTo>
                  <a:pt x="15038" y="3140"/>
                </a:lnTo>
                <a:lnTo>
                  <a:pt x="14770" y="3213"/>
                </a:lnTo>
                <a:lnTo>
                  <a:pt x="14551" y="3261"/>
                </a:lnTo>
                <a:lnTo>
                  <a:pt x="14332" y="3359"/>
                </a:lnTo>
                <a:lnTo>
                  <a:pt x="14211" y="3432"/>
                </a:lnTo>
                <a:lnTo>
                  <a:pt x="14113" y="3505"/>
                </a:lnTo>
                <a:lnTo>
                  <a:pt x="14040" y="3578"/>
                </a:lnTo>
                <a:lnTo>
                  <a:pt x="13992" y="3675"/>
                </a:lnTo>
                <a:lnTo>
                  <a:pt x="13967" y="3748"/>
                </a:lnTo>
                <a:lnTo>
                  <a:pt x="13992" y="3821"/>
                </a:lnTo>
                <a:lnTo>
                  <a:pt x="14040" y="3845"/>
                </a:lnTo>
                <a:lnTo>
                  <a:pt x="14113" y="3845"/>
                </a:lnTo>
                <a:lnTo>
                  <a:pt x="14551" y="3724"/>
                </a:lnTo>
                <a:lnTo>
                  <a:pt x="14989" y="3602"/>
                </a:lnTo>
                <a:lnTo>
                  <a:pt x="15184" y="3578"/>
                </a:lnTo>
                <a:lnTo>
                  <a:pt x="15379" y="3505"/>
                </a:lnTo>
                <a:lnTo>
                  <a:pt x="15452" y="3602"/>
                </a:lnTo>
                <a:lnTo>
                  <a:pt x="15208" y="3675"/>
                </a:lnTo>
                <a:lnTo>
                  <a:pt x="15014" y="3748"/>
                </a:lnTo>
                <a:lnTo>
                  <a:pt x="14843" y="3845"/>
                </a:lnTo>
                <a:lnTo>
                  <a:pt x="14673" y="3967"/>
                </a:lnTo>
                <a:lnTo>
                  <a:pt x="14503" y="4089"/>
                </a:lnTo>
                <a:lnTo>
                  <a:pt x="14478" y="4113"/>
                </a:lnTo>
                <a:lnTo>
                  <a:pt x="14478" y="4162"/>
                </a:lnTo>
                <a:lnTo>
                  <a:pt x="14503" y="4210"/>
                </a:lnTo>
                <a:lnTo>
                  <a:pt x="14551" y="4259"/>
                </a:lnTo>
                <a:lnTo>
                  <a:pt x="14600" y="4259"/>
                </a:lnTo>
                <a:lnTo>
                  <a:pt x="15452" y="4016"/>
                </a:lnTo>
                <a:lnTo>
                  <a:pt x="15671" y="3967"/>
                </a:lnTo>
                <a:lnTo>
                  <a:pt x="15768" y="4186"/>
                </a:lnTo>
                <a:lnTo>
                  <a:pt x="15549" y="4259"/>
                </a:lnTo>
                <a:lnTo>
                  <a:pt x="15330" y="4332"/>
                </a:lnTo>
                <a:lnTo>
                  <a:pt x="15111" y="4429"/>
                </a:lnTo>
                <a:lnTo>
                  <a:pt x="14916" y="4551"/>
                </a:lnTo>
                <a:lnTo>
                  <a:pt x="14892" y="4600"/>
                </a:lnTo>
                <a:lnTo>
                  <a:pt x="14916" y="4648"/>
                </a:lnTo>
                <a:lnTo>
                  <a:pt x="14941" y="4697"/>
                </a:lnTo>
                <a:lnTo>
                  <a:pt x="15014" y="4697"/>
                </a:lnTo>
                <a:lnTo>
                  <a:pt x="15354" y="4624"/>
                </a:lnTo>
                <a:lnTo>
                  <a:pt x="15719" y="4551"/>
                </a:lnTo>
                <a:lnTo>
                  <a:pt x="15500" y="4648"/>
                </a:lnTo>
                <a:lnTo>
                  <a:pt x="15281" y="4746"/>
                </a:lnTo>
                <a:lnTo>
                  <a:pt x="15257" y="4770"/>
                </a:lnTo>
                <a:lnTo>
                  <a:pt x="15233" y="4819"/>
                </a:lnTo>
                <a:lnTo>
                  <a:pt x="15233" y="4867"/>
                </a:lnTo>
                <a:lnTo>
                  <a:pt x="15281" y="4940"/>
                </a:lnTo>
                <a:lnTo>
                  <a:pt x="15354" y="4940"/>
                </a:lnTo>
                <a:lnTo>
                  <a:pt x="15841" y="4867"/>
                </a:lnTo>
                <a:lnTo>
                  <a:pt x="15841" y="4989"/>
                </a:lnTo>
                <a:lnTo>
                  <a:pt x="15695" y="5013"/>
                </a:lnTo>
                <a:lnTo>
                  <a:pt x="15598" y="5038"/>
                </a:lnTo>
                <a:lnTo>
                  <a:pt x="15525" y="5086"/>
                </a:lnTo>
                <a:lnTo>
                  <a:pt x="15379" y="5208"/>
                </a:lnTo>
                <a:lnTo>
                  <a:pt x="15354" y="5281"/>
                </a:lnTo>
                <a:lnTo>
                  <a:pt x="15379" y="5330"/>
                </a:lnTo>
                <a:lnTo>
                  <a:pt x="15427" y="5378"/>
                </a:lnTo>
                <a:lnTo>
                  <a:pt x="15476" y="5378"/>
                </a:lnTo>
                <a:lnTo>
                  <a:pt x="15622" y="5354"/>
                </a:lnTo>
                <a:lnTo>
                  <a:pt x="15768" y="5378"/>
                </a:lnTo>
                <a:lnTo>
                  <a:pt x="15768" y="5427"/>
                </a:lnTo>
                <a:lnTo>
                  <a:pt x="15768" y="5524"/>
                </a:lnTo>
                <a:lnTo>
                  <a:pt x="15792" y="5622"/>
                </a:lnTo>
                <a:lnTo>
                  <a:pt x="15865" y="5695"/>
                </a:lnTo>
                <a:lnTo>
                  <a:pt x="15938" y="5768"/>
                </a:lnTo>
                <a:lnTo>
                  <a:pt x="16036" y="5792"/>
                </a:lnTo>
                <a:lnTo>
                  <a:pt x="16133" y="5792"/>
                </a:lnTo>
                <a:lnTo>
                  <a:pt x="16206" y="5768"/>
                </a:lnTo>
                <a:lnTo>
                  <a:pt x="16279" y="5695"/>
                </a:lnTo>
                <a:lnTo>
                  <a:pt x="16328" y="5695"/>
                </a:lnTo>
                <a:lnTo>
                  <a:pt x="16619" y="5622"/>
                </a:lnTo>
                <a:lnTo>
                  <a:pt x="16911" y="5597"/>
                </a:lnTo>
                <a:lnTo>
                  <a:pt x="17179" y="5597"/>
                </a:lnTo>
                <a:lnTo>
                  <a:pt x="17422" y="5646"/>
                </a:lnTo>
                <a:lnTo>
                  <a:pt x="17276" y="5695"/>
                </a:lnTo>
                <a:lnTo>
                  <a:pt x="17106" y="5768"/>
                </a:lnTo>
                <a:lnTo>
                  <a:pt x="16936" y="5865"/>
                </a:lnTo>
                <a:lnTo>
                  <a:pt x="16814" y="5987"/>
                </a:lnTo>
                <a:lnTo>
                  <a:pt x="16765" y="6060"/>
                </a:lnTo>
                <a:lnTo>
                  <a:pt x="16717" y="6133"/>
                </a:lnTo>
                <a:lnTo>
                  <a:pt x="16717" y="6206"/>
                </a:lnTo>
                <a:lnTo>
                  <a:pt x="16765" y="6279"/>
                </a:lnTo>
                <a:lnTo>
                  <a:pt x="16838" y="6303"/>
                </a:lnTo>
                <a:lnTo>
                  <a:pt x="16911" y="6279"/>
                </a:lnTo>
                <a:lnTo>
                  <a:pt x="17179" y="6157"/>
                </a:lnTo>
                <a:lnTo>
                  <a:pt x="17447" y="6060"/>
                </a:lnTo>
                <a:lnTo>
                  <a:pt x="17739" y="6011"/>
                </a:lnTo>
                <a:lnTo>
                  <a:pt x="17909" y="5962"/>
                </a:lnTo>
                <a:lnTo>
                  <a:pt x="18031" y="5914"/>
                </a:lnTo>
                <a:lnTo>
                  <a:pt x="18298" y="6133"/>
                </a:lnTo>
                <a:lnTo>
                  <a:pt x="18152" y="6181"/>
                </a:lnTo>
                <a:lnTo>
                  <a:pt x="17933" y="6254"/>
                </a:lnTo>
                <a:lnTo>
                  <a:pt x="17739" y="6352"/>
                </a:lnTo>
                <a:lnTo>
                  <a:pt x="17544" y="6473"/>
                </a:lnTo>
                <a:lnTo>
                  <a:pt x="17349" y="6595"/>
                </a:lnTo>
                <a:lnTo>
                  <a:pt x="17325" y="6668"/>
                </a:lnTo>
                <a:lnTo>
                  <a:pt x="17325" y="6741"/>
                </a:lnTo>
                <a:lnTo>
                  <a:pt x="17374" y="6790"/>
                </a:lnTo>
                <a:lnTo>
                  <a:pt x="17422" y="6814"/>
                </a:lnTo>
                <a:lnTo>
                  <a:pt x="17641" y="6765"/>
                </a:lnTo>
                <a:lnTo>
                  <a:pt x="17860" y="6717"/>
                </a:lnTo>
                <a:lnTo>
                  <a:pt x="18274" y="6595"/>
                </a:lnTo>
                <a:lnTo>
                  <a:pt x="18639" y="6473"/>
                </a:lnTo>
                <a:lnTo>
                  <a:pt x="18761" y="6644"/>
                </a:lnTo>
                <a:lnTo>
                  <a:pt x="18493" y="6717"/>
                </a:lnTo>
                <a:lnTo>
                  <a:pt x="18250" y="6814"/>
                </a:lnTo>
                <a:lnTo>
                  <a:pt x="18006" y="6960"/>
                </a:lnTo>
                <a:lnTo>
                  <a:pt x="17812" y="7130"/>
                </a:lnTo>
                <a:lnTo>
                  <a:pt x="17787" y="7155"/>
                </a:lnTo>
                <a:lnTo>
                  <a:pt x="17787" y="7179"/>
                </a:lnTo>
                <a:lnTo>
                  <a:pt x="17812" y="7252"/>
                </a:lnTo>
                <a:lnTo>
                  <a:pt x="17860" y="7276"/>
                </a:lnTo>
                <a:lnTo>
                  <a:pt x="17933" y="7276"/>
                </a:lnTo>
                <a:lnTo>
                  <a:pt x="18177" y="7179"/>
                </a:lnTo>
                <a:lnTo>
                  <a:pt x="18444" y="7130"/>
                </a:lnTo>
                <a:lnTo>
                  <a:pt x="18955" y="7033"/>
                </a:lnTo>
                <a:lnTo>
                  <a:pt x="19004" y="7106"/>
                </a:lnTo>
                <a:lnTo>
                  <a:pt x="18785" y="7155"/>
                </a:lnTo>
                <a:lnTo>
                  <a:pt x="18566" y="7203"/>
                </a:lnTo>
                <a:lnTo>
                  <a:pt x="18371" y="7301"/>
                </a:lnTo>
                <a:lnTo>
                  <a:pt x="18177" y="7398"/>
                </a:lnTo>
                <a:lnTo>
                  <a:pt x="18177" y="7447"/>
                </a:lnTo>
                <a:lnTo>
                  <a:pt x="18177" y="7471"/>
                </a:lnTo>
                <a:lnTo>
                  <a:pt x="18201" y="7471"/>
                </a:lnTo>
                <a:lnTo>
                  <a:pt x="18396" y="7495"/>
                </a:lnTo>
                <a:lnTo>
                  <a:pt x="18590" y="7495"/>
                </a:lnTo>
                <a:lnTo>
                  <a:pt x="18955" y="7447"/>
                </a:lnTo>
                <a:lnTo>
                  <a:pt x="19126" y="7422"/>
                </a:lnTo>
                <a:lnTo>
                  <a:pt x="19174" y="7544"/>
                </a:lnTo>
                <a:lnTo>
                  <a:pt x="18980" y="7568"/>
                </a:lnTo>
                <a:lnTo>
                  <a:pt x="18761" y="7617"/>
                </a:lnTo>
                <a:lnTo>
                  <a:pt x="18444" y="7714"/>
                </a:lnTo>
                <a:lnTo>
                  <a:pt x="18396" y="7763"/>
                </a:lnTo>
                <a:lnTo>
                  <a:pt x="18371" y="7836"/>
                </a:lnTo>
                <a:lnTo>
                  <a:pt x="18371" y="7909"/>
                </a:lnTo>
                <a:lnTo>
                  <a:pt x="18396" y="7933"/>
                </a:lnTo>
                <a:lnTo>
                  <a:pt x="18444" y="7957"/>
                </a:lnTo>
                <a:lnTo>
                  <a:pt x="18809" y="7982"/>
                </a:lnTo>
                <a:lnTo>
                  <a:pt x="19296" y="7982"/>
                </a:lnTo>
                <a:lnTo>
                  <a:pt x="19320" y="8201"/>
                </a:lnTo>
                <a:lnTo>
                  <a:pt x="19272" y="8201"/>
                </a:lnTo>
                <a:lnTo>
                  <a:pt x="19101" y="8176"/>
                </a:lnTo>
                <a:lnTo>
                  <a:pt x="18907" y="8201"/>
                </a:lnTo>
                <a:lnTo>
                  <a:pt x="18736" y="8225"/>
                </a:lnTo>
                <a:lnTo>
                  <a:pt x="18566" y="8274"/>
                </a:lnTo>
                <a:lnTo>
                  <a:pt x="18542" y="8298"/>
                </a:lnTo>
                <a:lnTo>
                  <a:pt x="18517" y="8322"/>
                </a:lnTo>
                <a:lnTo>
                  <a:pt x="18493" y="8420"/>
                </a:lnTo>
                <a:lnTo>
                  <a:pt x="18542" y="8468"/>
                </a:lnTo>
                <a:lnTo>
                  <a:pt x="18566" y="8493"/>
                </a:lnTo>
                <a:lnTo>
                  <a:pt x="18907" y="8493"/>
                </a:lnTo>
                <a:lnTo>
                  <a:pt x="19223" y="8517"/>
                </a:lnTo>
                <a:lnTo>
                  <a:pt x="19345" y="8541"/>
                </a:lnTo>
                <a:lnTo>
                  <a:pt x="19345" y="8833"/>
                </a:lnTo>
                <a:lnTo>
                  <a:pt x="19199" y="8785"/>
                </a:lnTo>
                <a:lnTo>
                  <a:pt x="18882" y="8785"/>
                </a:lnTo>
                <a:lnTo>
                  <a:pt x="18736" y="8809"/>
                </a:lnTo>
                <a:lnTo>
                  <a:pt x="18688" y="8833"/>
                </a:lnTo>
                <a:lnTo>
                  <a:pt x="18663" y="8858"/>
                </a:lnTo>
                <a:lnTo>
                  <a:pt x="18663" y="8931"/>
                </a:lnTo>
                <a:lnTo>
                  <a:pt x="18688" y="9004"/>
                </a:lnTo>
                <a:lnTo>
                  <a:pt x="18712" y="9004"/>
                </a:lnTo>
                <a:lnTo>
                  <a:pt x="18761" y="9028"/>
                </a:lnTo>
                <a:lnTo>
                  <a:pt x="18882" y="9028"/>
                </a:lnTo>
                <a:lnTo>
                  <a:pt x="19028" y="9077"/>
                </a:lnTo>
                <a:lnTo>
                  <a:pt x="19150" y="9125"/>
                </a:lnTo>
                <a:lnTo>
                  <a:pt x="19296" y="9174"/>
                </a:lnTo>
                <a:lnTo>
                  <a:pt x="19199" y="9466"/>
                </a:lnTo>
                <a:lnTo>
                  <a:pt x="18980" y="9417"/>
                </a:lnTo>
                <a:lnTo>
                  <a:pt x="18736" y="9417"/>
                </a:lnTo>
                <a:lnTo>
                  <a:pt x="18688" y="9442"/>
                </a:lnTo>
                <a:lnTo>
                  <a:pt x="18663" y="9466"/>
                </a:lnTo>
                <a:lnTo>
                  <a:pt x="18663" y="9515"/>
                </a:lnTo>
                <a:lnTo>
                  <a:pt x="18663" y="9563"/>
                </a:lnTo>
                <a:lnTo>
                  <a:pt x="18663" y="9612"/>
                </a:lnTo>
                <a:lnTo>
                  <a:pt x="18712" y="9636"/>
                </a:lnTo>
                <a:lnTo>
                  <a:pt x="18736" y="9661"/>
                </a:lnTo>
                <a:lnTo>
                  <a:pt x="18907" y="9709"/>
                </a:lnTo>
                <a:lnTo>
                  <a:pt x="19053" y="9758"/>
                </a:lnTo>
                <a:lnTo>
                  <a:pt x="18955" y="9928"/>
                </a:lnTo>
                <a:lnTo>
                  <a:pt x="18834" y="10099"/>
                </a:lnTo>
                <a:lnTo>
                  <a:pt x="18663" y="10074"/>
                </a:lnTo>
                <a:lnTo>
                  <a:pt x="18444" y="10074"/>
                </a:lnTo>
                <a:lnTo>
                  <a:pt x="18420" y="10099"/>
                </a:lnTo>
                <a:lnTo>
                  <a:pt x="18396" y="10172"/>
                </a:lnTo>
                <a:lnTo>
                  <a:pt x="18420" y="10220"/>
                </a:lnTo>
                <a:lnTo>
                  <a:pt x="18444" y="10245"/>
                </a:lnTo>
                <a:lnTo>
                  <a:pt x="18493" y="10245"/>
                </a:lnTo>
                <a:lnTo>
                  <a:pt x="18663" y="10269"/>
                </a:lnTo>
                <a:lnTo>
                  <a:pt x="18542" y="10391"/>
                </a:lnTo>
                <a:lnTo>
                  <a:pt x="18371" y="10512"/>
                </a:lnTo>
                <a:lnTo>
                  <a:pt x="18274" y="10464"/>
                </a:lnTo>
                <a:lnTo>
                  <a:pt x="18225" y="10439"/>
                </a:lnTo>
                <a:lnTo>
                  <a:pt x="18152" y="10439"/>
                </a:lnTo>
                <a:lnTo>
                  <a:pt x="18104" y="10488"/>
                </a:lnTo>
                <a:lnTo>
                  <a:pt x="18079" y="10537"/>
                </a:lnTo>
                <a:lnTo>
                  <a:pt x="18079" y="10610"/>
                </a:lnTo>
                <a:lnTo>
                  <a:pt x="18104" y="10658"/>
                </a:lnTo>
                <a:lnTo>
                  <a:pt x="17739" y="10829"/>
                </a:lnTo>
                <a:lnTo>
                  <a:pt x="17349" y="10950"/>
                </a:lnTo>
                <a:lnTo>
                  <a:pt x="16960" y="11023"/>
                </a:lnTo>
                <a:lnTo>
                  <a:pt x="16546" y="11096"/>
                </a:lnTo>
                <a:lnTo>
                  <a:pt x="16133" y="11121"/>
                </a:lnTo>
                <a:lnTo>
                  <a:pt x="15719" y="11145"/>
                </a:lnTo>
                <a:lnTo>
                  <a:pt x="14916" y="11169"/>
                </a:lnTo>
                <a:lnTo>
                  <a:pt x="13140" y="11194"/>
                </a:lnTo>
                <a:lnTo>
                  <a:pt x="12264" y="11242"/>
                </a:lnTo>
                <a:lnTo>
                  <a:pt x="11364" y="11340"/>
                </a:lnTo>
                <a:lnTo>
                  <a:pt x="10244" y="11461"/>
                </a:lnTo>
                <a:lnTo>
                  <a:pt x="9125" y="11559"/>
                </a:lnTo>
                <a:lnTo>
                  <a:pt x="8565" y="11583"/>
                </a:lnTo>
                <a:lnTo>
                  <a:pt x="8006" y="11583"/>
                </a:lnTo>
                <a:lnTo>
                  <a:pt x="7446" y="11559"/>
                </a:lnTo>
                <a:lnTo>
                  <a:pt x="6862" y="11510"/>
                </a:lnTo>
                <a:lnTo>
                  <a:pt x="5086" y="11364"/>
                </a:lnTo>
                <a:lnTo>
                  <a:pt x="4210" y="11242"/>
                </a:lnTo>
                <a:lnTo>
                  <a:pt x="3772" y="11169"/>
                </a:lnTo>
                <a:lnTo>
                  <a:pt x="3334" y="11072"/>
                </a:lnTo>
                <a:lnTo>
                  <a:pt x="2993" y="10999"/>
                </a:lnTo>
                <a:lnTo>
                  <a:pt x="2653" y="10877"/>
                </a:lnTo>
                <a:lnTo>
                  <a:pt x="2336" y="10756"/>
                </a:lnTo>
                <a:lnTo>
                  <a:pt x="2020" y="10610"/>
                </a:lnTo>
                <a:lnTo>
                  <a:pt x="1704" y="10439"/>
                </a:lnTo>
                <a:lnTo>
                  <a:pt x="1436" y="10245"/>
                </a:lnTo>
                <a:lnTo>
                  <a:pt x="1168" y="10001"/>
                </a:lnTo>
                <a:lnTo>
                  <a:pt x="949" y="9734"/>
                </a:lnTo>
                <a:lnTo>
                  <a:pt x="852" y="9588"/>
                </a:lnTo>
                <a:lnTo>
                  <a:pt x="779" y="9417"/>
                </a:lnTo>
                <a:lnTo>
                  <a:pt x="706" y="9271"/>
                </a:lnTo>
                <a:lnTo>
                  <a:pt x="657" y="9101"/>
                </a:lnTo>
                <a:lnTo>
                  <a:pt x="633" y="8931"/>
                </a:lnTo>
                <a:lnTo>
                  <a:pt x="609" y="8760"/>
                </a:lnTo>
                <a:lnTo>
                  <a:pt x="633" y="8420"/>
                </a:lnTo>
                <a:lnTo>
                  <a:pt x="682" y="8103"/>
                </a:lnTo>
                <a:lnTo>
                  <a:pt x="803" y="7763"/>
                </a:lnTo>
                <a:lnTo>
                  <a:pt x="949" y="7447"/>
                </a:lnTo>
                <a:lnTo>
                  <a:pt x="1120" y="7155"/>
                </a:lnTo>
                <a:lnTo>
                  <a:pt x="1387" y="6814"/>
                </a:lnTo>
                <a:lnTo>
                  <a:pt x="1679" y="6498"/>
                </a:lnTo>
                <a:lnTo>
                  <a:pt x="1996" y="6230"/>
                </a:lnTo>
                <a:lnTo>
                  <a:pt x="2336" y="5962"/>
                </a:lnTo>
                <a:lnTo>
                  <a:pt x="2336" y="5962"/>
                </a:lnTo>
                <a:lnTo>
                  <a:pt x="2117" y="6279"/>
                </a:lnTo>
                <a:lnTo>
                  <a:pt x="1898" y="6571"/>
                </a:lnTo>
                <a:lnTo>
                  <a:pt x="1874" y="6644"/>
                </a:lnTo>
                <a:lnTo>
                  <a:pt x="1898" y="6717"/>
                </a:lnTo>
                <a:lnTo>
                  <a:pt x="1947" y="6765"/>
                </a:lnTo>
                <a:lnTo>
                  <a:pt x="2044" y="6765"/>
                </a:lnTo>
                <a:lnTo>
                  <a:pt x="2117" y="6741"/>
                </a:lnTo>
                <a:lnTo>
                  <a:pt x="2190" y="6692"/>
                </a:lnTo>
                <a:lnTo>
                  <a:pt x="2336" y="6595"/>
                </a:lnTo>
                <a:lnTo>
                  <a:pt x="2458" y="6449"/>
                </a:lnTo>
                <a:lnTo>
                  <a:pt x="2555" y="6303"/>
                </a:lnTo>
                <a:lnTo>
                  <a:pt x="2847" y="5987"/>
                </a:lnTo>
                <a:lnTo>
                  <a:pt x="3164" y="5695"/>
                </a:lnTo>
                <a:lnTo>
                  <a:pt x="3188" y="5646"/>
                </a:lnTo>
                <a:lnTo>
                  <a:pt x="3212" y="5646"/>
                </a:lnTo>
                <a:lnTo>
                  <a:pt x="3091" y="5792"/>
                </a:lnTo>
                <a:lnTo>
                  <a:pt x="2847" y="6133"/>
                </a:lnTo>
                <a:lnTo>
                  <a:pt x="2774" y="6303"/>
                </a:lnTo>
                <a:lnTo>
                  <a:pt x="2677" y="6498"/>
                </a:lnTo>
                <a:lnTo>
                  <a:pt x="2677" y="6546"/>
                </a:lnTo>
                <a:lnTo>
                  <a:pt x="2726" y="6546"/>
                </a:lnTo>
                <a:lnTo>
                  <a:pt x="2896" y="6449"/>
                </a:lnTo>
                <a:lnTo>
                  <a:pt x="3066" y="6327"/>
                </a:lnTo>
                <a:lnTo>
                  <a:pt x="3212" y="6206"/>
                </a:lnTo>
                <a:lnTo>
                  <a:pt x="3334" y="6035"/>
                </a:lnTo>
                <a:lnTo>
                  <a:pt x="3480" y="5889"/>
                </a:lnTo>
                <a:lnTo>
                  <a:pt x="3626" y="5695"/>
                </a:lnTo>
                <a:lnTo>
                  <a:pt x="3650" y="5719"/>
                </a:lnTo>
                <a:lnTo>
                  <a:pt x="3699" y="5816"/>
                </a:lnTo>
                <a:lnTo>
                  <a:pt x="3577" y="5938"/>
                </a:lnTo>
                <a:lnTo>
                  <a:pt x="3456" y="6108"/>
                </a:lnTo>
                <a:lnTo>
                  <a:pt x="3407" y="6230"/>
                </a:lnTo>
                <a:lnTo>
                  <a:pt x="3407" y="6327"/>
                </a:lnTo>
                <a:lnTo>
                  <a:pt x="3407" y="6352"/>
                </a:lnTo>
                <a:lnTo>
                  <a:pt x="3456" y="6376"/>
                </a:lnTo>
                <a:lnTo>
                  <a:pt x="3529" y="6376"/>
                </a:lnTo>
                <a:lnTo>
                  <a:pt x="3626" y="6327"/>
                </a:lnTo>
                <a:lnTo>
                  <a:pt x="3772" y="6206"/>
                </a:lnTo>
                <a:lnTo>
                  <a:pt x="3869" y="6108"/>
                </a:lnTo>
                <a:lnTo>
                  <a:pt x="3967" y="6157"/>
                </a:lnTo>
                <a:lnTo>
                  <a:pt x="4064" y="6181"/>
                </a:lnTo>
                <a:lnTo>
                  <a:pt x="4186" y="6157"/>
                </a:lnTo>
                <a:lnTo>
                  <a:pt x="4283" y="6084"/>
                </a:lnTo>
                <a:lnTo>
                  <a:pt x="4307" y="6035"/>
                </a:lnTo>
                <a:lnTo>
                  <a:pt x="4307" y="5987"/>
                </a:lnTo>
                <a:lnTo>
                  <a:pt x="4137" y="5719"/>
                </a:lnTo>
                <a:lnTo>
                  <a:pt x="4015" y="5403"/>
                </a:lnTo>
                <a:lnTo>
                  <a:pt x="3918" y="5062"/>
                </a:lnTo>
                <a:lnTo>
                  <a:pt x="3845" y="4697"/>
                </a:lnTo>
                <a:lnTo>
                  <a:pt x="3821" y="4356"/>
                </a:lnTo>
                <a:lnTo>
                  <a:pt x="3821" y="3991"/>
                </a:lnTo>
                <a:lnTo>
                  <a:pt x="3845" y="3651"/>
                </a:lnTo>
                <a:lnTo>
                  <a:pt x="3894" y="3334"/>
                </a:lnTo>
                <a:lnTo>
                  <a:pt x="3942" y="3115"/>
                </a:lnTo>
                <a:lnTo>
                  <a:pt x="4015" y="2896"/>
                </a:lnTo>
                <a:lnTo>
                  <a:pt x="4113" y="2677"/>
                </a:lnTo>
                <a:lnTo>
                  <a:pt x="4210" y="2483"/>
                </a:lnTo>
                <a:lnTo>
                  <a:pt x="4332" y="2288"/>
                </a:lnTo>
                <a:lnTo>
                  <a:pt x="4478" y="2093"/>
                </a:lnTo>
                <a:lnTo>
                  <a:pt x="4599" y="1923"/>
                </a:lnTo>
                <a:lnTo>
                  <a:pt x="4770" y="1753"/>
                </a:lnTo>
                <a:lnTo>
                  <a:pt x="5110" y="1461"/>
                </a:lnTo>
                <a:lnTo>
                  <a:pt x="5475" y="1193"/>
                </a:lnTo>
                <a:lnTo>
                  <a:pt x="5865" y="974"/>
                </a:lnTo>
                <a:lnTo>
                  <a:pt x="6303" y="828"/>
                </a:lnTo>
                <a:lnTo>
                  <a:pt x="6716" y="706"/>
                </a:lnTo>
                <a:lnTo>
                  <a:pt x="7179" y="633"/>
                </a:lnTo>
                <a:lnTo>
                  <a:pt x="7008" y="731"/>
                </a:lnTo>
                <a:lnTo>
                  <a:pt x="6789" y="852"/>
                </a:lnTo>
                <a:lnTo>
                  <a:pt x="6546" y="998"/>
                </a:lnTo>
                <a:lnTo>
                  <a:pt x="6424" y="1071"/>
                </a:lnTo>
                <a:lnTo>
                  <a:pt x="6327" y="1169"/>
                </a:lnTo>
                <a:lnTo>
                  <a:pt x="6278" y="1266"/>
                </a:lnTo>
                <a:lnTo>
                  <a:pt x="6230" y="1363"/>
                </a:lnTo>
                <a:lnTo>
                  <a:pt x="6254" y="1412"/>
                </a:lnTo>
                <a:lnTo>
                  <a:pt x="6303" y="1461"/>
                </a:lnTo>
                <a:lnTo>
                  <a:pt x="6400" y="1485"/>
                </a:lnTo>
                <a:lnTo>
                  <a:pt x="6522" y="1461"/>
                </a:lnTo>
                <a:lnTo>
                  <a:pt x="6643" y="1436"/>
                </a:lnTo>
                <a:lnTo>
                  <a:pt x="6765" y="1363"/>
                </a:lnTo>
                <a:lnTo>
                  <a:pt x="7033" y="1217"/>
                </a:lnTo>
                <a:lnTo>
                  <a:pt x="7203" y="1096"/>
                </a:lnTo>
                <a:lnTo>
                  <a:pt x="7811" y="779"/>
                </a:lnTo>
                <a:lnTo>
                  <a:pt x="7982" y="682"/>
                </a:lnTo>
                <a:lnTo>
                  <a:pt x="8055" y="633"/>
                </a:lnTo>
                <a:lnTo>
                  <a:pt x="8128" y="560"/>
                </a:lnTo>
                <a:close/>
                <a:moveTo>
                  <a:pt x="7933" y="1"/>
                </a:moveTo>
                <a:lnTo>
                  <a:pt x="7349" y="49"/>
                </a:lnTo>
                <a:lnTo>
                  <a:pt x="6789" y="147"/>
                </a:lnTo>
                <a:lnTo>
                  <a:pt x="6254" y="268"/>
                </a:lnTo>
                <a:lnTo>
                  <a:pt x="5767" y="439"/>
                </a:lnTo>
                <a:lnTo>
                  <a:pt x="5524" y="536"/>
                </a:lnTo>
                <a:lnTo>
                  <a:pt x="5281" y="658"/>
                </a:lnTo>
                <a:lnTo>
                  <a:pt x="5062" y="804"/>
                </a:lnTo>
                <a:lnTo>
                  <a:pt x="4843" y="950"/>
                </a:lnTo>
                <a:lnTo>
                  <a:pt x="4624" y="1120"/>
                </a:lnTo>
                <a:lnTo>
                  <a:pt x="4429" y="1315"/>
                </a:lnTo>
                <a:lnTo>
                  <a:pt x="4259" y="1509"/>
                </a:lnTo>
                <a:lnTo>
                  <a:pt x="4088" y="1728"/>
                </a:lnTo>
                <a:lnTo>
                  <a:pt x="3942" y="1947"/>
                </a:lnTo>
                <a:lnTo>
                  <a:pt x="3796" y="2166"/>
                </a:lnTo>
                <a:lnTo>
                  <a:pt x="3675" y="2410"/>
                </a:lnTo>
                <a:lnTo>
                  <a:pt x="3577" y="2653"/>
                </a:lnTo>
                <a:lnTo>
                  <a:pt x="3480" y="2896"/>
                </a:lnTo>
                <a:lnTo>
                  <a:pt x="3407" y="3164"/>
                </a:lnTo>
                <a:lnTo>
                  <a:pt x="3358" y="3407"/>
                </a:lnTo>
                <a:lnTo>
                  <a:pt x="3310" y="3675"/>
                </a:lnTo>
                <a:lnTo>
                  <a:pt x="3310" y="3870"/>
                </a:lnTo>
                <a:lnTo>
                  <a:pt x="3334" y="4210"/>
                </a:lnTo>
                <a:lnTo>
                  <a:pt x="3383" y="4624"/>
                </a:lnTo>
                <a:lnTo>
                  <a:pt x="3480" y="5086"/>
                </a:lnTo>
                <a:lnTo>
                  <a:pt x="3285" y="5086"/>
                </a:lnTo>
                <a:lnTo>
                  <a:pt x="3115" y="5111"/>
                </a:lnTo>
                <a:lnTo>
                  <a:pt x="2726" y="5184"/>
                </a:lnTo>
                <a:lnTo>
                  <a:pt x="2409" y="5305"/>
                </a:lnTo>
                <a:lnTo>
                  <a:pt x="2166" y="5427"/>
                </a:lnTo>
                <a:lnTo>
                  <a:pt x="1825" y="5622"/>
                </a:lnTo>
                <a:lnTo>
                  <a:pt x="1485" y="5889"/>
                </a:lnTo>
                <a:lnTo>
                  <a:pt x="1193" y="6157"/>
                </a:lnTo>
                <a:lnTo>
                  <a:pt x="901" y="6473"/>
                </a:lnTo>
                <a:lnTo>
                  <a:pt x="657" y="6814"/>
                </a:lnTo>
                <a:lnTo>
                  <a:pt x="439" y="7179"/>
                </a:lnTo>
                <a:lnTo>
                  <a:pt x="268" y="7544"/>
                </a:lnTo>
                <a:lnTo>
                  <a:pt x="122" y="7909"/>
                </a:lnTo>
                <a:lnTo>
                  <a:pt x="25" y="8274"/>
                </a:lnTo>
                <a:lnTo>
                  <a:pt x="1" y="8614"/>
                </a:lnTo>
                <a:lnTo>
                  <a:pt x="1" y="8931"/>
                </a:lnTo>
                <a:lnTo>
                  <a:pt x="74" y="9247"/>
                </a:lnTo>
                <a:lnTo>
                  <a:pt x="171" y="9539"/>
                </a:lnTo>
                <a:lnTo>
                  <a:pt x="293" y="9807"/>
                </a:lnTo>
                <a:lnTo>
                  <a:pt x="487" y="10074"/>
                </a:lnTo>
                <a:lnTo>
                  <a:pt x="682" y="10318"/>
                </a:lnTo>
                <a:lnTo>
                  <a:pt x="925" y="10561"/>
                </a:lnTo>
                <a:lnTo>
                  <a:pt x="1168" y="10756"/>
                </a:lnTo>
                <a:lnTo>
                  <a:pt x="1436" y="10950"/>
                </a:lnTo>
                <a:lnTo>
                  <a:pt x="1728" y="11121"/>
                </a:lnTo>
                <a:lnTo>
                  <a:pt x="2020" y="11267"/>
                </a:lnTo>
                <a:lnTo>
                  <a:pt x="2336" y="11413"/>
                </a:lnTo>
                <a:lnTo>
                  <a:pt x="2628" y="11534"/>
                </a:lnTo>
                <a:lnTo>
                  <a:pt x="2945" y="11632"/>
                </a:lnTo>
                <a:lnTo>
                  <a:pt x="3334" y="11729"/>
                </a:lnTo>
                <a:lnTo>
                  <a:pt x="3723" y="11802"/>
                </a:lnTo>
                <a:lnTo>
                  <a:pt x="4526" y="11924"/>
                </a:lnTo>
                <a:lnTo>
                  <a:pt x="6132" y="12070"/>
                </a:lnTo>
                <a:lnTo>
                  <a:pt x="7276" y="12167"/>
                </a:lnTo>
                <a:lnTo>
                  <a:pt x="7836" y="12191"/>
                </a:lnTo>
                <a:lnTo>
                  <a:pt x="8395" y="12216"/>
                </a:lnTo>
                <a:lnTo>
                  <a:pt x="8955" y="12191"/>
                </a:lnTo>
                <a:lnTo>
                  <a:pt x="9514" y="12167"/>
                </a:lnTo>
                <a:lnTo>
                  <a:pt x="10098" y="12118"/>
                </a:lnTo>
                <a:lnTo>
                  <a:pt x="10658" y="12070"/>
                </a:lnTo>
                <a:lnTo>
                  <a:pt x="11583" y="11948"/>
                </a:lnTo>
                <a:lnTo>
                  <a:pt x="12507" y="11875"/>
                </a:lnTo>
                <a:lnTo>
                  <a:pt x="13432" y="11826"/>
                </a:lnTo>
                <a:lnTo>
                  <a:pt x="14357" y="11802"/>
                </a:lnTo>
                <a:lnTo>
                  <a:pt x="15208" y="11802"/>
                </a:lnTo>
                <a:lnTo>
                  <a:pt x="16060" y="11753"/>
                </a:lnTo>
                <a:lnTo>
                  <a:pt x="16498" y="11729"/>
                </a:lnTo>
                <a:lnTo>
                  <a:pt x="16911" y="11656"/>
                </a:lnTo>
                <a:lnTo>
                  <a:pt x="17325" y="11583"/>
                </a:lnTo>
                <a:lnTo>
                  <a:pt x="17739" y="11486"/>
                </a:lnTo>
                <a:lnTo>
                  <a:pt x="18079" y="11364"/>
                </a:lnTo>
                <a:lnTo>
                  <a:pt x="18396" y="11218"/>
                </a:lnTo>
                <a:lnTo>
                  <a:pt x="18688" y="11048"/>
                </a:lnTo>
                <a:lnTo>
                  <a:pt x="18931" y="10853"/>
                </a:lnTo>
                <a:lnTo>
                  <a:pt x="19174" y="10634"/>
                </a:lnTo>
                <a:lnTo>
                  <a:pt x="19369" y="10415"/>
                </a:lnTo>
                <a:lnTo>
                  <a:pt x="19539" y="10147"/>
                </a:lnTo>
                <a:lnTo>
                  <a:pt x="19685" y="9880"/>
                </a:lnTo>
                <a:lnTo>
                  <a:pt x="19807" y="9588"/>
                </a:lnTo>
                <a:lnTo>
                  <a:pt x="19904" y="9296"/>
                </a:lnTo>
                <a:lnTo>
                  <a:pt x="19953" y="8979"/>
                </a:lnTo>
                <a:lnTo>
                  <a:pt x="19977" y="8663"/>
                </a:lnTo>
                <a:lnTo>
                  <a:pt x="19977" y="8322"/>
                </a:lnTo>
                <a:lnTo>
                  <a:pt x="19953" y="8006"/>
                </a:lnTo>
                <a:lnTo>
                  <a:pt x="19880" y="7665"/>
                </a:lnTo>
                <a:lnTo>
                  <a:pt x="19783" y="7325"/>
                </a:lnTo>
                <a:lnTo>
                  <a:pt x="19710" y="7057"/>
                </a:lnTo>
                <a:lnTo>
                  <a:pt x="19588" y="6790"/>
                </a:lnTo>
                <a:lnTo>
                  <a:pt x="19442" y="6546"/>
                </a:lnTo>
                <a:lnTo>
                  <a:pt x="19296" y="6303"/>
                </a:lnTo>
                <a:lnTo>
                  <a:pt x="19126" y="6060"/>
                </a:lnTo>
                <a:lnTo>
                  <a:pt x="18955" y="5865"/>
                </a:lnTo>
                <a:lnTo>
                  <a:pt x="18761" y="5670"/>
                </a:lnTo>
                <a:lnTo>
                  <a:pt x="18542" y="5476"/>
                </a:lnTo>
                <a:lnTo>
                  <a:pt x="18323" y="5330"/>
                </a:lnTo>
                <a:lnTo>
                  <a:pt x="18104" y="5208"/>
                </a:lnTo>
                <a:lnTo>
                  <a:pt x="17860" y="5086"/>
                </a:lnTo>
                <a:lnTo>
                  <a:pt x="17593" y="5013"/>
                </a:lnTo>
                <a:lnTo>
                  <a:pt x="17325" y="4965"/>
                </a:lnTo>
                <a:lnTo>
                  <a:pt x="17057" y="4940"/>
                </a:lnTo>
                <a:lnTo>
                  <a:pt x="16790" y="4965"/>
                </a:lnTo>
                <a:lnTo>
                  <a:pt x="16522" y="5013"/>
                </a:lnTo>
                <a:lnTo>
                  <a:pt x="16522" y="4794"/>
                </a:lnTo>
                <a:lnTo>
                  <a:pt x="16522" y="4600"/>
                </a:lnTo>
                <a:lnTo>
                  <a:pt x="16473" y="4381"/>
                </a:lnTo>
                <a:lnTo>
                  <a:pt x="16425" y="4186"/>
                </a:lnTo>
                <a:lnTo>
                  <a:pt x="16352" y="3991"/>
                </a:lnTo>
                <a:lnTo>
                  <a:pt x="16279" y="3797"/>
                </a:lnTo>
                <a:lnTo>
                  <a:pt x="16182" y="3602"/>
                </a:lnTo>
                <a:lnTo>
                  <a:pt x="16060" y="3407"/>
                </a:lnTo>
                <a:lnTo>
                  <a:pt x="15792" y="3067"/>
                </a:lnTo>
                <a:lnTo>
                  <a:pt x="15500" y="2750"/>
                </a:lnTo>
                <a:lnTo>
                  <a:pt x="15184" y="2483"/>
                </a:lnTo>
                <a:lnTo>
                  <a:pt x="14843" y="2239"/>
                </a:lnTo>
                <a:lnTo>
                  <a:pt x="14673" y="2142"/>
                </a:lnTo>
                <a:lnTo>
                  <a:pt x="14478" y="2045"/>
                </a:lnTo>
                <a:lnTo>
                  <a:pt x="14284" y="1972"/>
                </a:lnTo>
                <a:lnTo>
                  <a:pt x="14089" y="1899"/>
                </a:lnTo>
                <a:lnTo>
                  <a:pt x="13870" y="1850"/>
                </a:lnTo>
                <a:lnTo>
                  <a:pt x="13651" y="1801"/>
                </a:lnTo>
                <a:lnTo>
                  <a:pt x="13432" y="1777"/>
                </a:lnTo>
                <a:lnTo>
                  <a:pt x="13213" y="1777"/>
                </a:lnTo>
                <a:lnTo>
                  <a:pt x="12994" y="1801"/>
                </a:lnTo>
                <a:lnTo>
                  <a:pt x="12775" y="1826"/>
                </a:lnTo>
                <a:lnTo>
                  <a:pt x="12580" y="1899"/>
                </a:lnTo>
                <a:lnTo>
                  <a:pt x="12386" y="1972"/>
                </a:lnTo>
                <a:lnTo>
                  <a:pt x="12215" y="2069"/>
                </a:lnTo>
                <a:lnTo>
                  <a:pt x="12069" y="2191"/>
                </a:lnTo>
                <a:lnTo>
                  <a:pt x="11923" y="2361"/>
                </a:lnTo>
                <a:lnTo>
                  <a:pt x="11802" y="2531"/>
                </a:lnTo>
                <a:lnTo>
                  <a:pt x="11656" y="2239"/>
                </a:lnTo>
                <a:lnTo>
                  <a:pt x="11485" y="1947"/>
                </a:lnTo>
                <a:lnTo>
                  <a:pt x="11291" y="1680"/>
                </a:lnTo>
                <a:lnTo>
                  <a:pt x="11072" y="1412"/>
                </a:lnTo>
                <a:lnTo>
                  <a:pt x="10828" y="1169"/>
                </a:lnTo>
                <a:lnTo>
                  <a:pt x="10585" y="925"/>
                </a:lnTo>
                <a:lnTo>
                  <a:pt x="10317" y="731"/>
                </a:lnTo>
                <a:lnTo>
                  <a:pt x="10050" y="536"/>
                </a:lnTo>
                <a:lnTo>
                  <a:pt x="9806" y="390"/>
                </a:lnTo>
                <a:lnTo>
                  <a:pt x="9563" y="268"/>
                </a:lnTo>
                <a:lnTo>
                  <a:pt x="9320" y="195"/>
                </a:lnTo>
                <a:lnTo>
                  <a:pt x="9052" y="122"/>
                </a:lnTo>
                <a:lnTo>
                  <a:pt x="8784" y="74"/>
                </a:lnTo>
                <a:lnTo>
                  <a:pt x="8492" y="25"/>
                </a:lnTo>
                <a:lnTo>
                  <a:pt x="8225" y="1"/>
                </a:lnTo>
                <a:close/>
              </a:path>
            </a:pathLst>
          </a:custGeom>
          <a:solidFill>
            <a:srgbClr val="6FA8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9"/>
          <p:cNvSpPr txBox="1">
            <a:spLocks noGrp="1"/>
          </p:cNvSpPr>
          <p:nvPr>
            <p:ph type="sldNum" idx="12"/>
          </p:nvPr>
        </p:nvSpPr>
        <p:spPr>
          <a:xfrm>
            <a:off x="4297650" y="4853299"/>
            <a:ext cx="548700" cy="29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
              <a:t>26</a:t>
            </a:fld>
            <a:endParaRPr/>
          </a:p>
        </p:txBody>
      </p:sp>
    </p:spTree>
  </p:cSld>
  <p:clrMapOvr>
    <a:masterClrMapping/>
  </p:clrMapOvr>
</p:sld>
</file>

<file path=ppt/theme/theme1.xml><?xml version="1.0" encoding="utf-8"?>
<a:theme xmlns:a="http://schemas.openxmlformats.org/drawingml/2006/main" name="Friar template">
  <a:themeElements>
    <a:clrScheme name="Custom 347">
      <a:dk1>
        <a:srgbClr val="3D4965"/>
      </a:dk1>
      <a:lt1>
        <a:srgbClr val="FFFFFF"/>
      </a:lt1>
      <a:dk2>
        <a:srgbClr val="1C4587"/>
      </a:dk2>
      <a:lt2>
        <a:srgbClr val="F3F3F3"/>
      </a:lt2>
      <a:accent1>
        <a:srgbClr val="3C78D8"/>
      </a:accent1>
      <a:accent2>
        <a:srgbClr val="89ABE6"/>
      </a:accent2>
      <a:accent3>
        <a:srgbClr val="8EA3C3"/>
      </a:accent3>
      <a:accent4>
        <a:srgbClr val="EFEFEF"/>
      </a:accent4>
      <a:accent5>
        <a:srgbClr val="D9D9D9"/>
      </a:accent5>
      <a:accent6>
        <a:srgbClr val="C9DAF8"/>
      </a:accent6>
      <a:hlink>
        <a:srgbClr val="3C78D8"/>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BDC862312BA0D4BB26ABD225271C9D1" ma:contentTypeVersion="4" ma:contentTypeDescription="Create a new document." ma:contentTypeScope="" ma:versionID="5eb92f7886fa5a0967ea0031e5c0352d">
  <xsd:schema xmlns:xsd="http://www.w3.org/2001/XMLSchema" xmlns:xs="http://www.w3.org/2001/XMLSchema" xmlns:p="http://schemas.microsoft.com/office/2006/metadata/properties" xmlns:ns3="a13d73d1-052a-40e3-a394-73d8da86552b" targetNamespace="http://schemas.microsoft.com/office/2006/metadata/properties" ma:root="true" ma:fieldsID="6bbdc5aba492e30bc7de20f00de5b39c" ns3:_="">
    <xsd:import namespace="a13d73d1-052a-40e3-a394-73d8da86552b"/>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d73d1-052a-40e3-a394-73d8da8655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29B7B18-BFBD-42FC-A8DE-242FEF6622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13d73d1-052a-40e3-a394-73d8da86552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1277777-5435-40E8-BD70-3F268E0E9925}">
  <ds:schemaRefs>
    <ds:schemaRef ds:uri="http://schemas.microsoft.com/sharepoint/v3/contenttype/forms"/>
  </ds:schemaRefs>
</ds:datastoreItem>
</file>

<file path=customXml/itemProps3.xml><?xml version="1.0" encoding="utf-8"?>
<ds:datastoreItem xmlns:ds="http://schemas.openxmlformats.org/officeDocument/2006/customXml" ds:itemID="{6040F656-3A58-44EB-A66D-2DEA641856C9}">
  <ds:schemaRefs>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a13d73d1-052a-40e3-a394-73d8da86552b"/>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2661</TotalTime>
  <Words>2832</Words>
  <Application>Microsoft Office PowerPoint</Application>
  <PresentationFormat>如螢幕大小 (16:9)</PresentationFormat>
  <Paragraphs>206</Paragraphs>
  <Slides>26</Slides>
  <Notes>25</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26</vt:i4>
      </vt:variant>
    </vt:vector>
  </HeadingPairs>
  <TitlesOfParts>
    <vt:vector size="32" baseType="lpstr">
      <vt:lpstr>Sniglet</vt:lpstr>
      <vt:lpstr>Arial</vt:lpstr>
      <vt:lpstr>新細明體</vt:lpstr>
      <vt:lpstr>Dosis</vt:lpstr>
      <vt:lpstr>Cambria Math</vt:lpstr>
      <vt:lpstr>Friar template</vt:lpstr>
      <vt:lpstr>QoS Guaranteed Load Balancing in Broadband Multi-Beam Satellite Networks</vt:lpstr>
      <vt:lpstr>INTRODUCTION</vt:lpstr>
      <vt:lpstr>INTRODUCTION</vt:lpstr>
      <vt:lpstr>INTRODUCTION</vt:lpstr>
      <vt:lpstr>Main Contributions</vt:lpstr>
      <vt:lpstr>System Discription</vt:lpstr>
      <vt:lpstr>PowerPoint 簡報</vt:lpstr>
      <vt:lpstr>System Discription</vt:lpstr>
      <vt:lpstr>System Discription</vt:lpstr>
      <vt:lpstr>System Discription</vt:lpstr>
      <vt:lpstr>System Discription</vt:lpstr>
      <vt:lpstr>System Discription</vt:lpstr>
      <vt:lpstr>System Discription</vt:lpstr>
      <vt:lpstr>System Discription</vt:lpstr>
      <vt:lpstr>ALGORITHM FOR LOAD BALANCING</vt:lpstr>
      <vt:lpstr>ALGORITHM FOR LOAD BALANCING</vt:lpstr>
      <vt:lpstr>ALGORITHM FOR LOAD BALANCING</vt:lpstr>
      <vt:lpstr>PowerPoint 簡報</vt:lpstr>
      <vt:lpstr>Performance Evaluation</vt:lpstr>
      <vt:lpstr>Performance Evaluation</vt:lpstr>
      <vt:lpstr>PowerPoint 簡報</vt:lpstr>
      <vt:lpstr>PowerPoint 簡報</vt:lpstr>
      <vt:lpstr>PowerPoint 簡報</vt:lpstr>
      <vt:lpstr>PowerPoint 簡報</vt:lpstr>
      <vt:lpstr>Conclusion</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Load Balancing and QoS Supporting Access and Handover Decision Algorithm for GEO/LEO Heterogeneous Satellite Networks</dc:title>
  <dc:creator>Albert</dc:creator>
  <cp:lastModifiedBy>office</cp:lastModifiedBy>
  <cp:revision>260</cp:revision>
  <dcterms:modified xsi:type="dcterms:W3CDTF">2020-11-19T14:13:55Z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0x0101005BDC862312BA0D4BB26ABD225271C9D1</vt:lpwstr>
  </property>
</Properties>
</file>